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  <p:sldMasterId id="2147483868" r:id="rId2"/>
    <p:sldMasterId id="2147483885" r:id="rId3"/>
  </p:sldMasterIdLst>
  <p:notesMasterIdLst>
    <p:notesMasterId r:id="rId34"/>
  </p:notesMasterIdLst>
  <p:sldIdLst>
    <p:sldId id="256" r:id="rId4"/>
    <p:sldId id="561" r:id="rId5"/>
    <p:sldId id="1230" r:id="rId6"/>
    <p:sldId id="1267" r:id="rId7"/>
    <p:sldId id="1269" r:id="rId8"/>
    <p:sldId id="1270" r:id="rId9"/>
    <p:sldId id="1271" r:id="rId10"/>
    <p:sldId id="1272" r:id="rId11"/>
    <p:sldId id="1275" r:id="rId12"/>
    <p:sldId id="1273" r:id="rId13"/>
    <p:sldId id="1274" r:id="rId14"/>
    <p:sldId id="1276" r:id="rId15"/>
    <p:sldId id="1277" r:id="rId16"/>
    <p:sldId id="1278" r:id="rId17"/>
    <p:sldId id="1286" r:id="rId18"/>
    <p:sldId id="1282" r:id="rId19"/>
    <p:sldId id="1131" r:id="rId20"/>
    <p:sldId id="1132" r:id="rId21"/>
    <p:sldId id="1133" r:id="rId22"/>
    <p:sldId id="1134" r:id="rId23"/>
    <p:sldId id="1285" r:id="rId24"/>
    <p:sldId id="1283" r:id="rId25"/>
    <p:sldId id="1279" r:id="rId26"/>
    <p:sldId id="1280" r:id="rId27"/>
    <p:sldId id="1128" r:id="rId28"/>
    <p:sldId id="1129" r:id="rId29"/>
    <p:sldId id="1130" r:id="rId30"/>
    <p:sldId id="1284" r:id="rId31"/>
    <p:sldId id="1124" r:id="rId32"/>
    <p:sldId id="989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370BB4-30E8-4AD9-890D-521920E8CA56}" v="371" dt="2024-01-09T16:38:11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6" autoAdjust="0"/>
    <p:restoredTop sz="72973" autoAdjust="0"/>
  </p:normalViewPr>
  <p:slideViewPr>
    <p:cSldViewPr snapToGrid="0" snapToObjects="1">
      <p:cViewPr varScale="1">
        <p:scale>
          <a:sx n="83" d="100"/>
          <a:sy n="83" d="100"/>
        </p:scale>
        <p:origin x="2484" y="84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microsoft.com/office/2016/11/relationships/changesInfo" Target="changesInfos/changesInfo1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074D74E3-636C-4AD1-96C4-747270E8523C}"/>
    <pc:docChg chg="modSld">
      <pc:chgData name="Xin Xin" userId="9ff0c946-7f3c-4192-98c1-6be932ce2bce" providerId="ADAL" clId="{074D74E3-636C-4AD1-96C4-747270E8523C}" dt="2024-01-09T16:54:56.967" v="21" actId="20577"/>
      <pc:docMkLst>
        <pc:docMk/>
      </pc:docMkLst>
      <pc:sldChg chg="modSp mod">
        <pc:chgData name="Xin Xin" userId="9ff0c946-7f3c-4192-98c1-6be932ce2bce" providerId="ADAL" clId="{074D74E3-636C-4AD1-96C4-747270E8523C}" dt="2024-01-09T16:54:56.967" v="21" actId="20577"/>
        <pc:sldMkLst>
          <pc:docMk/>
          <pc:sldMk cId="962814019" sldId="561"/>
        </pc:sldMkLst>
        <pc:spChg chg="mod">
          <ac:chgData name="Xin Xin" userId="9ff0c946-7f3c-4192-98c1-6be932ce2bce" providerId="ADAL" clId="{074D74E3-636C-4AD1-96C4-747270E8523C}" dt="2024-01-09T16:54:56.967" v="21" actId="20577"/>
          <ac:spMkLst>
            <pc:docMk/>
            <pc:sldMk cId="962814019" sldId="561"/>
            <ac:spMk id="3" creationId="{4E1719AE-B1B9-90B4-C7A9-C40C5C5D0FA8}"/>
          </ac:spMkLst>
        </pc:spChg>
      </pc:sldChg>
    </pc:docChg>
  </pc:docChgLst>
  <pc:docChgLst>
    <pc:chgData name="Xin Xin" userId="9ff0c946-7f3c-4192-98c1-6be932ce2bce" providerId="ADAL" clId="{EC370BB4-30E8-4AD9-890D-521920E8CA56}"/>
    <pc:docChg chg="undo redo custSel addSld delSld modSld sldOrd delMainMaster modMainMaster modNotesMaster">
      <pc:chgData name="Xin Xin" userId="9ff0c946-7f3c-4192-98c1-6be932ce2bce" providerId="ADAL" clId="{EC370BB4-30E8-4AD9-890D-521920E8CA56}" dt="2024-01-09T16:38:14.567" v="3218" actId="20577"/>
      <pc:docMkLst>
        <pc:docMk/>
      </pc:docMkLst>
      <pc:sldChg chg="addSp modSp mod modNotes">
        <pc:chgData name="Xin Xin" userId="9ff0c946-7f3c-4192-98c1-6be932ce2bce" providerId="ADAL" clId="{EC370BB4-30E8-4AD9-890D-521920E8CA56}" dt="2024-01-09T06:04:11.529" v="3169" actId="1076"/>
        <pc:sldMkLst>
          <pc:docMk/>
          <pc:sldMk cId="739737434" sldId="256"/>
        </pc:sldMkLst>
        <pc:spChg chg="mod">
          <ac:chgData name="Xin Xin" userId="9ff0c946-7f3c-4192-98c1-6be932ce2bce" providerId="ADAL" clId="{EC370BB4-30E8-4AD9-890D-521920E8CA56}" dt="2024-01-09T06:04:11.529" v="3169" actId="1076"/>
          <ac:spMkLst>
            <pc:docMk/>
            <pc:sldMk cId="739737434" sldId="256"/>
            <ac:spMk id="2" creationId="{00000000-0000-0000-0000-000000000000}"/>
          </ac:spMkLst>
        </pc:spChg>
        <pc:spChg chg="mod">
          <ac:chgData name="Xin Xin" userId="9ff0c946-7f3c-4192-98c1-6be932ce2bce" providerId="ADAL" clId="{EC370BB4-30E8-4AD9-890D-521920E8CA56}" dt="2024-01-08T05:41:40.745" v="141" actId="20577"/>
          <ac:spMkLst>
            <pc:docMk/>
            <pc:sldMk cId="739737434" sldId="256"/>
            <ac:spMk id="3" creationId="{00000000-0000-0000-0000-000000000000}"/>
          </ac:spMkLst>
        </pc:spChg>
        <pc:spChg chg="mod">
          <ac:chgData name="Xin Xin" userId="9ff0c946-7f3c-4192-98c1-6be932ce2bce" providerId="ADAL" clId="{EC370BB4-30E8-4AD9-890D-521920E8CA56}" dt="2024-01-08T05:34:52.792" v="17" actId="1076"/>
          <ac:spMkLst>
            <pc:docMk/>
            <pc:sldMk cId="739737434" sldId="256"/>
            <ac:spMk id="4" creationId="{DFF67056-1534-47E2-83BE-08A2B9441FD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739737434" sldId="256"/>
            <ac:spMk id="10" creationId="{AC9DF276-5B0A-4972-9653-037F6D8B3C6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739737434" sldId="256"/>
            <ac:spMk id="11" creationId="{FF1411FC-0199-4C18-B757-D96B9FBEC12C}"/>
          </ac:spMkLst>
        </pc:spChg>
        <pc:picChg chg="add mod">
          <ac:chgData name="Xin Xin" userId="9ff0c946-7f3c-4192-98c1-6be932ce2bce" providerId="ADAL" clId="{EC370BB4-30E8-4AD9-890D-521920E8CA56}" dt="2024-01-08T05:47:02.908" v="200" actId="14100"/>
          <ac:picMkLst>
            <pc:docMk/>
            <pc:sldMk cId="739737434" sldId="256"/>
            <ac:picMk id="1026" creationId="{8E0F3A9D-0085-8B62-1898-2721C3D1D1C5}"/>
          </ac:picMkLst>
        </pc:picChg>
      </pc:sldChg>
      <pc:sldChg chg="addSp delSp modSp mod modNotes modNotesTx">
        <pc:chgData name="Xin Xin" userId="9ff0c946-7f3c-4192-98c1-6be932ce2bce" providerId="ADAL" clId="{EC370BB4-30E8-4AD9-890D-521920E8CA56}" dt="2024-01-09T16:38:08.626" v="3215" actId="21"/>
        <pc:sldMkLst>
          <pc:docMk/>
          <pc:sldMk cId="1954766533" sldId="257"/>
        </pc:sldMkLst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2" creationId="{9D2C7A95-D6EE-671B-5629-D32C106D19DD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3" creationId="{B72A04B5-57EF-CB0D-1948-BBB78A5427F5}"/>
          </ac:spMkLst>
        </pc:spChg>
        <pc:spChg chg="mod">
          <ac:chgData name="Xin Xin" userId="9ff0c946-7f3c-4192-98c1-6be932ce2bce" providerId="ADAL" clId="{EC370BB4-30E8-4AD9-890D-521920E8CA56}" dt="2024-01-08T10:29:34.224" v="2709" actId="20577"/>
          <ac:spMkLst>
            <pc:docMk/>
            <pc:sldMk cId="1954766533" sldId="257"/>
            <ac:spMk id="4" creationId="{85F22E98-F813-9C21-11F6-A0BF157774E9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6" creationId="{9C73D11F-0E1B-FCEC-3C54-5A2EE7ED4BC7}"/>
          </ac:spMkLst>
        </pc:spChg>
        <pc:spChg chg="add del mod">
          <ac:chgData name="Xin Xin" userId="9ff0c946-7f3c-4192-98c1-6be932ce2bce" providerId="ADAL" clId="{EC370BB4-30E8-4AD9-890D-521920E8CA56}" dt="2024-01-08T06:38:38.428" v="955"/>
          <ac:spMkLst>
            <pc:docMk/>
            <pc:sldMk cId="1954766533" sldId="257"/>
            <ac:spMk id="7" creationId="{9A3CF4BB-8FED-4EE9-F6EE-C50ECADECBBF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8" creationId="{3C3BD397-F359-BE89-E3DB-E794D633302E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9" creationId="{5665EE0B-A3EA-223F-9D8F-12AA2B1AFD9D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10" creationId="{F393D0BA-4DEA-8C30-4C1E-C70D84C5548D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11" creationId="{D25E0489-9285-F2D6-CDD5-0708CAA3B5FF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12" creationId="{3089BC3A-29B7-E606-9032-88A596032CA5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13" creationId="{99B6A46D-AADF-6987-5732-82BE07FFDA9B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14" creationId="{5628406B-C777-916E-EB23-144C1444571A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17" creationId="{F0FEDD84-DC25-AE51-5CA7-6E72A7B22202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18" creationId="{886B2CA9-9EF7-5B90-3713-7BB31CBC2B17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19" creationId="{E2792858-0BFE-4179-D60A-BAC347BB959E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20" creationId="{172EC15C-8506-53A7-C7C8-517DDCE6AEF6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21" creationId="{08E7CC71-2CF6-69C0-5CCA-682A481F1F2C}"/>
          </ac:spMkLst>
        </pc:spChg>
        <pc:spChg chg="add del mod">
          <ac:chgData name="Xin Xin" userId="9ff0c946-7f3c-4192-98c1-6be932ce2bce" providerId="ADAL" clId="{EC370BB4-30E8-4AD9-890D-521920E8CA56}" dt="2024-01-08T06:38:44.945" v="957"/>
          <ac:spMkLst>
            <pc:docMk/>
            <pc:sldMk cId="1954766533" sldId="257"/>
            <ac:spMk id="22" creationId="{DB45B7EF-19BF-2C8C-C1F7-02F015C5A4A5}"/>
          </ac:spMkLst>
        </pc:spChg>
        <pc:spChg chg="add del mod">
          <ac:chgData name="Xin Xin" userId="9ff0c946-7f3c-4192-98c1-6be932ce2bce" providerId="ADAL" clId="{EC370BB4-30E8-4AD9-890D-521920E8CA56}" dt="2024-01-08T06:38:47.774" v="959"/>
          <ac:spMkLst>
            <pc:docMk/>
            <pc:sldMk cId="1954766533" sldId="257"/>
            <ac:spMk id="26" creationId="{6C310E3D-CBD1-B318-A823-8780B6F1B0C4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27" creationId="{53DA3D3F-BEF0-7329-F5A2-57BC519C3612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28" creationId="{0B142888-A985-0ACA-BED3-9B66E8796FE8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29" creationId="{6D2AF196-43BC-EE4D-CA26-0852942BE275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30" creationId="{EB1BF0E6-DAA0-8233-D414-0D6399E9985E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31" creationId="{AC2D36EA-38D9-2A3B-626B-06412EC3DA61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41" creationId="{79477091-1470-7866-ECAB-5CA566A5EACA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42" creationId="{3AF6A42F-8D7D-616C-36A6-17D92C33E399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43" creationId="{D8BF9D11-A2C2-1100-8FD0-63BBA261054E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44" creationId="{C0977E68-C9BA-82CB-3124-4BC118AF6CAC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45" creationId="{6679DA8F-C215-1F07-91F4-5B43AC085CA2}"/>
          </ac:spMkLst>
        </pc:spChg>
        <pc:spChg chg="del mod">
          <ac:chgData name="Xin Xin" userId="9ff0c946-7f3c-4192-98c1-6be932ce2bce" providerId="ADAL" clId="{EC370BB4-30E8-4AD9-890D-521920E8CA56}" dt="2024-01-08T06:34:14.263" v="951" actId="478"/>
          <ac:spMkLst>
            <pc:docMk/>
            <pc:sldMk cId="1954766533" sldId="257"/>
            <ac:spMk id="46" creationId="{699B125B-1CB2-BB48-3D97-5D8CF6B9517E}"/>
          </ac:spMkLst>
        </pc:spChg>
        <pc:graphicFrameChg chg="add del mod">
          <ac:chgData name="Xin Xin" userId="9ff0c946-7f3c-4192-98c1-6be932ce2bce" providerId="ADAL" clId="{EC370BB4-30E8-4AD9-890D-521920E8CA56}" dt="2024-01-08T06:38:38.428" v="955"/>
          <ac:graphicFrameMkLst>
            <pc:docMk/>
            <pc:sldMk cId="1954766533" sldId="257"/>
            <ac:graphicFrameMk id="5" creationId="{3A454D97-D14A-40FF-C35D-1B600936096D}"/>
          </ac:graphicFrameMkLst>
        </pc:graphicFrameChg>
        <pc:graphicFrameChg chg="add del mod">
          <ac:chgData name="Xin Xin" userId="9ff0c946-7f3c-4192-98c1-6be932ce2bce" providerId="ADAL" clId="{EC370BB4-30E8-4AD9-890D-521920E8CA56}" dt="2024-01-08T06:38:44.945" v="957"/>
          <ac:graphicFrameMkLst>
            <pc:docMk/>
            <pc:sldMk cId="1954766533" sldId="257"/>
            <ac:graphicFrameMk id="15" creationId="{EB7E1CD4-6A89-81E8-95EB-16C6FDE8C13A}"/>
          </ac:graphicFrameMkLst>
        </pc:graphicFrameChg>
        <pc:graphicFrameChg chg="add del mod">
          <ac:chgData name="Xin Xin" userId="9ff0c946-7f3c-4192-98c1-6be932ce2bce" providerId="ADAL" clId="{EC370BB4-30E8-4AD9-890D-521920E8CA56}" dt="2024-01-08T06:38:47.774" v="959"/>
          <ac:graphicFrameMkLst>
            <pc:docMk/>
            <pc:sldMk cId="1954766533" sldId="257"/>
            <ac:graphicFrameMk id="25" creationId="{EA8DC4B2-3D35-B2F6-FDD6-E00C2756CDD6}"/>
          </ac:graphicFrameMkLst>
        </pc:graphicFrameChg>
        <pc:graphicFrameChg chg="add mod modGraphic">
          <ac:chgData name="Xin Xin" userId="9ff0c946-7f3c-4192-98c1-6be932ce2bce" providerId="ADAL" clId="{EC370BB4-30E8-4AD9-890D-521920E8CA56}" dt="2024-01-09T16:38:08.626" v="3215" actId="21"/>
          <ac:graphicFrameMkLst>
            <pc:docMk/>
            <pc:sldMk cId="1954766533" sldId="257"/>
            <ac:graphicFrameMk id="32" creationId="{2FD6D1B3-E0FA-7899-38AD-1ECFD87D18ED}"/>
          </ac:graphicFrameMkLst>
        </pc:graphicFrameChg>
        <pc:cxnChg chg="del mod">
          <ac:chgData name="Xin Xin" userId="9ff0c946-7f3c-4192-98c1-6be932ce2bce" providerId="ADAL" clId="{EC370BB4-30E8-4AD9-890D-521920E8CA56}" dt="2024-01-08T06:34:14.263" v="951" actId="478"/>
          <ac:cxnSpMkLst>
            <pc:docMk/>
            <pc:sldMk cId="1954766533" sldId="257"/>
            <ac:cxnSpMk id="16" creationId="{882359E6-DE51-6DC8-F387-931B9ABA1B3C}"/>
          </ac:cxnSpMkLst>
        </pc:cxnChg>
        <pc:cxnChg chg="del mod">
          <ac:chgData name="Xin Xin" userId="9ff0c946-7f3c-4192-98c1-6be932ce2bce" providerId="ADAL" clId="{EC370BB4-30E8-4AD9-890D-521920E8CA56}" dt="2024-01-08T06:34:14.263" v="951" actId="478"/>
          <ac:cxnSpMkLst>
            <pc:docMk/>
            <pc:sldMk cId="1954766533" sldId="257"/>
            <ac:cxnSpMk id="23" creationId="{CD32F920-563D-7808-BCBB-B36142D12427}"/>
          </ac:cxnSpMkLst>
        </pc:cxnChg>
        <pc:cxnChg chg="del mod">
          <ac:chgData name="Xin Xin" userId="9ff0c946-7f3c-4192-98c1-6be932ce2bce" providerId="ADAL" clId="{EC370BB4-30E8-4AD9-890D-521920E8CA56}" dt="2024-01-08T06:34:14.263" v="951" actId="478"/>
          <ac:cxnSpMkLst>
            <pc:docMk/>
            <pc:sldMk cId="1954766533" sldId="257"/>
            <ac:cxnSpMk id="24" creationId="{314BD6DA-69C2-4252-74AF-53B27843718D}"/>
          </ac:cxnSpMkLst>
        </pc:cxnChg>
        <pc:cxnChg chg="del mod">
          <ac:chgData name="Xin Xin" userId="9ff0c946-7f3c-4192-98c1-6be932ce2bce" providerId="ADAL" clId="{EC370BB4-30E8-4AD9-890D-521920E8CA56}" dt="2024-01-08T06:34:14.263" v="951" actId="478"/>
          <ac:cxnSpMkLst>
            <pc:docMk/>
            <pc:sldMk cId="1954766533" sldId="257"/>
            <ac:cxnSpMk id="33" creationId="{CAF393AE-D9C1-2D67-0048-953F0D0E1D8F}"/>
          </ac:cxnSpMkLst>
        </pc:cxnChg>
        <pc:cxnChg chg="del mod">
          <ac:chgData name="Xin Xin" userId="9ff0c946-7f3c-4192-98c1-6be932ce2bce" providerId="ADAL" clId="{EC370BB4-30E8-4AD9-890D-521920E8CA56}" dt="2024-01-08T06:34:14.263" v="951" actId="478"/>
          <ac:cxnSpMkLst>
            <pc:docMk/>
            <pc:sldMk cId="1954766533" sldId="257"/>
            <ac:cxnSpMk id="39" creationId="{FE714BF6-D963-3673-5912-97DD12263CEC}"/>
          </ac:cxnSpMkLst>
        </pc:cxnChg>
      </pc:sldChg>
      <pc:sldChg chg="modSp del mod modNotes">
        <pc:chgData name="Xin Xin" userId="9ff0c946-7f3c-4192-98c1-6be932ce2bce" providerId="ADAL" clId="{EC370BB4-30E8-4AD9-890D-521920E8CA56}" dt="2024-01-08T07:21:24.237" v="1712" actId="47"/>
        <pc:sldMkLst>
          <pc:docMk/>
          <pc:sldMk cId="3664760038" sldId="547"/>
        </pc:sldMkLst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3" creationId="{F840C3FD-043A-2C8B-06E1-2DCF3E99BD81}"/>
          </ac:spMkLst>
        </pc:spChg>
        <pc:spChg chg="mod">
          <ac:chgData name="Xin Xin" userId="9ff0c946-7f3c-4192-98c1-6be932ce2bce" providerId="ADAL" clId="{EC370BB4-30E8-4AD9-890D-521920E8CA56}" dt="2024-01-08T05:45:16.310" v="177" actId="27636"/>
          <ac:spMkLst>
            <pc:docMk/>
            <pc:sldMk cId="3664760038" sldId="547"/>
            <ac:spMk id="4" creationId="{85F22E98-F813-9C21-11F6-A0BF157774E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6" creationId="{B8A4036F-6CD7-C571-0A7B-5FA1A7C7CE2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8" creationId="{9E9E9C66-0C45-AC0B-B9EB-927C76C9AEE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10" creationId="{B817F099-D192-A186-8626-45CC547257D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12" creationId="{620CFCF3-5CED-6E90-9554-2471C31324F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13" creationId="{7F5782D4-AC04-CACE-EBCA-9287AE37287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14" creationId="{E3229119-8D31-0B48-ACF2-33BB63F3888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15" creationId="{51BB48B2-DBC4-7FD6-4FE0-3886EA94837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19" creationId="{EBFC6270-0907-4E0A-B078-26B87DE7C54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20" creationId="{E97FD762-0934-81C3-57F8-B3F2BEED206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21" creationId="{E30F84F1-07C8-4468-517E-03B1EAE26AA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31" creationId="{59B82F11-5B29-ED23-0DD1-E461700858C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32" creationId="{EE0F6C20-814B-80AE-C2A3-96E94E32A85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33" creationId="{8ED0B512-53C0-778C-46EF-DBE4AD3064C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36" creationId="{87F38BF5-E688-5856-7145-BE915E529EC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39" creationId="{DBE55E73-5E7D-619F-B791-F5341D86741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664760038" sldId="547"/>
            <ac:spMk id="41" creationId="{DFF0FB32-86FA-FAF4-2633-BF231AACBD7E}"/>
          </ac:spMkLst>
        </pc:spChg>
        <pc:picChg chg="mod">
          <ac:chgData name="Xin Xin" userId="9ff0c946-7f3c-4192-98c1-6be932ce2bce" providerId="ADAL" clId="{EC370BB4-30E8-4AD9-890D-521920E8CA56}" dt="2024-01-08T05:34:48.496" v="11"/>
          <ac:picMkLst>
            <pc:docMk/>
            <pc:sldMk cId="3664760038" sldId="547"/>
            <ac:picMk id="17" creationId="{034EF669-5F7F-74F2-6AA2-309E2D5E94B7}"/>
          </ac:picMkLst>
        </pc:picChg>
        <pc:picChg chg="mod">
          <ac:chgData name="Xin Xin" userId="9ff0c946-7f3c-4192-98c1-6be932ce2bce" providerId="ADAL" clId="{EC370BB4-30E8-4AD9-890D-521920E8CA56}" dt="2024-01-08T05:34:48.496" v="11"/>
          <ac:picMkLst>
            <pc:docMk/>
            <pc:sldMk cId="3664760038" sldId="547"/>
            <ac:picMk id="18" creationId="{01196C6A-A9A6-C1D2-672B-71DC5B97EF00}"/>
          </ac:picMkLst>
        </pc:picChg>
        <pc:cxnChg chg="mod">
          <ac:chgData name="Xin Xin" userId="9ff0c946-7f3c-4192-98c1-6be932ce2bce" providerId="ADAL" clId="{EC370BB4-30E8-4AD9-890D-521920E8CA56}" dt="2024-01-08T05:34:48.496" v="11"/>
          <ac:cxnSpMkLst>
            <pc:docMk/>
            <pc:sldMk cId="3664760038" sldId="547"/>
            <ac:cxnSpMk id="7" creationId="{8D98CD10-3EDD-6FE0-E80C-33B18EFEC4F3}"/>
          </ac:cxnSpMkLst>
        </pc:cxnChg>
      </pc:sldChg>
      <pc:sldChg chg="modSp add del mod">
        <pc:chgData name="Xin Xin" userId="9ff0c946-7f3c-4192-98c1-6be932ce2bce" providerId="ADAL" clId="{EC370BB4-30E8-4AD9-890D-521920E8CA56}" dt="2024-01-08T07:22:44.087" v="1769" actId="47"/>
        <pc:sldMkLst>
          <pc:docMk/>
          <pc:sldMk cId="255336568" sldId="548"/>
        </pc:sldMkLst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255336568" sldId="548"/>
            <ac:spMk id="4" creationId="{FBA24370-F51E-613A-7BB6-C50B13DFA8CB}"/>
          </ac:spMkLst>
        </pc:spChg>
        <pc:spChg chg="mod">
          <ac:chgData name="Xin Xin" userId="9ff0c946-7f3c-4192-98c1-6be932ce2bce" providerId="ADAL" clId="{EC370BB4-30E8-4AD9-890D-521920E8CA56}" dt="2024-01-08T05:34:48.640" v="14" actId="27636"/>
          <ac:spMkLst>
            <pc:docMk/>
            <pc:sldMk cId="255336568" sldId="548"/>
            <ac:spMk id="5" creationId="{7B37379B-13A7-8282-70F0-A97AF29710FE}"/>
          </ac:spMkLst>
        </pc:spChg>
        <pc:spChg chg="mod">
          <ac:chgData name="Xin Xin" userId="9ff0c946-7f3c-4192-98c1-6be932ce2bce" providerId="ADAL" clId="{EC370BB4-30E8-4AD9-890D-521920E8CA56}" dt="2024-01-08T05:34:48.641" v="15" actId="27636"/>
          <ac:spMkLst>
            <pc:docMk/>
            <pc:sldMk cId="255336568" sldId="548"/>
            <ac:spMk id="6" creationId="{06B045EC-D6C3-E8C5-33AB-1BA6576C9125}"/>
          </ac:spMkLst>
        </pc:spChg>
      </pc:sldChg>
      <pc:sldChg chg="modSp del mod">
        <pc:chgData name="Xin Xin" userId="9ff0c946-7f3c-4192-98c1-6be932ce2bce" providerId="ADAL" clId="{EC370BB4-30E8-4AD9-890D-521920E8CA56}" dt="2024-01-08T07:21:57.517" v="1718" actId="47"/>
        <pc:sldMkLst>
          <pc:docMk/>
          <pc:sldMk cId="2247533387" sldId="549"/>
        </pc:sldMkLst>
        <pc:spChg chg="mod">
          <ac:chgData name="Xin Xin" userId="9ff0c946-7f3c-4192-98c1-6be932ce2bce" providerId="ADAL" clId="{EC370BB4-30E8-4AD9-890D-521920E8CA56}" dt="2024-01-08T05:45:16.316" v="181" actId="27636"/>
          <ac:spMkLst>
            <pc:docMk/>
            <pc:sldMk cId="2247533387" sldId="549"/>
            <ac:spMk id="2" creationId="{EFA95F1E-F25C-D8E0-362E-BBF3D2A56B1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2247533387" sldId="549"/>
            <ac:spMk id="3" creationId="{F99EC182-4D1D-577B-9955-029329805BA6}"/>
          </ac:spMkLst>
        </pc:spChg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631818884" sldId="550"/>
        </pc:sldMkLst>
        <pc:spChg chg="mod">
          <ac:chgData name="Xin Xin" userId="9ff0c946-7f3c-4192-98c1-6be932ce2bce" providerId="ADAL" clId="{EC370BB4-30E8-4AD9-890D-521920E8CA56}" dt="2024-01-08T05:45:16.318" v="182" actId="27636"/>
          <ac:spMkLst>
            <pc:docMk/>
            <pc:sldMk cId="1631818884" sldId="550"/>
            <ac:spMk id="2" creationId="{7F28E23B-5E0A-C2F1-C59E-754A0FEEE17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" creationId="{042BD0F2-411C-F85E-381B-0881C5D6D96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" creationId="{515531D3-96CD-020F-A46A-7E6EFBE3E1E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" creationId="{9B30FE8C-BC7E-8727-3743-98A9C432265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" creationId="{019A92D2-00F4-C102-810E-0E2C13F8090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" creationId="{6D5763A1-931E-CA68-313E-B2108C372E9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3" creationId="{5B756587-C53E-72F7-DEF4-B4B477F5A9D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5" creationId="{757F8017-A1D4-980B-BD8E-BB17F0E8725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7" creationId="{0F3B48B3-CEBF-316B-A7C9-AE44206C8A5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8" creationId="{3247F9F3-0760-1E0D-4CCA-7C13937904E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9" creationId="{5D54A464-543D-A233-20A1-69E42AC6476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0" creationId="{1DF5542F-EF82-230A-3DAB-011C5CE8422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1" creationId="{7F4C1E0A-E360-54DC-AE04-B22E78EFFBD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2" creationId="{1657DAD6-F609-B233-B526-82AB41750D1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3" creationId="{7CA1B839-D63E-37C1-9031-B0724EFC985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4" creationId="{3B7FDC82-7A22-0781-BD52-C9FEB05EE9E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6" creationId="{610992B8-0EFD-9625-BE35-11A5F4F1601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7" creationId="{7CE0D3E9-FDD0-DFF0-B4B8-2C66BD391A0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8" creationId="{8C7696F2-6B37-589C-C677-0C736B55946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29" creationId="{ACF1B1A4-D0AA-B818-43C0-29DC35B9344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0" creationId="{6FE183B4-6663-FB15-D217-10B858AFE4E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1" creationId="{795189C7-2AD2-C1D0-B550-26745D38A65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2" creationId="{679A254B-34BD-0E58-A5FC-46204B1BC38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3" creationId="{DC04F99A-7DAD-E5D7-D3F3-F1C01F85823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4" creationId="{9F5B1E6C-4331-AD5B-F08E-CDBD5FF4979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5" creationId="{07DD15A4-9681-A680-043F-68DCEE5D3E7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6" creationId="{7DC63C5F-0329-1DB2-D7D5-1AB54EFB5A9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7" creationId="{E6DE5E48-A307-98E2-43B9-61759129311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8" creationId="{AC1658BD-8A20-8560-5211-EFDBD87E6AF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39" creationId="{568AD855-C4D5-A3A3-509B-83BB92CFB72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0" creationId="{A0A4F454-8945-CFBB-7F69-60325A88C3C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1" creationId="{E6A5B3B8-5DAD-31B0-35E5-951F8F162A9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2" creationId="{63D8BC2D-5BFF-B43D-440F-B07E79E0F70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3" creationId="{6EE3D315-FD57-0902-D89A-3B342714A56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4" creationId="{975CA834-C011-1C1F-648B-92083A9BA54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5" creationId="{D3ED8E04-8674-760A-FC1B-7D566FCA3A1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6" creationId="{A226D689-3CD4-118E-A060-9B39B4593C8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7" creationId="{A32105E5-0C62-5193-2907-E130B5F875B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8" creationId="{4FB59F1B-6267-5D67-EF7A-E6D36F1FC3E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49" creationId="{68B94991-13EE-5DBC-76D9-80DED7C7237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0" creationId="{53CB6EDC-92F3-ECCE-DC20-A0F014F9B0E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1" creationId="{2CB90BA5-B60F-13F8-2570-8AB344C6CBA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2" creationId="{0533EA1D-8428-2BA6-33D3-8D77515080B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3" creationId="{B61F237F-6AEF-AA9B-E3BC-4552748CA93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4" creationId="{0024B79F-F404-0DCF-EF6D-BD8D60B57E6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5" creationId="{6EDE257D-ECFA-2ADB-0EBE-FCC0B75AEC4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6" creationId="{C666AE88-EF9C-44DC-36C9-8C505DA30F5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7" creationId="{80E009B4-D217-8C88-A6B5-4360F131005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8" creationId="{7F5A4B73-B85A-D503-F171-C8618C3FCC9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59" creationId="{56EBFF16-86FE-CAB0-A0B2-F842D5EB32E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0" creationId="{ECE97A4B-33E0-C17A-9BD2-34BF7973DE4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1" creationId="{6CA51AF7-D923-3C7F-6544-9567F77E4FB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2" creationId="{946BFAC2-A11F-44D1-F896-3FC5B55AAE9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3" creationId="{2703024D-BC6D-BCBD-8D99-02C3D12FE26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4" creationId="{193C886B-D7EB-D885-80D5-F1234F4CAA1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5" creationId="{A418B85C-6A86-66CE-794C-3F3D579D283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6" creationId="{E72052C3-479F-EC18-9590-48E8F5BB6ED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7" creationId="{9E693282-4489-18C4-CB47-4BFD6D62A8F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8" creationId="{F0306161-E871-5EDC-2E10-0B3469A166E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69" creationId="{D74E34B6-A27C-896E-5C1C-1E9E908FDB4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70" creationId="{977120E7-B7EB-AFEB-7458-67E9A7614F1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71" creationId="{568BD59D-5B02-2D5E-6FE9-79C437E47ED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72" creationId="{D524D613-AE7B-F265-4FCB-063B81A26EF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73" creationId="{A0EC2BB9-00F6-5CC7-36DA-76C9E79BF25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0" creationId="{47372482-23A9-9F33-E002-3B63A3928FC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1" creationId="{EA7A0CE2-C191-DF81-290F-E4D109BA31C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2" creationId="{1A896227-9E4E-67F2-1C06-7EC47151463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3" creationId="{28DB690B-7D9C-6D2C-A535-E73F9A0C82B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4" creationId="{36212DF6-FABE-376D-2657-FBB6382CC6F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5" creationId="{E19328E4-693D-E944-E663-DAD7271D063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6" creationId="{1C97FA2E-C05D-1B09-34DF-4A57DAAEA2B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7" creationId="{5E13FA57-DE3B-C8D9-A33D-892CF91508E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8" creationId="{33413F0C-8ED8-A25F-B8FF-3A05F570951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89" creationId="{CBABB1F5-FB82-E6C9-B654-C7FABC0ACEE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0" creationId="{BAC20EAC-5403-2B4E-3808-E63F94426CF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1" creationId="{3A194384-4B35-B5FF-D56D-9F4CC1BC164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2" creationId="{9417AE37-B4DB-AADE-0D7D-96EB89BA20F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3" creationId="{DC34E1CB-68AB-9C91-D0F9-65AAA328923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4" creationId="{E3C8B568-CF63-C136-2B3F-0E52E913BDF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5" creationId="{B12D6879-3D57-B6F8-7725-E972DFCB6E8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6" creationId="{9732C173-66FB-9810-625C-7F4D54AF8C7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7" creationId="{2D66312F-22EA-75A2-DE48-40E85CD56F4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8" creationId="{11ECCCD4-D912-4590-5692-05C77DB5C7E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99" creationId="{659DA9F4-B63C-A9C5-3F02-E5D70557BCB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0" creationId="{423E2F63-8C02-A97B-89AF-310B15AB54D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1" creationId="{BA514784-CA53-6815-B301-5DB650CB7F7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2" creationId="{F5C7F3DA-934B-3B74-866C-02C8FCD9F38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3" creationId="{BECD1EA8-5F4A-5270-3C4B-5776F3747E6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4" creationId="{757A0FA6-8B3B-B553-F5EF-2D7E456C8CD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5" creationId="{B6DC7D73-3110-EF95-9570-E3FE9FFEF19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6" creationId="{0E5807A4-B945-8BC9-5558-C1B4525C365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7" creationId="{F18F92E2-665F-AF10-C7C7-C33FFFABE77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8" creationId="{FBE7EF34-010C-009E-6FE5-8A5C31AD636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09" creationId="{1C00CBC2-6F90-8383-7BC1-3084387794E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10" creationId="{B337FE27-446F-E492-9418-4FB745B3C83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11" creationId="{BFFA47B0-561C-8AD4-F58D-D777698DF98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12" creationId="{FD2C4DA5-4A40-1D85-F31F-85EA7B679C8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15" creationId="{87F779AF-1C26-F252-6593-E5BE77D274D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1818884" sldId="550"/>
            <ac:spMk id="121" creationId="{58F507A2-9EB3-A247-8E25-E61F5D336FD5}"/>
          </ac:spMkLst>
        </pc:spChg>
        <pc:cxnChg chg="mod">
          <ac:chgData name="Xin Xin" userId="9ff0c946-7f3c-4192-98c1-6be932ce2bce" providerId="ADAL" clId="{EC370BB4-30E8-4AD9-890D-521920E8CA56}" dt="2024-01-08T05:34:48.496" v="11"/>
          <ac:cxnSpMkLst>
            <pc:docMk/>
            <pc:sldMk cId="1631818884" sldId="550"/>
            <ac:cxnSpMk id="7" creationId="{D824264B-F875-A022-6D59-6095A088543E}"/>
          </ac:cxnSpMkLst>
        </pc:cxnChg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3166788806" sldId="551"/>
        </pc:sldMkLst>
        <pc:spChg chg="mod">
          <ac:chgData name="Xin Xin" userId="9ff0c946-7f3c-4192-98c1-6be932ce2bce" providerId="ADAL" clId="{EC370BB4-30E8-4AD9-890D-521920E8CA56}" dt="2024-01-08T05:45:16.324" v="184" actId="27636"/>
          <ac:spMkLst>
            <pc:docMk/>
            <pc:sldMk cId="3166788806" sldId="551"/>
            <ac:spMk id="2" creationId="{59AA66AC-5996-A658-B932-B02B9A10685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166788806" sldId="551"/>
            <ac:spMk id="3" creationId="{74B77F24-ED1A-3670-0AEE-5B261CBFA9B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3166788806" sldId="551"/>
            <ac:spMk id="4" creationId="{802A5EF2-A376-3FE8-0966-526D60F3D3A2}"/>
          </ac:spMkLst>
        </pc:spChg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680557119" sldId="552"/>
        </pc:sldMkLst>
        <pc:spChg chg="mod">
          <ac:chgData name="Xin Xin" userId="9ff0c946-7f3c-4192-98c1-6be932ce2bce" providerId="ADAL" clId="{EC370BB4-30E8-4AD9-890D-521920E8CA56}" dt="2024-01-08T05:45:16.326" v="185" actId="27636"/>
          <ac:spMkLst>
            <pc:docMk/>
            <pc:sldMk cId="680557119" sldId="552"/>
            <ac:spMk id="2" creationId="{91CAEA13-4574-A6EA-46B6-BF26F37DD4E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680557119" sldId="552"/>
            <ac:spMk id="3" creationId="{1B4807D8-4105-93C9-2543-F95C1D71052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680557119" sldId="552"/>
            <ac:spMk id="4" creationId="{5D263D35-4511-CD02-F119-C0645E26D191}"/>
          </ac:spMkLst>
        </pc:spChg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358710918" sldId="553"/>
        </pc:sldMkLst>
        <pc:spChg chg="mod">
          <ac:chgData name="Xin Xin" userId="9ff0c946-7f3c-4192-98c1-6be932ce2bce" providerId="ADAL" clId="{EC370BB4-30E8-4AD9-890D-521920E8CA56}" dt="2024-01-08T05:45:16.320" v="183" actId="27636"/>
          <ac:spMkLst>
            <pc:docMk/>
            <pc:sldMk cId="1358710918" sldId="553"/>
            <ac:spMk id="2" creationId="{7F28E23B-5E0A-C2F1-C59E-754A0FEEE17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" creationId="{7048FFAC-A361-570F-2205-C8EB884B2E6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" creationId="{12A2203A-FE6B-6015-1EF1-EF36719F6B4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1" creationId="{372B504F-B055-1241-8D43-BCF595528E1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4" creationId="{5A76C5CB-FE92-E775-1AEF-7BB1BA76629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74" creationId="{F586C3CE-66C7-3251-E945-4369F682628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75" creationId="{E8F71F3C-7191-7B8A-E60D-A54D9F872C7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76" creationId="{FFE9412F-E938-369A-DA97-D4083816DCE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77" creationId="{449F52A4-E5AD-CF07-5737-13BB2D699A3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13" creationId="{0A66B7C5-716A-FC23-B2E2-C91CBA0B674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14" creationId="{56EBA392-D858-7E0B-D36F-20C215B2B56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16" creationId="{5DB5A43C-9D2F-1B79-3293-5F5EB0F2816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17" creationId="{5FE8540F-D56B-66CA-7EE0-1453C84A772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20" creationId="{C1FF3D88-B81A-9B02-D83E-BBD1114D56F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21" creationId="{51F2F384-63EF-DB91-3B62-05E79964D54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22" creationId="{65C0BD2F-D0F9-A421-8CEF-9E362E2B50B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23" creationId="{BB805AE5-7D5F-F443-546E-586C3ED360F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26" creationId="{249853C5-235F-0D2E-FD02-D52D19C8993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27" creationId="{EB935186-917D-37FD-1442-0A1F1BE0586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28" creationId="{C0C9BA05-85E7-1C89-767A-6935D265745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29" creationId="{86402D78-4AAF-7780-3B62-27B5EB2E27E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0" creationId="{F69EDD21-BA5C-F37B-3EA1-AF3E75D3A1D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1" creationId="{F114BE99-A15C-24C4-653D-6D0094B65F0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2" creationId="{914F33FF-17D0-FEF4-ACEB-D837E7690E0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3" creationId="{5AC32A53-9D61-0D8F-6516-CDC9B4FFA84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4" creationId="{AB6100DF-B239-CA35-EA36-8BA66DE8785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5" creationId="{077C612B-6B06-2338-BF28-D7F7D957DEF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6" creationId="{C12D993D-5E82-36D8-4B4B-85B8D331CF0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7" creationId="{8867ED30-34C6-CC19-232C-8294602C055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8" creationId="{066C871D-BBCA-4910-B295-2C11E81897F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69" creationId="{6E6C09D3-B55E-F4B4-90D5-5D0E4FF72EC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0" creationId="{9A299F02-6AFD-D66F-9740-F4C8FFD2C46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1" creationId="{F3348BF1-F339-3CE1-F06D-0F16B21EB6C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2" creationId="{CD82E4B3-E0F6-A65D-00EA-559F4CE9F19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3" creationId="{4F3A631E-3E17-B8FD-68CD-7F64178ABAC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4" creationId="{34420EBD-941F-8BE9-A854-2295AB39DBF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5" creationId="{52C248E2-29AC-92EE-C1F3-C248041DCC1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6" creationId="{7450C3CA-F12B-35C2-9D15-1C9B9DF61D0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7" creationId="{6959CC55-3235-46C2-F561-83C88A8DC95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8" creationId="{DF6F6A76-3632-FD3A-2E39-2FE538CB169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79" creationId="{BE972B8D-C07D-ED71-BC0C-1BB653A56DA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0" creationId="{567C7E6A-97D2-EB54-5A1E-C394020F303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1" creationId="{AEDC52C7-D09C-8502-C291-6756482CB13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2" creationId="{596B0CCB-4FEB-BE4C-3897-ABB5A5716A3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3" creationId="{054398DF-58FC-A8BD-E574-56D05552D50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4" creationId="{FC1908D1-A2C3-F07E-79F3-CF23E2FE8B7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5" creationId="{24CBE320-D2A6-65BB-629F-7E127BCCD9A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6" creationId="{F9F09772-BB7A-19E2-A64E-EEBB97DE18F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7" creationId="{450A5FEE-422E-1D60-C466-C5E93A6F1B9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8" creationId="{2AC8C819-80DB-2E84-02E4-A0D58EFAFF2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89" creationId="{1B4E7DFF-16BB-739B-4A68-E5F8F292098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0" creationId="{1043C151-D9AF-E979-52E5-78E970FA9AE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1" creationId="{C7F7ADC0-28D7-9B78-26CB-A7CEF0CE97C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2" creationId="{AD832EDD-9E4D-8F34-7CCB-43650C3CDC4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3" creationId="{1D943F5E-4228-8CB5-670E-A52FBA3E238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4" creationId="{151EDDBC-A0B0-79CD-C8EF-4CBCBC47C7B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5" creationId="{A9138B6D-A7FA-5375-39C0-67353BCA497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6" creationId="{9E1283B6-B951-6FB3-D849-A912D213C3F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7" creationId="{C0A5B1C3-DF02-8212-142B-B1F92615260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8" creationId="{D5857972-B283-42E1-7F18-A80AB2460D7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199" creationId="{BD13E547-BAE9-C240-2D79-FA65C959278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0" creationId="{F7D5CABB-2FD4-B852-8242-C6C418021DC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1" creationId="{1F1D7294-C610-E8A8-9407-AFB5A66EF7E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2" creationId="{5C62150D-BBBE-0969-D94D-4D95A46713A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3" creationId="{601B08B9-E5AA-8B2A-036C-6F75A7C350C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4" creationId="{1657D35A-AB9C-409E-8EC3-BA4AD3BED30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5" creationId="{6CCFDB51-111F-298E-2874-8BF79771862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6" creationId="{7B06129A-BBA6-64C4-3ED0-DABBB8DE80F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7" creationId="{1E2DC6C9-651C-D4A5-3D3D-9CA72C59CDE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8" creationId="{CD8D8406-979A-0E6B-6E7C-5B86F632B87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09" creationId="{85E7EBB7-580A-2FE3-E069-8B5B65F646E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0" creationId="{37737FB7-0245-E9E4-6E04-CC8B482D4A7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1" creationId="{2982FC36-9CA9-4664-F653-831D688D9AF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2" creationId="{50494F60-3136-E875-E785-2638A56D41A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3" creationId="{F9070B28-CA25-8FC9-9A83-A4BE1579081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4" creationId="{C120A698-D34E-4FE6-992D-1B341E3BDB2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5" creationId="{B0E18824-E8B5-93A5-E911-77B6BEC2276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6" creationId="{AD1CDD7F-C792-EC2E-15C0-84CF9800A0C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7" creationId="{FA146CCF-5510-8EE5-8923-34C9435042C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8" creationId="{BB18CAA8-A630-D3D0-42F3-5A050F20D3B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19" creationId="{2CD3D3B9-3204-BBF0-0719-77821ED1774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0" creationId="{9BEC3ABF-10E0-D0B2-5F75-BEEACE8B2C7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1" creationId="{B488BD74-EDBB-C53E-BF7A-FD6AF1A9B6F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2" creationId="{590203A6-15F5-3EA0-017E-5D7D783C947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3" creationId="{BCB9AD02-6B29-95C4-C240-272DCB19681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4" creationId="{82284A5E-D97C-9381-F7B8-6C15BC76693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5" creationId="{AD623CEF-188D-BD64-9305-6B993B5F2E5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6" creationId="{0F35203A-4711-3736-CDEB-1A7610DAB3E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7" creationId="{7A272374-5A67-A645-B0BC-E35E57CF2F1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8" creationId="{5069725A-01B9-9675-1C67-7357686847B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29" creationId="{5268CD3C-C4CB-CE0C-4545-3FCA7D80595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0" creationId="{378F72F6-300F-4D65-CAE9-1F182F31E00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1" creationId="{31C260FF-8999-74CC-696A-033D3991870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2" creationId="{2857BFDD-F289-302C-38D0-DEF37F1C2D3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3" creationId="{52271301-4AF4-BE55-D960-23661F77005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4" creationId="{E683B87A-240D-FA3B-36D2-E9488762640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5" creationId="{88CF9738-443B-804F-E166-E71624FF2C6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6" creationId="{5E21690D-B746-21B5-C6F1-FD45B3B9F80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7" creationId="{8A28217F-8F63-0494-8CBB-01DCCC0CB21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8" creationId="{E65CDC91-D41D-2F32-A3B5-8040E556003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39" creationId="{BCF9D4AC-99D4-FF7F-78DB-5FD870E538F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0" creationId="{11483395-EA5B-7E78-1412-B9AC7FF8AA6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1" creationId="{E60294C3-0D84-9775-67DF-131B269D136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2" creationId="{88D277BD-9521-F98C-072B-06A02948A95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3" creationId="{88CFEBE6-BE18-ED5E-C737-87378B60A7F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4" creationId="{45C6C344-920C-4C6D-9B18-2D0E42FA4ED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5" creationId="{312AEB89-A75D-2098-B5DB-94470786C71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6" creationId="{7A134706-CC9D-0E67-6461-4EE4F6253B0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7" creationId="{5789EE52-3947-6747-FCFE-9E80AD7D168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8" creationId="{93ADE13A-43B7-BA9C-7B00-95F6976C76B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49" creationId="{19606A00-A9B4-DDE0-AF24-A4A7755F74A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0" creationId="{66380909-035C-7F14-B1F8-5E668244709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1" creationId="{FA670542-2D77-C4F6-A310-F60EE330BC5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2" creationId="{28018713-C0E6-29B7-8102-4DE4646D8E9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3" creationId="{BC4FF8C7-8FBC-AEED-D755-1DEA871D8A4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4" creationId="{6A70E220-C777-20B9-05FE-49599355672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5" creationId="{B29B3819-7284-EAD3-AA94-CF52D577512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6" creationId="{BB6B5023-F642-54C3-79E8-CED31C999A8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7" creationId="{0E2BB5F7-FBF3-786D-0E8D-95C14F17E0C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8" creationId="{4129C0DF-448D-ABF6-5BBC-F0C7E6E24A7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59" creationId="{1BE2C07B-A64C-0372-59AE-58C46FDF1F9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0" creationId="{4F644079-E6DF-7B39-DC1F-03ED5AE8A61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1" creationId="{97CB7AC4-01DC-84B1-4D48-80B50A9DE00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2" creationId="{904A4A57-ADC5-66CF-1948-D331FC5D16C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3" creationId="{AC8A84BD-7E08-4298-57BC-213EAE1BE5B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4" creationId="{40F08D56-4A12-67F7-0E55-6C0AA5A28D4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5" creationId="{C154CE45-03E8-C54A-C6A8-C840E2F9A4D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6" creationId="{BA7CF1B9-7FC0-E9F7-0D1D-F2535E98F82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7" creationId="{469A6F07-A8AA-4122-CB7D-9E866AED2F9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8" creationId="{D2EB7F6D-6C08-927A-7CE0-9995034F4A9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69" creationId="{784ED07E-816F-F2AC-A42F-C029D59D89B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0" creationId="{3180C122-CBE5-4418-6E8E-7B64B38FBAE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1" creationId="{0ABF8B7E-A179-6879-C6D8-3B6A1A47E94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2" creationId="{4EC1CD1A-A8A6-32FD-A476-60659F56C0C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3" creationId="{7A71B5ED-4E6F-4853-21CD-13BAE55D15F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4" creationId="{68DFDA04-4E5E-E125-7B13-551796EA1D2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5" creationId="{61BEF16B-C6E1-4E6B-BF59-7968A6583DB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6" creationId="{518D5E67-9260-2452-25E4-75A8A9A5E79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7" creationId="{821509A5-E98C-F74D-74FF-F62C67455A8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8" creationId="{314A1F50-A151-961F-0BC1-FAC51E09234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79" creationId="{9E4BD50B-9125-E917-9F0F-AE50B663308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0" creationId="{5E373F62-9EAC-C242-34AD-49E67A425AF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1" creationId="{1DF99931-45DC-2333-B1F4-CF25D3EB051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2" creationId="{7C81CCBE-6D4C-FF01-DBF0-43FCDDB0932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3" creationId="{ABBE9F2D-296E-9D3C-53A1-E0298BD2370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4" creationId="{86C61573-C1AF-FD0B-F4E1-15F0ADC2A1A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5" creationId="{EC1BBF62-64E8-366A-709E-3A969BEF3CA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6" creationId="{8A43F3D3-4002-7273-AC15-0F0ED8D1383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7" creationId="{E7A6ED71-7E0C-2DEF-96DA-22BC7B58622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8" creationId="{DB5F9464-4890-8DB5-A116-464312A6B2D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89" creationId="{742F7575-1B6F-B434-1497-7B1E02D57DB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0" creationId="{1D46D898-31D4-9A1D-E0D2-27BD25B8185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1" creationId="{C29D1681-AE75-FB1F-944C-B4599816E38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2" creationId="{297D3E3F-26E5-82CD-BC37-8047DCCFF98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3" creationId="{06ED1C88-B8F6-9F31-EFFB-7913B832558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4" creationId="{CA4D8788-C4C4-7DC7-84EB-11103AD3750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5" creationId="{51913214-3745-E334-CE07-0A59D35AEC5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6" creationId="{1A8091CE-1F3B-11E7-B726-7978CEF2B60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7" creationId="{6BAF04F0-76F7-413C-9A62-F4A6205271F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8" creationId="{7D11FDD5-35B0-28BC-AECA-954860770F8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299" creationId="{C4F79BE9-7838-3576-D042-4E7DB6A3CFC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0" creationId="{59327BEA-8659-31F3-4C6B-5CE71DCC4A6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1" creationId="{E93BFBAE-ED67-C2C1-1BA5-4B7F095A8C2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2" creationId="{DCCB223C-44DD-9311-C59E-34B689220B5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3" creationId="{E31A9F7C-3DEB-7636-F6E4-DF65AD08BC0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4" creationId="{B988958A-C21D-AABC-A211-4411F5B2C77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5" creationId="{0FB39DAE-93B3-3305-C499-036724FDB88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6" creationId="{9733D168-4931-9CE7-7EC4-26FCA0C6D4B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7" creationId="{524D493E-D5BD-6284-C982-98A9EA64012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8" creationId="{5B92794F-6633-908D-6E63-76F27C5D19E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09" creationId="{2C7313EB-AD08-2EF0-E909-ED4B4000412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0" creationId="{7895F634-41EA-AA91-A808-88C9DB2105B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1" creationId="{5712EEE3-9F03-5812-3CAA-F999D62F13C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2" creationId="{00A0DACF-1A25-ADFD-CCF5-2706E10C657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3" creationId="{F4878CDA-2089-3356-5DDC-DCBA98B3FC2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4" creationId="{E438963A-A1EC-597B-D4DF-2535E1EB835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5" creationId="{9EC4EB86-A5CD-1AC2-636D-D76544A455D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6" creationId="{FF368B04-26A5-004A-927C-344A215F819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7" creationId="{1608E9D7-E3B7-4CAF-4D1F-0CDCA88DC8E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8" creationId="{57D1198E-323E-65C0-04A5-FEFD273ABD3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19" creationId="{9CA79FAA-5837-8CB7-7728-8D8113E004C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0" creationId="{D6B61545-F38F-4DC0-03A1-1D3FA541830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1" creationId="{2D15FDEA-E79D-CFA3-994A-CD56A2337DC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2" creationId="{5C5C5F26-3423-600F-C003-85B34D90CD3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3" creationId="{D9097D16-ED87-5D11-B441-EF723CE1112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4" creationId="{6ED7F8D7-73B1-BE46-CA65-22AA818DEDD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5" creationId="{6105CB9F-FD27-BB4A-6C21-264D598772C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6" creationId="{759C2563-9800-AD89-2724-739325292E6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7" creationId="{FBEE9A5B-5AC0-C339-7030-EBBC02A2439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8" creationId="{3FA192FF-86AF-7336-A742-E63BB4409C5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29" creationId="{5A889807-A65D-96AB-F1B6-4E4F5BD1A1A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0" creationId="{C26B1661-A353-4D1F-9728-AD39E95CDD3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1" creationId="{E2CA8257-295E-39D5-8E03-9EB60C3EBC4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2" creationId="{33C76705-5DCC-08EF-4134-48CBC5F112E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3" creationId="{FF3088EE-BA06-6A79-B655-D7C392AB787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4" creationId="{6F93046F-6D09-2D0A-E106-8CCBBC69D77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5" creationId="{9DEBE547-A91A-645E-0EF3-F1377DCFE7B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6" creationId="{AA339BCC-C096-B694-B3FB-79F114A10CE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7" creationId="{D703FBA5-1C03-8BF8-B6AA-4ECF2981262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8" creationId="{1ECB8676-EE73-27E9-1EFF-842996B833B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39" creationId="{B44E8AC7-B189-4E38-B675-FB1E5131575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0" creationId="{C1823A96-88B2-A520-0C1E-A09E9F2A07F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1" creationId="{7AED9359-DAFE-C1B0-E1A4-E0B6F04E55A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2" creationId="{B20A3DF2-40C1-FAD5-0424-E1CA7CCEEF7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3" creationId="{21E5C1CE-452F-5ACD-18B8-F27179A9AE8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4" creationId="{2A66C4A8-3913-3080-A83F-D0CBA4962FF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5" creationId="{857F40C9-C135-BCCB-F4B7-184CA83FE37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6" creationId="{76C3D82E-DB10-432A-4CEC-D88A19C7131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7" creationId="{313C11C8-C726-72E3-9935-D7E35A7F5DD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8" creationId="{55EE08D7-FA87-6B6F-4BA8-1A0380975D0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49" creationId="{9B4574C7-E59D-680F-4F28-42E70642B5F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50" creationId="{ADA9EDD0-2BDA-6DC9-FD6A-37AA7BAA214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51" creationId="{9640A0AF-36ED-3BC4-C01C-F90B16406B4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52" creationId="{2DBF7330-50DF-3BB6-600E-2846B10115D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53" creationId="{724A52F0-FBDB-5AD0-A1FC-961E20EEBC6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87" creationId="{269E803D-3F2B-64E8-7E67-9F7D174B8A4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88" creationId="{8B1058F4-1D4C-3A0E-1E95-E2AD2D57797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89" creationId="{FFEC51B0-2424-2900-C56C-8A0AC3F6BE0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0" creationId="{89B4C240-7363-BCFD-B0FE-B5FD8B893D7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1" creationId="{B5398561-0B3D-B9B8-489A-9E5DCB6D917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2" creationId="{99F3B30F-D732-4323-FB08-5AFFC5BF3F3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3" creationId="{628CC8A0-9432-2B65-38D5-C1B37C87241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4" creationId="{E8E5230F-8CDE-55EA-374C-C3F4E97039C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5" creationId="{D3643F96-1ED0-A4C5-454D-81B2F50B43A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6" creationId="{BB3254E9-FA63-1E89-742E-5A3356D790C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7" creationId="{AD7FC8BC-BF31-2858-E683-449BB983153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8" creationId="{20B11BB3-5D81-A8EC-EA8F-E0EBE07B15A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399" creationId="{A099139A-1C63-F763-6C4C-4113296A49E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0" creationId="{55E3B624-755E-C4F6-7870-1B329D7CF28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1" creationId="{296DA2BF-5F73-CFFB-3804-E4974933440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2" creationId="{44CFB902-2873-8BC3-CF76-0A6A66116AD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3" creationId="{D1444A93-D10C-7ED8-BA8C-1A4A3CC3E7A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4" creationId="{23A490C5-AD26-5F2C-B7B3-7552EA2EFA4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5" creationId="{661172E8-5671-5873-4919-69335353B24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6" creationId="{51F60510-7500-054E-E7FA-2FEE6284073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7" creationId="{5857CEE2-04A5-F6D5-81E9-19EA90A1865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8" creationId="{B4D8F0DF-1AF0-3616-358B-6811368D4F5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09" creationId="{03B4A726-1841-4B38-9354-4945C6C8204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0" creationId="{61BA346C-6D32-CDFF-092F-B3D1C7F7688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1" creationId="{3EA2AC1D-8BC4-6E78-D9E9-0331384E9C6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2" creationId="{5D927401-A20E-F355-16D3-4A54A6059B2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3" creationId="{4028BC9D-50CD-DEF1-5012-10C76F05AD2D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4" creationId="{26C546AA-E124-6FDB-935F-B42E6AC0C3D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5" creationId="{74CD4BE8-A577-2A73-4EBF-3BBD0F79940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6" creationId="{EBEA3400-BDB1-22FC-EEA6-68E32157997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7" creationId="{4A1CFF0D-D88C-8057-DB37-9555A55B44C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8" creationId="{62C5A45E-F92C-4AD8-29C5-8C4AF5E35D0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19" creationId="{394D9B04-04F3-959C-B856-7ADBCCE9715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0" creationId="{3FEFCD2E-36B3-D8EC-F45C-5C2B5CBD213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1" creationId="{C3F2AA9F-3E7A-E955-3D91-8AF412522C2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2" creationId="{6F45DA09-F1E3-E093-9949-2B7968C243E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3" creationId="{16893671-4422-462F-C100-258BECD6B99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4" creationId="{2AA49106-2AD9-0644-F85B-C4E0EA3CBBA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5" creationId="{B5C1B19F-6D04-2D19-D315-F8501A17E4D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6" creationId="{E4CC1208-0410-E704-F3A8-F7DE75412B63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7" creationId="{1FB7281C-C7F0-B5C8-9868-3BFA46E6C54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8" creationId="{F75D7CAF-929E-1D3C-107A-3A145EEAFA1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29" creationId="{1CC905F5-C7CA-0A5D-A43E-46E97C0949D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30" creationId="{5885F4CD-F82B-08CC-C9F1-2D9B01359B5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31" creationId="{DC180CBB-5BB0-9512-53A7-A0BEF18F14B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32" creationId="{DE61B11A-D08B-7A5F-94D1-2110A537F89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358710918" sldId="553"/>
            <ac:spMk id="433" creationId="{CBA1B87A-8898-5626-DB02-D9F3506C6672}"/>
          </ac:spMkLst>
        </pc:spChg>
      </pc:sldChg>
      <pc:sldChg chg="addSp delSp modSp add del mod setBg">
        <pc:chgData name="Xin Xin" userId="9ff0c946-7f3c-4192-98c1-6be932ce2bce" providerId="ADAL" clId="{EC370BB4-30E8-4AD9-890D-521920E8CA56}" dt="2024-01-08T05:49:11.396" v="239" actId="47"/>
        <pc:sldMkLst>
          <pc:docMk/>
          <pc:sldMk cId="1799074194" sldId="554"/>
        </pc:sldMkLst>
        <pc:spChg chg="del mod">
          <ac:chgData name="Xin Xin" userId="9ff0c946-7f3c-4192-98c1-6be932ce2bce" providerId="ADAL" clId="{EC370BB4-30E8-4AD9-890D-521920E8CA56}" dt="2024-01-08T05:47:28.049" v="201" actId="478"/>
          <ac:spMkLst>
            <pc:docMk/>
            <pc:sldMk cId="1799074194" sldId="554"/>
            <ac:spMk id="2" creationId="{8CAAB019-F2BB-3BD8-EC39-506393A9860C}"/>
          </ac:spMkLst>
        </pc:spChg>
        <pc:spChg chg="del mod">
          <ac:chgData name="Xin Xin" userId="9ff0c946-7f3c-4192-98c1-6be932ce2bce" providerId="ADAL" clId="{EC370BB4-30E8-4AD9-890D-521920E8CA56}" dt="2024-01-08T05:48:21.376" v="221" actId="478"/>
          <ac:spMkLst>
            <pc:docMk/>
            <pc:sldMk cId="1799074194" sldId="554"/>
            <ac:spMk id="3" creationId="{14EBF118-B821-5F54-E0E1-51454EC22E42}"/>
          </ac:spMkLst>
        </pc:spChg>
        <pc:spChg chg="mod">
          <ac:chgData name="Xin Xin" userId="9ff0c946-7f3c-4192-98c1-6be932ce2bce" providerId="ADAL" clId="{EC370BB4-30E8-4AD9-890D-521920E8CA56}" dt="2024-01-08T05:44:01.861" v="157" actId="26606"/>
          <ac:spMkLst>
            <pc:docMk/>
            <pc:sldMk cId="1799074194" sldId="554"/>
            <ac:spMk id="4" creationId="{A3B60569-8B33-1C78-DDE9-7BD9577577A3}"/>
          </ac:spMkLst>
        </pc:spChg>
        <pc:spChg chg="add mod">
          <ac:chgData name="Xin Xin" userId="9ff0c946-7f3c-4192-98c1-6be932ce2bce" providerId="ADAL" clId="{EC370BB4-30E8-4AD9-890D-521920E8CA56}" dt="2024-01-08T05:47:36.187" v="211" actId="113"/>
          <ac:spMkLst>
            <pc:docMk/>
            <pc:sldMk cId="1799074194" sldId="554"/>
            <ac:spMk id="7" creationId="{FD98C58B-E129-5283-D438-62577A337A0F}"/>
          </ac:spMkLst>
        </pc:spChg>
        <pc:spChg chg="add del">
          <ac:chgData name="Xin Xin" userId="9ff0c946-7f3c-4192-98c1-6be932ce2bce" providerId="ADAL" clId="{EC370BB4-30E8-4AD9-890D-521920E8CA56}" dt="2024-01-08T05:44:01.861" v="157" actId="26606"/>
          <ac:spMkLst>
            <pc:docMk/>
            <pc:sldMk cId="1799074194" sldId="554"/>
            <ac:spMk id="10" creationId="{C0763A76-9F1C-4FC5-82B7-DD475DA461B2}"/>
          </ac:spMkLst>
        </pc:spChg>
        <pc:spChg chg="add del">
          <ac:chgData name="Xin Xin" userId="9ff0c946-7f3c-4192-98c1-6be932ce2bce" providerId="ADAL" clId="{EC370BB4-30E8-4AD9-890D-521920E8CA56}" dt="2024-01-08T05:44:01.861" v="157" actId="26606"/>
          <ac:spMkLst>
            <pc:docMk/>
            <pc:sldMk cId="1799074194" sldId="554"/>
            <ac:spMk id="12" creationId="{E81BF4F6-F2CF-4984-9D14-D6966D92F99F}"/>
          </ac:spMkLst>
        </pc:spChg>
        <pc:picChg chg="add del mod">
          <ac:chgData name="Xin Xin" userId="9ff0c946-7f3c-4192-98c1-6be932ce2bce" providerId="ADAL" clId="{EC370BB4-30E8-4AD9-890D-521920E8CA56}" dt="2024-01-08T05:44:01.861" v="157" actId="26606"/>
          <ac:picMkLst>
            <pc:docMk/>
            <pc:sldMk cId="1799074194" sldId="554"/>
            <ac:picMk id="6" creationId="{45DEA3CE-026D-70DA-6313-8A072988471E}"/>
          </ac:picMkLst>
        </pc:picChg>
      </pc:sldChg>
      <pc:sldChg chg="addSp delSp modSp mod modNotes modNotesTx">
        <pc:chgData name="Xin Xin" userId="9ff0c946-7f3c-4192-98c1-6be932ce2bce" providerId="ADAL" clId="{EC370BB4-30E8-4AD9-890D-521920E8CA56}" dt="2024-01-08T10:06:54.621" v="2701" actId="20577"/>
        <pc:sldMkLst>
          <pc:docMk/>
          <pc:sldMk cId="1500498090" sldId="555"/>
        </pc:sldMkLst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" creationId="{9D2C7A95-D6EE-671B-5629-D32C106D19DD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3" creationId="{B72A04B5-57EF-CB0D-1948-BBB78A5427F5}"/>
          </ac:spMkLst>
        </pc:spChg>
        <pc:spChg chg="mod">
          <ac:chgData name="Xin Xin" userId="9ff0c946-7f3c-4192-98c1-6be932ce2bce" providerId="ADAL" clId="{EC370BB4-30E8-4AD9-890D-521920E8CA56}" dt="2024-01-08T06:59:49.496" v="1491" actId="20577"/>
          <ac:spMkLst>
            <pc:docMk/>
            <pc:sldMk cId="1500498090" sldId="555"/>
            <ac:spMk id="4" creationId="{85F22E98-F813-9C21-11F6-A0BF157774E9}"/>
          </ac:spMkLst>
        </pc:spChg>
        <pc:spChg chg="add mod">
          <ac:chgData name="Xin Xin" userId="9ff0c946-7f3c-4192-98c1-6be932ce2bce" providerId="ADAL" clId="{EC370BB4-30E8-4AD9-890D-521920E8CA56}" dt="2024-01-08T07:08:14.324" v="1602" actId="20577"/>
          <ac:spMkLst>
            <pc:docMk/>
            <pc:sldMk cId="1500498090" sldId="555"/>
            <ac:spMk id="5" creationId="{58AC1E99-EA39-4D13-7126-95CE268287C4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6" creationId="{9C73D11F-0E1B-FCEC-3C54-5A2EE7ED4BC7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8" creationId="{3C3BD397-F359-BE89-E3DB-E794D633302E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9" creationId="{5665EE0B-A3EA-223F-9D8F-12AA2B1AFD9D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0" creationId="{F393D0BA-4DEA-8C30-4C1E-C70D84C5548D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1" creationId="{D25E0489-9285-F2D6-CDD5-0708CAA3B5FF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2" creationId="{3089BC3A-29B7-E606-9032-88A596032CA5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3" creationId="{99B6A46D-AADF-6987-5732-82BE07FFDA9B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4" creationId="{5628406B-C777-916E-EB23-144C1444571A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5" creationId="{AE003BC9-7556-920E-7595-238A9E5E7C66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7" creationId="{F0FEDD84-DC25-AE51-5CA7-6E72A7B22202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8" creationId="{886B2CA9-9EF7-5B90-3713-7BB31CBC2B17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19" creationId="{E2792858-0BFE-4179-D60A-BAC347BB959E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0" creationId="{172EC15C-8506-53A7-C7C8-517DDCE6AEF6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1" creationId="{08E7CC71-2CF6-69C0-5CCA-682A481F1F2C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2" creationId="{19C65FB8-B200-BE8A-3426-35853655BB56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5" creationId="{17C17626-9FC2-BA20-DE52-C19A5BE62B77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6" creationId="{75DE1098-2A99-9536-BB14-3F084CC0421D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7" creationId="{53DA3D3F-BEF0-7329-F5A2-57BC519C3612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8" creationId="{0B142888-A985-0ACA-BED3-9B66E8796FE8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29" creationId="{6D2AF196-43BC-EE4D-CA26-0852942BE275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30" creationId="{EB1BF0E6-DAA0-8233-D414-0D6399E9985E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31" creationId="{AC2D36EA-38D9-2A3B-626B-06412EC3DA61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32" creationId="{55E3E843-586D-234C-52DC-EB13559ED0F9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34" creationId="{2F6CD7F5-C6F4-D1D7-EBB3-39A55B8903B8}"/>
          </ac:spMkLst>
        </pc:spChg>
        <pc:spChg chg="add del mod">
          <ac:chgData name="Xin Xin" userId="9ff0c946-7f3c-4192-98c1-6be932ce2bce" providerId="ADAL" clId="{EC370BB4-30E8-4AD9-890D-521920E8CA56}" dt="2024-01-08T07:06:47.846" v="1572" actId="478"/>
          <ac:spMkLst>
            <pc:docMk/>
            <pc:sldMk cId="1500498090" sldId="555"/>
            <ac:spMk id="35" creationId="{40E6C135-86B0-0F8F-26E9-9AE9C3D90E56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41" creationId="{79477091-1470-7866-ECAB-5CA566A5EACA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42" creationId="{3AF6A42F-8D7D-616C-36A6-17D92C33E399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43" creationId="{D8BF9D11-A2C2-1100-8FD0-63BBA261054E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44" creationId="{C0977E68-C9BA-82CB-3124-4BC118AF6CAC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45" creationId="{6679DA8F-C215-1F07-91F4-5B43AC085CA2}"/>
          </ac:spMkLst>
        </pc:spChg>
        <pc:spChg chg="del mod">
          <ac:chgData name="Xin Xin" userId="9ff0c946-7f3c-4192-98c1-6be932ce2bce" providerId="ADAL" clId="{EC370BB4-30E8-4AD9-890D-521920E8CA56}" dt="2024-01-08T07:01:26.429" v="1492" actId="478"/>
          <ac:spMkLst>
            <pc:docMk/>
            <pc:sldMk cId="1500498090" sldId="555"/>
            <ac:spMk id="46" creationId="{699B125B-1CB2-BB48-3D97-5D8CF6B9517E}"/>
          </ac:spMkLst>
        </pc:spChg>
        <pc:graphicFrameChg chg="add del mod">
          <ac:chgData name="Xin Xin" userId="9ff0c946-7f3c-4192-98c1-6be932ce2bce" providerId="ADAL" clId="{EC370BB4-30E8-4AD9-890D-521920E8CA56}" dt="2024-01-08T07:05:08.840" v="1557" actId="478"/>
          <ac:graphicFrameMkLst>
            <pc:docMk/>
            <pc:sldMk cId="1500498090" sldId="555"/>
            <ac:graphicFrameMk id="7" creationId="{7292E202-14F8-C1A0-653F-308042FEFABA}"/>
          </ac:graphicFrameMkLst>
        </pc:graphicFrameChg>
        <pc:graphicFrameChg chg="del mod">
          <ac:chgData name="Xin Xin" userId="9ff0c946-7f3c-4192-98c1-6be932ce2bce" providerId="ADAL" clId="{EC370BB4-30E8-4AD9-890D-521920E8CA56}" dt="2024-01-08T07:01:26.429" v="1492" actId="478"/>
          <ac:graphicFrameMkLst>
            <pc:docMk/>
            <pc:sldMk cId="1500498090" sldId="555"/>
            <ac:graphicFrameMk id="36" creationId="{43107375-058C-8807-D467-F7925BD25E92}"/>
          </ac:graphicFrameMkLst>
        </pc:graphicFrameChg>
        <pc:graphicFrameChg chg="add mod modGraphic">
          <ac:chgData name="Xin Xin" userId="9ff0c946-7f3c-4192-98c1-6be932ce2bce" providerId="ADAL" clId="{EC370BB4-30E8-4AD9-890D-521920E8CA56}" dt="2024-01-08T10:06:54.621" v="2701" actId="20577"/>
          <ac:graphicFrameMkLst>
            <pc:docMk/>
            <pc:sldMk cId="1500498090" sldId="555"/>
            <ac:graphicFrameMk id="37" creationId="{537E260F-6B7A-E9C1-4C60-9F075F2854D7}"/>
          </ac:graphicFrameMkLst>
        </pc:graphicFrameChg>
        <pc:cxnChg chg="del mod">
          <ac:chgData name="Xin Xin" userId="9ff0c946-7f3c-4192-98c1-6be932ce2bce" providerId="ADAL" clId="{EC370BB4-30E8-4AD9-890D-521920E8CA56}" dt="2024-01-08T07:01:26.429" v="1492" actId="478"/>
          <ac:cxnSpMkLst>
            <pc:docMk/>
            <pc:sldMk cId="1500498090" sldId="555"/>
            <ac:cxnSpMk id="16" creationId="{882359E6-DE51-6DC8-F387-931B9ABA1B3C}"/>
          </ac:cxnSpMkLst>
        </pc:cxnChg>
        <pc:cxnChg chg="del mod">
          <ac:chgData name="Xin Xin" userId="9ff0c946-7f3c-4192-98c1-6be932ce2bce" providerId="ADAL" clId="{EC370BB4-30E8-4AD9-890D-521920E8CA56}" dt="2024-01-08T07:01:26.429" v="1492" actId="478"/>
          <ac:cxnSpMkLst>
            <pc:docMk/>
            <pc:sldMk cId="1500498090" sldId="555"/>
            <ac:cxnSpMk id="23" creationId="{CD32F920-563D-7808-BCBB-B36142D12427}"/>
          </ac:cxnSpMkLst>
        </pc:cxnChg>
        <pc:cxnChg chg="del mod">
          <ac:chgData name="Xin Xin" userId="9ff0c946-7f3c-4192-98c1-6be932ce2bce" providerId="ADAL" clId="{EC370BB4-30E8-4AD9-890D-521920E8CA56}" dt="2024-01-08T07:01:26.429" v="1492" actId="478"/>
          <ac:cxnSpMkLst>
            <pc:docMk/>
            <pc:sldMk cId="1500498090" sldId="555"/>
            <ac:cxnSpMk id="24" creationId="{314BD6DA-69C2-4252-74AF-53B27843718D}"/>
          </ac:cxnSpMkLst>
        </pc:cxnChg>
        <pc:cxnChg chg="del mod">
          <ac:chgData name="Xin Xin" userId="9ff0c946-7f3c-4192-98c1-6be932ce2bce" providerId="ADAL" clId="{EC370BB4-30E8-4AD9-890D-521920E8CA56}" dt="2024-01-08T07:01:26.429" v="1492" actId="478"/>
          <ac:cxnSpMkLst>
            <pc:docMk/>
            <pc:sldMk cId="1500498090" sldId="555"/>
            <ac:cxnSpMk id="33" creationId="{CAF393AE-D9C1-2D67-0048-953F0D0E1D8F}"/>
          </ac:cxnSpMkLst>
        </pc:cxnChg>
        <pc:cxnChg chg="del mod">
          <ac:chgData name="Xin Xin" userId="9ff0c946-7f3c-4192-98c1-6be932ce2bce" providerId="ADAL" clId="{EC370BB4-30E8-4AD9-890D-521920E8CA56}" dt="2024-01-08T07:01:26.429" v="1492" actId="478"/>
          <ac:cxnSpMkLst>
            <pc:docMk/>
            <pc:sldMk cId="1500498090" sldId="555"/>
            <ac:cxnSpMk id="39" creationId="{FE714BF6-D963-3673-5912-97DD12263CEC}"/>
          </ac:cxnSpMkLst>
        </pc:cxnChg>
      </pc:sldChg>
      <pc:sldChg chg="addSp delSp modSp mod modNotes modNotesTx">
        <pc:chgData name="Xin Xin" userId="9ff0c946-7f3c-4192-98c1-6be932ce2bce" providerId="ADAL" clId="{EC370BB4-30E8-4AD9-890D-521920E8CA56}" dt="2024-01-08T09:38:30.108" v="2676" actId="6549"/>
        <pc:sldMkLst>
          <pc:docMk/>
          <pc:sldMk cId="2191399085" sldId="556"/>
        </pc:sldMkLst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" creationId="{9D2C7A95-D6EE-671B-5629-D32C106D19DD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3" creationId="{B72A04B5-57EF-CB0D-1948-BBB78A5427F5}"/>
          </ac:spMkLst>
        </pc:spChg>
        <pc:spChg chg="mod">
          <ac:chgData name="Xin Xin" userId="9ff0c946-7f3c-4192-98c1-6be932ce2bce" providerId="ADAL" clId="{EC370BB4-30E8-4AD9-890D-521920E8CA56}" dt="2024-01-08T07:11:22.341" v="1606"/>
          <ac:spMkLst>
            <pc:docMk/>
            <pc:sldMk cId="2191399085" sldId="556"/>
            <ac:spMk id="4" creationId="{85F22E98-F813-9C21-11F6-A0BF157774E9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6" creationId="{9C73D11F-0E1B-FCEC-3C54-5A2EE7ED4BC7}"/>
          </ac:spMkLst>
        </pc:spChg>
        <pc:spChg chg="add del mod">
          <ac:chgData name="Xin Xin" userId="9ff0c946-7f3c-4192-98c1-6be932ce2bce" providerId="ADAL" clId="{EC370BB4-30E8-4AD9-890D-521920E8CA56}" dt="2024-01-08T07:14:37.894" v="1616" actId="478"/>
          <ac:spMkLst>
            <pc:docMk/>
            <pc:sldMk cId="2191399085" sldId="556"/>
            <ac:spMk id="7" creationId="{9ADA4104-5AC9-7C7B-6669-BCE1B57F2777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8" creationId="{3C3BD397-F359-BE89-E3DB-E794D633302E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9" creationId="{5665EE0B-A3EA-223F-9D8F-12AA2B1AFD9D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0" creationId="{F393D0BA-4DEA-8C30-4C1E-C70D84C5548D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1" creationId="{D25E0489-9285-F2D6-CDD5-0708CAA3B5FF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2" creationId="{3089BC3A-29B7-E606-9032-88A596032CA5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3" creationId="{99B6A46D-AADF-6987-5732-82BE07FFDA9B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4" creationId="{5628406B-C777-916E-EB23-144C1444571A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5" creationId="{AE003BC9-7556-920E-7595-238A9E5E7C66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7" creationId="{F0FEDD84-DC25-AE51-5CA7-6E72A7B22202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8" creationId="{886B2CA9-9EF7-5B90-3713-7BB31CBC2B17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19" creationId="{E2792858-0BFE-4179-D60A-BAC347BB959E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0" creationId="{172EC15C-8506-53A7-C7C8-517DDCE6AEF6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1" creationId="{08E7CC71-2CF6-69C0-5CCA-682A481F1F2C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2" creationId="{19C65FB8-B200-BE8A-3426-35853655BB56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5" creationId="{17C17626-9FC2-BA20-DE52-C19A5BE62B77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6" creationId="{75DE1098-2A99-9536-BB14-3F084CC0421D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7" creationId="{53DA3D3F-BEF0-7329-F5A2-57BC519C3612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8" creationId="{0B142888-A985-0ACA-BED3-9B66E8796FE8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29" creationId="{6D2AF196-43BC-EE4D-CA26-0852942BE275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30" creationId="{EB1BF0E6-DAA0-8233-D414-0D6399E9985E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31" creationId="{AC2D36EA-38D9-2A3B-626B-06412EC3DA61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32" creationId="{55E3E843-586D-234C-52DC-EB13559ED0F9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34" creationId="{2F6CD7F5-C6F4-D1D7-EBB3-39A55B8903B8}"/>
          </ac:spMkLst>
        </pc:spChg>
        <pc:spChg chg="add mod ord">
          <ac:chgData name="Xin Xin" userId="9ff0c946-7f3c-4192-98c1-6be932ce2bce" providerId="ADAL" clId="{EC370BB4-30E8-4AD9-890D-521920E8CA56}" dt="2024-01-08T07:14:47.821" v="1625" actId="20577"/>
          <ac:spMkLst>
            <pc:docMk/>
            <pc:sldMk cId="2191399085" sldId="556"/>
            <ac:spMk id="35" creationId="{F6F72CF4-0CDC-C169-2CC3-DF221DBFDCA1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41" creationId="{79477091-1470-7866-ECAB-5CA566A5EACA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42" creationId="{3AF6A42F-8D7D-616C-36A6-17D92C33E399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43" creationId="{D8BF9D11-A2C2-1100-8FD0-63BBA261054E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44" creationId="{C0977E68-C9BA-82CB-3124-4BC118AF6CAC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45" creationId="{6679DA8F-C215-1F07-91F4-5B43AC085CA2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46" creationId="{699B125B-1CB2-BB48-3D97-5D8CF6B9517E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50" creationId="{D5ACC332-91AD-F977-B2FF-FD4F43F541C1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51" creationId="{8F74E712-0C1A-9549-8EDE-2540A507C34C}"/>
          </ac:spMkLst>
        </pc:spChg>
        <pc:spChg chg="del mod">
          <ac:chgData name="Xin Xin" userId="9ff0c946-7f3c-4192-98c1-6be932ce2bce" providerId="ADAL" clId="{EC370BB4-30E8-4AD9-890D-521920E8CA56}" dt="2024-01-08T07:11:10.673" v="1603" actId="478"/>
          <ac:spMkLst>
            <pc:docMk/>
            <pc:sldMk cId="2191399085" sldId="556"/>
            <ac:spMk id="56" creationId="{C98BBB27-8BC7-850C-21D5-05FD0EB9A478}"/>
          </ac:spMkLst>
        </pc:spChg>
        <pc:cxnChg chg="del mod">
          <ac:chgData name="Xin Xin" userId="9ff0c946-7f3c-4192-98c1-6be932ce2bce" providerId="ADAL" clId="{EC370BB4-30E8-4AD9-890D-521920E8CA56}" dt="2024-01-08T07:11:10.673" v="1603" actId="478"/>
          <ac:cxnSpMkLst>
            <pc:docMk/>
            <pc:sldMk cId="2191399085" sldId="556"/>
            <ac:cxnSpMk id="16" creationId="{882359E6-DE51-6DC8-F387-931B9ABA1B3C}"/>
          </ac:cxnSpMkLst>
        </pc:cxnChg>
        <pc:cxnChg chg="del mod">
          <ac:chgData name="Xin Xin" userId="9ff0c946-7f3c-4192-98c1-6be932ce2bce" providerId="ADAL" clId="{EC370BB4-30E8-4AD9-890D-521920E8CA56}" dt="2024-01-08T07:11:10.673" v="1603" actId="478"/>
          <ac:cxnSpMkLst>
            <pc:docMk/>
            <pc:sldMk cId="2191399085" sldId="556"/>
            <ac:cxnSpMk id="23" creationId="{CD32F920-563D-7808-BCBB-B36142D12427}"/>
          </ac:cxnSpMkLst>
        </pc:cxnChg>
        <pc:cxnChg chg="del mod">
          <ac:chgData name="Xin Xin" userId="9ff0c946-7f3c-4192-98c1-6be932ce2bce" providerId="ADAL" clId="{EC370BB4-30E8-4AD9-890D-521920E8CA56}" dt="2024-01-08T07:11:10.673" v="1603" actId="478"/>
          <ac:cxnSpMkLst>
            <pc:docMk/>
            <pc:sldMk cId="2191399085" sldId="556"/>
            <ac:cxnSpMk id="24" creationId="{314BD6DA-69C2-4252-74AF-53B27843718D}"/>
          </ac:cxnSpMkLst>
        </pc:cxnChg>
        <pc:cxnChg chg="del mod">
          <ac:chgData name="Xin Xin" userId="9ff0c946-7f3c-4192-98c1-6be932ce2bce" providerId="ADAL" clId="{EC370BB4-30E8-4AD9-890D-521920E8CA56}" dt="2024-01-08T07:11:10.673" v="1603" actId="478"/>
          <ac:cxnSpMkLst>
            <pc:docMk/>
            <pc:sldMk cId="2191399085" sldId="556"/>
            <ac:cxnSpMk id="33" creationId="{CAF393AE-D9C1-2D67-0048-953F0D0E1D8F}"/>
          </ac:cxnSpMkLst>
        </pc:cxnChg>
        <pc:cxnChg chg="del mod">
          <ac:chgData name="Xin Xin" userId="9ff0c946-7f3c-4192-98c1-6be932ce2bce" providerId="ADAL" clId="{EC370BB4-30E8-4AD9-890D-521920E8CA56}" dt="2024-01-08T07:11:10.673" v="1603" actId="478"/>
          <ac:cxnSpMkLst>
            <pc:docMk/>
            <pc:sldMk cId="2191399085" sldId="556"/>
            <ac:cxnSpMk id="37" creationId="{2BEFE5BC-D465-FF45-9DE3-5A400C2E9DE1}"/>
          </ac:cxnSpMkLst>
        </pc:cxnChg>
        <pc:cxnChg chg="del mod">
          <ac:chgData name="Xin Xin" userId="9ff0c946-7f3c-4192-98c1-6be932ce2bce" providerId="ADAL" clId="{EC370BB4-30E8-4AD9-890D-521920E8CA56}" dt="2024-01-08T07:11:10.673" v="1603" actId="478"/>
          <ac:cxnSpMkLst>
            <pc:docMk/>
            <pc:sldMk cId="2191399085" sldId="556"/>
            <ac:cxnSpMk id="39" creationId="{FE714BF6-D963-3673-5912-97DD12263CEC}"/>
          </ac:cxnSpMkLst>
        </pc:cxnChg>
        <pc:cxnChg chg="del mod">
          <ac:chgData name="Xin Xin" userId="9ff0c946-7f3c-4192-98c1-6be932ce2bce" providerId="ADAL" clId="{EC370BB4-30E8-4AD9-890D-521920E8CA56}" dt="2024-01-08T07:11:10.673" v="1603" actId="478"/>
          <ac:cxnSpMkLst>
            <pc:docMk/>
            <pc:sldMk cId="2191399085" sldId="556"/>
            <ac:cxnSpMk id="52" creationId="{6FF51D36-8531-4AAD-1A3F-835A9D619495}"/>
          </ac:cxnSpMkLst>
        </pc:cxnChg>
        <pc:cxnChg chg="del mod">
          <ac:chgData name="Xin Xin" userId="9ff0c946-7f3c-4192-98c1-6be932ce2bce" providerId="ADAL" clId="{EC370BB4-30E8-4AD9-890D-521920E8CA56}" dt="2024-01-08T07:11:10.673" v="1603" actId="478"/>
          <ac:cxnSpMkLst>
            <pc:docMk/>
            <pc:sldMk cId="2191399085" sldId="556"/>
            <ac:cxnSpMk id="54" creationId="{35E85E10-E4E4-F2D8-0681-85DE5708E75D}"/>
          </ac:cxnSpMkLst>
        </pc:cxnChg>
      </pc:sldChg>
      <pc:sldChg chg="addSp delSp modSp mod setBg">
        <pc:chgData name="Xin Xin" userId="9ff0c946-7f3c-4192-98c1-6be932ce2bce" providerId="ADAL" clId="{EC370BB4-30E8-4AD9-890D-521920E8CA56}" dt="2024-01-08T09:09:41.385" v="2427" actId="554"/>
        <pc:sldMkLst>
          <pc:docMk/>
          <pc:sldMk cId="374124833" sldId="557"/>
        </pc:sldMkLst>
        <pc:spChg chg="mod">
          <ac:chgData name="Xin Xin" userId="9ff0c946-7f3c-4192-98c1-6be932ce2bce" providerId="ADAL" clId="{EC370BB4-30E8-4AD9-890D-521920E8CA56}" dt="2024-01-08T09:05:21.556" v="2346" actId="26606"/>
          <ac:spMkLst>
            <pc:docMk/>
            <pc:sldMk cId="374124833" sldId="557"/>
            <ac:spMk id="2" creationId="{8CAAB019-F2BB-3BD8-EC39-506393A9860C}"/>
          </ac:spMkLst>
        </pc:spChg>
        <pc:spChg chg="del mod">
          <ac:chgData name="Xin Xin" userId="9ff0c946-7f3c-4192-98c1-6be932ce2bce" providerId="ADAL" clId="{EC370BB4-30E8-4AD9-890D-521920E8CA56}" dt="2024-01-08T06:29:41.153" v="942" actId="478"/>
          <ac:spMkLst>
            <pc:docMk/>
            <pc:sldMk cId="374124833" sldId="557"/>
            <ac:spMk id="3" creationId="{14EBF118-B821-5F54-E0E1-51454EC22E42}"/>
          </ac:spMkLst>
        </pc:spChg>
        <pc:spChg chg="mod ord">
          <ac:chgData name="Xin Xin" userId="9ff0c946-7f3c-4192-98c1-6be932ce2bce" providerId="ADAL" clId="{EC370BB4-30E8-4AD9-890D-521920E8CA56}" dt="2024-01-08T09:05:21.556" v="2346" actId="26606"/>
          <ac:spMkLst>
            <pc:docMk/>
            <pc:sldMk cId="374124833" sldId="557"/>
            <ac:spMk id="4" creationId="{A3B60569-8B33-1C78-DDE9-7BD9577577A3}"/>
          </ac:spMkLst>
        </pc:spChg>
        <pc:spChg chg="add mod">
          <ac:chgData name="Xin Xin" userId="9ff0c946-7f3c-4192-98c1-6be932ce2bce" providerId="ADAL" clId="{EC370BB4-30E8-4AD9-890D-521920E8CA56}" dt="2024-01-08T09:07:59.077" v="2398" actId="5793"/>
          <ac:spMkLst>
            <pc:docMk/>
            <pc:sldMk cId="374124833" sldId="557"/>
            <ac:spMk id="6" creationId="{AEB4462E-8BE7-3348-686B-AC2407C01109}"/>
          </ac:spMkLst>
        </pc:spChg>
        <pc:spChg chg="add">
          <ac:chgData name="Xin Xin" userId="9ff0c946-7f3c-4192-98c1-6be932ce2bce" providerId="ADAL" clId="{EC370BB4-30E8-4AD9-890D-521920E8CA56}" dt="2024-01-08T09:05:21.556" v="2346" actId="26606"/>
          <ac:spMkLst>
            <pc:docMk/>
            <pc:sldMk cId="374124833" sldId="557"/>
            <ac:spMk id="19" creationId="{26FF42C2-EA15-4154-B242-E98E88CED99C}"/>
          </ac:spMkLst>
        </pc:spChg>
        <pc:spChg chg="add">
          <ac:chgData name="Xin Xin" userId="9ff0c946-7f3c-4192-98c1-6be932ce2bce" providerId="ADAL" clId="{EC370BB4-30E8-4AD9-890D-521920E8CA56}" dt="2024-01-08T09:05:21.556" v="2346" actId="26606"/>
          <ac:spMkLst>
            <pc:docMk/>
            <pc:sldMk cId="374124833" sldId="557"/>
            <ac:spMk id="21" creationId="{D79DE9F7-28C4-4856-BA57-D696E124C137}"/>
          </ac:spMkLst>
        </pc:spChg>
        <pc:spChg chg="add">
          <ac:chgData name="Xin Xin" userId="9ff0c946-7f3c-4192-98c1-6be932ce2bce" providerId="ADAL" clId="{EC370BB4-30E8-4AD9-890D-521920E8CA56}" dt="2024-01-08T09:05:21.556" v="2346" actId="26606"/>
          <ac:spMkLst>
            <pc:docMk/>
            <pc:sldMk cId="374124833" sldId="557"/>
            <ac:spMk id="23" creationId="{E1F9ED9C-121B-44C6-A308-5824769C40D5}"/>
          </ac:spMkLst>
        </pc:spChg>
        <pc:spChg chg="add">
          <ac:chgData name="Xin Xin" userId="9ff0c946-7f3c-4192-98c1-6be932ce2bce" providerId="ADAL" clId="{EC370BB4-30E8-4AD9-890D-521920E8CA56}" dt="2024-01-08T09:05:21.556" v="2346" actId="26606"/>
          <ac:spMkLst>
            <pc:docMk/>
            <pc:sldMk cId="374124833" sldId="557"/>
            <ac:spMk id="25" creationId="{4A5F8185-F27B-4E99-A06C-007336FE3F2D}"/>
          </ac:spMkLst>
        </pc:spChg>
        <pc:picChg chg="add mod ord">
          <ac:chgData name="Xin Xin" userId="9ff0c946-7f3c-4192-98c1-6be932ce2bce" providerId="ADAL" clId="{EC370BB4-30E8-4AD9-890D-521920E8CA56}" dt="2024-01-08T09:09:41.385" v="2427" actId="554"/>
          <ac:picMkLst>
            <pc:docMk/>
            <pc:sldMk cId="374124833" sldId="557"/>
            <ac:picMk id="8" creationId="{F452157E-4FCD-9B96-7FFD-5D179005DBB6}"/>
          </ac:picMkLst>
        </pc:picChg>
        <pc:picChg chg="add mod">
          <ac:chgData name="Xin Xin" userId="9ff0c946-7f3c-4192-98c1-6be932ce2bce" providerId="ADAL" clId="{EC370BB4-30E8-4AD9-890D-521920E8CA56}" dt="2024-01-08T09:09:41.385" v="2427" actId="554"/>
          <ac:picMkLst>
            <pc:docMk/>
            <pc:sldMk cId="374124833" sldId="557"/>
            <ac:picMk id="10" creationId="{A524969F-A048-5AA9-8E6C-BF124C1825F5}"/>
          </ac:picMkLst>
        </pc:picChg>
        <pc:picChg chg="add del">
          <ac:chgData name="Xin Xin" userId="9ff0c946-7f3c-4192-98c1-6be932ce2bce" providerId="ADAL" clId="{EC370BB4-30E8-4AD9-890D-521920E8CA56}" dt="2024-01-08T09:01:56.414" v="2337" actId="478"/>
          <ac:picMkLst>
            <pc:docMk/>
            <pc:sldMk cId="374124833" sldId="557"/>
            <ac:picMk id="12" creationId="{31C903A2-DB05-DA22-FCBA-E3FD3F7E8F25}"/>
          </ac:picMkLst>
        </pc:picChg>
        <pc:picChg chg="add mod ord modCrop">
          <ac:chgData name="Xin Xin" userId="9ff0c946-7f3c-4192-98c1-6be932ce2bce" providerId="ADAL" clId="{EC370BB4-30E8-4AD9-890D-521920E8CA56}" dt="2024-01-08T09:09:28.115" v="2421" actId="1076"/>
          <ac:picMkLst>
            <pc:docMk/>
            <pc:sldMk cId="374124833" sldId="557"/>
            <ac:picMk id="14" creationId="{E53A090A-2FE6-9E79-7030-33EE5EB010A6}"/>
          </ac:picMkLst>
        </pc:picChg>
        <pc:picChg chg="add mod ord modCrop">
          <ac:chgData name="Xin Xin" userId="9ff0c946-7f3c-4192-98c1-6be932ce2bce" providerId="ADAL" clId="{EC370BB4-30E8-4AD9-890D-521920E8CA56}" dt="2024-01-08T09:09:30.111" v="2422" actId="1076"/>
          <ac:picMkLst>
            <pc:docMk/>
            <pc:sldMk cId="374124833" sldId="557"/>
            <ac:picMk id="16" creationId="{51124594-467F-A077-3ADB-2203685CF023}"/>
          </ac:picMkLst>
        </pc:picChg>
      </pc:sldChg>
      <pc:sldChg chg="addSp delSp modSp mod modAnim">
        <pc:chgData name="Xin Xin" userId="9ff0c946-7f3c-4192-98c1-6be932ce2bce" providerId="ADAL" clId="{EC370BB4-30E8-4AD9-890D-521920E8CA56}" dt="2024-01-08T07:28:05.140" v="1937" actId="1076"/>
        <pc:sldMkLst>
          <pc:docMk/>
          <pc:sldMk cId="1975299436" sldId="558"/>
        </pc:sldMkLst>
        <pc:spChg chg="mod">
          <ac:chgData name="Xin Xin" userId="9ff0c946-7f3c-4192-98c1-6be932ce2bce" providerId="ADAL" clId="{EC370BB4-30E8-4AD9-890D-521920E8CA56}" dt="2024-01-08T07:22:52.039" v="1787" actId="20577"/>
          <ac:spMkLst>
            <pc:docMk/>
            <pc:sldMk cId="1975299436" sldId="558"/>
            <ac:spMk id="2" creationId="{C4CAD6BD-EF43-DD96-E351-E09CB6A37B6D}"/>
          </ac:spMkLst>
        </pc:spChg>
        <pc:spChg chg="del mod">
          <ac:chgData name="Xin Xin" userId="9ff0c946-7f3c-4192-98c1-6be932ce2bce" providerId="ADAL" clId="{EC370BB4-30E8-4AD9-890D-521920E8CA56}" dt="2024-01-08T07:26:41.761" v="1923" actId="478"/>
          <ac:spMkLst>
            <pc:docMk/>
            <pc:sldMk cId="1975299436" sldId="558"/>
            <ac:spMk id="3" creationId="{6C6EDCBB-AD69-5E3D-DBF9-7FD7262884F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975299436" sldId="558"/>
            <ac:spMk id="4" creationId="{2C9A4239-60FC-9F05-DEA3-93AED2D9C903}"/>
          </ac:spMkLst>
        </pc:spChg>
        <pc:spChg chg="add del mod">
          <ac:chgData name="Xin Xin" userId="9ff0c946-7f3c-4192-98c1-6be932ce2bce" providerId="ADAL" clId="{EC370BB4-30E8-4AD9-890D-521920E8CA56}" dt="2024-01-08T07:26:44.735" v="1924" actId="478"/>
          <ac:spMkLst>
            <pc:docMk/>
            <pc:sldMk cId="1975299436" sldId="558"/>
            <ac:spMk id="6" creationId="{173C9882-2A42-2BD2-9945-BBF60DB41498}"/>
          </ac:spMkLst>
        </pc:spChg>
        <pc:spChg chg="add mod">
          <ac:chgData name="Xin Xin" userId="9ff0c946-7f3c-4192-98c1-6be932ce2bce" providerId="ADAL" clId="{EC370BB4-30E8-4AD9-890D-521920E8CA56}" dt="2024-01-08T07:26:45.371" v="1926" actId="27636"/>
          <ac:spMkLst>
            <pc:docMk/>
            <pc:sldMk cId="1975299436" sldId="558"/>
            <ac:spMk id="7" creationId="{8E30D067-9FBC-F6CC-1B72-997E65450AAB}"/>
          </ac:spMkLst>
        </pc:spChg>
        <pc:spChg chg="add mod">
          <ac:chgData name="Xin Xin" userId="9ff0c946-7f3c-4192-98c1-6be932ce2bce" providerId="ADAL" clId="{EC370BB4-30E8-4AD9-890D-521920E8CA56}" dt="2024-01-08T07:26:45.371" v="1926" actId="27636"/>
          <ac:spMkLst>
            <pc:docMk/>
            <pc:sldMk cId="1975299436" sldId="558"/>
            <ac:spMk id="8" creationId="{12D8C979-B57B-B027-6C24-C40DC49623EB}"/>
          </ac:spMkLst>
        </pc:spChg>
        <pc:spChg chg="add mod">
          <ac:chgData name="Xin Xin" userId="9ff0c946-7f3c-4192-98c1-6be932ce2bce" providerId="ADAL" clId="{EC370BB4-30E8-4AD9-890D-521920E8CA56}" dt="2024-01-08T07:27:02.163" v="1930" actId="12"/>
          <ac:spMkLst>
            <pc:docMk/>
            <pc:sldMk cId="1975299436" sldId="558"/>
            <ac:spMk id="9" creationId="{A08BE53F-A6E9-D736-471F-06308D23009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1" creationId="{81E5C531-0387-FF5B-28D0-5EF4E32A0E1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" creationId="{D924A48B-CC6C-97B8-8461-0EC82789BC4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4" creationId="{1A8AD795-96A9-75CE-BCD5-9FA116BC5EF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" creationId="{43A42A3E-0FCC-AF16-1EC5-63225F3F358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" creationId="{44E3ACED-2DC6-8FF8-F379-29D1D13E012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7" creationId="{D5B7BEBD-9C19-286C-758E-897A201C073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8" creationId="{D6F1BD8C-E495-336C-9B05-9580582F2FA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1" creationId="{0721D226-604C-3B97-D221-DFA1540EB7F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" creationId="{8474FD52-6BCF-270B-03F1-20AA56C7908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" creationId="{A43A6600-A81E-45F9-CDBC-A5775CF0E56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" creationId="{0C6BECB2-7A0E-AB66-29DE-A2A9B182DCA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5" creationId="{F66C40D7-48E8-1CF0-1008-2A6FFA1E328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" creationId="{97AB510B-EEE5-60BE-7CC8-01EC8537D5C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" creationId="{C2D5DAC2-6429-04CD-0332-8D026ED6B6A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8" creationId="{BA1E31DB-9CCB-1851-5A22-EE45643B941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5" creationId="{294D30FC-5E9A-55FF-61E3-A4F0C506DE6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6" creationId="{CF615208-EEE5-5A30-8181-F898F4766A2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3" creationId="{5BF28141-B3FD-2AF7-0C03-10537DCBC2D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4" creationId="{07698A47-9E4C-EE89-28C9-7D1FF755B6D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" creationId="{9F06BF12-1F53-D957-0710-A824D782ED1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" creationId="{22726F00-9CD6-89BA-C606-6823090565E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" creationId="{B5493C15-2BCC-A758-1FBB-218C64AD0DB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" creationId="{A4659C7C-8012-F4C4-4DB4-5962916F2A9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" creationId="{1F5293BE-2102-F536-0642-51A84F728C2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" creationId="{119D2D16-D8AF-14FF-76B0-CC66E48F929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" creationId="{D3734E30-8AC9-92CE-49E6-0AECA400A6C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" creationId="{5FE45346-A2C9-EE8C-9583-42A6BD8A517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8" creationId="{4F1FC400-7995-8B3A-1F6E-272C74166E8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60" creationId="{D7995316-6CFB-D26F-53BE-72621EF28EB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61" creationId="{3748A12D-16BC-B99C-FD35-83BAB83538C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62" creationId="{EE3BF470-7EDA-638C-BD5F-02A4DED9C37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63" creationId="{2D9DC20B-39C0-4539-A067-121C1AB2023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65" creationId="{83EC2C99-383A-9856-F2E1-DC12FAD4B84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71" creationId="{423F90D2-5CA0-EA08-439E-64034B2CD7A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75" creationId="{05031C76-B377-E5F4-3E37-44F9EB9FB82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76" creationId="{94CDFF9B-30F4-7B16-9FA3-3152078B9F8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77" creationId="{EBAF7032-FF5E-A8AE-95DC-4001EDDCCB8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78" creationId="{CEBEF5AE-4AF2-3560-38CC-D9FBA9B449B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79" creationId="{88309958-AF4F-F88B-17F6-4ED43DB54DC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0" creationId="{9C6FB1DE-FBCE-8BC5-8356-F9C2F7A6D7E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1" creationId="{BC24FA37-A909-5774-D5D2-E1A3824FB94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2" creationId="{BFD9797C-0EB3-8E0A-2DB4-5DFA63484FC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3" creationId="{1F20DA2C-FBE8-5737-E6CF-728DE2206A7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4" creationId="{F0BA57B6-548F-8A10-FCE6-67AA5997B3C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5" creationId="{A0B78A02-2392-C459-C10F-1971374C607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6" creationId="{7BA7A4F2-7EF0-73EF-AF61-470D410203C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7" creationId="{7EEA65F8-9F2A-C6BF-D76C-B8307812A63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8" creationId="{386FF1AB-7EDC-CE08-EBAC-1A996342E0E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89" creationId="{9D05BA9B-0059-A24D-429C-B2D50341DC6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90" creationId="{5BAD7C90-38F5-4811-F952-96C93B753DB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92" creationId="{E879DCB2-C1E2-8DB7-576A-707C2CD5D77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07" creationId="{77C99989-B46C-065D-2A05-96908C9C079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11" creationId="{3EF68294-75DD-05E9-C00C-B8C2BA0A6D9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12" creationId="{E270F9F7-71E3-23AC-8417-383BA863B53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13" creationId="{D00E17A3-C341-DDDF-3D9A-3A70643C247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14" creationId="{EA817248-7267-198C-4FE2-0CEC63F8675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15" creationId="{1E53C02E-06FF-074E-FABC-7CD05A1B28B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17" creationId="{9567A3D5-2722-5E8A-1764-242BD1F1930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19" creationId="{112BA61E-3F99-FF45-B423-5DB3C23424A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0" creationId="{3E85AD3F-C28F-7FC2-3773-4F39CA76866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2" creationId="{5D872264-4A0B-81FB-2D1D-37548F3E4FE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4" creationId="{97DC4382-B778-71C9-64DE-B12F192CDE5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5" creationId="{6A7526E5-398F-8509-695A-6EDB0B7D634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6" creationId="{B25870AE-3B3E-F1E5-7226-110BC83AE51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7" creationId="{78665965-8817-CAF4-530A-DB45DD88B86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8" creationId="{41DDE234-99BA-D5D8-910A-1D6127D4D0B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29" creationId="{EC39A2CC-4776-4DF3-284C-3B49152B794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0" creationId="{263436C7-EF65-ABDA-3F2E-F87634022EF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1" creationId="{34A21A93-AAEA-5E56-93F0-E9D1A8C7283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2" creationId="{74296F22-D860-3AE3-780E-79A1D51F1FC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3" creationId="{1FB621CA-E1A5-2456-8711-F4E54E35D4E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4" creationId="{3895BEB1-ECD5-4FC6-2714-937B12252AC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5" creationId="{7D94189A-B192-5FA1-8C17-130A92728B9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6" creationId="{705C4475-B213-4124-7AAF-5C7DC93FC7F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7" creationId="{F5EDA53D-0CFD-B8D3-AEA4-70B606B9E9C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8" creationId="{0F493AA7-F265-459B-D520-26E0D05BC00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39" creationId="{5426F98E-89C0-19D9-1292-8A5FC41F1AA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40" creationId="{BD5FD023-51DC-CF01-84F2-A4F0AAAA4E7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41" creationId="{02AE31C3-74AB-DB54-096C-A94261805A6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42" creationId="{695D329B-1869-0E02-15F3-D7F13D1AD08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49" creationId="{25DA6A15-671F-6A68-3D46-45597F815C9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1" creationId="{FAE3A132-61EF-7529-BB8C-53089544C30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2" creationId="{5296934B-447E-3DEC-213D-82B147C0F2A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3" creationId="{F072EEEA-AA61-492B-D3D3-CF8B160F9E9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4" creationId="{72B25450-04F1-C9B0-B74B-D4301B30D84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5" creationId="{43846A16-F84A-C6DF-0115-C0FF2AE876A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6" creationId="{8E637B43-8CCB-45CB-26B0-63CC0CF5BF0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8" creationId="{AB7C56DD-FA02-BF63-70A4-552E1DFF9F6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59" creationId="{AF1A2FA8-4F73-AC1D-356E-8D948157A1F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0" creationId="{EEB2DFE1-D10F-B072-EDED-6F5B7BE4AA4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1" creationId="{21B51486-38C8-B641-BCF3-81C3FD95759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2" creationId="{9692EFC3-F150-BBFD-B6E4-6A024BDE28A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3" creationId="{99B30761-E4EA-48D2-7487-6637A6DDBE1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4" creationId="{C4726FB0-3071-0E74-698F-36EAC42B937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5" creationId="{7282FF12-05C5-4E8E-01C8-3C6DA2DB043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6" creationId="{CCD99BCB-3F38-69CA-1260-600616F701A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7" creationId="{A1D76B10-DB14-BA4C-2925-19A367D20AD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8" creationId="{04672E50-A7DA-DF7C-D7E8-43AA4407C84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69" creationId="{43AD4606-378C-D648-D937-616950B8F3B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87" creationId="{ADA7311F-CDAC-11A9-FDBA-6D6C276A6F1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88" creationId="{5492E824-8443-5ADB-E8BE-D5E5E529F9D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89" creationId="{E8FFB71C-4157-3EDC-A9A4-F088E318375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0" creationId="{94CC5771-0899-7D06-B7CA-EE995ED8EB7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1" creationId="{CC80CC75-5E93-DE77-7589-6F94D220E09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2" creationId="{4746D5DC-E1F2-40FE-8D66-9E30413505B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3" creationId="{632FDFE5-D7EA-5AA4-5592-8B59A29A484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4" creationId="{C18AA063-BD34-9EA2-54F6-E41DC056C8D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5" creationId="{8F67A523-20C3-4E2C-16B3-0A60A25E072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6" creationId="{08424714-8F9E-D31E-0B66-11CB61EFDBD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7" creationId="{23F3E767-C2A0-B0B9-6DAD-9E6D0F80DCF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8" creationId="{467C4201-2B36-E5C0-715B-37959FE2B20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199" creationId="{343C37BC-52D8-FC78-48AD-A81105F0650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00" creationId="{A1377AA9-7B67-7A4A-A75A-DDDA7F680E1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01" creationId="{58F75811-D171-B89E-3652-4F326648F35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10" creationId="{F55445CA-00F0-A79A-B77D-4235BE071DF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11" creationId="{F242707D-3897-AFBC-E48C-542199D8E0A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0" creationId="{A5061BAF-5EDC-12AD-BC9C-C9376444DA8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1" creationId="{39029D6E-5036-DD0D-7B0F-06521A7E64A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2" creationId="{CEB733F1-CBAC-A096-E974-EA30ABBA3C8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3" creationId="{C2F8D4F6-48C6-10C3-6EED-CE78E320C5D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4" creationId="{DCBD3AD5-333D-1929-76A0-4FF216C45EC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6" creationId="{97FCCD10-B763-A159-29A0-7E76CE212FB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8" creationId="{FDB7894B-43B5-09BB-B75E-DDC8239360F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29" creationId="{61591854-5FAF-A5A2-64CF-371B773E3FC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1" creationId="{76950504-9887-E6BF-32E0-52CCE1E0A11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3" creationId="{67B3DB44-93B0-05B7-121F-2323DBBC24C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4" creationId="{8CC8329A-1534-E1A8-4E4E-E456247D0A2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5" creationId="{75F8D0F9-8756-E0D8-A1F1-498420584E6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6" creationId="{72E30499-ED2F-4846-9C9B-D4DB66AF0F4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7" creationId="{878138CD-6B8F-8685-E896-11D42C791C9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8" creationId="{487BD115-5BE9-D997-1CAD-96A2E442E00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39" creationId="{06FEFE69-3B59-76BD-0B3C-B59FC2FA2BF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0" creationId="{6B889971-83A0-80D5-A9CD-36898691CFA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1" creationId="{28E8C765-710E-0895-6EAC-BC1D23FB125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2" creationId="{62D14CDA-EF6E-CC56-4B2E-6D8E28DAE94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3" creationId="{396FB857-79F2-30C9-FBE6-95934BFACCE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4" creationId="{36E7344C-D7A9-5E35-7348-B7CDAA925E6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5" creationId="{72B980B8-29F4-F7B5-D690-B53CF470D88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6" creationId="{39BF5129-5B6F-D0DF-9C8F-FF89293F9AA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7" creationId="{D6BFD9F8-9D7B-E71E-3035-6DA73381897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8" creationId="{7EE8EBFA-AC2B-5A63-2642-963A1DB75A4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49" creationId="{AD942978-FE70-52C5-C641-219F399DEA2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50" creationId="{4B957B7F-D401-C9BE-DF0B-EC62E16ECAE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51" creationId="{0A8F263A-7BB1-DEA1-8C16-2329904BC90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0" creationId="{339A0754-0B32-4986-D3C6-04151AB52D9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2" creationId="{0074E5FF-C078-A077-DAB3-B1D4CF45BF0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3" creationId="{4A3361D5-EEA0-1605-7208-74E44CD0402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4" creationId="{DB59A991-361D-C240-D16E-00F60C6B252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5" creationId="{CB57B067-5799-569A-F23A-AE152462817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6" creationId="{9D7F634B-FFC3-4678-1D36-7444923A65C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7" creationId="{8E41665B-5610-49F7-B369-FDBC1DF9D96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69" creationId="{F0C1A152-8BAC-EF98-6B57-3B7D3BA1F95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0" creationId="{547DA8A1-ACD5-0758-8A15-0EF54C8BB0C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1" creationId="{21F6253F-7C80-499C-FA3F-FF5F322A505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2" creationId="{2D1C4567-FEEA-0CB5-EFA6-5F20A2D1548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3" creationId="{CCD065CF-9E1F-05D2-2E7C-7E86E4B946E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4" creationId="{9A9A7ABF-4181-6752-2870-F83D761EBA8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5" creationId="{5C92E9C0-2F27-61F3-EBE5-D32B19AD330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6" creationId="{A3EA472E-ED8E-81D0-318D-BEB357C0776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7" creationId="{3137F1E2-971A-B959-BFE0-5EA7370479F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8" creationId="{3F9B0949-8B30-446C-80A2-95C87C89D37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79" creationId="{F94AB7A1-1230-93A1-AA40-4EBA9C93982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80" creationId="{DB161F7C-2D73-56BA-80FA-1B5DD58BE1B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82" creationId="{9666386C-6777-AABB-1FAE-E640813F9C4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84" creationId="{4836D811-0FA9-6AD2-EE29-EDE1CB0CF7D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86" creationId="{94D2C0DD-BB28-9BB2-2496-BB5E8FFED73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89" creationId="{41D85B5D-5960-9C81-8AE8-41BF952F17B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91" creationId="{5F06B733-2466-64BD-4123-069A49697EE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92" creationId="{E72FDFD3-6D57-0402-5511-4F72FD1AD47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93" creationId="{3A3921C3-0F2B-CE7E-D07F-4FDFA00CEC2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94" creationId="{BEB5533A-D1BF-EA3D-00E7-57463408371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95" creationId="{7213EB7B-BBCB-47A3-5E96-7541D1A12E3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96" creationId="{92F562FD-A896-0583-43B8-20CF053A12B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98" creationId="{8779B3BE-FBDC-202E-C5E2-BCD7D757267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299" creationId="{514C5961-945C-8C06-3DE3-EC688BA185B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0" creationId="{B8A25EF0-BEB9-90DF-F540-D5B55F6681A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1" creationId="{7DFB8A39-10EC-784A-8C71-6BF5C6CC37C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2" creationId="{79CD3962-622C-432D-A04B-0A49E90CBFF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3" creationId="{3CF06E00-23EE-11FC-213D-B27B5AC1CB8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4" creationId="{0AB8C65A-69AD-6B42-3553-93B18D71DA8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5" creationId="{75722D81-C83E-C495-3987-C561EE3934C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6" creationId="{F3183EC7-9168-C862-6A98-478DAA6A1CB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7" creationId="{FE3DEBFC-DD7F-05E8-0404-2FE80AF2E48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8" creationId="{26AD2D62-6AC8-8D6D-230B-00D75C737C1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09" creationId="{5583566D-AC1A-AA75-8570-7ECA75217F4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11" creationId="{209EF6BC-1427-77E1-CBA6-A75EEB044E5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12" creationId="{94E1EF0C-3F66-C642-19ED-CDB444E881E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13" creationId="{73C4D20A-97A1-AABB-1D6D-88201C93D96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14" creationId="{0581BA09-A2DC-342E-299C-41F6B27A787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15" creationId="{161B3A7A-06BC-0E70-41B2-0E562F4261F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16" creationId="{AD5B7ADC-573B-DDCA-4952-F953FA52531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18" creationId="{FAD3C98C-BF90-592F-19D8-9998072AAD1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20" creationId="{3B67A65C-BBA3-E263-BCDA-A4165450B45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21" creationId="{D81DA8EB-DFEE-4087-2A12-6959C6125C0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23" creationId="{93DB5629-62FD-43A5-6E78-F11EB9AF631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25" creationId="{9E9A1A57-3B7A-B090-A483-5E3FB084062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26" creationId="{936ECC87-068E-A444-F06C-F15064DDE8A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27" creationId="{FFD76759-6359-146E-3619-CBDFA6A7F75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28" creationId="{32BE01B1-BB2F-0E83-DBB7-4F2CB6A434B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29" creationId="{278BC5DA-9E56-98F5-C085-CF20EB7BA02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0" creationId="{02BD767C-50EF-B23E-163B-99CBB90F006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1" creationId="{AE9BAAF6-BBA9-B095-7910-6CC02F362A8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2" creationId="{AB7FA6B5-AA26-9C1C-964E-47B13EDCB0E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3" creationId="{E99F6803-80C6-E032-4330-EC0BBE3B742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4" creationId="{4878D970-D83C-8251-C90C-26B75943788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5" creationId="{0D7CBB28-99C0-0249-A0C5-B9F4FE0E97F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6" creationId="{B3549AB0-4271-D3A1-84F4-155EBB593A4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7" creationId="{63309EDE-2FF2-753D-1E6F-768E06D10CD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8" creationId="{5CBBA875-AF20-6FC7-81FB-61E30FE685A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39" creationId="{ACD29CBD-CB99-D69A-723F-482663B4F88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40" creationId="{63A31076-0989-0FD0-16A4-82DC6FF8EA4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41" creationId="{9BAA89A4-9EFD-27E9-7444-15416BF89D5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42" creationId="{FA3E3FB6-6E5D-EF77-284A-7E9FC6CFBFD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43" creationId="{570DA4FC-E86A-AF51-A2C5-1A9F3C93E6C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62" creationId="{7F91745B-64E9-111A-94A2-62FBD8D8DBB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65" creationId="{9E721277-9A19-F92B-B0FD-EA2CC13580A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67" creationId="{FDED1E0D-95D5-D7C4-20C1-44AA79A000E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68" creationId="{41D543F5-74F8-329A-FA5E-FCA941DC972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69" creationId="{BB025999-6037-2517-84AF-5B033145819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0" creationId="{1A2DB6FD-CE13-9B5D-CFDD-0339FB2E005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1" creationId="{E0DD1E51-CDA2-2D49-DD32-943D795F645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2" creationId="{B34E1FBC-F046-F6A4-82D0-A062EC36D86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4" creationId="{EC98BEAD-1BDB-D8A6-0E3B-A713F7CEFF5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5" creationId="{7D4B72A5-EB0F-3677-7DCF-82E05D2102C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6" creationId="{FBF8E381-260A-680F-07F6-DD24E705E58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7" creationId="{2FB4B0A9-9A29-F372-A4A3-E328FD41253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8" creationId="{B629F7AA-CFDA-D29B-476E-EEC9B6D2286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79" creationId="{A616F264-0746-0105-D878-CC7BE0E4915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80" creationId="{4480F0DC-11C4-6794-3BBB-A8FA60BB327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81" creationId="{9CFF3CB4-F2DC-E663-F4BB-A95819AEAFD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82" creationId="{8041FE32-4B4E-CBC1-12B3-16981F55ED3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83" creationId="{FC688F34-FC67-5081-C3DE-1CE1EA4AAE9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84" creationId="{787A4E50-AC0E-57EB-2582-ACEBF7649E9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85" creationId="{237A2700-90B8-7813-99B1-BEFD8E3C25A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96" creationId="{689C01CD-1859-86C8-C9DE-EE101E9C4E0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98" creationId="{42C7E07F-BEDF-191A-17F3-D52FAE59960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399" creationId="{0B4ABF52-FDE7-6A37-1FC4-90290A07D5C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0" creationId="{71301107-2D5A-2FEC-DA75-5DB0886A5DE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1" creationId="{E42FA48D-B80F-BEFA-163B-B8B3A553DB9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2" creationId="{78F0B6B8-C217-8517-D384-2EB1E44AFB1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3" creationId="{15C34249-D004-AB7D-051D-531D116856F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5" creationId="{77E7D1F5-320E-05F1-482B-73662952AF0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6" creationId="{64F6483B-E84B-2ADB-EBBA-9C494DD5FCB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7" creationId="{5963758D-13B5-1AD3-2263-6BD5C3B7C3E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8" creationId="{18F9F455-69EB-CF9C-9545-E5633E17A12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09" creationId="{8C8A55B6-AC1C-2625-44EC-E31BDF510E7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10" creationId="{2822FA7B-F49F-E55C-47BF-324B09EAD6F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11" creationId="{9222AD6C-2E3F-4203-13B7-DE4DBC820C4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12" creationId="{6B21120C-386F-8C61-4B5D-EF3514F8321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13" creationId="{BFDABA78-FFAB-240C-5678-37CCD809FCE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14" creationId="{05FD6307-E5D9-16B5-1C96-F2DD693DEE5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15" creationId="{9DBBE8C1-4727-B075-A8C8-98A62A0BDD1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16" creationId="{373E0131-8BD4-7F59-23C8-95BEA203407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20" creationId="{B8E5B77D-E2AD-0689-B54D-C8B842450AB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42" creationId="{B4E669D6-04DB-377A-69C5-BFDAB28C9ED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43" creationId="{2C1626F2-049C-FD68-D14E-7400B26360F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45" creationId="{DBC72968-1677-D645-F434-1FA69246941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46" creationId="{ADBEFE5D-CBB1-473A-2D6C-438135CCC8A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47" creationId="{FFB2F35F-9D03-F5F4-9395-08566A7ED31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48" creationId="{85579B71-8E61-ADCD-1D44-A35C4AADE19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49" creationId="{E8DA8603-BA24-7D85-DA6C-93A7F4586E6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50" creationId="{CDACCF8B-9387-7097-E107-3D7146F38CA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52" creationId="{C1D883C9-A7CA-D5F7-C34E-6C586C92F68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53" creationId="{7466F594-64D7-C245-3826-D5A5857D46B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54" creationId="{A5A369EE-7AF4-0B99-1115-34ED1B5D7C7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55" creationId="{051A5DDA-7382-BB57-406D-F2F7FEE5DC7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56" creationId="{057A1738-28BE-0BB7-F1F5-94629668944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57" creationId="{39821A16-830E-31C3-A379-0E1DECB7DDC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59" creationId="{6DCEBC7C-A468-A29F-7BA7-3306AE6353A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0" creationId="{69BC9055-1F61-D8BD-B7A0-BC58CE6CC18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1" creationId="{A39239FD-426B-321B-C523-FF2F3F088BC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2" creationId="{D4AABF31-0463-D03D-742B-10651EAAC27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3" creationId="{7F901E6E-4C4C-7AF2-AF29-E7623CC4679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4" creationId="{30C80FAA-01FF-00D6-609D-E4F5A4E224B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6" creationId="{83333001-BDE7-4830-3453-B82E5594A6C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7" creationId="{1D2B2DAB-7C44-31A8-813E-1A371AB841B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8" creationId="{6BE427EA-5266-3ABB-1B4D-364EE24E24A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69" creationId="{12D27E28-469D-B0E5-A4DE-EF143E9C5A5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70" creationId="{5E664F31-678E-0AA8-0D35-72E44D41AB1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71" creationId="{57464CE9-B6DC-1F08-DECD-C04044A0DB0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73" creationId="{50AEAA18-E271-0408-F8DF-EA66BBAA2F9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74" creationId="{3A82B8F0-3AF7-E2D2-1CD9-23C1A42E10D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75" creationId="{BD670765-E313-2B34-25EE-4E9BD97875C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76" creationId="{577A2AE2-7E23-C319-C689-B319694EB82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77" creationId="{E8EABA06-D641-CE1C-F9AC-7DC9D1518EC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78" creationId="{1B3E5C00-6191-4EAC-E8AC-CF0F54A4D2F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0" creationId="{DB095475-F984-9451-E647-F2E0B4BB685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1" creationId="{BC09B031-2899-F1D2-CD9C-7A8F6121E7B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2" creationId="{8196B43A-79AA-8EE8-9B09-344BBCCBB97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3" creationId="{A9E489EC-1010-4BC9-FCEE-345DC0FD659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4" creationId="{EA6BCD66-EC21-39D3-F034-EC23CC4E3EB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5" creationId="{96AE3518-B812-8032-A1C3-746FCDFCCF1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7" creationId="{D3874476-AAEA-10C8-18CC-E50E327109C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8" creationId="{15B3DC8B-D625-AE3D-8537-EC322555474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89" creationId="{F3182653-870C-6271-84E1-6A3CB742FA3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0" creationId="{BB9AF60E-E7BE-EBFD-9484-45969004F18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1" creationId="{B6CE9A19-5B29-AD16-1F5F-A1299548A90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2" creationId="{5AEF272B-20A0-B20C-9F4F-7957D4F87F0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4" creationId="{6EE8B607-5D95-15C4-A6A5-64613D130C6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5" creationId="{85EBF670-0D9C-E58A-88EE-B724297F33B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6" creationId="{A59CFD4B-3C56-45EB-5EE5-626C54E5156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7" creationId="{916F06BC-0CD9-EED7-B933-80CE6078CC2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8" creationId="{CB7896DB-8CC9-8AD2-3C95-CBCCB23DA10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499" creationId="{02898D1B-A1AC-8F47-E1E4-BD7FD5E0D79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1" creationId="{ABA16102-41FF-F410-9D0C-302C562D5E2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2" creationId="{364DDA62-6A4F-8774-3F80-6746E1D1C35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3" creationId="{558B85A2-7F09-AC19-4225-5AE15AEB173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4" creationId="{5E25058F-CAAC-9D73-7936-3AFE789A211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5" creationId="{9A45AA32-1729-202A-1365-00EA17FCC54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6" creationId="{D69C7173-86D7-9DE0-303D-8EC50EE6C59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8" creationId="{57816AE6-CB9E-2E73-8F08-2F0E55CFA0F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09" creationId="{C7F67254-AEEB-5B4B-A622-C4F100DD3EB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0" creationId="{EFF220CA-F1BE-B258-06BD-B719DE92C57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1" creationId="{CF11D271-ACD2-04DE-E6AC-D66C82BCAAC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2" creationId="{C1E60733-C3EE-3C5B-3E27-0DD2936670B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3" creationId="{96726D69-561F-9880-D5EA-06C844A0835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5" creationId="{83009B47-9E1C-7202-6E31-D2A96EC7FC1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6" creationId="{B5DFC7A8-2F34-65EC-CC1A-138953FCC5B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7" creationId="{291EEF96-83B2-1788-4AAE-43A213EC03F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8" creationId="{027AD3D8-8E18-2E27-901A-D7022AE86DC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19" creationId="{888468DA-7C88-CE02-F77A-47712855AB3E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20" creationId="{E15BB6CF-BC72-CBF3-9C42-21B220CE209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22" creationId="{E8616F4B-3D14-6535-CE8A-BBA96FEE016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23" creationId="{31E8C4C6-5492-A6E0-2EB2-44BCFE7E7BB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24" creationId="{1363027C-22F6-6BEC-6E00-DC3C858F39E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25" creationId="{0D1171F9-2CBD-ACC3-9858-092296FF3DE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26" creationId="{18E4ECA6-CF1E-7943-877E-62D1FC4374A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27" creationId="{1BD97F0E-EEC4-11A2-6B53-86C2EEF0A00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29" creationId="{2552BBB3-30EA-1A03-E68D-E3B1F3C95C7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0" creationId="{DDBBF922-7ECF-133D-E13A-4946F530E50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1" creationId="{85B6A039-F357-3883-D149-D7C4B84AD869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2" creationId="{2EB1CC68-0172-EB38-528E-FB1A633C07F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3" creationId="{54FE2D79-9649-AFD8-B409-851C88AF469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4" creationId="{B31D95E4-38B9-1672-669C-558261F20B2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6" creationId="{AE692498-6B79-94C6-6E16-4350B00E3E9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7" creationId="{CF7431D2-B4E6-C5FB-79BF-C8AB6FE5E19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8" creationId="{E56E9651-7201-4E46-AB59-8D5917B5D74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39" creationId="{3DD4E308-7BB0-E35E-4480-92E181AF5F7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0" creationId="{064C8FEB-6548-0451-CF6F-2062AC7D5A7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1" creationId="{C2E59C77-8004-0F56-98FF-4FEA72CB939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3" creationId="{663109C4-C142-68A5-2961-9903597C097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4" creationId="{6F888E09-4920-80FC-F0CB-7F960FB3351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5" creationId="{06710FC3-3836-9137-F349-7C77F582EFF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6" creationId="{CEB18D77-A16F-FD7D-C455-90877F32FD0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7" creationId="{C1CF4087-EA87-EC5F-173B-436E987E9C7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48" creationId="{200F91E7-6DDF-30B2-DF99-84B553D2428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0" creationId="{36EE9246-3D4B-5E70-1110-E53B7A161C3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1" creationId="{39945BC0-55BC-8592-5A82-34D0A5296B2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2" creationId="{B11F30E8-14C5-5BB0-2F70-122A6FB408D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3" creationId="{DD345F4E-2CB2-758A-0E6C-BEE406E9F19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4" creationId="{7F4D5C49-626F-FA3C-6459-784C9A83224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5" creationId="{83A1AE0F-90A5-5BBB-51F6-CE0BE07FC3E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7" creationId="{EEC31D42-BF0D-A1FE-C07F-E39565ECE4F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8" creationId="{70481D91-376E-2D17-07A2-AB9B91A65D8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59" creationId="{0480DD40-5EAD-2B78-0253-E3E3840D518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0" creationId="{88E17AF2-E923-2188-165A-A24E1D990B5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1" creationId="{B91D184B-B10B-B811-7756-956B9FB0F18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2" creationId="{02CFD6F2-A54A-C7C5-6D3F-0CA2EB13633A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4" creationId="{17E57866-2585-5FEE-DB21-713ACC39F3E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5" creationId="{D0673905-4107-D074-2B58-D647DBDCAA9F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6" creationId="{FF35B5C7-41AE-12D2-1285-8B9316F0804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7" creationId="{ACD4E2C9-8E1E-F1AC-947D-B640D4840410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8" creationId="{A3E81E61-7762-0FF0-3E44-05A2D707D0ED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69" creationId="{2D0DB448-4BDD-AF20-C20B-73F82389DED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0" creationId="{7187870F-DC3D-3B79-4976-ECB4D5379D8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1" creationId="{C8827B7D-BA29-F2D7-3E8A-864631EC9F6B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2" creationId="{837F5106-076F-2487-6111-42E4F2485E5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3" creationId="{F90334AA-A8AC-100B-2426-4B91E6D16CD5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4" creationId="{945F1CE7-7518-9100-8724-4982EEE9B1A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5" creationId="{95C0008C-5AC6-A3FE-72DB-2D320C29CA84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6" creationId="{ADED2090-1595-C797-9301-B9DCC45FC941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7" creationId="{F9F80CE2-DAE8-A4D8-46D5-CD93669C71C3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8" creationId="{22D9A2F5-13B5-F08F-FB9D-8CAED3D902D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79" creationId="{D68DF941-435C-7B53-8F03-55BC0AEAF707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80" creationId="{A52AFFE1-A3D8-A59F-E14C-92F5FBF27072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81" creationId="{E1202A05-5CD6-9A3D-8B50-CBB472F3D936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82" creationId="{59F2613E-02FB-5C91-6C30-AF6990DBE66C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84" creationId="{6B019626-28C9-7D3D-ADF5-D6EDED1E5228}"/>
          </ac:spMkLst>
        </pc:spChg>
        <pc:spChg chg="mod">
          <ac:chgData name="Xin Xin" userId="9ff0c946-7f3c-4192-98c1-6be932ce2bce" providerId="ADAL" clId="{EC370BB4-30E8-4AD9-890D-521920E8CA56}" dt="2024-01-08T07:26:45.210" v="1925"/>
          <ac:spMkLst>
            <pc:docMk/>
            <pc:sldMk cId="1975299436" sldId="558"/>
            <ac:spMk id="585" creationId="{67465CC2-42EB-9F74-A2E3-E2DEE2959E9F}"/>
          </ac:spMkLst>
        </pc:spChg>
        <pc:spChg chg="add mod">
          <ac:chgData name="Xin Xin" userId="9ff0c946-7f3c-4192-98c1-6be932ce2bce" providerId="ADAL" clId="{EC370BB4-30E8-4AD9-890D-521920E8CA56}" dt="2024-01-08T07:26:45.371" v="1926" actId="27636"/>
          <ac:spMkLst>
            <pc:docMk/>
            <pc:sldMk cId="1975299436" sldId="558"/>
            <ac:spMk id="586" creationId="{3A3D002F-0B4A-FD96-1635-93E27C079F2C}"/>
          </ac:spMkLst>
        </pc:spChg>
        <pc:spChg chg="add mod">
          <ac:chgData name="Xin Xin" userId="9ff0c946-7f3c-4192-98c1-6be932ce2bce" providerId="ADAL" clId="{EC370BB4-30E8-4AD9-890D-521920E8CA56}" dt="2024-01-08T07:28:05.140" v="1937" actId="1076"/>
          <ac:spMkLst>
            <pc:docMk/>
            <pc:sldMk cId="1975299436" sldId="558"/>
            <ac:spMk id="588" creationId="{BD76A7E6-94B6-3236-937C-6A75B69BAE8A}"/>
          </ac:spMkLst>
        </pc:spChg>
        <pc:grpChg chg="add mod">
          <ac:chgData name="Xin Xin" userId="9ff0c946-7f3c-4192-98c1-6be932ce2bce" providerId="ADAL" clId="{EC370BB4-30E8-4AD9-890D-521920E8CA56}" dt="2024-01-08T07:26:45.371" v="1926" actId="27636"/>
          <ac:grpSpMkLst>
            <pc:docMk/>
            <pc:sldMk cId="1975299436" sldId="558"/>
            <ac:grpSpMk id="10" creationId="{28E90510-689C-B61D-9D76-8C4E240BA2D5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3" creationId="{1FFD65ED-FBC1-048C-9408-E2B3000B990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9" creationId="{9C434C8D-EF11-4644-010E-0A3349E9060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0" creationId="{6218BFB2-9B4A-107F-B5DA-14F7EC12F483}"/>
          </ac:grpSpMkLst>
        </pc:grpChg>
        <pc:grpChg chg="add mod">
          <ac:chgData name="Xin Xin" userId="9ff0c946-7f3c-4192-98c1-6be932ce2bce" providerId="ADAL" clId="{EC370BB4-30E8-4AD9-890D-521920E8CA56}" dt="2024-01-08T07:26:45.371" v="1926" actId="27636"/>
          <ac:grpSpMkLst>
            <pc:docMk/>
            <pc:sldMk cId="1975299436" sldId="558"/>
            <ac:grpSpMk id="45" creationId="{0B38AE1D-4C07-7BA5-9A5D-4C94037D447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7" creationId="{9B3CAEF9-429E-4733-936F-77C5053D605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8" creationId="{ECF29D27-5711-A3E3-FE3F-6B0894EAE04E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9" creationId="{36ADCF5B-4501-77D0-03C2-074C8BE4243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2" creationId="{C4FDFF97-0F28-6AF8-1234-E88BEE7D3988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9" creationId="{F10D85AA-A19E-EC54-C045-B6FC51118F6C}"/>
          </ac:grpSpMkLst>
        </pc:grpChg>
        <pc:grpChg chg="add mod">
          <ac:chgData name="Xin Xin" userId="9ff0c946-7f3c-4192-98c1-6be932ce2bce" providerId="ADAL" clId="{EC370BB4-30E8-4AD9-890D-521920E8CA56}" dt="2024-01-08T07:26:45.371" v="1926" actId="27636"/>
          <ac:grpSpMkLst>
            <pc:docMk/>
            <pc:sldMk cId="1975299436" sldId="558"/>
            <ac:grpSpMk id="64" creationId="{CAE08274-8CF2-EB4F-F53A-A90C67C6BBCC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66" creationId="{7C4A91E8-D7A4-17AF-6803-6ECCC491045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67" creationId="{DC44C05D-503B-CBAA-8908-87FCB01252BF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72" creationId="{2E81908B-BDBC-2C80-9758-FF875D20E3BE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73" creationId="{134A53A2-8735-3250-56C0-F6B708C534BC}"/>
          </ac:grpSpMkLst>
        </pc:grpChg>
        <pc:grpChg chg="add mod">
          <ac:chgData name="Xin Xin" userId="9ff0c946-7f3c-4192-98c1-6be932ce2bce" providerId="ADAL" clId="{EC370BB4-30E8-4AD9-890D-521920E8CA56}" dt="2024-01-08T07:26:45.371" v="1926" actId="27636"/>
          <ac:grpSpMkLst>
            <pc:docMk/>
            <pc:sldMk cId="1975299436" sldId="558"/>
            <ac:grpSpMk id="91" creationId="{1837B235-5A3B-49F5-10ED-0154760BD702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93" creationId="{0DF4FE53-36A7-7176-6053-A44CFF5674AE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94" creationId="{FA66576C-0B84-00D3-A580-42D49A25BC1A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95" creationId="{C1DB421A-82E9-B1E3-A43F-E440AC87C45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96" creationId="{417F56A7-060F-807F-3832-8BF8E509755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97" creationId="{D649EC7B-FBD9-FB11-D37D-64939136217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98" creationId="{A49920B1-81E5-A250-2AAA-C80BCDF93AB9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99" creationId="{2E91D225-1EE8-57F4-6B3C-5A969F66A07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00" creationId="{466727CF-678A-8062-FF22-4010C3BA1D52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01" creationId="{21819071-947A-6AC2-9A93-29FE76F90A57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16" creationId="{22BC1512-8D81-EDC1-61B9-DF85D4015BE8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18" creationId="{76B362D5-C00A-056D-A8B1-980C986F362B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21" creationId="{45FD1627-BFA8-A157-12F6-4666D6C0D5D2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23" creationId="{C5116508-376D-69AC-CD12-E7179AF8B7EF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57" creationId="{EEE6D87E-8496-9367-5085-F4234B872926}"/>
          </ac:grpSpMkLst>
        </pc:grpChg>
        <pc:grpChg chg="add mod">
          <ac:chgData name="Xin Xin" userId="9ff0c946-7f3c-4192-98c1-6be932ce2bce" providerId="ADAL" clId="{EC370BB4-30E8-4AD9-890D-521920E8CA56}" dt="2024-01-08T07:26:45.371" v="1926" actId="27636"/>
          <ac:grpSpMkLst>
            <pc:docMk/>
            <pc:sldMk cId="1975299436" sldId="558"/>
            <ac:grpSpMk id="170" creationId="{9E38F5D5-2AAA-8BEC-A197-33FC6C53D8BA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82" creationId="{8D79B4EB-DB0E-AF32-FCEB-59DD8E2AEA0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183" creationId="{31CD7EBB-EAF4-0547-F332-6B88E41DE58F}"/>
          </ac:grpSpMkLst>
        </pc:grpChg>
        <pc:grpChg chg="add mod">
          <ac:chgData name="Xin Xin" userId="9ff0c946-7f3c-4192-98c1-6be932ce2bce" providerId="ADAL" clId="{EC370BB4-30E8-4AD9-890D-521920E8CA56}" dt="2024-01-08T07:26:45.371" v="1926" actId="27636"/>
          <ac:grpSpMkLst>
            <pc:docMk/>
            <pc:sldMk cId="1975299436" sldId="558"/>
            <ac:grpSpMk id="212" creationId="{E5F28007-7A4A-9D91-BC1B-71B761F55D1B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13" creationId="{C94B5424-5E5C-75D1-EA10-C0245DC311D7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14" creationId="{4D82B8A9-32A3-1340-C47E-E703BA44777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15" creationId="{D1F9897B-51E4-8411-7960-6C27BF00A9F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16" creationId="{D7EA83E5-1B11-D9AD-9532-24ED5B4BD13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17" creationId="{A1D33CF6-002B-C315-105F-2586BF9E3C30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18" creationId="{A245B2C7-3B31-F55A-D364-6FFF4E1FCAAB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19" creationId="{AC8E827B-432B-98E8-0DF9-0C5682CE332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25" creationId="{F577D80B-F515-4631-6501-2BED04C5F18F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27" creationId="{E891A2E7-B3C3-21F2-E255-FFF50EB7762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30" creationId="{99F5B889-C076-9E5B-8BEC-F55A5D186DC2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32" creationId="{7B6BABEB-C313-AF12-2164-9A4120DCC444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52" creationId="{354FCBBC-6318-C7D1-7538-37F54222B257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53" creationId="{512C313C-80BC-91C4-8A54-A38BE1625898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54" creationId="{7C695540-6E50-AD70-DC38-0D8F7DA18FA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55" creationId="{8DF76BE2-E8ED-52EF-ABD4-22D31D6B151A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56" creationId="{FDB5DA9F-D300-9044-1FCD-54CA0CF7A51E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57" creationId="{CCD59CD6-3F77-D65B-738B-6AF7421410B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68" creationId="{94471AB8-4160-40CF-9743-0024897C043E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297" creationId="{7D81C453-7E62-00A2-E138-58679BA2650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17" creationId="{D965FD9F-2C1C-C769-225D-ECC01BF5CDA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19" creationId="{E0C807C7-B57C-F3A7-EC69-4D90CD1BFD2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22" creationId="{D412A8C3-7E79-630C-8D2C-4727C6D4D9E8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24" creationId="{85109E54-CC1F-69FF-FC1C-AB481CB8302F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44" creationId="{EB338598-DDCB-3FA4-3DD4-E60F359674E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45" creationId="{B3580335-651B-13CE-607B-F8411220D21F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47" creationId="{84A1BF4F-0798-3FBF-1383-4ED4467E3655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52" creationId="{2D8631E4-E153-8941-9AFE-A3B101CFF70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56" creationId="{FB84C561-692D-4E1F-1179-AF514832A817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57" creationId="{E5BE469E-E345-5C39-7230-139B6588D96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58" creationId="{F494471B-CF70-A504-37C7-C43D3EC0A934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73" creationId="{A0789C92-0897-1441-02B8-157E58CC34E2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86" creationId="{E20FC428-5190-6FE4-5445-3D6B4B57D68B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87" creationId="{AFEB91E4-ECC4-F2FF-0544-74F4266F69D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88" creationId="{AE220477-913C-8594-80DE-414062E0442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389" creationId="{2C0E1A5E-609E-DE12-7913-0D888998EB6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04" creationId="{6346E9C3-8728-C6D9-50C9-55131B51199C}"/>
          </ac:grpSpMkLst>
        </pc:grpChg>
        <pc:grpChg chg="add mod">
          <ac:chgData name="Xin Xin" userId="9ff0c946-7f3c-4192-98c1-6be932ce2bce" providerId="ADAL" clId="{EC370BB4-30E8-4AD9-890D-521920E8CA56}" dt="2024-01-08T07:26:45.371" v="1926" actId="27636"/>
          <ac:grpSpMkLst>
            <pc:docMk/>
            <pc:sldMk cId="1975299436" sldId="558"/>
            <ac:grpSpMk id="419" creationId="{873BB8FC-C361-F2AA-C542-00ECC033391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21" creationId="{9B9CC730-4ED0-1395-A0E1-69FF380B9305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24" creationId="{EB4F5D22-140C-7B02-032C-8F97AB17FE5E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25" creationId="{583BF468-4FE2-49A7-4106-638237A96B5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26" creationId="{9BEA0393-45D0-09B5-E498-1791D35A321B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27" creationId="{D279E974-D1E0-F3C2-09E3-52A3B94E69C4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28" creationId="{2F26F0BF-F547-CB2A-690B-AEC7357243EE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29" creationId="{B6C9DB78-B8C7-15FE-A3EC-B06780983D1C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0" creationId="{FBD40154-470C-1DA0-C92F-57664FCFE9EA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1" creationId="{A1E7BF40-68CC-D456-7401-2DCDE1FA36E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2" creationId="{00C79DE6-F6B3-13B5-105D-CB49C21D8C64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3" creationId="{B245B168-8B31-6064-067C-622EA315D7BA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4" creationId="{2D47DB83-B850-C2A9-05F6-B87984D922F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5" creationId="{2662EB04-0BEA-35B3-E83C-B3966A625BC5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6" creationId="{D5E1A16E-ABD5-9EB2-7B05-36075CB3E158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7" creationId="{C61F34FA-468E-B8E3-A723-210136C61AF2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8" creationId="{F4644C14-CB3D-76D6-D9E1-11ACA8DC7FEB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39" creationId="{26FF2E48-1AA2-92A2-AEEE-D7D28E3D58F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40" creationId="{66FE4B25-D28E-B7D4-E4FC-58ED775029AB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41" creationId="{99F92B74-8377-CD8F-F28F-E3593D107AF6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44" creationId="{CE425FEE-4B5F-85BB-2120-BD591F7E20FC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51" creationId="{DF5CFBE5-3A31-566D-3A36-58A5B87A4E69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58" creationId="{8960DCE8-F58C-D4E5-A81D-82C4B3281EC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65" creationId="{CFA8992C-AA40-C900-2D07-2979292F757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72" creationId="{C0D1C070-2B54-E7F2-029A-0933F276FAD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79" creationId="{0FB1C4F9-27B2-8F73-54DA-693DBCE2A04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86" creationId="{549347C9-5D2B-0B93-F094-66E70815151F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493" creationId="{374535EA-5D74-292D-5C3E-53C8A7FE789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00" creationId="{1EAE283E-52B5-0563-29B9-B86330C3569F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07" creationId="{ABFB7A06-B1D0-B6EB-6AF1-7FC799D7FD95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14" creationId="{8525C2C5-C17F-2EEE-96DD-0D68B46F1CDB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21" creationId="{CB35ED07-5573-50E6-4104-08D03D112C9C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28" creationId="{B299F0DD-EE1D-08A7-7E02-E5DA569B1EFD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35" creationId="{1FE46DD9-97A0-F421-E916-840FA0EDA0A1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42" creationId="{07849C44-5D38-5B0F-CCAF-2B9A048A34C3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49" creationId="{C70D9CEF-A83A-87A3-40C7-6515043FDC88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56" creationId="{73DD9F16-351A-21C5-D651-70D2297B8295}"/>
          </ac:grpSpMkLst>
        </pc:grpChg>
        <pc:grpChg chg="mod">
          <ac:chgData name="Xin Xin" userId="9ff0c946-7f3c-4192-98c1-6be932ce2bce" providerId="ADAL" clId="{EC370BB4-30E8-4AD9-890D-521920E8CA56}" dt="2024-01-08T07:26:45.210" v="1925"/>
          <ac:grpSpMkLst>
            <pc:docMk/>
            <pc:sldMk cId="1975299436" sldId="558"/>
            <ac:grpSpMk id="563" creationId="{C1A0C6B9-4429-569D-C729-BEDA165ED532}"/>
          </ac:grpSpMkLst>
        </pc:grpChg>
        <pc:grpChg chg="add mod">
          <ac:chgData name="Xin Xin" userId="9ff0c946-7f3c-4192-98c1-6be932ce2bce" providerId="ADAL" clId="{EC370BB4-30E8-4AD9-890D-521920E8CA56}" dt="2024-01-08T07:26:45.371" v="1926" actId="27636"/>
          <ac:grpSpMkLst>
            <pc:docMk/>
            <pc:sldMk cId="1975299436" sldId="558"/>
            <ac:grpSpMk id="583" creationId="{C678911C-9E53-DF6C-F956-55792855FBCF}"/>
          </ac:grpSpMkLst>
        </pc:grp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68" creationId="{CDCF13DE-142F-4896-C69B-862804270683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69" creationId="{58352F30-6982-F934-9FDF-1BCCC624541F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70" creationId="{BD6F2B29-79F9-7066-E688-E0051CD2BC9F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74" creationId="{CC971241-D593-DF93-3800-76FE7780CA77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02" creationId="{956C929B-64BC-DF12-782C-B60500FCF775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03" creationId="{517EA38E-BA6B-CB60-FD9A-6BD6C9B797ED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04" creationId="{88BDAFB7-74E4-1100-EB34-E342BEA63E34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05" creationId="{56DBAFE0-29E7-EE4F-A63C-882BADEC5E69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06" creationId="{8311B367-26AA-6828-0E0C-7E258B6FA574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08" creationId="{5D6E460A-3F9E-697C-919C-66752E5A69E8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09" creationId="{AF38FDAC-D497-C245-BF4B-BC6E755C1316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10" creationId="{5BD1AF5F-B497-9720-B614-B587949A9CA2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43" creationId="{9F1B7D30-45C7-2A45-5566-2F31B6204F15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44" creationId="{11015624-2EB2-631E-5A05-293906D83A9F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45" creationId="{80F9B6C5-2F86-5E2E-9B23-C46AA254C7BB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46" creationId="{D5A947D2-6A7A-2CD5-D2B3-9FAB4D613678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47" creationId="{BD81212F-7C0C-28BD-D4F9-B0DC7EBD774C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48" creationId="{63BD6E60-2D91-88C0-3C64-3EA51F955343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50" creationId="{59213C78-CB3D-DD93-9836-61BF555B592D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84" creationId="{F08D7849-E3FD-F7CC-04D0-363291F34298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85" creationId="{3F44A29D-0931-CB50-A84B-60B975C63A3A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186" creationId="{6D363D67-AD7A-378A-A198-F8D249EBA677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58" creationId="{A2C6C70D-4144-81C3-D466-5AEE625AE7D2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59" creationId="{12E3D2CF-E839-306D-CDB7-FD9CE90CACF8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61" creationId="{1827F223-D3A0-DDD9-16E1-9F3AF14BF66E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81" creationId="{A57D70B7-DAE7-72B1-4E78-7B6FB912C76D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83" creationId="{16F38ADC-93BD-D67C-E7A1-2A0C08AA3202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85" creationId="{69AAABC5-8520-BD5A-53AA-3FF2D2A4C521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87" creationId="{20353E1D-9679-ACC5-4E0B-35D4D3C9319A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88" creationId="{AE9332B6-2576-07D9-AF4A-DBC3FD562896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290" creationId="{CC764A2F-049C-78D2-E5B4-CCD70E8DA790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10" creationId="{C7484692-4E2D-A4FF-B189-7CB72FC5EE20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48" creationId="{73EDC218-EDB2-614F-A593-D20A1E197462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49" creationId="{E05F062F-6218-C0B1-CBD6-5EFE61B36F64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50" creationId="{48934064-AB0F-215D-2DCD-3EE87C05057C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53" creationId="{022FCEC5-4DF3-2780-197F-4C02C31C2D87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54" creationId="{C1C72945-8351-08B9-F20C-DC93101D3CD1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55" creationId="{769786D3-3633-6FE6-7500-E37DEE8A99C5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59" creationId="{85DA8BEC-01A3-EC79-E6D2-218C5FD9723B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60" creationId="{0C2C6B52-163E-8623-A9A8-5752154332FD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61" creationId="{9A1059A2-6FCA-8B20-18C0-290944C6F7BF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63" creationId="{6753F9F7-ED5F-1D26-5950-9995C861B444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64" creationId="{0B8F628C-5683-7468-D957-0B247F591718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66" creationId="{478ED98F-9DC0-849F-9139-C6A0D51F3A75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90" creationId="{ABACD97C-D483-874D-47F3-D56B7287CBAA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91" creationId="{3697EF17-DA2D-4E91-F8D0-FF1CB73DF578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92" creationId="{CBD8404E-1F3B-AA0E-F8D1-94B4EBB0DBBB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93" creationId="{277D5812-AFA2-24BF-0312-59F097D01BE2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94" creationId="{F706B564-4418-6E38-9E21-210E0BFD5311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95" creationId="{09F508B9-580E-D718-44A2-962CD094241C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397" creationId="{D3734AF8-ECD2-1F2A-B413-68D6B6931573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417" creationId="{26595644-DEA2-F0B9-F63C-117BE60820B8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418" creationId="{41E399B8-7D84-E718-F552-09AF3336C93D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422" creationId="{33C10D67-E685-E9D9-203A-B62880DBBC75}"/>
          </ac:picMkLst>
        </pc:picChg>
        <pc:picChg chg="mod">
          <ac:chgData name="Xin Xin" userId="9ff0c946-7f3c-4192-98c1-6be932ce2bce" providerId="ADAL" clId="{EC370BB4-30E8-4AD9-890D-521920E8CA56}" dt="2024-01-08T07:26:45.210" v="1925"/>
          <ac:picMkLst>
            <pc:docMk/>
            <pc:sldMk cId="1975299436" sldId="558"/>
            <ac:picMk id="423" creationId="{3FBC935C-F0F4-4CC4-C3CB-8EDACA8DD472}"/>
          </ac:picMkLst>
        </pc:pic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9" creationId="{D7FFA74C-DB1E-5671-7719-834887BF977F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0" creationId="{36B0C16E-4959-B18F-F66D-C7CE0432DA07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1" creationId="{B37CF11D-8752-0F66-032D-8BD17B0C9AC4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2" creationId="{69CF7C63-5480-2570-52F2-87A6C8ACB293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3" creationId="{D28DBA74-ACCA-B38D-EA70-770E45DA9CF0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4" creationId="{9CF964BF-A5DC-EC89-4C65-102DB8C5A1D1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7" creationId="{126DD310-BC84-4FD6-66A3-D93DB5A82AB0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8" creationId="{9B265264-1A51-AFFA-E2BC-DE35C282AFB0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9" creationId="{A03A0CE4-A607-EB84-A36E-20A1C0CFF700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40" creationId="{DC0B902C-FB1E-7874-4919-772809AD2387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41" creationId="{D7FBC2D2-29AF-5E80-D3BB-389681BA4127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42" creationId="{5BD15E72-D94A-A3DC-02DC-77294C99C7AD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1" creationId="{54A8032D-500A-D1E8-E263-E8CB5A740ED3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2" creationId="{AE8A3ED5-615A-93C6-3655-C8280F0270D7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3" creationId="{B6DBF9A7-390C-DBE2-9898-9290CE17848A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4" creationId="{02019A34-ECEA-3BF8-F208-42396DD9A1CC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5" creationId="{22DCEEE7-CDF0-64A0-5943-BA79B7373621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6" creationId="{1BDF080F-585E-C054-29DC-4A2EB7A3D9EE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7" creationId="{265C1D8C-4528-4E2C-BBAB-D8A59CE02321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8" creationId="{B4211873-9CE1-97C2-B7DB-EC14E9D61303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79" creationId="{EE064834-A473-9D43-ED50-0CC450BE2A7C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80" creationId="{FF08E0CC-EF6D-26C0-1514-7D98479931F8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181" creationId="{71561A76-2043-3CD5-9BC4-BB4230567996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02" creationId="{C85B8A55-A598-FC72-6B5E-A1A3D5672477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03" creationId="{2CA28640-56A8-3CE7-E8BF-22E254CB1A4C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04" creationId="{F201A4D3-6B6C-3986-7F1A-5BB5E085896D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05" creationId="{C200868C-23A5-1C8E-EE56-B6682C70B821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06" creationId="{6E82E241-E16C-CA16-92A8-B53817E0CA64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07" creationId="{BE4994D0-50AD-0CFC-9386-F35194993246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08" creationId="{27C5D03C-9C07-A172-9044-5D20A907B92A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209" creationId="{DD75F85F-8DA0-ED9A-A823-6D5B498A1A27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46" creationId="{83E9DE5D-37CA-9537-8841-B37C721F6DEA}"/>
          </ac:cxnSpMkLst>
        </pc:cxnChg>
        <pc:cxnChg chg="mod">
          <ac:chgData name="Xin Xin" userId="9ff0c946-7f3c-4192-98c1-6be932ce2bce" providerId="ADAL" clId="{EC370BB4-30E8-4AD9-890D-521920E8CA56}" dt="2024-01-08T07:26:45.210" v="1925"/>
          <ac:cxnSpMkLst>
            <pc:docMk/>
            <pc:sldMk cId="1975299436" sldId="558"/>
            <ac:cxnSpMk id="351" creationId="{04B2A1B4-0608-D108-6277-90DB79969536}"/>
          </ac:cxnSpMkLst>
        </pc:cxnChg>
      </pc:sldChg>
      <pc:sldChg chg="modSp del mod modNotes">
        <pc:chgData name="Xin Xin" userId="9ff0c946-7f3c-4192-98c1-6be932ce2bce" providerId="ADAL" clId="{EC370BB4-30E8-4AD9-890D-521920E8CA56}" dt="2024-01-08T07:21:26.022" v="1713" actId="47"/>
        <pc:sldMkLst>
          <pc:docMk/>
          <pc:sldMk cId="1632253196" sldId="559"/>
        </pc:sldMkLst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3" creationId="{259D0BF9-A2CF-7A31-D5F6-EE56D281CFA2}"/>
          </ac:spMkLst>
        </pc:spChg>
        <pc:spChg chg="mod">
          <ac:chgData name="Xin Xin" userId="9ff0c946-7f3c-4192-98c1-6be932ce2bce" providerId="ADAL" clId="{EC370BB4-30E8-4AD9-890D-521920E8CA56}" dt="2024-01-08T05:45:16.312" v="178" actId="27636"/>
          <ac:spMkLst>
            <pc:docMk/>
            <pc:sldMk cId="1632253196" sldId="559"/>
            <ac:spMk id="4" creationId="{85F22E98-F813-9C21-11F6-A0BF157774E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8" creationId="{CE4A2331-9B60-FFEF-4531-55FC44FEA76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9" creationId="{B007F061-9B4B-A658-45FB-B885B573FF9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10" creationId="{B817F099-D192-A186-8626-45CC547257D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11" creationId="{A20C2B4E-7F5C-257C-D997-05A6BF0BC142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16" creationId="{7B5CD1EE-580F-1C25-E0FA-D050BCE118F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22" creationId="{2165F385-A774-9A22-80CA-6C780DEC5D4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23" creationId="{E7D5A04D-3510-67C8-70EE-FF22A23CA01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24" creationId="{8F7B579F-B79D-1B80-CBD6-1883E24E271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25" creationId="{67CDB511-5CED-F2BF-DC50-2CF82051C1C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26" creationId="{B5753DD7-7AF7-3065-5E6D-83E2D43C16B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28" creationId="{0A14D9FA-6B79-7673-351F-574D638D58AA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29" creationId="{4C44CBCC-2466-168D-A4AB-805BAFDB95FF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30" creationId="{F6439B9F-A383-0996-8EFF-43EE6C8284C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34" creationId="{54BE071A-D730-3D22-54E0-B2C326971FC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35" creationId="{98AAA008-0349-4CF9-27A8-E55B0B1EF17C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37" creationId="{C8498630-E8B4-71D3-BC4B-8CFC79948AB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38" creationId="{752A7B02-D889-E049-9BEF-81A3A1AD8F7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40" creationId="{E6851CB6-5B88-36BD-75EA-1A0D3E35C70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42" creationId="{30553BD0-A269-570C-B483-624F7FD9655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43" creationId="{D7337246-918E-BBC7-2C91-FD26FFCE46D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45" creationId="{ECDA22C0-BDE5-A051-0E2A-EC4F4BF95707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47" creationId="{0CA10A4F-6EA3-8BD1-E757-91479A7EBB44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48" creationId="{6861146B-0085-969C-228D-39848BDEEBDB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49" creationId="{DCE7C4DF-4BE8-5227-F7AF-38C366942918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50" creationId="{00BF25A5-9972-6DF8-A17F-4C1E43689F31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51" creationId="{E460C0A1-719F-FBE5-AD44-D609B44E54E5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52" creationId="{AED353B6-226B-BD7D-9CDC-E4EBE53A5AD6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1632253196" sldId="559"/>
            <ac:spMk id="53" creationId="{859A71BB-E001-A1DD-F7B0-6E0F43A4F32D}"/>
          </ac:spMkLst>
        </pc:spChg>
      </pc:sldChg>
      <pc:sldChg chg="modSp del mod">
        <pc:chgData name="Xin Xin" userId="9ff0c946-7f3c-4192-98c1-6be932ce2bce" providerId="ADAL" clId="{EC370BB4-30E8-4AD9-890D-521920E8CA56}" dt="2024-01-08T14:42:33.598" v="3088" actId="47"/>
        <pc:sldMkLst>
          <pc:docMk/>
          <pc:sldMk cId="886653827" sldId="560"/>
        </pc:sldMkLst>
        <pc:spChg chg="mod">
          <ac:chgData name="Xin Xin" userId="9ff0c946-7f3c-4192-98c1-6be932ce2bce" providerId="ADAL" clId="{EC370BB4-30E8-4AD9-890D-521920E8CA56}" dt="2024-01-08T05:45:16.315" v="180" actId="27636"/>
          <ac:spMkLst>
            <pc:docMk/>
            <pc:sldMk cId="886653827" sldId="560"/>
            <ac:spMk id="2" creationId="{4A622B85-A5CD-AA7A-DEDD-47D89EC9F609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886653827" sldId="560"/>
            <ac:spMk id="3" creationId="{21BDAEE3-66B6-D227-07CC-D30C0A436F9E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k cId="886653827" sldId="560"/>
            <ac:spMk id="4" creationId="{D4B1C749-04EC-AC68-C467-7EA408F15296}"/>
          </ac:spMkLst>
        </pc:spChg>
      </pc:sldChg>
      <pc:sldChg chg="modSp new mod">
        <pc:chgData name="Xin Xin" userId="9ff0c946-7f3c-4192-98c1-6be932ce2bce" providerId="ADAL" clId="{EC370BB4-30E8-4AD9-890D-521920E8CA56}" dt="2024-01-08T10:31:03.105" v="2711"/>
        <pc:sldMkLst>
          <pc:docMk/>
          <pc:sldMk cId="962814019" sldId="561"/>
        </pc:sldMkLst>
        <pc:spChg chg="mod">
          <ac:chgData name="Xin Xin" userId="9ff0c946-7f3c-4192-98c1-6be932ce2bce" providerId="ADAL" clId="{EC370BB4-30E8-4AD9-890D-521920E8CA56}" dt="2024-01-08T10:31:03.105" v="2711"/>
          <ac:spMkLst>
            <pc:docMk/>
            <pc:sldMk cId="962814019" sldId="561"/>
            <ac:spMk id="2" creationId="{23D5E6AC-FD5F-025B-33E7-8799CF2032A8}"/>
          </ac:spMkLst>
        </pc:spChg>
        <pc:spChg chg="mod">
          <ac:chgData name="Xin Xin" userId="9ff0c946-7f3c-4192-98c1-6be932ce2bce" providerId="ADAL" clId="{EC370BB4-30E8-4AD9-890D-521920E8CA56}" dt="2024-01-08T07:25:24.280" v="1921" actId="20577"/>
          <ac:spMkLst>
            <pc:docMk/>
            <pc:sldMk cId="962814019" sldId="561"/>
            <ac:spMk id="3" creationId="{4E1719AE-B1B9-90B4-C7A9-C40C5C5D0FA8}"/>
          </ac:spMkLst>
        </pc:spChg>
      </pc:sldChg>
      <pc:sldChg chg="addSp delSp modSp add mod">
        <pc:chgData name="Xin Xin" userId="9ff0c946-7f3c-4192-98c1-6be932ce2bce" providerId="ADAL" clId="{EC370BB4-30E8-4AD9-890D-521920E8CA56}" dt="2024-01-08T06:24:12.033" v="871" actId="478"/>
        <pc:sldMkLst>
          <pc:docMk/>
          <pc:sldMk cId="548847966" sldId="562"/>
        </pc:sldMkLst>
        <pc:spChg chg="mod">
          <ac:chgData name="Xin Xin" userId="9ff0c946-7f3c-4192-98c1-6be932ce2bce" providerId="ADAL" clId="{EC370BB4-30E8-4AD9-890D-521920E8CA56}" dt="2024-01-08T05:58:58.551" v="371" actId="20577"/>
          <ac:spMkLst>
            <pc:docMk/>
            <pc:sldMk cId="548847966" sldId="562"/>
            <ac:spMk id="2" creationId="{23D5E6AC-FD5F-025B-33E7-8799CF2032A8}"/>
          </ac:spMkLst>
        </pc:spChg>
        <pc:spChg chg="mod">
          <ac:chgData name="Xin Xin" userId="9ff0c946-7f3c-4192-98c1-6be932ce2bce" providerId="ADAL" clId="{EC370BB4-30E8-4AD9-890D-521920E8CA56}" dt="2024-01-08T06:24:09.034" v="870" actId="14100"/>
          <ac:spMkLst>
            <pc:docMk/>
            <pc:sldMk cId="548847966" sldId="562"/>
            <ac:spMk id="3" creationId="{4E1719AE-B1B9-90B4-C7A9-C40C5C5D0FA8}"/>
          </ac:spMkLst>
        </pc:spChg>
        <pc:picChg chg="add del mod">
          <ac:chgData name="Xin Xin" userId="9ff0c946-7f3c-4192-98c1-6be932ce2bce" providerId="ADAL" clId="{EC370BB4-30E8-4AD9-890D-521920E8CA56}" dt="2024-01-08T06:24:12.033" v="871" actId="478"/>
          <ac:picMkLst>
            <pc:docMk/>
            <pc:sldMk cId="548847966" sldId="562"/>
            <ac:picMk id="5" creationId="{10A44BC0-4C6E-4513-0A47-AF4B4232CA94}"/>
          </ac:picMkLst>
        </pc:picChg>
        <pc:picChg chg="add del mod">
          <ac:chgData name="Xin Xin" userId="9ff0c946-7f3c-4192-98c1-6be932ce2bce" providerId="ADAL" clId="{EC370BB4-30E8-4AD9-890D-521920E8CA56}" dt="2024-01-08T06:24:12.033" v="871" actId="478"/>
          <ac:picMkLst>
            <pc:docMk/>
            <pc:sldMk cId="548847966" sldId="562"/>
            <ac:picMk id="6" creationId="{A37CC024-52CF-AF1F-E2E6-F5054FC49F3D}"/>
          </ac:picMkLst>
        </pc:picChg>
        <pc:picChg chg="add del mod">
          <ac:chgData name="Xin Xin" userId="9ff0c946-7f3c-4192-98c1-6be932ce2bce" providerId="ADAL" clId="{EC370BB4-30E8-4AD9-890D-521920E8CA56}" dt="2024-01-08T06:24:12.033" v="871" actId="478"/>
          <ac:picMkLst>
            <pc:docMk/>
            <pc:sldMk cId="548847966" sldId="562"/>
            <ac:picMk id="7" creationId="{6F143E88-5365-A68A-7CF8-AEF16E4884A2}"/>
          </ac:picMkLst>
        </pc:picChg>
        <pc:picChg chg="add del">
          <ac:chgData name="Xin Xin" userId="9ff0c946-7f3c-4192-98c1-6be932ce2bce" providerId="ADAL" clId="{EC370BB4-30E8-4AD9-890D-521920E8CA56}" dt="2024-01-08T06:23:04.728" v="853"/>
          <ac:picMkLst>
            <pc:docMk/>
            <pc:sldMk cId="548847966" sldId="562"/>
            <ac:picMk id="3074" creationId="{9C35B14C-42F8-5E37-5436-70FEA7B38DB1}"/>
          </ac:picMkLst>
        </pc:picChg>
      </pc:sldChg>
      <pc:sldChg chg="addSp modSp add mod">
        <pc:chgData name="Xin Xin" userId="9ff0c946-7f3c-4192-98c1-6be932ce2bce" providerId="ADAL" clId="{EC370BB4-30E8-4AD9-890D-521920E8CA56}" dt="2024-01-08T06:29:11.119" v="931" actId="14100"/>
        <pc:sldMkLst>
          <pc:docMk/>
          <pc:sldMk cId="3086478133" sldId="563"/>
        </pc:sldMkLst>
        <pc:spChg chg="mod">
          <ac:chgData name="Xin Xin" userId="9ff0c946-7f3c-4192-98c1-6be932ce2bce" providerId="ADAL" clId="{EC370BB4-30E8-4AD9-890D-521920E8CA56}" dt="2024-01-08T06:29:11.119" v="931" actId="14100"/>
          <ac:spMkLst>
            <pc:docMk/>
            <pc:sldMk cId="3086478133" sldId="563"/>
            <ac:spMk id="3" creationId="{4E1719AE-B1B9-90B4-C7A9-C40C5C5D0FA8}"/>
          </ac:spMkLst>
        </pc:spChg>
        <pc:picChg chg="mod">
          <ac:chgData name="Xin Xin" userId="9ff0c946-7f3c-4192-98c1-6be932ce2bce" providerId="ADAL" clId="{EC370BB4-30E8-4AD9-890D-521920E8CA56}" dt="2024-01-08T06:28:05.075" v="923" actId="1076"/>
          <ac:picMkLst>
            <pc:docMk/>
            <pc:sldMk cId="3086478133" sldId="563"/>
            <ac:picMk id="5" creationId="{10A44BC0-4C6E-4513-0A47-AF4B4232CA94}"/>
          </ac:picMkLst>
        </pc:picChg>
        <pc:picChg chg="mod">
          <ac:chgData name="Xin Xin" userId="9ff0c946-7f3c-4192-98c1-6be932ce2bce" providerId="ADAL" clId="{EC370BB4-30E8-4AD9-890D-521920E8CA56}" dt="2024-01-08T06:27:57.443" v="919" actId="1076"/>
          <ac:picMkLst>
            <pc:docMk/>
            <pc:sldMk cId="3086478133" sldId="563"/>
            <ac:picMk id="6" creationId="{A37CC024-52CF-AF1F-E2E6-F5054FC49F3D}"/>
          </ac:picMkLst>
        </pc:picChg>
        <pc:picChg chg="mod">
          <ac:chgData name="Xin Xin" userId="9ff0c946-7f3c-4192-98c1-6be932ce2bce" providerId="ADAL" clId="{EC370BB4-30E8-4AD9-890D-521920E8CA56}" dt="2024-01-08T06:27:59.906" v="920" actId="1076"/>
          <ac:picMkLst>
            <pc:docMk/>
            <pc:sldMk cId="3086478133" sldId="563"/>
            <ac:picMk id="7" creationId="{6F143E88-5365-A68A-7CF8-AEF16E4884A2}"/>
          </ac:picMkLst>
        </pc:picChg>
        <pc:picChg chg="add mod">
          <ac:chgData name="Xin Xin" userId="9ff0c946-7f3c-4192-98c1-6be932ce2bce" providerId="ADAL" clId="{EC370BB4-30E8-4AD9-890D-521920E8CA56}" dt="2024-01-08T06:28:07.202" v="924" actId="1076"/>
          <ac:picMkLst>
            <pc:docMk/>
            <pc:sldMk cId="3086478133" sldId="563"/>
            <ac:picMk id="8" creationId="{D8442297-C4C2-7EFA-BA08-092ECCE76AFE}"/>
          </ac:picMkLst>
        </pc:picChg>
        <pc:picChg chg="add mod">
          <ac:chgData name="Xin Xin" userId="9ff0c946-7f3c-4192-98c1-6be932ce2bce" providerId="ADAL" clId="{EC370BB4-30E8-4AD9-890D-521920E8CA56}" dt="2024-01-08T06:27:38.691" v="907" actId="1076"/>
          <ac:picMkLst>
            <pc:docMk/>
            <pc:sldMk cId="3086478133" sldId="563"/>
            <ac:picMk id="9" creationId="{D2B040B9-E6F8-7EEE-AD8D-1B42CBC9BD3C}"/>
          </ac:picMkLst>
        </pc:picChg>
        <pc:picChg chg="add mod">
          <ac:chgData name="Xin Xin" userId="9ff0c946-7f3c-4192-98c1-6be932ce2bce" providerId="ADAL" clId="{EC370BB4-30E8-4AD9-890D-521920E8CA56}" dt="2024-01-08T06:28:18.833" v="927" actId="14100"/>
          <ac:picMkLst>
            <pc:docMk/>
            <pc:sldMk cId="3086478133" sldId="563"/>
            <ac:picMk id="10" creationId="{409BFC85-8927-47AC-99B7-EDB04D390ABB}"/>
          </ac:picMkLst>
        </pc:picChg>
        <pc:picChg chg="add mod">
          <ac:chgData name="Xin Xin" userId="9ff0c946-7f3c-4192-98c1-6be932ce2bce" providerId="ADAL" clId="{EC370BB4-30E8-4AD9-890D-521920E8CA56}" dt="2024-01-08T06:28:11.108" v="925" actId="1076"/>
          <ac:picMkLst>
            <pc:docMk/>
            <pc:sldMk cId="3086478133" sldId="563"/>
            <ac:picMk id="11" creationId="{2D257FE9-B0E0-91D3-728D-27B5BE8A7474}"/>
          </ac:picMkLst>
        </pc:picChg>
        <pc:picChg chg="add mod">
          <ac:chgData name="Xin Xin" userId="9ff0c946-7f3c-4192-98c1-6be932ce2bce" providerId="ADAL" clId="{EC370BB4-30E8-4AD9-890D-521920E8CA56}" dt="2024-01-08T06:27:54.989" v="917" actId="1076"/>
          <ac:picMkLst>
            <pc:docMk/>
            <pc:sldMk cId="3086478133" sldId="563"/>
            <ac:picMk id="12" creationId="{0C4192BD-09C3-C9B1-3C1B-362EFD7E3478}"/>
          </ac:picMkLst>
        </pc:picChg>
        <pc:picChg chg="add mod">
          <ac:chgData name="Xin Xin" userId="9ff0c946-7f3c-4192-98c1-6be932ce2bce" providerId="ADAL" clId="{EC370BB4-30E8-4AD9-890D-521920E8CA56}" dt="2024-01-08T06:27:56.251" v="918" actId="1076"/>
          <ac:picMkLst>
            <pc:docMk/>
            <pc:sldMk cId="3086478133" sldId="563"/>
            <ac:picMk id="13" creationId="{7630C472-1271-CFE7-79E4-CBC72E21DD33}"/>
          </ac:picMkLst>
        </pc:picChg>
      </pc:sldChg>
      <pc:sldChg chg="addSp delSp modSp add mod modNotesTx">
        <pc:chgData name="Xin Xin" userId="9ff0c946-7f3c-4192-98c1-6be932ce2bce" providerId="ADAL" clId="{EC370BB4-30E8-4AD9-890D-521920E8CA56}" dt="2024-01-09T16:38:14.567" v="3218" actId="20577"/>
        <pc:sldMkLst>
          <pc:docMk/>
          <pc:sldMk cId="1864819173" sldId="564"/>
        </pc:sldMkLst>
        <pc:spChg chg="mod">
          <ac:chgData name="Xin Xin" userId="9ff0c946-7f3c-4192-98c1-6be932ce2bce" providerId="ADAL" clId="{EC370BB4-30E8-4AD9-890D-521920E8CA56}" dt="2024-01-08T10:29:38.104" v="2710"/>
          <ac:spMkLst>
            <pc:docMk/>
            <pc:sldMk cId="1864819173" sldId="564"/>
            <ac:spMk id="4" creationId="{85F22E98-F813-9C21-11F6-A0BF157774E9}"/>
          </ac:spMkLst>
        </pc:spChg>
        <pc:graphicFrameChg chg="add mod modGraphic">
          <ac:chgData name="Xin Xin" userId="9ff0c946-7f3c-4192-98c1-6be932ce2bce" providerId="ADAL" clId="{EC370BB4-30E8-4AD9-890D-521920E8CA56}" dt="2024-01-09T16:38:14.567" v="3218" actId="20577"/>
          <ac:graphicFrameMkLst>
            <pc:docMk/>
            <pc:sldMk cId="1864819173" sldId="564"/>
            <ac:graphicFrameMk id="2" creationId="{420B2760-3B3B-934D-CE40-27B5C0A60A79}"/>
          </ac:graphicFrameMkLst>
        </pc:graphicFrameChg>
        <pc:graphicFrameChg chg="del modGraphic">
          <ac:chgData name="Xin Xin" userId="9ff0c946-7f3c-4192-98c1-6be932ce2bce" providerId="ADAL" clId="{EC370BB4-30E8-4AD9-890D-521920E8CA56}" dt="2024-01-08T06:55:51.718" v="1446" actId="478"/>
          <ac:graphicFrameMkLst>
            <pc:docMk/>
            <pc:sldMk cId="1864819173" sldId="564"/>
            <ac:graphicFrameMk id="32" creationId="{2FD6D1B3-E0FA-7899-38AD-1ECFD87D18ED}"/>
          </ac:graphicFrameMkLst>
        </pc:graphicFrameChg>
      </pc:sldChg>
      <pc:sldChg chg="addSp delSp modSp add mod modNotesTx">
        <pc:chgData name="Xin Xin" userId="9ff0c946-7f3c-4192-98c1-6be932ce2bce" providerId="ADAL" clId="{EC370BB4-30E8-4AD9-890D-521920E8CA56}" dt="2024-01-08T09:38:45.145" v="2679" actId="6549"/>
        <pc:sldMkLst>
          <pc:docMk/>
          <pc:sldMk cId="4285583163" sldId="565"/>
        </pc:sldMkLst>
        <pc:spChg chg="add del">
          <ac:chgData name="Xin Xin" userId="9ff0c946-7f3c-4192-98c1-6be932ce2bce" providerId="ADAL" clId="{EC370BB4-30E8-4AD9-890D-521920E8CA56}" dt="2024-01-08T07:34:50.688" v="1980"/>
          <ac:spMkLst>
            <pc:docMk/>
            <pc:sldMk cId="4285583163" sldId="565"/>
            <ac:spMk id="2" creationId="{953D76D0-9C06-DEDD-7C20-33297B512611}"/>
          </ac:spMkLst>
        </pc:spChg>
        <pc:spChg chg="mod">
          <ac:chgData name="Xin Xin" userId="9ff0c946-7f3c-4192-98c1-6be932ce2bce" providerId="ADAL" clId="{EC370BB4-30E8-4AD9-890D-521920E8CA56}" dt="2024-01-08T07:37:55.439" v="2057" actId="20577"/>
          <ac:spMkLst>
            <pc:docMk/>
            <pc:sldMk cId="4285583163" sldId="565"/>
            <ac:spMk id="4" creationId="{85F22E98-F813-9C21-11F6-A0BF157774E9}"/>
          </ac:spMkLst>
        </pc:spChg>
        <pc:spChg chg="mod">
          <ac:chgData name="Xin Xin" userId="9ff0c946-7f3c-4192-98c1-6be932ce2bce" providerId="ADAL" clId="{EC370BB4-30E8-4AD9-890D-521920E8CA56}" dt="2024-01-08T07:37:39.534" v="2056" actId="21"/>
          <ac:spMkLst>
            <pc:docMk/>
            <pc:sldMk cId="4285583163" sldId="565"/>
            <ac:spMk id="35" creationId="{F6F72CF4-0CDC-C169-2CC3-DF221DBFDCA1}"/>
          </ac:spMkLst>
        </pc:spChg>
      </pc:sldChg>
      <pc:sldChg chg="new del">
        <pc:chgData name="Xin Xin" userId="9ff0c946-7f3c-4192-98c1-6be932ce2bce" providerId="ADAL" clId="{EC370BB4-30E8-4AD9-890D-521920E8CA56}" dt="2024-01-08T14:42:34.228" v="3089" actId="47"/>
        <pc:sldMkLst>
          <pc:docMk/>
          <pc:sldMk cId="1442343595" sldId="566"/>
        </pc:sldMkLst>
      </pc:sldChg>
      <pc:sldChg chg="modSp add del mod">
        <pc:chgData name="Xin Xin" userId="9ff0c946-7f3c-4192-98c1-6be932ce2bce" providerId="ADAL" clId="{EC370BB4-30E8-4AD9-890D-521920E8CA56}" dt="2024-01-08T07:25:40.919" v="1922" actId="47"/>
        <pc:sldMkLst>
          <pc:docMk/>
          <pc:sldMk cId="4215190468" sldId="956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4215190468" sldId="956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4215190468" sldId="956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07:27:11.013" v="1931" actId="47"/>
        <pc:sldMkLst>
          <pc:docMk/>
          <pc:sldMk cId="2692581944" sldId="957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692581944" sldId="957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692581944" sldId="957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3.915" v="1763" actId="27636"/>
          <ac:spMkLst>
            <pc:docMk/>
            <pc:sldMk cId="2692581944" sldId="957"/>
            <ac:spMk id="664" creationId="{DCE6B56E-C2B5-5B4B-AB11-E2D353C0D14D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692581944" sldId="957"/>
            <ac:spMk id="665" creationId="{56DCFF71-4A93-554C-87E6-E1CF58A6C86F}"/>
          </ac:spMkLst>
        </pc:spChg>
        <pc:spChg chg="mod">
          <ac:chgData name="Xin Xin" userId="9ff0c946-7f3c-4192-98c1-6be932ce2bce" providerId="ADAL" clId="{EC370BB4-30E8-4AD9-890D-521920E8CA56}" dt="2024-01-08T07:22:13.912" v="1762" actId="27636"/>
          <ac:spMkLst>
            <pc:docMk/>
            <pc:sldMk cId="2692581944" sldId="957"/>
            <ac:spMk id="872" creationId="{5F6F3EFF-3938-B04A-9425-41262E778239}"/>
          </ac:spMkLst>
        </pc:spChg>
      </pc:sldChg>
      <pc:sldChg chg="modSp add del mod">
        <pc:chgData name="Xin Xin" userId="9ff0c946-7f3c-4192-98c1-6be932ce2bce" providerId="ADAL" clId="{EC370BB4-30E8-4AD9-890D-521920E8CA56}" dt="2024-01-08T07:27:19.684" v="1932" actId="47"/>
        <pc:sldMkLst>
          <pc:docMk/>
          <pc:sldMk cId="533023549" sldId="958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533023549" sldId="958"/>
            <ac:spMk id="2" creationId="{03B62AB8-B4D6-B043-ABA8-88BB01847B5D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533023549" sldId="958"/>
            <ac:spMk id="3" creationId="{D71DF906-FC3F-E54F-AF2B-B76A3BBE1E70}"/>
          </ac:spMkLst>
        </pc:spChg>
      </pc:sldChg>
      <pc:sldChg chg="modSp add del mod ord">
        <pc:chgData name="Xin Xin" userId="9ff0c946-7f3c-4192-98c1-6be932ce2bce" providerId="ADAL" clId="{EC370BB4-30E8-4AD9-890D-521920E8CA56}" dt="2024-01-08T14:42:31.718" v="3087" actId="47"/>
        <pc:sldMkLst>
          <pc:docMk/>
          <pc:sldMk cId="178774210" sldId="959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78774210" sldId="959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78774210" sldId="959"/>
            <ac:spMk id="3" creationId="{288366B7-1FF0-134B-B419-0A5A82710974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178774210" sldId="959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07:31:26.416" v="1963" actId="47"/>
        <pc:sldMkLst>
          <pc:docMk/>
          <pc:sldMk cId="2955511339" sldId="961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955511339" sldId="961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955511339" sldId="961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609794141" sldId="962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609794141" sldId="962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609794141" sldId="962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1958923006" sldId="963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958923006" sldId="963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1958923006" sldId="963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933442144" sldId="964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933442144" sldId="964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933442144" sldId="964"/>
            <ac:spMk id="6" creationId="{5C89035B-463A-1E40-A130-AE9AA3E37667}"/>
          </ac:spMkLst>
        </pc:spChg>
      </pc:sldChg>
      <pc:sldChg chg="modSp add mod modAnim">
        <pc:chgData name="Xin Xin" userId="9ff0c946-7f3c-4192-98c1-6be932ce2bce" providerId="ADAL" clId="{EC370BB4-30E8-4AD9-890D-521920E8CA56}" dt="2024-01-08T14:40:14.505" v="3080" actId="20577"/>
        <pc:sldMkLst>
          <pc:docMk/>
          <pc:sldMk cId="1246861303" sldId="965"/>
        </pc:sldMkLst>
        <pc:spChg chg="mod">
          <ac:chgData name="Xin Xin" userId="9ff0c946-7f3c-4192-98c1-6be932ce2bce" providerId="ADAL" clId="{EC370BB4-30E8-4AD9-890D-521920E8CA56}" dt="2024-01-08T07:32:28.046" v="1966"/>
          <ac:spMkLst>
            <pc:docMk/>
            <pc:sldMk cId="1246861303" sldId="965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14:40:14.505" v="3080" actId="20577"/>
          <ac:spMkLst>
            <pc:docMk/>
            <pc:sldMk cId="1246861303" sldId="965"/>
            <ac:spMk id="640" creationId="{CAE1DAE5-E210-1642-9C4E-115EA6D0718E}"/>
          </ac:spMkLst>
        </pc:spChg>
      </pc:sldChg>
      <pc:sldChg chg="modSp add del">
        <pc:chgData name="Xin Xin" userId="9ff0c946-7f3c-4192-98c1-6be932ce2bce" providerId="ADAL" clId="{EC370BB4-30E8-4AD9-890D-521920E8CA56}" dt="2024-01-08T07:32:25.295" v="1965" actId="2696"/>
        <pc:sldMkLst>
          <pc:docMk/>
          <pc:sldMk cId="4133981228" sldId="965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4133981228" sldId="965"/>
            <ac:spMk id="6" creationId="{5C89035B-463A-1E40-A130-AE9AA3E37667}"/>
          </ac:spMkLst>
        </pc:spChg>
      </pc:sldChg>
      <pc:sldChg chg="modSp add mod">
        <pc:chgData name="Xin Xin" userId="9ff0c946-7f3c-4192-98c1-6be932ce2bce" providerId="ADAL" clId="{EC370BB4-30E8-4AD9-890D-521920E8CA56}" dt="2024-01-08T09:40:37.055" v="2690" actId="14100"/>
        <pc:sldMkLst>
          <pc:docMk/>
          <pc:sldMk cId="107693820" sldId="966"/>
        </pc:sldMkLst>
        <pc:spChg chg="mod">
          <ac:chgData name="Xin Xin" userId="9ff0c946-7f3c-4192-98c1-6be932ce2bce" providerId="ADAL" clId="{EC370BB4-30E8-4AD9-890D-521920E8CA56}" dt="2024-01-08T07:32:28.046" v="1966"/>
          <ac:spMkLst>
            <pc:docMk/>
            <pc:sldMk cId="107693820" sldId="966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9:40:37.055" v="2690" actId="14100"/>
          <ac:spMkLst>
            <pc:docMk/>
            <pc:sldMk cId="107693820" sldId="966"/>
            <ac:spMk id="35" creationId="{CED6763B-8C95-A249-B406-399CD97D3BBA}"/>
          </ac:spMkLst>
        </pc:spChg>
        <pc:spChg chg="mod">
          <ac:chgData name="Xin Xin" userId="9ff0c946-7f3c-4192-98c1-6be932ce2bce" providerId="ADAL" clId="{EC370BB4-30E8-4AD9-890D-521920E8CA56}" dt="2024-01-08T07:32:28.240" v="1967" actId="27636"/>
          <ac:spMkLst>
            <pc:docMk/>
            <pc:sldMk cId="107693820" sldId="966"/>
            <ac:spMk id="642" creationId="{42E83185-879F-5940-902F-C059E5776B03}"/>
          </ac:spMkLst>
        </pc:spChg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647693326" sldId="966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647693326" sldId="966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647693326" sldId="966"/>
            <ac:spMk id="642" creationId="{42E83185-879F-5940-902F-C059E5776B03}"/>
          </ac:spMkLst>
        </pc:spChg>
      </pc:sldChg>
      <pc:sldChg chg="modSp add mod">
        <pc:chgData name="Xin Xin" userId="9ff0c946-7f3c-4192-98c1-6be932ce2bce" providerId="ADAL" clId="{EC370BB4-30E8-4AD9-890D-521920E8CA56}" dt="2024-01-08T07:32:28.388" v="1968" actId="27636"/>
        <pc:sldMkLst>
          <pc:docMk/>
          <pc:sldMk cId="1160441430" sldId="967"/>
        </pc:sldMkLst>
        <pc:spChg chg="mod">
          <ac:chgData name="Xin Xin" userId="9ff0c946-7f3c-4192-98c1-6be932ce2bce" providerId="ADAL" clId="{EC370BB4-30E8-4AD9-890D-521920E8CA56}" dt="2024-01-08T07:32:28.388" v="1968" actId="27636"/>
          <ac:spMkLst>
            <pc:docMk/>
            <pc:sldMk cId="1160441430" sldId="967"/>
            <ac:spMk id="3" creationId="{66DAEE93-D7C7-5A4A-AB8B-951DDF4E15F0}"/>
          </ac:spMkLst>
        </pc:spChg>
        <pc:spChg chg="mod">
          <ac:chgData name="Xin Xin" userId="9ff0c946-7f3c-4192-98c1-6be932ce2bce" providerId="ADAL" clId="{EC370BB4-30E8-4AD9-890D-521920E8CA56}" dt="2024-01-08T07:32:28.046" v="1966"/>
          <ac:spMkLst>
            <pc:docMk/>
            <pc:sldMk cId="1160441430" sldId="967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446553518" sldId="967"/>
        </pc:sldMkLst>
        <pc:spChg chg="mod">
          <ac:chgData name="Xin Xin" userId="9ff0c946-7f3c-4192-98c1-6be932ce2bce" providerId="ADAL" clId="{EC370BB4-30E8-4AD9-890D-521920E8CA56}" dt="2024-01-08T07:22:13.979" v="1764" actId="27636"/>
          <ac:spMkLst>
            <pc:docMk/>
            <pc:sldMk cId="2446553518" sldId="967"/>
            <ac:spMk id="3" creationId="{66DAEE93-D7C7-5A4A-AB8B-951DDF4E15F0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446553518" sldId="967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251227092" sldId="968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251227092" sldId="968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1251227092" sldId="968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154648514" sldId="969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4154648514" sldId="969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4154648514" sldId="969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3.984" v="1765" actId="27636"/>
          <ac:spMkLst>
            <pc:docMk/>
            <pc:sldMk cId="4154648514" sldId="969"/>
            <ac:spMk id="496" creationId="{75FB7291-DE91-BB43-84BC-D0298124FC57}"/>
          </ac:spMkLst>
        </pc:spChg>
        <pc:spChg chg="mod">
          <ac:chgData name="Xin Xin" userId="9ff0c946-7f3c-4192-98c1-6be932ce2bce" providerId="ADAL" clId="{EC370BB4-30E8-4AD9-890D-521920E8CA56}" dt="2024-01-08T07:22:13.985" v="1766" actId="27636"/>
          <ac:spMkLst>
            <pc:docMk/>
            <pc:sldMk cId="4154648514" sldId="969"/>
            <ac:spMk id="642" creationId="{42E83185-879F-5940-902F-C059E5776B03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346501482" sldId="970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3346501482" sldId="970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3346501482" sldId="970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767517223" sldId="973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1767517223" sldId="973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767517223" sldId="973"/>
            <ac:spMk id="611" creationId="{C9770F09-EBB8-174E-A6FB-4752E1D92580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067777870" sldId="974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067777870" sldId="974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067777870" sldId="974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686971569" sldId="975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686971569" sldId="975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686971569" sldId="975"/>
            <ac:spMk id="611" creationId="{C9770F09-EBB8-174E-A6FB-4752E1D92580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76902241" sldId="976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576902241" sldId="976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576902241" sldId="976"/>
            <ac:spMk id="611" creationId="{C9770F09-EBB8-174E-A6FB-4752E1D92580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86875326" sldId="977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386875326" sldId="977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386875326" sldId="977"/>
            <ac:spMk id="611" creationId="{C9770F09-EBB8-174E-A6FB-4752E1D92580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008086356" sldId="978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3008086356" sldId="978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3008086356" sldId="978"/>
            <ac:spMk id="611" creationId="{C9770F09-EBB8-174E-A6FB-4752E1D92580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227531169" sldId="979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227531169" sldId="979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227531169" sldId="979"/>
            <ac:spMk id="611" creationId="{C9770F09-EBB8-174E-A6FB-4752E1D92580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261154658" sldId="980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4261154658" sldId="980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4261154658" sldId="980"/>
            <ac:spMk id="611" creationId="{C9770F09-EBB8-174E-A6FB-4752E1D92580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389753227" sldId="981"/>
        </pc:sldMkLst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1389753227" sldId="981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389753227" sldId="981"/>
            <ac:spMk id="611" creationId="{C9770F09-EBB8-174E-A6FB-4752E1D92580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688356377" sldId="982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3688356377" sldId="982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3688356377" sldId="982"/>
            <ac:spMk id="3" creationId="{66DAEE93-D7C7-5A4A-AB8B-951DDF4E15F0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3688356377" sldId="982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98388145" sldId="983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598388145" sldId="983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598388145" sldId="983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403095897" sldId="984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403095897" sldId="984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1403095897" sldId="984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192521579" sldId="985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192521579" sldId="985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1192521579" sldId="985"/>
            <ac:spMk id="5" creationId="{952F2407-C642-7348-A8D7-43AB1BBE8A6A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1192521579" sldId="985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997576614" sldId="986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3997576614" sldId="986"/>
            <ac:spMk id="3" creationId="{66DAEE93-D7C7-5A4A-AB8B-951DDF4E15F0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3997576614" sldId="986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188746582" sldId="987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188746582" sldId="987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188746582" sldId="987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188746582" sldId="987"/>
            <ac:spMk id="181" creationId="{22797A37-2981-B84F-A949-A6F05BC23F76}"/>
          </ac:spMkLst>
        </pc:spChg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747047901" sldId="988"/>
        </pc:sldMkLst>
        <pc:spChg chg="mod">
          <ac:chgData name="Xin Xin" userId="9ff0c946-7f3c-4192-98c1-6be932ce2bce" providerId="ADAL" clId="{EC370BB4-30E8-4AD9-890D-521920E8CA56}" dt="2024-01-08T07:22:12.073" v="1760"/>
          <ac:spMkLst>
            <pc:docMk/>
            <pc:sldMk cId="2747047901" sldId="988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07:22:03.892" v="1720"/>
          <ac:spMkLst>
            <pc:docMk/>
            <pc:sldMk cId="2747047901" sldId="988"/>
            <ac:spMk id="6" creationId="{5C89035B-463A-1E40-A130-AE9AA3E37667}"/>
          </ac:spMkLst>
        </pc:spChg>
      </pc:sldChg>
      <pc:sldChg chg="addSp delSp modSp new add del mod">
        <pc:chgData name="Xin Xin" userId="9ff0c946-7f3c-4192-98c1-6be932ce2bce" providerId="ADAL" clId="{EC370BB4-30E8-4AD9-890D-521920E8CA56}" dt="2024-01-09T05:48:44.643" v="3158" actId="5793"/>
        <pc:sldMkLst>
          <pc:docMk/>
          <pc:sldMk cId="3052515236" sldId="989"/>
        </pc:sldMkLst>
        <pc:spChg chg="del">
          <ac:chgData name="Xin Xin" userId="9ff0c946-7f3c-4192-98c1-6be932ce2bce" providerId="ADAL" clId="{EC370BB4-30E8-4AD9-890D-521920E8CA56}" dt="2024-01-08T09:39:37.567" v="2689" actId="478"/>
          <ac:spMkLst>
            <pc:docMk/>
            <pc:sldMk cId="3052515236" sldId="989"/>
            <ac:spMk id="2" creationId="{AEECDCDA-EF60-EDB8-28DB-867A0CD36CD3}"/>
          </ac:spMkLst>
        </pc:spChg>
        <pc:spChg chg="mod">
          <ac:chgData name="Xin Xin" userId="9ff0c946-7f3c-4192-98c1-6be932ce2bce" providerId="ADAL" clId="{EC370BB4-30E8-4AD9-890D-521920E8CA56}" dt="2024-01-09T05:48:44.643" v="3158" actId="5793"/>
          <ac:spMkLst>
            <pc:docMk/>
            <pc:sldMk cId="3052515236" sldId="989"/>
            <ac:spMk id="3" creationId="{7C9E5DE9-7171-ABE8-14FC-CDF4D427C3E8}"/>
          </ac:spMkLst>
        </pc:spChg>
        <pc:spChg chg="add mod">
          <ac:chgData name="Xin Xin" userId="9ff0c946-7f3c-4192-98c1-6be932ce2bce" providerId="ADAL" clId="{EC370BB4-30E8-4AD9-890D-521920E8CA56}" dt="2024-01-09T05:48:17.781" v="3156" actId="14100"/>
          <ac:spMkLst>
            <pc:docMk/>
            <pc:sldMk cId="3052515236" sldId="989"/>
            <ac:spMk id="5" creationId="{5C0DBBE3-FC6B-25D4-1813-2EBD68F50C41}"/>
          </ac:spMkLst>
        </pc:spChg>
      </pc:sldChg>
      <pc:sldChg chg="addSp delSp modSp add mod modAnim">
        <pc:chgData name="Xin Xin" userId="9ff0c946-7f3c-4192-98c1-6be932ce2bce" providerId="ADAL" clId="{EC370BB4-30E8-4AD9-890D-521920E8CA56}" dt="2024-01-08T07:31:18.893" v="1962"/>
        <pc:sldMkLst>
          <pc:docMk/>
          <pc:sldMk cId="2964609195" sldId="990"/>
        </pc:sldMkLst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3" creationId="{1B7B1B58-DC4A-17D9-6D8A-39C59805A5AE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5" creationId="{D5F0FC91-1C2D-E19B-8EDA-3642E06B1057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6" creationId="{54154A83-AA2F-C52E-2F6D-22B23EB5BB16}"/>
          </ac:spMkLst>
        </pc:spChg>
        <pc:spChg chg="del">
          <ac:chgData name="Xin Xin" userId="9ff0c946-7f3c-4192-98c1-6be932ce2bce" providerId="ADAL" clId="{EC370BB4-30E8-4AD9-890D-521920E8CA56}" dt="2024-01-08T07:30:11.445" v="1946" actId="478"/>
          <ac:spMkLst>
            <pc:docMk/>
            <pc:sldMk cId="2964609195" sldId="990"/>
            <ac:spMk id="7" creationId="{8E30D067-9FBC-F6CC-1B72-997E65450AAB}"/>
          </ac:spMkLst>
        </pc:spChg>
        <pc:spChg chg="del">
          <ac:chgData name="Xin Xin" userId="9ff0c946-7f3c-4192-98c1-6be932ce2bce" providerId="ADAL" clId="{EC370BB4-30E8-4AD9-890D-521920E8CA56}" dt="2024-01-08T07:30:11.445" v="1946" actId="478"/>
          <ac:spMkLst>
            <pc:docMk/>
            <pc:sldMk cId="2964609195" sldId="990"/>
            <ac:spMk id="8" creationId="{12D8C979-B57B-B027-6C24-C40DC49623EB}"/>
          </ac:spMkLst>
        </pc:spChg>
        <pc:spChg chg="mod">
          <ac:chgData name="Xin Xin" userId="9ff0c946-7f3c-4192-98c1-6be932ce2bce" providerId="ADAL" clId="{EC370BB4-30E8-4AD9-890D-521920E8CA56}" dt="2024-01-08T07:31:18.893" v="1962"/>
          <ac:spMkLst>
            <pc:docMk/>
            <pc:sldMk cId="2964609195" sldId="990"/>
            <ac:spMk id="9" creationId="{A08BE53F-A6E9-D736-471F-06308D230090}"/>
          </ac:spMkLst>
        </pc:spChg>
        <pc:spChg chg="del">
          <ac:chgData name="Xin Xin" userId="9ff0c946-7f3c-4192-98c1-6be932ce2bce" providerId="ADAL" clId="{EC370BB4-30E8-4AD9-890D-521920E8CA56}" dt="2024-01-08T07:30:11.445" v="1946" actId="478"/>
          <ac:spMkLst>
            <pc:docMk/>
            <pc:sldMk cId="2964609195" sldId="990"/>
            <ac:spMk id="586" creationId="{3A3D002F-0B4A-FD96-1635-93E27C079F2C}"/>
          </ac:spMkLst>
        </pc:spChg>
        <pc:spChg chg="del">
          <ac:chgData name="Xin Xin" userId="9ff0c946-7f3c-4192-98c1-6be932ce2bce" providerId="ADAL" clId="{EC370BB4-30E8-4AD9-890D-521920E8CA56}" dt="2024-01-08T07:30:14.999" v="1949" actId="478"/>
          <ac:spMkLst>
            <pc:docMk/>
            <pc:sldMk cId="2964609195" sldId="990"/>
            <ac:spMk id="588" creationId="{BD76A7E6-94B6-3236-937C-6A75B69BAE8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589" creationId="{1EB638D4-7AFE-5142-CC72-10C3DCD3E04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590" creationId="{5704D945-73AC-BD05-733B-188B74F99812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591" creationId="{3E3ADECE-802B-AA90-E656-03A627F705F1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592" creationId="{EF51802E-F2ED-4AF1-A338-39D715F44481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593" creationId="{DEAB3C7C-10AC-2E42-833B-3A5C30B02A60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594" creationId="{AC66BBFA-3E94-A323-DCBD-FE930D3C1963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595" creationId="{5A28CFB0-1DD8-FA74-1FE1-1AABDE707C7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597" creationId="{ED14106B-A8C0-7941-6F38-3D7369A5CDF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598" creationId="{CB06BD8A-3878-A92C-D59A-1E3090D8C37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06" creationId="{385F352D-04C0-12DA-0667-EA6299B142F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07" creationId="{70D5594A-01AE-5936-8A3F-5BED42BEE152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614" creationId="{4F4E1689-2B2E-70EA-0B1B-33F78372C7AF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615" creationId="{990B13F6-75DA-2FAA-FDBF-F8732BB10F97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616" creationId="{B79D6485-2E29-A451-187A-02C54D3230D1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617" creationId="{7CEA2BA3-7A25-3154-4FFE-5595B843F7B6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618" creationId="{16FCED43-7B03-646C-897F-A1167F082516}"/>
          </ac:spMkLst>
        </pc:spChg>
        <pc:spChg chg="add del mod">
          <ac:chgData name="Xin Xin" userId="9ff0c946-7f3c-4192-98c1-6be932ce2bce" providerId="ADAL" clId="{EC370BB4-30E8-4AD9-890D-521920E8CA56}" dt="2024-01-08T07:30:31.732" v="1950" actId="478"/>
          <ac:spMkLst>
            <pc:docMk/>
            <pc:sldMk cId="2964609195" sldId="990"/>
            <ac:spMk id="619" creationId="{21824629-96B0-8480-ABFA-31CD0834506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37" creationId="{7629EC09-FD3F-F8A2-1230-EF5E031D48E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38" creationId="{FA97FB38-B63E-9267-B90A-32EE37244A9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39" creationId="{06BD7DC0-C7AB-2F80-92E8-EDE0FC2E569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0" creationId="{40704E1A-E48F-F2BF-C12D-B2B81CC1230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1" creationId="{A8C9F5A2-1EFE-5129-A1B2-75A690ED64F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2" creationId="{126B9239-7431-87DA-011A-6F952EB5A21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3" creationId="{F20C4056-E12C-64DC-42B9-9F36D3483B6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4" creationId="{25C8E336-52F9-5B63-CAF1-EE43C4A7130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5" creationId="{FDD7FAA2-CE2F-8D82-0977-4DC360E77EB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6" creationId="{E4833241-F8B0-7BB2-7279-5B97C0BC0C4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7" creationId="{86CCB520-9EEA-077B-F78A-0B14F380732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8" creationId="{2AE4B6C1-8ECB-6834-B9D4-66A44EDF1FA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49" creationId="{64283727-677C-3946-6A3E-C485BF9AEA5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50" creationId="{5A5A2848-C0A2-C743-0DF0-E539A74C0BE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51" creationId="{40325C51-DEFF-84B5-A309-1A57EE10DEF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60" creationId="{FF5C86DE-F67F-D996-1BFA-950F4F13C46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61" creationId="{676B20F4-2611-BECA-7BCD-2AFC8061B8A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73" creationId="{EA49611F-A6D3-D8C2-9282-80A5D1F7578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75" creationId="{0BD0F25A-2F8C-E7EE-C020-691B017613A5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76" creationId="{7C777AB3-4404-F461-D860-FDA47153F5C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77" creationId="{6A30F7AA-95A5-6635-84B2-E53AEE6382F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78" creationId="{40E3AC4F-761A-0FF1-A6F1-C0E61DC7FD4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79" creationId="{A5067527-72A8-213B-8B32-CEF8756182B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0" creationId="{43F2108A-B4DF-6DDC-BBA3-79EAA2D4027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2" creationId="{8C5BA2D9-E56F-0929-E59D-A2308D18FFF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3" creationId="{CE3AF379-D0A6-4E1A-A097-05BFD3637FA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4" creationId="{5A2CF454-B85C-0BFA-F9CE-AD26AFBD6A9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5" creationId="{FEC175C7-506A-F4A6-3439-5FD76101BD3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6" creationId="{F4869ECE-7CAD-2734-B40A-844B7BED553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7" creationId="{E9FDF992-8F06-CCD7-91CE-158460B9DD9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8" creationId="{B90B7F56-DD29-F7FD-1CC2-9D78E64B0E6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89" creationId="{6A8B675E-3C0D-88D6-593F-C32BC623178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90" creationId="{A7829E7E-0330-CB04-A1FA-2B77EFA560A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91" creationId="{DA816AF6-7E93-0889-1AD8-FB62FCD1CBD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92" creationId="{2B630601-254B-E82A-0C78-1C670087593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693" creationId="{ADC880CE-20B1-A3A2-795A-0723FB359D5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03" creationId="{9700F3D8-DF1D-D287-49F1-DC9631F8428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06" creationId="{F7065F9B-24B3-A65F-A499-C5CF5EF78A9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08" creationId="{4459B7C1-B61D-6A38-33E5-B0D7A6DD1A9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09" creationId="{81954CF2-DA83-5D42-FF37-CF0132C35E0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0" creationId="{0C0FA4EF-EB03-FF6A-609F-8D2566FDEE4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1" creationId="{A3453980-A7B7-4A7A-ACA9-9009E653B3D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2" creationId="{78595D6C-B10F-CD12-004D-BD5FC09B4A0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3" creationId="{19A8A699-2E9A-8A4A-3370-AD9FFAA0A11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5" creationId="{44FF3DF6-29C7-B4B5-93A5-C91F38A267A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6" creationId="{FEBF93E4-5640-8C5C-7C41-DE730979FA2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7" creationId="{0D383EC5-FA76-5213-AF6C-60F9714CA6F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8" creationId="{CE4330CC-CBD5-6980-5E09-2520FB5C48E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19" creationId="{7A17A951-FFB2-BEDB-E4E6-1439A5BCA47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20" creationId="{69C8559C-48D3-0DF3-1086-4F7760E0387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21" creationId="{E2371BA6-08F5-F2DD-77A6-E8DA4DB4D10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22" creationId="{96B291F8-42FC-9CC7-CC5F-0D3E0E3B2DB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23" creationId="{FA9DFE8C-6A26-BB36-D8B7-FF248BF8C83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24" creationId="{ECF0A72A-378E-5AC7-C43C-513210930AF5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25" creationId="{261F36E6-8DE4-8237-A158-16DFAC1496C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26" creationId="{A749463B-B0BD-D292-C92B-85DAEF7C68A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41" creationId="{B70589B6-2966-9773-73C3-B8438D438F1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42" creationId="{8410377B-CC93-A2F2-7F03-BDFBFC1ACA2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43" creationId="{FD282855-9B3C-0CDD-003C-7BBF2D3EB8A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44" creationId="{DEDFC123-88BD-F512-B3A6-19CF1EF9189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45" creationId="{98AE603E-A0B0-CD35-86C8-FF0BB76C2D4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47" creationId="{AEEBAEEF-0925-6D71-7AEE-DE9768E040E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49" creationId="{2B3C2C5B-CF79-4E43-EBE7-6E27EB8C51E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50" creationId="{11B209ED-C7C9-2FA8-C05B-38A3FF3F65B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52" creationId="{C18BBD1A-D359-FE9E-C2B4-99FFEAC475E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54" creationId="{D6104CB8-1B20-92DA-7B2A-50D1A7F66EE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55" creationId="{012E1505-00CB-1E65-2AF8-8B7A625DE5B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56" creationId="{A2BB74EB-A5F4-EF98-6DC1-7520960301F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57" creationId="{33C9A970-EDBD-2796-DDC2-522D2DB5FF3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58" creationId="{BED39649-9BFB-C372-B19A-739A10A1BE2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59" creationId="{58D0571C-FF98-5049-C158-0D9AD661ADE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0" creationId="{D4DCD0F5-34FF-7F7F-0163-9DC96A4E86F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1" creationId="{74BF1669-A4CE-5641-3279-E56FA9A5E7E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2" creationId="{76F7E94C-3469-0DEA-163D-0523BBEA623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3" creationId="{4D3FB823-44EC-37A6-128B-D575E7F6B93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4" creationId="{70C3CA19-ED35-093C-0093-3915C669863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5" creationId="{A9120714-3ADB-6ED8-B4A8-1F60BA2B351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6" creationId="{309DD394-5CAA-223F-8E7C-F8985F3AD03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7" creationId="{2283FDAE-21F0-6191-8727-E32D6BFB1DD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8" creationId="{299195FF-BC2E-F91A-AA0A-4810E3D8BF2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69" creationId="{DB2D5913-E4F7-BC8A-DDB8-C546A6428E8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70" creationId="{EE089C7F-32D6-D5F8-0E79-14FB9ED5975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71" creationId="{7D356601-02E8-F0E3-C19C-F17E5E9CDCE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72" creationId="{B3C02453-A283-76E2-A1FE-1EFC464D25A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75" creationId="{211B34D1-8BE2-15B6-DF82-A5CB242EB19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79" creationId="{91C24E16-8EA5-D34D-5075-6C492B6C107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81" creationId="{338B1B68-15AA-0468-D235-BEDC9AF8A0E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82" creationId="{6F90EB95-F852-15AC-4C6C-3D7817E2C9A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83" creationId="{76899B64-E483-C40E-64D3-AF73FA8B683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84" creationId="{E5E35062-F7B6-0B66-52F0-3DE4EA20747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85" creationId="{E41B82B4-51E1-4CB0-0A1A-707B56F86A2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86" creationId="{D4E0E8B8-7D3F-0A4D-BA2D-0325F365EBC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88" creationId="{D784B876-8B65-E331-33A9-07BF4E9AE1C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89" creationId="{B16F1023-CB6E-FECD-7AA7-343F3542FC2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0" creationId="{ACFF77E1-DF74-64AF-343F-ED8F5BDC011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1" creationId="{EDCDA681-CAB3-9192-E08E-F3BC3526EFF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2" creationId="{88DACCAE-FC07-AA00-2A6E-3E481C19BBC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3" creationId="{79FD026A-4EA3-5B04-7FD9-1930B361C4E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4" creationId="{8DAFD6E8-D5DE-2D56-A212-96039DDD19D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5" creationId="{95C89E33-3893-E29F-B114-5D7D2A5D27E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6" creationId="{E033E2BE-9748-4A0E-FE0F-7BD55BD4BE6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7" creationId="{7A8F358A-F66B-4BEE-2D85-3BDBC4757FD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8" creationId="{DB19F052-3CE9-77A4-AAC8-02F1D0A7614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799" creationId="{6E18254A-9592-3A7D-82C3-F64FA612B7C5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02" creationId="{4A73F101-63F4-3A5F-0E22-AE21D9214D7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05" creationId="{1FB97E47-F507-6A80-9788-6E8E306BDB2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08" creationId="{4EA91CF2-D651-7997-317A-8853D9AFF87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12" creationId="{DD7473C7-D22F-BF6F-3379-65F6C756C66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14" creationId="{72F1C49F-6C5F-6E90-B868-3156FB46126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15" creationId="{938E702A-8F9B-1DAC-E4DB-2D00D8BB597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16" creationId="{0EE409D7-7F74-FE1C-376D-963CC33CE60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17" creationId="{7E32D487-CBCF-9AB1-95A5-4C4A4EE7E13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18" creationId="{075A64B5-F479-4F0F-00A1-2B021123A2D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19" creationId="{3AF29FC7-6290-46B0-FAEF-4E3CBA4F904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1" creationId="{4E4C8306-242A-09CE-8B21-59A24230A47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2" creationId="{7438F33E-615C-30DA-A645-D417A4271C0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3" creationId="{E45F935F-EFF9-7A91-706D-755FEED67B8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4" creationId="{D51EF149-401B-4D5E-1512-FB5280F3558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5" creationId="{21551F27-82E5-E50C-05FD-7AC6B3C3210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6" creationId="{F6A916F3-A0E9-7481-1966-861B1D61193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7" creationId="{F533F042-9CB1-BB61-AEE8-D82EA740C59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8" creationId="{AE13179B-E087-F6C6-3858-77A38333E46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29" creationId="{0C98CE9E-E2BF-B16C-E34C-1F9BF3A8CE8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30" creationId="{E19CD890-2107-3702-5EF5-30A77C001DB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31" creationId="{F88F4DCF-842D-E641-F1C7-36C9396D6CA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32" creationId="{31C822E8-58DB-2557-F7D6-D18D894105C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34" creationId="{B85B6215-6EF3-D069-DC18-F6D3C962AFB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35" creationId="{0569F5C6-DA90-95E1-C012-28AF737D013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36" creationId="{ADB5E761-D1CD-E491-9E3A-399A017580B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37" creationId="{8B309F33-711E-3A44-D8FE-5B0B2454B41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38" creationId="{28AF27C9-9630-6FE2-4F8E-2AB535C5979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40" creationId="{5FA35C40-A731-239B-AF26-AC910F93A23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42" creationId="{A103D79D-D262-E20B-D565-6881279AA86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43" creationId="{5170F171-8482-E7A9-0209-C2C2D7EAA64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45" creationId="{EA5A4861-7D99-0C9E-88BD-764D7F165C2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47" creationId="{6F64BD17-BE4F-59C0-C062-86DFB02F361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48" creationId="{94761683-92FC-5081-0C8E-75B76A55470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49" creationId="{361C4021-4582-DA61-8792-B2ADE8FAB8F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0" creationId="{73114F5B-EE7C-5E32-6B62-9D4FC427935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1" creationId="{BB51E703-8D76-59C8-85E4-660D9E51064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2" creationId="{D336260E-FFFD-61B9-9CCE-935DDEAAA8B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3" creationId="{1DADD50C-5F8F-B653-377C-58BA9CE7A17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4" creationId="{D05EF752-5915-3CFF-5449-4E4F0D68CDC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5" creationId="{7CE62BF8-44DC-88F9-CCC0-ADC82322BB9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6" creationId="{EE255F2E-B1E8-A0FC-8223-BBF8AB150DA5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7" creationId="{81EEF7CE-30BA-355E-C79C-F557F7FC805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8" creationId="{D90C634F-BD32-B534-BFBD-6E1C519BE54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59" creationId="{287A54CE-EB7E-7CE2-FF20-E39CB266180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60" creationId="{35334EF2-BCD6-BDEE-A66C-8F8188B72F6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61" creationId="{DC041F4C-6F24-EDA0-5827-FD1B3050B2B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62" creationId="{F31D6999-3B1B-B6F4-DE05-1E39B71BE0B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63" creationId="{C30A4099-0040-9CAA-3124-E0CDD3B6478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64" creationId="{BAD4983F-1E0C-EB78-4BAF-A47EE27F08E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65" creationId="{6952A1F7-E7AC-C771-9752-6B72F34B759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67" creationId="{B0C31241-2AF3-0D1C-833C-C20E6BF2453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89" creationId="{58FCD155-E0AD-8B01-FD17-0925559CAB95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90" creationId="{9CAE1CB6-0400-FFCD-284F-0911A9BAAA6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92" creationId="{5D8AE786-FA81-A64E-093D-633A0FBA1EA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93" creationId="{AAB62B73-3A81-2935-9D27-CF344194617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94" creationId="{74F594F2-CEBC-EB9E-EEDD-D36C1471895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95" creationId="{22460EB0-0B73-EF8D-98D2-4B89A2132F5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96" creationId="{C8664D64-E4B1-9677-DD42-CF0E6A20F56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97" creationId="{2E8CF1D4-4EFB-F725-DEE4-58C24034E74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899" creationId="{753EFF3F-E82C-5738-22C8-C0BB9358D9F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0" creationId="{D7052A72-7E8B-BD7E-49B9-02FEC64F5B7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1" creationId="{A33F9F69-7D9E-3E41-3135-CF0A5D5644B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2" creationId="{A839F65F-24B6-78BB-347B-04BB710EE38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3" creationId="{56A7D55D-8FD3-345B-670C-13C6825D85C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4" creationId="{E8312875-B614-DBD3-63F1-9CD8D22B102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6" creationId="{B07500D4-323C-4D41-B5B6-1052A60F69F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7" creationId="{F99458AC-5A59-B797-91DC-7D3738A0204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8" creationId="{C884BD5C-B576-24AA-F1ED-6E5F478AAF1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09" creationId="{226E34CE-B3D4-61A3-0107-9A7A99964D7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10" creationId="{74420D9A-D162-5A07-77D2-8F70251B673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11" creationId="{D7EF3E72-3EC6-E6D8-FAD2-0B86472CD92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13" creationId="{829BF1DC-3C08-5F9F-E091-66F3ECE4C54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14" creationId="{6990AF71-00D7-47D9-3540-BD4229D898D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15" creationId="{6CEB48B2-B427-0B35-87FD-42236206895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16" creationId="{7ED57F7F-D290-83F4-45B9-D160C8541D3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17" creationId="{32978B97-A7B0-C96E-817C-0EF68889E31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18" creationId="{4A63E2D8-4DDD-BA2A-52E1-8957ECB9C14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0" creationId="{C658FAEB-18A9-10D4-6C70-C087702C7E9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1" creationId="{851C64C5-FC11-7527-62EF-AD14216B102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2" creationId="{071BD723-07A8-47DD-6BC1-AB290C7D3E9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3" creationId="{43EA9C38-6085-14C8-8C1C-C2EC18F3E4F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4" creationId="{7DD35F47-B2A3-9CA6-CE9E-319F618130D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5" creationId="{018FDCCE-761E-27A0-2ECC-254B084FE5B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7" creationId="{BD527A56-8323-CB85-BB3E-DF82219E14F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8" creationId="{377D2459-7F50-B689-CE60-70D4AE30A76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29" creationId="{7248D4B5-DEB3-23A9-DABD-10FEB9B6B005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0" creationId="{2970F523-803E-AE4D-4DE8-49AE2349CD1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1" creationId="{8C946E58-D49B-553A-144A-E11FCD91AE8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2" creationId="{BFBA8869-8FF7-94CD-EDAD-81040B72A4A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4" creationId="{A6A6B414-E276-E4D3-1B16-DBA448D633B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5" creationId="{245D73AA-1ECD-EF44-C2D3-694DBA45D0C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6" creationId="{52DC6FCF-380F-9F3D-4A67-B917A9B354E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7" creationId="{2D31DC28-74DD-3AF9-A4A2-B9C590B6C04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8" creationId="{B75CFC34-207E-185D-E694-1125D3E1163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39" creationId="{8AA36F13-71F7-1868-334A-A85521F0D21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41" creationId="{B72E3119-7F87-10CD-C6F1-4647914E1FC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42" creationId="{4CCF163D-5D87-B50F-CF2A-F6497FAB121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43" creationId="{55FA690A-A322-3D7E-0511-F8FE62F6BC1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44" creationId="{1FB98757-1493-82A6-5112-DBE759DAE1C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45" creationId="{76C4E0AD-23CF-E37D-81F3-1873B4A7337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46" creationId="{FA427162-64EF-0134-67B9-C6D92F4F19C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48" creationId="{AD738DB9-D1A0-71A1-EE86-BBBEACF44FF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49" creationId="{4F19B37B-1CEE-9461-1AF6-BA79D912231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0" creationId="{79B28BAA-6183-D8E0-B718-0DB66A986F8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1" creationId="{68EAC0BA-8EDD-4590-EB4C-BA37EF0657C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2" creationId="{6DEDF01A-4CA4-820B-30B8-2322593AE27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3" creationId="{827BEA3C-1B5A-5288-848A-1941927412A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5" creationId="{05AAF0CC-A5AD-0E06-2D48-B8DCDCA4A46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6" creationId="{CF6F8863-8506-17E7-46B0-7C282DCAC4A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7" creationId="{684A6378-C602-CBBF-FB2F-5ADA2D2E052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8" creationId="{A27EC8CD-ADCD-74C5-C145-BBFD587292F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59" creationId="{D735E288-71B9-4838-E252-7B49DE6A8CF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60" creationId="{009B72C8-90D4-44DC-124C-F0150A658C6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62" creationId="{BDDA4C39-0341-AC5D-1E8D-37B96500F93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63" creationId="{B523FD36-0ED7-178C-DFC8-8134EE40F1C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64" creationId="{5387B88A-491F-537D-210C-55A4022C1A9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65" creationId="{D8FDDB66-5C42-8086-5D80-D9EB5AC906F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66" creationId="{02E7E67D-54BB-193F-CEE3-8C73D6688A1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67" creationId="{72C6051F-64D5-1EB9-262D-EA51C8430CE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69" creationId="{876D71FD-A9B2-5434-98CF-74857B23E3C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0" creationId="{D1C5B528-F37F-3172-934E-527F243D83C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1" creationId="{1A829A5D-4132-178A-A18B-DB6C3F41761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2" creationId="{60245384-5A0C-9B17-8713-302A7E09EA8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3" creationId="{FAD03673-06AC-D227-78F7-BD0A72A142A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4" creationId="{36E7CB80-ACC7-3FD6-1960-942C697616D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6" creationId="{B7F65560-A38C-354A-32FC-09ED7976AD8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7" creationId="{4A1B67B4-275F-469B-DEB4-5D312705194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8" creationId="{9DD41EC3-D462-0584-182A-02378742525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79" creationId="{1823BF78-E018-F2B0-5BB8-00F9D35A04F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80" creationId="{E5042B30-9083-660E-77D0-F5E79FE3BAF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81" creationId="{8E051388-A1C6-2C67-69A0-D55E88B453D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83" creationId="{F191B112-EBD3-E1EC-692C-BDECC965D86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84" creationId="{F73582BB-5052-F711-CE78-4001538D716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85" creationId="{636A9D33-5338-F2AD-7025-D5986292DE7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86" creationId="{CE4293B3-9BA1-A9FF-30C8-C7B362F1708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87" creationId="{E37654F2-1242-2ED3-EAD3-232C73D7FA7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88" creationId="{9540C704-7829-171B-A5EF-9DFD7D89628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0" creationId="{E2154FF8-883A-258B-C28E-A40FC0B499D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1" creationId="{11FD2AAD-7F68-E700-5864-C39DDF2C7A4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2" creationId="{E12042C1-65E7-6C63-8000-3DD6C998EB05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3" creationId="{30F4EA5B-D7BC-13B0-BA23-2485DE7C55C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4" creationId="{418EFA33-78CB-3C30-54C9-2CAC658816F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5" creationId="{AA9D6877-ED22-4550-63EB-3C56343D9D3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7" creationId="{5C06BD1E-651B-9013-4C73-517ED62DD1F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8" creationId="{973FBC91-1B55-8733-F60F-EA32E41F9B2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999" creationId="{CA11FE5B-90F3-63DC-3C78-59FC3B0E726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0" creationId="{9F518154-1720-7039-427E-07934F87249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1" creationId="{9A5B157D-E224-A178-9B01-D228EA8CCFF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2" creationId="{C6997513-50C9-55E0-70D6-2EB2D82466E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4" creationId="{BD752A51-F8B9-C294-FA45-575217FE937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5" creationId="{31112806-2CD9-975B-9ED4-2A9BB21C7B0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6" creationId="{A07FC83C-7D44-E2E1-DE94-DED50B227FC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7" creationId="{CE5E1B1B-A56C-6102-B9C2-FDEA10D021A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8" creationId="{3F0ECDCF-270A-4F38-4853-889EAA9C386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09" creationId="{77034F53-43DF-5130-FC7D-DF9EFCC0803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1" creationId="{E120A96E-5FDD-BC27-499E-2CD60772A5B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2" creationId="{2BA51F34-97B3-A968-3A3D-3E5A588BEFDF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3" creationId="{A2F180E1-A8A1-F886-BC5A-30BAA4A89A5E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4" creationId="{8A5B5A9E-031B-988B-543C-8A6476ACA74B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5" creationId="{D4B2EFEA-7600-A838-39B2-8F47C0283125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6" creationId="{842B5444-4469-1C9D-E92D-5DBF366C097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7" creationId="{9D9A86C6-FE94-D1E1-E271-B35C4DA3F259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8" creationId="{09D9E81E-5759-973D-3E54-42700DAFE24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19" creationId="{8D487248-43A9-3B7F-AAB5-C917D0637840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0" creationId="{95A4B6A7-C43E-C1FA-398B-E3F7627DFB51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1" creationId="{EDAAE155-D0EC-8BE0-3CE9-84987D196B1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2" creationId="{20D36862-A501-F8E4-DB5D-CA8089EEC10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3" creationId="{163A8D46-CE10-0783-8FC7-5B47A76EF1E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4" creationId="{185D7998-6F65-61D7-7397-90B86EACD013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5" creationId="{5CCF3D67-28B9-A828-0A7A-79431711B0F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6" creationId="{614B0D58-78A5-F694-4884-62DA3DB75D0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7" creationId="{AEDC86F1-D75C-C1A2-95CE-DD530F8235C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8" creationId="{C29C8B67-E920-9622-9137-EFFD4A1555C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29" creationId="{188973EE-A16D-E086-7A34-748BAA7BD18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31" creationId="{113C6400-4133-B8FC-8D3B-F9DADC3145D7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32" creationId="{D0570D36-64B1-FC46-B320-D021C827426D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35" creationId="{78ACD791-D100-6F65-9146-549B8DFB7FA2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39" creationId="{58E9BF21-973D-1A86-EAF1-B4DD403CBF16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43" creationId="{A0ACA50C-CFD6-C6EE-56B1-204F3690344A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47" creationId="{188074A2-BA14-62F3-E0A9-E4E5282E9A4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51" creationId="{40E822BC-8E6A-FFBA-7A69-9F94F803164C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55" creationId="{F2AFF66E-E8E8-0AB2-55A4-F57BDFA50854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59" creationId="{0C431717-86A6-D99B-B898-589A1C931BB8}"/>
          </ac:spMkLst>
        </pc:spChg>
        <pc:spChg chg="mod">
          <ac:chgData name="Xin Xin" userId="9ff0c946-7f3c-4192-98c1-6be932ce2bce" providerId="ADAL" clId="{EC370BB4-30E8-4AD9-890D-521920E8CA56}" dt="2024-01-08T07:30:11.934" v="1947"/>
          <ac:spMkLst>
            <pc:docMk/>
            <pc:sldMk cId="2964609195" sldId="990"/>
            <ac:spMk id="1063" creationId="{3F0211F5-E07F-7B08-067C-C1FA989008F3}"/>
          </ac:spMkLst>
        </pc:spChg>
        <pc:spChg chg="add del mod">
          <ac:chgData name="Xin Xin" userId="9ff0c946-7f3c-4192-98c1-6be932ce2bce" providerId="ADAL" clId="{EC370BB4-30E8-4AD9-890D-521920E8CA56}" dt="2024-01-08T07:30:43.461" v="1955" actId="478"/>
          <ac:spMkLst>
            <pc:docMk/>
            <pc:sldMk cId="2964609195" sldId="990"/>
            <ac:spMk id="1065" creationId="{F9AE270C-5B1A-9C95-4939-952946DFDE66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66" creationId="{5F1279DB-A0CB-087F-AB6C-E7F0EAEE6772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67" creationId="{A42FEC28-1FB0-730D-C4A3-1C7D3CBE9FEC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68" creationId="{2F563A09-DE54-9E08-2836-5813886EC8A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070" creationId="{B50100C0-CB07-D2A2-5EBF-DD3A7633FA4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071" creationId="{D3FE1C8B-B472-F78D-89BA-E9667F973DE7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72" creationId="{2C370802-FF60-B1E0-A4FD-A972F5200532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73" creationId="{2E6363F7-8BBC-6E36-F1D3-65D4975E6318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74" creationId="{02738219-3AC1-D390-8FC3-CB850EAEB706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75" creationId="{636F0CF2-7D7F-1936-6ABF-11EE17A86E2C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76" creationId="{6DC6804A-7F19-7929-E1B6-BD16173C3FD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078" creationId="{9293CBBA-6CAD-9C25-14DD-DDAF6FE69C2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079" creationId="{E50356AC-7DF1-00CF-27C3-88CFFAE8CD1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087" creationId="{A6A79C63-9A5D-86C5-3263-746C49E2B6F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088" creationId="{E9B74C09-6694-7E1D-82BF-16751B7FC5CF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95" creationId="{F4904552-5A97-DBC6-54CF-40ECE370CACB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96" creationId="{A40A528D-D986-CAA9-DE72-40B391A36DEE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97" creationId="{0DEE51FF-5914-9B72-02E1-BC4E1A736231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98" creationId="{C584B85E-2EFF-212A-ACC5-27B2EF820F81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099" creationId="{D2DE8FD5-D91D-7F82-8E46-88D1D9642BE7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100" creationId="{769D2342-4905-C285-71EE-9E6D7872CEB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18" creationId="{56BF473B-3B69-A492-A655-35ABB5166F0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19" creationId="{E2C24A1A-66D1-9C4C-B866-6F5BACB258D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0" creationId="{164F7C3E-5C5B-F155-A276-110B3C195CA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1" creationId="{10A9B26A-5988-527C-F3AF-72E8379AEC1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2" creationId="{426482BB-F3BC-2B81-9D20-141513800BC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3" creationId="{2BA8E239-0B11-54EF-4D1A-995882C9C84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4" creationId="{8AC8B126-30F2-9E90-A35D-FC1DC318C59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5" creationId="{E49E513B-2345-D21F-7F75-01D7E39A5B2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6" creationId="{72273532-2B7A-5154-8CBC-CF94E1B9F7C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7" creationId="{69760C32-F9F9-C263-D4CC-1BD1703F766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8" creationId="{5CB80F8E-FB5E-F2F4-7C4E-ADE5132088E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29" creationId="{D24A8F66-65D4-0E36-DC75-1F70E18D925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30" creationId="{B0171D7A-6E5D-9939-C5F8-E7E7BE80D86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31" creationId="{7D68DC7C-76C3-0B9A-F238-80ABEB806D0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32" creationId="{D714455F-AB4A-4943-9471-040A759A7DA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41" creationId="{4DBC4B3C-5BCE-9ACB-59CE-8B083B2253F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42" creationId="{039B96CA-35AF-FFC1-6C35-C84071C0F49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54" creationId="{D9092F8F-C881-758F-2EC2-4282604D048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56" creationId="{B3ABCB5E-F111-A487-F523-B7B75EB82EC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57" creationId="{A6B2FEA4-D12F-0FD7-96FF-A301B82EB46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58" creationId="{B0FE10C8-B603-05A4-181A-AB86A752292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59" creationId="{18E031C0-8B04-B31A-DA5B-1DBF0169408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0" creationId="{1238FCF4-BE4A-92C2-0E9C-B08F26C8D3E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1" creationId="{F891584E-90DA-2CA7-5BC5-7E5C1B7CDAF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3" creationId="{56894467-7FC2-4119-16B8-9A9000DA6F2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4" creationId="{154E1C09-CDB0-7223-00A5-365086E1837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5" creationId="{0BD28E1B-4AC6-1DBE-7564-D5B4076EEBC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6" creationId="{CD6A14CD-B997-1A13-DB7D-CB3461AA617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7" creationId="{0C9B3475-8357-A7A6-0897-504C67D01AA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8" creationId="{E3BF2B9B-8094-026C-3F8F-1187760610A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69" creationId="{3554DA02-BB6F-5CD9-F2E2-31501D1317C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70" creationId="{67EF7679-6BD8-66DB-8506-CF4161DA188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71" creationId="{64199BD1-3E71-D7D3-FA1F-5A28B872FF5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72" creationId="{6E25FCA4-E0B3-DD32-3849-2C3008D6C70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73" creationId="{13D7E987-5849-9996-9D67-FEE44C3F623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74" creationId="{3680D3E1-31C5-3A27-B493-0070A1E4B58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84" creationId="{32624453-CAFD-C306-92B6-8C77122967E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87" creationId="{78B8E726-101B-A2A1-93B4-2D4543EB470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89" creationId="{97698B15-4E8C-86EC-E1D8-89AFD2C8920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0" creationId="{9F838979-D274-3278-CFF9-43E028246E8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1" creationId="{D56F5E47-4AB3-C930-BCB2-E730A01A7E3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2" creationId="{4C62C76F-D998-1974-6759-638EA898339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3" creationId="{FFC6015C-1A9E-0A95-2802-F5B5715930C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4" creationId="{04FBF0FE-C3DF-C38C-2FB3-87A66BC02C5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6" creationId="{EB99BDC0-5C9B-13DE-4C49-92AF963F737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7" creationId="{8954984D-D682-6FD3-57F6-763ED3AB852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8" creationId="{A62ED42E-D6AC-1688-3DB7-0E200C1DC67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199" creationId="{1CA050B2-8300-66EF-E84D-F5993C92330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00" creationId="{7ECF92EB-110A-18CB-68AE-DB185A04811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01" creationId="{1330E464-3C5A-718E-0E6D-085C1661AEB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02" creationId="{01A89EAC-9ADA-83CF-3E63-C7EB44159B7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03" creationId="{0DD3C245-301E-AC25-A4C5-A00D83A3F6E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04" creationId="{C86192FA-21DB-2F91-7CA2-8B172859BBE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05" creationId="{7D7747B3-B70B-BEB3-A39B-B98E0080C46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06" creationId="{0CE9C6C0-A316-0EC5-D886-E5DA3E9A2D8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07" creationId="{9E0D2E1D-0052-24C8-E90D-76CDEA03C99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22" creationId="{D1E90421-5393-3E1D-C51B-E6D7A9AF397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23" creationId="{AD2D46FE-2350-17F6-F099-C554BEFAE99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24" creationId="{BE81EF3D-2907-1A03-9D2F-A92976C89C9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25" creationId="{EBF85BF6-6F68-A59E-05B2-AE7B912BF0E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26" creationId="{3610262F-EDE6-F601-93AD-072DBAFDD19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28" creationId="{E3D84C34-81AC-02EF-EFB5-8A5BBAC8461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30" creationId="{A5443E7B-00A6-3594-F9FC-F47B957110D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31" creationId="{7C91A4B9-8C95-EE95-A76F-6625BD04518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33" creationId="{39A0004F-570A-39F9-95FE-42EEFCA0C7D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35" creationId="{010EC61B-7A8D-472B-1180-892E0BDEB3E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36" creationId="{89A8FDB0-A7E9-84A7-FEF1-CCD1F0A0167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37" creationId="{E092621F-8E9A-2904-395A-B06F69730A8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38" creationId="{18BE3B19-7D1A-27A9-9A91-C72A8C1BF89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39" creationId="{22247EEA-F9AB-C082-6F26-A6CF4F29263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0" creationId="{D44E87A1-418E-1E21-051D-795804D55B9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1" creationId="{3F7B6E0E-6AB7-D22F-1779-22B77AD1AA2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2" creationId="{818BE5B9-34DF-1197-FB94-7C9D836C6AB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3" creationId="{C17F2532-571D-28DC-7BA3-0FB2C26775A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4" creationId="{E171D77F-E883-E77F-14AA-16BEA42D65B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5" creationId="{0D0848C5-7D8D-A8A1-8B7D-FA950A10287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6" creationId="{4D19CF7A-5393-5581-72B7-C08EAF7C0B0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7" creationId="{3849D28B-B76D-5BF3-E7B5-39782FAFA41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8" creationId="{88AEB104-61C1-D1B3-97BF-11DD8895092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49" creationId="{EC336280-6250-2A88-ADE6-14E53768932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50" creationId="{52BA9C03-D0AE-6E4C-3477-E2A2075B877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51" creationId="{EF99BED0-F3C1-37D6-C977-3A001C52684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52" creationId="{F2647DF4-10E1-2F2B-3FD6-660E8E3B38C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53" creationId="{D98DBEE9-2E76-9E55-8BCF-9709CD04755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56" creationId="{317520B0-FB86-6C50-A3DB-67C1F4A59EC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60" creationId="{A0F02C72-8795-BC34-C626-6C0BC94F806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62" creationId="{BE097D60-8FFF-04A1-BE4B-A060EBEAA2D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63" creationId="{46154927-1D8B-73CE-648F-6285756286E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64" creationId="{E79F69B6-FD72-6735-5F1D-4B29814F6AC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65" creationId="{6FACF0E6-0CE9-6C0F-1DE6-52B4E1E86DD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66" creationId="{FB3098A5-AD36-53B9-DE9C-883A0A70D2D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67" creationId="{D92CED74-F9E5-5B92-91E8-1F2A0FF2200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69" creationId="{1D522130-5823-0770-AC54-B31DDD02350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0" creationId="{4EB5D70F-EFCF-BC0D-E4E1-F2B3277E8AD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1" creationId="{1CB266DD-985B-28D2-A490-B03C0A8F770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2" creationId="{D5ADBF65-384F-C37C-2895-F8ADEA6A535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3" creationId="{05A34C2A-94E8-7BEF-8C8A-F7CDF0BAC49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4" creationId="{AC64A45C-48BB-6E2B-7B95-C64A876DD15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5" creationId="{FAA573A2-2EE4-C9C0-DB75-86DD96347AF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6" creationId="{F87502BD-BB07-40C4-03FC-2D6745506CC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7" creationId="{1175F19A-3B35-3D65-ED03-82FAA84CDB9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8" creationId="{530BB879-537B-901C-AC9E-A79A698805E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79" creationId="{07CCB5EA-5D3E-4236-473D-D8263DF3CFF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80" creationId="{8B163275-5C8B-E5E2-4470-EB8D3A02442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83" creationId="{84143A5B-8013-D495-2709-1BD5252234D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86" creationId="{E93A6D7C-82E3-8DDC-CE13-62E7CAED514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89" creationId="{AE7154C3-6AB6-DB54-2215-3E3517526FB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93" creationId="{811552AF-7F1A-1D00-0454-C77D3CF20FD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95" creationId="{EC16A66C-D442-F89E-50CD-4CB35219CBE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96" creationId="{91257DEB-A55E-8340-56BC-910F12C8FBE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97" creationId="{31E19C6E-837A-BC60-4E26-584D4DEF47E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98" creationId="{36AAA9FA-0B17-19B5-95E5-73B16CF1789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299" creationId="{D24CB428-DC2C-711D-638F-8A046372490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0" creationId="{8DA59833-4CE2-943F-259B-7B6120B4CC7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2" creationId="{B952F6C9-CD64-310A-D0CE-798C33E2DF1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3" creationId="{69519DE8-CD09-AC35-5B7A-6A409FF239A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4" creationId="{45E90E52-7356-EDF3-36C3-5132E38B56B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5" creationId="{257BBE8B-ED09-E935-C827-7E6159641C9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6" creationId="{9F206970-8AEB-2C3E-EA3E-375F558E729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7" creationId="{4773F920-377A-E765-1D7B-D132B895813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8" creationId="{740D5C86-AC72-A560-54B3-9E9EAF78E09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09" creationId="{54953307-10ED-29D0-90A2-7114A4390CF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0" creationId="{B905C3DF-5E48-B39A-4723-1DAF6534054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1" creationId="{50599CFE-B2CF-29FD-8FF8-4F1DA3102F7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2" creationId="{07B9F4D7-37F6-30D8-5467-65DDF243495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3" creationId="{DA7258DB-0709-C1BC-2DDB-600D42F31A0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5" creationId="{712B2880-784C-C09B-37E7-488C33C198B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6" creationId="{FE070F45-461B-907A-FB1A-8A061EAE29E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7" creationId="{A7ACBE2F-EFA8-D51C-D067-A4229FA5F9E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8" creationId="{DCE66419-9E5E-0A07-8756-69A5E3F86B2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19" creationId="{DAA1BE3C-F2D1-2538-25C2-D46848059C0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21" creationId="{304A4544-FDCC-EA67-4E2B-C713B541084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23" creationId="{6F28F255-D791-8DDA-C169-AB984D2A28B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24" creationId="{7D6FA18B-6B16-9BDB-7B39-17115EED516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26" creationId="{E8BD7BCC-C302-13FF-6EE8-557F130CF56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28" creationId="{9BFBE604-9BD0-E519-33E2-AC2EB9A69C5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29" creationId="{4F52C2B5-0441-CEA5-A131-F3941054E65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0" creationId="{468700B7-D290-3C33-9140-0ADFDCA5BF2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1" creationId="{A056DA38-EE28-9D79-5A9D-B1CE3DD84EE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2" creationId="{1C4091BD-C577-462A-9E83-8BD91FFCD9A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3" creationId="{2DBF3592-0ABC-FB3E-96A5-53B33F473E0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4" creationId="{D39B981F-B146-F2A1-DDF0-BDB62742414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5" creationId="{D2663DA8-75EC-8922-CAEB-FA067080113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6" creationId="{C2BFF91F-75EC-7DA4-6F35-87C0AF5BF9F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7" creationId="{AB494ED2-C9C8-B551-9A76-02CE71BE04B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8" creationId="{DA30C5E6-2A3A-A013-39F9-F3409D703C4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39" creationId="{25171382-E9F0-7D16-ED33-1E9A2FBBD79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40" creationId="{0B0C24BD-7431-0B89-42BD-5DF2664EA33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41" creationId="{B53C2EE1-3E74-62BC-6A92-F7E10B2EA47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42" creationId="{DC1D6313-B121-301E-4E51-9D09E0592DA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43" creationId="{0148322D-F047-3C40-FBEC-1DA13A04581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44" creationId="{F7E46081-7A7C-B220-D9C5-BAAA06ABA2C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45" creationId="{96A599C4-EB8B-688D-A5C0-AAE75BCF2B6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46" creationId="{F5EA4B45-2681-490A-004F-0D2F951F95F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48" creationId="{8BD19744-F0D6-3F46-7BA4-56A1011F931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70" creationId="{5A7DA0D0-86E7-921A-8066-1E1CA1B09C7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71" creationId="{39283850-AB04-8D99-E625-3D81AF15C12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73" creationId="{FDAB97C4-CDB5-BEE1-9A50-60B7B5D2C76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74" creationId="{9C2692D7-5EB9-F9E9-D446-6D7F6815D8B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75" creationId="{C14ED116-3220-3560-5517-0A9BB9B40D9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76" creationId="{6B376D57-85DF-9F76-1D50-7AD5BB146BC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77" creationId="{21DF422D-D4CD-A5CA-0FDD-D48FFEE5D7D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78" creationId="{06C6BEFD-5232-040C-CFAF-072DC2313FE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0" creationId="{B093E6AA-A7EE-021F-37E0-47FFB87DC5D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1" creationId="{A974CF82-C02A-6BD0-98E0-C25DD333DA0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2" creationId="{68C0C694-5FC6-665D-64C1-D9F89F903F2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3" creationId="{C6678E30-53CB-321F-7124-AF1567A7E18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4" creationId="{E03B4BEF-CA4B-C26A-D3E1-0E4A54AF729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5" creationId="{F38DB419-CE68-BA41-E930-81BEB711B6C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7" creationId="{1262341D-708A-BC00-0943-28674DFE5C5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8" creationId="{AE988C6D-ACD6-D130-72BB-FECFFEDCE4E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89" creationId="{116BD9C2-939A-5C44-1F26-5EC59A28B54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0" creationId="{7CF8AD1E-6FD7-7A0F-0B6E-2A72574AC2D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1" creationId="{D5DE2C21-24D2-C23C-CA81-A7EC4414763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2" creationId="{ACF9D17E-68EE-8C22-77BF-A6798CFC56B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4" creationId="{EA8F9AF1-DDB9-7DE3-D3BA-E1305565F77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5" creationId="{52DD8B88-B37F-DF44-6C95-CE6737012C0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6" creationId="{9E049605-2351-F6B3-82E4-4E412C6E8B6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7" creationId="{75D875A3-2792-F93B-722E-762425BE9EC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8" creationId="{3FE02C82-2EEA-CF4C-849D-D4369D8CC19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399" creationId="{7E47A913-9C43-E6CF-7528-10A39291C5E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01" creationId="{D961E741-34DE-C042-9EAA-3F8AA6E5A81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02" creationId="{2A046016-4109-92BE-E350-7480E8E442E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03" creationId="{FAEF3A5B-3AD6-258F-ACA6-D816641F16C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04" creationId="{EC56068C-15DF-A8B3-E1A5-718F727196C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05" creationId="{9441E133-9BA0-6D6C-8500-EBF5C1DA70B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06" creationId="{384645E3-290A-420C-20DC-A88EB5B7E9F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08" creationId="{AC403C6C-30FD-3E71-DF67-6D975227D46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09" creationId="{8871C5ED-9B56-F006-6A79-792E5EB80D7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0" creationId="{F6E414EE-C105-980C-9142-D0DA35F4FCD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1" creationId="{7F6BA8BF-9C54-1F5F-AFD3-5CE37B5F113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2" creationId="{B58D577D-32B4-FBB7-2A57-53401DAD68C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3" creationId="{BD76F0B6-316A-7563-9F3C-9F43BA76993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5" creationId="{A0F66F6E-4270-AE05-C1B6-0A872B29A67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6" creationId="{03F19E51-10DA-E259-A331-1A0466D248D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7" creationId="{6EA5BA5C-E8F9-03E2-3249-01CF398E4EE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8" creationId="{7937F5AE-E964-8103-9759-3E5647C3DE0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19" creationId="{3A4AC42E-0BEB-245C-0522-48453729B09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20" creationId="{6EC3B3FF-DA36-A56E-1486-3596BF40B07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22" creationId="{E5D2F950-5003-DAE0-D646-36ECCDC1440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23" creationId="{CC083295-9FB8-A739-0B68-8801187DD53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24" creationId="{4D31B553-67D5-2632-7BB7-ABDC73FAAAA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25" creationId="{68847F85-6FE7-031C-CD53-EEC1C75B2D7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26" creationId="{5A3AD269-893E-C7E5-21B0-842E92B2567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27" creationId="{1D56CD3C-3E61-BB31-E310-DCA1A7B316A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29" creationId="{E26C26AC-8A7F-4A92-F53B-8219B476E85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0" creationId="{AC2335EB-0A1D-10A5-287D-5A99265ADE0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1" creationId="{327DF3CE-42BF-E45E-5A57-1F4180AA850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2" creationId="{A677D0A1-C97F-65C9-3376-3A31180B3B7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3" creationId="{4D5AEBDB-5F35-12C6-F9E3-DF4D43D5B82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4" creationId="{2E673BA3-F8B8-C768-ECEB-F554A6FB954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6" creationId="{92869E0F-B8AB-F7AD-39A7-FB526D72BF0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7" creationId="{F9B39718-17D4-F787-5B02-0B0B9851D09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8" creationId="{AED3A640-D545-AE32-233F-AA4AEC79A5F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39" creationId="{1CEE2783-5468-587E-37A9-D9D05EE1F81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40" creationId="{CF431E15-8E18-6EDC-96C3-35977F9BD60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41" creationId="{75C7B010-0D11-DDC1-C4E1-9295F72DD62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43" creationId="{42E3CD9C-0A6C-1D53-4CC8-486F9E2AB00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44" creationId="{92324348-7DC1-CA4D-E478-1819E6CB6C3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45" creationId="{D7E5A5B9-5B8F-4FD3-05F5-F920F6E0BD1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46" creationId="{BC3C8BE7-C673-011E-E26C-7B48F04A341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47" creationId="{887FA38B-E3A4-E99C-4F33-1BF8C1DE8E4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48" creationId="{46A76D7D-EDAD-24F1-87AC-BDD8B72550E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0" creationId="{5FEF82E1-011C-4BE2-3A1B-55D8057E19D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1" creationId="{92216CD5-7372-9667-FA42-186085FAE18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2" creationId="{F7B5AD4F-DAC7-9726-7B21-119222633D7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3" creationId="{714222F9-67A3-4D53-6371-32E95288496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4" creationId="{819ABFD4-AC7F-8096-8098-CEE69054A5E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5" creationId="{1CCD0520-4A9C-2B48-D59D-9AED099090EB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7" creationId="{122C0B08-858A-C30E-C1F6-051FD36904C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8" creationId="{CED2F388-E5DA-6E3D-B5AB-FBED03E519D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59" creationId="{F74A3432-C22D-D631-01D3-2297E878235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0" creationId="{D27A42CC-9E52-1A48-CBA6-B69A686C536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1" creationId="{2E09A10A-0FD8-E736-047E-0EEC53A94F2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2" creationId="{7D948E68-446D-7CC4-7C95-486D90A1F4A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4" creationId="{03D150E3-5737-A963-AD4C-8E8E47A591C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5" creationId="{7BCF4FE1-E0E1-7051-4F02-C040831E9E3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6" creationId="{B977E1AF-FAE6-7BD4-BC75-FF7FFC98299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7" creationId="{AA32522E-748B-8100-5F7C-1B7D1E187B4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8" creationId="{1BB65D78-80DC-0DC0-0B8E-B72E48FFA20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69" creationId="{54FC1CA3-1B37-4B66-A527-7E36FE58EBB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71" creationId="{9716BAD0-9699-F259-C2E6-C42F6213E391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72" creationId="{FFF93F60-9E5A-A799-7700-E9051C05B29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73" creationId="{78362C02-ACB3-C597-DF8A-25E30710979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74" creationId="{20821EA4-978E-1090-2837-BCD192BFA02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75" creationId="{6F5833C0-18A3-1077-30A6-2F83377AD9B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76" creationId="{B1B78C21-01ED-F841-45B0-A271E9A87F6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78" creationId="{8F3D6E56-946E-ED4C-8AAE-5E5B623FE670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79" creationId="{A4E1C7D2-87FF-D99D-EC09-691323306CC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0" creationId="{C29B7790-F8B2-8F8D-C409-B94CFF93A29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1" creationId="{4E72EB51-E455-E33A-0FD4-E0D76D486A8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2" creationId="{A9ED65FF-4F93-9AC0-5BB6-81A4D194DF6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3" creationId="{E763889D-EBD0-8E16-4188-AACBC8D7C5B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5" creationId="{FBDEA688-D815-930D-7C96-4BF44965273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6" creationId="{06A07B77-F92A-6C32-E96B-3CB4D68F16A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7" creationId="{8363584D-B21B-FD8B-890E-ED2B2B57479A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8" creationId="{4A9994A4-FAD2-6488-08B8-6A90AB980064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89" creationId="{F772AFE8-5EAF-F75C-5EA8-978E84F96CC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0" creationId="{82CB6A18-92D0-D931-A978-9E5ADE54E7E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2" creationId="{B788932F-01DC-BA5D-E3BF-EE5711E94865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3" creationId="{56164F22-2F18-A510-47E0-5A4FAAC5B6E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4" creationId="{4DFAE32B-44BA-40D9-3439-0629634BF45F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5" creationId="{96ECB90F-83E2-04B3-FCB9-94A756DC09A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6" creationId="{6D901E6F-E613-5A0F-32CF-720F24AB9D6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7" creationId="{F0BB2E51-54DD-221E-949B-99BA5F1B5DE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8" creationId="{1B792FB9-03E1-A240-3699-24F39E37183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499" creationId="{C2B39C7D-BD2C-2051-C387-865D98BB637C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0" creationId="{E751372F-03E2-5275-8FA5-A41D0439564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1" creationId="{8044A946-23B8-03D5-6782-F7806D9A212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2" creationId="{A51F32ED-46F2-FDD5-8E53-38F22DF368D8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3" creationId="{7526F1C3-BFE5-64F5-53A0-486F5B6FF45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4" creationId="{9FE1B7F3-283E-E3BE-63B4-99C76FCCCCA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5" creationId="{50F0B236-A3AE-881C-521D-4E7FF703B24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6" creationId="{4C346F3B-6B2C-A1EB-80E7-E9A61C0F9642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7" creationId="{B2E12E3F-126C-33EE-2547-B0DC9B8D0DDD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8" creationId="{75B3EC94-F95F-3478-48B7-1FDA4066B6E3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09" creationId="{DBDCDFF7-21E2-436B-17A7-4D1EB74D3007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10" creationId="{A1F81943-0119-46CC-CA58-886B6EB50629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13" creationId="{744B8F23-CBF7-636C-4851-B2974D4E994E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17" creationId="{D32A5164-77BD-C4D6-09E1-7BA9AC51F426}"/>
          </ac:spMkLst>
        </pc:spChg>
        <pc:spChg chg="mod">
          <ac:chgData name="Xin Xin" userId="9ff0c946-7f3c-4192-98c1-6be932ce2bce" providerId="ADAL" clId="{EC370BB4-30E8-4AD9-890D-521920E8CA56}" dt="2024-01-08T07:30:32.213" v="1951"/>
          <ac:spMkLst>
            <pc:docMk/>
            <pc:sldMk cId="2964609195" sldId="990"/>
            <ac:spMk id="1521" creationId="{B128DC56-EFF4-C9D5-DCE2-47B7C34B1C0B}"/>
          </ac:spMkLst>
        </pc:spChg>
        <pc:spChg chg="add del mod">
          <ac:chgData name="Xin Xin" userId="9ff0c946-7f3c-4192-98c1-6be932ce2bce" providerId="ADAL" clId="{EC370BB4-30E8-4AD9-890D-521920E8CA56}" dt="2024-01-08T07:30:40.416" v="1954"/>
          <ac:spMkLst>
            <pc:docMk/>
            <pc:sldMk cId="2964609195" sldId="990"/>
            <ac:spMk id="1523" creationId="{E91EDD02-0CD1-5F7B-1F48-89AE220CAF6B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24" creationId="{F3FF2F2C-899B-3A6B-3357-4E905CB90D9F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25" creationId="{D1AA3722-0806-214D-A39F-1468504AA74C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26" creationId="{C5C4D6A8-3999-55DC-934C-C4CBEA4CB15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28" creationId="{FC3C379F-624E-C683-B205-23C5846E907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29" creationId="{0B6428A4-CF17-B613-BA0A-BC9D61F19220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30" creationId="{0CE3D939-5E3B-3EF8-2121-22C0BF6C9017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31" creationId="{498BEF51-972A-53CA-B828-2556235A3B55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32" creationId="{ED127A0F-B984-042F-D925-95523EDB1F03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33" creationId="{74FF8020-9D1A-4DB1-B7D4-21BFF85CA92A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34" creationId="{37C4B94F-3621-B82B-D193-349BC393C4B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36" creationId="{2E0EE3A8-6A4E-CDFD-F68A-90BB1DE073F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37" creationId="{2CD890E7-C45E-04E0-5266-85991648DC1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45" creationId="{CD9CD4E0-9E04-C4DC-A3EA-341F3C36B14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46" creationId="{A221D86F-6E49-20C3-E24B-1DD9ACA9A648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53" creationId="{F3B9A594-06B6-1C66-F347-4085768021DE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54" creationId="{5EB688FC-4019-D4DC-6FDC-68AFB860E538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55" creationId="{291F36FD-1AF4-D0A1-F550-7A6F5A160130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56" creationId="{46FF364D-8A5C-48F9-644F-5881304EB097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57" creationId="{157C59D7-E805-1568-A33B-D993258B8F4A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558" creationId="{7D51389E-D924-7D2B-46B3-0ACD76FBB95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76" creationId="{992023C0-6599-8B5D-6FF9-CFD83BCD8A4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77" creationId="{B30322DC-AE1B-5AFC-BCFB-ACAB30F1542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78" creationId="{CE4E2510-11D7-8BD2-90B5-37EAB6EBDB3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79" creationId="{57ACD326-BFBC-C3BE-C100-0E20416B120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0" creationId="{1FBF1075-B32C-5B50-7DFF-49BFC242011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1" creationId="{9B61B19A-D2C1-5437-E320-965F0C8CCAD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2" creationId="{75C6D787-97B2-0850-EEB2-FCBAEF09C8E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3" creationId="{A7062379-C140-CEBA-B5D8-B917F8B64A0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4" creationId="{C3755518-9D08-7324-00FE-FAC7AFA3F74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5" creationId="{4548D427-F630-E4C6-7ED8-44FB4BA8DAE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6" creationId="{82D3E90E-FE49-9B0C-654A-03AC18F4B96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7" creationId="{0BF20D3F-7CAB-4436-6DE9-ABB806D2BB0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8" creationId="{AFCB24F8-9272-5A50-F2AC-FEB4CDD0B78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89" creationId="{15D9B294-B572-8329-5DA9-515C3B93FE3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90" creationId="{44D50D44-E4BB-BAC4-5814-BE4B34C07BB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599" creationId="{A506D783-DFC6-F5C3-D76A-BABFB0370A6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00" creationId="{19FE6F4E-CE63-13AD-8E2F-0E63B1054C7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12" creationId="{0E3DC75B-9939-C273-E8B8-2A8AB6C0D11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14" creationId="{82FA79DC-A8DD-492E-2266-F542EC170ED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15" creationId="{E47A016E-5021-52EF-FABD-83248A01C14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16" creationId="{9EADAFA1-5C29-DBCD-A7B8-D23CAFA5490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17" creationId="{7DDC2E04-17CE-AF53-4F41-07F858EBB8A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18" creationId="{776B5617-2A10-8197-D7A1-AEECCEA71A5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19" creationId="{DC6912A0-0332-B855-CD08-2880E5610AD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1" creationId="{396B1D0A-AF1F-113D-768E-DE43A672B3F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2" creationId="{15D0A1DE-3B4F-E71F-E1B1-E82531E8BC7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3" creationId="{86692CEC-E3F0-7440-AED6-C0FDF9A0835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4" creationId="{A2CAD22D-A821-7C5D-25DB-1E8E86A48AB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5" creationId="{AC4C6BBB-4851-5EEC-EB86-A544A6F4373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6" creationId="{FE2E63F9-0F22-C99F-3844-729268AC9F8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7" creationId="{AF8ADEFA-A2D7-F6EE-EDA8-5DA937FC920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8" creationId="{05A96993-F055-C886-6C33-55A4CBA9661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29" creationId="{5C290639-FD64-11F2-2EFA-4C047C2978C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30" creationId="{B41A94D1-0B76-462D-A97F-0F3D486D9AC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31" creationId="{62D1863E-2DEE-9877-9EF9-EC721747CFB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32" creationId="{8819A794-B3B2-8843-28E8-99A132DFD65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42" creationId="{45D5B16F-BF98-2D38-91CD-65F87B493B9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45" creationId="{D9C2DF77-B92D-DE6C-2761-87F2659C927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47" creationId="{E2837D91-C78E-2978-2ABE-6C2E0D0A673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48" creationId="{730413DA-4D5F-A0F2-E95F-D118E17FB71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49" creationId="{6EBA9ABA-8544-1DBF-0832-51ADB9AB622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0" creationId="{923A92F8-A7B0-C575-0300-AD5AFECE713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1" creationId="{26BCA7F7-D0DD-5CB6-E422-CC835FD3C76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2" creationId="{DB23B47B-E60C-1965-570F-1ECCD64F6A6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4" creationId="{1CD915E5-4825-0A56-8402-9E6C3EF4A87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5" creationId="{2C73F03D-8AD4-5159-65C9-E5B16E8F35F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6" creationId="{4A19F28B-A711-EF71-D527-720E860084B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7" creationId="{D650AB9F-459F-14E5-D853-1D403EA9BDF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8" creationId="{62AD2D34-2EE9-FE8E-4034-8C17E3A66BC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59" creationId="{8D5589E5-07F1-8FBE-7264-2B49673B0B5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60" creationId="{57AC0C67-06C3-7A63-4E5B-954E2A4BAB3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61" creationId="{77043460-303D-2BFC-C6C9-B790026CC01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62" creationId="{1263C127-7FA0-8F97-5202-6CED84980A8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63" creationId="{48E0C97C-F621-E1A2-C33D-1F48C1325AD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64" creationId="{9C2EDA9A-111C-3AF7-9F30-0470B176C11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65" creationId="{D9C2E8BD-B8B3-6FB7-BCF5-F132DDD69D9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80" creationId="{EA38943D-5537-24D8-C4C1-4146E46D14D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81" creationId="{DFDDD3C6-4C43-7DA3-9F55-1E42CC99F00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82" creationId="{D3E9A0D8-EB51-A122-F831-C15E4980C54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83" creationId="{2D82AD5E-BF31-C659-D193-AD623DFDB26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84" creationId="{CE5C2F0C-FBE9-3430-CFE6-2E541C453B8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86" creationId="{A98C27B6-BDE6-3685-C841-F3F5BCFEB5A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88" creationId="{62FAB16C-1D51-BA68-9663-466FE6E9CF5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89" creationId="{96EC4A62-6501-9F30-58ED-E9DB7E4B1E2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91" creationId="{BEE6CD6B-ADB5-8EBF-34AA-11287731B02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93" creationId="{FA9A0B32-D6E6-9F2E-224A-F8B8C3A3589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94" creationId="{15B19DDB-73F5-D27B-D05F-2DA40BAA0FF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95" creationId="{854009E3-4B5D-89AE-0AC7-5BDAA06A150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96" creationId="{0D733F0F-45B0-FD47-343C-2D952191344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97" creationId="{56C4959A-2DF3-9FD0-B54E-8D3C99CFC6B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98" creationId="{A49B91D5-803B-C7BB-8EBA-4DF224D9271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699" creationId="{79E12BE7-67CE-D682-E362-E948A7D8935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0" creationId="{25E7A182-24DD-4627-9E94-8A160D78DBF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1" creationId="{9CBBFD37-6D9A-4EEF-F5C2-916C4BC6F97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2" creationId="{FDF2AF72-B8B5-5AC2-3CFD-40065C22D80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3" creationId="{252210AA-C33A-6B0F-9128-E9ADE6A8E7C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4" creationId="{19E12F93-2B1F-2230-448B-0455435187B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5" creationId="{A3FF5142-1A8D-E71D-A641-8ED13A3235F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6" creationId="{6C4D27EE-219B-27FD-2DCD-4A923518897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7" creationId="{A652F306-9CA8-836A-4BEE-E013F59371D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8" creationId="{A7DB46F0-6836-820A-1A8A-B96482A3157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09" creationId="{49B38796-1612-D354-0A5E-9594FDF9351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10" creationId="{BDABD26A-4BBF-71C4-60E3-04DC8A99D46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11" creationId="{2AA42BB6-AAFD-9F9C-B534-F84F9E78266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14" creationId="{4DB85A2A-E149-C278-D123-5D9BF1E02AD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18" creationId="{379981A6-E355-650A-A41F-91CFDBFE600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0" creationId="{BB4A45E7-A081-D118-722A-4FAF3B8C4E8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1" creationId="{BA1FAB48-6734-B3C0-16FF-6FF4600ECAF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2" creationId="{0BE91B48-E3E9-507E-DF50-F0B5335511F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3" creationId="{E12CE0A3-CB60-3C87-B086-8062F9AD36E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4" creationId="{AE42122F-C624-4744-3450-8CEA1B027F8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5" creationId="{DD0BCC70-C080-9114-4CB9-99DB52D5C7D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7" creationId="{9B41C3F8-1DA7-0BF0-1529-DE3C58B02DD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8" creationId="{86107420-D6CF-27F6-3F94-648669350DC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29" creationId="{84791FD8-5851-7740-A234-306DFCC7A1A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0" creationId="{F8F7E4C9-A8E8-4E4E-7615-014892DF823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1" creationId="{35ECA720-8611-D6C2-6AC4-8BCB69C3C66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2" creationId="{05EDE9F6-7A38-E741-25ED-1356085615E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3" creationId="{77F7DF53-231D-7827-8743-422918ED321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4" creationId="{20E56DAB-901F-8FD1-9003-AE1A171069A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5" creationId="{21FB849F-E0B8-1C7C-48C7-CCFFD1B7F3F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6" creationId="{3A2BFB0D-A552-9257-D391-A2FDCD4D45F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7" creationId="{2887DD5F-7411-D37E-E0CA-A0E56071310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38" creationId="{5CB7C214-3E3C-19C8-ABB6-41A280F60FA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41" creationId="{3FF638E4-CCA7-7054-CED1-490C02F112B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44" creationId="{8803E73C-9CD5-8AA0-B1E5-FA8415D74E5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47" creationId="{1D132EA5-FAEB-1112-478B-907C593B771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51" creationId="{42CD1E57-A119-33A7-18B4-21695717A37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53" creationId="{B34EA860-DDC2-60A7-6FCE-02E02847D74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54" creationId="{31675205-03D8-DFF8-C247-0A3E4D7F042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55" creationId="{75DFBB3D-CA5F-16AE-7BFC-5439CB1E5F4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56" creationId="{7E551621-C18D-4228-1533-B93C5BCFC5E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57" creationId="{7B2604E7-87FF-54F5-1508-EA295630F75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58" creationId="{95828754-6A84-1079-D89C-83DAF5C4D54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0" creationId="{875E5256-5690-0A9F-35E4-D7DA69E0F92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1" creationId="{D9B3DA28-99B2-E239-5036-5D611EC714F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2" creationId="{CD604049-51DE-A67B-0BCB-283015ECD68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3" creationId="{715180BE-181C-02C0-08F7-C8B0C1C7663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4" creationId="{B962E903-F5FE-F9F4-492E-02C383BC9C9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5" creationId="{14D386C2-7F97-D620-D478-0AB11CCA166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6" creationId="{152D39C2-B255-82BF-E196-84B91DEB477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7" creationId="{5532F438-0E7C-7ACE-BC9A-36BE07BB4BC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8" creationId="{9D2379B4-6D67-6A18-03A3-51E129C0B25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69" creationId="{C879BFCF-B1E6-D525-FB18-2958325AD0C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70" creationId="{F4CCF605-A2F3-D6DB-936E-E31E650477E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71" creationId="{381C1501-2A85-A403-7F1F-748197292C2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73" creationId="{4B3FC578-A2C8-2C1E-9733-2A69C372F2C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74" creationId="{6B9782BD-D9A5-2147-BE8D-8514ED5089D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75" creationId="{C76F4C78-57CE-0477-C95B-705D1E207AF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76" creationId="{986D3750-854B-1240-6D34-ADA9F4FE032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77" creationId="{7E828499-EF07-BA04-0929-AADD856AAF5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79" creationId="{7589AD77-9B4E-B82B-7C01-4C878456C8F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81" creationId="{0829E047-8C49-8258-554A-0991B32A0EF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82" creationId="{683B9E33-F817-AE48-AF08-A73B9419268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84" creationId="{BA2D00C8-F642-3E92-6B86-467D2A38D10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86" creationId="{4CDF3E3D-1C63-8AB6-1B76-A7D51D6BC43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87" creationId="{6119EFA9-4C7D-FA97-8087-6CD2E46DED9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88" creationId="{8B5E4713-C823-1230-624A-AAF567145A1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89" creationId="{03D72360-4165-7296-7FB8-B9C2718185B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0" creationId="{1BFDD61E-1001-870A-7139-B668E417BBC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1" creationId="{2A0D8725-F180-AFC3-2399-8FC8470B9E7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2" creationId="{FA91911A-B837-75F7-A046-7F7994F5C57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3" creationId="{9463EC82-459F-32B7-F43C-D5DD5510D00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4" creationId="{E688ABF0-37F4-3A97-DAAC-5A343679D58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5" creationId="{6AD29CBE-725B-5589-B0FC-4E80248FEC3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6" creationId="{68A235B8-CB4F-E297-DAA8-AE173FF3D39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7" creationId="{8EBA9877-81C4-5F66-05E7-B85A0BF8E73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8" creationId="{1E5241FB-636E-3CF3-E21B-1705398BC28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799" creationId="{CC099478-ED4D-45BC-5B5B-9799D0B90DE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00" creationId="{82965919-F4FD-E904-A012-DB7DC8E8866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01" creationId="{D62D4BCE-52B9-0DF6-A6CB-4E4E1BFADCC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02" creationId="{7FD1E816-EB8C-434B-19D4-BA55A23290C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03" creationId="{B434EFC6-17D7-8716-5186-E5B86E636DC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04" creationId="{5178D2A8-B550-11C7-3490-8B60C9FFE09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06" creationId="{EA8E134E-1E4C-65D8-310D-6F1999776B1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28" creationId="{915537A4-B392-F1AA-AFAE-C639DBBA776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29" creationId="{B2DA03CD-F557-4388-C523-323BC6D438B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31" creationId="{45A8FCA5-FD57-64B5-4DC5-E223EB58A63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32" creationId="{AC930E93-5348-1A20-01E9-75F23CA8C30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33" creationId="{956E4725-6773-ED08-EBBF-D36485C3EBC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34" creationId="{F8B9AEDA-8DE6-3F4D-8AB3-0839D8FD463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35" creationId="{96C8C7DC-6663-0F22-9C0D-CE84B623574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36" creationId="{353D1E49-A7AC-A432-E4A9-C68E99DF157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38" creationId="{912DDE23-0B5A-01F8-3B1A-907D91ED161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39" creationId="{04026D2F-7991-87C8-A3FD-7E5A350A389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0" creationId="{34C6D38C-5D44-2776-A79B-2E5F4846AB2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1" creationId="{F6447EC8-10BE-747B-F839-1F6A160D8C8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2" creationId="{191581FD-4E30-D4BE-689B-7EF357F1085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3" creationId="{B83FE32F-F22A-6A2F-53C5-29F588B4903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5" creationId="{821A683D-576E-DCE1-8A7E-F4C70F63F5C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6" creationId="{8B9E56FF-DA26-1A09-5602-4998B7CBE45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7" creationId="{09A9DFC8-B62F-A4A6-EA88-24B8E273FE3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8" creationId="{D08CBC0C-73C5-5F86-F276-6D30E707103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49" creationId="{F8C28112-AF62-8E38-E3D8-4F312AD4B36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50" creationId="{5C413971-7E7A-B6D4-B9C7-A27054D8312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52" creationId="{EF1B5669-065A-2EAC-8359-A10B3B678E0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53" creationId="{C341198E-2A55-79A3-97CC-70B87260B46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54" creationId="{CD947D6A-6480-F3AA-62B4-AB71D2CB28E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55" creationId="{73FF11BB-FF97-D851-CBD6-E173EB4D665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56" creationId="{F67B1B51-3227-800D-7CC6-233A9813FCA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57" creationId="{86BE6B4B-DA71-CC83-A7FA-FEB98B2893E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59" creationId="{BA37DE2E-90C7-EAD9-DBEE-6B47E95D9A6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0" creationId="{87675A85-F51F-B671-DA51-6580A42F5B0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1" creationId="{C07C0130-B8F6-8C1F-A1D0-0B227D27DE2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2" creationId="{2A056998-368F-1CCD-1D60-26033812619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3" creationId="{3EBEF032-00BC-AA3C-4D51-290D467B1ED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4" creationId="{F0E1C940-78AF-358F-1BDD-006EF7E6CC4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6" creationId="{EF3906C6-04E3-8559-4D7E-13FF5157A1B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7" creationId="{A0265EBE-8CC2-C138-9E93-2A676EEC9F5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8" creationId="{46320546-82D6-0B0D-1C27-D74AAD0E624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69" creationId="{E24D86B4-B8D7-E90E-013B-8BF4A57B181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70" creationId="{1D499ECA-AC94-BE13-8562-89F9226D847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71" creationId="{4E109C48-0DD5-4F5D-2B22-8CFEC4E0E0C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73" creationId="{6CF9CE38-352A-BD88-C647-90CC3CBB04A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74" creationId="{E04B4373-6836-A75A-4C63-9C35E3102B3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75" creationId="{2E41AA9A-E003-6B72-1CE3-E4E6E3B6E96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76" creationId="{CF8EBBF6-E107-B102-3806-C1C3EA14A20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77" creationId="{981E7AB9-73EB-0D79-29D4-504AA65CA00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78" creationId="{C1D7BB02-9083-BF9A-5F6C-DE897C468FC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0" creationId="{C95B4434-B083-6055-61A7-F5987DEADA0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1" creationId="{14510EE2-C45B-DE5C-83AD-59D8F394651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2" creationId="{A21BEE08-C81D-2E96-C809-314D18DD0B6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3" creationId="{011883F6-EEF6-6D62-1778-5675AC2F0A8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4" creationId="{9B306ED6-B9D7-0C98-D65A-AF25D154434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5" creationId="{56902801-0957-DA84-25C4-0226E6DE32B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7" creationId="{C148D027-7F0F-F942-594A-76D5B3DC89D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8" creationId="{E204BC2A-7D02-C3F0-BDF1-1C1734EC746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89" creationId="{228411BD-503E-6216-FA45-74ED5E69C09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0" creationId="{4AA4F3B0-A90F-876D-FE13-7E29E5E8918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1" creationId="{E3A4EB94-7A7A-E4D3-569C-E5ECF0DBBFD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2" creationId="{EB922DB8-6D16-1995-6266-308D905241E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4" creationId="{9F35122C-A275-AD02-2650-2CD09F28DCC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5" creationId="{A5F0CC85-24B0-0D0A-48E0-3764955565A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6" creationId="{E188ECD9-1A44-4BF5-2AE8-6DAC327FBA4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7" creationId="{028F604F-99D0-58AB-9661-4E9D00E017D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8" creationId="{77145A02-9F4A-36C6-0F42-FFF96D9E426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899" creationId="{433B70CF-17FC-A92A-1A06-4A5E01F9E2A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01" creationId="{FFC7B4BA-4163-66C6-E341-19541118E76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02" creationId="{EF21E5DF-28F4-5F79-B4D2-1D2D3608C66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03" creationId="{B6918527-6FCC-0385-785C-8CF2F8FB269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04" creationId="{CA483DF0-D197-D3B5-42DD-3D888FDD102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05" creationId="{80F3A3A8-CC66-AE1A-69CB-1472BDFB25A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06" creationId="{756AF6D8-34A7-B884-30B0-ECB36CA3FCC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08" creationId="{0D4864D6-9369-1808-931A-0BE6B044109A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09" creationId="{96787A4E-4C60-DF73-0104-60C3D5350B0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0" creationId="{A35B5BD7-8E46-F107-90CB-E77D709A53A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1" creationId="{F991A671-6F36-39FE-81C5-81EFFAC7486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2" creationId="{FF068720-1CA3-734E-3E12-BB475ABADCB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3" creationId="{2DB3C4AA-6820-C2F7-9E5B-DE4CEA396C0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5" creationId="{6E429A7A-D3B7-C8FB-675E-48924471018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6" creationId="{B53688FA-8CED-0011-52F4-4BBDAF58F20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7" creationId="{9F713857-FA88-4EE1-3067-B834B7870AB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8" creationId="{32529599-E1D0-1E66-2033-3691E03A4C3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19" creationId="{9F2C7FCE-44F4-4C4E-911A-6A5D25EF817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20" creationId="{04B40B80-FD39-26DF-21B5-395B5803461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22" creationId="{ADA7F243-4531-AFAA-B0C8-C5DECF70D66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23" creationId="{5ADCCF31-250B-953E-A1DC-F4E2096349C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24" creationId="{778C2105-BFBC-7CB2-48E1-591E29DB299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25" creationId="{3C2A8E2F-E4D1-E79E-09B4-71345A6CCDB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26" creationId="{1FB2C1E8-FB33-9A98-75A4-18C906D3290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27" creationId="{5DACBA2C-EBE6-547B-28F4-D0223A869F8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29" creationId="{74C69437-92E7-2E80-18C0-0D527FF9EF4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0" creationId="{FA2B1889-998F-EF25-1F50-796FF54A812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1" creationId="{85F89CF8-2AF6-07C2-7BF7-7E1D5E15379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2" creationId="{BB63A104-9D25-33CF-54D5-605B3DA9089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3" creationId="{9D3734F3-302C-17E1-37B0-C6D3ED63EE6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4" creationId="{BDAE270D-9977-E5D9-421F-C0644AE083C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6" creationId="{F2469D5D-B4AF-28AD-4985-1CCF4784765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7" creationId="{9A26E6C1-BF0E-0B60-B469-C371D4DFD0F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8" creationId="{0C1F8EF1-187B-A18C-2D68-226435C73B2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39" creationId="{0E905F4D-621D-9494-0141-7C6C7D937A3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40" creationId="{EB0413BB-3BE0-7A09-76DB-7F2CA26F4D0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41" creationId="{09EC91A0-ACFB-F898-6FDF-6DC9260CA666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43" creationId="{A68C21A0-3B23-BE2E-933A-BD7783BF3F9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44" creationId="{682AD451-9C79-BC53-C50D-B388A22E488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45" creationId="{02C1E5F0-024E-DA14-CD83-6A319B810BDF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46" creationId="{7A3C2776-E679-24A3-B3CF-A3248BBCE20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47" creationId="{F8295718-FC59-4499-AC1C-524CB44FFC6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48" creationId="{5DF6D17A-F51E-6EC4-7045-86A2D2AFF08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0" creationId="{A3522587-9F2F-6971-0735-730DBCFF1CB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1" creationId="{610455B9-9BD9-7E39-3D8D-39D1FD5CA1B8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2" creationId="{86CA4300-7E63-A8BB-9822-859BD0011FF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3" creationId="{3ED92695-F236-3A05-74C9-E4A415CA82A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4" creationId="{438FE8CE-F51F-5245-37F3-754F7467492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5" creationId="{FCAFC34F-DFB9-4CA7-0875-07CA7CA53ED4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6" creationId="{E11C4276-F9E4-6E23-D664-D9B814F0ADCB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7" creationId="{6C7955E5-65B2-A246-91C7-74D48F3E28E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8" creationId="{2EB2793C-0FF4-3BC0-2BE1-6ED9073C0C4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59" creationId="{5518ABDD-D9D2-C907-C45D-1ACFB74F7CC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0" creationId="{FBEA2109-273C-3593-C29C-496CD86E7371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1" creationId="{F90CCD05-F755-F57D-F8CA-AD604611CE15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2" creationId="{9B7FA4EA-6157-7F70-ECDC-CC1F9C79AE90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3" creationId="{BF939A16-BBE8-E531-C080-06B49246F02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4" creationId="{376DE3BE-9BE4-7C72-F863-2AAEB2ACEA0D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5" creationId="{4E27AA91-5A56-61DA-55FE-9FB472ADC1D9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6" creationId="{7483F8CA-AA40-8B3B-EC67-10B69CA6D107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7" creationId="{BBE165F6-C574-21C1-E6B2-8F39B5195B7E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68" creationId="{941EC433-9621-130E-CB6F-63DA5E337F43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71" creationId="{28E6D2B5-B79D-7779-C360-A6522148356C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75" creationId="{61EC42D0-A0FC-8D84-BC9C-E2A6F04E7BA2}"/>
          </ac:spMkLst>
        </pc:spChg>
        <pc:spChg chg="mod">
          <ac:chgData name="Xin Xin" userId="9ff0c946-7f3c-4192-98c1-6be932ce2bce" providerId="ADAL" clId="{EC370BB4-30E8-4AD9-890D-521920E8CA56}" dt="2024-01-08T07:30:44.269" v="1956"/>
          <ac:spMkLst>
            <pc:docMk/>
            <pc:sldMk cId="2964609195" sldId="990"/>
            <ac:spMk id="1979" creationId="{96FCECD4-2225-F3CE-ED50-9A0424560C98}"/>
          </ac:spMkLst>
        </pc:spChg>
        <pc:spChg chg="add del mod">
          <ac:chgData name="Xin Xin" userId="9ff0c946-7f3c-4192-98c1-6be932ce2bce" providerId="ADAL" clId="{EC370BB4-30E8-4AD9-890D-521920E8CA56}" dt="2024-01-08T07:30:56.034" v="1957" actId="478"/>
          <ac:spMkLst>
            <pc:docMk/>
            <pc:sldMk cId="2964609195" sldId="990"/>
            <ac:spMk id="1981" creationId="{FF52638A-1CD2-51ED-5C51-B050B9809830}"/>
          </ac:spMkLst>
        </pc:spChg>
        <pc:spChg chg="add del mod">
          <ac:chgData name="Xin Xin" userId="9ff0c946-7f3c-4192-98c1-6be932ce2bce" providerId="ADAL" clId="{EC370BB4-30E8-4AD9-890D-521920E8CA56}" dt="2024-01-08T07:31:00.157" v="1958" actId="478"/>
          <ac:spMkLst>
            <pc:docMk/>
            <pc:sldMk cId="2964609195" sldId="990"/>
            <ac:spMk id="1982" creationId="{0C3ABF78-A38B-1664-320F-41F523F02BBC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1983" creationId="{64870AFB-D281-F045-6F48-C75517502E3A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1984" creationId="{69DEB1F4-4B12-20BF-4228-B2359850DC32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1985" creationId="{3C6A91A9-6728-8C27-334F-C77058332B9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1987" creationId="{6BF16735-9D77-370B-E791-10A2DC86DA5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1988" creationId="{28A328A7-C490-3226-90CC-AAEC575D69CF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1989" creationId="{49043F73-6D52-F199-0E53-68C74C7AFFB0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1990" creationId="{05945615-3B90-77C3-C8A9-FA1C96D8D868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1991" creationId="{2BA2B58C-A797-98E8-0DA4-D32ECC9604AA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1992" creationId="{3792599F-8564-6E38-E533-4A7919299D36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1993" creationId="{1ED54DF4-72CB-581F-5BFA-4FFB4720698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1995" creationId="{CCF6BAC9-B4E5-41D6-9BFE-BB010DC9C5B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1996" creationId="{E385B4AD-917F-09D6-17F7-6C4E59C85AE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04" creationId="{8A7B5379-1B8D-3116-9A95-7D0A7C6867F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05" creationId="{BB45FDD1-62C6-D7F1-5A28-30D7C10254DE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2012" creationId="{FF781CDE-7289-4D90-D48B-06101A044B48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2013" creationId="{CBDFE839-C7C7-18FA-8101-4B30B34F2D20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2014" creationId="{24A2AF51-87F0-65DB-20C2-A3C3A2C62F9D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2015" creationId="{A8CE6173-4AB5-D1C7-1B6F-244CE9DF2857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2016" creationId="{68711F2D-02B1-F405-A5A4-780BB7E3BD06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2017" creationId="{E9581566-C808-01D5-3807-BC3EFBCBCC2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35" creationId="{D6593A43-A1F1-53AE-0CAC-11ABF14CC25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36" creationId="{0ED93C0B-9A05-F058-D1B4-CDFD1DAE090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37" creationId="{0C21CD63-6382-80F5-2412-A47C6C62167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38" creationId="{174E014A-B92D-78A3-FB65-7A66EE89CA8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39" creationId="{BDB19390-177C-9AC6-F7F3-A615C0AEA92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0" creationId="{9ECE8F18-8179-C201-6CEF-8A49062F734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1" creationId="{F342722D-57FB-CF20-FA77-509A9CCB2E5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2" creationId="{3C29D192-6541-F571-9188-7D147982458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3" creationId="{44253BBD-41CE-84B8-321D-5A2757797B9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4" creationId="{D280B5C6-A7B8-18DA-E9E1-84639440F5B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5" creationId="{758699E4-A023-2280-A91F-7B0EC2D887C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6" creationId="{4EE1104B-ED3C-A5DD-C9B0-8D0041022B3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7" creationId="{F2ABF26F-6CDC-2742-7D74-F24BD239F98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8" creationId="{33C53F94-D579-69CB-9F64-7913895E4AA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49" creationId="{0B96E26A-1E6A-D520-4450-9A9B0B5131E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58" creationId="{0E2252DE-9D01-1EFD-E345-064BD836145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59" creationId="{EE758B36-C498-B000-5AB2-E6D32A8B234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71" creationId="{1DEB8500-D5D6-E043-049B-04F69E48DB3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73" creationId="{17907703-3CE3-C5A4-042E-B07A911777B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74" creationId="{10746C29-8FB2-4B4F-7708-53C12B65462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75" creationId="{FC21C362-BAFF-5E99-11DF-8441A0B696D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76" creationId="{9722A901-C817-C6B8-566A-4959A7CE381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77" creationId="{B5CC45ED-7A4F-89AD-1DEF-9D9FC9A94C0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78" creationId="{5EC4BEA0-3A86-77AA-F3B6-8A7274D3806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0" creationId="{A30E94AD-D0FF-33A2-42C6-72BC8366F54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1" creationId="{13712506-0508-B863-9613-F5F1516099C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2" creationId="{377D3C47-9198-3209-276F-E861CE17DDA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3" creationId="{D0727F5E-53B0-B818-BC32-1FA84C63C74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4" creationId="{D4026877-D200-B2A9-542D-0C1E4708454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5" creationId="{E44A01CF-9D85-FAA8-D5F0-3A7CE346B99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6" creationId="{B05E3896-2DED-80E1-440F-7B9DCF5E17D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7" creationId="{147EFA5F-64A8-D9A8-4254-676F3012DB1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8" creationId="{9781199C-3D01-850B-7504-0CBBD932954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89" creationId="{8D2A0517-0F27-E6D4-BA46-2F31EFDBE10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90" creationId="{0889E666-EFEB-851B-394F-7FF5B9ED5A4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091" creationId="{3A7D0CB6-45C0-BAEA-A210-752E87F7855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01" creationId="{40F80D8A-FBC5-059F-790C-4903CDA0321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04" creationId="{50F8A8D6-CE3E-19E9-FEC4-A4ED09A1D5F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06" creationId="{E6A814E2-DB7D-0FCD-30E0-245F5F71F82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07" creationId="{5DCBD150-A31C-6EAA-FF26-2DB25B43112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08" creationId="{987F8156-1C61-5490-B3E5-F8B614749C2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09" creationId="{0387B57F-5822-73AD-771C-3643462EF13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0" creationId="{79E9E9DD-C399-9CB1-BDC9-409CFD5B59B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1" creationId="{63AD7CB4-EEE7-6FC6-6986-B858BFBBAFC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3" creationId="{60DA214C-D3AD-2628-70C4-A77A8CC2E2B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4" creationId="{F9445413-1437-C08E-2338-3B30F00514D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5" creationId="{B9193A76-FC7B-BA43-C841-8A866579F8E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6" creationId="{DC8B2248-11F4-9928-3614-9C8F1BC5C2A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7" creationId="{373E4E37-BFE8-3720-8D7D-DE79E84B13C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8" creationId="{F02F598D-0AEA-7E51-B769-AB36DE94E85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19" creationId="{B93FE398-1F10-6711-59E4-DA634F1142C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20" creationId="{59364B97-8096-7A50-97C4-423DED8779B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21" creationId="{AF4A5B43-7F48-13C7-50DD-0FFDAECB59A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22" creationId="{706E469B-95ED-D6DE-AE44-A4AA4A9F075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23" creationId="{28F30662-C77F-1907-C70F-EB5DC5BECF2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24" creationId="{C76D017C-AD18-A9BA-4315-22536D7B61B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39" creationId="{70C218AD-3C78-48A6-B40E-1EDE2BAC5BF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40" creationId="{2F465CE2-4A7A-BD4F-09AE-E75784EA3C3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41" creationId="{031C20BA-B07C-1234-76DF-EFE0AAACC18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42" creationId="{D4228AE5-E9E8-2A65-F46D-DE471201C67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43" creationId="{4E62C64F-9B51-7669-913F-B0F73B1477E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45" creationId="{A94F771F-CADD-6C25-7CF3-1D1B75FB40A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47" creationId="{5B0501AF-39E8-256C-E9F8-36852EB913E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48" creationId="{2B5F775B-B45D-FF67-ED79-228482C6D9C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0" creationId="{9C643116-EA57-9A7B-5D9A-CCBFFF09AF9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2" creationId="{1C0FF8E1-BF53-2990-026E-CCF18B20177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3" creationId="{41873567-B259-146C-086A-D9222E3F7B4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4" creationId="{916AE007-9C8F-F145-57D8-B407F41C4D1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5" creationId="{7F9304C1-04ED-4CF2-D7EE-5DBC05F5DB0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6" creationId="{117012E7-44F3-029E-38CA-0086FC751AC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7" creationId="{C5F926F5-62E4-AEFB-AA9E-EBC0CEA0E3C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8" creationId="{49E8D283-C409-AF44-1149-D430C0F81A3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59" creationId="{FEE07D38-95C4-7D77-26DC-0F42B6FABE8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0" creationId="{918A819F-065E-B165-A1E9-33018033148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1" creationId="{98DCD33C-2DD4-9445-D981-DC73A30267C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2" creationId="{A4D60C9F-5118-DE7D-678C-C36D23B4A86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3" creationId="{CA441CDA-7F9A-8FB7-5C36-22A8794451F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4" creationId="{4821DB32-1C59-192F-0468-2A864EF4661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5" creationId="{24828F18-C9F9-3D5D-D0FC-B17FAC60A79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6" creationId="{16ABFB2A-5FED-0102-3F56-52F53FBA0DF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7" creationId="{F0F1FE44-1DFF-B140-92D3-23E96DBB68D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8" creationId="{2BFA6C7E-0EF3-471B-891C-EDB4A18E74C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69" creationId="{BDCBB1A1-3AF6-26CB-4F71-12E6C26FBD9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70" creationId="{AFD9334F-E2AB-E704-090C-2AF63061C52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73" creationId="{AEA73580-0824-7AFB-496B-D55313F19F0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77" creationId="{004E0F47-2F42-736B-DBC7-715DCC9EE77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79" creationId="{4D8E052E-BD84-7549-0E9A-815B14B6C8F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0" creationId="{16181090-F0F1-8149-F1DE-858B6CA4B66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1" creationId="{C96E77A0-D402-9406-52C3-80F2C9EE588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2" creationId="{E976C99F-5F23-B56C-7C19-1D2499C2692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3" creationId="{F8C9B0F2-6322-A94A-7C80-CAD52A44F48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4" creationId="{4313035F-8AF7-CCB1-3C27-BDB62171E7A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6" creationId="{92149F61-EB0D-61E3-732D-7D13DF4F773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7" creationId="{7D6EA40A-D5B2-B2EA-E4AB-EB5577CDC5A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8" creationId="{801C2717-D2D2-4A7D-60E5-63D1E687747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89" creationId="{6A32078F-7F24-8E67-0DD9-FE60D6B034D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90" creationId="{D41D1F50-A0C7-7352-2711-E087A4B3648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91" creationId="{400A757E-221F-F860-CB49-4B43D7E6782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92" creationId="{E8ACA0A1-FAA9-69E3-1998-22F0AECCF93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93" creationId="{BA79A9A8-AF87-A48F-D1A7-1E989AD6F3E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94" creationId="{75DC014E-4A13-911D-7792-B836DCA4C8C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95" creationId="{F5C1A64A-E52A-3230-DFE2-30953B9691C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96" creationId="{3EB9324E-BC0F-6965-A09B-3E6F1A1D89A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197" creationId="{DFAC1A77-CBE0-2A99-8A1F-478D15A1E5D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00" creationId="{55E25551-EAF4-AB11-EEAE-ADFCB15C9D0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03" creationId="{1249ADA0-F6C3-2172-C684-622F557C24A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06" creationId="{21EFF3CF-31D8-8305-8BF6-7BCE94889D1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10" creationId="{EA918C4A-AC2A-19B3-BE7D-ECD25A91A2D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12" creationId="{D7A6ED13-037B-9FAD-1D01-41FB1E88424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13" creationId="{3E9102BC-355F-7EAA-BEE1-EEE92E614A6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14" creationId="{53B462A4-752F-3DFE-E36A-2558793F793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15" creationId="{E68D67AA-3D87-FF63-E37B-BBD016F4DAC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16" creationId="{94BEB334-E995-3851-B1A1-0D819338F22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17" creationId="{D3C42B0A-6412-3A2C-50B8-0D66E5C7011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19" creationId="{5A28F030-2D27-FC17-098E-D8A633D4B22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0" creationId="{7F796920-D566-E5E3-4F83-F54ABDF80F6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1" creationId="{E71ECF1A-763B-77C4-F592-929DEC6AC73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2" creationId="{C648880D-BD65-F531-BDD1-0840577B960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3" creationId="{B9C925C2-9B40-C4A8-C145-F96C7F18618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4" creationId="{3677B4A4-D8DF-1CA7-AF09-BCF9A9BE5A3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5" creationId="{8290C92A-B111-767C-EF3E-BB51DAB3ABB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6" creationId="{7A525AEA-8F49-2FA1-D3FB-84D3A2387EE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7" creationId="{A4AABCBB-9A33-76DE-03D0-FECD00290FC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8" creationId="{7BD6D0BB-18BB-AAC7-D9B7-AA2C4CB42B0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29" creationId="{E6449A11-1275-42F3-C2F0-2C10E9C17E4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30" creationId="{3A1E59FF-109C-D6CE-65AC-4C3C4DDE737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32" creationId="{B71893B0-124D-1AF1-8E14-68FD6A676C6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33" creationId="{51B656A4-8FB5-4200-09A8-737E01F3EE6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34" creationId="{59F87E78-FC6F-2DA9-B91C-3728A7615CD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35" creationId="{7372FE2F-728D-474B-2FD8-062B7466370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36" creationId="{399B2522-875D-5DD2-FA0B-2BDCF52D806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38" creationId="{B12289D2-2E3C-F78D-372D-E22D4A68F9F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40" creationId="{32938FA5-6433-1780-72BC-0DEA700D171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41" creationId="{41C7FC63-EBBB-BCFB-8C06-C118E788538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43" creationId="{A0F66BA6-F7A5-873E-19D7-0B325C9B58F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45" creationId="{533FC5D8-5F50-AFF1-621A-2CD0850F6A2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46" creationId="{11467D7A-A501-F587-C419-7877DD2B852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47" creationId="{7562BE5C-58AF-BBBE-C28C-DCE6899A706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48" creationId="{86F6DF9B-0E39-68BC-F314-8B4BE4F0B1C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49" creationId="{EEC52A26-126A-1EA5-0AD6-524FB0D5381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0" creationId="{3D79BFB7-0801-2E96-224B-FDAD4F5E3E5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1" creationId="{DB7FB6FD-2772-E2B5-BEF0-F96B9A2D3CB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2" creationId="{94280638-2690-3C4C-18DB-A994CBB4144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3" creationId="{D67E32F6-BBFE-14FA-FB7E-16B094F4974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4" creationId="{68321618-D624-B8A8-C633-123004B0C3F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5" creationId="{8FD8A369-83EE-FD95-6AB7-E6D62C8C8B2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6" creationId="{00792E5C-AE87-145C-357C-7C848C3D5E8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7" creationId="{3290FB11-695C-6B2C-2951-6D082675CBB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8" creationId="{158F779E-C45B-DFC1-0721-6B30C45B772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59" creationId="{75067C89-10BF-3622-F19E-260459258A5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60" creationId="{A7204DDC-2B9E-239B-CAA8-A15ECF8D00A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61" creationId="{68FA57D5-B663-D00D-1102-A3EC25BA761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62" creationId="{1209EDD0-7A33-EA02-2B77-33CEB936590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63" creationId="{975D1A3D-2CF1-1C1E-0BC7-6E2D01647A6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65" creationId="{28C1E0B8-0CDB-9732-BF43-C1A64F68055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87" creationId="{2C97CCA8-EA6B-F5CE-B36B-DE19A91E8F7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88" creationId="{604A8007-5659-712E-B914-30DDAA4DD9A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0" creationId="{DD98F660-12F4-C97D-05E2-4CE147FCC4D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1" creationId="{0E60CAD1-5913-11A6-7D26-A07916AB323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2" creationId="{86AE8039-71E1-3AA6-52CA-E0330A3CB10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3" creationId="{A7A16D6C-5FE2-9AC2-CBA1-92E67D02505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4" creationId="{37503D58-5CA3-C79D-CC0C-07DC383AFE4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5" creationId="{0035962C-E358-2312-352F-CDE2B07292B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7" creationId="{97E92728-1651-16B3-146D-541DF6C50B2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8" creationId="{FED2F5B9-F60C-EC46-6D6E-105DE6639B4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299" creationId="{7C096649-F042-B91D-BDF4-D4C0512AA94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0" creationId="{216B318A-4732-382F-91B5-1650461DC79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1" creationId="{CCA15347-6B60-9F2B-870C-7E7CDB2EC8D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2" creationId="{367B3D11-FC58-112D-3720-96448D6FDCD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4" creationId="{C0F921C1-F3DA-3FC3-C70A-F5A3E79F8FD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5" creationId="{FC387B2E-BC70-DC02-EE58-340654F823F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6" creationId="{DE3BA618-39D1-5660-5470-A2A6CD191DB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7" creationId="{91430E04-E725-A5A2-8A75-4DC116E0F86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8" creationId="{3C3BA8E3-52FE-4437-A4FB-4655DFF8E27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09" creationId="{7D76BE4F-F187-8864-34DE-E4E3384CC4F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11" creationId="{A0DDC9E7-B6F0-93BF-F70C-7C0BFAF375E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12" creationId="{B6553EF5-FDB4-8BF1-AF90-E5EB7EA1FE5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13" creationId="{AC2E2155-66CE-FE4C-4ABF-2D0E4AA25CE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14" creationId="{6395BFE4-F7DB-CAFD-1036-A78EE6EF7DB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15" creationId="{5B0EED2C-CBA3-C0D5-CF04-B9E7E2280C5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16" creationId="{DB2C2DE9-7C61-1AAB-67C0-8B4A6D49AE4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18" creationId="{238C4D9C-6ED4-CB03-CCAF-770B9CCE43B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19" creationId="{4E298067-97D6-B70E-20E9-E79522AB5FA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0" creationId="{B1DF83A6-C74F-7673-9C6A-9700B2F9DA7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1" creationId="{076DED39-0BEC-0B58-94BB-F3EE66038C9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2" creationId="{6E973E43-E026-1F3A-B5FF-DF308799FD8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3" creationId="{83FD909C-54F8-FD20-B647-3C180D21260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5" creationId="{F0878673-6153-FCF4-BC96-30B55E50FEC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6" creationId="{07D4206F-3228-4AF9-0F93-2E230700728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7" creationId="{69259D22-3C09-8081-2576-1D7B3AE0E0F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8" creationId="{70AF49DB-334E-A761-CD89-00BB6BD5993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29" creationId="{6525C9B6-4B87-01B3-6B29-D40ED8B821D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30" creationId="{5F69247D-C9D4-D6D5-D768-111A71BE123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32" creationId="{DCB6318B-ED86-176E-921A-0D7C40CB464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33" creationId="{2D7A188F-259F-31FD-F8BE-578D95C2411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34" creationId="{D776FB6A-BEF0-4CF5-6E7B-C63751FDF9C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35" creationId="{0E42B273-C90F-5114-557C-7302776764F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36" creationId="{D2F481B4-37AD-2D7A-9270-85820E05C24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37" creationId="{91488C23-8DE2-E025-2C14-2D087352F74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39" creationId="{E04FD7F3-834E-DE40-EBEA-FCA813E1A53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0" creationId="{89A351C6-CCA0-49C8-C86D-480FBA7F4FA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1" creationId="{B1EE52D0-4B5F-D767-0C86-EF6E3E0ABFF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2" creationId="{1B67D319-D24C-6B7A-346C-E0980FA19AC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3" creationId="{47709693-585B-FEE9-A2FE-B1BBACEC4F5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4" creationId="{655812E7-53B8-AD21-0C60-41AA74558F2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6" creationId="{57FEF18C-7F42-4E15-4050-AB3A6E7726D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7" creationId="{2F835908-9990-9CCB-227D-742E6CBA542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8" creationId="{331C11C9-300F-080D-C01A-A04A811C923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49" creationId="{28408064-696C-5A9F-9BDC-14ADE18AD5D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50" creationId="{DFC694C4-53B8-F671-58DB-0EE370AA1BC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51" creationId="{C28FBFE4-F7FF-8FFF-20FA-7C9EEA9C8DF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53" creationId="{D176216C-BF8D-4950-D867-11079BA15F1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54" creationId="{81E535EA-5CBF-8352-4A2B-B566576B6D2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55" creationId="{67C5A7BD-8AA3-8068-29D1-A7FC077C51F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56" creationId="{1DF607C0-B21B-0732-3BF3-0FFC1FAF841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57" creationId="{DC4A8B1A-17F1-1B54-D48C-D1F1F4DB20E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58" creationId="{A1EF9AFB-41DB-15A1-E467-759C45D2A89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0" creationId="{677A896B-BF7D-7895-9720-3CDB787A32E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1" creationId="{8FADC975-4B04-2285-F71C-E13BC8D421B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2" creationId="{8063E8E0-3EF9-C45C-5D53-6DBB79AD498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3" creationId="{7901C4F8-F0CB-1513-790A-B1CFADE2FC8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4" creationId="{C33A285A-D052-A21A-93E3-315794575CC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5" creationId="{3C4BF176-D420-EEA2-F746-F531EF4810C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7" creationId="{B37DC5E9-C6AD-1904-0DD4-47746E507BB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8" creationId="{03C268EF-2C24-3F05-CDA4-76ACA233156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69" creationId="{D66E9F3A-FD90-0BD4-6618-11F04DDA616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0" creationId="{6D73CA33-9313-B691-A16C-7FE16895298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1" creationId="{115294DC-19AE-BB76-A484-C6C4596405E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2" creationId="{DB4052FC-D043-A291-8442-5DAE004F61E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4" creationId="{912F10E5-2A4B-5218-81D0-A0A2590BD76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5" creationId="{8BBA2930-3089-0FF9-1362-9930C99461D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6" creationId="{F7DF3062-1F1F-6D53-1A2D-3E57CB5B092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7" creationId="{9407A34B-C0B1-58A4-CC36-892A344A641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8" creationId="{D14CA189-F194-5ACA-452F-52E7ADC6DC4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79" creationId="{76AC0C7D-9442-7609-BC08-0AB5A8DACA9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81" creationId="{70AFAC96-4662-5C40-A0DF-A7CD1731F21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82" creationId="{C24CAC66-3971-D7ED-D613-417ECBCAEB8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83" creationId="{A5FCEDFC-10B2-1C9E-F7AE-4979BA05618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84" creationId="{CA4E1A6D-3E8A-6584-CECF-7E9FEEA9051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85" creationId="{E16A62DB-4A2B-D451-9314-F046ED055C3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86" creationId="{9D582A83-8246-2FA9-44A6-F5AD5EB785E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88" creationId="{3810C517-ECC6-8177-D8AD-31E3912D92D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89" creationId="{95D4025C-2208-2AA5-40B6-7D085A28E5C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0" creationId="{454636E8-BBCE-9F9C-1095-87A8A9DE9D4C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1" creationId="{D4B269A1-F536-312F-BD45-0768AEDA7208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2" creationId="{6E236FDF-CC54-2F43-F104-E6E33C32BF0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3" creationId="{696C729F-9D73-D62B-23C4-823235DC40D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5" creationId="{B95E48C0-713C-A296-9ACC-703115CA784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6" creationId="{DADCC477-8FC4-B6C8-2A9D-7EDFB1516FD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7" creationId="{CDDA9DDE-23AC-222B-CE0A-500309C460E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8" creationId="{3613DF48-3110-8D94-06C4-39B175CFCC6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399" creationId="{44E8963A-DC17-5F90-AC93-33D4DF0C908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00" creationId="{D070C014-A3A2-3EDF-A372-362A2F9C25F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02" creationId="{6CB95252-15CD-D4F1-07A0-824BA2E1076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03" creationId="{6A498A7A-DE4E-0EF2-4B2D-82D80008FAE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04" creationId="{0226EA4A-61E1-BAC9-674C-A930B5FDC66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05" creationId="{89D5BAE3-85C7-69C8-35EA-308D3AE50D11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06" creationId="{5B2BAD39-ADFE-3DE4-56CE-AE08D133D63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07" creationId="{F5FEAC17-81CA-A918-6872-4C372448C92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09" creationId="{6C7D9700-C092-3667-8525-079BC5CC99C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0" creationId="{18D809C6-1D62-7E36-F01D-EA1D2430298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1" creationId="{58BFA206-4A00-9CD1-215E-C152BB42B0F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2" creationId="{63AB5C1C-01D5-D3C7-946B-430CFA68747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3" creationId="{30AE35AE-1090-0844-FB97-0A7F32286527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4" creationId="{717B5831-E977-034D-7A1E-ACE8B68929A5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5" creationId="{3432D2EC-E7E2-2B74-FDED-B2F336B3CDC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6" creationId="{62B9D564-78E3-5A2C-4F5E-FF5A0DE13DA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7" creationId="{D8CAED9C-FCE7-9802-104E-8A2B3E88BC0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8" creationId="{DC7D4D0F-AEAF-8BDF-46BD-610CE3541F94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19" creationId="{49229FEF-5764-56BF-B57A-111903112ECE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20" creationId="{3A0F1637-6CD7-1E21-4474-F7552997A80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21" creationId="{1DD2351D-1694-FF5E-E53D-A2BA826504E0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22" creationId="{7DB3476F-FC3D-A550-2D05-E3AFFC4FE9DD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23" creationId="{E2F50F27-AD99-2778-6A4D-A9809FE5318A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24" creationId="{4517BD1F-BB87-6BA3-E68D-8B1B5E13983F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25" creationId="{69B497BC-6FE0-D304-3D0D-3DE7F17B2C29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26" creationId="{AB9C84DD-CD1E-C485-2CC5-0EC2254EF583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27" creationId="{A4161CA8-ADCC-88A0-FCB6-D157343C834B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30" creationId="{43C7CE4E-D56D-95E7-702C-B3896A96D5E6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34" creationId="{66741976-B7DF-F703-7AF1-E9AA1E7E52E2}"/>
          </ac:spMkLst>
        </pc:spChg>
        <pc:spChg chg="mod">
          <ac:chgData name="Xin Xin" userId="9ff0c946-7f3c-4192-98c1-6be932ce2bce" providerId="ADAL" clId="{EC370BB4-30E8-4AD9-890D-521920E8CA56}" dt="2024-01-08T07:31:00.885" v="1959"/>
          <ac:spMkLst>
            <pc:docMk/>
            <pc:sldMk cId="2964609195" sldId="990"/>
            <ac:spMk id="2438" creationId="{E02A7480-4546-AAF0-AA52-8EB42CA269CE}"/>
          </ac:spMkLst>
        </pc:spChg>
        <pc:spChg chg="add del mod">
          <ac:chgData name="Xin Xin" userId="9ff0c946-7f3c-4192-98c1-6be932ce2bce" providerId="ADAL" clId="{EC370BB4-30E8-4AD9-890D-521920E8CA56}" dt="2024-01-08T07:31:03.192" v="1960"/>
          <ac:spMkLst>
            <pc:docMk/>
            <pc:sldMk cId="2964609195" sldId="990"/>
            <ac:spMk id="2440" creationId="{C3902917-198F-CEAC-34D3-33D0BBD4B7C1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41" creationId="{71EA5921-5260-4500-3D76-843F0F167754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42" creationId="{A15D9CCD-34F1-F022-32F8-8F2BEB1A3F44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43" creationId="{DBBE0630-F5F3-9A3F-EF54-5E9125637E4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45" creationId="{A94F85FF-4EDB-6E6A-1E0D-A1E2458C08F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46" creationId="{DFFB57C7-1AAC-A2DB-77CA-87360AE9339D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47" creationId="{2E254D29-321D-0827-9A62-D6781DA1CE68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48" creationId="{1C6180DA-76E4-8191-FE76-31F1D80C3E5B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49" creationId="{5A7E149E-C819-0C7D-BF04-EC018A9D9C43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50" creationId="{D1461F36-9681-5C74-950C-B63CEA12FFE2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51" creationId="{5A90C808-311C-C9C0-52CE-A168464CED5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53" creationId="{8A11A374-2427-CC90-0078-D58B6D40CB0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54" creationId="{0A9BF66F-D479-82E2-B42F-FF7528E9F04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62" creationId="{CA779A3B-7B0E-8982-491E-CEBC0870B47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63" creationId="{0AD4B68A-4AB3-8A53-6C7C-BC7BA7F39E15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70" creationId="{F8DD591A-5450-293E-A4D7-AFA056A00CD0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71" creationId="{FCE0B277-0ACC-0389-D344-F6B82CBDE734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72" creationId="{D01F7620-C551-4830-E74E-3EC5684E2240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73" creationId="{A05D2281-A31E-9DF4-F221-E2DA334B151E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74" creationId="{EE668E65-7E7F-4C84-851C-62F95853D1B7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75" creationId="{EDDFAE9C-FC4D-F5E6-4420-CCA9A0685C9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93" creationId="{DA448800-4383-BF19-BAF0-930B7F0DF69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94" creationId="{4CAF31FD-FD08-4418-3B8C-4BDD2FF3139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95" creationId="{C16F920E-1B25-BCCE-9823-12F3EA6BCFB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96" creationId="{84F3E95D-75A5-03DF-1AF4-24566D7BB97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97" creationId="{22ADC3C9-0A2A-CAFE-980B-9F91A1BC96B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98" creationId="{6D96322F-1765-D3ED-40E1-084C39847AE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499" creationId="{E7C5C3C2-B82D-9B18-5380-FDE55AECB18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00" creationId="{048821F2-2840-2A8C-1B5F-6D54D52B553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01" creationId="{B12EEF0F-6F1D-EC53-A671-1B674D6447B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02" creationId="{D2883245-7FFD-939E-D4DE-DED5872ED31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03" creationId="{2D80BE68-CF5C-87BF-D4B3-26C193B77CC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04" creationId="{4B7C0324-1196-852C-0CF9-3E7693E6707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05" creationId="{4379F6BA-B16B-9229-6DCD-9301D5121D7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06" creationId="{499019D2-F522-3014-8C84-61293FB4BCE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07" creationId="{2B46D717-4C92-8C49-63B5-0A46ABFEB61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16" creationId="{FDAC39C6-F65C-2104-02FE-282DCEE20F6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17" creationId="{7CCA505F-72D7-B175-CA86-9BFD7A3FACB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29" creationId="{220261AF-9812-55E3-E892-097AFD2B20F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31" creationId="{0E2E9256-F962-58F5-C705-6923CA530FC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32" creationId="{70E12078-20F0-9AA8-D506-CC456E0E932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33" creationId="{53819E0B-42F0-9499-F136-3BAADEABAF3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34" creationId="{C14E3983-BAD8-5141-956E-3C303232042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35" creationId="{568BF278-515C-DAED-0BE4-ACA104B2552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36" creationId="{01507A71-7596-BC2B-B712-C1B91B039CE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38" creationId="{402729D9-1693-1AC0-E936-317F2F766BE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39" creationId="{1E94EC88-8076-71D9-41B4-D838E0A090E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0" creationId="{B784CFB9-F82E-B6D9-CB5A-2CC25EF70A7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1" creationId="{4275487F-F2C8-6F09-2825-3EF4213150C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2" creationId="{269E7E64-0D63-66DD-FF5A-1478EF15CD1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3" creationId="{568F6726-EF23-30CD-812F-2A2A1D17C10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4" creationId="{82E7AC0E-AE78-112F-9856-DFF4BBBFDA1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5" creationId="{B2731EF0-C5B7-96B1-BBE0-945A9A831B3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6" creationId="{7A822E9A-FDA7-91DE-FB0B-4E8C96739B9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7" creationId="{AFD8CF20-FF4A-EE2B-A451-66809B3D913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8" creationId="{B7205728-D87D-D650-EFD7-424BD95E34B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49" creationId="{FB6E1F2F-9D90-C121-9146-6F0CD9E2391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59" creationId="{C3BFB872-588A-8C2B-3D0A-7878E634126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62" creationId="{9AB745B1-F439-250D-AF7D-FE29386CA63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64" creationId="{187AB69F-738C-B0CA-716E-03683180964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65" creationId="{5F3D06C3-443A-5E14-2E8D-AF435DFA1CB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66" creationId="{1D5FF9E7-7736-7852-991D-58EA0F3FCA6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67" creationId="{3B39DA45-63E7-64B4-3C59-8530653FA25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68" creationId="{5BF7E78A-182B-D53B-B526-AF3B1576E6D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69" creationId="{B0743829-E18E-B948-93CA-7C175DB6A07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1" creationId="{AE22DD32-966E-9558-DFFD-C8C6B48392C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2" creationId="{40C31C2D-4538-5D82-9EE8-32D8C417F17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3" creationId="{7C868E73-6CB7-EAF8-45DA-EC713C80E5E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4" creationId="{0458E528-3725-7393-51B0-A1359CC77EE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5" creationId="{F29E7C3E-04B1-4025-D80D-DC7571DFCC4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6" creationId="{D5173D9B-A8BA-4118-0F5D-6DD83F7756A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7" creationId="{36EAF1C1-96E1-B60D-32A6-0E94D5C186E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8" creationId="{A290275E-355C-AAAE-B2FD-D8B7AD516BF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79" creationId="{1E8D858E-EC52-14CC-3219-C4E1191B6C3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80" creationId="{D630FABE-50C8-8E3A-6B7F-658EF7297ED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81" creationId="{F2FA81CF-502F-8028-43F7-11239213308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82" creationId="{CF629F36-C67D-4BCD-8511-00C4B3AD7F4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97" creationId="{9AFBC4EC-7562-BC82-1526-27F5EA693A1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98" creationId="{04D778B8-090C-04D0-FDB8-65D748004FB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599" creationId="{0EEB2E76-3DEE-8079-C3A2-DD07684B986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00" creationId="{91B425AB-8E12-77E3-18A7-1AA8D9CCE97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01" creationId="{64512937-2EC5-122D-8F56-72C2A1304DD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03" creationId="{5E6E3349-3D41-1887-ED59-32D9DADC6CB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05" creationId="{6BF0DA1D-2761-392C-F852-A17879B2951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06" creationId="{A7C83538-1CB9-FA17-1BF2-B3DBCCD17FB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08" creationId="{2D7E2548-A703-8AE2-4D68-272CA2DB1B5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0" creationId="{2B8DD5F9-CB58-028A-D997-FCBB5D8111B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1" creationId="{51FEE818-E7BB-1782-B234-1459F7A31C6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2" creationId="{06E6CDFF-ED3D-5A72-B71D-B34ED771014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3" creationId="{555F4AF0-55FB-A301-4DEC-4699B12535B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4" creationId="{29142E5C-86B9-8FB5-658F-88D7C97F3F6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5" creationId="{CEF9157A-F17B-6B9B-C0D9-224D860E885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6" creationId="{58FFDB79-9BF2-727D-6168-ACDA8F4E505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7" creationId="{D8D3665E-2E4D-8093-7CD0-CD598F4D281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8" creationId="{3FE94D74-E055-92FE-D004-E57A35141D9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19" creationId="{3DE319D8-91C6-3569-5F89-E5DC460EE76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0" creationId="{16B3330B-E31E-C8B8-A94B-0DC23B6B7E9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1" creationId="{9D19E24D-0617-52E8-E147-6A9376B3828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2" creationId="{B5E32EB0-13A9-33A0-8C28-70084B31046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3" creationId="{F2EC3487-271C-0C58-7AE1-CBCBF40A3FD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4" creationId="{2FDF3617-B4E0-D8E5-A8D7-DAC59C4D536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5" creationId="{1B10E6D8-B3F3-1B29-7366-758087AB373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6" creationId="{0D711679-B64F-A781-A424-967A30D6720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7" creationId="{6334D729-E75D-A1C6-3638-C31DB4DCACC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28" creationId="{705F810B-5E60-7032-3ACB-3D3F1E93C36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31" creationId="{2F35EBB8-1F40-0A52-DE09-9092C94CCB9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35" creationId="{43601876-3E47-7383-AAEE-BD16E86B76A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37" creationId="{99F20217-1292-EA93-0FCE-83BE323D0D8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38" creationId="{402CDD7B-A00B-CCBD-9D55-25BD3FAD611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39" creationId="{4CF5E519-F3FD-3D98-3E9C-52FFDE0BFF7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0" creationId="{A41C9A25-6867-EE35-1BD3-6414E38FDCD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1" creationId="{3DB1A0ED-1246-B9ED-67B7-5C3B1B9D4FC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2" creationId="{2842001A-F726-6D48-11F6-C84D01650A5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4" creationId="{024063D0-CB84-DE16-D1F9-DBB34C72EBB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5" creationId="{DD7DD928-F1D7-81EB-470F-F7EF600A90B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6" creationId="{3EA6CF6E-C497-D8DC-72C9-C877B42BC52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7" creationId="{1822FD9A-A6E0-CB40-E176-02A9D3E65A6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8" creationId="{DEAF3AB8-65DF-390D-4109-3715BAB5BBE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49" creationId="{E0A31A11-8547-5208-A55D-7062970568C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50" creationId="{CC3407AD-5655-09E1-5D8D-2CC8757F262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51" creationId="{9A76F6C6-B390-3250-8C3E-E777AF57D77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52" creationId="{25866BAF-0EE4-4064-3BA1-3E24D8C51B9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53" creationId="{CF6732A6-EB94-A47A-BE40-03F39764D57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54" creationId="{976D817D-FD73-1C59-AFC6-197E57E89D5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55" creationId="{84B04EB6-276E-3660-038B-BE4BBC9E7D1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58" creationId="{D9E6DA95-019F-7900-A279-354D086CB84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61" creationId="{C9B7D9B6-DEFF-4F24-6A38-701BDC6170B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64" creationId="{89C0C5B3-4088-5365-845D-1AED16362AC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68" creationId="{AD504D9D-16C5-577C-7905-AA9CA192B7D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0" creationId="{6DF2808F-A98E-BC01-88D2-727EC32067D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1" creationId="{838AA274-1BB7-DBAB-D806-4E74AF8AED5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2" creationId="{12BB2E6D-2F91-610C-31DB-E157497FD78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3" creationId="{2D9148AE-A89B-A342-EEA8-E28DAB2F64D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4" creationId="{71664127-4E30-AC63-D216-99504CC0DA6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5" creationId="{6D0079C2-F26F-BC27-32C2-A67597E8584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7" creationId="{E0058A13-6519-F82D-83EE-7D7817C3409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8" creationId="{2A343F91-1552-CF7F-5FBB-F34C195A108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79" creationId="{1713DEE3-4725-8AE3-9623-00C6812FB7C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0" creationId="{C1F2589B-9637-DE02-66B5-8C1AF7317BF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1" creationId="{9499881C-6642-B924-C4C0-7033F406F8D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2" creationId="{698D4C0F-CCFB-B342-DC16-195CA051544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3" creationId="{C499642B-6761-6221-3C24-799482B3105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4" creationId="{259DBA63-E928-2633-F9B7-2BF6AA78D02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5" creationId="{0F3E9B67-F4B6-CA92-E8DD-4005249F78F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6" creationId="{F3872F7E-8481-4F74-297E-F22DE0196C2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7" creationId="{A23BB222-C2C5-81A2-051E-8A0E968A429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88" creationId="{18AF1EAF-483B-7792-EE2C-D193ED0FCC0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90" creationId="{C1C57733-234D-368F-B84A-40775D85EB8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91" creationId="{D430E6B9-08C8-1819-A556-3FF0CC7A420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92" creationId="{1E5CD3E1-17C8-A0C0-C8C5-4FCECB01CBB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93" creationId="{11502493-6EDD-5487-72CA-F935752B63D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94" creationId="{EECD146F-3B8E-E4AE-E8AC-69B542D578E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96" creationId="{22F50785-2F47-214E-528C-669AFC63A85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98" creationId="{9B84B41E-09D5-D362-7C1D-147A8942BC7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699" creationId="{B117E21E-55EF-6B8B-AD76-01548CF0B80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01" creationId="{94B607C2-321B-8B5F-65E4-C17CC94C62D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03" creationId="{EA8CC8AE-5E04-0A58-4232-3FB15211F8B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04" creationId="{83BA0DAD-4FDC-BB41-D22D-5ECD4A297DD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05" creationId="{428218F5-1DC3-C342-18CD-D39AD7DE044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06" creationId="{48BF081B-1340-2D7B-57FC-9A1F6A2CF83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07" creationId="{E462F123-444D-4ADE-C1E9-198A07BD379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08" creationId="{A7C7DBF8-5690-B0BA-8DEF-A6EFA42C94B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09" creationId="{F65EFB51-5806-B637-7027-9CAFA3F54B6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0" creationId="{F2FB07FC-A592-AC1B-BB56-8A54923C26F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1" creationId="{D8A77437-E2FD-7E0F-A3CD-5B1914DBB5D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2" creationId="{23C2D21F-477C-29AA-D3C9-33641B6409C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3" creationId="{A6BD757C-8451-EB41-1EE0-479204A8315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4" creationId="{BA136697-2976-38C0-A658-44A12E2E971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5" creationId="{1368045D-AC8E-08F4-D109-CCF321949E0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6" creationId="{10F25D8F-ED89-E6A7-E2C9-DB128D6ADDA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7" creationId="{884B95E5-D634-7F19-DD3F-13FE4AF9AA1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8" creationId="{62304D27-5D55-52D0-C498-7C6B1CE1E8E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19" creationId="{0A184BEB-991C-957E-7CE1-2A9B147567C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20" creationId="{49E365AE-52D5-A51E-759D-33237FAB1CB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21" creationId="{FF85CA60-6491-DE06-8239-7639D7B7EEE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23" creationId="{4756138A-F0A3-FFC3-7F37-FA1BB1DCD07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45" creationId="{4D57EF19-A582-B703-03C5-7E120175FE4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46" creationId="{86234ED5-8475-AC7A-BB8F-1EA4EF420FD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48" creationId="{C1B32596-6CE4-E120-5EB7-E118D4C5E90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49" creationId="{8E599DF9-944B-F899-BD18-B21D75B1054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0" creationId="{E19C3AB4-3159-B5E9-5644-6D83B9B03D7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1" creationId="{A170493F-CBC7-D27F-2E18-0E109716A17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2" creationId="{53E6FDD1-58A5-A8B1-01A2-3117124B924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3" creationId="{62C89510-1E16-1FEF-BE06-0287C2A52DD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5" creationId="{71FEE964-260A-B49A-1260-53849F4BBBA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6" creationId="{0F71F32B-A214-633C-82DC-27B76FD2EA5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7" creationId="{F66CA0D8-FEC4-C5C7-8DF4-2BFF041E6E6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8" creationId="{6354BD32-2284-5947-A4C8-A94D56DB430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59" creationId="{0C6B5B3C-9B90-3DB5-3E1D-1FB61A2DC4C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60" creationId="{9D4E5981-6329-AFEA-E066-E5AD50A8D76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62" creationId="{09CAAF2C-AF5D-746D-4BF2-7CBA64EAD06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63" creationId="{DFC21422-556D-9450-1E82-9A4D87E465A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64" creationId="{7E4166E5-2533-1C22-655A-A1017C16546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65" creationId="{A4490C10-D0B4-2FEF-6C10-338F859A384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66" creationId="{67B2286B-C70A-FB86-DDBD-9ABFB8F8DA3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67" creationId="{D9A6FE9E-065F-0B2F-4C20-D859DCC2CC6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69" creationId="{0625E33A-D0FF-4BEB-D634-290FCD984EE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0" creationId="{77C797FC-529C-2D65-9EA4-D5B12B85C7C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1" creationId="{37109114-88C4-0370-1A73-6BB414B3630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2" creationId="{9B2FF7F5-47DB-3783-BB52-FF7A187A965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3" creationId="{A6490C68-06BC-F57B-3130-CE8283FD8D8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4" creationId="{D393843D-3AD9-C7F6-BBFD-2AB3E66B7D2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6" creationId="{35946C19-5253-E5AA-357B-790BE3AC09B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7" creationId="{AE79B7B9-D1D8-A301-5AA0-C3DB8C1FB72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8" creationId="{5B3B3AB7-F276-D5FA-070B-C793C6C2392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79" creationId="{8E6587EA-1289-B6B9-ABA7-524785D22B0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80" creationId="{FEB6CA7A-9709-8D2D-B5AC-4D06EA9CDCE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81" creationId="{3D9BBEBF-B007-2BEC-5657-EFBBD8B504F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83" creationId="{FE97429E-A4CF-9610-2934-16F4A458A03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84" creationId="{71E31288-C696-2254-64C4-B2ED957CCA4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85" creationId="{E8B9162A-7783-D19F-EFEA-2BBFC5A8DD3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86" creationId="{A6B42E34-45DF-3461-5D13-041774B607B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87" creationId="{71846475-BF21-1E24-8AEA-AF782B941D1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88" creationId="{9E9CB411-2B71-0F88-8A04-299B5CF8B00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0" creationId="{71A5FA46-F53D-C96B-8A47-666D2575E44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1" creationId="{01E4B8F0-4EF9-F6CC-D214-525A33D89B0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2" creationId="{A36E4AB3-47F3-CD5C-93AC-CA15D840249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3" creationId="{C52506DA-507C-2B32-C114-053F63C6F36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4" creationId="{217CE6F3-09EF-6FA7-AC54-6BADDD4E360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5" creationId="{BDCC4E54-4797-352B-ADC3-7047F9792DE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7" creationId="{950EB8ED-4D69-1758-0E92-21607D27A60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8" creationId="{A0EF5EF7-5CD3-E2B4-537C-B8F40A8C25B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799" creationId="{2322D764-3EE3-6531-0BB9-49E8DDA35AB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0" creationId="{F162A8C6-6083-8FDC-7CFC-51A5AB3DAF6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1" creationId="{9DEEE3CD-A04E-763D-D82C-0C6D381F859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2" creationId="{5F196727-CE28-0803-3D43-AABA7B11DC6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4" creationId="{CDD33D9D-1A15-59C1-4250-E5ED7FEBD36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5" creationId="{5D33AC26-9E41-D3BD-FC8D-B9230B46FF3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6" creationId="{2134EA78-F251-7257-8C37-77E24B6EE61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7" creationId="{C2B2FA8C-5F7B-48CF-683B-2F4A2A51A9D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8" creationId="{E200DD25-4D47-9EA4-1BA9-17265384106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09" creationId="{1B16AA21-7CA8-0ADA-7F3A-DCEF7E22543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11" creationId="{4B8B2F0C-A488-B5EA-8890-2819F9C2BAB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12" creationId="{99968D72-AF80-23AA-A091-210B041B546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13" creationId="{0AF0E51F-F2C6-9665-062B-C4B59C6A72F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14" creationId="{ADA9C3B4-4144-701B-5FD7-272C6BE1F97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15" creationId="{9D2037E8-3F6E-4AD7-7C84-CCD23E47CA3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16" creationId="{D2B30AE6-0282-3033-8745-70E06EAA8AD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18" creationId="{4916D747-A4F7-56F0-D251-A556FEDEBCF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19" creationId="{2230CC25-CEF3-D812-DE2B-11F9C7A566C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0" creationId="{B314D5A5-78AD-3F33-FEDB-03A570D8180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1" creationId="{0AFD5B19-6E0D-BDC9-D054-1B65D18156F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2" creationId="{25B7B3DC-E859-B313-CD1E-63DF20B04C0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3" creationId="{6BC40F60-5F0A-17E0-429D-37B5627C4D7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5" creationId="{0777E14E-6B83-A54D-BB2C-66B5BD9542E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6" creationId="{4D951454-4F5B-EBF1-6787-2B236161D63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7" creationId="{DD80B5EC-4842-1E2B-ED0A-F151F2505B7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8" creationId="{B6512700-3ECA-E5C4-118E-6B5297EC540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29" creationId="{E0D37ED6-8EDC-D92F-BB79-6F7906B1389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30" creationId="{2C09F147-AF21-A2C3-1223-FD5DC4A288C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32" creationId="{CFA51169-374A-D5F6-8EB7-BE04DC35662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33" creationId="{91BB41F5-2386-3AA6-4E79-AF4C47CD0D4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34" creationId="{56E4A12F-B549-5FC9-FEA4-4602FC06EA6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35" creationId="{521CF27B-A67A-4313-BCCA-9E45ACF086B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36" creationId="{DF8AEC9D-0486-917E-2900-3D0A0271C25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37" creationId="{2173B4FF-57AA-6038-1648-C3325E8AC4B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39" creationId="{61EC512C-5CBE-2B5B-64EB-FE8AF70D6D3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0" creationId="{7EE49FC2-76CB-D30B-16CC-6D4ADDC9016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1" creationId="{EAD95DFF-45E0-BBCF-FBBA-0B25D5DCA47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2" creationId="{7CD563E8-2FD4-B118-ECBC-E9A80C70333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3" creationId="{56BFB439-FB2F-D04B-59AD-26C8BE61206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4" creationId="{ADE68642-B436-BE00-DEE7-11FAD076276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6" creationId="{80F9F898-2245-1D94-A6DC-C2F23727E51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7" creationId="{A187AF00-563C-3D46-89BF-DF1F901ED7C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8" creationId="{369AED11-CB4C-BCE7-7C95-E50F578A344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49" creationId="{6FCC65AC-13C1-81BC-9419-F6AE8894A1A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50" creationId="{F759E1EE-5B8E-0D31-DD65-5A52BB1F9EF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51" creationId="{30BDDD87-ACBD-792F-004E-DD7A14C3016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53" creationId="{93E92286-D437-FD84-4F1A-5128A6A97782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54" creationId="{F4ED1020-07F5-430D-B6C8-035A5635A97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55" creationId="{BDEE9768-3864-74CD-F70E-7CA772DEC5A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56" creationId="{9843DFF6-68F2-0B47-2079-F004F3D8F003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57" creationId="{F7E03DF9-0505-2E0B-D83D-CF69CFDA06B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58" creationId="{2E0E673C-7F73-B429-48C3-12476F8B0EB7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0" creationId="{BD9A8725-54B2-83AC-A9D5-7D198B37CDA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1" creationId="{AD214530-C7C1-6513-B3BE-62EA8203EBF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2" creationId="{B879B453-26D3-7D84-D1EC-ACE36ABD3E7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3" creationId="{4B5C5D9D-52C1-C6E2-0550-08FA0DBF280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4" creationId="{03073964-D184-775E-8492-27051751E46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5" creationId="{40543876-1470-F42B-693B-0DE265051CFB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7" creationId="{FFF323DD-6C2A-ED54-49ED-1D26E97F4BA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8" creationId="{B3D4737F-DA75-C43D-D994-FC2C51E3AF6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69" creationId="{95D24486-2310-19B4-2C8B-FD43F99BA6F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0" creationId="{92820ABC-0823-A97A-19F9-2788F8F032F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1" creationId="{E86831FF-A788-C41C-C0A7-6197E1CBA974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2" creationId="{CD3D9C7A-D17D-7E2C-ADDE-0552E2A0E8D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3" creationId="{DE268DA2-2187-000C-9278-DF77E7EE9FC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4" creationId="{5663E024-1925-5D02-26D5-7B0116B0059E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5" creationId="{FCC8B207-A4FD-F933-02D3-D2FDFF7BC6B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6" creationId="{6001D7DE-8A0F-3CAB-A64C-565874AD38BA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7" creationId="{7BC8E5C3-125D-F3F7-4848-AEE3C1F7DCB6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8" creationId="{22DD0B3F-1F82-9621-E7F3-88950E167B09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79" creationId="{F76BEC60-A4BD-E127-86B1-702687961EB5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80" creationId="{DBD3EC93-E81E-9244-CAE5-A84AA3ECDE51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81" creationId="{4AD47C89-6605-DF9D-3193-27651C31074F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82" creationId="{DAD10C6F-A3A2-09D7-86A3-C0A55B80977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83" creationId="{AC196355-7E54-6CC2-566D-5CCFFBC24BF8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84" creationId="{39A34CC7-CC2B-4257-047F-C7B28424D10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85" creationId="{A25CCDE9-56BA-20EC-BD0C-A68F863B6E4C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88" creationId="{DDB72BCF-724A-5146-399F-0B44F59159ED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92" creationId="{7F26A15D-BACC-EC6B-0EDB-A5C2FFB9FB80}"/>
          </ac:spMkLst>
        </pc:spChg>
        <pc:spChg chg="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96" creationId="{6BA39AD2-5C83-D6BB-65F7-2DE95950ACAA}"/>
          </ac:spMkLst>
        </pc:spChg>
        <pc:spChg chg="add mod">
          <ac:chgData name="Xin Xin" userId="9ff0c946-7f3c-4192-98c1-6be932ce2bce" providerId="ADAL" clId="{EC370BB4-30E8-4AD9-890D-521920E8CA56}" dt="2024-01-08T07:31:03.248" v="1961"/>
          <ac:spMkLst>
            <pc:docMk/>
            <pc:sldMk cId="2964609195" sldId="990"/>
            <ac:spMk id="2898" creationId="{5852D422-B4C2-0F2C-5F5B-CE824882C331}"/>
          </ac:spMkLst>
        </pc:spChg>
        <pc:grpChg chg="del">
          <ac:chgData name="Xin Xin" userId="9ff0c946-7f3c-4192-98c1-6be932ce2bce" providerId="ADAL" clId="{EC370BB4-30E8-4AD9-890D-521920E8CA56}" dt="2024-01-08T07:30:11.445" v="1946" actId="478"/>
          <ac:grpSpMkLst>
            <pc:docMk/>
            <pc:sldMk cId="2964609195" sldId="990"/>
            <ac:grpSpMk id="10" creationId="{28E90510-689C-B61D-9D76-8C4E240BA2D5}"/>
          </ac:grpSpMkLst>
        </pc:grpChg>
        <pc:grpChg chg="del">
          <ac:chgData name="Xin Xin" userId="9ff0c946-7f3c-4192-98c1-6be932ce2bce" providerId="ADAL" clId="{EC370BB4-30E8-4AD9-890D-521920E8CA56}" dt="2024-01-08T07:30:11.445" v="1946" actId="478"/>
          <ac:grpSpMkLst>
            <pc:docMk/>
            <pc:sldMk cId="2964609195" sldId="990"/>
            <ac:grpSpMk id="45" creationId="{0B38AE1D-4C07-7BA5-9A5D-4C94037D4476}"/>
          </ac:grpSpMkLst>
        </pc:grpChg>
        <pc:grpChg chg="del">
          <ac:chgData name="Xin Xin" userId="9ff0c946-7f3c-4192-98c1-6be932ce2bce" providerId="ADAL" clId="{EC370BB4-30E8-4AD9-890D-521920E8CA56}" dt="2024-01-08T07:30:11.445" v="1946" actId="478"/>
          <ac:grpSpMkLst>
            <pc:docMk/>
            <pc:sldMk cId="2964609195" sldId="990"/>
            <ac:grpSpMk id="64" creationId="{CAE08274-8CF2-EB4F-F53A-A90C67C6BBCC}"/>
          </ac:grpSpMkLst>
        </pc:grpChg>
        <pc:grpChg chg="del">
          <ac:chgData name="Xin Xin" userId="9ff0c946-7f3c-4192-98c1-6be932ce2bce" providerId="ADAL" clId="{EC370BB4-30E8-4AD9-890D-521920E8CA56}" dt="2024-01-08T07:30:11.445" v="1946" actId="478"/>
          <ac:grpSpMkLst>
            <pc:docMk/>
            <pc:sldMk cId="2964609195" sldId="990"/>
            <ac:grpSpMk id="91" creationId="{1837B235-5A3B-49F5-10ED-0154760BD702}"/>
          </ac:grpSpMkLst>
        </pc:grpChg>
        <pc:grpChg chg="del">
          <ac:chgData name="Xin Xin" userId="9ff0c946-7f3c-4192-98c1-6be932ce2bce" providerId="ADAL" clId="{EC370BB4-30E8-4AD9-890D-521920E8CA56}" dt="2024-01-08T07:30:11.445" v="1946" actId="478"/>
          <ac:grpSpMkLst>
            <pc:docMk/>
            <pc:sldMk cId="2964609195" sldId="990"/>
            <ac:grpSpMk id="170" creationId="{9E38F5D5-2AAA-8BEC-A197-33FC6C53D8BA}"/>
          </ac:grpSpMkLst>
        </pc:grpChg>
        <pc:grpChg chg="del">
          <ac:chgData name="Xin Xin" userId="9ff0c946-7f3c-4192-98c1-6be932ce2bce" providerId="ADAL" clId="{EC370BB4-30E8-4AD9-890D-521920E8CA56}" dt="2024-01-08T07:30:11.445" v="1946" actId="478"/>
          <ac:grpSpMkLst>
            <pc:docMk/>
            <pc:sldMk cId="2964609195" sldId="990"/>
            <ac:grpSpMk id="212" creationId="{E5F28007-7A4A-9D91-BC1B-71B761F55D1B}"/>
          </ac:grpSpMkLst>
        </pc:grpChg>
        <pc:grpChg chg="del">
          <ac:chgData name="Xin Xin" userId="9ff0c946-7f3c-4192-98c1-6be932ce2bce" providerId="ADAL" clId="{EC370BB4-30E8-4AD9-890D-521920E8CA56}" dt="2024-01-08T07:30:11.445" v="1946" actId="478"/>
          <ac:grpSpMkLst>
            <pc:docMk/>
            <pc:sldMk cId="2964609195" sldId="990"/>
            <ac:grpSpMk id="419" creationId="{873BB8FC-C361-F2AA-C542-00ECC0333916}"/>
          </ac:grpSpMkLst>
        </pc:grpChg>
        <pc:grpChg chg="del">
          <ac:chgData name="Xin Xin" userId="9ff0c946-7f3c-4192-98c1-6be932ce2bce" providerId="ADAL" clId="{EC370BB4-30E8-4AD9-890D-521920E8CA56}" dt="2024-01-08T07:30:11.445" v="1946" actId="478"/>
          <ac:grpSpMkLst>
            <pc:docMk/>
            <pc:sldMk cId="2964609195" sldId="990"/>
            <ac:grpSpMk id="583" creationId="{C678911C-9E53-DF6C-F956-55792855FBCF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587" creationId="{2174EFBC-5EFD-9FAF-3912-BDA87BB93879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596" creationId="{B57F6D5F-0F0C-9A69-1432-64FC230974F4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605" creationId="{FCAC8897-5203-6265-690E-0597490DC68B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620" creationId="{0BED82E1-17CB-3014-D435-F5BF813A02B8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32" creationId="{3F8EA0A9-7E69-1FD9-BA93-D1D4CB7390AE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33" creationId="{78457E3F-571A-A943-2684-8BC3B0329435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662" creationId="{9C3DBB65-7632-E7E7-5EDB-4C9C6A8CF4F0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63" creationId="{3B209356-EF2D-F694-F1E0-EC4B35C68EB1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64" creationId="{0E58E893-83BB-FC43-72F5-BAA8237063B6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65" creationId="{4F6D0098-8994-BB04-0DB3-BF43186BC2C1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66" creationId="{2C6B59CE-0B46-DC30-F044-F812F63A4B6C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81" creationId="{DBB4678A-D3D6-B93E-E664-830717EB73DC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696" creationId="{C123F076-F421-256D-2060-1FB56C6802CA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97" creationId="{A0D722A5-4DD5-BD96-352F-823D3A667BCA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98" creationId="{B64A0FF6-C597-1E3C-5C7F-E1B469436531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699" creationId="{EABABEF6-EAB6-6E4A-1CA4-F03F6BDD6001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14" creationId="{96DF6F57-A05D-5C1C-B25F-2BF3720451B5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727" creationId="{A8030596-C7D5-59D1-2F79-3693303EFA02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28" creationId="{84C4D08A-1A26-8657-1A66-9045E21C1B76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29" creationId="{CC0FBB1F-4E23-48EC-D314-824EFCC0E221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31" creationId="{8A29FBDE-3141-BE2D-3EBB-DE3C68407AAA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36" creationId="{E1B81D3B-6280-B50F-B29E-252BD1E398A7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740" creationId="{32FA487A-5E64-A0DE-27CB-B65D3605D544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46" creationId="{D6CA8E1B-3E7F-1B75-B9FE-E3C793F5F9FB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48" creationId="{BF9979E4-5A10-3179-3632-4982A09B4CB1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51" creationId="{10269796-19EB-158E-9954-29130970655B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53" creationId="{92D2CA6D-F16A-1D62-546B-D199152C82FB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773" creationId="{ABFA499D-00AF-EA16-EE5B-7B4894ACD488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776" creationId="{154A347B-A428-5D3C-1E47-65779C3CE577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787" creationId="{E9E6EF43-83FE-52D2-7395-D3ECE0823826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800" creationId="{4CDD0664-9AB6-702B-8CB9-E0CD6DCFC48C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803" creationId="{5359921D-C8CB-170A-1BB9-268BAE22A72F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806" creationId="{631A6FF9-CADF-B770-3169-D54B7CE64DE7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809" creationId="{B3F9B89B-3AD6-ACA7-4B91-0EC4BCA735A7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20" creationId="{54C32F62-9AB8-1389-85F1-52A1351AFB29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833" creationId="{09040719-806F-3A9C-991F-A42393BDBBB3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39" creationId="{F54669EB-A680-B3C8-956C-30766C63C9F2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41" creationId="{55FA5AD5-C57A-98D4-B5BE-2F8678D31F9A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44" creationId="{CA003E01-B0C0-0D50-BAC2-DB6FAFD160E9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46" creationId="{9625C8C9-6AAD-6CA2-279E-E8BD614019D3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866" creationId="{8815CB07-AEAA-8DD0-D105-0B3F5CECA132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68" creationId="{5E2A7725-F858-8C94-6BA0-3BCF609482F1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1" creationId="{A379CAFF-9074-A152-62D3-B3E94F0A5CF0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2" creationId="{4C4FC5DA-D194-9434-9518-1847AFE22779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3" creationId="{CDF1485B-2011-1F5E-5821-959EED139924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4" creationId="{C37E286A-CC5C-092D-0573-109CD0E8BA26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5" creationId="{9DA12FE0-B63D-DCC4-5942-DA1015BC26DD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6" creationId="{402AA7C4-0DC3-AD2F-19DB-5678ADAEC624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7" creationId="{E37625F7-D9B3-7F10-0D06-8B978F657D34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8" creationId="{FFDE26D1-D487-5B87-EEF2-AADB92F266C1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79" creationId="{10709F4B-3943-7136-A2F1-E736D3B13195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0" creationId="{A58A7030-F347-BF6A-2714-561B8DF6F17C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1" creationId="{0A0E1C9B-DE17-10C9-0C73-2BB214A5A7B5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2" creationId="{6453893B-32A0-1D9E-40F8-45564698447C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3" creationId="{F033B955-D850-2D4B-FF96-2A3EB0BDD2D8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4" creationId="{C6DA0C99-9470-01E5-DF23-EAD4C78FEAD7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5" creationId="{3A55BC96-0905-5361-1AF8-DE4C3F2B28B6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6" creationId="{A85ADB93-BCF2-2B8C-5CC2-C2D4A50D836B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7" creationId="{83D72CCD-441C-6C83-B4B1-2E1C3D17D4A0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88" creationId="{17EAAF8A-CE0F-1DF2-4BE7-C6D154270D62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91" creationId="{63611493-482E-1869-02A3-60D8F7291ADC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898" creationId="{35AEA8BE-87C9-C589-0DFA-95D8E86636A5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05" creationId="{AC58CA15-5456-FB0F-FC25-073372DAAE04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12" creationId="{884474CF-369E-6F54-87F4-0313D16102E2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19" creationId="{DDFFDBC5-88BA-D609-F8E3-141896152AEA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26" creationId="{D759E4CB-555A-25C4-A6EE-EFC378719135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33" creationId="{D8BDD5D4-C996-C95A-0FD8-AF0A2E060142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40" creationId="{75546FCD-4AA0-B794-32A1-BD85E8A31596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47" creationId="{D5EF32B4-340E-328B-FA0D-6352AED85FD0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54" creationId="{0A3BE35C-5547-2299-2392-DDB266B67665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61" creationId="{A3FC663C-8402-7F29-6590-2E982D82E2D3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68" creationId="{FA1FB6B7-393D-BCF4-4F07-871E8A0A1F0B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75" creationId="{CC738B9D-0E5E-0E34-88DE-559C520A79D5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82" creationId="{AE34190F-DAAC-6129-6E33-E4C3B273BEFC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89" creationId="{DC3C66BF-E360-FF22-09B8-DCB4AACFB0C3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996" creationId="{4E000570-037A-ECAA-AC00-ACC340041798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1003" creationId="{6E20F05A-8026-4228-4CF9-7F7C04428DB5}"/>
          </ac:grpSpMkLst>
        </pc:grpChg>
        <pc:grpChg chg="mod">
          <ac:chgData name="Xin Xin" userId="9ff0c946-7f3c-4192-98c1-6be932ce2bce" providerId="ADAL" clId="{EC370BB4-30E8-4AD9-890D-521920E8CA56}" dt="2024-01-08T07:30:11.934" v="1947"/>
          <ac:grpSpMkLst>
            <pc:docMk/>
            <pc:sldMk cId="2964609195" sldId="990"/>
            <ac:grpSpMk id="1010" creationId="{06C6DFB5-DE5C-A61C-8F24-2FBD62E8C89D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30" creationId="{0CA47227-811F-9270-7B40-9F94468DB0F7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33" creationId="{40627C8A-A307-A817-1C3B-7338F4DFEA75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37" creationId="{FDCADA8F-2635-2175-79FB-4D68E089803F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41" creationId="{17336169-579F-71E0-11CE-99FB3AB17D62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45" creationId="{233DB004-8296-E24E-45BB-8A2978FC5F72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49" creationId="{463064B0-8297-7DE9-E0AB-967A5D3D14EA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53" creationId="{5D7E853F-5A4C-003D-22D7-7B48D02E1528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57" creationId="{3DDFAF5A-710E-A07E-B93F-2877ED80B2F3}"/>
          </ac:grpSpMkLst>
        </pc:grpChg>
        <pc:grpChg chg="add del mod">
          <ac:chgData name="Xin Xin" userId="9ff0c946-7f3c-4192-98c1-6be932ce2bce" providerId="ADAL" clId="{EC370BB4-30E8-4AD9-890D-521920E8CA56}" dt="2024-01-08T07:30:31.732" v="1950" actId="478"/>
          <ac:grpSpMkLst>
            <pc:docMk/>
            <pc:sldMk cId="2964609195" sldId="990"/>
            <ac:grpSpMk id="1061" creationId="{D0BF13B3-807E-1B81-A7FA-57AFFC9C0653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069" creationId="{6AF8AB1E-4EB0-4B41-BF53-440594D6659B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077" creationId="{58764223-CF15-E205-BC20-E166962663F6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086" creationId="{1358C9D0-F205-CB84-B968-A9DE55824B38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101" creationId="{DFB2A506-813C-1DCE-4CDC-7EDB291AF92C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13" creationId="{A2EA9597-7CB8-1A1F-3ECD-9DF99E0BCEB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14" creationId="{9543ED1A-FE54-A491-A73D-0549F7563F2C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143" creationId="{0439CA74-875E-89BC-83E6-2C890B20C1D1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44" creationId="{015D7151-E6ED-2547-1D72-625298CA4B4B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45" creationId="{15B3AB59-E2F8-E2E4-AD5A-F0F871FD45BB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46" creationId="{E2C40F7B-BC54-9450-FA75-5E33D27D5521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47" creationId="{05B4D69A-0C7B-9A15-0FF5-8A62A28CDC5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62" creationId="{AD6CA5E0-51E3-972A-72E5-C05F9436C4FC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177" creationId="{C4D3C285-27C5-0524-9D9E-CDB1DDFAD043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78" creationId="{59BCA7CE-D5EF-C210-D9CC-F67C0052F372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79" creationId="{45E37730-CFD4-B5F0-0E32-37014E28341E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80" creationId="{BA0E2231-511E-4D96-8C5A-35B9104EE952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195" creationId="{8CD50014-4590-674E-6E23-5438C4F5F691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208" creationId="{9C3B74AB-3FE3-2D0B-A281-C915C5585A5E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09" creationId="{10D06A44-B26F-320C-7949-D3C946911669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10" creationId="{25B0476D-ED49-3A13-9E70-334ADA41F732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12" creationId="{783E026A-5C33-8581-3799-46B5165403E4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17" creationId="{06B57706-8BE5-A47F-ED60-1B85D9B41B0C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221" creationId="{5A774837-EE03-7D80-72E4-722DE9443F47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27" creationId="{5BCC057B-85EA-DBA6-8E81-C90ADE773638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29" creationId="{3F4C9C1F-090D-6510-8E59-DDCC41E7E87C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32" creationId="{FBD6D1B2-4E62-3C28-1A95-24DF65556D01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34" creationId="{F83B9352-1419-07D0-ADD6-F9303E3FC9B8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254" creationId="{DCEFBFBF-31B8-EDE3-BEDB-542810C59620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257" creationId="{C8AA3335-23CA-049E-4536-532592AD209D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268" creationId="{0BDD2437-D06B-76B6-B7AC-4F2E73C0034D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281" creationId="{B6E4526B-1392-B56F-F611-037F68F65096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284" creationId="{CD8EB526-8030-DE45-C208-874F494701FE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287" creationId="{5E875F52-0DCB-6CCB-D2C6-103A58BE247E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290" creationId="{53F38812-791B-E638-BC86-089DA58A738C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01" creationId="{ABE7F0F1-2535-A9D6-8357-5AE045B3166E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314" creationId="{B3A0B39F-20B6-71D3-596B-2AFBA50AF077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20" creationId="{75B76CE8-AE5E-1119-53B2-5A32FD542623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22" creationId="{EE6ED26A-6B47-FB38-412B-7E74EBB39CEC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25" creationId="{AB6A3B4C-4255-8002-AF13-37A9FF051DA3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27" creationId="{4C418D70-6F40-B65E-09F1-AA51B82624E8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347" creationId="{58515B15-278D-7F82-C86B-F33A13901723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49" creationId="{4758C003-1FFF-D670-5855-BE3B48157C40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52" creationId="{95D1E08B-281F-4E76-2D97-DE8D6ADA2BFE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53" creationId="{E011BE53-5D5D-C6D4-01CF-E3664B32E13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54" creationId="{65F1D2D2-78F0-527D-BA87-DA0537714EF4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55" creationId="{313BB897-C432-6066-9467-36C3D78BB807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56" creationId="{988EFA81-AE49-F51F-B45F-92762757AFDF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57" creationId="{BB2CA82D-33CB-98D4-6D18-0B5B74C14487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58" creationId="{303DB0C2-D4D1-9054-E957-FDC40E070E90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59" creationId="{55071086-C729-972D-D496-524DAC2D4D13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0" creationId="{F1BE89A2-29A5-8C56-DF3B-FBF1EB1D2837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1" creationId="{B1F9C7FC-3672-7A12-4850-2E9DC00EFD09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2" creationId="{F9A1B0C6-0F66-7C00-E66B-DF6E16BFD32D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3" creationId="{C052E62B-5AE2-60B8-1514-129BCA844030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4" creationId="{95E1B766-EC15-558D-B6DD-61722364CBE5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5" creationId="{A4209CA1-2A67-B706-34B4-0767180EFC10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6" creationId="{9906369A-819D-1893-B80A-FD40086F751F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7" creationId="{B56E57DD-7F63-C796-FB9F-6B673D146CC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8" creationId="{38A108FB-E018-8954-7C65-B4E3D2F80A9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69" creationId="{5218F907-5F2D-591D-E479-B2850DFBC4A9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72" creationId="{AD935093-3EC8-8FDB-10D7-0C1194F930B9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79" creationId="{5A318264-4BAD-A0AE-E928-E364DE89B794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86" creationId="{C2C2274F-4C18-AE44-09AA-612D1A17EB6C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393" creationId="{AA0AD7E6-0240-3044-11F9-2A4AA0B1C61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00" creationId="{0BA0DEF8-224E-3B09-1CEF-B2AB73CCB97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07" creationId="{2BB8BF5B-B73B-6988-BFFE-49AC6E884214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14" creationId="{8A0E311E-2962-EAEA-058A-3B7B58BE333D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21" creationId="{5C318AD2-0EE7-7A1E-9083-34A0A7C86937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28" creationId="{87BB450B-B78A-CE80-FE82-04E3CD4A4D43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35" creationId="{1FE5D2A8-DCF6-CB6B-E317-931EF9C286A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42" creationId="{B1AFFDB8-6EC4-E593-A14C-2F97C2898C66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49" creationId="{E14D0A10-5295-361C-3E91-F5E29CA4E87F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56" creationId="{BFBAE086-4740-B33D-9D39-D69B3D11CA14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63" creationId="{F1F47E05-2D16-4F0F-AFD1-6DF373DF9B6B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70" creationId="{0DAE3085-FDEC-2764-CB5A-0DECC03C419E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77" creationId="{026EAA7A-297E-CDE5-5DF6-4A97387201BA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84" creationId="{86D7AFBA-068C-9D5E-73FA-8B7009F0CF51}"/>
          </ac:grpSpMkLst>
        </pc:grpChg>
        <pc:grpChg chg="mod">
          <ac:chgData name="Xin Xin" userId="9ff0c946-7f3c-4192-98c1-6be932ce2bce" providerId="ADAL" clId="{EC370BB4-30E8-4AD9-890D-521920E8CA56}" dt="2024-01-08T07:30:32.213" v="1951"/>
          <ac:grpSpMkLst>
            <pc:docMk/>
            <pc:sldMk cId="2964609195" sldId="990"/>
            <ac:grpSpMk id="1491" creationId="{6A53BFB1-3E34-F3F1-1B29-01CFE11E06B9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511" creationId="{DE41B391-75E4-BA8A-0C21-63EC327D663F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515" creationId="{5D7DBE3E-5C24-D029-B73C-C279DB5C1C1A}"/>
          </ac:grpSpMkLst>
        </pc:grpChg>
        <pc:grpChg chg="add del mod">
          <ac:chgData name="Xin Xin" userId="9ff0c946-7f3c-4192-98c1-6be932ce2bce" providerId="ADAL" clId="{EC370BB4-30E8-4AD9-890D-521920E8CA56}" dt="2024-01-08T07:30:40.416" v="1954"/>
          <ac:grpSpMkLst>
            <pc:docMk/>
            <pc:sldMk cId="2964609195" sldId="990"/>
            <ac:grpSpMk id="1519" creationId="{0D7C24D7-7D44-1AD6-DFAF-2EE765751807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527" creationId="{8AC564F2-1B3E-C03F-92D2-C348D87FD2A6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535" creationId="{7EDF7065-AEC2-D10F-2D4D-A53E9B918807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544" creationId="{5E2A47F9-71D8-F5B6-419D-22D1E909BE9F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559" creationId="{A1605664-8E98-FE46-4D4D-1FB6896697C0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571" creationId="{01847BB0-BEDD-9E7E-AA26-A465BC2C7EBC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572" creationId="{0CCA536C-944C-0ED5-3BEE-EEE951C11F38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601" creationId="{3E2E3FEE-8E05-3960-AAD4-DD05FD296FE6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02" creationId="{BA76BDAE-F010-2973-A473-AA16BFED0361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03" creationId="{A8C9DEA2-91E3-EFC3-BB20-0DF9668789DE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04" creationId="{804774BD-B8EE-4D34-C127-A19840EF6007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05" creationId="{E8996B9C-A32A-54C8-CB7B-6811874EA936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20" creationId="{A9C96313-351D-95FE-F9C3-04A4A93CA19B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635" creationId="{04C61447-895D-A8FA-6A2F-C241AED6E742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36" creationId="{11451058-0ABF-EA19-A387-5A00DDFB3058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37" creationId="{C8A02B7C-71CC-EBA7-90CC-11CB47A91184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38" creationId="{671B9F8A-20ED-1D57-8BB5-E6360E5ECE62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53" creationId="{D88592A6-4882-EAF3-2C8D-E374172B35CB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666" creationId="{7452918B-4575-A326-A691-85FE361E1FB9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67" creationId="{B242FDA0-181F-881D-6703-BA594B4B91A6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68" creationId="{F9D0867D-E826-1FFA-0ACF-1F1FC620C9AC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70" creationId="{EC4CCBCB-92EA-3FF4-4B50-3E96773E6D93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75" creationId="{880A0B86-5894-942E-9E71-7ECBD1E12F3F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679" creationId="{9CB48A7F-7A3A-D3EF-F25B-97D62267F52D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85" creationId="{21EFFB8C-C01C-5395-9233-20FD71950902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87" creationId="{1ED2EA1A-A83D-BBFA-4F24-C7F740EE623C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90" creationId="{77A53517-4383-228E-1D01-0C29186645B6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692" creationId="{6B9123F9-37DF-D6D2-A7C6-68A971C87303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712" creationId="{06988781-E07E-699C-1909-781D3307C8E9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715" creationId="{69E8B70D-A107-2EB8-9DEF-0ED0D5F4CBE0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726" creationId="{9E774A05-96DE-6B3F-A717-50F2A0B0CECF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739" creationId="{48C1FB43-0C37-4435-2048-562500F67345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742" creationId="{C1B017E1-1199-36C8-920A-562616665C20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745" creationId="{E4EB8FBD-3E04-521D-2CB1-ED791F20F5F5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748" creationId="{879A1C2F-05F5-5A9A-267B-E79F09266EB1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759" creationId="{5D28CFA3-A329-E74A-9C5E-3F1476EF318B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772" creationId="{7EC8C584-1AA4-431F-B535-459D77B0A1E1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778" creationId="{6FDB7593-3B03-5187-9D1A-38386C663671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780" creationId="{953E6D7F-6A69-BEF2-0E57-E6D97E5EC095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783" creationId="{913862EC-3C0D-C890-F8BA-C251486F4FEA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785" creationId="{75781F5F-5B18-8818-748C-F9BB0BCF9054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805" creationId="{C965681D-927F-0537-B605-D16D2D869F81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07" creationId="{F02992EC-CD3A-6BD6-3E90-848D196FE169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0" creationId="{0A91B774-84D0-EA4E-0212-5F9DFE4A27D7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1" creationId="{BA5BC10E-7630-821A-7583-F40A4BED5358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2" creationId="{7378A20E-DCD2-5792-0D27-3F9CF2DB0231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3" creationId="{0FD046D2-2F61-6BFD-FD0F-79C706897FFD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4" creationId="{2AA53C76-5566-3385-B2B3-F0392926D4F7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5" creationId="{B14BF4C6-C88D-EAE3-CE4F-316047C628DC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6" creationId="{5D0D6E47-2362-1059-E820-A970A113E8AA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7" creationId="{E5DEE11C-63F0-8C3D-EB49-C2E4CE790D6D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8" creationId="{51E3A3E8-F04D-DA9B-B490-1ED6970384F4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19" creationId="{48D9BC30-9E46-DE6D-0DEA-5763100A6863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20" creationId="{11E7DF0E-4687-793D-3A4E-1C0CF1CB5707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21" creationId="{B97C97B6-5013-AC9C-97FF-FA91CA202B12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22" creationId="{5FD3D2A5-BBAC-8E89-9BE6-CA2C08779C53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23" creationId="{0251D11B-EA4B-870D-4A0B-010F1D7069B8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24" creationId="{3C07D9C9-0B36-7548-924B-6452C73EE5C2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25" creationId="{476EC1E1-A57C-2EC5-CE15-EE8726621C1C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26" creationId="{E8AA1EB5-840B-6C10-9E1F-CC7FF27B14C2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27" creationId="{51029C57-BFD6-2A67-23F9-EB45F68BCA0E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30" creationId="{6C80D696-7F41-18D9-88F6-B480DB19FCA2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37" creationId="{699D9398-BC30-123D-B74C-297D17868973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44" creationId="{A8D0999C-3459-6018-5DC2-6326530074F1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51" creationId="{E6A6C99A-A2D8-1686-15D5-C294C9CC314A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58" creationId="{F5C1A9BD-63FF-F18B-4D21-041BE1B947ED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65" creationId="{4771AAC9-AA30-089A-2EE7-3F0E43123DD8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72" creationId="{8B4051F8-2DCA-2BAE-8F2C-E4D72D4B682B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79" creationId="{96A7CD6F-B997-D44F-1C12-D0856CFA4CFA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86" creationId="{628CD104-17AE-710E-2CDE-C7F274D1A260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893" creationId="{789C079A-AE09-39CC-6CF9-6007B896822E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900" creationId="{5C24E6DC-12CA-6F6A-B7DE-A334D320C619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907" creationId="{DFACE01A-CCFE-6F3F-923F-763B9F7C3F1A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914" creationId="{B1B125F0-0BFD-5F4F-BD14-202F65F8D7FE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921" creationId="{54327B58-44C5-2528-665D-D72CB01F4059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928" creationId="{0ECD4B8C-7012-146D-323A-76E0F97D51B5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935" creationId="{B2FE17CA-8CCC-B99C-0FC2-228FAAA68474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942" creationId="{E2D9FFBB-9329-2FD2-00C1-AA4AB1C57AA7}"/>
          </ac:grpSpMkLst>
        </pc:grpChg>
        <pc:grpChg chg="mod">
          <ac:chgData name="Xin Xin" userId="9ff0c946-7f3c-4192-98c1-6be932ce2bce" providerId="ADAL" clId="{EC370BB4-30E8-4AD9-890D-521920E8CA56}" dt="2024-01-08T07:30:44.269" v="1956"/>
          <ac:grpSpMkLst>
            <pc:docMk/>
            <pc:sldMk cId="2964609195" sldId="990"/>
            <ac:grpSpMk id="1949" creationId="{E4F07289-2370-ED09-CA9B-659410C36514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969" creationId="{3E16A45D-820A-4407-2815-D4734B214AC3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973" creationId="{436B01A5-A88E-7934-D282-1203F3E8066C}"/>
          </ac:grpSpMkLst>
        </pc:grpChg>
        <pc:grpChg chg="add del mod">
          <ac:chgData name="Xin Xin" userId="9ff0c946-7f3c-4192-98c1-6be932ce2bce" providerId="ADAL" clId="{EC370BB4-30E8-4AD9-890D-521920E8CA56}" dt="2024-01-08T07:30:56.034" v="1957" actId="478"/>
          <ac:grpSpMkLst>
            <pc:docMk/>
            <pc:sldMk cId="2964609195" sldId="990"/>
            <ac:grpSpMk id="1977" creationId="{7635AD7C-ED1F-6525-E0CA-A83AFBB9B44B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1986" creationId="{369E6BD7-DB8E-1AFF-2907-6F0FA0D033A4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1994" creationId="{CDA6043A-4C76-3F64-B101-6EBC8289F685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003" creationId="{3FC36D71-8C80-897E-D432-79841B5FB54F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018" creationId="{1703D576-1E6C-EBBD-AD2D-66CDF734A8D6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30" creationId="{D2153256-DC76-6F9A-B18D-762E1600D502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31" creationId="{3E9D7EEF-EDEB-5BE6-A0A2-40A74655BBB7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060" creationId="{E7F256EB-63D2-6D0D-9BA5-8EED75D42EE9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61" creationId="{62830283-5C0A-DA68-F5C2-C32631238261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62" creationId="{419A989B-2F48-B9B8-2921-7BCB358F5D88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63" creationId="{0578566F-9262-114B-D3A7-B38C37AC7A4D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64" creationId="{E6C1572E-E3B4-3599-27FB-B7B20C092060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79" creationId="{BF21899B-4576-F5A5-9AAC-11A85AD25D8E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094" creationId="{0331B894-1916-FB1A-5C8C-3F9C617DCFFD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95" creationId="{77DF57F2-6171-C478-614F-D4875E801ABE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96" creationId="{FBF4BB06-4639-61BB-D4D6-1C00EB789089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097" creationId="{B8C6B5A9-A396-E419-A710-1153CEFCC34D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12" creationId="{24C123AA-2F43-583C-2198-62119008D083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125" creationId="{DC760547-AC18-FD6A-8206-B45F262461F3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26" creationId="{2BE79EAE-AB5E-69D5-B944-CFC8B0C2AA7A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27" creationId="{F4B221EC-B633-8968-DFF3-DE987AA36D97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29" creationId="{37FC7E6C-5BCE-B986-3BE6-16FD966D365B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34" creationId="{946CFBB4-465E-A89E-F3D5-589476C685BE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138" creationId="{A322F669-6BFA-8668-1F9A-A88F04F3E3A6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44" creationId="{AAF72131-9BB8-D8E6-5ECC-80F87D24A004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46" creationId="{4E998C96-C350-32F1-6EE0-951F889E1948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49" creationId="{ADF9D54E-25DF-8299-546F-C060116147D0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51" creationId="{A0213213-7DCA-90FA-9500-9312C80B32EF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171" creationId="{9609DE1A-84A3-7DD2-0C04-01B9C33E5066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174" creationId="{231760E1-FCEE-028E-C426-A78BEC73131F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185" creationId="{D43E58CE-9D20-806F-9577-FF1084C22332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198" creationId="{E1F44500-67AB-6BD7-54EA-10D160E68F9A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201" creationId="{44CC4991-C398-6EE1-B6A1-BD5F836A0764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204" creationId="{099F3C1F-F2E9-C4EC-E8DC-917E483CE989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207" creationId="{4BD094A1-B9FB-3A2B-357D-201D962B2D77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18" creationId="{173A0A09-053D-1927-26DF-8761A58F936E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231" creationId="{6268A69B-6E5F-84F9-4944-D2E17204D2E4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37" creationId="{2E3353EF-A52A-F069-8DFF-A7E62466DC37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39" creationId="{BC7707CA-371D-6BF8-BEC5-A6ED499DE26D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42" creationId="{7A344CB6-85C6-353E-A6E2-F2FF7D13E5C6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44" creationId="{1B42CE2A-0614-0FEE-FCB7-B7320CB195C5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264" creationId="{E4A7BCA5-0B2E-C0FA-66C3-779EF3334B23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66" creationId="{71C57671-9FA1-FAEE-2C4E-AAD48EABD299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69" creationId="{8FDB7E3F-7114-F4D4-5181-F58820C58437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0" creationId="{76A3CFB9-0921-8362-E542-4FCBC0F06AF5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1" creationId="{7975E120-84F4-F37F-A14F-2B7C7238DD50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2" creationId="{FA6D280C-AAC3-2930-F7AF-011BCE19BF4C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3" creationId="{E67733BD-09CB-A1D3-7CE4-439E7D2B6051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4" creationId="{A44965E3-D466-47D8-24DF-00C3D66F9899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5" creationId="{E52B84A1-FAC3-CA51-C6E2-422C05994A59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6" creationId="{D13B64A7-71C6-D4F5-78CA-B186593DA5BF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7" creationId="{D6974309-8EED-6B27-02FD-0982B467CEEE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8" creationId="{07EE49B2-1A18-840E-13A9-50FE18932244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79" creationId="{C94211F7-6B8A-3D78-8BC2-70AA6E29A580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80" creationId="{4C89B919-747D-1A66-DB00-51BFDF85120A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81" creationId="{62A73569-85CD-87BD-83D0-50583D6713DF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82" creationId="{054E5B32-CCA4-A13E-3C59-3793F80839F3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83" creationId="{474475C3-1344-0619-4A3E-01D4D141655A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84" creationId="{37A1DBA0-FE9C-6F40-F681-BAD0BAB45E8C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85" creationId="{9F25B8CF-AE3D-3265-AD39-2AA954F74698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86" creationId="{F945121C-BBC2-86DF-6F9B-807A478AF28A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89" creationId="{FCCFD219-486E-F075-6198-6E740223D97D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296" creationId="{B4426641-06E3-A928-AC43-150EC8526219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03" creationId="{C18FE708-71E9-2C38-44C1-7607C930B485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10" creationId="{8D4566DE-ECA7-AB80-8223-6D1BE53692AD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17" creationId="{5E131337-A067-7FDF-3F21-30AFDACEB0ED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24" creationId="{6EED03DA-3364-7446-22EC-B79CFDA3E3FE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31" creationId="{17795BD5-F9E3-68F6-A121-752626FE3C80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38" creationId="{EBD76C15-8B5B-D1D1-4DAA-1F628202394C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45" creationId="{25A486AD-F5B1-1D33-74DE-02E7B96D5416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52" creationId="{D8C367BC-DBB2-C444-0D44-614A7120B075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59" creationId="{90369E75-C03C-FE7B-E2D6-26B3E075AD43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66" creationId="{39BE3809-0D68-154E-C960-97B4BEAF220E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73" creationId="{AF86967A-12CB-D31D-5458-C28676BC13EC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80" creationId="{5DC41C03-F4A8-471E-6B48-C4C59D2EE139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87" creationId="{6F7AD1CE-4D0D-78CE-FFC5-D1B0D82545BB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394" creationId="{9FBD6852-A9AE-C55C-BECB-8EF6C0D52508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401" creationId="{79DFA622-ACC0-BCF6-3945-080A15EC30F3}"/>
          </ac:grpSpMkLst>
        </pc:grpChg>
        <pc:grpChg chg="mod">
          <ac:chgData name="Xin Xin" userId="9ff0c946-7f3c-4192-98c1-6be932ce2bce" providerId="ADAL" clId="{EC370BB4-30E8-4AD9-890D-521920E8CA56}" dt="2024-01-08T07:31:00.885" v="1959"/>
          <ac:grpSpMkLst>
            <pc:docMk/>
            <pc:sldMk cId="2964609195" sldId="990"/>
            <ac:grpSpMk id="2408" creationId="{70C172BE-D22A-2F65-070A-C440D25C2DC4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428" creationId="{6472F2F5-199E-0F33-3CAC-DA2DA4FF5788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432" creationId="{21B26265-2B0B-4C9C-43F8-5838BC221630}"/>
          </ac:grpSpMkLst>
        </pc:grpChg>
        <pc:grpChg chg="add del mod">
          <ac:chgData name="Xin Xin" userId="9ff0c946-7f3c-4192-98c1-6be932ce2bce" providerId="ADAL" clId="{EC370BB4-30E8-4AD9-890D-521920E8CA56}" dt="2024-01-08T07:31:03.192" v="1960"/>
          <ac:grpSpMkLst>
            <pc:docMk/>
            <pc:sldMk cId="2964609195" sldId="990"/>
            <ac:grpSpMk id="2436" creationId="{E5DE839D-792D-00C0-D54C-BC4A74EAD63A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444" creationId="{26F53658-00A1-7290-990A-C511DA82034A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452" creationId="{B5C6E759-D877-6AFE-D7CF-1B03AF471463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461" creationId="{C9B2B798-556A-CD80-2367-0E223B208A74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476" creationId="{C42B13CF-1238-F7AB-37EC-31D7744D7C16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488" creationId="{0BA88FB4-C023-AC98-4DD1-0FAC325B7783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489" creationId="{088841E9-A1E8-3494-922A-C7E554D830DD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18" creationId="{6C83AEA9-6602-CC88-190D-7879EB0A90F8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19" creationId="{73F76843-281F-CE55-0C97-71E63DAC2535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20" creationId="{50910449-4321-2420-6F59-4711DDCF6C5E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21" creationId="{2B127B87-A076-359E-05DE-3C59C9554BFA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22" creationId="{510DEDA9-DA57-C291-E15B-027318D7FF8C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37" creationId="{5503F2BE-51CE-7764-AA14-09D214627185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52" creationId="{0E3C6A14-CBAC-33C3-1DEF-56D4D41E31F2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53" creationId="{0B2FC9FB-9D56-B229-1777-636FA365C698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54" creationId="{29BDBA04-71C9-D03E-4214-490587A0780F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55" creationId="{C9545FF6-EB88-02D0-4D11-99CFBB22B623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70" creationId="{66CF2652-4A56-CA5B-0238-766A93B77201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83" creationId="{D8BDA520-DA18-6681-3EDD-9FC6C6F20FFB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84" creationId="{CB492B7E-7286-9307-7F0F-06732A35C450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85" creationId="{85EF5B9E-9C56-EBE4-FFC8-6B8357398F7E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87" creationId="{48467971-52CC-47D2-7895-D268BD20A35F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92" creationId="{ED5B63F8-A733-B759-09B7-713E484D1BC4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596" creationId="{B8939574-2A4D-B315-C80A-BCFBC6004EB6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02" creationId="{FC7D9A2C-B358-7DD8-7C85-927F0F727A8B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04" creationId="{884E34C2-41D5-DA51-BED7-16D661DBDA39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07" creationId="{D3C3A504-4933-738A-9227-19B54F343DB7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09" creationId="{9E580947-044F-3B04-3098-663E3E5D774E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29" creationId="{7DAF24E7-4AA9-2BDA-AA20-CE3C63E0F862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32" creationId="{1B43B5F1-E291-6903-6ABB-320A7A57D350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43" creationId="{62EA81F6-DD59-AF7B-FBB0-A7D59D478DD8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56" creationId="{2F692D66-F93E-DFC6-A315-4E706A75D590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59" creationId="{CC422EC0-094E-F569-C533-ECF86B4F233C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62" creationId="{0A34B87D-F31B-B270-F524-36F7CC3A7F8C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65" creationId="{C7F39B44-5A11-7873-6263-05E6169F5932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76" creationId="{DF45C6B2-0B86-7BD9-B4C0-B08D0F6A3AF4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89" creationId="{86FCE57F-7417-8892-A718-E409C5685873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95" creationId="{8E10EA51-A43A-AD68-1F80-353077FD46B5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697" creationId="{280EF5A2-4655-B59B-CE9E-245366C55D7A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00" creationId="{F2ABCCAA-FA5E-0802-7AD2-3271CED0989D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02" creationId="{75C106EC-6FD0-FDDD-D514-1D965F683529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22" creationId="{49843073-48B4-7158-41AF-8BA5A61CD692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24" creationId="{0CAAFB33-B385-707C-C3D1-C62C34D49ED7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27" creationId="{0D7A11A9-1EAC-EA0C-B613-2F8C7878A7D2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28" creationId="{EF220053-1575-D1CC-5D63-93983D5E5881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29" creationId="{6D9C7FD5-98F6-E134-2E18-DC8CDF836E3D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0" creationId="{ECBB8FDC-E7DE-7C26-5BB7-822968927E18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1" creationId="{B8D8ABCE-9863-94AB-DE82-62A2E3B24EC1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2" creationId="{F8AB99A7-066D-12FD-FB59-C6C69748FE65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3" creationId="{C559996C-8CA4-2AA8-1AB4-77E9DAE54467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4" creationId="{E32CC40C-3CDD-5C89-4D0B-D6FE5B85A527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5" creationId="{E1748E13-A91C-6A96-5FDC-33914FA7A19A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6" creationId="{8A79BC02-6250-BDB7-161A-E573107847F1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7" creationId="{06843CCE-E1A3-301D-C3F5-8B8D4051481C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8" creationId="{674C3C4A-4730-50C4-F3B1-40D73B9F136C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39" creationId="{BFA4AB4B-08B0-4472-4313-80A944A3ADB7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40" creationId="{EB962196-B1DE-FC43-7983-2D90827522D9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41" creationId="{66BC8B17-CFDD-ED0A-DAF4-5052E18551F5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42" creationId="{77EB3B2F-25C6-CEC3-A220-E68D218CB7AA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43" creationId="{14D159F7-1B96-6CEC-2CC4-D913E1E72F1C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44" creationId="{F8EFA984-0E2B-D3A1-06DF-BA12A22601EF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47" creationId="{2DED5A87-2E71-E340-CC7A-5C1FA88BB5C0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54" creationId="{0BCA3DC8-D4FF-77DD-FABD-DFD4F7632904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61" creationId="{59F85651-C8D3-9F17-E241-11BD81DCF58F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68" creationId="{38FF7CEC-6114-58A4-5A9E-3E7D24394DD8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75" creationId="{A80ED639-2955-F62B-F897-F1C3A0B5FEE7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82" creationId="{56126012-99D8-F89F-F21B-CF0BACD13858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89" creationId="{2AD2A23F-AAAF-A561-88F0-A543E4626CEA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796" creationId="{041498D4-DE8C-120B-784B-BCB50A032279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03" creationId="{6F81F721-C9AB-AB58-34B8-EFEA38F17DC6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10" creationId="{58224523-854C-F75F-DA8E-21CBE74CA3B9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17" creationId="{076A0A9A-4063-5A5C-7F31-338E84512DD4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24" creationId="{5ACF6569-2B18-BF6B-E094-818C1E4DC26C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31" creationId="{239E94A5-1ED1-F436-1087-33B8E577BE70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38" creationId="{86979A50-9C7F-F7AB-4ADA-1DC8F4DF630F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45" creationId="{9B803493-0064-9F2A-8B98-8F74CCBF0DA4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52" creationId="{519DEEA3-D5A3-82D2-56FB-FCC47FD1242D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59" creationId="{12723B48-314D-E403-DFBF-7EAA601DCCB9}"/>
          </ac:grpSpMkLst>
        </pc:grpChg>
        <pc:grpChg chg="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66" creationId="{41839A6E-2B1B-91FD-4EC5-00C7C0F502AD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86" creationId="{94E1C644-98F2-5B90-6CE6-BFF8CCDB32CE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90" creationId="{A9254183-95DB-08DC-53FE-CCDBC2B05E8A}"/>
          </ac:grpSpMkLst>
        </pc:grpChg>
        <pc:grpChg chg="add mod">
          <ac:chgData name="Xin Xin" userId="9ff0c946-7f3c-4192-98c1-6be932ce2bce" providerId="ADAL" clId="{EC370BB4-30E8-4AD9-890D-521920E8CA56}" dt="2024-01-08T07:31:03.248" v="1961"/>
          <ac:grpSpMkLst>
            <pc:docMk/>
            <pc:sldMk cId="2964609195" sldId="990"/>
            <ac:grpSpMk id="2894" creationId="{4F8B225F-AD3C-117F-922C-D7935B40EB87}"/>
          </ac:grpSpMkLst>
        </pc:grp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34" creationId="{688C57E4-258D-41E9-A8C1-9C454473F0A4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35" creationId="{BFD2A107-9EE9-8D88-DFE1-7D53816963BA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36" creationId="{B3E9367D-314A-5203-FBCE-8E44421FE85D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67" creationId="{7DAC54D2-16F1-B02E-F7CF-5988ACCCF8F5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68" creationId="{2D5F42C5-6B64-CFC1-7E7F-6F451610E0A8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69" creationId="{A1C4D6FB-5133-9A26-4D4C-7586D5D3FD4C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70" creationId="{3203D85C-B87D-6952-A5C7-C8ADAAF7FDCE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71" creationId="{BBC4EB78-27F7-E314-F0B9-856508F3F79C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72" creationId="{4FB5DA5D-D287-46B3-EF0C-D94EBF38B33E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74" creationId="{1A517874-709B-1029-2F80-60A63B48AF2B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94" creationId="{82C26C50-1DFC-E165-5E9B-30BF828E471B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695" creationId="{D0276F47-9175-5C2A-EAF5-0864A9221661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00" creationId="{13B89CAE-93A7-8EF1-33B8-CF7B0226CD5E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01" creationId="{72C7D68A-06D7-788A-A83F-5996EB2B8793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02" creationId="{37439A11-E0A8-6AEA-B1D2-7375759CC98F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04" creationId="{1A40E8BF-F7E5-2F11-C2C4-D5F1F160B893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05" creationId="{0392144F-2B08-A326-C491-AE67237346CD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07" creationId="{9763E908-347A-87AA-1970-C216CE3835D6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32" creationId="{E6B1B5DA-B751-FE64-25E6-C80D4DE56DD1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33" creationId="{D280AA11-10F2-77B3-853F-0C99FEFC54C1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34" creationId="{0DEB2FE5-F9B9-49AE-0C68-DE5BEAAB5433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37" creationId="{D3715072-9970-5ABF-98E8-ABD8028B6C7F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38" creationId="{62365AB9-7756-0BE8-7F1B-7595469824E0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39" creationId="{5D2C5054-C288-BF00-BB16-3B7849C23975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74" creationId="{53636284-4D9D-A87F-269E-46C7CC8BCF52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77" creationId="{65BD32D4-20A8-0606-4FD1-EF98FC8C6B03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78" creationId="{A98C2259-B991-8A9F-89D8-67A6FB74C1AA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780" creationId="{03A51E30-1D73-C5A7-1AE4-1DFB746FA65A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801" creationId="{E771EFB7-C24C-CD35-F6B2-1CA3F534EF62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804" creationId="{EE1D07CF-3A9D-64BA-C30F-0E8C9F31211B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807" creationId="{B05D21DD-6A44-520B-D2C9-EEC410DA2D7A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810" creationId="{3F45B11C-4C31-647E-E107-B33F66A205AF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811" creationId="{6A747BB6-CB6A-9B4F-F09C-753022D2C243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813" creationId="{C35F1729-9FD5-DE0C-AD98-9A0F90EF947C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869" creationId="{87EF26BD-E23D-345E-41B3-44110AA64A95}"/>
          </ac:picMkLst>
        </pc:picChg>
        <pc:picChg chg="mod">
          <ac:chgData name="Xin Xin" userId="9ff0c946-7f3c-4192-98c1-6be932ce2bce" providerId="ADAL" clId="{EC370BB4-30E8-4AD9-890D-521920E8CA56}" dt="2024-01-08T07:30:11.934" v="1947"/>
          <ac:picMkLst>
            <pc:docMk/>
            <pc:sldMk cId="2964609195" sldId="990"/>
            <ac:picMk id="870" creationId="{04442DBD-1833-8044-7B16-0FE1E7733F3D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15" creationId="{BCB06FD5-F7CF-218B-3FDB-B3FF7A4E6B5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16" creationId="{2A33E1B7-B918-7CBA-5EB4-8B5099B55BCC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17" creationId="{4D7A76E6-A744-6BC6-1487-BDEFCDECAFF2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48" creationId="{85988EB4-3DD3-A3CB-2E38-6CBB876D710A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49" creationId="{ABBF66BC-115E-12D1-E9CB-0377EDC10F13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50" creationId="{5D795931-1341-4EEF-388A-EA332302C792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51" creationId="{536DE4BF-0D8B-24B0-EA89-B400D890D26E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52" creationId="{A5144CE8-DC47-32D2-0344-E48A70678746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53" creationId="{A0EB13C0-FE9B-081F-FC66-687CB5AC3D3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55" creationId="{22DD4910-2A1C-7A8A-46CE-78C50D1D1686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75" creationId="{13106811-E8A1-24C9-6038-4D76055CFD1C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76" creationId="{DFE4C8D2-3AF2-A413-49E3-813F3709D124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81" creationId="{523D0CCB-4757-7905-B531-735312C0349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82" creationId="{F744A4B8-F4EB-6FB5-F048-5D662072ADC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83" creationId="{4CD8A323-53F3-1869-3A77-B075E2A550E7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85" creationId="{2D4BF895-31CC-AE78-A2FF-044675AD665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86" creationId="{773A48DF-48F7-333E-D7AF-FB1F25EDFF0D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188" creationId="{C6E7F0AC-4776-66D6-D096-CD26FC805DB8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13" creationId="{F616BA77-7EE9-E537-FC53-9D48A1F2013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14" creationId="{4FCA66A0-7316-22CC-4DD2-A07B1F77BC4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15" creationId="{8E1712EC-4630-7176-399B-EAB199992E4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18" creationId="{440BC79B-FB17-3EF4-FA55-382CFAFF7B5C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19" creationId="{B0DF5717-38F9-16C3-FD3A-01171A186B3A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20" creationId="{F5A037C0-715C-642D-BA84-3546ED878853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55" creationId="{28361873-F194-9A25-4A82-1F038E6B76FA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58" creationId="{9F3B4618-F93F-83CF-F6F8-F33FA9D9C28D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59" creationId="{4814F096-463E-8112-BA70-78A17111FF2F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61" creationId="{69DA91A4-CC8A-5157-D46B-3BB72924F6BA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82" creationId="{4583B797-CD21-12A3-6922-95A1A21FB64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85" creationId="{EA1EA5B1-03BB-F1F4-1A6C-782AE3FDAC24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88" creationId="{D91A8E39-9708-3279-0BA8-164600860222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91" creationId="{DEA65349-7FE0-FE3C-D935-2E1E64315881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92" creationId="{D9F673FC-32DD-16CF-2A1E-6C7B837A1220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294" creationId="{94D8DD13-F4E8-F8EA-3997-23E6057AABBC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350" creationId="{7A402FD6-0755-4EFB-B8D2-7640F20CD51B}"/>
          </ac:picMkLst>
        </pc:picChg>
        <pc:picChg chg="mod">
          <ac:chgData name="Xin Xin" userId="9ff0c946-7f3c-4192-98c1-6be932ce2bce" providerId="ADAL" clId="{EC370BB4-30E8-4AD9-890D-521920E8CA56}" dt="2024-01-08T07:30:32.213" v="1951"/>
          <ac:picMkLst>
            <pc:docMk/>
            <pc:sldMk cId="2964609195" sldId="990"/>
            <ac:picMk id="1351" creationId="{A440D84F-50D7-B8A1-F7F7-630AE820EE48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573" creationId="{2FAAEB0A-DBAC-7648-3F4D-2804C55A8DC6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574" creationId="{0C9097ED-7262-AEFC-0601-FF5608329DC9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575" creationId="{0B612AAF-26A2-2D44-201D-2344FF68EF4E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06" creationId="{1627B998-25B3-E8EF-5144-549E6322CA84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07" creationId="{92C45CF9-AB9B-BA1A-6A62-BAAE4CC32841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08" creationId="{4AC8178C-A986-0D88-A617-39545EC876AA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09" creationId="{31DE64B8-84E0-C1B0-B2D7-43342EDD23D3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10" creationId="{0A814A1B-8B52-688D-C853-05C56B166131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11" creationId="{7D9722BB-DAFD-7E9D-5F0B-DDA40019886C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13" creationId="{023471CA-9E19-250C-7C7F-126BD7F38DBB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33" creationId="{63D97A7D-6CDB-CB56-AF1A-B8E113C88B5D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34" creationId="{34E9748B-B363-49C5-EE10-C10464029A84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39" creationId="{6C26C88D-E54F-340D-7ACB-722CF9A71DA7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40" creationId="{8A55BCB4-32F4-F804-BF91-0A77AFB1C14E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41" creationId="{C6721BF3-C7DF-C5BA-E1ED-E2790B56AF0B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43" creationId="{8EDF30E1-F317-826E-9E9B-6F3561B46B96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44" creationId="{5225C8E5-0F9B-B19B-D6AB-6C2478D63752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46" creationId="{FCE0C279-4200-3157-285C-FAB7844B0377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71" creationId="{DC952714-B91B-2193-DFE9-1E1DDDA44E37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72" creationId="{AB622846-A129-560A-7FB5-F75E80D860CC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73" creationId="{8C1E2F74-9439-752A-38A8-A5B85EC5B54E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76" creationId="{282ECE0D-C6F1-BF3C-46DD-E9F79BDB2CCB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77" creationId="{60F90E6C-4CB4-E1E2-DDB2-CF5D839B04D8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678" creationId="{E90F32B0-9027-C139-AB47-8A6CEA512ABE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13" creationId="{F0EE6B21-8D1E-9ACF-AE1E-731C75783946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16" creationId="{39532C76-83F4-91E7-94B3-4A207BF750B3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17" creationId="{6057D325-E1DD-E20A-02BD-0455CBD7E259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19" creationId="{6E45D8FC-5E0E-3EAC-4320-A1878F81FA5D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40" creationId="{D0822C8D-356C-F580-7639-61AB683D828D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43" creationId="{887A1ED1-C218-F5D2-DB6B-1265801E0922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46" creationId="{8A3445F0-EC86-B9D8-E68E-B8263BC9F6F8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49" creationId="{8E36AD85-31DC-5ACC-88B8-936301927026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50" creationId="{B513EDDC-29E1-7E3A-7755-E058BFA1C33B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752" creationId="{980B853B-0DC2-E405-2007-283177851E76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808" creationId="{D21E89EC-4D8C-C37B-C99F-5D256040E1F2}"/>
          </ac:picMkLst>
        </pc:picChg>
        <pc:picChg chg="mod">
          <ac:chgData name="Xin Xin" userId="9ff0c946-7f3c-4192-98c1-6be932ce2bce" providerId="ADAL" clId="{EC370BB4-30E8-4AD9-890D-521920E8CA56}" dt="2024-01-08T07:30:44.269" v="1956"/>
          <ac:picMkLst>
            <pc:docMk/>
            <pc:sldMk cId="2964609195" sldId="990"/>
            <ac:picMk id="1809" creationId="{2AB4560D-0575-F2D5-C218-E108FC95B37C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32" creationId="{EBA6706F-9F50-F9E4-E373-758FD03D4DD8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33" creationId="{63806A70-CA91-68B5-F614-002B73535269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34" creationId="{6A66A98D-5975-2119-B118-B31A04534F3F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65" creationId="{C00CE238-D6B8-9CA8-7120-D45315ADB546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66" creationId="{804D3B06-215B-0F6E-2C65-EB510E278103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67" creationId="{F7CE4B86-3AF4-29A4-F286-CE9AD483336A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68" creationId="{D3537CE2-4728-CD34-7DD5-CB2CDE62FC92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69" creationId="{5DBC3DE3-8FC0-BD99-D994-92EF565B3AEC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70" creationId="{5557DC6E-4CFF-3296-CEE4-8A656656E606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72" creationId="{256C01B6-B999-D18A-1C16-06E6A5214DE2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92" creationId="{9ED5FB74-8BF2-9383-C3FF-E22BB27AA39A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93" creationId="{2D17845A-78F3-C65C-A941-8432490B0282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98" creationId="{1EEAAD3B-52E2-EC95-6E48-A73B6CB7538D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099" creationId="{40B8C9E1-A842-CF4E-DEEB-6849B49A5C2A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00" creationId="{168ADFB6-0B18-2CF9-79EA-30373CF7E8BB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02" creationId="{976CA2FB-0DC2-6EB4-7B42-FBEAEC914821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03" creationId="{BB5C7B33-4B57-0DCB-FAA1-ABCFA6DFE3E2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05" creationId="{5B680F38-8325-7EA3-25B7-9D7462285F0A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30" creationId="{ED6381EB-1CBB-2091-2238-DBB227112C7E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31" creationId="{50B2BED4-4836-2CD2-5CCE-AE0A6D4F767E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32" creationId="{07DFAEDF-4F13-99FF-DCD2-B7CF2056E4E2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35" creationId="{647DB904-DE97-CC50-9270-9C0B41B4A6A5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36" creationId="{3ED77655-2018-4EB6-AC0E-B4419213F1FB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37" creationId="{A77DA332-25AB-3EE8-317E-EA1120DE625B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72" creationId="{AB0B2CA5-E91F-1AE1-8A66-42B2A4CB3325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75" creationId="{B065C46C-A7DA-B353-33BC-2CC69DD67976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76" creationId="{77C5670B-9A1C-A838-68AA-99167AC2B32F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78" creationId="{81084B76-33F0-F66C-F14B-F41EAD734B66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199" creationId="{DDD0F722-C80B-574A-D606-36274CC4ED01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202" creationId="{F3733332-8C99-CFEF-B95C-ED287C33A6F2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205" creationId="{BA82081A-931F-5A7B-90E2-E4958F787544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208" creationId="{0A767597-3299-7042-F215-79CE33815F34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209" creationId="{69FB79C0-99F4-0DEF-856C-332C92B411FC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211" creationId="{D5809712-8E66-8F4A-165E-6D10CD24F0BD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267" creationId="{641CD7CC-994A-4504-CCD6-083ADEEA5322}"/>
          </ac:picMkLst>
        </pc:picChg>
        <pc:picChg chg="mod">
          <ac:chgData name="Xin Xin" userId="9ff0c946-7f3c-4192-98c1-6be932ce2bce" providerId="ADAL" clId="{EC370BB4-30E8-4AD9-890D-521920E8CA56}" dt="2024-01-08T07:31:00.885" v="1959"/>
          <ac:picMkLst>
            <pc:docMk/>
            <pc:sldMk cId="2964609195" sldId="990"/>
            <ac:picMk id="2268" creationId="{EB0400C0-6977-754B-E00C-1ED0B1C6663A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490" creationId="{82C2F66B-4C79-44CA-8B09-344C6D5CD02C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491" creationId="{7FEC3B94-9684-6A22-82C8-A28D231BF37E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492" creationId="{459877FF-BF25-7533-34F9-C8364F74C2EC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23" creationId="{11FBF4F9-E451-1513-C2B9-4C96701F45B0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24" creationId="{B0CA7844-AD68-76C6-456D-4A1204A34ED6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25" creationId="{FE45BE7A-93D7-705B-6FF8-7236A999F32C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26" creationId="{EE2FC7F6-4DFA-417E-1A2F-2269D43B1DBD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27" creationId="{9BEF72C6-9A15-1511-3FCA-4D5D99A316C7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28" creationId="{EBA0AE7D-6DEB-1684-3308-5F14B1CAB6F8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30" creationId="{9AF2906C-6057-320F-6F14-B8B81C8FEFA4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50" creationId="{B36B6072-9637-BB8A-5C27-2FFEF47D0B2A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51" creationId="{F779BC43-E86C-7A51-CE0E-53EE651E0ED3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56" creationId="{60D6779C-AEB2-B44D-9485-66F3389AF6C9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57" creationId="{E58797A5-41DA-AED6-6869-51FD4EB01FA6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58" creationId="{A0E74811-CA51-F1F3-7725-BD7D99B3D2AC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60" creationId="{0F16AE68-7CD3-074C-6498-E54D7368F57A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61" creationId="{DF1DD97D-F9FC-44CC-0E3E-20CE26373B44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63" creationId="{676CC3F9-ECFE-83BA-C730-310A21015FA7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88" creationId="{35571E0A-43C0-1561-AE43-A336A5F5FACF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89" creationId="{4F29BAEA-8728-A45C-6FD8-A0759501AFAE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90" creationId="{EEAC2619-076C-5B17-4FC9-107C4BE2E871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93" creationId="{5A4620C6-2444-A27D-7AA5-EA3C7BF19F80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94" creationId="{F36CD82D-4BFB-6568-764C-2C891FE9ADEB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595" creationId="{5F289CB6-72C4-46FF-4CBF-BA8B0B156E2B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30" creationId="{FAB68986-5AA9-8DA0-386E-9C3325A7B64D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33" creationId="{36BF0DAE-748B-3366-89CA-2E22EB4F5C5F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34" creationId="{5CA60617-8931-A09C-4ACA-7B6FB3E99E6E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36" creationId="{6FD81EA3-D8C9-3A36-A1AA-0EEDF4734BFD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57" creationId="{DECD3BDF-916F-4223-CA4E-51A8E1687E52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60" creationId="{7BD0D20F-564F-EEAF-980D-E3F447063EEB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63" creationId="{8DBACCC0-958D-E82E-E042-395A9218F4B9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66" creationId="{DAA7A6B4-247C-7DBE-0700-B65D9946E28E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67" creationId="{F1DEE9A4-08AD-A6E9-540B-7A9FC4117449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669" creationId="{B25F852B-FFF3-B104-DCB4-1C03BDEB8403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725" creationId="{61E6A9AC-7D93-BDC8-1608-CBB5C1B165E6}"/>
          </ac:picMkLst>
        </pc:picChg>
        <pc:picChg chg="mod">
          <ac:chgData name="Xin Xin" userId="9ff0c946-7f3c-4192-98c1-6be932ce2bce" providerId="ADAL" clId="{EC370BB4-30E8-4AD9-890D-521920E8CA56}" dt="2024-01-08T07:31:03.248" v="1961"/>
          <ac:picMkLst>
            <pc:docMk/>
            <pc:sldMk cId="2964609195" sldId="990"/>
            <ac:picMk id="2726" creationId="{0A205B46-7867-9D8D-5A15-A4AD937ABBEB}"/>
          </ac:picMkLst>
        </pc:pic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599" creationId="{1F2C2DC0-E84F-BD65-B411-C095209E4B2D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00" creationId="{AADC88E0-762C-A035-F6B1-F1F93E7794FE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01" creationId="{7AF24574-2E22-CFE9-5A3A-154BF7C8287E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02" creationId="{B54E8E1D-4AEA-C441-C341-C12009F2D7C3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03" creationId="{6454C01D-760B-C63A-9397-A11E6C2E33B9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04" creationId="{43EDCD9C-78B6-EE16-2BB4-CD3DEF4F440A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08" creationId="{1408EA1B-AA00-7C6C-4DBE-DBB75CCEB263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09" creationId="{27FDF3A6-7341-5955-0847-C4062BBE4CE4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10" creationId="{AEB36C02-75BB-3AAA-1E42-1B45B152B9A9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11" creationId="{ECD7F1F3-EFCE-0AE8-4F21-5F0298C999C4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12" creationId="{9632059A-1F22-4578-BDB2-7B93532B429A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13" creationId="{DD1557B9-7E43-4CF2-F3CF-D0B3FF5B988B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1" creationId="{4A7F3F70-25C3-F7B4-08CB-C3F758541BE7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2" creationId="{06E37AAB-F790-18CF-B3C1-9CF286BA7E85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3" creationId="{29BFE556-2D9B-9ED9-C743-4FD7303D75F0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4" creationId="{709A6818-D507-FA68-BFC0-D3D4D57C311C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5" creationId="{27E9F9EC-7630-D764-F6C3-C48E7BDDC403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6" creationId="{A641A5C5-21E3-01E9-C59B-38085FBB6E54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7" creationId="{4B0EC6EF-724B-00D0-11AC-4262AC099E1C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8" creationId="{A233E319-5096-4707-2BA0-8F9964183C07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29" creationId="{C045FB15-1D8D-E91E-BC9B-8BC05CDDAFC0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30" creationId="{B34B2AC0-87BD-D862-48EA-53201C6D76BC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31" creationId="{D79ED777-C79F-8C45-BD82-130CCB57F6ED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52" creationId="{B362E139-BADB-CBFE-68C2-48B2868D14FE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53" creationId="{C2C0E5E7-86FD-E0F6-1149-CAB6423DAB25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54" creationId="{F328D7A5-1638-D616-9880-1B6B741DFACD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55" creationId="{3EDD61A9-CF30-2528-A895-0D8EABBADF32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56" creationId="{556F132E-FFBA-6ABB-077C-133DB4AF4BB1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57" creationId="{4A24AA8E-BAAC-2A8C-8E3B-0DAEC477FF98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58" creationId="{AE93932B-2090-0FBC-B295-C926011DAAFE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659" creationId="{7BF3FB20-3CF7-339B-8941-45AAC0DE7CE3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730" creationId="{7121A969-019C-4595-BD71-734B4A28F3D0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735" creationId="{1DA9A1B9-070F-04AB-F0E5-3BE1F52FB129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34" creationId="{81813C94-203F-3DB1-CC29-9C431330D57C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36" creationId="{1BA7A621-1368-90A0-F3DE-0E791DFFF2D1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38" creationId="{B7808A3E-047C-27E2-EC83-F0BB50280A86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40" creationId="{96DC4F8A-DD6C-4FD9-D366-31FB4390DBE0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42" creationId="{138A5B52-B3B3-3E6B-D493-BEE606405075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44" creationId="{B72FBCCC-F14E-5DD5-FF64-56EA76E70645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46" creationId="{D52546CA-39A0-58D5-EB49-514AFA496E2C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48" creationId="{66317ACB-E52E-5C59-AD36-900F7EA00A69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50" creationId="{E3FDCCEF-D5A0-3887-512A-EF28DEC15488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52" creationId="{13655158-575B-86DE-1588-E4BC6C7D74AF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54" creationId="{06938AF9-243F-9AF6-0A9C-8EF2426D848F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56" creationId="{C10BD36E-DF22-64F6-A273-B6D6EE51E8CE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58" creationId="{D5CBF73F-B0D6-3B06-A8D5-60CFCAFDAD3B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60" creationId="{B51A7C1D-1192-A5C6-10D0-3402B14B377D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62" creationId="{5D081ED3-D073-D011-1797-6C0A435C21D8}"/>
          </ac:cxnSpMkLst>
        </pc:cxnChg>
        <pc:cxnChg chg="mod">
          <ac:chgData name="Xin Xin" userId="9ff0c946-7f3c-4192-98c1-6be932ce2bce" providerId="ADAL" clId="{EC370BB4-30E8-4AD9-890D-521920E8CA56}" dt="2024-01-08T07:30:11.934" v="1947"/>
          <ac:cxnSpMkLst>
            <pc:docMk/>
            <pc:sldMk cId="2964609195" sldId="990"/>
            <ac:cxnSpMk id="1064" creationId="{523DD31C-2837-3931-F5F4-25A00DD2003E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80" creationId="{C41F97AE-D820-DA38-C288-C90999407742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81" creationId="{CA1140EB-3D43-C417-D4F7-CB4EE15A28A2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82" creationId="{C78E9A21-CB42-AFAF-ECDB-EC1E9C0FFB01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83" creationId="{169D8E35-790E-DE5E-DA73-8D8F668C0A83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84" creationId="{9B08A0BE-097A-4682-C770-F9552E0993B8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85" creationId="{1A235732-5F5C-99E4-82D9-A7EF753FB620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89" creationId="{89ACEAB8-F6B5-2242-3937-24AE9EA1B7C0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90" creationId="{11D9FB8F-AE82-5B59-6F1C-6876D1FEDAD6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91" creationId="{8B38EC5E-1D2C-9F33-4AE7-C93A4C6994B9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92" creationId="{F6783C0E-F524-B08C-9A9F-34459D56AEF6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93" creationId="{F57F5F55-DB75-754C-9CB8-F18C88AEEF9F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094" creationId="{D2085628-2142-ECE1-99F8-E18E4C17058A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02" creationId="{86DD9B95-D6FA-548C-0BF5-239322C1C8D0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03" creationId="{484CAC1B-335E-21E9-3B21-CF3EE39BBC90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04" creationId="{014A0994-2B2C-A39E-E19A-1A713A9EAB55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05" creationId="{DD8A09E7-AB7B-2673-3704-B417F9583956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06" creationId="{836C827A-6999-9F2B-25B8-94248ADA4B53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07" creationId="{F999ACC5-D965-8BA4-F158-1929EA817E69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08" creationId="{97E91C30-ADFD-79E8-9770-1B777871D13A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09" creationId="{67F96226-7FF9-2423-9B0A-A6964860B898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10" creationId="{68455AFA-E849-AB8F-4AA6-A93C003F1A8F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11" creationId="{39E2AEEC-D0F7-A402-FFC4-3BF9356018EF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12" creationId="{777C6049-62F3-CE43-D0E2-FD6A30953382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33" creationId="{581563ED-E3A2-EFC8-B421-8B73540AC42B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34" creationId="{43C88842-9FAF-F587-29A1-B87A51D6D8EF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35" creationId="{0FA110FC-FF0D-3000-CA42-DE272131573E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36" creationId="{6384723F-6161-648F-C4EC-11DBDEC0EAE0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37" creationId="{C1388B64-6031-73D3-6322-FEA314325FA3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38" creationId="{4E442790-FC80-D884-EC5E-6C606E241AD6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39" creationId="{58A6B63B-9BF1-0BBA-C398-832E4406A57F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140" creationId="{CC07FC85-832C-5FF9-3649-4E66570406B5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211" creationId="{7192A095-6B34-1BFA-F896-AAF35E0412CE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216" creationId="{E2F0BB6A-16EC-79FE-7444-73706FFDC2E4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512" creationId="{15F74FDB-B7C4-2BB5-8C93-1EE8FCAAEAF0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514" creationId="{1F88EE97-73B4-6D0C-49D2-592C19C566F2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516" creationId="{0D2B045D-CF8F-1FFB-993D-13419C9377AC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518" creationId="{9831C726-BB9F-E3E3-E57D-DBD3CF0A8044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520" creationId="{1E05B536-598A-AFDC-937F-9A2995E2A39B}"/>
          </ac:cxnSpMkLst>
        </pc:cxnChg>
        <pc:cxnChg chg="mod">
          <ac:chgData name="Xin Xin" userId="9ff0c946-7f3c-4192-98c1-6be932ce2bce" providerId="ADAL" clId="{EC370BB4-30E8-4AD9-890D-521920E8CA56}" dt="2024-01-08T07:30:32.213" v="1951"/>
          <ac:cxnSpMkLst>
            <pc:docMk/>
            <pc:sldMk cId="2964609195" sldId="990"/>
            <ac:cxnSpMk id="1522" creationId="{84959594-3A56-F619-981D-6DA509F100A4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38" creationId="{3F221346-6E67-41D5-EA16-A5F6D77E9E95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39" creationId="{98512E91-67EB-E0BD-A4E7-9B023361D22F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40" creationId="{B350A1A3-CF5E-5EA4-90D6-C217008A45CB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41" creationId="{FDF4D451-65EF-AD6A-1375-CBFBF8043FA1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42" creationId="{A7DF693E-A777-7909-DE6B-26B8B86A6DB7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43" creationId="{B64477BA-FF8F-5096-5109-2BC30762B411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47" creationId="{59C6AF3E-7215-5BA8-07ED-FBAA71268E3B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48" creationId="{4953146A-6D3D-2E28-9203-1ECFFAD254B0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49" creationId="{093B9E58-96C1-26AE-3A66-02E1C507D7CC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50" creationId="{3690F1D2-6879-6FC7-6025-2F1934602DC6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51" creationId="{578B4B7F-196C-A5EF-49F7-B41B41CDC994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52" creationId="{6B1F29DB-C56C-0890-DC90-0E6DDC185D04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0" creationId="{C2012792-6627-51B8-FD28-FAE750992D49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1" creationId="{D9327F13-2C43-E65B-0CA4-8FA18CBD5601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2" creationId="{83E1472C-7E1A-2194-8F01-92A335AA6933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3" creationId="{0847295D-951D-9C7E-C8A6-A1479BFCFAAF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4" creationId="{B5D4A72A-0033-3B99-91F1-BBB26A712063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5" creationId="{661A789C-F2BA-184D-FD32-9DCBC0DB4595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6" creationId="{778D3558-3681-F5DA-9560-3986ED30BFB8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7" creationId="{8A522C78-FBCD-2CCA-D901-44B5E8FB06C1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8" creationId="{10E1857D-DCE5-8C8D-6455-B8BF742DF014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69" creationId="{F44E99C0-E06C-2733-F6ED-FD643AF1BF1F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70" creationId="{FE46F2A0-B4A5-8381-6C4C-9621C2D57410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91" creationId="{9F4712A7-65FF-959A-24EA-1C33A88FA942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92" creationId="{D44ACAEB-2799-902B-2F1D-CB6965FEF1EE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93" creationId="{F01389FD-0BE6-11C5-BA31-1A542E4495F3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94" creationId="{35521CDC-5EC8-8657-AC0B-5E82B45829B1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95" creationId="{AF350C99-2EB5-0A76-AF67-4F96C1CA803D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96" creationId="{099026EE-A59C-C3E3-B728-47F73087C65D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97" creationId="{8AFB29C3-0455-BA8F-BD92-E345CEA9D836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598" creationId="{9E5272D4-260D-D259-36B3-08B5B489E9E7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669" creationId="{B390F74C-C3D6-2EEB-3CBD-1DBC788D08A7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674" creationId="{54C4964C-D3B7-5FDD-3409-90305B153F57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970" creationId="{2FBCB0CC-80CB-CBB3-670C-DB60A72EB0ED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972" creationId="{1CEA44D3-B334-9CC9-FF6B-DAF5BABAC0B8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974" creationId="{41A6C30B-F787-887D-A2EF-56D08BC12B26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976" creationId="{2EC69A1E-C977-E58B-2689-387EE561A5EF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978" creationId="{98A7AEC0-B0BF-A17D-C1EE-DC925F882D9B}"/>
          </ac:cxnSpMkLst>
        </pc:cxnChg>
        <pc:cxnChg chg="mod">
          <ac:chgData name="Xin Xin" userId="9ff0c946-7f3c-4192-98c1-6be932ce2bce" providerId="ADAL" clId="{EC370BB4-30E8-4AD9-890D-521920E8CA56}" dt="2024-01-08T07:30:44.269" v="1956"/>
          <ac:cxnSpMkLst>
            <pc:docMk/>
            <pc:sldMk cId="2964609195" sldId="990"/>
            <ac:cxnSpMk id="1980" creationId="{3EC2EAF6-3011-1C32-287B-4268F61F4D32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1997" creationId="{378EEADA-B92A-FDCF-EA4E-FFFD190B08EF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1998" creationId="{5B2E043A-72C8-7172-1BDB-26F996277BC6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1999" creationId="{84D490A7-1C7E-5253-37C2-255B5FEA558A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00" creationId="{ABD302EA-D839-7AEC-0388-A806A0AF22DC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01" creationId="{441DFFD7-2103-CC2B-3EFC-4877408C3F53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02" creationId="{E374E821-01F7-6BCB-46F6-49805F60E8B9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06" creationId="{1EF47A44-48B6-8E13-AD7B-E02E973FA80C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07" creationId="{C40F7C31-3549-9E13-AD6D-AF801FEE48E4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08" creationId="{F0C6371D-334C-6914-A395-D7947AD8AC41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09" creationId="{FE726C49-C193-2F2C-E198-AB590408CD4F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10" creationId="{17AD5053-2C7D-EDE5-AACD-781B1C083EF2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11" creationId="{8FC6BCF0-D08F-A6F3-4CB2-3CFA387E7637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19" creationId="{E04C2160-4421-353E-EE42-815908C5CB3B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0" creationId="{97A1D78C-E85B-7FA4-D733-4EBDCDD6AC83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1" creationId="{69E4B2C2-811D-2454-A352-6311288A8C93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2" creationId="{3B407164-A8E9-8220-F71E-3493304BD2BC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3" creationId="{0D86C27C-6E92-E2E2-5C94-76512D287E4C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4" creationId="{98DD31F1-5930-EC03-38A8-8BBFB0029EF0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5" creationId="{A1846E6E-B0BA-BC93-CA75-EDD001FFB687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6" creationId="{F4BECFE9-6180-890D-F463-18D553FF4BD0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7" creationId="{5CF3E01E-9C07-A58D-121F-278A54880C32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8" creationId="{ACFF9F75-A15E-2354-3446-8B87F88B992A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29" creationId="{87E45BC6-4881-7C4F-4D72-A4AF68C77DD3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50" creationId="{7D56BBB6-2819-A1EC-0C23-0ECF835DC754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51" creationId="{C9A1C0E8-3A5F-B934-62CA-07E7D10E4EEE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52" creationId="{B3C724F4-3C93-E9DD-B74D-D82BA9702B18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53" creationId="{1237FCB9-F4F3-FCA1-BE84-674BF22289ED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54" creationId="{9B40CA1C-A507-C9FD-A9CB-EB1A7ACCD85B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55" creationId="{7DB767D2-0540-B775-1D3F-AA503C2B8F6E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56" creationId="{4D631D60-2488-2468-A452-0A7E6827E5E2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057" creationId="{AEBEBBA3-6E21-3C2E-D00C-99BF5931EF6A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128" creationId="{B53BA527-4F53-C897-108A-5B50E9D80030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133" creationId="{39A806D6-DE2F-428C-9622-673FA140A585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429" creationId="{53AE34B2-91AB-7C04-859C-84B1469FE652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431" creationId="{638FF4EA-3E6D-B1F8-416B-4DF606FDD0DC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433" creationId="{C0478587-B279-31FF-3FE2-158D29564818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435" creationId="{EE098684-6DBD-FB0C-BE9A-F5BA01E54CD9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437" creationId="{C2086E35-4F64-8979-1310-030D334B92FC}"/>
          </ac:cxnSpMkLst>
        </pc:cxnChg>
        <pc:cxnChg chg="mod">
          <ac:chgData name="Xin Xin" userId="9ff0c946-7f3c-4192-98c1-6be932ce2bce" providerId="ADAL" clId="{EC370BB4-30E8-4AD9-890D-521920E8CA56}" dt="2024-01-08T07:31:00.885" v="1959"/>
          <ac:cxnSpMkLst>
            <pc:docMk/>
            <pc:sldMk cId="2964609195" sldId="990"/>
            <ac:cxnSpMk id="2439" creationId="{B3D14534-81EB-11DE-432F-644940E005C2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55" creationId="{856863C3-6FCE-10D5-F055-FAA1A8767753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56" creationId="{CAE6D0ED-B805-2600-7045-B67D329A4F09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57" creationId="{E17976D2-CA1F-C66F-460B-C7CCDF38FC34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58" creationId="{E42034EF-3C10-9EBF-2FD0-D292B09A3B10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59" creationId="{972F7C48-352B-CC64-49C6-F9ABF014B8AC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60" creationId="{9946A34C-E17D-FFED-EB61-CF5133E8656B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64" creationId="{9E9EA4D8-2C10-1B1D-37AE-F6378821EDF6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65" creationId="{5B0FE577-8606-C4CD-7EB0-CE77AFDD61A9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66" creationId="{64664B08-03F5-ABDA-8DA3-D96603ED1C85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67" creationId="{06998C77-41B1-B0A8-FBAC-186EA0A3EC5B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68" creationId="{C59FD20A-E3AF-DED3-2409-A7A1B55E26AA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69" creationId="{C3952FD5-B7CE-B5BA-739A-52659221E216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77" creationId="{FDC3C58C-3303-8FF8-FCF3-AB7ACD9631B0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78" creationId="{48853C91-CDA4-36C9-BFC1-5042108073CD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79" creationId="{631D742E-3C5E-0A84-F8D0-2DBE136C097B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80" creationId="{D8A62C0C-C956-3DE4-6BE6-1B9E0A2E85F7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81" creationId="{44A44626-4F15-DB75-27E3-7A8501A9C36C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82" creationId="{9C8C775B-FA79-3D9F-A15D-55A7AD25DCAF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83" creationId="{887101A5-77F4-87B4-3203-A1BFA5B09E9C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84" creationId="{EB61C382-B5E7-D855-233F-9828C6D89E6A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85" creationId="{2DA9C207-37DA-0605-C2CF-874B180B0831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86" creationId="{504ACBA9-DE8F-87B5-876D-278B5BA05ABD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487" creationId="{F1C52678-DDB1-320A-7904-7E3F5A5DE9D4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08" creationId="{CC62DD94-5B08-E736-59F7-3E68A872D8C0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09" creationId="{CF7411AC-D6C3-A761-E115-ADEADD00AA7E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10" creationId="{DB1F1CAD-D6BB-4FB8-2764-61FE1FD1CE16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11" creationId="{4BA02D00-8757-8E58-CC98-F090687AF826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12" creationId="{DA7BB01F-2686-EFDF-364A-DA937C684DB1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13" creationId="{0ED61F41-934C-E5F2-2F4C-616E4067CA06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14" creationId="{A6BDDE9F-AECB-B96D-41B3-613F4489B3BF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15" creationId="{44C61A08-4139-46A8-A395-8C9F4C2CC974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86" creationId="{17303446-B377-D5F3-8071-4B06CEE771E5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591" creationId="{8AC63A29-D5A6-BCC9-5984-003DA4201B71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887" creationId="{1FC6E33A-FF7B-626C-25A9-6E9FD965932F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889" creationId="{003DB993-F666-9FF3-E709-C042B37DBD63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891" creationId="{9688322C-3E1F-0967-7AD5-1BC33C0CB2AA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893" creationId="{3016B3E7-F9B1-668E-2E72-ED89C60429B0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895" creationId="{0932F236-1599-4C93-9F85-D6994DB8C035}"/>
          </ac:cxnSpMkLst>
        </pc:cxnChg>
        <pc:cxnChg chg="mod">
          <ac:chgData name="Xin Xin" userId="9ff0c946-7f3c-4192-98c1-6be932ce2bce" providerId="ADAL" clId="{EC370BB4-30E8-4AD9-890D-521920E8CA56}" dt="2024-01-08T07:31:03.248" v="1961"/>
          <ac:cxnSpMkLst>
            <pc:docMk/>
            <pc:sldMk cId="2964609195" sldId="990"/>
            <ac:cxnSpMk id="2897" creationId="{2DF49229-7E26-58CE-1436-5741977E0BF9}"/>
          </ac:cxnSpMkLst>
        </pc:cxnChg>
      </pc:sldChg>
      <pc:sldChg chg="modSp new del mod ord">
        <pc:chgData name="Xin Xin" userId="9ff0c946-7f3c-4192-98c1-6be932ce2bce" providerId="ADAL" clId="{EC370BB4-30E8-4AD9-890D-521920E8CA56}" dt="2024-01-08T14:42:35.678" v="3090" actId="47"/>
        <pc:sldMkLst>
          <pc:docMk/>
          <pc:sldMk cId="2746704462" sldId="991"/>
        </pc:sldMkLst>
        <pc:spChg chg="mod">
          <ac:chgData name="Xin Xin" userId="9ff0c946-7f3c-4192-98c1-6be932ce2bce" providerId="ADAL" clId="{EC370BB4-30E8-4AD9-890D-521920E8CA56}" dt="2024-01-08T08:55:19.158" v="2253" actId="21"/>
          <ac:spMkLst>
            <pc:docMk/>
            <pc:sldMk cId="2746704462" sldId="991"/>
            <ac:spMk id="3" creationId="{D79AA33B-5022-6314-2328-63A4D114DD61}"/>
          </ac:spMkLst>
        </pc:spChg>
      </pc:sldChg>
      <pc:sldChg chg="addSp delSp modSp add mod">
        <pc:chgData name="Xin Xin" userId="9ff0c946-7f3c-4192-98c1-6be932ce2bce" providerId="ADAL" clId="{EC370BB4-30E8-4AD9-890D-521920E8CA56}" dt="2024-01-08T09:33:30.974" v="2674" actId="1076"/>
        <pc:sldMkLst>
          <pc:docMk/>
          <pc:sldMk cId="2423250723" sldId="992"/>
        </pc:sldMkLst>
        <pc:spChg chg="mod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2" creationId="{8CAAB019-F2BB-3BD8-EC39-506393A9860C}"/>
          </ac:spMkLst>
        </pc:spChg>
        <pc:spChg chg="mod ord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4" creationId="{A3B60569-8B33-1C78-DDE9-7BD9577577A3}"/>
          </ac:spMkLst>
        </pc:spChg>
        <pc:spChg chg="mod">
          <ac:chgData name="Xin Xin" userId="9ff0c946-7f3c-4192-98c1-6be932ce2bce" providerId="ADAL" clId="{EC370BB4-30E8-4AD9-890D-521920E8CA56}" dt="2024-01-08T09:29:55.574" v="2592" actId="20577"/>
          <ac:spMkLst>
            <pc:docMk/>
            <pc:sldMk cId="2423250723" sldId="992"/>
            <ac:spMk id="6" creationId="{AEB4462E-8BE7-3348-686B-AC2407C01109}"/>
          </ac:spMkLst>
        </pc:spChg>
        <pc:spChg chg="add mod">
          <ac:chgData name="Xin Xin" userId="9ff0c946-7f3c-4192-98c1-6be932ce2bce" providerId="ADAL" clId="{EC370BB4-30E8-4AD9-890D-521920E8CA56}" dt="2024-01-08T09:32:59.763" v="2641" actId="404"/>
          <ac:spMkLst>
            <pc:docMk/>
            <pc:sldMk cId="2423250723" sldId="992"/>
            <ac:spMk id="15" creationId="{93A0BCA0-C30F-50E8-EB62-21F864291954}"/>
          </ac:spMkLst>
        </pc:spChg>
        <pc:spChg chg="add mod">
          <ac:chgData name="Xin Xin" userId="9ff0c946-7f3c-4192-98c1-6be932ce2bce" providerId="ADAL" clId="{EC370BB4-30E8-4AD9-890D-521920E8CA56}" dt="2024-01-08T09:33:24.286" v="2673" actId="1076"/>
          <ac:spMkLst>
            <pc:docMk/>
            <pc:sldMk cId="2423250723" sldId="992"/>
            <ac:spMk id="17" creationId="{682E230F-4B20-0CFA-566A-F00C17C93520}"/>
          </ac:spMkLst>
        </pc:spChg>
        <pc:spChg chg="add mod">
          <ac:chgData name="Xin Xin" userId="9ff0c946-7f3c-4192-98c1-6be932ce2bce" providerId="ADAL" clId="{EC370BB4-30E8-4AD9-890D-521920E8CA56}" dt="2024-01-08T09:33:11.413" v="2656" actId="20577"/>
          <ac:spMkLst>
            <pc:docMk/>
            <pc:sldMk cId="2423250723" sldId="992"/>
            <ac:spMk id="18" creationId="{A1C56F97-6329-BBF9-E535-A3BEFC558479}"/>
          </ac:spMkLst>
        </pc:spChg>
        <pc:spChg chg="add del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19" creationId="{26FF42C2-EA15-4154-B242-E98E88CED99C}"/>
          </ac:spMkLst>
        </pc:spChg>
        <pc:spChg chg="add del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21" creationId="{D79DE9F7-28C4-4856-BA57-D696E124C137}"/>
          </ac:spMkLst>
        </pc:spChg>
        <pc:spChg chg="add del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23" creationId="{E1F9ED9C-121B-44C6-A308-5824769C40D5}"/>
          </ac:spMkLst>
        </pc:spChg>
        <pc:spChg chg="add del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25" creationId="{4A5F8185-F27B-4E99-A06C-007336FE3F2D}"/>
          </ac:spMkLst>
        </pc:spChg>
        <pc:spChg chg="add del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10247" creationId="{2C9A9DA9-7DC8-488B-A882-123947B0F3D9}"/>
          </ac:spMkLst>
        </pc:spChg>
        <pc:spChg chg="add del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10249" creationId="{57F6BDD4-E066-4008-8011-6CC31AEB4556}"/>
          </ac:spMkLst>
        </pc:spChg>
        <pc:spChg chg="add del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10251" creationId="{2711A8FB-68FC-45FC-B01E-38F809E2D439}"/>
          </ac:spMkLst>
        </pc:spChg>
        <pc:spChg chg="add del">
          <ac:chgData name="Xin Xin" userId="9ff0c946-7f3c-4192-98c1-6be932ce2bce" providerId="ADAL" clId="{EC370BB4-30E8-4AD9-890D-521920E8CA56}" dt="2024-01-08T09:20:51.720" v="2471" actId="26606"/>
          <ac:spMkLst>
            <pc:docMk/>
            <pc:sldMk cId="2423250723" sldId="992"/>
            <ac:spMk id="10253" creationId="{2A865FE3-5FC9-4049-87CF-30019C46C0F5}"/>
          </ac:spMkLst>
        </pc:spChg>
        <pc:picChg chg="add del mod modCrop">
          <ac:chgData name="Xin Xin" userId="9ff0c946-7f3c-4192-98c1-6be932ce2bce" providerId="ADAL" clId="{EC370BB4-30E8-4AD9-890D-521920E8CA56}" dt="2024-01-08T09:26:43.476" v="2479" actId="478"/>
          <ac:picMkLst>
            <pc:docMk/>
            <pc:sldMk cId="2423250723" sldId="992"/>
            <ac:picMk id="3" creationId="{1432AAA2-2376-51FB-AAEA-3F32EA712D47}"/>
          </ac:picMkLst>
        </pc:picChg>
        <pc:picChg chg="add del mod">
          <ac:chgData name="Xin Xin" userId="9ff0c946-7f3c-4192-98c1-6be932ce2bce" providerId="ADAL" clId="{EC370BB4-30E8-4AD9-890D-521920E8CA56}" dt="2024-01-08T09:28:40.476" v="2488" actId="478"/>
          <ac:picMkLst>
            <pc:docMk/>
            <pc:sldMk cId="2423250723" sldId="992"/>
            <ac:picMk id="5" creationId="{5E996A84-17C4-3778-4D85-0D00CA4B7ABC}"/>
          </ac:picMkLst>
        </pc:picChg>
        <pc:picChg chg="del">
          <ac:chgData name="Xin Xin" userId="9ff0c946-7f3c-4192-98c1-6be932ce2bce" providerId="ADAL" clId="{EC370BB4-30E8-4AD9-890D-521920E8CA56}" dt="2024-01-08T09:20:25.580" v="2461" actId="478"/>
          <ac:picMkLst>
            <pc:docMk/>
            <pc:sldMk cId="2423250723" sldId="992"/>
            <ac:picMk id="8" creationId="{F452157E-4FCD-9B96-7FFD-5D179005DBB6}"/>
          </ac:picMkLst>
        </pc:picChg>
        <pc:picChg chg="add mod">
          <ac:chgData name="Xin Xin" userId="9ff0c946-7f3c-4192-98c1-6be932ce2bce" providerId="ADAL" clId="{EC370BB4-30E8-4AD9-890D-521920E8CA56}" dt="2024-01-08T09:31:56.017" v="2610" actId="1076"/>
          <ac:picMkLst>
            <pc:docMk/>
            <pc:sldMk cId="2423250723" sldId="992"/>
            <ac:picMk id="9" creationId="{079515D1-340A-8670-69D1-1E8392E1919D}"/>
          </ac:picMkLst>
        </pc:picChg>
        <pc:picChg chg="del">
          <ac:chgData name="Xin Xin" userId="9ff0c946-7f3c-4192-98c1-6be932ce2bce" providerId="ADAL" clId="{EC370BB4-30E8-4AD9-890D-521920E8CA56}" dt="2024-01-08T09:20:25.580" v="2461" actId="478"/>
          <ac:picMkLst>
            <pc:docMk/>
            <pc:sldMk cId="2423250723" sldId="992"/>
            <ac:picMk id="10" creationId="{A524969F-A048-5AA9-8E6C-BF124C1825F5}"/>
          </ac:picMkLst>
        </pc:picChg>
        <pc:picChg chg="add mod">
          <ac:chgData name="Xin Xin" userId="9ff0c946-7f3c-4192-98c1-6be932ce2bce" providerId="ADAL" clId="{EC370BB4-30E8-4AD9-890D-521920E8CA56}" dt="2024-01-08T09:31:57.089" v="2611" actId="1076"/>
          <ac:picMkLst>
            <pc:docMk/>
            <pc:sldMk cId="2423250723" sldId="992"/>
            <ac:picMk id="12" creationId="{B0AFFCE4-F3DA-45D4-B720-48033454F44F}"/>
          </ac:picMkLst>
        </pc:picChg>
        <pc:picChg chg="del">
          <ac:chgData name="Xin Xin" userId="9ff0c946-7f3c-4192-98c1-6be932ce2bce" providerId="ADAL" clId="{EC370BB4-30E8-4AD9-890D-521920E8CA56}" dt="2024-01-08T09:20:23.758" v="2460" actId="478"/>
          <ac:picMkLst>
            <pc:docMk/>
            <pc:sldMk cId="2423250723" sldId="992"/>
            <ac:picMk id="14" creationId="{E53A090A-2FE6-9E79-7030-33EE5EB010A6}"/>
          </ac:picMkLst>
        </pc:picChg>
        <pc:picChg chg="del">
          <ac:chgData name="Xin Xin" userId="9ff0c946-7f3c-4192-98c1-6be932ce2bce" providerId="ADAL" clId="{EC370BB4-30E8-4AD9-890D-521920E8CA56}" dt="2024-01-08T09:20:25.580" v="2461" actId="478"/>
          <ac:picMkLst>
            <pc:docMk/>
            <pc:sldMk cId="2423250723" sldId="992"/>
            <ac:picMk id="16" creationId="{51124594-467F-A077-3ADB-2203685CF023}"/>
          </ac:picMkLst>
        </pc:picChg>
        <pc:picChg chg="add mod">
          <ac:chgData name="Xin Xin" userId="9ff0c946-7f3c-4192-98c1-6be932ce2bce" providerId="ADAL" clId="{EC370BB4-30E8-4AD9-890D-521920E8CA56}" dt="2024-01-08T09:31:53.960" v="2609" actId="1076"/>
          <ac:picMkLst>
            <pc:docMk/>
            <pc:sldMk cId="2423250723" sldId="992"/>
            <ac:picMk id="10242" creationId="{4985CC27-8C05-634E-B44C-1ADCBB5B3CFB}"/>
          </ac:picMkLst>
        </pc:picChg>
        <pc:picChg chg="add mod">
          <ac:chgData name="Xin Xin" userId="9ff0c946-7f3c-4192-98c1-6be932ce2bce" providerId="ADAL" clId="{EC370BB4-30E8-4AD9-890D-521920E8CA56}" dt="2024-01-08T09:33:30.974" v="2674" actId="1076"/>
          <ac:picMkLst>
            <pc:docMk/>
            <pc:sldMk cId="2423250723" sldId="992"/>
            <ac:picMk id="10244" creationId="{54334516-6CEA-9ABF-2D0C-FEE02346CBF6}"/>
          </ac:picMkLst>
        </pc:picChg>
      </pc:sldChg>
      <pc:sldChg chg="addSp delSp add del setBg delDesignElem">
        <pc:chgData name="Xin Xin" userId="9ff0c946-7f3c-4192-98c1-6be932ce2bce" providerId="ADAL" clId="{EC370BB4-30E8-4AD9-890D-521920E8CA56}" dt="2024-01-08T09:09:54.362" v="2430"/>
        <pc:sldMkLst>
          <pc:docMk/>
          <pc:sldMk cId="3879548416" sldId="992"/>
        </pc:sldMkLst>
        <pc:spChg chg="add del">
          <ac:chgData name="Xin Xin" userId="9ff0c946-7f3c-4192-98c1-6be932ce2bce" providerId="ADAL" clId="{EC370BB4-30E8-4AD9-890D-521920E8CA56}" dt="2024-01-08T09:09:54.362" v="2430"/>
          <ac:spMkLst>
            <pc:docMk/>
            <pc:sldMk cId="3879548416" sldId="992"/>
            <ac:spMk id="19" creationId="{26FF42C2-EA15-4154-B242-E98E88CED99C}"/>
          </ac:spMkLst>
        </pc:spChg>
        <pc:spChg chg="add del">
          <ac:chgData name="Xin Xin" userId="9ff0c946-7f3c-4192-98c1-6be932ce2bce" providerId="ADAL" clId="{EC370BB4-30E8-4AD9-890D-521920E8CA56}" dt="2024-01-08T09:09:54.362" v="2430"/>
          <ac:spMkLst>
            <pc:docMk/>
            <pc:sldMk cId="3879548416" sldId="992"/>
            <ac:spMk id="21" creationId="{D79DE9F7-28C4-4856-BA57-D696E124C137}"/>
          </ac:spMkLst>
        </pc:spChg>
        <pc:spChg chg="add del">
          <ac:chgData name="Xin Xin" userId="9ff0c946-7f3c-4192-98c1-6be932ce2bce" providerId="ADAL" clId="{EC370BB4-30E8-4AD9-890D-521920E8CA56}" dt="2024-01-08T09:09:54.362" v="2430"/>
          <ac:spMkLst>
            <pc:docMk/>
            <pc:sldMk cId="3879548416" sldId="992"/>
            <ac:spMk id="23" creationId="{E1F9ED9C-121B-44C6-A308-5824769C40D5}"/>
          </ac:spMkLst>
        </pc:spChg>
        <pc:spChg chg="add del">
          <ac:chgData name="Xin Xin" userId="9ff0c946-7f3c-4192-98c1-6be932ce2bce" providerId="ADAL" clId="{EC370BB4-30E8-4AD9-890D-521920E8CA56}" dt="2024-01-08T09:09:54.362" v="2430"/>
          <ac:spMkLst>
            <pc:docMk/>
            <pc:sldMk cId="3879548416" sldId="992"/>
            <ac:spMk id="25" creationId="{4A5F8185-F27B-4E99-A06C-007336FE3F2D}"/>
          </ac:spMkLst>
        </pc:spChg>
      </pc:sldChg>
      <pc:sldChg chg="addSp delSp modSp add del mod modAnim">
        <pc:chgData name="Xin Xin" userId="9ff0c946-7f3c-4192-98c1-6be932ce2bce" providerId="ADAL" clId="{EC370BB4-30E8-4AD9-890D-521920E8CA56}" dt="2024-01-08T14:35:34.723" v="2939" actId="47"/>
        <pc:sldMkLst>
          <pc:docMk/>
          <pc:sldMk cId="2796890472" sldId="993"/>
        </pc:sldMkLst>
        <pc:spChg chg="mod">
          <ac:chgData name="Xin Xin" userId="9ff0c946-7f3c-4192-98c1-6be932ce2bce" providerId="ADAL" clId="{EC370BB4-30E8-4AD9-890D-521920E8CA56}" dt="2024-01-08T11:04:42.539" v="2714" actId="27636"/>
          <ac:spMkLst>
            <pc:docMk/>
            <pc:sldMk cId="2796890472" sldId="993"/>
            <ac:spMk id="2" creationId="{3B8CD900-19EC-824C-BF74-AADFBF5A172E}"/>
          </ac:spMkLst>
        </pc:spChg>
        <pc:spChg chg="add mod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3" creationId="{598D99E3-B8D5-02A3-8F0F-A3FAE8F02687}"/>
          </ac:spMkLst>
        </pc:spChg>
        <pc:spChg chg="del mod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" creationId="{952F2407-C642-7348-A8D7-43AB1BBE8A6A}"/>
          </ac:spMkLst>
        </pc:spChg>
        <pc:spChg chg="mod">
          <ac:chgData name="Xin Xin" userId="9ff0c946-7f3c-4192-98c1-6be932ce2bce" providerId="ADAL" clId="{EC370BB4-30E8-4AD9-890D-521920E8CA56}" dt="2024-01-08T11:04:42.428" v="2712"/>
          <ac:spMkLst>
            <pc:docMk/>
            <pc:sldMk cId="2796890472" sldId="993"/>
            <ac:spMk id="6" creationId="{5C89035B-463A-1E40-A130-AE9AA3E37667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38" creationId="{EBF8C7CF-1CD2-E44B-AAD1-0E0FFDFB33AC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39" creationId="{DEA17EE7-6646-5049-8B03-582779382B33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41" creationId="{164DBCFC-5616-9547-B9D4-E3DCFE3BEA76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42" creationId="{022CCE76-7473-384C-B8AD-4B26D3605B47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43" creationId="{5C8E906F-87BB-6246-A8F8-5B849D560963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44" creationId="{5814F0BC-A4E2-414A-8230-B48770800C20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46" creationId="{C638B8A1-75B3-8749-A235-1EE1778B601F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47" creationId="{CAC7F94E-387B-054D-AC5B-A6ACAFEBC95A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48" creationId="{F1E4DBAB-F3DB-A040-865E-B04E5313616C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49" creationId="{632019DF-E579-4B45-A8CE-2312F51B8EFE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50" creationId="{54502672-4BE9-284A-B3B3-FA8A482CE2D0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51" creationId="{7AC235F1-D847-EB45-9746-2E1D0ED697AB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52" creationId="{E3F3F0A3-B7B7-C84F-8E76-3C4C5F55CDAF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53" creationId="{CE405A55-DEFA-E34D-A391-3BAFA1DB2942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55" creationId="{FF2E779B-19C4-C84C-AF23-86A160C7809A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56" creationId="{EADD15B8-1F38-C144-B4FC-77401AC13A48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63" creationId="{B3932AB8-93E3-2F43-A748-0726EC875A6F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64" creationId="{86645581-8A95-834A-BD17-26E6EFA5E421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65" creationId="{D6C52C6F-55EC-4B4B-8EE6-502A2CA3B84C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66" creationId="{EF2A04CC-2036-2147-BE92-5D723E966AB5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67" creationId="{1357444A-5412-B441-B7F1-0ABDD8FDCB19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68" creationId="{59D740AB-C1B4-2849-8B9D-6AEF697D0749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69" creationId="{D9EBBE7F-1AC1-DD49-9B12-0321B6BF147D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0" creationId="{559FA9C3-4C06-B748-9497-463EDB81D67C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1" creationId="{3BBE9A1F-C0AA-2543-AF24-2DA796ADE915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3" creationId="{6C2D30C9-C124-A14F-8E31-BC5CBF38EFD2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4" creationId="{072205A6-9619-2641-B84D-F2DB72368DFC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5" creationId="{0B740026-EAE0-0240-86EC-A55B416CB515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6" creationId="{BA4C9CA2-C4D0-984B-AFE8-C9974B8B23F5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7" creationId="{F1A7D39F-695E-5640-85EA-21CF852D3A68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8" creationId="{E2E294CE-A2DB-714E-A0AC-422D97395F54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79" creationId="{01D680E8-9A4D-5040-ACCF-79EE0764823F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80" creationId="{EF252024-15E7-DD46-8C92-5B81D9757F49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586" creationId="{9AB9F05A-A548-AC4E-83E2-A877F3B9A57F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601" creationId="{E300D31A-9F41-1046-8BDC-FA062AA6A535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602" creationId="{3CBE6854-ED5B-BB4C-96CF-87D28DDCEB99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603" creationId="{8AE3F3D6-CBEF-C24A-800F-FB45135980B9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604" creationId="{C64871C2-76E7-8247-8F42-BCCB69335479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605" creationId="{14013ACF-BB40-FF4E-A4EF-9848CA9C191A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606" creationId="{E0DF6D46-E77F-4D44-90E6-2EFA295837EB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607" creationId="{B9FB9FE5-8C8F-134F-8BF9-5B707F4F2827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767" creationId="{5ABADEC3-C709-CF41-9AAD-AD496B9E1BC9}"/>
          </ac:spMkLst>
        </pc:spChg>
        <pc:spChg chg="del">
          <ac:chgData name="Xin Xin" userId="9ff0c946-7f3c-4192-98c1-6be932ce2bce" providerId="ADAL" clId="{EC370BB4-30E8-4AD9-890D-521920E8CA56}" dt="2024-01-08T14:35:16.513" v="2934" actId="21"/>
          <ac:spMkLst>
            <pc:docMk/>
            <pc:sldMk cId="2796890472" sldId="993"/>
            <ac:spMk id="818" creationId="{E7C9C96C-2BC6-C44A-AE8A-01BCFB474108}"/>
          </ac:spMkLst>
        </pc:spChg>
        <pc:spChg chg="mod">
          <ac:chgData name="Xin Xin" userId="9ff0c946-7f3c-4192-98c1-6be932ce2bce" providerId="ADAL" clId="{EC370BB4-30E8-4AD9-890D-521920E8CA56}" dt="2024-01-08T11:13:42.462" v="2793" actId="14100"/>
          <ac:spMkLst>
            <pc:docMk/>
            <pc:sldMk cId="2796890472" sldId="993"/>
            <ac:spMk id="821" creationId="{5942793B-FC1B-AD41-9170-51DAF5E3768A}"/>
          </ac:spMkLst>
        </pc:spChg>
        <pc:spChg chg="mod">
          <ac:chgData name="Xin Xin" userId="9ff0c946-7f3c-4192-98c1-6be932ce2bce" providerId="ADAL" clId="{EC370BB4-30E8-4AD9-890D-521920E8CA56}" dt="2024-01-08T11:13:42.462" v="2793" actId="14100"/>
          <ac:spMkLst>
            <pc:docMk/>
            <pc:sldMk cId="2796890472" sldId="993"/>
            <ac:spMk id="822" creationId="{31E7DBF2-2BFB-094F-BD34-EE8B47DDE2BF}"/>
          </ac:spMkLst>
        </pc:s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20" creationId="{99439175-92D1-B54E-89FE-24E600DB9083}"/>
          </ac:grpSpMkLst>
        </pc:grpChg>
        <pc:grpChg chg="del mod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32" creationId="{57EBE358-5C23-474E-A2B6-80BB3E04FC0E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33" creationId="{47688A7E-0980-EA46-BAFE-C85E8249B3CB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37" creationId="{DBED7CDA-AEE6-2541-9AFD-7236C61CB0E6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40" creationId="{1AF9CD47-1028-BA40-AB36-C612218B6100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572" creationId="{1DD5DCC4-02E2-1649-B2A3-9D4E0A262108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581" creationId="{A0DBCF2A-68BC-0E49-9BC5-C97C8363D864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582" creationId="{19AA9F68-22E1-614E-ABF6-392E3AC11A2A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584" creationId="{794D8C65-863B-7440-89F4-69D1561AD1FD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585" creationId="{10DF1FFB-5BD4-B34D-869E-FF2A21B927AA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768" creationId="{C0413C26-2428-294D-A985-438064AB22F8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776" creationId="{E243B6F1-DF5E-834B-A8AE-E9590849B60B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784" creationId="{32B9D5FB-6F2D-FC49-BA71-4E56467A288E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792" creationId="{0AAA6329-4E08-D94E-93EE-AC2FA25D6326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800" creationId="{439AE64C-370D-E343-8E49-6C6768CBAF77}"/>
          </ac:grpSpMkLst>
        </pc:grpChg>
        <pc:grpChg chg="del">
          <ac:chgData name="Xin Xin" userId="9ff0c946-7f3c-4192-98c1-6be932ce2bce" providerId="ADAL" clId="{EC370BB4-30E8-4AD9-890D-521920E8CA56}" dt="2024-01-08T14:35:16.513" v="2934" actId="21"/>
          <ac:grpSpMkLst>
            <pc:docMk/>
            <pc:sldMk cId="2796890472" sldId="993"/>
            <ac:grpSpMk id="808" creationId="{CBD30329-EF8A-434C-B6EE-CEE2CDB2D499}"/>
          </ac:grpSpMkLst>
        </pc:grpChg>
        <pc:cxnChg chg="del">
          <ac:chgData name="Xin Xin" userId="9ff0c946-7f3c-4192-98c1-6be932ce2bce" providerId="ADAL" clId="{EC370BB4-30E8-4AD9-890D-521920E8CA56}" dt="2024-01-08T14:35:16.513" v="2934" actId="21"/>
          <ac:cxnSpMkLst>
            <pc:docMk/>
            <pc:sldMk cId="2796890472" sldId="993"/>
            <ac:cxnSpMk id="705" creationId="{A28CC61D-39D0-FF4B-80F5-852155288568}"/>
          </ac:cxnSpMkLst>
        </pc:cxnChg>
      </pc:sldChg>
      <pc:sldChg chg="modSp add mod">
        <pc:chgData name="Xin Xin" userId="9ff0c946-7f3c-4192-98c1-6be932ce2bce" providerId="ADAL" clId="{EC370BB4-30E8-4AD9-890D-521920E8CA56}" dt="2024-01-08T14:41:08.409" v="3086" actId="20577"/>
        <pc:sldMkLst>
          <pc:docMk/>
          <pc:sldMk cId="1538176317" sldId="994"/>
        </pc:sldMkLst>
        <pc:spChg chg="mod">
          <ac:chgData name="Xin Xin" userId="9ff0c946-7f3c-4192-98c1-6be932ce2bce" providerId="ADAL" clId="{EC370BB4-30E8-4AD9-890D-521920E8CA56}" dt="2024-01-08T11:05:03.363" v="2716"/>
          <ac:spMkLst>
            <pc:docMk/>
            <pc:sldMk cId="1538176317" sldId="994"/>
            <ac:spMk id="2" creationId="{B4C5FF33-1B21-9D09-EF1E-63896CC93D0D}"/>
          </ac:spMkLst>
        </pc:spChg>
        <pc:spChg chg="mod">
          <ac:chgData name="Xin Xin" userId="9ff0c946-7f3c-4192-98c1-6be932ce2bce" providerId="ADAL" clId="{EC370BB4-30E8-4AD9-890D-521920E8CA56}" dt="2024-01-08T14:41:08.409" v="3086" actId="20577"/>
          <ac:spMkLst>
            <pc:docMk/>
            <pc:sldMk cId="1538176317" sldId="994"/>
            <ac:spMk id="3" creationId="{D79AA33B-5022-6314-2328-63A4D114DD61}"/>
          </ac:spMkLst>
        </pc:spChg>
      </pc:sldChg>
      <pc:sldChg chg="modSp add del mod">
        <pc:chgData name="Xin Xin" userId="9ff0c946-7f3c-4192-98c1-6be932ce2bce" providerId="ADAL" clId="{EC370BB4-30E8-4AD9-890D-521920E8CA56}" dt="2024-01-08T14:30:55.789" v="2908" actId="47"/>
        <pc:sldMkLst>
          <pc:docMk/>
          <pc:sldMk cId="2980347387" sldId="995"/>
        </pc:sldMkLst>
        <pc:spChg chg="mod">
          <ac:chgData name="Xin Xin" userId="9ff0c946-7f3c-4192-98c1-6be932ce2bce" providerId="ADAL" clId="{EC370BB4-30E8-4AD9-890D-521920E8CA56}" dt="2024-01-08T14:27:31.433" v="2860" actId="27636"/>
          <ac:spMkLst>
            <pc:docMk/>
            <pc:sldMk cId="2980347387" sldId="995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14:27:31.370" v="2859"/>
          <ac:spMkLst>
            <pc:docMk/>
            <pc:sldMk cId="2980347387" sldId="995"/>
            <ac:spMk id="6" creationId="{5C89035B-463A-1E40-A130-AE9AA3E37667}"/>
          </ac:spMkLst>
        </pc:spChg>
      </pc:sldChg>
      <pc:sldChg chg="modSp add del mod">
        <pc:chgData name="Xin Xin" userId="9ff0c946-7f3c-4192-98c1-6be932ce2bce" providerId="ADAL" clId="{EC370BB4-30E8-4AD9-890D-521920E8CA56}" dt="2024-01-08T14:30:00.749" v="2905" actId="47"/>
        <pc:sldMkLst>
          <pc:docMk/>
          <pc:sldMk cId="2535701466" sldId="996"/>
        </pc:sldMkLst>
        <pc:spChg chg="mod">
          <ac:chgData name="Xin Xin" userId="9ff0c946-7f3c-4192-98c1-6be932ce2bce" providerId="ADAL" clId="{EC370BB4-30E8-4AD9-890D-521920E8CA56}" dt="2024-01-08T14:27:31.449" v="2861" actId="27636"/>
          <ac:spMkLst>
            <pc:docMk/>
            <pc:sldMk cId="2535701466" sldId="996"/>
            <ac:spMk id="2" creationId="{3B8CD900-19EC-824C-BF74-AADFBF5A172E}"/>
          </ac:spMkLst>
        </pc:spChg>
        <pc:spChg chg="mod">
          <ac:chgData name="Xin Xin" userId="9ff0c946-7f3c-4192-98c1-6be932ce2bce" providerId="ADAL" clId="{EC370BB4-30E8-4AD9-890D-521920E8CA56}" dt="2024-01-08T14:27:31.370" v="2859"/>
          <ac:spMkLst>
            <pc:docMk/>
            <pc:sldMk cId="2535701466" sldId="996"/>
            <ac:spMk id="6" creationId="{5C89035B-463A-1E40-A130-AE9AA3E37667}"/>
          </ac:spMkLst>
        </pc:spChg>
      </pc:sldChg>
      <pc:sldChg chg="delSp modSp add del mod ord">
        <pc:chgData name="Xin Xin" userId="9ff0c946-7f3c-4192-98c1-6be932ce2bce" providerId="ADAL" clId="{EC370BB4-30E8-4AD9-890D-521920E8CA56}" dt="2024-01-08T14:28:42.526" v="2892" actId="47"/>
        <pc:sldMkLst>
          <pc:docMk/>
          <pc:sldMk cId="2468515756" sldId="997"/>
        </pc:sldMkLst>
        <pc:spChg chg="mod">
          <ac:chgData name="Xin Xin" userId="9ff0c946-7f3c-4192-98c1-6be932ce2bce" providerId="ADAL" clId="{EC370BB4-30E8-4AD9-890D-521920E8CA56}" dt="2024-01-08T14:27:31.370" v="2859"/>
          <ac:spMkLst>
            <pc:docMk/>
            <pc:sldMk cId="2468515756" sldId="997"/>
            <ac:spMk id="6" creationId="{5C89035B-463A-1E40-A130-AE9AA3E37667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95" creationId="{2CC01EB9-754B-CE41-8582-3B2E9CE9F114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96" creationId="{B627A3EE-6F93-284A-83BB-FE4EAD9D53CD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97" creationId="{C57B5EF8-F77C-1B42-AB82-72529296692D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98" creationId="{61C37BF6-4477-1B43-8E1D-3D1B221EC6A7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99" creationId="{8B677416-ACBA-BE49-99D1-9E00AF65AB46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00" creationId="{8C3CA799-9994-7B4C-A236-0CBDAF9C4754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01" creationId="{ABC0609F-F95A-6A4D-ACAE-3A0EAA895F3E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02" creationId="{C86E3CF4-AAAA-074D-BAA4-B02F477DCD0E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03" creationId="{840DC24E-DBCB-E94C-8975-B46FBD3E0BE6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11" creationId="{C49B2571-785F-8141-BD4A-B30372BAB3EA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15" creationId="{AE2A4503-59F8-EE45-A067-8713395B9C4D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16" creationId="{D69F4117-7839-1943-A5FE-926B01D84B78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17" creationId="{71A3F73C-866C-2049-9C1B-445DBD854DB4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21" creationId="{2727FB33-7506-E74E-B6C6-D1B4CA8AE42F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22" creationId="{2B92D0F8-9673-174E-ABDD-490B4CD83240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23" creationId="{C21251FC-E166-AC42-B133-BE3F95DBDFE2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24" creationId="{D8496936-8AB9-684C-9A18-7A7544551DDD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25" creationId="{EADDD86B-745F-024B-9185-ADF0A40570D1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33" creationId="{CC195EEC-FB36-F24B-A858-23772E742026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34" creationId="{E92D772C-9AFC-9349-9025-8376CFF02765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35" creationId="{31C23065-7938-0F48-81C0-C7E9438F805C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37" creationId="{EB0812CC-AFEC-F147-B616-6659B4656ADC}"/>
          </ac:spMkLst>
        </pc:spChg>
        <pc:spChg chg="del">
          <ac:chgData name="Xin Xin" userId="9ff0c946-7f3c-4192-98c1-6be932ce2bce" providerId="ADAL" clId="{EC370BB4-30E8-4AD9-890D-521920E8CA56}" dt="2024-01-08T14:28:24.419" v="2886" actId="21"/>
          <ac:spMkLst>
            <pc:docMk/>
            <pc:sldMk cId="2468515756" sldId="997"/>
            <ac:spMk id="138" creationId="{4A782F57-90A1-0546-906A-779DD46840D3}"/>
          </ac:spMkLst>
        </pc:spChg>
        <pc:spChg chg="mod">
          <ac:chgData name="Xin Xin" userId="9ff0c946-7f3c-4192-98c1-6be932ce2bce" providerId="ADAL" clId="{EC370BB4-30E8-4AD9-890D-521920E8CA56}" dt="2024-01-08T14:27:31.464" v="2862" actId="27636"/>
          <ac:spMkLst>
            <pc:docMk/>
            <pc:sldMk cId="2468515756" sldId="997"/>
            <ac:spMk id="611" creationId="{C9770F09-EBB8-174E-A6FB-4752E1D92580}"/>
          </ac:spMkLst>
        </pc:spChg>
        <pc:grpChg chg="del">
          <ac:chgData name="Xin Xin" userId="9ff0c946-7f3c-4192-98c1-6be932ce2bce" providerId="ADAL" clId="{EC370BB4-30E8-4AD9-890D-521920E8CA56}" dt="2024-01-08T14:28:24.419" v="2886" actId="21"/>
          <ac:grpSpMkLst>
            <pc:docMk/>
            <pc:sldMk cId="2468515756" sldId="997"/>
            <ac:grpSpMk id="104" creationId="{218A2C9E-40B0-5943-B5FF-D927729FA1FA}"/>
          </ac:grpSpMkLst>
        </pc:grpChg>
        <pc:grpChg chg="del">
          <ac:chgData name="Xin Xin" userId="9ff0c946-7f3c-4192-98c1-6be932ce2bce" providerId="ADAL" clId="{EC370BB4-30E8-4AD9-890D-521920E8CA56}" dt="2024-01-08T14:28:24.419" v="2886" actId="21"/>
          <ac:grpSpMkLst>
            <pc:docMk/>
            <pc:sldMk cId="2468515756" sldId="997"/>
            <ac:grpSpMk id="112" creationId="{C9BAF3DB-0084-0642-AE8F-E48499FC4E61}"/>
          </ac:grpSpMkLst>
        </pc:grpChg>
        <pc:grpChg chg="del">
          <ac:chgData name="Xin Xin" userId="9ff0c946-7f3c-4192-98c1-6be932ce2bce" providerId="ADAL" clId="{EC370BB4-30E8-4AD9-890D-521920E8CA56}" dt="2024-01-08T14:28:24.419" v="2886" actId="21"/>
          <ac:grpSpMkLst>
            <pc:docMk/>
            <pc:sldMk cId="2468515756" sldId="997"/>
            <ac:grpSpMk id="118" creationId="{7DC11D2E-7EFC-264E-9DA3-A2DC76738630}"/>
          </ac:grpSpMkLst>
        </pc:grpChg>
        <pc:grpChg chg="del">
          <ac:chgData name="Xin Xin" userId="9ff0c946-7f3c-4192-98c1-6be932ce2bce" providerId="ADAL" clId="{EC370BB4-30E8-4AD9-890D-521920E8CA56}" dt="2024-01-08T14:28:24.419" v="2886" actId="21"/>
          <ac:grpSpMkLst>
            <pc:docMk/>
            <pc:sldMk cId="2468515756" sldId="997"/>
            <ac:grpSpMk id="126" creationId="{B8E4BADE-83DB-6E48-8758-3C586A60214D}"/>
          </ac:grpSpMkLst>
        </pc:grpChg>
        <pc:grpChg chg="del">
          <ac:chgData name="Xin Xin" userId="9ff0c946-7f3c-4192-98c1-6be932ce2bce" providerId="ADAL" clId="{EC370BB4-30E8-4AD9-890D-521920E8CA56}" dt="2024-01-08T14:28:24.419" v="2886" actId="21"/>
          <ac:grpSpMkLst>
            <pc:docMk/>
            <pc:sldMk cId="2468515756" sldId="997"/>
            <ac:grpSpMk id="139" creationId="{C3294CA0-A83A-DA46-8A62-EBF0F7BF323E}"/>
          </ac:grpSpMkLst>
        </pc:grpChg>
        <pc:grpChg chg="del">
          <ac:chgData name="Xin Xin" userId="9ff0c946-7f3c-4192-98c1-6be932ce2bce" providerId="ADAL" clId="{EC370BB4-30E8-4AD9-890D-521920E8CA56}" dt="2024-01-08T14:28:24.419" v="2886" actId="21"/>
          <ac:grpSpMkLst>
            <pc:docMk/>
            <pc:sldMk cId="2468515756" sldId="997"/>
            <ac:grpSpMk id="142" creationId="{FAAF6165-084E-AD4E-9369-2E1C7C7F794B}"/>
          </ac:grpSpMkLst>
        </pc:grpChg>
        <pc:grpChg chg="del">
          <ac:chgData name="Xin Xin" userId="9ff0c946-7f3c-4192-98c1-6be932ce2bce" providerId="ADAL" clId="{EC370BB4-30E8-4AD9-890D-521920E8CA56}" dt="2024-01-08T14:28:24.419" v="2886" actId="21"/>
          <ac:grpSpMkLst>
            <pc:docMk/>
            <pc:sldMk cId="2468515756" sldId="997"/>
            <ac:grpSpMk id="157" creationId="{4FE7365B-0CF2-6D4E-8662-17C5789974A9}"/>
          </ac:grpSpMkLst>
        </pc:grpChg>
        <pc:graphicFrameChg chg="del">
          <ac:chgData name="Xin Xin" userId="9ff0c946-7f3c-4192-98c1-6be932ce2bce" providerId="ADAL" clId="{EC370BB4-30E8-4AD9-890D-521920E8CA56}" dt="2024-01-08T14:28:24.419" v="2886" actId="21"/>
          <ac:graphicFrameMkLst>
            <pc:docMk/>
            <pc:sldMk cId="2468515756" sldId="997"/>
            <ac:graphicFrameMk id="136" creationId="{5697AB3B-F080-8640-9CE2-419B33C50CF8}"/>
          </ac:graphicFrameMkLst>
        </pc:graphicFrameChg>
      </pc:sldChg>
      <pc:sldChg chg="delSp modSp add del mod modAnim">
        <pc:chgData name="Xin Xin" userId="9ff0c946-7f3c-4192-98c1-6be932ce2bce" providerId="ADAL" clId="{EC370BB4-30E8-4AD9-890D-521920E8CA56}" dt="2024-01-08T14:34:49.742" v="2932" actId="47"/>
        <pc:sldMkLst>
          <pc:docMk/>
          <pc:sldMk cId="344159879" sldId="998"/>
        </pc:sldMkLst>
        <pc:spChg chg="mod">
          <ac:chgData name="Xin Xin" userId="9ff0c946-7f3c-4192-98c1-6be932ce2bce" providerId="ADAL" clId="{EC370BB4-30E8-4AD9-890D-521920E8CA56}" dt="2024-01-08T14:27:31.370" v="2859"/>
          <ac:spMkLst>
            <pc:docMk/>
            <pc:sldMk cId="344159879" sldId="998"/>
            <ac:spMk id="6" creationId="{5C89035B-463A-1E40-A130-AE9AA3E37667}"/>
          </ac:spMkLst>
        </pc:spChg>
        <pc:spChg chg="del">
          <ac:chgData name="Xin Xin" userId="9ff0c946-7f3c-4192-98c1-6be932ce2bce" providerId="ADAL" clId="{EC370BB4-30E8-4AD9-890D-521920E8CA56}" dt="2024-01-08T14:34:23.218" v="2923" actId="21"/>
          <ac:spMkLst>
            <pc:docMk/>
            <pc:sldMk cId="344159879" sldId="998"/>
            <ac:spMk id="146" creationId="{4A160FD5-4C4D-7544-A021-EFE195A31483}"/>
          </ac:spMkLst>
        </pc:spChg>
        <pc:spChg chg="del">
          <ac:chgData name="Xin Xin" userId="9ff0c946-7f3c-4192-98c1-6be932ce2bce" providerId="ADAL" clId="{EC370BB4-30E8-4AD9-890D-521920E8CA56}" dt="2024-01-08T14:34:23.218" v="2923" actId="21"/>
          <ac:spMkLst>
            <pc:docMk/>
            <pc:sldMk cId="344159879" sldId="998"/>
            <ac:spMk id="147" creationId="{D0274863-BB77-C24E-B396-56EED77DE923}"/>
          </ac:spMkLst>
        </pc:spChg>
        <pc:spChg chg="del">
          <ac:chgData name="Xin Xin" userId="9ff0c946-7f3c-4192-98c1-6be932ce2bce" providerId="ADAL" clId="{EC370BB4-30E8-4AD9-890D-521920E8CA56}" dt="2024-01-08T14:34:23.218" v="2923" actId="21"/>
          <ac:spMkLst>
            <pc:docMk/>
            <pc:sldMk cId="344159879" sldId="998"/>
            <ac:spMk id="148" creationId="{7D6B5C84-08A7-C741-8874-5BEAB1BC71B2}"/>
          </ac:spMkLst>
        </pc:spChg>
        <pc:spChg chg="del">
          <ac:chgData name="Xin Xin" userId="9ff0c946-7f3c-4192-98c1-6be932ce2bce" providerId="ADAL" clId="{EC370BB4-30E8-4AD9-890D-521920E8CA56}" dt="2024-01-08T14:34:23.218" v="2923" actId="21"/>
          <ac:spMkLst>
            <pc:docMk/>
            <pc:sldMk cId="344159879" sldId="998"/>
            <ac:spMk id="210" creationId="{7856E2F5-6F18-C846-8F52-6729FBB66F0E}"/>
          </ac:spMkLst>
        </pc:spChg>
        <pc:spChg chg="del">
          <ac:chgData name="Xin Xin" userId="9ff0c946-7f3c-4192-98c1-6be932ce2bce" providerId="ADAL" clId="{EC370BB4-30E8-4AD9-890D-521920E8CA56}" dt="2024-01-08T14:34:23.218" v="2923" actId="21"/>
          <ac:spMkLst>
            <pc:docMk/>
            <pc:sldMk cId="344159879" sldId="998"/>
            <ac:spMk id="214" creationId="{BE64F84C-B27F-B442-9E28-B4C0179086AE}"/>
          </ac:spMkLst>
        </pc:spChg>
        <pc:spChg chg="del">
          <ac:chgData name="Xin Xin" userId="9ff0c946-7f3c-4192-98c1-6be932ce2bce" providerId="ADAL" clId="{EC370BB4-30E8-4AD9-890D-521920E8CA56}" dt="2024-01-08T14:34:23.218" v="2923" actId="21"/>
          <ac:spMkLst>
            <pc:docMk/>
            <pc:sldMk cId="344159879" sldId="998"/>
            <ac:spMk id="227" creationId="{E0D602B7-3D10-644F-A082-4AD00685B939}"/>
          </ac:spMkLst>
        </pc:spChg>
        <pc:spChg chg="del">
          <ac:chgData name="Xin Xin" userId="9ff0c946-7f3c-4192-98c1-6be932ce2bce" providerId="ADAL" clId="{EC370BB4-30E8-4AD9-890D-521920E8CA56}" dt="2024-01-08T14:34:23.218" v="2923" actId="21"/>
          <ac:spMkLst>
            <pc:docMk/>
            <pc:sldMk cId="344159879" sldId="998"/>
            <ac:spMk id="231" creationId="{6BA2DD01-EC8E-9945-A63F-E69A2B22C129}"/>
          </ac:spMkLst>
        </pc:spChg>
        <pc:spChg chg="del">
          <ac:chgData name="Xin Xin" userId="9ff0c946-7f3c-4192-98c1-6be932ce2bce" providerId="ADAL" clId="{EC370BB4-30E8-4AD9-890D-521920E8CA56}" dt="2024-01-08T14:34:23.218" v="2923" actId="21"/>
          <ac:spMkLst>
            <pc:docMk/>
            <pc:sldMk cId="344159879" sldId="998"/>
            <ac:spMk id="232" creationId="{F04BCE9C-46F3-6345-9348-15575C0EFC92}"/>
          </ac:spMkLst>
        </pc:spChg>
        <pc:spChg chg="mod">
          <ac:chgData name="Xin Xin" userId="9ff0c946-7f3c-4192-98c1-6be932ce2bce" providerId="ADAL" clId="{EC370BB4-30E8-4AD9-890D-521920E8CA56}" dt="2024-01-08T14:34:33.231" v="2926" actId="21"/>
          <ac:spMkLst>
            <pc:docMk/>
            <pc:sldMk cId="344159879" sldId="998"/>
            <ac:spMk id="611" creationId="{C9770F09-EBB8-174E-A6FB-4752E1D92580}"/>
          </ac:spMkLst>
        </pc:s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149" creationId="{B63ECFC0-CE11-5245-ADFB-E70CAF22F69D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11" creationId="{EC5DA6E3-3363-1B48-B254-2EBFB5498103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15" creationId="{D742C348-83AB-E741-83A9-DF2ED1BEF85B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18" creationId="{D1281F21-D2B1-9B46-8003-6AB257C40294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21" creationId="{49F7E4B1-9167-8448-9366-611119FFC227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24" creationId="{712546AE-4EB8-8246-8F62-5C8ACD7A1157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28" creationId="{9AA4B710-3339-A346-9EC7-A09E554F6751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33" creationId="{1BFB59FB-B949-4343-8746-FA556294EC0E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36" creationId="{CAC24AE8-8B01-2646-892D-B47CEA005DE7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60" creationId="{B6936DC6-44F7-CB40-83FE-8A8E8F6B6953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63" creationId="{CA75072E-ACB4-2742-82C6-C3324A921E2D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66" creationId="{A3DA2B28-D9C2-BC43-A42F-30A066AEF6C2}"/>
          </ac:grpSpMkLst>
        </pc:grpChg>
        <pc:grpChg chg="del">
          <ac:chgData name="Xin Xin" userId="9ff0c946-7f3c-4192-98c1-6be932ce2bce" providerId="ADAL" clId="{EC370BB4-30E8-4AD9-890D-521920E8CA56}" dt="2024-01-08T14:34:23.218" v="2923" actId="21"/>
          <ac:grpSpMkLst>
            <pc:docMk/>
            <pc:sldMk cId="344159879" sldId="998"/>
            <ac:grpSpMk id="281" creationId="{37A8C1F2-8D7B-3045-B15A-5DB56AB82DFE}"/>
          </ac:grpSpMkLst>
        </pc:grpChg>
      </pc:sldChg>
      <pc:sldChg chg="modSp add del mod">
        <pc:chgData name="Xin Xin" userId="9ff0c946-7f3c-4192-98c1-6be932ce2bce" providerId="ADAL" clId="{EC370BB4-30E8-4AD9-890D-521920E8CA56}" dt="2024-01-08T14:32:57.967" v="2914" actId="47"/>
        <pc:sldMkLst>
          <pc:docMk/>
          <pc:sldMk cId="1934115457" sldId="999"/>
        </pc:sldMkLst>
        <pc:spChg chg="mod">
          <ac:chgData name="Xin Xin" userId="9ff0c946-7f3c-4192-98c1-6be932ce2bce" providerId="ADAL" clId="{EC370BB4-30E8-4AD9-890D-521920E8CA56}" dt="2024-01-08T14:27:31.370" v="2859"/>
          <ac:spMkLst>
            <pc:docMk/>
            <pc:sldMk cId="1934115457" sldId="999"/>
            <ac:spMk id="6" creationId="{5C89035B-463A-1E40-A130-AE9AA3E37667}"/>
          </ac:spMkLst>
        </pc:spChg>
        <pc:spChg chg="mod">
          <ac:chgData name="Xin Xin" userId="9ff0c946-7f3c-4192-98c1-6be932ce2bce" providerId="ADAL" clId="{EC370BB4-30E8-4AD9-890D-521920E8CA56}" dt="2024-01-08T14:27:31.480" v="2864" actId="27636"/>
          <ac:spMkLst>
            <pc:docMk/>
            <pc:sldMk cId="1934115457" sldId="999"/>
            <ac:spMk id="611" creationId="{C9770F09-EBB8-174E-A6FB-4752E1D92580}"/>
          </ac:spMkLst>
        </pc:spChg>
      </pc:sldChg>
      <pc:sldChg chg="delSp modSp add del mod">
        <pc:chgData name="Xin Xin" userId="9ff0c946-7f3c-4192-98c1-6be932ce2bce" providerId="ADAL" clId="{EC370BB4-30E8-4AD9-890D-521920E8CA56}" dt="2024-01-08T14:33:32.339" v="2918" actId="47"/>
        <pc:sldMkLst>
          <pc:docMk/>
          <pc:sldMk cId="103550941" sldId="1000"/>
        </pc:sldMkLst>
        <pc:spChg chg="mod">
          <ac:chgData name="Xin Xin" userId="9ff0c946-7f3c-4192-98c1-6be932ce2bce" providerId="ADAL" clId="{EC370BB4-30E8-4AD9-890D-521920E8CA56}" dt="2024-01-08T14:27:31.370" v="2859"/>
          <ac:spMkLst>
            <pc:docMk/>
            <pc:sldMk cId="103550941" sldId="1000"/>
            <ac:spMk id="6" creationId="{5C89035B-463A-1E40-A130-AE9AA3E37667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145" creationId="{48955155-F4D7-1E4F-B411-D5E3FDA9D978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146" creationId="{78EC8EF9-E918-4047-8CA6-5136F4F71753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147" creationId="{3430E7C9-5F72-3E41-BACC-F43489C6FEF2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148" creationId="{C70C76A9-2C86-B54E-BB1F-E5D1C0DC8924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155" creationId="{37134444-A8BA-214B-A06A-AE9236E3F933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156" creationId="{DB749FEF-C2E4-CD41-AD2C-5F18AEA1BA8C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283" creationId="{044937FD-83F2-5849-B39F-4C2E6F70CFDD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284" creationId="{116BD36F-2C9B-894A-99DC-AD32A65DAE75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285" creationId="{AA687FF7-49CE-D841-9AB8-00A78E58652E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19" creationId="{34E502BA-8B29-C043-B1AD-12ABDB9B56D0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0" creationId="{DAA1BF42-CEB1-D44D-BFCC-227544D66919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1" creationId="{641EC1AA-258E-9B4B-9C37-D25282975350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2" creationId="{2B23CE10-4B02-6E4C-ADE8-8FB8E2016A09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3" creationId="{C37B11C0-0373-D241-B3F6-6248BB3B2310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4" creationId="{BC9F99E4-CA5B-FD49-A02D-5F85B2296304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5" creationId="{3C10B23E-2DA3-234F-BB19-4B7F3FD0C883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6" creationId="{0A81B4C1-C1C8-A345-A32D-A82E7EBACC3E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7" creationId="{516F0A60-D8E9-6140-AD11-129F7CA811AA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28" creationId="{94641050-9D51-CA4C-90D5-813728713DF3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35" creationId="{97A12484-2FF1-6149-8ABD-D6D41AA5A962}"/>
          </ac:spMkLst>
        </pc:spChg>
        <pc:spChg chg="del">
          <ac:chgData name="Xin Xin" userId="9ff0c946-7f3c-4192-98c1-6be932ce2bce" providerId="ADAL" clId="{EC370BB4-30E8-4AD9-890D-521920E8CA56}" dt="2024-01-08T14:33:30.248" v="2917" actId="21"/>
          <ac:spMkLst>
            <pc:docMk/>
            <pc:sldMk cId="103550941" sldId="1000"/>
            <ac:spMk id="369" creationId="{EBCDBB71-5533-E348-ABDC-6A7616B095DF}"/>
          </ac:spMkLst>
        </pc:spChg>
        <pc:spChg chg="mod">
          <ac:chgData name="Xin Xin" userId="9ff0c946-7f3c-4192-98c1-6be932ce2bce" providerId="ADAL" clId="{EC370BB4-30E8-4AD9-890D-521920E8CA56}" dt="2024-01-08T14:27:31.485" v="2865" actId="27636"/>
          <ac:spMkLst>
            <pc:docMk/>
            <pc:sldMk cId="103550941" sldId="1000"/>
            <ac:spMk id="611" creationId="{C9770F09-EBB8-174E-A6FB-4752E1D92580}"/>
          </ac:spMkLst>
        </pc:s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199" creationId="{7B79186C-6091-C54B-A71E-6C432BE2DE9C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202" creationId="{D053B7EE-BFEC-524C-AD4A-6CD534CEEE30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226" creationId="{195FBDA6-1C42-ED46-BB36-3E5B4ADF9317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250" creationId="{0E752C90-C514-3241-8B89-D3D2CCB8A1E8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286" creationId="{15AD3327-20C2-F44F-8051-39D4007F22C1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336" creationId="{747942F1-CA1E-1B40-A6D9-EFC1C4EF177F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370" creationId="{F42AAE7E-5AFB-0249-BDBC-81D5F7DED0C2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373" creationId="{2FACFB54-A469-5245-B7FD-22A98FFC4DE7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376" creationId="{216D9C2E-0D64-5E47-B3FD-92B1FA453364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379" creationId="{71F2F2F9-9859-2F4A-B7C5-8CBDD6A3A3EF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395" creationId="{F717C28A-9467-D947-A38C-692D5D85A6B7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396" creationId="{A4FCD720-9796-A341-878E-FA6795923656}"/>
          </ac:grpSpMkLst>
        </pc:grpChg>
        <pc:grpChg chg="del">
          <ac:chgData name="Xin Xin" userId="9ff0c946-7f3c-4192-98c1-6be932ce2bce" providerId="ADAL" clId="{EC370BB4-30E8-4AD9-890D-521920E8CA56}" dt="2024-01-08T14:33:30.248" v="2917" actId="21"/>
          <ac:grpSpMkLst>
            <pc:docMk/>
            <pc:sldMk cId="103550941" sldId="1000"/>
            <ac:grpSpMk id="419" creationId="{46FE21B0-2A14-E543-8E0F-33BD68214A67}"/>
          </ac:grpSpMkLst>
        </pc:grpChg>
      </pc:sldChg>
      <pc:sldChg chg="delSp modSp add del mod ord modAnim">
        <pc:chgData name="Xin Xin" userId="9ff0c946-7f3c-4192-98c1-6be932ce2bce" providerId="ADAL" clId="{EC370BB4-30E8-4AD9-890D-521920E8CA56}" dt="2024-01-08T14:36:05.741" v="2947" actId="47"/>
        <pc:sldMkLst>
          <pc:docMk/>
          <pc:sldMk cId="1440061282" sldId="1001"/>
        </pc:sldMkLst>
        <pc:spChg chg="del">
          <ac:chgData name="Xin Xin" userId="9ff0c946-7f3c-4192-98c1-6be932ce2bce" providerId="ADAL" clId="{EC370BB4-30E8-4AD9-890D-521920E8CA56}" dt="2024-01-08T14:35:44.692" v="2941" actId="21"/>
          <ac:spMkLst>
            <pc:docMk/>
            <pc:sldMk cId="1440061282" sldId="1001"/>
            <ac:spMk id="3" creationId="{23DA3897-58AF-E74F-8974-5062251B6401}"/>
          </ac:spMkLst>
        </pc:spChg>
        <pc:spChg chg="mod">
          <ac:chgData name="Xin Xin" userId="9ff0c946-7f3c-4192-98c1-6be932ce2bce" providerId="ADAL" clId="{EC370BB4-30E8-4AD9-890D-521920E8CA56}" dt="2024-01-08T14:27:31.370" v="2859"/>
          <ac:spMkLst>
            <pc:docMk/>
            <pc:sldMk cId="1440061282" sldId="1001"/>
            <ac:spMk id="6" creationId="{5C89035B-463A-1E40-A130-AE9AA3E37667}"/>
          </ac:spMkLst>
        </pc:spChg>
        <pc:spChg chg="del">
          <ac:chgData name="Xin Xin" userId="9ff0c946-7f3c-4192-98c1-6be932ce2bce" providerId="ADAL" clId="{EC370BB4-30E8-4AD9-890D-521920E8CA56}" dt="2024-01-08T14:35:44.692" v="2941" actId="21"/>
          <ac:spMkLst>
            <pc:docMk/>
            <pc:sldMk cId="1440061282" sldId="1001"/>
            <ac:spMk id="110" creationId="{A98B0054-C347-AD46-AD0F-D56091B68BA0}"/>
          </ac:spMkLst>
        </pc:spChg>
        <pc:spChg chg="del">
          <ac:chgData name="Xin Xin" userId="9ff0c946-7f3c-4192-98c1-6be932ce2bce" providerId="ADAL" clId="{EC370BB4-30E8-4AD9-890D-521920E8CA56}" dt="2024-01-08T14:35:44.692" v="2941" actId="21"/>
          <ac:spMkLst>
            <pc:docMk/>
            <pc:sldMk cId="1440061282" sldId="1001"/>
            <ac:spMk id="115" creationId="{BBE875D3-B5E1-D542-8736-8F7BF5F61AB9}"/>
          </ac:spMkLst>
        </pc:spChg>
        <pc:spChg chg="del">
          <ac:chgData name="Xin Xin" userId="9ff0c946-7f3c-4192-98c1-6be932ce2bce" providerId="ADAL" clId="{EC370BB4-30E8-4AD9-890D-521920E8CA56}" dt="2024-01-08T14:35:44.692" v="2941" actId="21"/>
          <ac:spMkLst>
            <pc:docMk/>
            <pc:sldMk cId="1440061282" sldId="1001"/>
            <ac:spMk id="122" creationId="{57CFAEA6-E43A-CC4A-9A23-AAEB7EC54619}"/>
          </ac:spMkLst>
        </pc:spChg>
        <pc:spChg chg="del">
          <ac:chgData name="Xin Xin" userId="9ff0c946-7f3c-4192-98c1-6be932ce2bce" providerId="ADAL" clId="{EC370BB4-30E8-4AD9-890D-521920E8CA56}" dt="2024-01-08T14:35:44.692" v="2941" actId="21"/>
          <ac:spMkLst>
            <pc:docMk/>
            <pc:sldMk cId="1440061282" sldId="1001"/>
            <ac:spMk id="127" creationId="{56C0E3F4-BAC0-054D-864D-73B840482806}"/>
          </ac:spMkLst>
        </pc:spChg>
        <pc:spChg chg="del">
          <ac:chgData name="Xin Xin" userId="9ff0c946-7f3c-4192-98c1-6be932ce2bce" providerId="ADAL" clId="{EC370BB4-30E8-4AD9-890D-521920E8CA56}" dt="2024-01-08T14:35:44.692" v="2941" actId="21"/>
          <ac:spMkLst>
            <pc:docMk/>
            <pc:sldMk cId="1440061282" sldId="1001"/>
            <ac:spMk id="134" creationId="{08652FA1-7974-3443-8815-45FAE75FEE09}"/>
          </ac:spMkLst>
        </pc:spChg>
        <pc:spChg chg="del">
          <ac:chgData name="Xin Xin" userId="9ff0c946-7f3c-4192-98c1-6be932ce2bce" providerId="ADAL" clId="{EC370BB4-30E8-4AD9-890D-521920E8CA56}" dt="2024-01-08T14:35:44.692" v="2941" actId="21"/>
          <ac:spMkLst>
            <pc:docMk/>
            <pc:sldMk cId="1440061282" sldId="1001"/>
            <ac:spMk id="135" creationId="{B2DFB57D-4700-E945-86BB-18293CCD901A}"/>
          </ac:spMkLst>
        </pc:spChg>
        <pc:spChg chg="del">
          <ac:chgData name="Xin Xin" userId="9ff0c946-7f3c-4192-98c1-6be932ce2bce" providerId="ADAL" clId="{EC370BB4-30E8-4AD9-890D-521920E8CA56}" dt="2024-01-08T14:35:44.692" v="2941" actId="21"/>
          <ac:spMkLst>
            <pc:docMk/>
            <pc:sldMk cId="1440061282" sldId="1001"/>
            <ac:spMk id="137" creationId="{E4BF320B-881D-FC4C-AA1D-E8017D839D9A}"/>
          </ac:spMkLst>
        </pc:spChg>
        <pc:spChg chg="mod">
          <ac:chgData name="Xin Xin" userId="9ff0c946-7f3c-4192-98c1-6be932ce2bce" providerId="ADAL" clId="{EC370BB4-30E8-4AD9-890D-521920E8CA56}" dt="2024-01-08T14:35:57.807" v="2945" actId="21"/>
          <ac:spMkLst>
            <pc:docMk/>
            <pc:sldMk cId="1440061282" sldId="1001"/>
            <ac:spMk id="611" creationId="{C9770F09-EBB8-174E-A6FB-4752E1D92580}"/>
          </ac:spMkLst>
        </pc:spChg>
        <pc:grpChg chg="del">
          <ac:chgData name="Xin Xin" userId="9ff0c946-7f3c-4192-98c1-6be932ce2bce" providerId="ADAL" clId="{EC370BB4-30E8-4AD9-890D-521920E8CA56}" dt="2024-01-08T14:35:44.692" v="2941" actId="21"/>
          <ac:grpSpMkLst>
            <pc:docMk/>
            <pc:sldMk cId="1440061282" sldId="1001"/>
            <ac:grpSpMk id="2" creationId="{C3E2A643-E19F-834C-A4A9-DFD2845E5A32}"/>
          </ac:grpSpMkLst>
        </pc:grpChg>
        <pc:grpChg chg="del">
          <ac:chgData name="Xin Xin" userId="9ff0c946-7f3c-4192-98c1-6be932ce2bce" providerId="ADAL" clId="{EC370BB4-30E8-4AD9-890D-521920E8CA56}" dt="2024-01-08T14:35:44.692" v="2941" actId="21"/>
          <ac:grpSpMkLst>
            <pc:docMk/>
            <pc:sldMk cId="1440061282" sldId="1001"/>
            <ac:grpSpMk id="111" creationId="{1783C255-624C-5A4A-B201-4875BCB2AD61}"/>
          </ac:grpSpMkLst>
        </pc:grpChg>
        <pc:grpChg chg="del">
          <ac:chgData name="Xin Xin" userId="9ff0c946-7f3c-4192-98c1-6be932ce2bce" providerId="ADAL" clId="{EC370BB4-30E8-4AD9-890D-521920E8CA56}" dt="2024-01-08T14:35:44.692" v="2941" actId="21"/>
          <ac:grpSpMkLst>
            <pc:docMk/>
            <pc:sldMk cId="1440061282" sldId="1001"/>
            <ac:grpSpMk id="123" creationId="{F38845F8-A22A-0840-B6B2-BA9B57A2E12B}"/>
          </ac:grpSpMkLst>
        </pc:grpChg>
        <pc:grpChg chg="del">
          <ac:chgData name="Xin Xin" userId="9ff0c946-7f3c-4192-98c1-6be932ce2bce" providerId="ADAL" clId="{EC370BB4-30E8-4AD9-890D-521920E8CA56}" dt="2024-01-08T14:35:44.692" v="2941" actId="21"/>
          <ac:grpSpMkLst>
            <pc:docMk/>
            <pc:sldMk cId="1440061282" sldId="1001"/>
            <ac:grpSpMk id="128" creationId="{2AB05662-A87F-5F48-9BEE-842E0153F175}"/>
          </ac:grpSpMkLst>
        </pc:grpChg>
        <pc:grpChg chg="del">
          <ac:chgData name="Xin Xin" userId="9ff0c946-7f3c-4192-98c1-6be932ce2bce" providerId="ADAL" clId="{EC370BB4-30E8-4AD9-890D-521920E8CA56}" dt="2024-01-08T14:35:44.692" v="2941" actId="21"/>
          <ac:grpSpMkLst>
            <pc:docMk/>
            <pc:sldMk cId="1440061282" sldId="1001"/>
            <ac:grpSpMk id="131" creationId="{167721A3-FDBE-8C46-B6F4-8B59460C385E}"/>
          </ac:grpSpMkLst>
        </pc:grpChg>
        <pc:grpChg chg="del">
          <ac:chgData name="Xin Xin" userId="9ff0c946-7f3c-4192-98c1-6be932ce2bce" providerId="ADAL" clId="{EC370BB4-30E8-4AD9-890D-521920E8CA56}" dt="2024-01-08T14:35:44.692" v="2941" actId="21"/>
          <ac:grpSpMkLst>
            <pc:docMk/>
            <pc:sldMk cId="1440061282" sldId="1001"/>
            <ac:grpSpMk id="138" creationId="{B19D0037-5A33-094A-B56A-A6725F0071E1}"/>
          </ac:grpSpMkLst>
        </pc:grpChg>
        <pc:cxnChg chg="del">
          <ac:chgData name="Xin Xin" userId="9ff0c946-7f3c-4192-98c1-6be932ce2bce" providerId="ADAL" clId="{EC370BB4-30E8-4AD9-890D-521920E8CA56}" dt="2024-01-08T14:35:44.692" v="2941" actId="21"/>
          <ac:cxnSpMkLst>
            <pc:docMk/>
            <pc:sldMk cId="1440061282" sldId="1001"/>
            <ac:cxnSpMk id="136" creationId="{FBBE3444-7CBE-F14B-B7E8-0383406AC1F6}"/>
          </ac:cxnSpMkLst>
        </pc:cxnChg>
        <pc:cxnChg chg="del">
          <ac:chgData name="Xin Xin" userId="9ff0c946-7f3c-4192-98c1-6be932ce2bce" providerId="ADAL" clId="{EC370BB4-30E8-4AD9-890D-521920E8CA56}" dt="2024-01-08T14:35:44.692" v="2941" actId="21"/>
          <ac:cxnSpMkLst>
            <pc:docMk/>
            <pc:sldMk cId="1440061282" sldId="1001"/>
            <ac:cxnSpMk id="146" creationId="{5571A294-549C-9140-89B0-D3E6B5C20F85}"/>
          </ac:cxnSpMkLst>
        </pc:cxnChg>
      </pc:sldChg>
      <pc:sldChg chg="addSp delSp modSp new mod">
        <pc:chgData name="Xin Xin" userId="9ff0c946-7f3c-4192-98c1-6be932ce2bce" providerId="ADAL" clId="{EC370BB4-30E8-4AD9-890D-521920E8CA56}" dt="2024-01-08T14:28:33.969" v="2890" actId="1076"/>
        <pc:sldMkLst>
          <pc:docMk/>
          <pc:sldMk cId="3692251944" sldId="1002"/>
        </pc:sldMkLst>
        <pc:spChg chg="mod">
          <ac:chgData name="Xin Xin" userId="9ff0c946-7f3c-4192-98c1-6be932ce2bce" providerId="ADAL" clId="{EC370BB4-30E8-4AD9-890D-521920E8CA56}" dt="2024-01-08T14:28:05.197" v="2884" actId="20577"/>
          <ac:spMkLst>
            <pc:docMk/>
            <pc:sldMk cId="3692251944" sldId="1002"/>
            <ac:spMk id="2" creationId="{D71DE336-A041-B053-C750-F7B80A6FFC8E}"/>
          </ac:spMkLst>
        </pc:spChg>
        <pc:spChg chg="mod">
          <ac:chgData name="Xin Xin" userId="9ff0c946-7f3c-4192-98c1-6be932ce2bce" providerId="ADAL" clId="{EC370BB4-30E8-4AD9-890D-521920E8CA56}" dt="2024-01-08T14:28:17" v="2885"/>
          <ac:spMkLst>
            <pc:docMk/>
            <pc:sldMk cId="3692251944" sldId="1002"/>
            <ac:spMk id="3" creationId="{F4B962AB-B2A5-97E8-3328-A89C79D90FFA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6" creationId="{30AFA125-BD28-CA67-0A56-88DC3C3F6664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7" creationId="{88C44E3B-880B-5410-15D0-E19B5B6F2B78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8" creationId="{4D3788F1-CBB1-78B0-85A2-EE54A2045253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9" creationId="{2725545D-0D83-9201-7509-8663925DB8E6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10" creationId="{CA446810-369C-F450-F99F-0E300DA8F209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11" creationId="{26848151-6416-590E-CE76-476E600AC5EC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12" creationId="{58BA2960-FC98-941C-2D69-428F824BB779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13" creationId="{3611A781-5D2E-1404-115F-4432E73FFC75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14" creationId="{DCDC8375-B946-016C-5055-BF0B384B830D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19" creationId="{1C328470-989F-0631-218D-1AB8F549D550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20" creationId="{09528B2A-C406-005A-4307-439B62C871B4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22" creationId="{4DB3CE2C-4A3F-FEF3-C1AE-A0127C7EC42D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23" creationId="{FEBF0A5E-5313-1C21-158D-714FB18D8A1D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24" creationId="{E25C477F-F895-D674-5D68-DD0EF39D2799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25" creationId="{0172DD42-A45E-2483-886B-B2732490CF45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26" creationId="{24024668-5C57-5CAB-097F-157363813C93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27" creationId="{36E7A124-763A-23EC-35AC-BFCC3B92DDEC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29" creationId="{5EBDA063-8C04-FD37-5E12-4583E70904F9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0" creationId="{9EEA57D8-69DC-4735-5AD2-50F2EEF459A9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1" creationId="{817FCA15-F6EC-4F05-0339-3961C210E6B3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2" creationId="{55A8581E-574C-33F8-C98A-E758DC0D2F3E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3" creationId="{C0B2243D-7BB0-DE78-3BB8-DA8E2FEBDEB3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4" creationId="{A1E3692E-716E-932F-4E5A-7EE39E4C3D11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6" creationId="{06801A19-D569-1842-2237-772447FCE458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7" creationId="{BFB79B3E-00F3-D1C8-4768-0802CE1FD1B5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8" creationId="{07857C6B-07EC-2566-AAAB-C1AA80E507B6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39" creationId="{D2C39581-78B6-069F-E5EC-07C152E070C6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40" creationId="{7DFE8EFA-42CC-196C-624F-8991979E1711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41" creationId="{FD974D1A-F99B-140B-2799-A0280E9E799B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43" creationId="{ADAE5B8A-4374-7267-33CC-389DC76386E7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44" creationId="{792C0C03-5903-0A72-2434-E31178EAC7FB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45" creationId="{056CEB65-E422-BA72-E6BF-C5C38B8B633C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46" creationId="{2B0F0B6F-50ED-398F-F092-01F83453C238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47" creationId="{CEF01CC6-54F8-ADEF-52D6-DA5FC491667B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48" creationId="{329542E3-9D3D-9445-5841-59C1B878E245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49" creationId="{B18A2C53-B299-6EE6-5AD5-F33940C6322A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50" creationId="{168EF3F3-229E-0D6E-83E1-B03099B066DB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51" creationId="{BE785D40-CC28-875D-A1DC-70907A827AA8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52" creationId="{A4A53FA5-C17E-7CD2-F70C-C7EF014A4E2F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53" creationId="{7CE870BE-E9A7-AD33-FDBD-5D20F6E11503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54" creationId="{F33227CD-1278-F1A2-3EF4-79336C0375CB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55" creationId="{388F29B4-4E8C-11A7-CACF-6D714741649F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57" creationId="{94619C6E-3C82-430D-4354-AB4A4EE2368B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58" creationId="{97661E39-44F0-64F4-9744-C85A6FC72AC9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59" creationId="{464ECFA9-F8A0-923E-4D74-3700E7948E87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60" creationId="{4D96275F-7EBD-C96B-8032-92E02EFC88B5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61" creationId="{005FF3AE-4BCB-7A7B-48CD-0A6047A5A21E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62" creationId="{8D71A6EE-F806-07AC-5667-6AAA860638BB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63" creationId="{18D31714-6E03-AD7C-1D40-22A9C01DF86F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65" creationId="{0CCCC1F0-B7CB-3CA7-5609-30F6A541B7F8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66" creationId="{E706872F-58BA-24A4-2F0B-EF1AEE9E52EB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67" creationId="{C3B980E4-A21B-6427-E954-8FFCBB2658DC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68" creationId="{BC6ADD0A-09D1-26D5-3D01-C7A35FDB4D36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69" creationId="{FCA66D7D-34CB-2813-CB5A-3AF4C2DEFEAF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71" creationId="{E07BC063-4E9A-4898-1C84-3E22BD1140BF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72" creationId="{1D163DA1-0345-72CF-EFAF-5A771539C0B2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73" creationId="{E1CB7A9E-7790-F1C8-FB28-754809463FE0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74" creationId="{F176B426-99FB-281A-1993-5F0F22DF4695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75" creationId="{E4B449E9-B953-98A8-126D-1AE930C5CFFB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76" creationId="{1536C021-6667-1F7D-E048-1A9884514C2A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77" creationId="{6CB7BFB7-2ECF-5F5A-F1E7-0B2543FA8E85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79" creationId="{36FEF2AB-76F0-BB14-5C5B-893B1AAF474A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80" creationId="{44950004-804F-7463-35AE-C90F9A138538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81" creationId="{F828C96D-5D41-02DF-988F-6D5474C5390F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82" creationId="{0ACC092B-2A8C-0E71-5E3C-DD494F814755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83" creationId="{75AFFD90-572B-B2FA-334C-0F30CAEF0679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84" creationId="{50F5A51F-8C0A-4138-FAFD-68810BB157C9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85" creationId="{E40B9A54-363C-F080-7DF0-69B23269FA0A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86" creationId="{3C52180F-EAD1-471A-4729-FDD3DCBC5C8F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87" creationId="{E7863D2F-F587-73FF-4F4A-D4C79B9ED7F1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89" creationId="{95D6F8B2-57EF-41BB-3CE0-E72065D24BFA}"/>
          </ac:spMkLst>
        </pc:spChg>
        <pc:spChg chg="add del mod">
          <ac:chgData name="Xin Xin" userId="9ff0c946-7f3c-4192-98c1-6be932ce2bce" providerId="ADAL" clId="{EC370BB4-30E8-4AD9-890D-521920E8CA56}" dt="2024-01-08T14:28:30.542" v="2888"/>
          <ac:spMkLst>
            <pc:docMk/>
            <pc:sldMk cId="3692251944" sldId="1002"/>
            <ac:spMk id="90" creationId="{15CCFAE0-8FC6-4CFA-C0C9-DC10759D0C66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92" creationId="{C9FCF6E2-25D1-7A6D-A608-E723072E7EEE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93" creationId="{C3507D4D-D49F-0A6F-1EF6-ADC8EEDF45D8}"/>
          </ac:spMkLst>
        </pc:spChg>
        <pc:spChg chg="mod">
          <ac:chgData name="Xin Xin" userId="9ff0c946-7f3c-4192-98c1-6be932ce2bce" providerId="ADAL" clId="{EC370BB4-30E8-4AD9-890D-521920E8CA56}" dt="2024-01-08T14:28:25.581" v="2887"/>
          <ac:spMkLst>
            <pc:docMk/>
            <pc:sldMk cId="3692251944" sldId="1002"/>
            <ac:spMk id="96" creationId="{B4978E16-B4C0-9B1C-3E92-69DD05523832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98" creationId="{08AAFA90-1B05-F2A2-8AE2-514D63C4ED0A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99" creationId="{2D1C3FED-904C-3604-90B0-A2036CE164C5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00" creationId="{4A633F53-304F-CC89-01AD-AB345AFA19E8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01" creationId="{2A6BDBDD-3FF7-4E27-E23F-73D92135DDB0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02" creationId="{203543CD-8DFA-7632-0B70-6258AB5C557E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03" creationId="{50DEE418-73E5-23E3-E0FB-6555C276D1DD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04" creationId="{0006F2E2-9EA9-8AB2-F6A8-D35B5EC01210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05" creationId="{9C31D4AF-0D58-1DED-74F1-B15D6AEDF9D5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06" creationId="{A14A28C3-24EB-98C2-779A-BB95E0E0A5DE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11" creationId="{8FF68C09-1297-C183-8FE3-E1FF63225E89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12" creationId="{8C45AE1C-39CE-A54D-8B3B-D274A4581349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14" creationId="{158C45C9-2CDB-76CF-D88F-FDEE8C27FA98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15" creationId="{74473632-28EF-A8B6-F5C0-5A35A35DF3B8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16" creationId="{69BDAC6D-AB04-79C2-D294-A9A61E5EEC63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17" creationId="{411A245E-7A10-6FC8-CD64-B6AE89A5EC8D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18" creationId="{83930A15-C5B6-8680-19A3-6336F1A0EE05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19" creationId="{973910D7-993D-9A78-AC82-0A379FA078A2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21" creationId="{4D34BFD5-A00A-570B-7040-2510A54624C0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22" creationId="{80FFC6BF-0001-71A1-69C8-E09586E2982F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23" creationId="{53C0FA42-B699-8C3D-9566-88D48F9CCECA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24" creationId="{207E718C-EC0A-3CF9-543A-020846888E09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25" creationId="{C8FA0593-A8BA-B763-44EA-74D7D4C728A3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26" creationId="{D65DC62B-1BE8-1590-17CF-7E61DAD6E77D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28" creationId="{50C9A589-0289-9638-5297-B5425479750F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29" creationId="{B5B0801B-2FC0-3043-5EE3-03824E4D9F03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0" creationId="{091D4B27-3CFA-094F-26E7-C7DB0F6EBBA0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1" creationId="{69F47EEE-5D15-AB59-FFEB-CA85B935D2BB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2" creationId="{1108187B-EEDA-52C2-73B7-58E42A03C8BC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3" creationId="{831903E7-3288-1A93-35BE-5E2D252146F0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5" creationId="{6C483E71-5AA9-8679-DC0E-15A008344C4C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6" creationId="{A9023467-921B-45F2-6858-EAB6C0F13A3B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7" creationId="{85FCAE37-9D17-90C4-4590-BB5C7185EE64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8" creationId="{ED36FFEB-E9FF-E28B-443D-FF94085CE922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39" creationId="{D5459646-8942-F16D-C00D-1853A7117C0E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0" creationId="{A38C205C-0BDD-FBE0-64B3-AFDA50F95DBC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1" creationId="{4B13057F-9642-0F12-FDE6-E41BAB2B58C7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2" creationId="{F0A6A116-6782-67B2-F876-41F6C8A86017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3" creationId="{4A364BF5-36E7-8480-5496-ACEC8FA46103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4" creationId="{0C8EFC93-9A8E-185D-20F3-B0F7CD7F94FB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5" creationId="{A4D60DC5-5178-8EA1-583C-EF253FA29CCB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6" creationId="{E87E534F-1ADC-D16A-6068-3E94639DE921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7" creationId="{E805EB75-6959-9383-B0C7-A37BC5141047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49" creationId="{2669472C-6DF4-0077-E8A0-188211B615D3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0" creationId="{C972DB95-78E8-2ADD-E01D-58A3010B667B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1" creationId="{6386F827-01F2-146C-F2CF-F123034AB283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2" creationId="{7E329C50-31F9-9A6E-3F92-5ADC704E935B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3" creationId="{28783CC3-BD37-0B8E-0774-1B464E349508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4" creationId="{1299B672-6181-F91D-AC45-4C07A60D870B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5" creationId="{F06A7F6E-FA25-B753-DBA2-96436ADD7AFF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7" creationId="{03915F31-3912-E1C9-B549-F980DCE80EE3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8" creationId="{00493742-CEA0-FD6A-4103-268402859545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59" creationId="{9B982BEE-5A31-3DE0-6C39-5F54ECCD64DB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0" creationId="{C12752B2-700D-3302-631D-928DBE291CE7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1" creationId="{F46D9522-DC00-4A77-01AA-881F60D46F33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3" creationId="{9852D988-36E0-E5F9-ADDE-A921D2ECBC9F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4" creationId="{088BFBFF-2881-8D2B-FDFB-201676F8C134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5" creationId="{23DAF1C0-0A31-97DE-DC26-70224898BFBF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6" creationId="{8F7A05B9-ED4E-7903-1887-A6D80F067E97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7" creationId="{00F92AB8-C840-21FB-80C2-C0E75C1ACCAA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8" creationId="{DBE84A95-1E48-99F3-4064-F348C25ABC82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69" creationId="{2F276E54-D7DF-F5F4-8DD3-5BC4BDA4BEA7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1" creationId="{69310929-6CC3-B416-674C-FDB7F2A26D7E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2" creationId="{05B3DF02-630E-C67A-AD5C-4A422D25C02C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3" creationId="{D773D3D7-7B25-B5C9-A773-8DF80E05E022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4" creationId="{8F4A591B-D4D7-A03C-50B8-7565AD371FC4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5" creationId="{5914CA23-9C96-B48B-D123-D78C72A7DD0D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6" creationId="{9DBE69E8-5750-B7EF-7289-C2617FE93831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7" creationId="{D360F129-7280-477D-6A0B-E1EBE66BAE18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8" creationId="{24D01722-4EA0-7190-203C-C4E15D376954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79" creationId="{DCA5E9D5-3A08-596D-E59F-DCFE8DF39CD3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81" creationId="{B87EEBA8-55A4-035E-F2D6-669E03D3719F}"/>
          </ac:spMkLst>
        </pc:spChg>
        <pc:spChg chg="add 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82" creationId="{FE99784A-A2CB-68CF-D902-F031DAA532D2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84" creationId="{BF6061E2-D417-1258-F76F-9AF758334596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85" creationId="{4AEBEBFE-DD75-65FB-C22B-1536702F4AB5}"/>
          </ac:spMkLst>
        </pc:spChg>
        <pc:spChg chg="mod">
          <ac:chgData name="Xin Xin" userId="9ff0c946-7f3c-4192-98c1-6be932ce2bce" providerId="ADAL" clId="{EC370BB4-30E8-4AD9-890D-521920E8CA56}" dt="2024-01-08T14:28:33.969" v="2890" actId="1076"/>
          <ac:spMkLst>
            <pc:docMk/>
            <pc:sldMk cId="3692251944" sldId="1002"/>
            <ac:spMk id="188" creationId="{146AE5F1-6BED-09E1-DBBC-3153998824E8}"/>
          </ac:spMkLst>
        </pc:spChg>
        <pc:grpChg chg="add del mod">
          <ac:chgData name="Xin Xin" userId="9ff0c946-7f3c-4192-98c1-6be932ce2bce" providerId="ADAL" clId="{EC370BB4-30E8-4AD9-890D-521920E8CA56}" dt="2024-01-08T14:28:30.542" v="2888"/>
          <ac:grpSpMkLst>
            <pc:docMk/>
            <pc:sldMk cId="3692251944" sldId="1002"/>
            <ac:grpSpMk id="5" creationId="{C2DA5BB7-3DCE-3D70-8B7A-5858C4AB0D2F}"/>
          </ac:grpSpMkLst>
        </pc:grpChg>
        <pc:grpChg chg="mod">
          <ac:chgData name="Xin Xin" userId="9ff0c946-7f3c-4192-98c1-6be932ce2bce" providerId="ADAL" clId="{EC370BB4-30E8-4AD9-890D-521920E8CA56}" dt="2024-01-08T14:28:25.581" v="2887"/>
          <ac:grpSpMkLst>
            <pc:docMk/>
            <pc:sldMk cId="3692251944" sldId="1002"/>
            <ac:grpSpMk id="15" creationId="{68F8F92D-DEE7-F87C-8D06-2A40B9D94942}"/>
          </ac:grpSpMkLst>
        </pc:grpChg>
        <pc:grpChg chg="mod">
          <ac:chgData name="Xin Xin" userId="9ff0c946-7f3c-4192-98c1-6be932ce2bce" providerId="ADAL" clId="{EC370BB4-30E8-4AD9-890D-521920E8CA56}" dt="2024-01-08T14:28:25.581" v="2887"/>
          <ac:grpSpMkLst>
            <pc:docMk/>
            <pc:sldMk cId="3692251944" sldId="1002"/>
            <ac:grpSpMk id="16" creationId="{7E909A08-B3F9-58FB-B6D0-A95AAE4F9A25}"/>
          </ac:grpSpMkLst>
        </pc:grpChg>
        <pc:grpChg chg="mod">
          <ac:chgData name="Xin Xin" userId="9ff0c946-7f3c-4192-98c1-6be932ce2bce" providerId="ADAL" clId="{EC370BB4-30E8-4AD9-890D-521920E8CA56}" dt="2024-01-08T14:28:25.581" v="2887"/>
          <ac:grpSpMkLst>
            <pc:docMk/>
            <pc:sldMk cId="3692251944" sldId="1002"/>
            <ac:grpSpMk id="17" creationId="{4514864B-7C7F-B311-EA2F-327C1191F7E7}"/>
          </ac:grpSpMkLst>
        </pc:grpChg>
        <pc:grpChg chg="mod">
          <ac:chgData name="Xin Xin" userId="9ff0c946-7f3c-4192-98c1-6be932ce2bce" providerId="ADAL" clId="{EC370BB4-30E8-4AD9-890D-521920E8CA56}" dt="2024-01-08T14:28:25.581" v="2887"/>
          <ac:grpSpMkLst>
            <pc:docMk/>
            <pc:sldMk cId="3692251944" sldId="1002"/>
            <ac:grpSpMk id="18" creationId="{75B12428-428B-111F-8564-9CCBCF4AD760}"/>
          </ac:grpSpMkLst>
        </pc:grpChg>
        <pc:grpChg chg="mod">
          <ac:chgData name="Xin Xin" userId="9ff0c946-7f3c-4192-98c1-6be932ce2bce" providerId="ADAL" clId="{EC370BB4-30E8-4AD9-890D-521920E8CA56}" dt="2024-01-08T14:28:25.581" v="2887"/>
          <ac:grpSpMkLst>
            <pc:docMk/>
            <pc:sldMk cId="3692251944" sldId="1002"/>
            <ac:grpSpMk id="21" creationId="{3EC83195-F9A0-293B-3BA1-3D11571FCA39}"/>
          </ac:grpSpMkLst>
        </pc:grpChg>
        <pc:grpChg chg="mod">
          <ac:chgData name="Xin Xin" userId="9ff0c946-7f3c-4192-98c1-6be932ce2bce" providerId="ADAL" clId="{EC370BB4-30E8-4AD9-890D-521920E8CA56}" dt="2024-01-08T14:28:25.581" v="2887"/>
          <ac:grpSpMkLst>
            <pc:docMk/>
            <pc:sldMk cId="3692251944" sldId="1002"/>
            <ac:grpSpMk id="28" creationId="{B070126C-6C17-E843-6299-F33BD58C1A81}"/>
          </ac:grpSpMkLst>
        </pc:grpChg>
        <pc:grpChg chg="mod">
          <ac:chgData name="Xin Xin" userId="9ff0c946-7f3c-4192-98c1-6be932ce2bce" providerId="ADAL" clId="{EC370BB4-30E8-4AD9-890D-521920E8CA56}" dt="2024-01-08T14:28:25.581" v="2887"/>
          <ac:grpSpMkLst>
            <pc:docMk/>
            <pc:sldMk cId="3692251944" sldId="1002"/>
            <ac:grpSpMk id="35" creationId="{B049B320-1E0A-9629-A1D5-DEE545FB9114}"/>
          </ac:grpSpMkLst>
        </pc:grpChg>
        <pc:grpChg chg="mod">
          <ac:chgData name="Xin Xin" userId="9ff0c946-7f3c-4192-98c1-6be932ce2bce" providerId="ADAL" clId="{EC370BB4-30E8-4AD9-890D-521920E8CA56}" dt="2024-01-08T14:28:25.581" v="2887"/>
          <ac:grpSpMkLst>
            <pc:docMk/>
            <pc:sldMk cId="3692251944" sldId="1002"/>
            <ac:grpSpMk id="42" creationId="{E905DC3F-3AEB-D523-E40B-C089F2458F87}"/>
          </ac:grpSpMkLst>
        </pc:grpChg>
        <pc:grpChg chg="add del mod">
          <ac:chgData name="Xin Xin" userId="9ff0c946-7f3c-4192-98c1-6be932ce2bce" providerId="ADAL" clId="{EC370BB4-30E8-4AD9-890D-521920E8CA56}" dt="2024-01-08T14:28:30.542" v="2888"/>
          <ac:grpSpMkLst>
            <pc:docMk/>
            <pc:sldMk cId="3692251944" sldId="1002"/>
            <ac:grpSpMk id="56" creationId="{7B3806AB-25AF-4588-A302-14539FEFB0E0}"/>
          </ac:grpSpMkLst>
        </pc:grpChg>
        <pc:grpChg chg="add del mod">
          <ac:chgData name="Xin Xin" userId="9ff0c946-7f3c-4192-98c1-6be932ce2bce" providerId="ADAL" clId="{EC370BB4-30E8-4AD9-890D-521920E8CA56}" dt="2024-01-08T14:28:30.542" v="2888"/>
          <ac:grpSpMkLst>
            <pc:docMk/>
            <pc:sldMk cId="3692251944" sldId="1002"/>
            <ac:grpSpMk id="64" creationId="{9222040A-106D-EA07-3028-4E08F03AF19B}"/>
          </ac:grpSpMkLst>
        </pc:grpChg>
        <pc:grpChg chg="add del mod">
          <ac:chgData name="Xin Xin" userId="9ff0c946-7f3c-4192-98c1-6be932ce2bce" providerId="ADAL" clId="{EC370BB4-30E8-4AD9-890D-521920E8CA56}" dt="2024-01-08T14:28:30.542" v="2888"/>
          <ac:grpSpMkLst>
            <pc:docMk/>
            <pc:sldMk cId="3692251944" sldId="1002"/>
            <ac:grpSpMk id="70" creationId="{12DC1D97-D2F3-08D4-E494-E6318C116AF4}"/>
          </ac:grpSpMkLst>
        </pc:grpChg>
        <pc:grpChg chg="add del mod">
          <ac:chgData name="Xin Xin" userId="9ff0c946-7f3c-4192-98c1-6be932ce2bce" providerId="ADAL" clId="{EC370BB4-30E8-4AD9-890D-521920E8CA56}" dt="2024-01-08T14:28:30.542" v="2888"/>
          <ac:grpSpMkLst>
            <pc:docMk/>
            <pc:sldMk cId="3692251944" sldId="1002"/>
            <ac:grpSpMk id="78" creationId="{FE988440-F8D2-99F8-035E-897C6B4AC133}"/>
          </ac:grpSpMkLst>
        </pc:grpChg>
        <pc:grpChg chg="add del mod">
          <ac:chgData name="Xin Xin" userId="9ff0c946-7f3c-4192-98c1-6be932ce2bce" providerId="ADAL" clId="{EC370BB4-30E8-4AD9-890D-521920E8CA56}" dt="2024-01-08T14:28:30.542" v="2888"/>
          <ac:grpSpMkLst>
            <pc:docMk/>
            <pc:sldMk cId="3692251944" sldId="1002"/>
            <ac:grpSpMk id="91" creationId="{8403EFCF-0CE5-965A-0A40-49CCAB077071}"/>
          </ac:grpSpMkLst>
        </pc:grpChg>
        <pc:grpChg chg="add del mod">
          <ac:chgData name="Xin Xin" userId="9ff0c946-7f3c-4192-98c1-6be932ce2bce" providerId="ADAL" clId="{EC370BB4-30E8-4AD9-890D-521920E8CA56}" dt="2024-01-08T14:28:30.542" v="2888"/>
          <ac:grpSpMkLst>
            <pc:docMk/>
            <pc:sldMk cId="3692251944" sldId="1002"/>
            <ac:grpSpMk id="94" creationId="{5C366FAC-4F4A-AA51-6D08-CBB243340B62}"/>
          </ac:grpSpMkLst>
        </pc:grpChg>
        <pc:grpChg chg="add 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97" creationId="{1F564D05-5B65-E5CB-6E2E-4327CA227271}"/>
          </ac:grpSpMkLst>
        </pc:grpChg>
        <pc:grpChg chg="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07" creationId="{AD983F28-B7AB-3C8C-CC6E-5DFA218F878A}"/>
          </ac:grpSpMkLst>
        </pc:grpChg>
        <pc:grpChg chg="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08" creationId="{24C7B480-D0B1-2AE2-4380-28067B034793}"/>
          </ac:grpSpMkLst>
        </pc:grpChg>
        <pc:grpChg chg="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09" creationId="{C9245C75-FEC3-BB8D-CDC5-57B59043D370}"/>
          </ac:grpSpMkLst>
        </pc:grpChg>
        <pc:grpChg chg="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10" creationId="{ED41792F-62FD-9B95-3F3E-560344B9F02C}"/>
          </ac:grpSpMkLst>
        </pc:grpChg>
        <pc:grpChg chg="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13" creationId="{6EE78728-C82D-4A1E-5B08-80700ADC435E}"/>
          </ac:grpSpMkLst>
        </pc:grpChg>
        <pc:grpChg chg="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20" creationId="{0340C7AB-DF5E-AB38-0B58-ECD12150B6D4}"/>
          </ac:grpSpMkLst>
        </pc:grpChg>
        <pc:grpChg chg="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27" creationId="{BE319938-89D0-B629-DB8E-8F9D519FC8E6}"/>
          </ac:grpSpMkLst>
        </pc:grpChg>
        <pc:grpChg chg="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34" creationId="{E2825263-42BF-8536-728C-8A60BE097B28}"/>
          </ac:grpSpMkLst>
        </pc:grpChg>
        <pc:grpChg chg="add 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48" creationId="{CD355AC2-A334-F038-CFD8-72C67D9C0A77}"/>
          </ac:grpSpMkLst>
        </pc:grpChg>
        <pc:grpChg chg="add 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56" creationId="{4BC34DAD-F66F-80A3-02B4-23D9CCA60934}"/>
          </ac:grpSpMkLst>
        </pc:grpChg>
        <pc:grpChg chg="add 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62" creationId="{5612E438-542B-2055-86D3-0BC3F2698973}"/>
          </ac:grpSpMkLst>
        </pc:grpChg>
        <pc:grpChg chg="add 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70" creationId="{5DEDDD36-67A8-3A64-2871-C9CCB5CD7421}"/>
          </ac:grpSpMkLst>
        </pc:grpChg>
        <pc:grpChg chg="add 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83" creationId="{92508196-F541-BFB9-65B2-F98BCB8CB829}"/>
          </ac:grpSpMkLst>
        </pc:grpChg>
        <pc:grpChg chg="add mod">
          <ac:chgData name="Xin Xin" userId="9ff0c946-7f3c-4192-98c1-6be932ce2bce" providerId="ADAL" clId="{EC370BB4-30E8-4AD9-890D-521920E8CA56}" dt="2024-01-08T14:28:33.969" v="2890" actId="1076"/>
          <ac:grpSpMkLst>
            <pc:docMk/>
            <pc:sldMk cId="3692251944" sldId="1002"/>
            <ac:grpSpMk id="186" creationId="{0AE097B2-894D-3804-3C33-F8CF9B155274}"/>
          </ac:grpSpMkLst>
        </pc:grpChg>
        <pc:graphicFrameChg chg="add del mod">
          <ac:chgData name="Xin Xin" userId="9ff0c946-7f3c-4192-98c1-6be932ce2bce" providerId="ADAL" clId="{EC370BB4-30E8-4AD9-890D-521920E8CA56}" dt="2024-01-08T14:28:30.542" v="2888"/>
          <ac:graphicFrameMkLst>
            <pc:docMk/>
            <pc:sldMk cId="3692251944" sldId="1002"/>
            <ac:graphicFrameMk id="88" creationId="{C75C8E92-64BB-807B-1452-78DC1DF55254}"/>
          </ac:graphicFrameMkLst>
        </pc:graphicFrameChg>
        <pc:graphicFrameChg chg="add mod">
          <ac:chgData name="Xin Xin" userId="9ff0c946-7f3c-4192-98c1-6be932ce2bce" providerId="ADAL" clId="{EC370BB4-30E8-4AD9-890D-521920E8CA56}" dt="2024-01-08T14:28:33.969" v="2890" actId="1076"/>
          <ac:graphicFrameMkLst>
            <pc:docMk/>
            <pc:sldMk cId="3692251944" sldId="1002"/>
            <ac:graphicFrameMk id="180" creationId="{FF4021E5-1EC4-13CA-8B1F-B56A753A026E}"/>
          </ac:graphicFrameMkLst>
        </pc:graphicFrameChg>
        <pc:picChg chg="mod">
          <ac:chgData name="Xin Xin" userId="9ff0c946-7f3c-4192-98c1-6be932ce2bce" providerId="ADAL" clId="{EC370BB4-30E8-4AD9-890D-521920E8CA56}" dt="2024-01-08T14:28:25.581" v="2887"/>
          <ac:picMkLst>
            <pc:docMk/>
            <pc:sldMk cId="3692251944" sldId="1002"/>
            <ac:picMk id="95" creationId="{99675E14-CE1F-ECEF-EDE9-812F89BEE663}"/>
          </ac:picMkLst>
        </pc:picChg>
        <pc:picChg chg="mod">
          <ac:chgData name="Xin Xin" userId="9ff0c946-7f3c-4192-98c1-6be932ce2bce" providerId="ADAL" clId="{EC370BB4-30E8-4AD9-890D-521920E8CA56}" dt="2024-01-08T14:28:33.969" v="2890" actId="1076"/>
          <ac:picMkLst>
            <pc:docMk/>
            <pc:sldMk cId="3692251944" sldId="1002"/>
            <ac:picMk id="187" creationId="{17BB917F-3BAC-31CE-5C4B-2C3B2A78DC6B}"/>
          </ac:picMkLst>
        </pc:picChg>
      </pc:sldChg>
      <pc:sldChg chg="addSp delSp modSp add mod">
        <pc:chgData name="Xin Xin" userId="9ff0c946-7f3c-4192-98c1-6be932ce2bce" providerId="ADAL" clId="{EC370BB4-30E8-4AD9-890D-521920E8CA56}" dt="2024-01-08T14:29:52.802" v="2904" actId="1036"/>
        <pc:sldMkLst>
          <pc:docMk/>
          <pc:sldMk cId="1399360419" sldId="1003"/>
        </pc:sldMkLst>
        <pc:spChg chg="mod">
          <ac:chgData name="Xin Xin" userId="9ff0c946-7f3c-4192-98c1-6be932ce2bce" providerId="ADAL" clId="{EC370BB4-30E8-4AD9-890D-521920E8CA56}" dt="2024-01-08T14:28:59.851" v="2895"/>
          <ac:spMkLst>
            <pc:docMk/>
            <pc:sldMk cId="1399360419" sldId="1003"/>
            <ac:spMk id="3" creationId="{F4B962AB-B2A5-97E8-3328-A89C79D90FFA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" creationId="{BD241B79-9653-8448-697B-A9E1C63B63AB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6" creationId="{07E30201-C1FF-735A-1F6A-B4C96EE9D8A0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7" creationId="{107E0D9A-B25C-43EA-C06E-6BAEBC2B15C2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" creationId="{83C2C5E6-5F7C-A8FF-D746-C103C668C77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0" creationId="{3B7E1A25-3ED5-296D-E25F-04C36C60AC1C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1" creationId="{983B2055-3082-CA3D-EBDD-1ED7FDF271AF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2" creationId="{74D86BC6-D678-49E9-5D66-1F8541360334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3" creationId="{6E034E75-DFE7-6991-90AE-8F05369B9D6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4" creationId="{4D3DE827-376C-BA75-2A81-DD9B0E26A3C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5" creationId="{4C9DDA4F-1D72-8F69-44D1-55965F6EA6D8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6" creationId="{01E180BB-89C5-A655-5C29-84B06EDEBE46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7" creationId="{F98188F4-5B37-23A0-E426-4690560CDEC3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8" creationId="{839C0EA5-E0A6-DB27-C81D-139820FD215F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" creationId="{91C7CB49-9BD9-A1E9-1C18-E826AC04D11A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2" creationId="{89108766-39F9-4E8E-6C8C-C15B495A827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" creationId="{0BB9C030-A57F-8DD3-AB8E-D6D3DDC5140D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" creationId="{CD740918-433F-8782-E51C-A18FBD7ECCD9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8" creationId="{814DBBF5-F6D7-FC82-D84A-C174F67DCA0D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9" creationId="{789733AE-AA8D-C428-BBB0-7CFC8729CE81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30" creationId="{C83DD9A1-E344-8301-C6C0-EEB8386B6545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32" creationId="{BD55C563-40F6-75CD-2F5A-F1F1746BA9F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33" creationId="{6773D03C-E658-9F74-92AD-D77EA34FD79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34" creationId="{5CF68EBD-9C20-E509-AC62-467F7A4E012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35" creationId="{02259DC0-5C22-5C08-5C39-8D44704ED72A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36" creationId="{B7C8FFC5-C66E-0CCB-E267-144862ECFB0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37" creationId="{0E2382DE-24A7-ED30-7D5D-F02AAF1294F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39" creationId="{6B0359EE-E6CB-01AA-9202-8495B96B23C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41" creationId="{DD398694-9EEC-B561-ADC0-A48075103EEA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42" creationId="{DF435D89-D478-A68A-49D9-672F5C5B501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45" creationId="{22B510CC-28CA-92AC-89DF-2478904094FC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46" creationId="{10C89F93-C0FC-6D7F-9C65-2E9249E51C4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47" creationId="{CD6093C6-F3FC-61E5-74F7-32DCAA4DB00B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49" creationId="{4CF83B93-CFE5-4371-FF8B-0F0734864CB5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0" creationId="{0DC3224C-F6D7-9F2A-E0FB-7618A964E494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1" creationId="{382C296E-2707-A73A-7BA9-071830799B5E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2" creationId="{232BE2F2-D33C-4694-073F-B67D724C9FB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3" creationId="{B638A920-C19F-4DB8-81F2-86717B16FA2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4" creationId="{02AFF54E-8D10-C3C6-547A-90311FC3B56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6" creationId="{73890333-E8BE-FD55-0A5B-4D953AF45DCE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8" creationId="{F45FC878-7E85-FB5F-75D2-862762956D9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59" creationId="{EFDA749E-DFC5-2188-08B0-657A87BEB1D9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62" creationId="{E070612C-F437-7AD7-A623-A88C1141686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63" creationId="{E3BC327C-6676-600E-48AE-EAAA4F764D3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64" creationId="{68C34EE6-39BC-284F-E45C-0CC9F4E9409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66" creationId="{F6B02062-4466-564A-46E3-3410B8FD9651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67" creationId="{299FB88E-1504-9668-3D5E-085168D4A93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68" creationId="{7ACAA9EC-C932-B683-C286-B9954D7C002F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69" creationId="{CF19625A-F101-62AE-352B-261C324459CF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70" creationId="{1E64A3ED-142F-F703-F062-B317C77BC77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71" creationId="{2E14CDE3-FFFA-CF5B-47C0-602CCBD82FDA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73" creationId="{BF4142E3-B2AB-B341-6DB4-736483C3D0E7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75" creationId="{1332E4A6-C8F3-D703-72E4-A809B246DD11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76" creationId="{3E5EACA5-C4E2-C3D0-97F5-963E3D185E2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79" creationId="{A60212F6-D020-9A11-0E0A-5DA2949B1CD5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0" creationId="{ED7164D3-8B53-8DB0-5F21-40E5992006D1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1" creationId="{3C31010B-AE3E-91A5-8CBD-DCF7C4D3667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3" creationId="{A2E24E03-A059-8F63-61A0-38E84A2F46C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4" creationId="{771ACE17-F427-75C8-D1F2-4ADFDC2A932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5" creationId="{31442201-734B-C3EE-FAAE-694C399D36E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6" creationId="{B2211CE3-5C92-A4CD-D2F2-F7348C72E8A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7" creationId="{7296EC9E-5585-98F4-BE63-84AA79E6845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8" creationId="{9935D699-97C8-384E-812D-9A027CCADE5A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89" creationId="{A9E06A56-3881-A0BE-76EE-9A715D3FEEEE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91" creationId="{31C87914-36C8-C618-74CA-FEF22837928F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93" creationId="{8ADA49A7-BBC2-9FB5-491C-4E8D5E1DE0A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94" creationId="{A6E8A3C3-570F-E630-5384-70AB8D935080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39" creationId="{D5459646-8942-F16D-C00D-1853A7117C0E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40" creationId="{A38C205C-0BDD-FBE0-64B3-AFDA50F95DBC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41" creationId="{4B13057F-9642-0F12-FDE6-E41BAB2B58C7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42" creationId="{F0A6A116-6782-67B2-F876-41F6C8A86017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43" creationId="{4A364BF5-36E7-8480-5496-ACEC8FA46103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44" creationId="{0C8EFC93-9A8E-185D-20F3-B0F7CD7F94FB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45" creationId="{A4D60DC5-5178-8EA1-583C-EF253FA29CCB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46" creationId="{E87E534F-1ADC-D16A-6068-3E94639DE921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47" creationId="{E805EB75-6959-9383-B0C7-A37BC5141047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55" creationId="{F06A7F6E-FA25-B753-DBA2-96436ADD7AFF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59" creationId="{9B982BEE-5A31-3DE0-6C39-5F54ECCD64DB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60" creationId="{C12752B2-700D-3302-631D-928DBE291CE7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61" creationId="{F46D9522-DC00-4A77-01AA-881F60D46F33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65" creationId="{23DAF1C0-0A31-97DE-DC26-70224898BFBF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66" creationId="{8F7A05B9-ED4E-7903-1887-A6D80F067E97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67" creationId="{00F92AB8-C840-21FB-80C2-C0E75C1ACCAA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68" creationId="{DBE84A95-1E48-99F3-4064-F348C25ABC82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69" creationId="{2F276E54-D7DF-F5F4-8DD3-5BC4BDA4BEA7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77" creationId="{D360F129-7280-477D-6A0B-E1EBE66BAE18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78" creationId="{24D01722-4EA0-7190-203C-C4E15D376954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79" creationId="{DCA5E9D5-3A08-596D-E59F-DCFE8DF39CD3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81" creationId="{B87EEBA8-55A4-035E-F2D6-669E03D3719F}"/>
          </ac:spMkLst>
        </pc:spChg>
        <pc:spChg chg="del">
          <ac:chgData name="Xin Xin" userId="9ff0c946-7f3c-4192-98c1-6be932ce2bce" providerId="ADAL" clId="{EC370BB4-30E8-4AD9-890D-521920E8CA56}" dt="2024-01-08T14:29:27.298" v="2896" actId="478"/>
          <ac:spMkLst>
            <pc:docMk/>
            <pc:sldMk cId="1399360419" sldId="1003"/>
            <ac:spMk id="182" creationId="{FE99784A-A2CB-68CF-D902-F031DAA532D2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89" creationId="{9886B2CC-C63B-6571-89CD-62EB25DDAA7E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0" creationId="{0D49C1CB-842F-7628-807A-806DD66362CB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1" creationId="{731DD2AD-8E08-3421-882A-57935642ECB7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3" creationId="{43AFE765-53B2-64C9-91CA-AC81413C8C1F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4" creationId="{96EBEAFF-E38C-1140-5E76-C56BCE96D4E2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5" creationId="{67E71CED-D349-A565-12F8-2513901FA1D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6" creationId="{398C99B6-7A5F-2745-5D33-AA32F4957451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7" creationId="{7BAC743C-97D4-D5CF-9665-5EB90F39357D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8" creationId="{69871B27-24CF-705A-CD68-C12A6ECF8C29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199" creationId="{0D5C92E8-5829-BBA9-A2AA-4184382FCDB7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0" creationId="{B70606DA-898F-9156-0FDE-14BDED87F533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1" creationId="{BA1FD00F-E2B3-5E83-A181-C0CC4346690D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2" creationId="{8F2AE099-90A9-6823-B821-1A220878D1E3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3" creationId="{BDE82013-444D-6B6B-F647-CFEBC8A5A3A1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4" creationId="{D25FD85F-E3BD-5762-540E-92C1508F0E81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5" creationId="{9B7ABB2F-9FD0-6506-D4E3-3604CFBE58DE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6" creationId="{EC8B3EDA-43BC-0C49-D632-F495B5BFA1D2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7" creationId="{08F1460A-6C04-863B-F122-773B80974046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8" creationId="{192FD734-F48E-2A5B-57E0-EBE1DEDF3A04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09" creationId="{BC3B24FE-4622-87FB-6695-9CFE4A26BF39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10" creationId="{04DCCC11-9593-E0DB-0581-D8691E378FEB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11" creationId="{97D61AE4-4B57-880B-FDC5-233267752B58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12" creationId="{0646F2FE-8541-E175-9B28-C499EB70A6E4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13" creationId="{3AB5AC48-6BCA-F016-0DD7-EBFCDF5DE854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16" creationId="{58D8D300-BA73-F550-AB73-BB30A48646A4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18" creationId="{015CA7C5-5F4A-2DC7-C07C-3E81703F6F4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19" creationId="{034F6374-9060-C07C-0557-F42D4250F0D3}"/>
          </ac:spMkLst>
        </pc:spChg>
        <pc:spChg chg="add 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20" creationId="{DA3E84AD-89C7-554E-4997-0D23972F8E1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23" creationId="{9BEE13AF-3A15-2BA4-63AE-EB521DE80EC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24" creationId="{1765894F-62A9-D7B5-8211-EABE47067D7C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26" creationId="{5D73BAA1-662B-3B71-B7E4-E1B4C480F587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27" creationId="{CF068279-7CF0-0F5E-396B-E9416E7147D2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28" creationId="{D478E67F-1514-C2F9-AD64-067864A2A14B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29" creationId="{357C049C-B99D-ACC0-D339-89CBE0469E81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30" creationId="{6B746B8C-3C5E-0A9B-587C-F477ECB19FA7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31" creationId="{AC1EFA3D-7ADA-C51D-D51E-9FBBC28D60EA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32" creationId="{5E15213B-9118-854E-A39B-4D5879C2CB8F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33" creationId="{7D14730C-B8C4-40E7-4EE5-D341538B189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34" creationId="{B3A801B5-F686-D7F3-16A6-9B6647E2BBA9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39" creationId="{34E2B570-7A53-431B-15EF-D5D46A326B3D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0" creationId="{A5212AF1-AF1A-D8BE-FC8C-A9DBECFE0B71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2" creationId="{007EE4EC-35D5-3989-13CC-9FDCD9934F2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3" creationId="{C82EF61D-D0B3-3385-1E25-8820DA10D81C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4" creationId="{37C409F0-29C3-A5F4-9390-3B3C81F26925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5" creationId="{A49CC803-7BBF-828C-EA97-234FDFA45BB1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6" creationId="{A87B0083-B81D-338F-0539-0CFDFC84FA0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7" creationId="{73616526-9500-7E44-28AD-F528996CDDA9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49" creationId="{72374D9F-55CB-57F8-3BFF-28992A1B5879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0" creationId="{75ED87AD-41E2-BB5F-096B-D4DB7D7002BD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1" creationId="{7BC28728-53E5-C473-2DE6-E6558B0EA86C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2" creationId="{BD4DE97D-CFB9-8057-021D-84BDB4E5241D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3" creationId="{1E6BD6A4-6487-CBDE-BC6A-63E8EDCF9635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4" creationId="{D87DD493-5EE2-799C-0A84-DE627E89E872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6" creationId="{ABED2587-CEA0-815D-A1B1-DA86124BC2EC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7" creationId="{462C398F-0D92-4779-DF07-A0B5F94FC5D8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8" creationId="{F2183604-E207-C9DB-415A-D0044A506B23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59" creationId="{411635ED-84FB-D853-D896-F604200FFB7E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60" creationId="{66E05947-1066-FCF1-B83F-78D4889877E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61" creationId="{66694D4D-E645-AF3B-5579-1ED9BEBCF892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63" creationId="{693F74F2-9967-1C12-8B62-CF177F5B7330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64" creationId="{EB8BEE08-1A5A-DDE0-84BF-CCBFA10F98FF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65" creationId="{11592DB0-D9B6-6232-DF25-F99D9AE10C06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66" creationId="{C6601E3F-18FC-1F86-26B0-ABF32FBCB52B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67" creationId="{8B2F2054-D04E-C5F9-2C24-BA20BBA1971E}"/>
          </ac:spMkLst>
        </pc:spChg>
        <pc:spChg chg="mod">
          <ac:chgData name="Xin Xin" userId="9ff0c946-7f3c-4192-98c1-6be932ce2bce" providerId="ADAL" clId="{EC370BB4-30E8-4AD9-890D-521920E8CA56}" dt="2024-01-08T14:29:52.802" v="2904" actId="1036"/>
          <ac:spMkLst>
            <pc:docMk/>
            <pc:sldMk cId="1399360419" sldId="1003"/>
            <ac:spMk id="268" creationId="{5EBE1C7E-0285-DDFB-CC2F-47EE70E1A5FC}"/>
          </ac:spMkLst>
        </pc:s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9" creationId="{1E3054EA-0724-516D-E95F-DA438768E2B0}"/>
          </ac:grpSpMkLst>
        </pc:gr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1" creationId="{5A4D8D14-F7A4-0F72-6342-29F0522DD408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3" creationId="{C7A29439-0D3C-DDFA-AFC5-F606B2CCCFDE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6" creationId="{6A828A6F-E193-828D-977E-E9667A2D2A45}"/>
          </ac:grpSpMkLst>
        </pc:gr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38" creationId="{CA797B44-AFA0-49F1-8E83-3E0F00041EF4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40" creationId="{30442758-8FD6-44B4-A606-05324A10DB8B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43" creationId="{A23F51AD-B25B-7F71-0C71-EDFBE2C54307}"/>
          </ac:grpSpMkLst>
        </pc:gr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55" creationId="{70B5EA4A-A594-1311-06FB-98F404CBCBCF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57" creationId="{5076424C-A097-95BC-950C-4E2AF8FE7461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60" creationId="{76A62292-D9EB-03B6-2300-84C176CB7A64}"/>
          </ac:grpSpMkLst>
        </pc:gr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72" creationId="{28DA0989-5B91-F3E6-E3AE-1F877764335F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74" creationId="{3F59D5A8-9642-9687-2A73-176D2DA478BC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77" creationId="{D6B09B06-1881-CD28-B930-3E5910C6F5CC}"/>
          </ac:grpSpMkLst>
        </pc:gr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90" creationId="{045596D7-A8FC-917E-378D-C9FC8AEEA672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92" creationId="{C1D9E752-A87A-021E-8E6C-E5AEA44E3BF4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95" creationId="{6410B5CA-4800-49D8-A663-63478C253298}"/>
          </ac:grpSpMkLst>
        </pc:grpChg>
        <pc:grpChg chg="del">
          <ac:chgData name="Xin Xin" userId="9ff0c946-7f3c-4192-98c1-6be932ce2bce" providerId="ADAL" clId="{EC370BB4-30E8-4AD9-890D-521920E8CA56}" dt="2024-01-08T14:29:27.298" v="2896" actId="478"/>
          <ac:grpSpMkLst>
            <pc:docMk/>
            <pc:sldMk cId="1399360419" sldId="1003"/>
            <ac:grpSpMk id="97" creationId="{1F564D05-5B65-E5CB-6E2E-4327CA227271}"/>
          </ac:grpSpMkLst>
        </pc:grpChg>
        <pc:grpChg chg="del">
          <ac:chgData name="Xin Xin" userId="9ff0c946-7f3c-4192-98c1-6be932ce2bce" providerId="ADAL" clId="{EC370BB4-30E8-4AD9-890D-521920E8CA56}" dt="2024-01-08T14:29:27.298" v="2896" actId="478"/>
          <ac:grpSpMkLst>
            <pc:docMk/>
            <pc:sldMk cId="1399360419" sldId="1003"/>
            <ac:grpSpMk id="148" creationId="{CD355AC2-A334-F038-CFD8-72C67D9C0A77}"/>
          </ac:grpSpMkLst>
        </pc:grpChg>
        <pc:grpChg chg="del">
          <ac:chgData name="Xin Xin" userId="9ff0c946-7f3c-4192-98c1-6be932ce2bce" providerId="ADAL" clId="{EC370BB4-30E8-4AD9-890D-521920E8CA56}" dt="2024-01-08T14:29:27.298" v="2896" actId="478"/>
          <ac:grpSpMkLst>
            <pc:docMk/>
            <pc:sldMk cId="1399360419" sldId="1003"/>
            <ac:grpSpMk id="156" creationId="{4BC34DAD-F66F-80A3-02B4-23D9CCA60934}"/>
          </ac:grpSpMkLst>
        </pc:grpChg>
        <pc:grpChg chg="del">
          <ac:chgData name="Xin Xin" userId="9ff0c946-7f3c-4192-98c1-6be932ce2bce" providerId="ADAL" clId="{EC370BB4-30E8-4AD9-890D-521920E8CA56}" dt="2024-01-08T14:29:27.298" v="2896" actId="478"/>
          <ac:grpSpMkLst>
            <pc:docMk/>
            <pc:sldMk cId="1399360419" sldId="1003"/>
            <ac:grpSpMk id="162" creationId="{5612E438-542B-2055-86D3-0BC3F2698973}"/>
          </ac:grpSpMkLst>
        </pc:grpChg>
        <pc:grpChg chg="del">
          <ac:chgData name="Xin Xin" userId="9ff0c946-7f3c-4192-98c1-6be932ce2bce" providerId="ADAL" clId="{EC370BB4-30E8-4AD9-890D-521920E8CA56}" dt="2024-01-08T14:29:27.298" v="2896" actId="478"/>
          <ac:grpSpMkLst>
            <pc:docMk/>
            <pc:sldMk cId="1399360419" sldId="1003"/>
            <ac:grpSpMk id="170" creationId="{5DEDDD36-67A8-3A64-2871-C9CCB5CD7421}"/>
          </ac:grpSpMkLst>
        </pc:grpChg>
        <pc:grpChg chg="del">
          <ac:chgData name="Xin Xin" userId="9ff0c946-7f3c-4192-98c1-6be932ce2bce" providerId="ADAL" clId="{EC370BB4-30E8-4AD9-890D-521920E8CA56}" dt="2024-01-08T14:29:27.298" v="2896" actId="478"/>
          <ac:grpSpMkLst>
            <pc:docMk/>
            <pc:sldMk cId="1399360419" sldId="1003"/>
            <ac:grpSpMk id="183" creationId="{92508196-F541-BFB9-65B2-F98BCB8CB829}"/>
          </ac:grpSpMkLst>
        </pc:grpChg>
        <pc:grpChg chg="del">
          <ac:chgData name="Xin Xin" userId="9ff0c946-7f3c-4192-98c1-6be932ce2bce" providerId="ADAL" clId="{EC370BB4-30E8-4AD9-890D-521920E8CA56}" dt="2024-01-08T14:29:27.298" v="2896" actId="478"/>
          <ac:grpSpMkLst>
            <pc:docMk/>
            <pc:sldMk cId="1399360419" sldId="1003"/>
            <ac:grpSpMk id="186" creationId="{0AE097B2-894D-3804-3C33-F8CF9B155274}"/>
          </ac:grpSpMkLst>
        </pc:gr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14" creationId="{3090B643-1CCF-5634-D535-537157D51820}"/>
          </ac:grpSpMkLst>
        </pc:gr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17" creationId="{BDE36E95-1C43-8311-3F50-B42C0EC964AB}"/>
          </ac:grpSpMkLst>
        </pc:grpChg>
        <pc:grpChg chg="add 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21" creationId="{5C1B02B6-8B28-A1BD-7A36-B638B72A543E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22" creationId="{2C5EED10-E468-DC60-C201-144AA2C72452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25" creationId="{D2A6FFC4-012B-3075-BB5D-55B3A30D9D2C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35" creationId="{A9F65B7F-E720-5F46-BE0C-2CB3DDDFC89D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36" creationId="{A75FD909-9F7F-1DA4-7F3D-5FF503CEC2F3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37" creationId="{14FBAB2F-E9F2-5553-027E-CEC564EBB602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38" creationId="{2A36AB25-F180-A32F-133C-DDE64AFABDCB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41" creationId="{C7038AD0-F7A6-510A-9E7C-DE1E0684EE22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48" creationId="{6A1601A8-1890-20A1-08C9-A8311569A759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55" creationId="{3024719A-7613-C0E6-1E33-732CC8279BA4}"/>
          </ac:grpSpMkLst>
        </pc:grpChg>
        <pc:grpChg chg="mod">
          <ac:chgData name="Xin Xin" userId="9ff0c946-7f3c-4192-98c1-6be932ce2bce" providerId="ADAL" clId="{EC370BB4-30E8-4AD9-890D-521920E8CA56}" dt="2024-01-08T14:29:52.802" v="2904" actId="1036"/>
          <ac:grpSpMkLst>
            <pc:docMk/>
            <pc:sldMk cId="1399360419" sldId="1003"/>
            <ac:grpSpMk id="262" creationId="{6BEA878E-45D1-DB09-9A31-D79C73E95692}"/>
          </ac:grpSpMkLst>
        </pc:grpChg>
        <pc:graphicFrameChg chg="del">
          <ac:chgData name="Xin Xin" userId="9ff0c946-7f3c-4192-98c1-6be932ce2bce" providerId="ADAL" clId="{EC370BB4-30E8-4AD9-890D-521920E8CA56}" dt="2024-01-08T14:29:27.298" v="2896" actId="478"/>
          <ac:graphicFrameMkLst>
            <pc:docMk/>
            <pc:sldMk cId="1399360419" sldId="1003"/>
            <ac:graphicFrameMk id="180" creationId="{FF4021E5-1EC4-13CA-8B1F-B56A753A026E}"/>
          </ac:graphicFrameMkLst>
        </pc:graphicFrameChg>
        <pc:picChg chg="add 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20" creationId="{DB982E89-306E-8814-2AC9-0FD242D25201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27" creationId="{42D7371E-199D-88A2-81FC-F07319291AC1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31" creationId="{1525BFFA-EC47-999C-2410-1F167FC2B761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44" creationId="{F5845FB0-ED0C-5EFF-B93C-6B6778888C47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48" creationId="{EE3EBA5A-35EC-69C9-4ED0-00DF97CAB1BC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61" creationId="{CA955DEE-3D8D-DD8F-7803-FA5B5A39E3D1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65" creationId="{68942164-2FC3-ABBE-7D8E-FC0C93F716AC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78" creationId="{8475F507-1D66-044F-2324-910D0EEC2BC3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82" creationId="{43176A74-5F03-0C6E-9EAE-8A159985E5BE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96" creationId="{7162B4BD-28B2-6044-55B3-E3E232A276A1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192" creationId="{E775E7EF-BED6-A191-5AD4-63FFCF12145B}"/>
          </ac:picMkLst>
        </pc:picChg>
        <pc:picChg chg="mod">
          <ac:chgData name="Xin Xin" userId="9ff0c946-7f3c-4192-98c1-6be932ce2bce" providerId="ADAL" clId="{EC370BB4-30E8-4AD9-890D-521920E8CA56}" dt="2024-01-08T14:29:52.802" v="2904" actId="1036"/>
          <ac:picMkLst>
            <pc:docMk/>
            <pc:sldMk cId="1399360419" sldId="1003"/>
            <ac:picMk id="215" creationId="{0723D3CA-3EFC-DC9D-B623-A77FED74C8C5}"/>
          </ac:picMkLst>
        </pc:picChg>
      </pc:sldChg>
      <pc:sldChg chg="addSp delSp modSp add mod modAnim">
        <pc:chgData name="Xin Xin" userId="9ff0c946-7f3c-4192-98c1-6be932ce2bce" providerId="ADAL" clId="{EC370BB4-30E8-4AD9-890D-521920E8CA56}" dt="2024-01-08T14:33:03.364" v="2915"/>
        <pc:sldMkLst>
          <pc:docMk/>
          <pc:sldMk cId="1024578609" sldId="1004"/>
        </pc:sldMkLst>
        <pc:spChg chg="mod">
          <ac:chgData name="Xin Xin" userId="9ff0c946-7f3c-4192-98c1-6be932ce2bce" providerId="ADAL" clId="{EC370BB4-30E8-4AD9-890D-521920E8CA56}" dt="2024-01-08T14:33:03.364" v="2915"/>
          <ac:spMkLst>
            <pc:docMk/>
            <pc:sldMk cId="1024578609" sldId="1004"/>
            <ac:spMk id="3" creationId="{F4B962AB-B2A5-97E8-3328-A89C79D90FFA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5" creationId="{BD241B79-9653-8448-697B-A9E1C63B63AB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6" creationId="{07E30201-C1FF-735A-1F6A-B4C96EE9D8A0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7" creationId="{107E0D9A-B25C-43EA-C06E-6BAEBC2B15C2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8" creationId="{83C2C5E6-5F7C-A8FF-D746-C103C668C778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16" creationId="{01E180BB-89C5-A655-5C29-84B06EDEBE46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17" creationId="{F98188F4-5B37-23A0-E426-4690560CDEC3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18" creationId="{839C0EA5-E0A6-DB27-C81D-139820FD215F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19" creationId="{91C7CB49-9BD9-A1E9-1C18-E826AC04D11A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89" creationId="{A9E06A56-3881-A0BE-76EE-9A715D3FEEEE}"/>
          </ac:spMkLst>
        </pc:spChg>
        <pc:spChg chg="add 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97" creationId="{DC7C9A2E-0801-B582-22B6-ED3AE8BD7AD3}"/>
          </ac:spMkLst>
        </pc:spChg>
        <pc:spChg chg="add 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98" creationId="{CD50741E-2E61-E7F3-84F5-CAF16B798A03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00" creationId="{15064647-4BCC-B93C-D6EA-0C6B75A01863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01" creationId="{EC926FBA-E5EC-F0A4-2F3F-312C1A73F40A}"/>
          </ac:spMkLst>
        </pc:spChg>
        <pc:spChg chg="add 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02" creationId="{F0E865CF-0FE4-7D9C-C1A0-4A99FC718ED1}"/>
          </ac:spMkLst>
        </pc:spChg>
        <pc:spChg chg="add 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03" creationId="{D1697070-0BC3-BDCD-4254-D111A05D05F3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10" creationId="{4AA00272-FA01-E5D0-01B4-FD33C6EA04A8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12" creationId="{DDA3FBBF-4487-BEF1-6768-6C786CA2B732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13" creationId="{137B69CC-A3B4-3094-4464-913F5CBB76CF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14" creationId="{7F982DCA-FE50-B844-9757-959397416690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15" creationId="{CDC08521-BDA0-CE1F-BFD3-DB063B02B7A2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16" creationId="{5CABD620-8B88-C945-F892-137645DA439E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17" creationId="{74298436-97CE-C896-2255-3E0049B4628C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19" creationId="{61CAD6B4-B996-B2B8-780F-E916CB3CC540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0" creationId="{545262DC-49E2-EB17-BB3B-CB8962DEC926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1" creationId="{4547D2F3-DE79-6085-52BC-B24DFF33928F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2" creationId="{C7E2DDB4-F3BD-C51D-F709-D5680010D83B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3" creationId="{C51B16B9-00D8-11C6-F3D5-C2FC8CCBF412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4" creationId="{28B9E08E-C6BB-7717-8093-479E2A570A27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5" creationId="{18525CDE-FD86-638F-BB48-01526C159DF6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6" creationId="{D9227B5F-372F-2099-43F6-0DA64EC1C796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7" creationId="{DEBEEA77-7633-8A68-CEF6-179DD5E6E507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8" creationId="{0F1B8162-9965-68AB-B631-894DFDFED35F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29" creationId="{F9CE2FC2-EDAB-F596-CE30-4CE2B1DD2C70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30" creationId="{70D56907-8D30-4BC9-AE22-6CE188EC6743}"/>
          </ac:spMkLst>
        </pc:spChg>
        <pc:spChg chg="add 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31" creationId="{989BFE86-D9FE-502B-BB60-D68E0EE76858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36" creationId="{E00BB874-6910-03FF-448C-A2C4F37398C9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37" creationId="{61DE1240-03C2-65B9-A49B-82CC81B49B1E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39" creationId="{9E78126F-345D-5141-7A1F-8CFA93FDB485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40" creationId="{E8E426FB-DA55-495B-B035-3A6B60C05284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41" creationId="{17BB5CBE-EBD1-B79E-39F3-2D5EEBFD3B24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42" creationId="{E4203C34-5210-4F85-4880-A33FAA035794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44" creationId="{B51CC82B-1732-A7FF-0D73-518862716B42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45" creationId="{C1DF147E-9546-9936-820F-11F6EF587EA3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50" creationId="{EAC2FE77-A593-1E20-D080-31692FDD1E34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51" creationId="{C7F057E5-774B-C5A4-E7AC-05CA05C237DF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52" creationId="{8A8023C3-4C99-C1AD-BD22-3B7447260BEE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54" creationId="{9B3608D6-0A88-BF39-6C4C-C48062F50A17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55" creationId="{4591812A-CCAD-765F-947F-0D91FB365849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57" creationId="{A78C2B1A-382A-0065-2027-E3B569C67D7A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58" creationId="{302675E7-8BBF-C5AD-B1E5-C3A6268E7D8B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59" creationId="{642D5EA3-7014-CCC0-AC9D-D87221B4406E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60" creationId="{B674A88B-C97E-C2A5-43C8-90640A757951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63" creationId="{05383D23-2973-F5C4-0C68-D2A7BCF9B861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65" creationId="{70A3CA4D-4A23-7A84-7AC8-50D56D25EFE1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66" creationId="{AB854458-6F27-3634-081D-F6182D50B96A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67" creationId="{188FC17C-0E4E-38B2-494B-26ACB3AACE7D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68" creationId="{0C3EDFCD-914F-E7AD-6E1A-172939BCE02C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69" creationId="{FEACE168-065A-85CF-E408-FA2F5782C8F7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0" creationId="{335BA9A9-1EFC-D448-25A6-CA9EF63D3B33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2" creationId="{E319B455-387C-A615-9490-83A14ADDFF1B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3" creationId="{3774D97D-086F-1D59-4F0B-FE838B627782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4" creationId="{6902C33E-73C5-5CD5-B12B-6DFF3369C060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5" creationId="{F46ED630-3080-88B5-5E4C-6BC171DE5F56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6" creationId="{61CB0AEA-649B-FAF2-482A-3951A854BD43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7" creationId="{EFF153D4-4C0E-F017-98EF-E26F908BDDA1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8" creationId="{543D8FD3-D059-E3E8-D60D-B72150C28CD2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79" creationId="{BB8AC2C5-0FD1-5D44-BAC7-A0AC40AAE64B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80" creationId="{E7346BC8-71AC-DF26-E362-EFC3DF29D4B5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81" creationId="{63913A8A-1116-F664-FAB2-725DC577E999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82" creationId="{2B4F1DCB-3C35-D4DB-B392-A5C177320A18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83" creationId="{ED3F6729-67EF-8F5B-477D-0178346B81CA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86" creationId="{837D9E6D-C2C2-4764-1AA2-F93E5D45B02C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87" creationId="{2D506E0D-029F-614E-029D-7954559537EF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188" creationId="{701886F5-8698-0936-AAE2-DBABA8C541AB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199" creationId="{0D5C92E8-5829-BBA9-A2AA-4184382FCDB7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0" creationId="{B70606DA-898F-9156-0FDE-14BDED87F533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1" creationId="{BA1FD00F-E2B3-5E83-A181-C0CC4346690D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2" creationId="{8F2AE099-90A9-6823-B821-1A220878D1E3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3" creationId="{BDE82013-444D-6B6B-F647-CFEBC8A5A3A1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4" creationId="{D25FD85F-E3BD-5762-540E-92C1508F0E81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5" creationId="{9B7ABB2F-9FD0-6506-D4E3-3604CFBE58DE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6" creationId="{EC8B3EDA-43BC-0C49-D632-F495B5BFA1D2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7" creationId="{08F1460A-6C04-863B-F122-773B80974046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8" creationId="{192FD734-F48E-2A5B-57E0-EBE1DEDF3A04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09" creationId="{BC3B24FE-4622-87FB-6695-9CFE4A26BF39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10" creationId="{04DCCC11-9593-E0DB-0581-D8691E378FEB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11" creationId="{97D61AE4-4B57-880B-FDC5-233267752B58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12" creationId="{0646F2FE-8541-E175-9B28-C499EB70A6E4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13" creationId="{3AB5AC48-6BCA-F016-0DD7-EBFCDF5DE854}"/>
          </ac:spMkLst>
        </pc:spChg>
        <pc:spChg chg="del">
          <ac:chgData name="Xin Xin" userId="9ff0c946-7f3c-4192-98c1-6be932ce2bce" providerId="ADAL" clId="{EC370BB4-30E8-4AD9-890D-521920E8CA56}" dt="2024-01-08T14:32:44.741" v="2911" actId="478"/>
          <ac:spMkLst>
            <pc:docMk/>
            <pc:sldMk cId="1024578609" sldId="1004"/>
            <ac:spMk id="220" creationId="{DA3E84AD-89C7-554E-4997-0D23972F8E18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69" creationId="{1AF9375D-17FD-ABF6-D776-89F3D69FECC2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0" creationId="{8F2288D3-C899-B73C-6CA7-25DFFD1B7B30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1" creationId="{36E70DBD-C21F-42C6-0B97-10AFDD606830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2" creationId="{D3AEF5B2-2948-4D0C-7FFE-4D3432C0FD54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3" creationId="{8CBF3910-0DE4-261C-8CAE-3C424DA14B34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4" creationId="{61C7092A-1379-26CF-1FE0-89E93DECE097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5" creationId="{A648085C-C401-D2C3-8212-3B6428645769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6" creationId="{5CE96487-69FA-A3B4-AAB3-EC119A739964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7" creationId="{B3906D6A-96D0-E461-894D-EE34419A15B3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8" creationId="{258AB8BE-350D-025D-4DC8-112795D82069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79" creationId="{446AD15B-DE3E-1776-7F36-5CBE73445BF5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80" creationId="{3982D968-4DE6-028D-369E-D2BBA84465CA}"/>
          </ac:spMkLst>
        </pc:spChg>
        <pc:spChg chg="mod">
          <ac:chgData name="Xin Xin" userId="9ff0c946-7f3c-4192-98c1-6be932ce2bce" providerId="ADAL" clId="{EC370BB4-30E8-4AD9-890D-521920E8CA56}" dt="2024-01-08T14:32:49.576" v="2913" actId="1076"/>
          <ac:spMkLst>
            <pc:docMk/>
            <pc:sldMk cId="1024578609" sldId="1004"/>
            <ac:spMk id="281" creationId="{FDD1E8A0-7128-6941-6D3D-86CCF18B20B9}"/>
          </ac:spMkLst>
        </pc:s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9" creationId="{1E3054EA-0724-516D-E95F-DA438768E2B0}"/>
          </ac:grpSpMkLst>
        </pc:gr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21" creationId="{5A4D8D14-F7A4-0F72-6342-29F0522DD408}"/>
          </ac:grpSpMkLst>
        </pc:gr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38" creationId="{CA797B44-AFA0-49F1-8E83-3E0F00041EF4}"/>
          </ac:grpSpMkLst>
        </pc:gr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55" creationId="{70B5EA4A-A594-1311-06FB-98F404CBCBCF}"/>
          </ac:grpSpMkLst>
        </pc:gr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72" creationId="{28DA0989-5B91-F3E6-E3AE-1F877764335F}"/>
          </ac:grpSpMkLst>
        </pc:gr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90" creationId="{045596D7-A8FC-917E-378D-C9FC8AEEA672}"/>
          </ac:grpSpMkLst>
        </pc:grpChg>
        <pc:grpChg chg="add 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99" creationId="{1E1FF222-26BA-2BA2-8B9C-8BCBF755D88E}"/>
          </ac:grpSpMkLst>
        </pc:grpChg>
        <pc:grpChg chg="add 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04" creationId="{46A3E720-73BC-6F8B-82C2-CC4A9EDDCFB2}"/>
          </ac:grpSpMkLst>
        </pc:grpChg>
        <pc:grpChg chg="add 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07" creationId="{BD248319-A692-5255-BA06-2B04569787A9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18" creationId="{89BAAB93-7DD2-D5D7-AAAF-B568801FDF8D}"/>
          </ac:grpSpMkLst>
        </pc:grpChg>
        <pc:grpChg chg="add 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32" creationId="{E66673D3-8890-0374-BA01-737B4EF87030}"/>
          </ac:grpSpMkLst>
        </pc:grpChg>
        <pc:grpChg chg="add 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35" creationId="{7809AC81-A2B2-62E2-AAB2-FB43308F96E4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38" creationId="{6859AE0C-EB31-45C0-DCF2-376793F59FD3}"/>
          </ac:grpSpMkLst>
        </pc:grpChg>
        <pc:grpChg chg="add 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43" creationId="{87734AE4-6770-9B63-DF23-20ECF8BC2586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47" creationId="{8730143D-C7B0-163A-F098-28B31B27FD73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48" creationId="{F678A438-0D52-FB0F-7FAE-A7121ABDA6AA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49" creationId="{0F132144-FD9D-56CD-5A5C-30E9F7F804E4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53" creationId="{0DFAAFB8-0A10-41C1-39C5-58409420A524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56" creationId="{B1FA8DC3-B0D8-280C-B278-A8A00D3E7027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71" creationId="{A05BBB7A-7799-4768-F880-E6C3D6998012}"/>
          </ac:grpSpMkLst>
        </pc:grpChg>
        <pc:grpChg chg="mod">
          <ac:chgData name="Xin Xin" userId="9ff0c946-7f3c-4192-98c1-6be932ce2bce" providerId="ADAL" clId="{EC370BB4-30E8-4AD9-890D-521920E8CA56}" dt="2024-01-08T14:32:49.576" v="2913" actId="1076"/>
          <ac:grpSpMkLst>
            <pc:docMk/>
            <pc:sldMk cId="1024578609" sldId="1004"/>
            <ac:grpSpMk id="184" creationId="{270D9427-01E3-0BCD-6713-7D0C64D7AD30}"/>
          </ac:grpSpMkLst>
        </pc:gr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214" creationId="{3090B643-1CCF-5634-D535-537157D51820}"/>
          </ac:grpSpMkLst>
        </pc:gr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217" creationId="{BDE36E95-1C43-8311-3F50-B42C0EC964AB}"/>
          </ac:grpSpMkLst>
        </pc:grpChg>
        <pc:grpChg chg="del">
          <ac:chgData name="Xin Xin" userId="9ff0c946-7f3c-4192-98c1-6be932ce2bce" providerId="ADAL" clId="{EC370BB4-30E8-4AD9-890D-521920E8CA56}" dt="2024-01-08T14:32:44.741" v="2911" actId="478"/>
          <ac:grpSpMkLst>
            <pc:docMk/>
            <pc:sldMk cId="1024578609" sldId="1004"/>
            <ac:grpSpMk id="221" creationId="{5C1B02B6-8B28-A1BD-7A36-B638B72A543E}"/>
          </ac:grpSpMkLst>
        </pc:grpChg>
        <pc:picChg chg="del">
          <ac:chgData name="Xin Xin" userId="9ff0c946-7f3c-4192-98c1-6be932ce2bce" providerId="ADAL" clId="{EC370BB4-30E8-4AD9-890D-521920E8CA56}" dt="2024-01-08T14:32:44.741" v="2911" actId="478"/>
          <ac:picMkLst>
            <pc:docMk/>
            <pc:sldMk cId="1024578609" sldId="1004"/>
            <ac:picMk id="20" creationId="{DB982E89-306E-8814-2AC9-0FD242D25201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05" creationId="{0E6CB256-38DE-EB71-9086-8B528301327E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06" creationId="{D0F36335-0F39-50B2-D42A-BC86565DE226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08" creationId="{AF9EF2E1-0ABB-8ADF-81A8-06A2FA18839F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09" creationId="{45A2186A-3E6C-3C06-AF31-AB65665A0061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11" creationId="{C329BD26-97BD-91F8-DC7C-AC4034A1C50C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33" creationId="{0F0B5D6E-8135-88FF-8413-546AAEB30419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34" creationId="{FA309521-024D-B72C-8812-43CBC9ED9CF2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46" creationId="{6788EEBC-6E0A-1C1E-0162-08884AE68881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61" creationId="{FEA9D598-5870-3FBE-BA58-C1005196BAD1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62" creationId="{E2459658-CF42-5D57-71CD-D8939173A415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64" creationId="{2DEDB902-A44D-2C2B-9831-F6FF533E3FD2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185" creationId="{CFDA851A-CCC9-864D-7064-6C8CEE9CFF2E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282" creationId="{21DF0A47-367A-0F26-403C-391AA254D15D}"/>
          </ac:picMkLst>
        </pc:picChg>
        <pc:picChg chg="mod">
          <ac:chgData name="Xin Xin" userId="9ff0c946-7f3c-4192-98c1-6be932ce2bce" providerId="ADAL" clId="{EC370BB4-30E8-4AD9-890D-521920E8CA56}" dt="2024-01-08T14:32:49.576" v="2913" actId="1076"/>
          <ac:picMkLst>
            <pc:docMk/>
            <pc:sldMk cId="1024578609" sldId="1004"/>
            <ac:picMk id="283" creationId="{75F4FDA8-F6EE-74CA-3C64-06DDC83EC344}"/>
          </ac:picMkLst>
        </pc:picChg>
      </pc:sldChg>
      <pc:sldChg chg="addSp delSp modSp add mod">
        <pc:chgData name="Xin Xin" userId="9ff0c946-7f3c-4192-98c1-6be932ce2bce" providerId="ADAL" clId="{EC370BB4-30E8-4AD9-890D-521920E8CA56}" dt="2024-01-08T14:33:46.135" v="2921" actId="1076"/>
        <pc:sldMkLst>
          <pc:docMk/>
          <pc:sldMk cId="647430869" sldId="1005"/>
        </pc:sldMkLst>
        <pc:spChg chg="mod">
          <ac:chgData name="Xin Xin" userId="9ff0c946-7f3c-4192-98c1-6be932ce2bce" providerId="ADAL" clId="{EC370BB4-30E8-4AD9-890D-521920E8CA56}" dt="2024-01-08T14:33:24.590" v="2916"/>
          <ac:spMkLst>
            <pc:docMk/>
            <pc:sldMk cId="647430869" sldId="1005"/>
            <ac:spMk id="3" creationId="{F4B962AB-B2A5-97E8-3328-A89C79D90FFA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5" creationId="{BD241B79-9653-8448-697B-A9E1C63B63AB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6" creationId="{07E30201-C1FF-735A-1F6A-B4C96EE9D8A0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7" creationId="{107E0D9A-B25C-43EA-C06E-6BAEBC2B15C2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8" creationId="{83C2C5E6-5F7C-A8FF-D746-C103C668C778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16" creationId="{01E180BB-89C5-A655-5C29-84B06EDEBE46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17" creationId="{F98188F4-5B37-23A0-E426-4690560CDEC3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18" creationId="{839C0EA5-E0A6-DB27-C81D-139820FD215F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19" creationId="{91C7CB49-9BD9-A1E9-1C18-E826AC04D11A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89" creationId="{A9E06A56-3881-A0BE-76EE-9A715D3FEEEE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97" creationId="{38307E07-4E46-9474-5119-DD9FDD69CF80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98" creationId="{FED1750D-F668-AF9B-CB99-4F6E138C1E64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99" creationId="{396B8FF8-330B-EE7B-BDAB-A77F5F95E633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00" creationId="{C5A0429F-422F-19A4-BD9B-EE47E8F324EC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01" creationId="{072E7294-1208-2861-5E5E-3DC32170433B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02" creationId="{3FA5E78F-B9C8-4D51-7F2C-7BDAAB8D3B6D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09" creationId="{0587245A-F194-926E-0A4B-B867AA06623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11" creationId="{017FEF63-0B65-608A-9513-202A04167E3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12" creationId="{E029A0F7-92BE-81BA-4BB5-EFCB736D25DA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13" creationId="{10D12D11-71EC-8C22-0548-FDF716C1EE0B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14" creationId="{59F7D35A-DB8C-DC01-030A-711AEB85FCB1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15" creationId="{B31F07EF-BB3E-9B1F-3DEE-DDA5C928A46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16" creationId="{58FEA444-BEAF-9054-308C-34B97EC3BB64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18" creationId="{4CBB155A-C2D6-266C-72B6-7A2AF3B8872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19" creationId="{CCFFA3B2-D734-135A-1A08-247622180505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0" creationId="{D49803D0-DAFB-E8AC-D703-14A28E32CEF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1" creationId="{4B3CA8D7-54C5-8633-CA67-AAF503FA144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2" creationId="{35CC1989-3803-A496-D888-45E9141C0485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3" creationId="{93D5C516-C296-C4CC-67F6-FC5611A9F5F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4" creationId="{BFC58466-DA8C-F5A9-C5CD-346237FFABF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5" creationId="{E5103EB9-AAE5-92BE-71BF-DB19FED79087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6" creationId="{0805F9D9-56DC-2571-BFC2-DE530426F4E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7" creationId="{870BEB3A-67AD-A345-2BAF-DADBBCFC1DC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8" creationId="{6A998FE2-708E-EF78-C323-6F7B04149AE4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29" creationId="{3731E631-31D1-637E-7949-835EE9C3028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33" creationId="{E17628B1-14AA-8DC7-7319-AA39DE2400C9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35" creationId="{0A0F8B44-8613-3CB6-82CE-9C5E37B1FDA7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36" creationId="{40759E10-03A8-E044-92D2-0A3D86D3A2DB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37" creationId="{6FB740A9-139E-3E12-8C42-9C0D9EA0A63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38" creationId="{A2784DAF-8AA0-546F-829C-BF5132E1B529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39" creationId="{8B1D65CF-CB19-348A-768A-DE304A7A850A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0" creationId="{2A43F10A-01DB-121E-0CA4-81EA1E161DB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2" creationId="{2376C7D7-6243-5E9F-5F0A-B159B6CC574D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3" creationId="{8662CF2C-50FC-2C1B-639E-78D50FB47129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4" creationId="{ED95C52A-A5E0-4159-D07F-45039BC1247A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5" creationId="{9CA3FE8E-CCE7-8891-0431-86395E15A0AB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6" creationId="{BA84F6E9-16B4-05D7-C17D-92CE73C8E02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7" creationId="{DA81400E-8209-6DC0-C407-789FAF947E9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8" creationId="{B6FA89BC-8F78-AFBB-476E-FD612D4C152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49" creationId="{A708E13B-DDA6-5B49-924A-CD5A50773057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50" creationId="{4D8426BB-ACCD-2B15-9CBE-88B3A8816173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51" creationId="{117C4A69-513B-014F-EAAC-3AED071EBEB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52" creationId="{DFA7F695-53A3-B1E4-4E92-0E6A7BEF7F64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53" creationId="{8F90DE63-F47B-04E0-12FA-B29AF2F3B0DA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57" creationId="{41A1E88C-A6EC-C37D-AAC9-F258008F791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59" creationId="{EF33CA18-8A2A-2BE1-86E2-D15389D5DEF3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0" creationId="{BC1D0904-5758-3BC6-58EA-D9F147624B9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1" creationId="{666DC9EE-1898-D9B7-3835-B1FF3C74F98A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2" creationId="{ADEE36AA-7E11-13AF-4271-D868DAF89A9A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3" creationId="{6DFCB69B-6FE5-0A5F-CE2B-B3B0712E0FB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4" creationId="{6505C6A1-BD78-FCA9-CF37-28A4C48B851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6" creationId="{2679C889-73B4-8A40-0934-912F3B7D5A2D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7" creationId="{91D761D9-80EF-5FD9-1A3B-8D674A49154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8" creationId="{86F1443B-06DA-4A30-F616-E2D846BFBF6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69" creationId="{FA842EAE-15AC-AA4A-1474-E6BC0FD1ED4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0" creationId="{DC6D457B-3136-A85D-F1D3-43B304249CCD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1" creationId="{D81424C4-BC35-F1B6-F8D8-CF2E366B959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2" creationId="{C0AA454A-5779-ED90-30BE-4332B48219B9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3" creationId="{51F5B71C-8EB1-45F7-5DD3-A342F641278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4" creationId="{8C5D33CF-630F-7335-A27F-0A0A30781E7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5" creationId="{E4285730-F307-C8D4-D40B-83B3EDE63A31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6" creationId="{C7E71CEA-3B3D-30A6-28FE-FCDBD909E347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7" creationId="{3F1DF12D-2462-80C5-031B-BCBD443757DB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8" creationId="{9F32C34C-1D82-3330-DBC1-CF45C274D8C5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79" creationId="{DBF3F758-2CAF-BDFE-CDE3-CAD2B2D27A20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80" creationId="{8725200F-75B5-1A04-B304-5048745B3AF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82" creationId="{E96B8F5F-2D49-4B13-D5BC-DBB63F39DE69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83" creationId="{E7AD3C47-EE49-F097-0999-CAB63D8E661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84" creationId="{6938DE8E-AA7C-ECC6-4ABF-9B344BA1800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85" creationId="{21E9CD73-2FD0-DBA3-7380-127EB2091C5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86" creationId="{DE7A7A8D-4DC3-FA4B-C502-B6C873C4DBC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188" creationId="{76552839-550B-BCE8-9618-AD658CAD910A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199" creationId="{0D5C92E8-5829-BBA9-A2AA-4184382FCDB7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0" creationId="{B70606DA-898F-9156-0FDE-14BDED87F533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1" creationId="{BA1FD00F-E2B3-5E83-A181-C0CC4346690D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2" creationId="{8F2AE099-90A9-6823-B821-1A220878D1E3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3" creationId="{BDE82013-444D-6B6B-F647-CFEBC8A5A3A1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4" creationId="{D25FD85F-E3BD-5762-540E-92C1508F0E81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5" creationId="{9B7ABB2F-9FD0-6506-D4E3-3604CFBE58DE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6" creationId="{EC8B3EDA-43BC-0C49-D632-F495B5BFA1D2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7" creationId="{08F1460A-6C04-863B-F122-773B80974046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8" creationId="{192FD734-F48E-2A5B-57E0-EBE1DEDF3A04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09" creationId="{BC3B24FE-4622-87FB-6695-9CFE4A26BF39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10" creationId="{04DCCC11-9593-E0DB-0581-D8691E378FEB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11" creationId="{97D61AE4-4B57-880B-FDC5-233267752B58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12" creationId="{0646F2FE-8541-E175-9B28-C499EB70A6E4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13" creationId="{3AB5AC48-6BCA-F016-0DD7-EBFCDF5DE854}"/>
          </ac:spMkLst>
        </pc:spChg>
        <pc:spChg chg="del">
          <ac:chgData name="Xin Xin" userId="9ff0c946-7f3c-4192-98c1-6be932ce2bce" providerId="ADAL" clId="{EC370BB4-30E8-4AD9-890D-521920E8CA56}" dt="2024-01-08T14:33:42.626" v="2919" actId="478"/>
          <ac:spMkLst>
            <pc:docMk/>
            <pc:sldMk cId="647430869" sldId="1005"/>
            <ac:spMk id="220" creationId="{DA3E84AD-89C7-554E-4997-0D23972F8E1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70" creationId="{86CCB3F5-B041-364E-242B-6AB4AF3F4A5A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71" creationId="{15B50F4A-B0F7-0259-66A6-686128FF7B19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73" creationId="{A87CAB99-CC3D-93FB-C1F4-5D21B97FAB93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75" creationId="{012220F5-7DEF-914C-EBF4-AE65F67BE4D3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76" creationId="{102D28C3-74C4-10EE-780C-39EDB4069F6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77" creationId="{DDA5B438-B674-F827-214D-D67326F02C43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78" creationId="{53996CB8-3038-2388-41BB-E3009E7D80C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79" creationId="{0CBD6B08-8B48-61D4-A483-DF685E785DA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0" creationId="{DE80BF2B-01C7-9CDB-34BC-22F7DFB1E12B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1" creationId="{EC46DDA7-8A14-EA75-0C42-9C6C21A5F8B9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2" creationId="{15486B2E-D301-A58C-ABAE-B6595B22A11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3" creationId="{24ED19EC-BE78-39A1-B855-5F4FEEDDE47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4" creationId="{ECD2CF41-A5D8-7AE8-C5F5-C1725E4D054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5" creationId="{EE7C8A76-92C3-BCA1-FE79-F985764A8BD7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6" creationId="{FA29E257-3466-233C-85B2-E9F8C9F61C8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7" creationId="{B9BDD59A-FE3F-3E82-7B26-1859A492561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8" creationId="{2AD8C510-9B53-2AE4-2A5D-EE99546203F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89" creationId="{6021836F-96D1-F223-AD0D-8226CD0D5977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0" creationId="{A677C5F8-1E12-5A91-F491-6CB2523E43D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1" creationId="{EDB4356B-16BA-425E-52A2-551D2A47535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2" creationId="{725917A9-C133-993C-0EC6-42B4BDF833E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3" creationId="{085945DB-4366-741D-4D11-95F6E794CF60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4" creationId="{CC5119AD-7484-99DB-6B3F-CC2D69A47BDE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5" creationId="{6F85518C-F3E7-DD97-C920-67DAD31755C1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6" creationId="{783C16D5-23A6-FD0A-8654-0898C5F6B464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7" creationId="{85C97ABD-381E-D176-EF75-219F31423E40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8" creationId="{7B017DDC-6678-28B6-AEE0-3AC1D109D231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299" creationId="{00D7B796-2464-FCA4-0810-8EA32AAF8334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0" creationId="{40507F87-CD40-8820-F60A-6F8E87F64D5D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1" creationId="{BF7F399A-D1D6-D95E-56A4-96AF4A710D21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2" creationId="{73DE4961-48BF-5EDD-5B76-9EC58ACF1E0C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3" creationId="{AA272825-9E72-400F-8BED-C9C13DBC27E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5" creationId="{D7256376-3FB7-E088-4ECB-EDF4934FBE8D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6" creationId="{04953903-C6DE-6BCB-4CFC-986016C2AA91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7" creationId="{B3B65144-8537-2640-E69F-3FA800B6B27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8" creationId="{6E211DB1-CF0D-4FDC-A51F-BDEAA010EE07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09" creationId="{BB1AA9FF-8C5D-8C97-9A12-F9CBB0AAE4E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11" creationId="{6F9BD80F-C282-04E5-47C3-5C12B745E394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13" creationId="{2AD47B5B-5711-E779-A57C-F5BA0EC51F3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14" creationId="{F135D24A-2C5D-2AAC-F3AD-B77420514B6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16" creationId="{1DF86486-C335-D03A-63DD-C25E8897227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18" creationId="{7626E708-AC6B-DA69-38D7-0FF3C8FDAC5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19" creationId="{215896D9-9C07-AAE6-04D8-CCA9ED2FA25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0" creationId="{3BE50475-1571-35DF-02CB-9F831429A60D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1" creationId="{655359E4-25C7-87D5-5844-2C5884A6BE4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2" creationId="{710517E3-3D04-0C51-20EC-E75E2A61822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3" creationId="{4CC363FA-87ED-882D-8E52-8D97C945018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4" creationId="{63731AAE-11BF-6CD9-6B6D-9E530B0313D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5" creationId="{676EEB65-331F-E1FB-EDB0-792FBE2A767B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6" creationId="{BEE407EC-6DFB-C56C-08F9-DD7B34B05979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7" creationId="{564A4F9A-4AF3-1A22-8391-C9303DFFDE0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8" creationId="{FFFC2B27-8667-6803-A88F-3C5D012F921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29" creationId="{8C4EDE74-47FA-134D-1049-D29FDE45EAC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30" creationId="{6ABC1804-DE6B-387C-8D15-AC6B6C7A6B3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31" creationId="{B0E4C190-BFAC-D852-76C8-9A5483F86332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32" creationId="{00DD6E5B-13D1-C6F2-2292-69CE5DFA875A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33" creationId="{CB9746C4-B120-E6A2-BA0C-0B4A013F0F3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34" creationId="{F373DDB5-A46C-837D-BEDE-66AE68A2ED0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35" creationId="{C121F07B-4DA7-7C6B-6E1C-3812CDA4A477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36" creationId="{DC085AA8-ED3A-4207-1269-46ED2BBF296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39" creationId="{580E1900-6A4C-2A11-574F-E92CFE80A09B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42" creationId="{8D80B83C-4B56-CFE7-E79D-FB51553AD5C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45" creationId="{38F9F7A4-671D-A1BC-6EE7-A82C070EDD0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48" creationId="{0642C94E-5F7E-86E1-4D74-1AD6000E57C0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50" creationId="{2F3126CD-356C-17FB-246A-57D607F73F9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51" creationId="{391A225E-1C5F-B20E-FB8E-CB6F327D82AD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53" creationId="{B8E02954-29FF-7AFA-7521-375A216BB0E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54" creationId="{899214C3-F825-4682-3874-475E231A525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55" creationId="{A682E8CB-2868-F0A1-85C3-FEBD6201173B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56" creationId="{AED80450-837E-F91B-CAC0-19835D596073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58" creationId="{7073CF2B-8816-CD37-AD7E-F9ABAD60B914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59" creationId="{2C28D18A-32D5-9059-E148-9B1E22A8AEA5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61" creationId="{458497FF-3380-BCF8-743D-6B039C5C325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62" creationId="{7766D314-EFC9-C4BB-7814-AC16A332028F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63" creationId="{61B05E85-2B87-A897-5BDF-0C43324CCDB1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64" creationId="{1ACA989D-7950-341A-5659-49B0E4FF50D4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65" creationId="{98F53E18-EFA0-C057-DAF2-995020FA14A7}"/>
          </ac:spMkLst>
        </pc:spChg>
        <pc:spChg chg="add 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66" creationId="{CC2EA8A7-B1DE-994C-8673-46503CFECA6C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68" creationId="{393620C6-7E01-6802-B26B-EF68DE6834D6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69" creationId="{175720F0-6B4E-0167-BF95-EF0F468701C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71" creationId="{8E3354A4-BA46-094D-5A8B-CB2C4F38FB6E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72" creationId="{88C1AE62-4EFD-3871-D00C-93E7C92B6D78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73" creationId="{86DEDAFD-5064-83A8-E2A8-7F84494177A3}"/>
          </ac:spMkLst>
        </pc:spChg>
        <pc:spChg chg="mod">
          <ac:chgData name="Xin Xin" userId="9ff0c946-7f3c-4192-98c1-6be932ce2bce" providerId="ADAL" clId="{EC370BB4-30E8-4AD9-890D-521920E8CA56}" dt="2024-01-08T14:33:46.135" v="2921" actId="1076"/>
          <ac:spMkLst>
            <pc:docMk/>
            <pc:sldMk cId="647430869" sldId="1005"/>
            <ac:spMk id="374" creationId="{94F1AD23-E1D1-A1A5-C069-17DD58392C97}"/>
          </ac:spMkLst>
        </pc:s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9" creationId="{1E3054EA-0724-516D-E95F-DA438768E2B0}"/>
          </ac:grpSpMkLst>
        </pc:gr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21" creationId="{5A4D8D14-F7A4-0F72-6342-29F0522DD408}"/>
          </ac:grpSpMkLst>
        </pc:gr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38" creationId="{CA797B44-AFA0-49F1-8E83-3E0F00041EF4}"/>
          </ac:grpSpMkLst>
        </pc:gr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55" creationId="{70B5EA4A-A594-1311-06FB-98F404CBCBCF}"/>
          </ac:grpSpMkLst>
        </pc:gr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72" creationId="{28DA0989-5B91-F3E6-E3AE-1F877764335F}"/>
          </ac:grpSpMkLst>
        </pc:gr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90" creationId="{045596D7-A8FC-917E-378D-C9FC8AEEA672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03" creationId="{93A212EC-E377-1965-01D3-18A4975F6B0E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06" creationId="{9E59A9F7-1537-9871-9A5E-991F4E2DB422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17" creationId="{5FF57B62-CF28-8D70-5EA3-AA21CEFF57D8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30" creationId="{E2648252-BDEC-6C9F-DF81-C510F0BFBA01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41" creationId="{58B6854C-2152-F935-2B0C-CAC2F3A8CB55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54" creationId="{A216965D-144B-23E6-BB53-7C07622F6C29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65" creationId="{2781B54A-4706-2593-04BB-0EFF1D066121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81" creationId="{2DCF0B49-2176-F773-0645-6A5AE56B7B15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187" creationId="{6BA39F29-CE98-1BA6-A790-59F799620FD7}"/>
          </ac:grpSpMkLst>
        </pc:gr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214" creationId="{3090B643-1CCF-5634-D535-537157D51820}"/>
          </ac:grpSpMkLst>
        </pc:gr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217" creationId="{BDE36E95-1C43-8311-3F50-B42C0EC964AB}"/>
          </ac:grpSpMkLst>
        </pc:grpChg>
        <pc:grpChg chg="del">
          <ac:chgData name="Xin Xin" userId="9ff0c946-7f3c-4192-98c1-6be932ce2bce" providerId="ADAL" clId="{EC370BB4-30E8-4AD9-890D-521920E8CA56}" dt="2024-01-08T14:33:42.626" v="2919" actId="478"/>
          <ac:grpSpMkLst>
            <pc:docMk/>
            <pc:sldMk cId="647430869" sldId="1005"/>
            <ac:grpSpMk id="221" creationId="{5C1B02B6-8B28-A1BD-7A36-B638B72A543E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269" creationId="{76B70455-7486-0707-4E5A-9E8CED2AC518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272" creationId="{3B5C526A-BDBA-614A-1AB9-05098A6A0479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274" creationId="{EB33196A-CA40-6824-9173-79796370130B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04" creationId="{FC6B58E4-5798-2271-0B1C-E5E25DD90202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10" creationId="{DBA2BE16-1A0F-3B02-D06E-0AA4537B5377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12" creationId="{AC8CE598-BBA1-E3AA-C04C-2A6315FD8566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15" creationId="{32E1F1EB-C222-1DE3-2CDC-8A3E41C0C9BB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17" creationId="{A5A50993-0CB0-6B16-0EDE-96D199879433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37" creationId="{54D242DF-5FBA-2230-83D5-1A4F554E7E92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40" creationId="{B94A2D3C-5BEC-7AA4-C3CB-DE74E15A75E8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43" creationId="{826E0B4A-257A-8850-37A9-C52763411EF0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46" creationId="{74A37080-B3A0-F594-BC7F-A28D3FBCAD2F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49" creationId="{DBCAE4B5-31B2-8C25-1216-EEDE5CB09232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52" creationId="{3828E029-1B96-2829-7A62-40EE3E1B6FC6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57" creationId="{26CDF0E8-2C0E-68F0-A150-8233A2561B3F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60" creationId="{A94573F7-E2F1-7EA7-06E9-2E4D1D2FE538}"/>
          </ac:grpSpMkLst>
        </pc:grpChg>
        <pc:grpChg chg="add 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67" creationId="{EE631BC8-2F25-C895-9288-ED4AD240D2BB}"/>
          </ac:grpSpMkLst>
        </pc:grpChg>
        <pc:grpChg chg="mod">
          <ac:chgData name="Xin Xin" userId="9ff0c946-7f3c-4192-98c1-6be932ce2bce" providerId="ADAL" clId="{EC370BB4-30E8-4AD9-890D-521920E8CA56}" dt="2024-01-08T14:33:46.135" v="2921" actId="1076"/>
          <ac:grpSpMkLst>
            <pc:docMk/>
            <pc:sldMk cId="647430869" sldId="1005"/>
            <ac:grpSpMk id="370" creationId="{35FF5C92-93BA-C31E-268E-CAE53461776C}"/>
          </ac:grpSpMkLst>
        </pc:grpChg>
        <pc:picChg chg="del">
          <ac:chgData name="Xin Xin" userId="9ff0c946-7f3c-4192-98c1-6be932ce2bce" providerId="ADAL" clId="{EC370BB4-30E8-4AD9-890D-521920E8CA56}" dt="2024-01-08T14:33:42.626" v="2919" actId="478"/>
          <ac:picMkLst>
            <pc:docMk/>
            <pc:sldMk cId="647430869" sldId="1005"/>
            <ac:picMk id="20" creationId="{DB982E89-306E-8814-2AC9-0FD242D25201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04" creationId="{856F9605-B4A7-9A70-AD32-E2C16A5662F0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05" creationId="{7942FD5E-9FD6-2606-B0DD-57A1022D72BD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07" creationId="{190A7387-368E-6EFE-BCB3-1930D354AA70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08" creationId="{86F6E2C2-CAC1-B71B-3FFA-86B77057A279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10" creationId="{830A6675-CC15-6A1F-EC03-8ED3A01FA1B4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31" creationId="{FB9BF68D-9D6E-08D6-E8FE-BB308AC9A832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32" creationId="{849DDF43-3197-25F6-897E-5A4FF5558F2D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34" creationId="{1EA8F155-4043-BC63-EE30-7C0BFE712D9A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55" creationId="{ED4A9A70-57DE-00DD-9EFA-5C7CE79E1A88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56" creationId="{9303268B-B07F-CB95-C824-4CDF06433DA2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158" creationId="{2B7BEF9D-C6C3-BE90-28D8-E80F29D22375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338" creationId="{829D5691-63FA-DC02-83A7-D25673E7C181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341" creationId="{3CD7A6FC-2D80-C64C-FC9B-DF78636AE0A7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344" creationId="{3C465A8E-CBBF-DA5D-DB3B-37B2DCABA355}"/>
          </ac:picMkLst>
        </pc:picChg>
        <pc:picChg chg="mod">
          <ac:chgData name="Xin Xin" userId="9ff0c946-7f3c-4192-98c1-6be932ce2bce" providerId="ADAL" clId="{EC370BB4-30E8-4AD9-890D-521920E8CA56}" dt="2024-01-08T14:33:46.135" v="2921" actId="1076"/>
          <ac:picMkLst>
            <pc:docMk/>
            <pc:sldMk cId="647430869" sldId="1005"/>
            <ac:picMk id="347" creationId="{8C6CEB6F-45CE-07AB-8D86-236B9558A429}"/>
          </ac:picMkLst>
        </pc:picChg>
      </pc:sldChg>
      <pc:sldChg chg="addSp delSp modSp add mod ord modAnim">
        <pc:chgData name="Xin Xin" userId="9ff0c946-7f3c-4192-98c1-6be932ce2bce" providerId="ADAL" clId="{EC370BB4-30E8-4AD9-890D-521920E8CA56}" dt="2024-01-08T14:34:46.976" v="2931"/>
        <pc:sldMkLst>
          <pc:docMk/>
          <pc:sldMk cId="1030716104" sldId="1006"/>
        </pc:sldMkLst>
        <pc:spChg chg="mod">
          <ac:chgData name="Xin Xin" userId="9ff0c946-7f3c-4192-98c1-6be932ce2bce" providerId="ADAL" clId="{EC370BB4-30E8-4AD9-890D-521920E8CA56}" dt="2024-01-08T14:34:39.581" v="2928" actId="20577"/>
          <ac:spMkLst>
            <pc:docMk/>
            <pc:sldMk cId="1030716104" sldId="1006"/>
            <ac:spMk id="3" creationId="{F4B962AB-B2A5-97E8-3328-A89C79D90FFA}"/>
          </ac:spMkLst>
        </pc:spChg>
        <pc:spChg chg="add 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" creationId="{C1FFB67E-0C73-0334-87DA-D5F03EC3787A}"/>
          </ac:spMkLst>
        </pc:spChg>
        <pc:spChg chg="add 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" creationId="{2A5E3D3F-6FE0-4F43-CC2E-DC98CD97B697}"/>
          </ac:spMkLst>
        </pc:spChg>
        <pc:spChg chg="add 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7" creationId="{E1D51ACA-A25E-0404-EE13-BBE00587D9E4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0" creationId="{4370E9A1-2242-634E-3D7C-F0EA2194045E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1" creationId="{BC73D827-9C86-E20A-247D-3919B304D52A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2" creationId="{AAE54FB1-4985-FCB5-CF97-D1E24D668BD5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3" creationId="{C38542C2-9EF6-0A13-CF4F-84FD8503B52B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4" creationId="{D194893E-A32B-02B3-FC51-BECD274D8223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5" creationId="{535FD975-A433-DC50-8986-AA0A2711129E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6" creationId="{062C9A02-F863-8C7D-8351-D5C46EBDD95A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7" creationId="{F0305298-57EC-6998-6361-F846C77AA033}"/>
          </ac:spMkLst>
        </pc:spChg>
        <pc:spChg chg="add 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18" creationId="{77E2A92B-6C2E-5F94-A0ED-3F0DD1B921B7}"/>
          </ac:spMkLst>
        </pc:spChg>
        <pc:spChg chg="add 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22" creationId="{921FDCE4-783A-C422-ACD1-4032E9DBF485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24" creationId="{AADAE967-3140-7330-1D87-180AA0AF12B1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25" creationId="{C6BC65D4-3BED-3072-C66F-4649166A484B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27" creationId="{65D581AB-6107-69E0-A9DF-3E01943D970E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28" creationId="{60D3BE85-CB80-5CEF-83E8-7A91A86CFFD7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30" creationId="{ACABE245-7717-C510-2A93-00995906ED80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31" creationId="{16CB027B-C579-F9FA-C210-D724D35C027A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33" creationId="{A4264FA7-DF0F-AB57-FCCD-7B658C2E36D0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34" creationId="{2EE767D9-12DB-838D-3C42-71EBB6E06EF6}"/>
          </ac:spMkLst>
        </pc:spChg>
        <pc:spChg chg="add 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35" creationId="{5DD080EA-CDD8-C830-E632-3D77D51BB822}"/>
          </ac:spMkLst>
        </pc:spChg>
        <pc:spChg chg="add 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39" creationId="{7FBE6AD0-6F10-6B21-F648-9AF8D83517A7}"/>
          </ac:spMkLst>
        </pc:spChg>
        <pc:spChg chg="add 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40" creationId="{2CD1D51A-B51B-7133-4F9A-422272CAFF54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42" creationId="{BC33C6A2-282B-67ED-8346-226565DF1D6B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43" creationId="{26F1E649-0A45-F6CC-214F-E1F61DF04004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47" creationId="{AF54A740-285F-33FF-A8CE-23A32213B075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49" creationId="{7BE58733-792D-3F97-A266-7304264B495C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0" creationId="{C07790BA-88F7-1589-2E93-EDA210BF0860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1" creationId="{4C6E5130-6B2B-43BF-F95E-865B23247459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2" creationId="{C006557A-92D1-DA9C-D555-5439F13312A2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3" creationId="{922E0608-8690-8CFE-85D6-D5A1661D8BB3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4" creationId="{A3D07250-DE4C-EE8C-6F9F-5D694C39ABEA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6" creationId="{F2F49269-EFC1-4CFA-9A36-7E4C547C7C34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7" creationId="{52CB918E-A3CA-F38B-EB0D-C9D9325BD874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8" creationId="{B63CF5BE-BF25-F778-D290-1EB9F584A2F5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59" creationId="{87DAA29E-4939-E745-4A97-97BB497E1258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0" creationId="{8E2249BE-1857-DC22-4A94-DB3E0E028758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1" creationId="{1E7CA0AF-E33C-8D1E-04CA-89129AB34D74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2" creationId="{228C5FAE-844F-7C56-8137-E4207B4FE57B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3" creationId="{6B407FB9-DABC-B63C-35F6-A55C091FFB49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4" creationId="{AB860356-DEA0-C626-492D-040D724D4E78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5" creationId="{DBEBCCDF-02A6-324E-C218-1259BB7E53E8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6" creationId="{6E8927E8-5990-C9EF-4F54-D42F911DCE74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67" creationId="{133E5D8C-90E6-EDA7-B5A3-DEB241EC9889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70" creationId="{93838D24-188D-6874-C9EB-BFE8E01FDEBD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73" creationId="{FF9E9482-4A40-9CF4-64EB-9BCC610DBAB8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78" creationId="{597665E3-0B89-7CE2-F35C-03644A008AC6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79" creationId="{3F8645C6-6687-FB0E-D305-28D4FE96DCBB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81" creationId="{3C4165E3-781B-5BF1-F62E-2E0A8A660E94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82" creationId="{64869C54-FC3C-45C0-5514-789EB7E3B21C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83" creationId="{72F4F6BC-D33D-7253-86A1-6A24275B22A1}"/>
          </ac:spMkLst>
        </pc:spChg>
        <pc:spChg chg="mod">
          <ac:chgData name="Xin Xin" userId="9ff0c946-7f3c-4192-98c1-6be932ce2bce" providerId="ADAL" clId="{EC370BB4-30E8-4AD9-890D-521920E8CA56}" dt="2024-01-08T14:34:44.477" v="2929" actId="1076"/>
          <ac:spMkLst>
            <pc:docMk/>
            <pc:sldMk cId="1030716104" sldId="1006"/>
            <ac:spMk id="84" creationId="{975B91AD-0B6F-C739-9DE8-B2FA0ADDA127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97" creationId="{38307E07-4E46-9474-5119-DD9FDD69CF80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98" creationId="{FED1750D-F668-AF9B-CB99-4F6E138C1E64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99" creationId="{396B8FF8-330B-EE7B-BDAB-A77F5F95E633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100" creationId="{C5A0429F-422F-19A4-BD9B-EE47E8F324EC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101" creationId="{072E7294-1208-2861-5E5E-3DC32170433B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102" creationId="{3FA5E78F-B9C8-4D51-7F2C-7BDAAB8D3B6D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178" creationId="{9F32C34C-1D82-3330-DBC1-CF45C274D8C5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179" creationId="{DBF3F758-2CAF-BDFE-CDE3-CAD2B2D27A20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180" creationId="{8725200F-75B5-1A04-B304-5048745B3AF2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294" creationId="{CC5119AD-7484-99DB-6B3F-CC2D69A47BDE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295" creationId="{6F85518C-F3E7-DD97-C920-67DAD31755C1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296" creationId="{783C16D5-23A6-FD0A-8654-0898C5F6B464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297" creationId="{85C97ABD-381E-D176-EF75-219F31423E40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298" creationId="{7B017DDC-6678-28B6-AEE0-3AC1D109D231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299" creationId="{00D7B796-2464-FCA4-0810-8EA32AAF8334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300" creationId="{40507F87-CD40-8820-F60A-6F8E87F64D5D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301" creationId="{BF7F399A-D1D6-D95E-56A4-96AF4A710D21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302" creationId="{73DE4961-48BF-5EDD-5B76-9EC58ACF1E0C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303" creationId="{AA272825-9E72-400F-8BED-C9C13DBC27E2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365" creationId="{98F53E18-EFA0-C057-DAF2-995020FA14A7}"/>
          </ac:spMkLst>
        </pc:spChg>
        <pc:spChg chg="del">
          <ac:chgData name="Xin Xin" userId="9ff0c946-7f3c-4192-98c1-6be932ce2bce" providerId="ADAL" clId="{EC370BB4-30E8-4AD9-890D-521920E8CA56}" dt="2024-01-08T14:34:27.188" v="2924" actId="478"/>
          <ac:spMkLst>
            <pc:docMk/>
            <pc:sldMk cId="1030716104" sldId="1006"/>
            <ac:spMk id="366" creationId="{CC2EA8A7-B1DE-994C-8673-46503CFECA6C}"/>
          </ac:spMkLst>
        </pc:s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8" creationId="{19843733-429D-096A-772E-E2A5A8D19E51}"/>
          </ac:grpSpMkLst>
        </pc:grpChg>
        <pc:grpChg chg="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9" creationId="{E078EB64-B3FE-4211-4866-5323FF904E7A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19" creationId="{BA6320AD-3E6F-D182-CE63-E895F3A16CC3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23" creationId="{56B5EE50-6859-239E-1D6E-5CA341F1673C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26" creationId="{2DFD20AA-9065-4EC4-DE6B-C6DB9B5CD334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29" creationId="{6CE1EEFE-2E8C-A42A-EADA-794D00089042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32" creationId="{5BCCCDDF-21E7-669A-28C4-5EEFE04B6799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36" creationId="{A91A47CD-E431-8DCF-93FD-890345E6F88E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41" creationId="{BC315C3D-A0AD-D85F-0C68-F928F7153083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44" creationId="{BFB2BEA4-B7A5-A273-9430-3F37CD4C19D2}"/>
          </ac:grpSpMkLst>
        </pc:grpChg>
        <pc:grpChg chg="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55" creationId="{6CA42B00-C85F-26F2-6BC6-ADDB73BF73EB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68" creationId="{1E4E9959-927F-7F87-9AB7-093898FDF301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71" creationId="{D31CD865-FEB1-85B4-CB74-CCF4EBC5EDFB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74" creationId="{509AB1E6-A263-1157-B328-8453526008FB}"/>
          </ac:grpSpMkLst>
        </pc:grpChg>
        <pc:grpChg chg="add 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77" creationId="{E97BE6D5-6CC2-8ECA-8A20-CC342766B3E8}"/>
          </ac:grpSpMkLst>
        </pc:grpChg>
        <pc:grpChg chg="mod">
          <ac:chgData name="Xin Xin" userId="9ff0c946-7f3c-4192-98c1-6be932ce2bce" providerId="ADAL" clId="{EC370BB4-30E8-4AD9-890D-521920E8CA56}" dt="2024-01-08T14:34:44.477" v="2929" actId="1076"/>
          <ac:grpSpMkLst>
            <pc:docMk/>
            <pc:sldMk cId="1030716104" sldId="1006"/>
            <ac:grpSpMk id="80" creationId="{7FB8A5B1-BCBB-9AB7-86A1-54CF71B1CE4A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103" creationId="{93A212EC-E377-1965-01D3-18A4975F6B0E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106" creationId="{9E59A9F7-1537-9871-9A5E-991F4E2DB422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130" creationId="{E2648252-BDEC-6C9F-DF81-C510F0BFBA01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154" creationId="{A216965D-144B-23E6-BB53-7C07622F6C29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181" creationId="{2DCF0B49-2176-F773-0645-6A5AE56B7B15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304" creationId="{FC6B58E4-5798-2271-0B1C-E5E25DD90202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337" creationId="{54D242DF-5FBA-2230-83D5-1A4F554E7E92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340" creationId="{B94A2D3C-5BEC-7AA4-C3CB-DE74E15A75E8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343" creationId="{826E0B4A-257A-8850-37A9-C52763411EF0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346" creationId="{74A37080-B3A0-F594-BC7F-A28D3FBCAD2F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349" creationId="{DBCAE4B5-31B2-8C25-1216-EEDE5CB09232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357" creationId="{26CDF0E8-2C0E-68F0-A150-8233A2561B3F}"/>
          </ac:grpSpMkLst>
        </pc:grpChg>
        <pc:grpChg chg="del">
          <ac:chgData name="Xin Xin" userId="9ff0c946-7f3c-4192-98c1-6be932ce2bce" providerId="ADAL" clId="{EC370BB4-30E8-4AD9-890D-521920E8CA56}" dt="2024-01-08T14:34:27.188" v="2924" actId="478"/>
          <ac:grpSpMkLst>
            <pc:docMk/>
            <pc:sldMk cId="1030716104" sldId="1006"/>
            <ac:grpSpMk id="367" creationId="{EE631BC8-2F25-C895-9288-ED4AD240D2BB}"/>
          </ac:grpSpMkLst>
        </pc:grp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20" creationId="{66F4B5FA-ABCC-A3D9-00BD-314E8F111120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21" creationId="{62B0811E-7BA4-AC5C-8CC1-57B496B0B971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37" creationId="{D01B54A6-4842-2F1E-EB12-FFB1512028BF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38" creationId="{A6A9F198-8622-F253-8477-4B6C03B1EBCA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45" creationId="{32033B87-C03F-E29C-55D2-51DAF0696DAC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46" creationId="{0C998CDC-88D6-597B-C767-2162885B86B9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48" creationId="{C4FDF1FC-95C2-749F-2B89-EA3E2F921AD1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69" creationId="{AF76B507-B084-7DAD-0D56-EAEEF33C4872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72" creationId="{77832328-FD5D-9A05-D5F0-C36316E62DFD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75" creationId="{579F0D86-B184-BBEC-9D05-B093BC308CE2}"/>
          </ac:picMkLst>
        </pc:picChg>
        <pc:picChg chg="mod">
          <ac:chgData name="Xin Xin" userId="9ff0c946-7f3c-4192-98c1-6be932ce2bce" providerId="ADAL" clId="{EC370BB4-30E8-4AD9-890D-521920E8CA56}" dt="2024-01-08T14:34:44.477" v="2929" actId="1076"/>
          <ac:picMkLst>
            <pc:docMk/>
            <pc:sldMk cId="1030716104" sldId="1006"/>
            <ac:picMk id="76" creationId="{6B946C07-0804-F557-9373-DCF302FE6686}"/>
          </ac:picMkLst>
        </pc:picChg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117008380" sldId="1007"/>
        </pc:sldMkLst>
        <pc:spChg chg="mod">
          <ac:chgData name="Xin Xin" userId="9ff0c946-7f3c-4192-98c1-6be932ce2bce" providerId="ADAL" clId="{EC370BB4-30E8-4AD9-890D-521920E8CA56}" dt="2024-01-08T14:35:30.068" v="2938"/>
          <ac:spMkLst>
            <pc:docMk/>
            <pc:sldMk cId="3117008380" sldId="1007"/>
            <ac:spMk id="3" creationId="{F4B962AB-B2A5-97E8-3328-A89C79D90FFA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" creationId="{EF3C6935-5EB9-A27B-57B7-AAEB63007C5A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" creationId="{F477BD6A-44AA-A3F2-C485-C35C12506CA6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" creationId="{B9968247-38E7-E937-AB8B-6953DCE90C59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" creationId="{99829913-9B66-E4BA-482D-E74C652FFD48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9" creationId="{DA82A171-9551-214C-824E-E3DB246B3086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0" creationId="{5FBC0DA1-1FB2-7A78-43B7-90A8D07D50C9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1" creationId="{A67BDA86-B3AA-0D1F-3259-DD5756FD88A5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2" creationId="{B0A41155-87C4-B899-8879-FC6D5958E42C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3" creationId="{71D231F4-66B8-6348-2612-72244E3E441D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4" creationId="{F21CC801-4507-CE51-EC24-EA0DE4D82467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5" creationId="{1776E8CF-A861-5887-26C5-E2D7A8A7525A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6" creationId="{A631E295-ECA7-4C32-1DB0-94721060B8A1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8" creationId="{33C04528-8AFE-D4F7-43F0-5FBCFE24AFB6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9" creationId="{E9E85800-8D21-6131-FD53-DDB70D0E5267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0" creationId="{23C63144-2872-C09F-0673-20C56AEE1E56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1" creationId="{A175AE82-C625-49C6-6C3D-E02F5539531B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2" creationId="{E7FC8BF4-1608-0388-B317-AC045B74C498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3" creationId="{0D2120FC-3C3B-4B24-F329-6952CECD7981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4" creationId="{49E2623F-1CEA-09A9-9B62-A06E01AAF60E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5" creationId="{DAFD59D1-489C-FE4C-DE93-B599EAD580D2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6" creationId="{DCA29135-52A8-FEB1-0498-782412E62761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7" creationId="{F175521B-BC4A-7954-E79C-919E798A07FD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8" creationId="{821E75BA-86AE-01B8-EBB6-DD18DE6A9649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9" creationId="{B90E5F22-2DBC-CEC7-0404-17EC505A4437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1" creationId="{3BEFF220-A113-E827-96CC-01CA407BD1C3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2" creationId="{40A97446-5C2C-A603-6D9A-58FCB22B5C14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3" creationId="{674F8C22-2428-6CC5-9B1A-3C0E2E7CD4F7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4" creationId="{BB479489-927F-BE92-0136-3DF054D6EEFF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5" creationId="{2E3B46F3-7C0D-CEBE-4C30-B9AA755AC73D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6" creationId="{BE15CDFD-EAF0-DA2A-8C04-E6C983CBB8EF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7" creationId="{D7757B2B-752A-16B4-4376-ABCB5DDA8B12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9" creationId="{90068834-555A-06E6-374D-5896EF71C73E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" creationId="{1180FAAA-625B-BC57-94D7-14BDE3814513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1" creationId="{08CAE782-0746-C198-353B-C0C540D8492B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2" creationId="{B6F0E46A-315D-B2B0-3C90-9ED245206295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3" creationId="{2201845A-FCD1-1FEC-A410-D9A04BC2000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4" creationId="{3E7845C7-2DD3-1BFE-8BAA-2B8E2471F97C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5" creationId="{8DC337FA-7A5F-E6F9-E797-7BEE4E736699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6" creationId="{4CE1619B-C36B-E7C6-4853-EB5EA72D8CF0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7" creationId="{AB8B24DC-6746-988C-E23D-007FB75CFA2B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8" creationId="{66951444-05D1-E9DC-2859-16029F12D643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9" creationId="{6EF5ED3E-2654-4D73-E3DC-62D27F732470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0" creationId="{AC62AF44-3709-833E-BF04-1EF858532301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1" creationId="{DA41D2D8-82FC-2884-ED88-ECAE36D218B1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2" creationId="{2603377C-8581-7C93-D0E5-6908D883DC62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4" creationId="{DBDDC79F-A6C0-8D72-6F86-B84F72070F9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5" creationId="{9A75431F-CF5E-A792-E8A8-2B27CB3DE6D1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6" creationId="{CA4A057D-FF63-55DE-82FD-626D4F17AB85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7" creationId="{3C7EF28E-07E4-ED68-552B-B267446E0ED4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8" creationId="{B199197F-31AA-A2AC-928B-CA629CCE16B7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59" creationId="{734C064F-DBB0-8660-ED76-CBB3CD114C78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0" creationId="{3839A296-3181-DBCF-5E92-AD8C4F00FDC7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2" creationId="{0B976F94-ADC3-67C6-0B6C-BF915A1B6764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3" creationId="{47B3C50A-623E-E71E-0179-954129EA1999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4" creationId="{13FEE7CF-277C-3516-CC8B-7CE9F8427587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5" creationId="{8E1CDBF8-5721-80E5-734E-8031D5F4142D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6" creationId="{258B27B2-EEA5-9CC3-0F80-C4B1A9D9DD08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7" creationId="{138E6FE9-E87D-06DC-C1E2-A40D7248947A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8" creationId="{FD81630B-D4F7-9D17-7AC2-AC107E4405FC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69" creationId="{2DC0BFA9-9118-A515-3EBA-ADC118856932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0" creationId="{6930BB80-AAC4-6344-73B3-B72A35777E63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1" creationId="{74A531D7-3097-0CD0-E0A5-0BA6F21BFE20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2" creationId="{D6BF68C8-F86C-BF45-7035-16B8F4F3F744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3" creationId="{1C31F0B6-295E-AE77-B4B5-7623897DEBE1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4" creationId="{5A634EC0-BEB3-FEEA-B2C1-AD130505492A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5" creationId="{C546BFD3-EF0E-6DBF-9DCE-1D6D553F33F7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6" creationId="{CFCE0D75-0F25-1550-C7D4-D88F1B321584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7" creationId="{BED3E84A-6C5A-084D-F379-488E3F7EF2BA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8" creationId="{3E3F5089-46B7-EDE5-5370-7F1B1241BAAB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79" creationId="{04FA6D22-D661-6BD9-E068-2656DB38374A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0" creationId="{8A0D1CB2-068A-A5B9-C7C8-4CE938504A4F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1" creationId="{E4DBDC5D-0B4F-9319-F452-0CAB8D036B2A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3" creationId="{B1967438-C53D-A85E-EF62-7C5DBD33C4F4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4" creationId="{4A4686D1-7E07-B35E-DC63-22FA1D0BA891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6" creationId="{8EB11978-9EA9-F99A-1354-F438783409DB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7" creationId="{D88A47E4-7C2E-EBA3-6455-D8D4272DE6BA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8" creationId="{1801C7D5-F74E-82A3-8815-3DB849997684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89" creationId="{3DC8557D-6C73-909E-2C4C-C734CC2B028C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91" creationId="{90168776-48BF-D9CD-A285-7C4672472E45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92" creationId="{68E817E5-A097-6A8A-37D0-631BEFF39EA5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94" creationId="{9268944D-E380-3A13-EF42-20A35DFB0123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95" creationId="{E63C081C-352D-CAA8-6892-F99E68BADE6B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96" creationId="{B8CF5B8F-454F-4F91-3CFB-CD0970821575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97" creationId="{38307E07-4E46-9474-5119-DD9FDD69CF80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98" creationId="{FED1750D-F668-AF9B-CB99-4F6E138C1E64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99" creationId="{396B8FF8-330B-EE7B-BDAB-A77F5F95E633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100" creationId="{C5A0429F-422F-19A4-BD9B-EE47E8F324EC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101" creationId="{072E7294-1208-2861-5E5E-3DC32170433B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102" creationId="{3FA5E78F-B9C8-4D51-7F2C-7BDAAB8D3B6D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178" creationId="{9F32C34C-1D82-3330-DBC1-CF45C274D8C5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179" creationId="{DBF3F758-2CAF-BDFE-CDE3-CAD2B2D27A20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180" creationId="{8725200F-75B5-1A04-B304-5048745B3AF2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89" creationId="{D25F671B-47AF-EB56-55DC-CEFBF0129A22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191" creationId="{1E950060-4B7C-24D1-5E7D-FDDE7636181D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56" creationId="{1691FBE8-8DB0-75E2-1F34-D210EF0CE515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58" creationId="{75A76F21-CB3E-6D0D-425E-856FF851367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59" creationId="{5B8BA348-6A94-DF79-DA3B-85A4FBFA311F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60" creationId="{98FCC9AA-D170-1555-52D9-BB77BF063356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61" creationId="{24CD1353-2DE6-EECA-9A75-DB05CB136BA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63" creationId="{EA435E3A-DFE3-6416-3E05-53D950E3CAEA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64" creationId="{E922C561-A594-F9B6-416D-BD440C43CBA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66" creationId="{44009E74-8DB0-98E5-B412-9C1FA9EE4F39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67" creationId="{9E5CB978-2865-7ECA-DAA8-B6FD9A7C4396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268" creationId="{6D8C6065-C7E2-B626-07E8-F793F28001EB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294" creationId="{CC5119AD-7484-99DB-6B3F-CC2D69A47BDE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295" creationId="{6F85518C-F3E7-DD97-C920-67DAD31755C1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296" creationId="{783C16D5-23A6-FD0A-8654-0898C5F6B464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297" creationId="{85C97ABD-381E-D176-EF75-219F31423E40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298" creationId="{7B017DDC-6678-28B6-AEE0-3AC1D109D231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299" creationId="{00D7B796-2464-FCA4-0810-8EA32AAF8334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300" creationId="{40507F87-CD40-8820-F60A-6F8E87F64D5D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301" creationId="{BF7F399A-D1D6-D95E-56A4-96AF4A710D21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302" creationId="{73DE4961-48BF-5EDD-5B76-9EC58ACF1E0C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303" creationId="{AA272825-9E72-400F-8BED-C9C13DBC27E2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365" creationId="{98F53E18-EFA0-C057-DAF2-995020FA14A7}"/>
          </ac:spMkLst>
        </pc:spChg>
        <pc:spChg chg="del">
          <ac:chgData name="Xin Xin" userId="9ff0c946-7f3c-4192-98c1-6be932ce2bce" providerId="ADAL" clId="{EC370BB4-30E8-4AD9-890D-521920E8CA56}" dt="2024-01-08T14:35:21.001" v="2935" actId="478"/>
          <ac:spMkLst>
            <pc:docMk/>
            <pc:sldMk cId="3117008380" sldId="1007"/>
            <ac:spMk id="366" creationId="{CC2EA8A7-B1DE-994C-8673-46503CFECA6C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75" creationId="{EE5A2EDB-D565-3441-F0B3-04F10550C8C9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77" creationId="{231A6B5E-482C-8C4C-D990-6C1B9758D71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78" creationId="{94AE9099-9BE5-FE62-867A-4DE77148266F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80" creationId="{C7EC64BF-DD9C-5CFF-3477-24C841214091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81" creationId="{F5FB8FB7-AABB-90B8-B2C5-28D110A742B7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82" creationId="{C800C964-DA3D-2248-85ED-53D68D3A1E1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83" creationId="{B5B32E4C-4682-1644-CC53-68BFEE3C7A7D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85" creationId="{C94AF965-0F94-BB72-74D9-5A7DC1C22E27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86" creationId="{702C1740-7BDD-29FB-5C70-75464227462A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88" creationId="{F853547B-23E2-75F5-A0D0-53831AFEA1D3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89" creationId="{36125DB5-F702-6187-9427-C5C0AB5EC54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90" creationId="{9E3996B7-869A-6BF7-F64F-24FC57CFE5AE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91" creationId="{4B4B465F-9E10-5667-94B4-F904C3B8E1FB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92" creationId="{F543F777-5B5C-310A-2048-6F17572D104E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93" creationId="{AC66C44C-040E-E1CA-3875-DCF3C6A5C23C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96" creationId="{F6E29572-674B-D651-3B83-726567871F56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97" creationId="{0E8836D0-E4AD-9DE9-5F83-DECD9141BF99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399" creationId="{83E338C3-9926-DF37-E18D-B46B46FED0D5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0" creationId="{8F7B33A1-8B79-AE4F-4CA2-68258DB634B0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1" creationId="{0D2825C6-7192-44FA-A774-943886B130B4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3" creationId="{DFB6856D-0300-E1A2-72A7-37B9CA26B3A3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4" creationId="{FBBBBD80-FCE2-008A-7910-C44BDDCC1913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5" creationId="{A96EF7E7-C10A-FEBA-6AEA-D43CB4664DCA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6" creationId="{3573FA20-FF95-2F1A-55D3-6D6515054D98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7" creationId="{75BA0F9B-0848-17AF-D1EE-7B03DD2F7A21}"/>
          </ac:spMkLst>
        </pc:spChg>
        <pc:spChg chg="add 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08" creationId="{64BB59AB-5E46-CEEC-CD7D-E7140CBC4C60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14" creationId="{06991B07-0289-939D-A048-B14689F62FD6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18" creationId="{9FCB90D4-B8DE-658A-C174-CB1CE1F57E7F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19" creationId="{772395D2-30D7-CE36-8544-E6A91EBD8409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20" creationId="{9AD8408E-9E31-14C4-C7EE-A848C289C51B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21" creationId="{8BDA388E-D2CD-FC10-3C12-CE0A670EFDDB}"/>
          </ac:spMkLst>
        </pc:spChg>
        <pc:spChg chg="mod">
          <ac:chgData name="Xin Xin" userId="9ff0c946-7f3c-4192-98c1-6be932ce2bce" providerId="ADAL" clId="{EC370BB4-30E8-4AD9-890D-521920E8CA56}" dt="2024-01-08T14:35:24.466" v="2937" actId="1076"/>
          <ac:spMkLst>
            <pc:docMk/>
            <pc:sldMk cId="3117008380" sldId="1007"/>
            <ac:spMk id="422" creationId="{26DDC665-0CF4-CA95-E272-BDD3E1336028}"/>
          </ac:spMkLst>
        </pc:s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17" creationId="{4F116844-7F3B-6B7A-C287-70B83C9E49C2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30" creationId="{52CCDF74-75FD-B4E0-1960-352FA87FD4A7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38" creationId="{094D7EFC-AEFD-C974-A247-A123F469D94A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53" creationId="{30074A53-AEEB-3A0B-7EFE-8E4742ED8127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61" creationId="{3E550D6B-2CCB-C544-7AF3-00A4D54D4A22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82" creationId="{E6C03700-B7A3-8740-4A86-B96051FD2925}"/>
          </ac:grpSpMkLst>
        </pc:grpChg>
        <pc:grpChg chg="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85" creationId="{442EAF83-93A7-F5A7-C476-2E2A99CAF193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90" creationId="{B8039F3B-90B6-A940-8A38-A21B03A16284}"/>
          </ac:grpSpMkLst>
        </pc:grpChg>
        <pc:grpChg chg="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93" creationId="{8667F3C3-AED5-2731-1DCC-676E249883D0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103" creationId="{93A212EC-E377-1965-01D3-18A4975F6B0E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106" creationId="{9E59A9F7-1537-9871-9A5E-991F4E2DB422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130" creationId="{E2648252-BDEC-6C9F-DF81-C510F0BFBA01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154" creationId="{A216965D-144B-23E6-BB53-7C07622F6C29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181" creationId="{2DCF0B49-2176-F773-0645-6A5AE56B7B15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190" creationId="{96EE5CE5-2310-CF61-6897-435E8031E291}"/>
          </ac:grpSpMkLst>
        </pc:grpChg>
        <pc:grpChg chg="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257" creationId="{8A657A73-A951-1A80-8C91-CAA51C108E14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262" creationId="{042F411E-DE07-E533-3823-E33A52B4ACDA}"/>
          </ac:grpSpMkLst>
        </pc:grpChg>
        <pc:grpChg chg="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265" creationId="{AE138EFC-03E7-35A7-95AC-3E4CCF2A919A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304" creationId="{FC6B58E4-5798-2271-0B1C-E5E25DD90202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337" creationId="{54D242DF-5FBA-2230-83D5-1A4F554E7E92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340" creationId="{B94A2D3C-5BEC-7AA4-C3CB-DE74E15A75E8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343" creationId="{826E0B4A-257A-8850-37A9-C52763411EF0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346" creationId="{74A37080-B3A0-F594-BC7F-A28D3FBCAD2F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349" creationId="{DBCAE4B5-31B2-8C25-1216-EEDE5CB09232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357" creationId="{26CDF0E8-2C0E-68F0-A150-8233A2561B3F}"/>
          </ac:grpSpMkLst>
        </pc:grpChg>
        <pc:grpChg chg="del">
          <ac:chgData name="Xin Xin" userId="9ff0c946-7f3c-4192-98c1-6be932ce2bce" providerId="ADAL" clId="{EC370BB4-30E8-4AD9-890D-521920E8CA56}" dt="2024-01-08T14:35:21.001" v="2935" actId="478"/>
          <ac:grpSpMkLst>
            <pc:docMk/>
            <pc:sldMk cId="3117008380" sldId="1007"/>
            <ac:grpSpMk id="367" creationId="{EE631BC8-2F25-C895-9288-ED4AD240D2BB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376" creationId="{633DB07A-A1F0-555B-2F49-0560B5737979}"/>
          </ac:grpSpMkLst>
        </pc:grpChg>
        <pc:grpChg chg="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379" creationId="{3AB726D0-B600-80FC-8068-E12E7192F05E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384" creationId="{FEAA8880-5800-A36C-0EF0-F89C30446219}"/>
          </ac:grpSpMkLst>
        </pc:grpChg>
        <pc:grpChg chg="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387" creationId="{DB8FFAF6-8FCF-D6A3-D202-FB21D2BB0C57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395" creationId="{5E6A7054-22BA-7B62-2406-0C7724FB9112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398" creationId="{0750F019-E0FF-AD13-C4D9-913B258BD9B2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402" creationId="{7BEEC042-3BCE-E3B2-0DA9-37A2A0EBFA7B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409" creationId="{13F5305F-B57D-B0CA-F98F-0BFC88E9BBDE}"/>
          </ac:grpSpMkLst>
        </pc:grpChg>
        <pc:grpChg chg="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413" creationId="{51BC8F89-4231-4ED1-FDF3-A87A806A4689}"/>
          </ac:grpSpMkLst>
        </pc:grpChg>
        <pc:grpChg chg="add mod">
          <ac:chgData name="Xin Xin" userId="9ff0c946-7f3c-4192-98c1-6be932ce2bce" providerId="ADAL" clId="{EC370BB4-30E8-4AD9-890D-521920E8CA56}" dt="2024-01-08T14:35:24.466" v="2937" actId="1076"/>
          <ac:grpSpMkLst>
            <pc:docMk/>
            <pc:sldMk cId="3117008380" sldId="1007"/>
            <ac:grpSpMk id="417" creationId="{62FDD07A-501C-11F8-4735-93DA7CDA71B7}"/>
          </ac:grpSpMkLst>
        </pc:grpChg>
        <pc:cxnChg chg="add mod">
          <ac:chgData name="Xin Xin" userId="9ff0c946-7f3c-4192-98c1-6be932ce2bce" providerId="ADAL" clId="{EC370BB4-30E8-4AD9-890D-521920E8CA56}" dt="2024-01-08T14:35:24.466" v="2937" actId="1076"/>
          <ac:cxnSpMkLst>
            <pc:docMk/>
            <pc:sldMk cId="3117008380" sldId="1007"/>
            <ac:cxnSpMk id="394" creationId="{7B66FED5-F7E9-67D0-471C-B229048C3BC5}"/>
          </ac:cxnSpMkLst>
        </pc:cxnChg>
        <pc:cxnChg chg="mod">
          <ac:chgData name="Xin Xin" userId="9ff0c946-7f3c-4192-98c1-6be932ce2bce" providerId="ADAL" clId="{EC370BB4-30E8-4AD9-890D-521920E8CA56}" dt="2024-01-08T14:35:24.466" v="2937" actId="1076"/>
          <ac:cxnSpMkLst>
            <pc:docMk/>
            <pc:sldMk cId="3117008380" sldId="1007"/>
            <ac:cxnSpMk id="410" creationId="{9D9A5C62-E019-AA26-017B-F1224C9CDAF9}"/>
          </ac:cxnSpMkLst>
        </pc:cxnChg>
        <pc:cxnChg chg="mod">
          <ac:chgData name="Xin Xin" userId="9ff0c946-7f3c-4192-98c1-6be932ce2bce" providerId="ADAL" clId="{EC370BB4-30E8-4AD9-890D-521920E8CA56}" dt="2024-01-08T14:35:24.466" v="2937" actId="1076"/>
          <ac:cxnSpMkLst>
            <pc:docMk/>
            <pc:sldMk cId="3117008380" sldId="1007"/>
            <ac:cxnSpMk id="411" creationId="{7F02F026-6EDF-A828-CE33-DFF9FD98883E}"/>
          </ac:cxnSpMkLst>
        </pc:cxnChg>
        <pc:cxnChg chg="mod">
          <ac:chgData name="Xin Xin" userId="9ff0c946-7f3c-4192-98c1-6be932ce2bce" providerId="ADAL" clId="{EC370BB4-30E8-4AD9-890D-521920E8CA56}" dt="2024-01-08T14:35:24.466" v="2937" actId="1076"/>
          <ac:cxnSpMkLst>
            <pc:docMk/>
            <pc:sldMk cId="3117008380" sldId="1007"/>
            <ac:cxnSpMk id="412" creationId="{EE67126B-F83A-06A0-A2CD-9384D1D33EE1}"/>
          </ac:cxnSpMkLst>
        </pc:cxnChg>
        <pc:cxnChg chg="mod">
          <ac:chgData name="Xin Xin" userId="9ff0c946-7f3c-4192-98c1-6be932ce2bce" providerId="ADAL" clId="{EC370BB4-30E8-4AD9-890D-521920E8CA56}" dt="2024-01-08T14:35:24.466" v="2937" actId="1076"/>
          <ac:cxnSpMkLst>
            <pc:docMk/>
            <pc:sldMk cId="3117008380" sldId="1007"/>
            <ac:cxnSpMk id="415" creationId="{9385852F-095F-2367-803C-D122C799B823}"/>
          </ac:cxnSpMkLst>
        </pc:cxnChg>
        <pc:cxnChg chg="mod">
          <ac:chgData name="Xin Xin" userId="9ff0c946-7f3c-4192-98c1-6be932ce2bce" providerId="ADAL" clId="{EC370BB4-30E8-4AD9-890D-521920E8CA56}" dt="2024-01-08T14:35:24.466" v="2937" actId="1076"/>
          <ac:cxnSpMkLst>
            <pc:docMk/>
            <pc:sldMk cId="3117008380" sldId="1007"/>
            <ac:cxnSpMk id="416" creationId="{AF20FCD5-95C8-4CB8-0BB7-7C8F4E5F4123}"/>
          </ac:cxnSpMkLst>
        </pc:cxnChg>
      </pc:sldChg>
      <pc:sldChg chg="modSp add mod">
        <pc:chgData name="Xin Xin" userId="9ff0c946-7f3c-4192-98c1-6be932ce2bce" providerId="ADAL" clId="{EC370BB4-30E8-4AD9-890D-521920E8CA56}" dt="2024-01-08T14:36:41.487" v="2951"/>
        <pc:sldMkLst>
          <pc:docMk/>
          <pc:sldMk cId="3223531500" sldId="1007"/>
        </pc:sldMkLst>
        <pc:spChg chg="mod">
          <ac:chgData name="Xin Xin" userId="9ff0c946-7f3c-4192-98c1-6be932ce2bce" providerId="ADAL" clId="{EC370BB4-30E8-4AD9-890D-521920E8CA56}" dt="2024-01-08T14:36:41.487" v="2951"/>
          <ac:spMkLst>
            <pc:docMk/>
            <pc:sldMk cId="3223531500" sldId="1007"/>
            <ac:spMk id="2" creationId="{D71DE336-A041-B053-C750-F7B80A6FFC8E}"/>
          </ac:spMkLst>
        </pc:spChg>
      </pc:sldChg>
      <pc:sldChg chg="modSp add mod ord">
        <pc:chgData name="Xin Xin" userId="9ff0c946-7f3c-4192-98c1-6be932ce2bce" providerId="ADAL" clId="{EC370BB4-30E8-4AD9-890D-521920E8CA56}" dt="2024-01-08T14:36:56.759" v="2955"/>
        <pc:sldMkLst>
          <pc:docMk/>
          <pc:sldMk cId="2424516981" sldId="1008"/>
        </pc:sldMkLst>
        <pc:spChg chg="mod">
          <ac:chgData name="Xin Xin" userId="9ff0c946-7f3c-4192-98c1-6be932ce2bce" providerId="ADAL" clId="{EC370BB4-30E8-4AD9-890D-521920E8CA56}" dt="2024-01-08T14:36:38.296" v="2950"/>
          <ac:spMkLst>
            <pc:docMk/>
            <pc:sldMk cId="2424516981" sldId="1008"/>
            <ac:spMk id="2" creationId="{D71DE336-A041-B053-C750-F7B80A6FFC8E}"/>
          </ac:spMkLst>
        </pc:spChg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444685122" sldId="1008"/>
        </pc:sldMkLst>
        <pc:spChg chg="mod">
          <ac:chgData name="Xin Xin" userId="9ff0c946-7f3c-4192-98c1-6be932ce2bce" providerId="ADAL" clId="{EC370BB4-30E8-4AD9-890D-521920E8CA56}" dt="2024-01-08T14:36:01.282" v="2946"/>
          <ac:spMkLst>
            <pc:docMk/>
            <pc:sldMk cId="3444685122" sldId="1008"/>
            <ac:spMk id="3" creationId="{F4B962AB-B2A5-97E8-3328-A89C79D90FFA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5" creationId="{EF3C6935-5EB9-A27B-57B7-AAEB63007C5A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6" creationId="{F477BD6A-44AA-A3F2-C485-C35C12506CA6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" creationId="{B9968247-38E7-E937-AB8B-6953DCE90C59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8" creationId="{99829913-9B66-E4BA-482D-E74C652FFD48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9" creationId="{DA82A171-9551-214C-824E-E3DB246B3086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10" creationId="{5FBC0DA1-1FB2-7A78-43B7-90A8D07D50C9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11" creationId="{A67BDA86-B3AA-0D1F-3259-DD5756FD88A5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12" creationId="{B0A41155-87C4-B899-8879-FC6D5958E42C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13" creationId="{71D231F4-66B8-6348-2612-72244E3E441D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14" creationId="{F21CC801-4507-CE51-EC24-EA0DE4D82467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15" creationId="{1776E8CF-A861-5887-26C5-E2D7A8A7525A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16" creationId="{A631E295-ECA7-4C32-1DB0-94721060B8A1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22" creationId="{E7FC8BF4-1608-0388-B317-AC045B74C498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23" creationId="{0D2120FC-3C3B-4B24-F329-6952CECD7981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24" creationId="{49E2623F-1CEA-09A9-9B62-A06E01AAF60E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25" creationId="{DAFD59D1-489C-FE4C-DE93-B599EAD580D2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26" creationId="{DCA29135-52A8-FEB1-0498-782412E62761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27" creationId="{F175521B-BC4A-7954-E79C-919E798A07FD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28" creationId="{821E75BA-86AE-01B8-EBB6-DD18DE6A9649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29" creationId="{B90E5F22-2DBC-CEC7-0404-17EC505A4437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46" creationId="{4CE1619B-C36B-E7C6-4853-EB5EA72D8CF0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47" creationId="{AB8B24DC-6746-988C-E23D-007FB75CFA2B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48" creationId="{66951444-05D1-E9DC-2859-16029F12D643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49" creationId="{6EF5ED3E-2654-4D73-E3DC-62D27F732470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50" creationId="{AC62AF44-3709-833E-BF04-1EF858532301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51" creationId="{DA41D2D8-82FC-2884-ED88-ECAE36D218B1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52" creationId="{2603377C-8581-7C93-D0E5-6908D883DC62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69" creationId="{2DC0BFA9-9118-A515-3EBA-ADC118856932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0" creationId="{6930BB80-AAC4-6344-73B3-B72A35777E63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1" creationId="{74A531D7-3097-0CD0-E0A5-0BA6F21BFE20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2" creationId="{D6BF68C8-F86C-BF45-7035-16B8F4F3F744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3" creationId="{1C31F0B6-295E-AE77-B4B5-7623897DEBE1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4" creationId="{5A634EC0-BEB3-FEEA-B2C1-AD130505492A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5" creationId="{C546BFD3-EF0E-6DBF-9DCE-1D6D553F33F7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6" creationId="{CFCE0D75-0F25-1550-C7D4-D88F1B321584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7" creationId="{BED3E84A-6C5A-084D-F379-488E3F7EF2BA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8" creationId="{3E3F5089-46B7-EDE5-5370-7F1B1241BAAB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79" creationId="{04FA6D22-D661-6BD9-E068-2656DB38374A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80" creationId="{8A0D1CB2-068A-A5B9-C7C8-4CE938504A4F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81" creationId="{E4DBDC5D-0B4F-9319-F452-0CAB8D036B2A}"/>
          </ac:spMkLst>
        </pc:spChg>
        <pc:spChg chg="add 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97" creationId="{41D97E72-1A4A-F652-8F83-6A59EAD9464D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99" creationId="{FE376522-48F8-289F-E51F-B0CD097AA82D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00" creationId="{41AC8BC2-C279-252D-62DC-2CC52453D468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01" creationId="{89852780-B0C6-7F13-E567-756C8328747A}"/>
          </ac:spMkLst>
        </pc:spChg>
        <pc:spChg chg="add 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02" creationId="{D3E5E6F3-36C6-F483-70C1-5D34E4FDB742}"/>
          </ac:spMkLst>
        </pc:spChg>
        <pc:spChg chg="add 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03" creationId="{152C705F-C8C2-618C-FB55-9335D330B542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05" creationId="{01DAD926-6EE1-963B-890D-18B583138738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06" creationId="{C7A68F8E-4C64-A330-138C-8C00D3792CC3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07" creationId="{BC27F275-7C22-EDCE-F4A0-3F68CB9E0389}"/>
          </ac:spMkLst>
        </pc:spChg>
        <pc:spChg chg="add 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08" creationId="{A02ED852-F68F-5D84-40CB-FE117DABCFC9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11" creationId="{BEEADC5A-7485-8276-49DB-94234D8672A0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14" creationId="{B710D807-1819-750B-CBDD-7FDF52310B60}"/>
          </ac:spMkLst>
        </pc:spChg>
        <pc:spChg chg="add 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15" creationId="{2610515B-CE42-2773-E0E4-C0258FDA2639}"/>
          </ac:spMkLst>
        </pc:spChg>
        <pc:spChg chg="add 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16" creationId="{D4BD2FAB-7210-593E-BB96-8F2CB6724A4B}"/>
          </ac:spMkLst>
        </pc:spChg>
        <pc:spChg chg="add 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18" creationId="{AF67CE4A-0579-BDCA-09F0-2AF9BAEAF07E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20" creationId="{B740077A-B45A-8D05-30A1-D236D45FA7D4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21" creationId="{57AD9F21-FC47-2218-97F0-4738F9F08D07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23" creationId="{78783BA6-D5D0-3DB9-0474-A42388639413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24" creationId="{2E5B1416-1F56-501F-0857-8994483AAA98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25" creationId="{445B4960-E617-E0BE-8C5F-50D4E6ECFB09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26" creationId="{FD71D469-5E3C-FDD7-4DE5-3E2B0BE84E74}"/>
          </ac:spMkLst>
        </pc:spChg>
        <pc:spChg chg="add 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28" creationId="{7B45173A-90A3-7CE3-878F-93316205F0AD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30" creationId="{602DDA25-AB9E-793B-96C9-06807B1290F6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31" creationId="{DD0CB447-10E8-C83A-33BF-E4D073070D87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32" creationId="{6BBAE589-54DF-47BC-13DF-88134330CED9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34" creationId="{584AD353-1859-A956-6B96-90B7CA5268ED}"/>
          </ac:spMkLst>
        </pc:spChg>
        <pc:spChg chg="mod">
          <ac:chgData name="Xin Xin" userId="9ff0c946-7f3c-4192-98c1-6be932ce2bce" providerId="ADAL" clId="{EC370BB4-30E8-4AD9-890D-521920E8CA56}" dt="2024-01-08T14:35:53.812" v="2944" actId="1076"/>
          <ac:spMkLst>
            <pc:docMk/>
            <pc:sldMk cId="3444685122" sldId="1008"/>
            <ac:spMk id="135" creationId="{7DAD0A27-E801-3E67-2266-5CB52CD4BBE5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392" creationId="{F543F777-5B5C-310A-2048-6F17572D104E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393" creationId="{AC66C44C-040E-E1CA-3875-DCF3C6A5C23C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401" creationId="{0D2825C6-7192-44FA-A774-943886B130B4}"/>
          </ac:spMkLst>
        </pc:spChg>
        <pc:spChg chg="del">
          <ac:chgData name="Xin Xin" userId="9ff0c946-7f3c-4192-98c1-6be932ce2bce" providerId="ADAL" clId="{EC370BB4-30E8-4AD9-890D-521920E8CA56}" dt="2024-01-08T14:35:49.202" v="2942" actId="478"/>
          <ac:spMkLst>
            <pc:docMk/>
            <pc:sldMk cId="3444685122" sldId="1008"/>
            <ac:spMk id="408" creationId="{64BB59AB-5E46-CEEC-CD7D-E7140CBC4C60}"/>
          </ac:spMkLst>
        </pc:s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17" creationId="{4F116844-7F3B-6B7A-C287-70B83C9E49C2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30" creationId="{52CCDF74-75FD-B4E0-1960-352FA87FD4A7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38" creationId="{094D7EFC-AEFD-C974-A247-A123F469D94A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53" creationId="{30074A53-AEEB-3A0B-7EFE-8E4742ED8127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61" creationId="{3E550D6B-2CCB-C544-7AF3-00A4D54D4A22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82" creationId="{E6C03700-B7A3-8740-4A86-B96051FD2925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90" creationId="{B8039F3B-90B6-A940-8A38-A21B03A16284}"/>
          </ac:grpSpMkLst>
        </pc:grpChg>
        <pc:grpChg chg="add mod">
          <ac:chgData name="Xin Xin" userId="9ff0c946-7f3c-4192-98c1-6be932ce2bce" providerId="ADAL" clId="{EC370BB4-30E8-4AD9-890D-521920E8CA56}" dt="2024-01-08T14:35:53.812" v="2944" actId="1076"/>
          <ac:grpSpMkLst>
            <pc:docMk/>
            <pc:sldMk cId="3444685122" sldId="1008"/>
            <ac:grpSpMk id="98" creationId="{E9E15C44-7A85-4CEC-17F8-01BE1153789B}"/>
          </ac:grpSpMkLst>
        </pc:grpChg>
        <pc:grpChg chg="add mod">
          <ac:chgData name="Xin Xin" userId="9ff0c946-7f3c-4192-98c1-6be932ce2bce" providerId="ADAL" clId="{EC370BB4-30E8-4AD9-890D-521920E8CA56}" dt="2024-01-08T14:35:53.812" v="2944" actId="1076"/>
          <ac:grpSpMkLst>
            <pc:docMk/>
            <pc:sldMk cId="3444685122" sldId="1008"/>
            <ac:grpSpMk id="104" creationId="{796B94B4-0CBF-EBDD-A8A6-91579FDA8FB6}"/>
          </ac:grpSpMkLst>
        </pc:grpChg>
        <pc:grpChg chg="add mod">
          <ac:chgData name="Xin Xin" userId="9ff0c946-7f3c-4192-98c1-6be932ce2bce" providerId="ADAL" clId="{EC370BB4-30E8-4AD9-890D-521920E8CA56}" dt="2024-01-08T14:35:53.812" v="2944" actId="1076"/>
          <ac:grpSpMkLst>
            <pc:docMk/>
            <pc:sldMk cId="3444685122" sldId="1008"/>
            <ac:grpSpMk id="109" creationId="{7881801F-0E20-5732-EBB2-5D23D3AA25A1}"/>
          </ac:grpSpMkLst>
        </pc:grpChg>
        <pc:grpChg chg="add mod">
          <ac:chgData name="Xin Xin" userId="9ff0c946-7f3c-4192-98c1-6be932ce2bce" providerId="ADAL" clId="{EC370BB4-30E8-4AD9-890D-521920E8CA56}" dt="2024-01-08T14:35:53.812" v="2944" actId="1076"/>
          <ac:grpSpMkLst>
            <pc:docMk/>
            <pc:sldMk cId="3444685122" sldId="1008"/>
            <ac:grpSpMk id="112" creationId="{8973A3B0-6771-46A9-5E92-821E06C58800}"/>
          </ac:grpSpMkLst>
        </pc:grpChg>
        <pc:grpChg chg="add mod">
          <ac:chgData name="Xin Xin" userId="9ff0c946-7f3c-4192-98c1-6be932ce2bce" providerId="ADAL" clId="{EC370BB4-30E8-4AD9-890D-521920E8CA56}" dt="2024-01-08T14:35:53.812" v="2944" actId="1076"/>
          <ac:grpSpMkLst>
            <pc:docMk/>
            <pc:sldMk cId="3444685122" sldId="1008"/>
            <ac:grpSpMk id="119" creationId="{E130AC9D-6FFE-30D6-B56B-4A4AD46141D1}"/>
          </ac:grpSpMkLst>
        </pc:grpChg>
        <pc:grpChg chg="mod">
          <ac:chgData name="Xin Xin" userId="9ff0c946-7f3c-4192-98c1-6be932ce2bce" providerId="ADAL" clId="{EC370BB4-30E8-4AD9-890D-521920E8CA56}" dt="2024-01-08T14:35:53.812" v="2944" actId="1076"/>
          <ac:grpSpMkLst>
            <pc:docMk/>
            <pc:sldMk cId="3444685122" sldId="1008"/>
            <ac:grpSpMk id="122" creationId="{8C92809F-4E84-5EF9-1094-A807FD77915F}"/>
          </ac:grpSpMkLst>
        </pc:grpChg>
        <pc:grpChg chg="add mod">
          <ac:chgData name="Xin Xin" userId="9ff0c946-7f3c-4192-98c1-6be932ce2bce" providerId="ADAL" clId="{EC370BB4-30E8-4AD9-890D-521920E8CA56}" dt="2024-01-08T14:35:53.812" v="2944" actId="1076"/>
          <ac:grpSpMkLst>
            <pc:docMk/>
            <pc:sldMk cId="3444685122" sldId="1008"/>
            <ac:grpSpMk id="129" creationId="{12EB5FEE-3939-7111-AA37-A9602B0D25AE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190" creationId="{96EE5CE5-2310-CF61-6897-435E8031E291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262" creationId="{042F411E-DE07-E533-3823-E33A52B4ACDA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376" creationId="{633DB07A-A1F0-555B-2F49-0560B5737979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384" creationId="{FEAA8880-5800-A36C-0EF0-F89C30446219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395" creationId="{5E6A7054-22BA-7B62-2406-0C7724FB9112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398" creationId="{0750F019-E0FF-AD13-C4D9-913B258BD9B2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402" creationId="{7BEEC042-3BCE-E3B2-0DA9-37A2A0EBFA7B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409" creationId="{13F5305F-B57D-B0CA-F98F-0BFC88E9BBDE}"/>
          </ac:grpSpMkLst>
        </pc:grpChg>
        <pc:grpChg chg="del">
          <ac:chgData name="Xin Xin" userId="9ff0c946-7f3c-4192-98c1-6be932ce2bce" providerId="ADAL" clId="{EC370BB4-30E8-4AD9-890D-521920E8CA56}" dt="2024-01-08T14:35:49.202" v="2942" actId="478"/>
          <ac:grpSpMkLst>
            <pc:docMk/>
            <pc:sldMk cId="3444685122" sldId="1008"/>
            <ac:grpSpMk id="417" creationId="{62FDD07A-501C-11F8-4735-93DA7CDA71B7}"/>
          </ac:grpSpMkLst>
        </pc:grpChg>
        <pc:picChg chg="mod">
          <ac:chgData name="Xin Xin" userId="9ff0c946-7f3c-4192-98c1-6be932ce2bce" providerId="ADAL" clId="{EC370BB4-30E8-4AD9-890D-521920E8CA56}" dt="2024-01-08T14:35:53.812" v="2944" actId="1076"/>
          <ac:picMkLst>
            <pc:docMk/>
            <pc:sldMk cId="3444685122" sldId="1008"/>
            <ac:picMk id="110" creationId="{E076A298-5817-8143-E30F-171C12E9AB89}"/>
          </ac:picMkLst>
        </pc:picChg>
        <pc:picChg chg="mod">
          <ac:chgData name="Xin Xin" userId="9ff0c946-7f3c-4192-98c1-6be932ce2bce" providerId="ADAL" clId="{EC370BB4-30E8-4AD9-890D-521920E8CA56}" dt="2024-01-08T14:35:53.812" v="2944" actId="1076"/>
          <ac:picMkLst>
            <pc:docMk/>
            <pc:sldMk cId="3444685122" sldId="1008"/>
            <ac:picMk id="113" creationId="{C593B58F-A56F-AAEC-AFFE-F404E1A13695}"/>
          </ac:picMkLst>
        </pc:picChg>
        <pc:cxnChg chg="add mod">
          <ac:chgData name="Xin Xin" userId="9ff0c946-7f3c-4192-98c1-6be932ce2bce" providerId="ADAL" clId="{EC370BB4-30E8-4AD9-890D-521920E8CA56}" dt="2024-01-08T14:35:53.812" v="2944" actId="1076"/>
          <ac:cxnSpMkLst>
            <pc:docMk/>
            <pc:sldMk cId="3444685122" sldId="1008"/>
            <ac:cxnSpMk id="117" creationId="{478B336A-225E-33F5-9045-FF6E876AD809}"/>
          </ac:cxnSpMkLst>
        </pc:cxnChg>
        <pc:cxnChg chg="add mod">
          <ac:chgData name="Xin Xin" userId="9ff0c946-7f3c-4192-98c1-6be932ce2bce" providerId="ADAL" clId="{EC370BB4-30E8-4AD9-890D-521920E8CA56}" dt="2024-01-08T14:35:53.812" v="2944" actId="1076"/>
          <ac:cxnSpMkLst>
            <pc:docMk/>
            <pc:sldMk cId="3444685122" sldId="1008"/>
            <ac:cxnSpMk id="127" creationId="{756BA4C1-6376-4A88-1B52-D5645645CB7E}"/>
          </ac:cxnSpMkLst>
        </pc:cxnChg>
        <pc:cxnChg chg="mod">
          <ac:chgData name="Xin Xin" userId="9ff0c946-7f3c-4192-98c1-6be932ce2bce" providerId="ADAL" clId="{EC370BB4-30E8-4AD9-890D-521920E8CA56}" dt="2024-01-08T14:35:53.812" v="2944" actId="1076"/>
          <ac:cxnSpMkLst>
            <pc:docMk/>
            <pc:sldMk cId="3444685122" sldId="1008"/>
            <ac:cxnSpMk id="133" creationId="{42740169-DAD8-EAD7-CB35-F064EE39418C}"/>
          </ac:cxnSpMkLst>
        </pc:cxnChg>
        <pc:cxnChg chg="del">
          <ac:chgData name="Xin Xin" userId="9ff0c946-7f3c-4192-98c1-6be932ce2bce" providerId="ADAL" clId="{EC370BB4-30E8-4AD9-890D-521920E8CA56}" dt="2024-01-08T14:35:49.202" v="2942" actId="478"/>
          <ac:cxnSpMkLst>
            <pc:docMk/>
            <pc:sldMk cId="3444685122" sldId="1008"/>
            <ac:cxnSpMk id="394" creationId="{7B66FED5-F7E9-67D0-471C-B229048C3BC5}"/>
          </ac:cxnSpMkLst>
        </pc:cxnChg>
      </pc:sldChg>
      <pc:sldMasterChg chg="modSp modSldLayout">
        <pc:chgData name="Xin Xin" userId="9ff0c946-7f3c-4192-98c1-6be932ce2bce" providerId="ADAL" clId="{EC370BB4-30E8-4AD9-890D-521920E8CA56}" dt="2024-01-08T05:34:48.496" v="11"/>
        <pc:sldMasterMkLst>
          <pc:docMk/>
          <pc:sldMasterMk cId="1688907420" sldId="2147483839"/>
        </pc:sldMasterMkLst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asterMk cId="1688907420" sldId="2147483839"/>
            <ac:spMk id="2" creationId="{00000000-0000-0000-0000-00000000000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asterMk cId="1688907420" sldId="2147483839"/>
            <ac:spMk id="3" creationId="{00000000-0000-0000-0000-00000000000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asterMk cId="1688907420" sldId="2147483839"/>
            <ac:spMk id="4" creationId="{00000000-0000-0000-0000-00000000000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asterMk cId="1688907420" sldId="2147483839"/>
            <ac:spMk id="5" creationId="{00000000-0000-0000-0000-000000000000}"/>
          </ac:spMkLst>
        </pc:spChg>
        <pc:spChg chg="mod">
          <ac:chgData name="Xin Xin" userId="9ff0c946-7f3c-4192-98c1-6be932ce2bce" providerId="ADAL" clId="{EC370BB4-30E8-4AD9-890D-521920E8CA56}" dt="2024-01-08T05:34:48.496" v="11"/>
          <ac:spMkLst>
            <pc:docMk/>
            <pc:sldMasterMk cId="1688907420" sldId="2147483839"/>
            <ac:spMk id="6" creationId="{00000000-0000-0000-0000-000000000000}"/>
          </ac:spMkLst>
        </pc:sp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0"/>
          </pc:sldLayoutMkLst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0"/>
              <ac:spMk id="2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0"/>
              <ac:spMk id="3" creationId="{00000000-0000-0000-0000-000000000000}"/>
            </ac:spMkLst>
          </pc:spChg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1"/>
          </pc:sldLayoutMkLst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1"/>
              <ac:spMk id="2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1"/>
              <ac:spMk id="3" creationId="{00000000-0000-0000-0000-000000000000}"/>
            </ac:spMkLst>
          </pc:spChg>
          <pc:cxnChg chg="mod">
            <ac:chgData name="Xin Xin" userId="9ff0c946-7f3c-4192-98c1-6be932ce2bce" providerId="ADAL" clId="{EC370BB4-30E8-4AD9-890D-521920E8CA56}" dt="2024-01-08T05:34:48.496" v="11"/>
            <ac:cxnSpMkLst>
              <pc:docMk/>
              <pc:sldMasterMk cId="1688907420" sldId="2147483839"/>
              <pc:sldLayoutMk cId="0" sldId="2147483841"/>
              <ac:cxnSpMk id="8" creationId="{00000000-0000-0000-0000-000000000000}"/>
            </ac:cxnSpMkLst>
          </pc:cxnChg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2"/>
          </pc:sldLayoutMkLst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2"/>
              <ac:spMk id="2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2"/>
              <ac:spMk id="3" creationId="{00000000-0000-0000-0000-000000000000}"/>
            </ac:spMkLst>
          </pc:spChg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3"/>
          </pc:sldLayoutMkLst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3"/>
              <ac:spMk id="3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3"/>
              <ac:spMk id="4" creationId="{00000000-0000-0000-0000-000000000000}"/>
            </ac:spMkLst>
          </pc:spChg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4"/>
          </pc:sldLayoutMkLst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4"/>
              <ac:spMk id="2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4"/>
              <ac:spMk id="3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4"/>
              <ac:spMk id="4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4"/>
              <ac:spMk id="5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4"/>
              <ac:spMk id="6" creationId="{00000000-0000-0000-0000-000000000000}"/>
            </ac:spMkLst>
          </pc:spChg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7"/>
          </pc:sldLayoutMkLst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7"/>
              <ac:spMk id="2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7"/>
              <ac:spMk id="3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7"/>
              <ac:spMk id="4" creationId="{00000000-0000-0000-0000-000000000000}"/>
            </ac:spMkLst>
          </pc:spChg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8"/>
          </pc:sldLayoutMkLst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8"/>
              <ac:spMk id="2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8"/>
              <ac:spMk id="3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48"/>
              <ac:spMk id="4" creationId="{00000000-0000-0000-0000-000000000000}"/>
            </ac:spMkLst>
          </pc:spChg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50"/>
          </pc:sldLayoutMkLst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50"/>
              <ac:spMk id="2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34:48.496" v="11"/>
            <ac:spMkLst>
              <pc:docMk/>
              <pc:sldMasterMk cId="1688907420" sldId="2147483839"/>
              <pc:sldLayoutMk cId="0" sldId="2147483850"/>
              <ac:spMk id="3" creationId="{00000000-0000-0000-0000-000000000000}"/>
            </ac:spMkLst>
          </pc:spChg>
        </pc:sldLayoutChg>
      </pc:sldMasterChg>
      <pc:sldMasterChg chg="modSldLayout">
        <pc:chgData name="Xin Xin" userId="9ff0c946-7f3c-4192-98c1-6be932ce2bce" providerId="ADAL" clId="{EC370BB4-30E8-4AD9-890D-521920E8CA56}" dt="2024-01-08T05:34:28.584" v="0"/>
        <pc:sldMasterMkLst>
          <pc:docMk/>
          <pc:sldMasterMk cId="637128036" sldId="2147483851"/>
        </pc:sldMasterMkLst>
        <pc:sldLayoutChg chg="addSp">
          <pc:chgData name="Xin Xin" userId="9ff0c946-7f3c-4192-98c1-6be932ce2bce" providerId="ADAL" clId="{EC370BB4-30E8-4AD9-890D-521920E8CA56}" dt="2024-01-08T05:34:28.584" v="0"/>
          <pc:sldLayoutMkLst>
            <pc:docMk/>
            <pc:sldMasterMk cId="637128036" sldId="2147483851"/>
            <pc:sldLayoutMk cId="1701856736" sldId="2147483853"/>
          </pc:sldLayoutMkLst>
          <pc:cxnChg chg="add">
            <ac:chgData name="Xin Xin" userId="9ff0c946-7f3c-4192-98c1-6be932ce2bce" providerId="ADAL" clId="{EC370BB4-30E8-4AD9-890D-521920E8CA56}" dt="2024-01-08T05:34:28.584" v="0"/>
            <ac:cxnSpMkLst>
              <pc:docMk/>
              <pc:sldMasterMk cId="637128036" sldId="2147483851"/>
              <pc:sldLayoutMk cId="1701856736" sldId="2147483853"/>
              <ac:cxnSpMk id="7" creationId="{B1E22BF3-A0CA-F73C-B2BC-388DBCDE076D}"/>
            </ac:cxnSpMkLst>
          </pc:cxnChg>
        </pc:sldLayoutChg>
      </pc:sldMasterChg>
      <pc:sldMasterChg chg="modSldLayout">
        <pc:chgData name="Xin Xin" userId="9ff0c946-7f3c-4192-98c1-6be932ce2bce" providerId="ADAL" clId="{EC370BB4-30E8-4AD9-890D-521920E8CA56}" dt="2024-01-08T05:34:40.913" v="7"/>
        <pc:sldMasterMkLst>
          <pc:docMk/>
          <pc:sldMasterMk cId="1195836270" sldId="2147483851"/>
        </pc:sldMasterMkLst>
        <pc:sldLayoutChg chg="addSp">
          <pc:chgData name="Xin Xin" userId="9ff0c946-7f3c-4192-98c1-6be932ce2bce" providerId="ADAL" clId="{EC370BB4-30E8-4AD9-890D-521920E8CA56}" dt="2024-01-08T05:34:40.913" v="7"/>
          <pc:sldLayoutMkLst>
            <pc:docMk/>
            <pc:sldMasterMk cId="1195836270" sldId="2147483851"/>
            <pc:sldLayoutMk cId="3481299259" sldId="2147483853"/>
          </pc:sldLayoutMkLst>
          <pc:cxnChg chg="add">
            <ac:chgData name="Xin Xin" userId="9ff0c946-7f3c-4192-98c1-6be932ce2bce" providerId="ADAL" clId="{EC370BB4-30E8-4AD9-890D-521920E8CA56}" dt="2024-01-08T05:34:40.913" v="7"/>
            <ac:cxnSpMkLst>
              <pc:docMk/>
              <pc:sldMasterMk cId="1195836270" sldId="2147483851"/>
              <pc:sldLayoutMk cId="3481299259" sldId="2147483853"/>
              <ac:cxnSpMk id="7" creationId="{6286B8ED-EBCD-78A8-4A00-4BD9B9AFF331}"/>
            </ac:cxnSpMkLst>
          </pc:cxnChg>
        </pc:sldLayoutChg>
      </pc:sldMasterChg>
      <pc:sldMasterChg chg="modSldLayout">
        <pc:chgData name="Xin Xin" userId="9ff0c946-7f3c-4192-98c1-6be932ce2bce" providerId="ADAL" clId="{EC370BB4-30E8-4AD9-890D-521920E8CA56}" dt="2024-01-08T06:31:03.338" v="943" actId="14100"/>
        <pc:sldMasterMkLst>
          <pc:docMk/>
          <pc:sldMasterMk cId="3304735552" sldId="2147483851"/>
        </pc:sldMasterMkLst>
        <pc:sldLayoutChg chg="addSp modSp mod">
          <pc:chgData name="Xin Xin" userId="9ff0c946-7f3c-4192-98c1-6be932ce2bce" providerId="ADAL" clId="{EC370BB4-30E8-4AD9-890D-521920E8CA56}" dt="2024-01-08T06:31:03.338" v="943" actId="14100"/>
          <pc:sldLayoutMkLst>
            <pc:docMk/>
            <pc:sldMasterMk cId="3304735552" sldId="2147483851"/>
            <pc:sldLayoutMk cId="2121042803" sldId="2147483853"/>
          </pc:sldLayoutMkLst>
          <pc:spChg chg="mod">
            <ac:chgData name="Xin Xin" userId="9ff0c946-7f3c-4192-98c1-6be932ce2bce" providerId="ADAL" clId="{EC370BB4-30E8-4AD9-890D-521920E8CA56}" dt="2024-01-08T05:48:03.874" v="217" actId="2711"/>
            <ac:spMkLst>
              <pc:docMk/>
              <pc:sldMasterMk cId="3304735552" sldId="2147483851"/>
              <pc:sldLayoutMk cId="2121042803" sldId="2147483853"/>
              <ac:spMk id="2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6:31:03.338" v="943" actId="14100"/>
            <ac:spMkLst>
              <pc:docMk/>
              <pc:sldMasterMk cId="3304735552" sldId="2147483851"/>
              <pc:sldLayoutMk cId="2121042803" sldId="2147483853"/>
              <ac:spMk id="3" creationId="{00000000-0000-0000-0000-000000000000}"/>
            </ac:spMkLst>
          </pc:spChg>
          <pc:spChg chg="mod">
            <ac:chgData name="Xin Xin" userId="9ff0c946-7f3c-4192-98c1-6be932ce2bce" providerId="ADAL" clId="{EC370BB4-30E8-4AD9-890D-521920E8CA56}" dt="2024-01-08T05:46:13.308" v="197" actId="20577"/>
            <ac:spMkLst>
              <pc:docMk/>
              <pc:sldMasterMk cId="3304735552" sldId="2147483851"/>
              <pc:sldLayoutMk cId="2121042803" sldId="2147483853"/>
              <ac:spMk id="4" creationId="{00000000-0000-0000-0000-000000000000}"/>
            </ac:spMkLst>
          </pc:spChg>
          <pc:picChg chg="add mod">
            <ac:chgData name="Xin Xin" userId="9ff0c946-7f3c-4192-98c1-6be932ce2bce" providerId="ADAL" clId="{EC370BB4-30E8-4AD9-890D-521920E8CA56}" dt="2024-01-08T05:46:55.132" v="199" actId="1076"/>
            <ac:picMkLst>
              <pc:docMk/>
              <pc:sldMasterMk cId="3304735552" sldId="2147483851"/>
              <pc:sldLayoutMk cId="2121042803" sldId="2147483853"/>
              <ac:picMk id="2050" creationId="{9F1B4091-87B5-7363-19C4-89F41293F646}"/>
            </ac:picMkLst>
          </pc:picChg>
          <pc:cxnChg chg="add">
            <ac:chgData name="Xin Xin" userId="9ff0c946-7f3c-4192-98c1-6be932ce2bce" providerId="ADAL" clId="{EC370BB4-30E8-4AD9-890D-521920E8CA56}" dt="2024-01-08T05:34:48.496" v="11"/>
            <ac:cxnSpMkLst>
              <pc:docMk/>
              <pc:sldMasterMk cId="3304735552" sldId="2147483851"/>
              <pc:sldLayoutMk cId="2121042803" sldId="2147483853"/>
              <ac:cxnSpMk id="7" creationId="{3961E220-D336-D8EA-6239-8C05D2C08EBC}"/>
            </ac:cxnSpMkLst>
          </pc:cxnChg>
        </pc:sldLayoutChg>
      </pc:sldMasterChg>
      <pc:sldMasterChg chg="del delSldLayout">
        <pc:chgData name="Xin Xin" userId="9ff0c946-7f3c-4192-98c1-6be932ce2bce" providerId="ADAL" clId="{EC370BB4-30E8-4AD9-890D-521920E8CA56}" dt="2024-01-08T14:42:31.718" v="3087" actId="47"/>
        <pc:sldMasterMkLst>
          <pc:docMk/>
          <pc:sldMasterMk cId="132506679" sldId="2147483863"/>
        </pc:sldMasterMkLst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3353663624" sldId="2147483864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872515940" sldId="2147483865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087818356" sldId="2147483866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24052134" sldId="21474838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Whatsapp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instant message applications</a:t>
            </a:r>
            <a:br>
              <a:rPr lang="en-US" dirty="0"/>
            </a:br>
            <a:r>
              <a:rPr lang="en-US" dirty="0"/>
              <a:t>distributed hash table (DHT)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77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Centralize -&gt; Scalability</a:t>
            </a:r>
          </a:p>
          <a:p>
            <a:r>
              <a:rPr lang="en-US" sz="12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Cache -&gt; Coherence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28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Whatsapp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instant message applications</a:t>
            </a:r>
            <a:br>
              <a:rPr lang="en-US" dirty="0"/>
            </a:br>
            <a:r>
              <a:rPr lang="en-US" dirty="0"/>
              <a:t>distributed hash table (DHT)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01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69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541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57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913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2000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Whatsapp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instant message applications</a:t>
            </a:r>
            <a:br>
              <a:rPr lang="en-US" dirty="0"/>
            </a:br>
            <a:r>
              <a:rPr lang="en-US" dirty="0"/>
              <a:t>distributed hash table (DHT)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25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2490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164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308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Whatsapp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instant message applications</a:t>
            </a:r>
            <a:br>
              <a:rPr lang="en-US" dirty="0"/>
            </a:br>
            <a:r>
              <a:rPr lang="en-US" dirty="0"/>
              <a:t>distributed hash table (DHT)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18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334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4678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3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26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90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1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4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59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3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9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Chapter 2-3: Application Layer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Domain Name System DNS</a:t>
            </a:r>
          </a:p>
          <a:p>
            <a:pPr lvl="1"/>
            <a:r>
              <a:rPr lang="en-US" altLang="zh-CN" dirty="0"/>
              <a:t>DNS Organization/Structure</a:t>
            </a:r>
          </a:p>
          <a:p>
            <a:pPr lvl="1"/>
            <a:r>
              <a:rPr lang="en-US" altLang="zh-CN" dirty="0"/>
              <a:t>DNS Protocol </a:t>
            </a:r>
          </a:p>
          <a:p>
            <a:r>
              <a:rPr lang="en-US" altLang="zh-CN" dirty="0"/>
              <a:t>BitTorrent</a:t>
            </a:r>
          </a:p>
          <a:p>
            <a:pPr lvl="1"/>
            <a:r>
              <a:rPr lang="en-US" altLang="zh-CN" dirty="0"/>
              <a:t>BitTorrent Organization/Structure</a:t>
            </a:r>
          </a:p>
          <a:p>
            <a:pPr lvl="1"/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BitTorrent Protocol (not required)*</a:t>
            </a:r>
          </a:p>
          <a:p>
            <a:r>
              <a:rPr lang="en-US" altLang="zh-CN" dirty="0"/>
              <a:t>Client-Server vs P2P</a:t>
            </a:r>
          </a:p>
          <a:p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Security (discussion)*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1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Why do we need DNS?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5AA35EE-0994-8019-5845-BB1F4988C26D}"/>
              </a:ext>
            </a:extLst>
          </p:cNvPr>
          <p:cNvSpPr txBox="1">
            <a:spLocks noChangeArrowheads="1"/>
          </p:cNvSpPr>
          <p:nvPr/>
        </p:nvSpPr>
        <p:spPr>
          <a:xfrm>
            <a:off x="565291" y="2087083"/>
            <a:ext cx="3676480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people: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many identifiers: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SSN, name, passport #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Internet hosts, routers: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IP address (32 bit) - used for addressing datagrams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“name”, e.g., cs.umass.edu - used by humans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i="1" u="sng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Q: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how to map between IP address and name, and vice versa ?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E911A57-B542-252A-46EF-DEC0B5181386}"/>
              </a:ext>
            </a:extLst>
          </p:cNvPr>
          <p:cNvSpPr txBox="1">
            <a:spLocks noChangeArrowheads="1"/>
          </p:cNvSpPr>
          <p:nvPr/>
        </p:nvSpPr>
        <p:spPr>
          <a:xfrm>
            <a:off x="4194025" y="2042113"/>
            <a:ext cx="4566084" cy="375523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Domain Name System (DNS):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distributed database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implemented in hierarchy of many </a:t>
            </a:r>
            <a:r>
              <a:rPr lang="en-US" altLang="en-US" sz="21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name servers</a:t>
            </a:r>
            <a:endParaRPr lang="en-US" altLang="en-US" sz="2100" dirty="0">
              <a:solidFill>
                <a:srgbClr val="000099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application-layer protocol: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hosts, DNS servers communicate to </a:t>
            </a:r>
            <a:r>
              <a:rPr lang="en-US" altLang="en-US" sz="21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resolve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names (address/name translation)</a:t>
            </a:r>
          </a:p>
          <a:p>
            <a:pPr marL="521494" lvl="1" indent="-173831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note: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core Internet function, 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implemented as application-layer protocol</a:t>
            </a:r>
          </a:p>
          <a:p>
            <a:pPr marL="521494" lvl="1" indent="-173831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complexity at network’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“edge”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063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DNS: services,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36D8600-8E8D-805F-575B-5E5836F59DC1}"/>
              </a:ext>
            </a:extLst>
          </p:cNvPr>
          <p:cNvSpPr txBox="1">
            <a:spLocks noChangeArrowheads="1"/>
          </p:cNvSpPr>
          <p:nvPr/>
        </p:nvSpPr>
        <p:spPr>
          <a:xfrm>
            <a:off x="4963886" y="2096591"/>
            <a:ext cx="3733800" cy="169783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Q: Why not centralize DNS?</a:t>
            </a:r>
          </a:p>
          <a:p>
            <a:pPr marL="436960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single point of failure</a:t>
            </a:r>
          </a:p>
          <a:p>
            <a:pPr marL="436960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traffic volume</a:t>
            </a:r>
          </a:p>
          <a:p>
            <a:pPr marL="436960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distant centralized database</a:t>
            </a:r>
          </a:p>
          <a:p>
            <a:pPr marL="436960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maintenance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3A66D50-D21F-B7DB-ED2B-7C44A54207DD}"/>
              </a:ext>
            </a:extLst>
          </p:cNvPr>
          <p:cNvSpPr txBox="1">
            <a:spLocks noChangeArrowheads="1"/>
          </p:cNvSpPr>
          <p:nvPr/>
        </p:nvSpPr>
        <p:spPr>
          <a:xfrm>
            <a:off x="548878" y="2118361"/>
            <a:ext cx="4356497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DNS services:</a:t>
            </a:r>
          </a:p>
          <a:p>
            <a:pPr marL="345281" indent="-161925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hostname-to-IP-address translation</a:t>
            </a:r>
          </a:p>
          <a:p>
            <a:pPr marL="345281" indent="-161925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host aliasing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canonical, alias names</a:t>
            </a:r>
          </a:p>
          <a:p>
            <a:pPr marL="345281" indent="-215504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mail server aliasing</a:t>
            </a:r>
          </a:p>
          <a:p>
            <a:pPr marL="345281" indent="-215504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load distribution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replicated Web servers: many IP addresses correspond to one name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altLang="en-US" sz="1800" dirty="0">
              <a:solidFill>
                <a:prstClr val="black"/>
              </a:solidFill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7A8C2B29-31A3-58A6-B2F4-55FFAB185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3397" y="3925310"/>
            <a:ext cx="371770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9556" indent="-248841" defTabSz="685800">
              <a:defRPr/>
            </a:pPr>
            <a:r>
              <a:rPr lang="en-US" alt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A: 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doesn‘t</a:t>
            </a:r>
            <a:r>
              <a:rPr lang="en-US" altLang="ja-JP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scale!</a:t>
            </a:r>
          </a:p>
          <a:p>
            <a:pPr marL="350044" indent="-219075" defTabSz="685800"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Comcast DNS servers alone: 600B DNS queries/day</a:t>
            </a:r>
          </a:p>
          <a:p>
            <a:pPr marL="350044" indent="-219075" defTabSz="685800"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Akamai DNS servers alone: 2.2T DNS queries/day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0B8CA-B878-2CB1-7240-2B52A1A0C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78" y="5797344"/>
            <a:ext cx="4672377" cy="90406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9CD6849-E848-0F0D-BB1E-824245922CD9}"/>
              </a:ext>
            </a:extLst>
          </p:cNvPr>
          <p:cNvSpPr/>
          <p:nvPr/>
        </p:nvSpPr>
        <p:spPr>
          <a:xfrm>
            <a:off x="548878" y="5679636"/>
            <a:ext cx="2327672" cy="502089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038F06-6A7C-0E45-DA7B-9B986FAADB5F}"/>
              </a:ext>
            </a:extLst>
          </p:cNvPr>
          <p:cNvCxnSpPr/>
          <p:nvPr/>
        </p:nvCxnSpPr>
        <p:spPr>
          <a:xfrm flipV="1">
            <a:off x="2770415" y="5490518"/>
            <a:ext cx="319087" cy="31908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267205-42E5-2685-8BDF-DC1A46512297}"/>
              </a:ext>
            </a:extLst>
          </p:cNvPr>
          <p:cNvSpPr txBox="1"/>
          <p:nvPr/>
        </p:nvSpPr>
        <p:spPr>
          <a:xfrm>
            <a:off x="3041550" y="5265957"/>
            <a:ext cx="778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IP addr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9575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DNS: a distributed, hierarchical 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F4497F7B-E3D3-867E-ABC5-B049B41EE9E2}"/>
              </a:ext>
            </a:extLst>
          </p:cNvPr>
          <p:cNvSpPr txBox="1">
            <a:spLocks noChangeArrowheads="1"/>
          </p:cNvSpPr>
          <p:nvPr/>
        </p:nvSpPr>
        <p:spPr>
          <a:xfrm>
            <a:off x="359229" y="4508163"/>
            <a:ext cx="8784772" cy="1600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863" indent="0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Client wants IP address for </a:t>
            </a:r>
            <a:r>
              <a:rPr lang="en-US" altLang="en-US" sz="1800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www.amazon.com</a:t>
            </a:r>
            <a:r>
              <a:rPr lang="en-US" altLang="en-US" sz="2100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; 1</a:t>
            </a:r>
            <a:r>
              <a:rPr lang="en-US" altLang="en-US" sz="2100" baseline="30000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st</a:t>
            </a:r>
            <a:r>
              <a:rPr lang="en-US" altLang="en-US" sz="2100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 approximation:</a:t>
            </a:r>
          </a:p>
          <a:p>
            <a:pPr marL="345281" indent="-161925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client queries root server to find .com DNS server</a:t>
            </a:r>
          </a:p>
          <a:p>
            <a:pPr marL="345281" indent="-161925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client queries .com DNS server to get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amazon.com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DNS server</a:t>
            </a:r>
          </a:p>
          <a:p>
            <a:pPr marL="345281" indent="-161925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client queries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amazon.com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DNS server to get  IP address for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www.amazon.com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98F4F5F-41CF-0F81-7223-2485EA7454C0}"/>
              </a:ext>
            </a:extLst>
          </p:cNvPr>
          <p:cNvGrpSpPr/>
          <p:nvPr/>
        </p:nvGrpSpPr>
        <p:grpSpPr>
          <a:xfrm>
            <a:off x="991494" y="2570613"/>
            <a:ext cx="8129345" cy="808102"/>
            <a:chOff x="1321991" y="1815164"/>
            <a:chExt cx="10839126" cy="1077468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4B2621E6-F619-B5F5-A7A1-49DEE0FF9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991" y="2431570"/>
              <a:ext cx="2118529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.com DNS servers</a:t>
              </a:r>
            </a:p>
          </p:txBody>
        </p:sp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6F83C9F5-B56F-50FC-E020-ABE62F7DC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790" y="2432961"/>
              <a:ext cx="2015936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.org DNS servers</a:t>
              </a:r>
            </a:p>
          </p:txBody>
        </p:sp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D4F90CFF-545F-6F6F-BB7E-7A07B9E37A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025" y="2432961"/>
              <a:ext cx="206723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.edu DNS servers</a:t>
              </a: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2A93510C-1255-C0A2-4A86-4A1FDA19FB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547" y="1831861"/>
              <a:ext cx="2075302" cy="6011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5200CF98-6D2B-0499-3664-1AFF122EE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588" y="1815164"/>
              <a:ext cx="0" cy="616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7087AB21-3C93-0D52-E150-1A642E352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908" y="1831861"/>
              <a:ext cx="2146864" cy="601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Box 29">
              <a:extLst>
                <a:ext uri="{FF2B5EF4-FFF2-40B4-BE49-F238E27FC236}">
                  <a16:creationId xmlns:a16="http://schemas.microsoft.com/office/drawing/2014/main" id="{9323F8F5-F5E2-396E-7340-B3129EAC2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204" y="1934852"/>
              <a:ext cx="502701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…</a:t>
              </a:r>
            </a:p>
          </p:txBody>
        </p:sp>
        <p:sp>
          <p:nvSpPr>
            <p:cNvPr id="17" name="Text Box 30">
              <a:extLst>
                <a:ext uri="{FF2B5EF4-FFF2-40B4-BE49-F238E27FC236}">
                  <a16:creationId xmlns:a16="http://schemas.microsoft.com/office/drawing/2014/main" id="{71230455-77CA-596A-FA16-64AE3208A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966" y="1923399"/>
              <a:ext cx="502701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…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2D2F60-E09E-C51C-D8B0-8A4D9B4E8E17}"/>
                </a:ext>
              </a:extLst>
            </p:cNvPr>
            <p:cNvSpPr txBox="1"/>
            <p:nvPr/>
          </p:nvSpPr>
          <p:spPr>
            <a:xfrm>
              <a:off x="9724296" y="2400190"/>
              <a:ext cx="2436821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i="1" dirty="0">
                  <a:solidFill>
                    <a:srgbClr val="C00000"/>
                  </a:solidFill>
                  <a:latin typeface="Calibri" panose="020F0502020204030204"/>
                </a:rPr>
                <a:t>Top Level Domain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E9DC1E-70A2-B8A9-4455-17C7416368E5}"/>
              </a:ext>
            </a:extLst>
          </p:cNvPr>
          <p:cNvGrpSpPr/>
          <p:nvPr/>
        </p:nvGrpSpPr>
        <p:grpSpPr>
          <a:xfrm>
            <a:off x="2876039" y="2264974"/>
            <a:ext cx="5541426" cy="369332"/>
            <a:chOff x="3834718" y="1407648"/>
            <a:chExt cx="7388567" cy="492443"/>
          </a:xfrm>
        </p:grpSpPr>
        <p:sp>
          <p:nvSpPr>
            <p:cNvPr id="20" name="Text Box 2">
              <a:extLst>
                <a:ext uri="{FF2B5EF4-FFF2-40B4-BE49-F238E27FC236}">
                  <a16:creationId xmlns:a16="http://schemas.microsoft.com/office/drawing/2014/main" id="{A87645CB-FECE-A3CF-C567-B5E33144C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4718" y="1432519"/>
              <a:ext cx="214417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Root DNS Servers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BB7296-ABF7-6DFE-82B5-049A11B2471F}"/>
                </a:ext>
              </a:extLst>
            </p:cNvPr>
            <p:cNvSpPr txBox="1"/>
            <p:nvPr/>
          </p:nvSpPr>
          <p:spPr>
            <a:xfrm>
              <a:off x="10397760" y="1407648"/>
              <a:ext cx="82552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i="1" dirty="0">
                  <a:solidFill>
                    <a:srgbClr val="C00000"/>
                  </a:solidFill>
                  <a:latin typeface="Calibri" panose="020F0502020204030204"/>
                </a:rPr>
                <a:t>Root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8BCC15-A19F-09E3-3101-853E94162004}"/>
              </a:ext>
            </a:extLst>
          </p:cNvPr>
          <p:cNvGrpSpPr/>
          <p:nvPr/>
        </p:nvGrpSpPr>
        <p:grpSpPr>
          <a:xfrm>
            <a:off x="658282" y="3284417"/>
            <a:ext cx="8199101" cy="812556"/>
            <a:chOff x="877709" y="2766905"/>
            <a:chExt cx="10932135" cy="1083409"/>
          </a:xfrm>
        </p:grpSpPr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BB0481E2-ACD8-9AE0-4FCE-26D2C1757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887" y="3150942"/>
              <a:ext cx="1554272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nyu.edu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DNS servers</a:t>
              </a:r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5396DC7F-0D80-0023-A775-954D18812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272" y="3150941"/>
              <a:ext cx="1554272" cy="677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umass.edu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DNS servers</a:t>
              </a:r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3CAC4131-8AC7-6FAA-2612-849DC8EFC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4130" y="2766905"/>
              <a:ext cx="559079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4AD805C9-1060-CDD2-9DF6-D529CD8E2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2582" y="2766905"/>
              <a:ext cx="500935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" name="Text Box 14">
              <a:extLst>
                <a:ext uri="{FF2B5EF4-FFF2-40B4-BE49-F238E27FC236}">
                  <a16:creationId xmlns:a16="http://schemas.microsoft.com/office/drawing/2014/main" id="{BBF47FB4-FD31-308D-230B-44EF971FD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709" y="3173205"/>
              <a:ext cx="1554272" cy="677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yahoo.com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DNS servers</a:t>
              </a:r>
            </a:p>
          </p:txBody>
        </p:sp>
        <p:sp>
          <p:nvSpPr>
            <p:cNvPr id="28" name="Text Box 15">
              <a:extLst>
                <a:ext uri="{FF2B5EF4-FFF2-40B4-BE49-F238E27FC236}">
                  <a16:creationId xmlns:a16="http://schemas.microsoft.com/office/drawing/2014/main" id="{0302FE4D-D709-62BF-EC4B-19DC54CD4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874" y="3150941"/>
              <a:ext cx="1567096" cy="677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amazon.com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DNS servers</a:t>
              </a:r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9A8EC5C4-4DC6-C558-75F7-6E03AA6767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6383" y="2773863"/>
              <a:ext cx="369738" cy="413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B6270968-3C41-042F-7AC5-1BDCE2FBE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547" y="2773863"/>
              <a:ext cx="429373" cy="425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Text Box 18">
              <a:extLst>
                <a:ext uri="{FF2B5EF4-FFF2-40B4-BE49-F238E27FC236}">
                  <a16:creationId xmlns:a16="http://schemas.microsoft.com/office/drawing/2014/main" id="{2D0A8535-651F-3265-53A3-C99F3E20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690" y="3132853"/>
              <a:ext cx="1554272" cy="677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pbs.org</a:t>
              </a:r>
            </a:p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350" dirty="0">
                  <a:solidFill>
                    <a:prstClr val="black"/>
                  </a:solidFill>
                </a:rPr>
                <a:t>DNS servers</a:t>
              </a:r>
            </a:p>
          </p:txBody>
        </p:sp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570C94C6-C506-02D8-C258-9542F6A7E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570" y="2766905"/>
              <a:ext cx="0" cy="4174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E59D23-3548-9B84-0513-C3B1DF43CEA9}"/>
                </a:ext>
              </a:extLst>
            </p:cNvPr>
            <p:cNvSpPr txBox="1"/>
            <p:nvPr/>
          </p:nvSpPr>
          <p:spPr>
            <a:xfrm>
              <a:off x="9919925" y="3273361"/>
              <a:ext cx="188991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i="1" dirty="0">
                  <a:solidFill>
                    <a:srgbClr val="C00000"/>
                  </a:solidFill>
                  <a:latin typeface="Calibri" panose="020F0502020204030204"/>
                </a:rPr>
                <a:t>Authoritative</a:t>
              </a: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5CB89C18-39B3-0CB6-4678-431C6334F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568" y="2785396"/>
              <a:ext cx="50270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…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D79961E3-0367-A7E8-702C-9CA21F326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793" y="2776330"/>
              <a:ext cx="50270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…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1289C160-B1EE-1F54-1458-E07C512D9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346" y="2768742"/>
              <a:ext cx="50270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…</a:t>
              </a:r>
            </a:p>
          </p:txBody>
        </p:sp>
        <p:sp>
          <p:nvSpPr>
            <p:cNvPr id="37" name="Text Box 30">
              <a:extLst>
                <a:ext uri="{FF2B5EF4-FFF2-40B4-BE49-F238E27FC236}">
                  <a16:creationId xmlns:a16="http://schemas.microsoft.com/office/drawing/2014/main" id="{530F9207-C85A-5BCC-43D7-CE1B6AE88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58" y="2777057"/>
              <a:ext cx="50270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500" dirty="0">
                  <a:solidFill>
                    <a:prstClr val="black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3012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DNS: root name servers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37569-0DDD-DFFC-3435-8161179D4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118" y="3852633"/>
            <a:ext cx="3857187" cy="19716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7F10CA0D-CD68-F582-7EB5-AE0876D39042}"/>
              </a:ext>
            </a:extLst>
          </p:cNvPr>
          <p:cNvSpPr txBox="1">
            <a:spLocks noChangeArrowheads="1"/>
          </p:cNvSpPr>
          <p:nvPr/>
        </p:nvSpPr>
        <p:spPr>
          <a:xfrm>
            <a:off x="488788" y="2286933"/>
            <a:ext cx="4083212" cy="184138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2419" indent="-216694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official, contact-of-last-resort by name servers that can not resolve name</a:t>
            </a:r>
          </a:p>
          <a:p>
            <a:pPr marL="302419" indent="-216694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incredibly important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Internet function</a:t>
            </a:r>
          </a:p>
          <a:p>
            <a:pPr marL="476250" lvl="1" indent="-238125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Internet couldn’t function without it!</a:t>
            </a:r>
          </a:p>
          <a:p>
            <a:pPr marL="476250" lvl="1" indent="-238125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DNSSEC – provides security (authentication, message integrity)</a:t>
            </a:r>
          </a:p>
          <a:p>
            <a:pPr marL="302419" indent="-216694" defTabSz="685800">
              <a:spcBef>
                <a:spcPts val="750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ICANN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(Internet Corporation for Assigned Names and Numbers)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manages root DNS domain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Rectangle 20">
            <a:extLst>
              <a:ext uri="{FF2B5EF4-FFF2-40B4-BE49-F238E27FC236}">
                <a16:creationId xmlns:a16="http://schemas.microsoft.com/office/drawing/2014/main" id="{48F9A2CB-D5CB-1BC7-8DAE-8A1BDCE9E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18" y="5842890"/>
            <a:ext cx="3857187" cy="899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lnSpc>
                <a:spcPct val="90000"/>
              </a:lnSpc>
              <a:defRPr/>
            </a:pPr>
            <a:r>
              <a:rPr lang="en-US" altLang="en-US" sz="1800" dirty="0">
                <a:solidFill>
                  <a:srgbClr val="0000A3"/>
                </a:solidFill>
                <a:latin typeface="Calibri" panose="020F0502020204030204"/>
              </a:rPr>
              <a:t>13 logical root name “</a:t>
            </a:r>
            <a:r>
              <a:rPr lang="en-US" altLang="ja-JP" sz="1800" dirty="0">
                <a:solidFill>
                  <a:srgbClr val="0000A3"/>
                </a:solidFill>
                <a:latin typeface="Calibri" panose="020F0502020204030204"/>
              </a:rPr>
              <a:t>servers” worldwide each “server” replicated many times (~200 servers in US)</a:t>
            </a:r>
            <a:endParaRPr lang="en-US" altLang="ja-JP" sz="1500" dirty="0">
              <a:solidFill>
                <a:srgbClr val="0000A3"/>
              </a:solidFill>
              <a:latin typeface="Calibri" panose="020F0502020204030204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95A0DBA-3E62-A4FD-7AE9-E7D05FBDF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840" y="2205992"/>
            <a:ext cx="4428188" cy="133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04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Top-Level Domain, and authoritative servers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BD20B3-C783-5AEF-163F-4637CF27C3E4}"/>
              </a:ext>
            </a:extLst>
          </p:cNvPr>
          <p:cNvSpPr txBox="1">
            <a:spLocks noChangeArrowheads="1"/>
          </p:cNvSpPr>
          <p:nvPr/>
        </p:nvSpPr>
        <p:spPr>
          <a:xfrm>
            <a:off x="624419" y="2140856"/>
            <a:ext cx="8151281" cy="152453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6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Top-Level Domain (TLD) servers:</a:t>
            </a:r>
          </a:p>
          <a:p>
            <a:pPr marL="345281" lvl="1" indent="-215504" defTabSz="685800">
              <a:spcBef>
                <a:spcPts val="300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responsible for .com, .org, .net, .edu, .aero, .jobs, .museums, and all top-level country domains, e.g.: .cn, .uk, .fr, .ca, .jp</a:t>
            </a:r>
          </a:p>
          <a:p>
            <a:pPr marL="345281" lvl="1" indent="-215504" defTabSz="685800">
              <a:spcBef>
                <a:spcPts val="300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Network Solutions: authoritative registry for .com, .net TLD</a:t>
            </a:r>
          </a:p>
          <a:p>
            <a:pPr marL="345281" lvl="1" indent="-215504" defTabSz="685800">
              <a:spcBef>
                <a:spcPts val="300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Educause: .edu TLD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2EED307-D8F3-59D9-B410-A5CCC48DF367}"/>
              </a:ext>
            </a:extLst>
          </p:cNvPr>
          <p:cNvSpPr txBox="1">
            <a:spLocks noChangeArrowheads="1"/>
          </p:cNvSpPr>
          <p:nvPr/>
        </p:nvSpPr>
        <p:spPr>
          <a:xfrm>
            <a:off x="535519" y="4553857"/>
            <a:ext cx="8151281" cy="137213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1650"/>
              </a:spcBef>
              <a:buNone/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authoritative DNS servers: </a:t>
            </a:r>
          </a:p>
          <a:p>
            <a:pPr marL="345281" lvl="1" indent="-215504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organization’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own DNS server(s), providing authoritative hostname to IP mappings for organization’s named hosts </a:t>
            </a:r>
          </a:p>
          <a:p>
            <a:pPr marL="345281" lvl="1" indent="-215504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can be maintained by organization or service provider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B7ECDE-2195-6A24-4698-157717F2E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3518049"/>
            <a:ext cx="3987800" cy="120485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F0A5B30-426C-3746-C3F3-27BF73EF84A6}"/>
              </a:ext>
            </a:extLst>
          </p:cNvPr>
          <p:cNvGrpSpPr/>
          <p:nvPr/>
        </p:nvGrpSpPr>
        <p:grpSpPr>
          <a:xfrm>
            <a:off x="3314700" y="2484292"/>
            <a:ext cx="5219700" cy="1676400"/>
            <a:chOff x="4419600" y="1744133"/>
            <a:chExt cx="6959600" cy="2235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7EF25D-714D-BBB4-5194-892CAB213866}"/>
                </a:ext>
              </a:extLst>
            </p:cNvPr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85A8E28-26F3-4AAA-E4BF-823CE9E24725}"/>
                </a:ext>
              </a:extLst>
            </p:cNvPr>
            <p:cNvCxnSpPr/>
            <p:nvPr/>
          </p:nvCxnSpPr>
          <p:spPr>
            <a:xfrm>
              <a:off x="4419600" y="1744133"/>
              <a:ext cx="1998133" cy="1998133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E70391-E888-725F-1335-20EE5E20ECCF}"/>
              </a:ext>
            </a:extLst>
          </p:cNvPr>
          <p:cNvGrpSpPr/>
          <p:nvPr/>
        </p:nvGrpSpPr>
        <p:grpSpPr>
          <a:xfrm>
            <a:off x="3937000" y="4351192"/>
            <a:ext cx="4699001" cy="431801"/>
            <a:chOff x="5249333" y="4233333"/>
            <a:chExt cx="6265334" cy="57573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4EA6A2-8D8B-218B-6172-806969AC233D}"/>
                </a:ext>
              </a:extLst>
            </p:cNvPr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9B58A22-E30F-22F0-BC51-8B37F64838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333" y="4267199"/>
              <a:ext cx="999068" cy="541868"/>
            </a:xfrm>
            <a:prstGeom prst="line">
              <a:avLst/>
            </a:prstGeom>
            <a:ln w="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949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Local DNS name servers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F48D6E5-5B5E-1379-EE29-6A7FCFC17082}"/>
              </a:ext>
            </a:extLst>
          </p:cNvPr>
          <p:cNvSpPr txBox="1">
            <a:spLocks noChangeArrowheads="1"/>
          </p:cNvSpPr>
          <p:nvPr/>
        </p:nvSpPr>
        <p:spPr>
          <a:xfrm>
            <a:off x="599018" y="2118361"/>
            <a:ext cx="8237684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220266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when host makes DNS query, it is sent to its 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local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DNS server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Local DNS server returns reply, answering:</a:t>
            </a:r>
          </a:p>
          <a:p>
            <a:pPr marL="857250" lvl="2" indent="-173831" defTabSz="685800">
              <a:spcBef>
                <a:spcPts val="375"/>
              </a:spcBef>
              <a:buClr>
                <a:srgbClr val="0000A8"/>
              </a:buClr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from its local cache of recent name-to-address translation pairs (possibly out of date!)</a:t>
            </a:r>
          </a:p>
          <a:p>
            <a:pPr marL="857250" lvl="2" indent="-173831" defTabSz="685800">
              <a:spcBef>
                <a:spcPts val="375"/>
              </a:spcBef>
              <a:buClr>
                <a:srgbClr val="0000A8"/>
              </a:buClr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forwarding request into DNS hierarchy for resolution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each ISP has local DNS name server; to find yours: </a:t>
            </a:r>
          </a:p>
          <a:p>
            <a:pPr marL="857250" lvl="2" indent="-173831" defTabSz="685800">
              <a:spcBef>
                <a:spcPts val="375"/>
              </a:spcBef>
              <a:buClr>
                <a:srgbClr val="0000A8"/>
              </a:buClr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MacOS: </a:t>
            </a:r>
            <a:r>
              <a:rPr lang="en-US" sz="1800" dirty="0">
                <a:solidFill>
                  <a:prstClr val="black"/>
                </a:solidFill>
                <a:latin typeface="Courier" pitchFamily="2" charset="0"/>
              </a:rPr>
              <a:t>% scutil --dns</a:t>
            </a:r>
          </a:p>
          <a:p>
            <a:pPr marL="857250" lvl="2" indent="-171450" defTabSz="685800">
              <a:spcBef>
                <a:spcPts val="375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Windows: </a:t>
            </a:r>
            <a:r>
              <a:rPr lang="en-US" sz="1800" dirty="0">
                <a:solidFill>
                  <a:prstClr val="black"/>
                </a:solidFill>
                <a:latin typeface="Courier" pitchFamily="2" charset="0"/>
              </a:rPr>
              <a:t>&gt;ipconfig /all</a:t>
            </a:r>
          </a:p>
          <a:p>
            <a:pPr marL="264319" indent="-220266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local DNS server doesn’t strictly belong to hierarchy</a:t>
            </a:r>
          </a:p>
        </p:txBody>
      </p:sp>
    </p:spTree>
    <p:extLst>
      <p:ext uri="{BB962C8B-B14F-4D97-AF65-F5344CB8AC3E}">
        <p14:creationId xmlns:p14="http://schemas.microsoft.com/office/powerpoint/2010/main" val="13414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Caching DNS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788028F-F624-8522-DBAE-2F71EC3BC2C2}"/>
              </a:ext>
            </a:extLst>
          </p:cNvPr>
          <p:cNvSpPr txBox="1">
            <a:spLocks noChangeArrowheads="1"/>
          </p:cNvSpPr>
          <p:nvPr/>
        </p:nvSpPr>
        <p:spPr>
          <a:xfrm>
            <a:off x="714714" y="1942167"/>
            <a:ext cx="7886700" cy="355044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221456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once (any) name server learns mapping, it </a:t>
            </a:r>
            <a:r>
              <a:rPr lang="en-US" altLang="en-US" sz="24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caches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mapping, and i</a:t>
            </a:r>
            <a:r>
              <a:rPr lang="en-US" altLang="en-US" sz="2400" i="1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mmediately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returns a cached mapping in response to a query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caching improves response time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cache entries timeout (disappear) after some time (TTL)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TLD servers typically cached in local name servers</a:t>
            </a:r>
          </a:p>
          <a:p>
            <a:pPr marL="264319" indent="-221456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cached entries may be 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out-of-date</a:t>
            </a:r>
            <a:endParaRPr lang="en-US" altLang="en-US" sz="24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if named host changes IP address, may not be known Internet-wide until all TTLs expire!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i="1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best-effort name-to-address translation!</a:t>
            </a:r>
            <a:endParaRPr lang="en-US" altLang="en-US" sz="2100" i="1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521494" lvl="1" indent="-173831" defTabSz="685800">
              <a:spcBef>
                <a:spcPts val="375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5526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 name resolution: iterated query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D3DEDD9E-2327-8B68-98DF-584846E68075}"/>
              </a:ext>
            </a:extLst>
          </p:cNvPr>
          <p:cNvSpPr txBox="1">
            <a:spLocks noChangeArrowheads="1"/>
          </p:cNvSpPr>
          <p:nvPr/>
        </p:nvSpPr>
        <p:spPr>
          <a:xfrm>
            <a:off x="513151" y="2507244"/>
            <a:ext cx="4248150" cy="79584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Example: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host at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engineering.nyu.edu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wants IP address for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gaia.cs.umass.edu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7" name="Rectangle 69">
            <a:extLst>
              <a:ext uri="{FF2B5EF4-FFF2-40B4-BE49-F238E27FC236}">
                <a16:creationId xmlns:a16="http://schemas.microsoft.com/office/drawing/2014/main" id="{75EAADCA-FE20-B4AA-C517-C6297EF11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25" y="3412333"/>
            <a:ext cx="3070335" cy="1963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</a:rPr>
              <a:t>Iterated query:</a:t>
            </a:r>
          </a:p>
          <a:p>
            <a:pPr marL="257175" indent="-214313" defTabSz="685800"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contacted server replies with name of server to contact</a:t>
            </a:r>
          </a:p>
          <a:p>
            <a:pPr marL="257175" indent="-214313" defTabSz="685800"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</a:rPr>
              <a:t>“I don’t know this name, but ask this server”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059E3512-04A5-581F-8B73-606048F0F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061" y="4180792"/>
            <a:ext cx="1410964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requesting host at</a:t>
            </a:r>
            <a:endParaRPr lang="en-US" altLang="en-US" sz="1500" kern="0" dirty="0">
              <a:solidFill>
                <a:srgbClr val="000000"/>
              </a:solidFill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i="1" kern="0" dirty="0">
                <a:solidFill>
                  <a:srgbClr val="000099"/>
                </a:solidFill>
              </a:rPr>
              <a:t>engineering.nyu.edu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21921AD5-5997-8762-04E8-04C8E7AE4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867" y="4472580"/>
            <a:ext cx="1463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i="1" kern="0" dirty="0">
                <a:solidFill>
                  <a:srgbClr val="000000"/>
                </a:solidFill>
              </a:rPr>
              <a:t>gaia.cs.umass.edu</a:t>
            </a:r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82F214F0-1450-31B0-C431-C4AFF0777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673" y="2286069"/>
            <a:ext cx="150852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root DNS server</a:t>
            </a: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8079ED30-7141-A588-836F-D3CCA89ECB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66926" y="3751077"/>
            <a:ext cx="897746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CCBB5FCD-6753-3423-9398-DEC2EBDCA2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6589" y="2798511"/>
            <a:ext cx="685800" cy="7286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Line 20">
            <a:extLst>
              <a:ext uri="{FF2B5EF4-FFF2-40B4-BE49-F238E27FC236}">
                <a16:creationId xmlns:a16="http://schemas.microsoft.com/office/drawing/2014/main" id="{45E2AE81-F4A9-886C-634C-CB81468566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0901" y="3670049"/>
            <a:ext cx="1114425" cy="7144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" name="Line 21">
            <a:extLst>
              <a:ext uri="{FF2B5EF4-FFF2-40B4-BE49-F238E27FC236}">
                <a16:creationId xmlns:a16="http://schemas.microsoft.com/office/drawing/2014/main" id="{FD09169C-9785-534E-8991-806F55F99B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90902" y="3798636"/>
            <a:ext cx="1064419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7776164B-1E2D-AA7B-2B50-23054436DA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33752" y="2969961"/>
            <a:ext cx="550069" cy="5715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" name="Line 23">
            <a:extLst>
              <a:ext uri="{FF2B5EF4-FFF2-40B4-BE49-F238E27FC236}">
                <a16:creationId xmlns:a16="http://schemas.microsoft.com/office/drawing/2014/main" id="{A7162E2C-6783-7F84-5758-00462D3C3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6133" y="3874018"/>
            <a:ext cx="98942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7" name="Group 24">
            <a:extLst>
              <a:ext uri="{FF2B5EF4-FFF2-40B4-BE49-F238E27FC236}">
                <a16:creationId xmlns:a16="http://schemas.microsoft.com/office/drawing/2014/main" id="{81BC6CA4-24E3-CDE6-F516-25FC9F6892E9}"/>
              </a:ext>
            </a:extLst>
          </p:cNvPr>
          <p:cNvGrpSpPr>
            <a:grpSpLocks/>
          </p:cNvGrpSpPr>
          <p:nvPr/>
        </p:nvGrpSpPr>
        <p:grpSpPr bwMode="auto">
          <a:xfrm>
            <a:off x="5069334" y="4179641"/>
            <a:ext cx="1407319" cy="438150"/>
            <a:chOff x="2838" y="2132"/>
            <a:chExt cx="1182" cy="368"/>
          </a:xfrm>
        </p:grpSpPr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0C3133CB-3799-9B44-231D-CD9493D6D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8173E2A8-871B-5FFE-05AA-A2981AFF4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9" y="2132"/>
              <a:ext cx="112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local DNS server</a:t>
              </a:r>
              <a:endParaRPr lang="en-US" altLang="en-US" sz="1500" kern="0" dirty="0">
                <a:solidFill>
                  <a:srgbClr val="000000"/>
                </a:solidFill>
              </a:endParaRP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i="1" kern="0" dirty="0">
                  <a:solidFill>
                    <a:srgbClr val="000099"/>
                  </a:solidFill>
                </a:rPr>
                <a:t>dns.nyu.edu</a:t>
              </a:r>
            </a:p>
          </p:txBody>
        </p:sp>
      </p:grpSp>
      <p:sp>
        <p:nvSpPr>
          <p:cNvPr id="20" name="Text Box 27">
            <a:extLst>
              <a:ext uri="{FF2B5EF4-FFF2-40B4-BE49-F238E27FC236}">
                <a16:creationId xmlns:a16="http://schemas.microsoft.com/office/drawing/2014/main" id="{CC433B22-5CB4-F7D2-1706-4B7902FA8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882" y="3459270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1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id="{40064A95-C61A-5953-39B7-ADCE318B3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622" y="2961626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2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2" name="Text Box 29">
            <a:extLst>
              <a:ext uri="{FF2B5EF4-FFF2-40B4-BE49-F238E27FC236}">
                <a16:creationId xmlns:a16="http://schemas.microsoft.com/office/drawing/2014/main" id="{0C2C2651-FFDE-2269-226A-520DD8725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234" y="3140220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3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3" name="Text Box 30">
            <a:extLst>
              <a:ext uri="{FF2B5EF4-FFF2-40B4-BE49-F238E27FC236}">
                <a16:creationId xmlns:a16="http://schemas.microsoft.com/office/drawing/2014/main" id="{A8C810BC-9D90-B386-BF14-D68E95FF3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978" y="3447401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4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4" name="Text Box 31">
            <a:extLst>
              <a:ext uri="{FF2B5EF4-FFF2-40B4-BE49-F238E27FC236}">
                <a16:creationId xmlns:a16="http://schemas.microsoft.com/office/drawing/2014/main" id="{7A087026-74CF-11DE-14F4-299E73994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4600" y="3812923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5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883D0254-601E-6E70-533C-4700006CD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275" y="4592782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6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6" name="Text Box 60">
            <a:extLst>
              <a:ext uri="{FF2B5EF4-FFF2-40B4-BE49-F238E27FC236}">
                <a16:creationId xmlns:a16="http://schemas.microsoft.com/office/drawing/2014/main" id="{06C7D05D-6213-F579-EF1E-0B0937E4D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587" y="5204764"/>
            <a:ext cx="18565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authoritative DNS server</a:t>
            </a:r>
            <a:endParaRPr lang="en-US" altLang="en-US" sz="1800" kern="0" dirty="0">
              <a:solidFill>
                <a:srgbClr val="000000"/>
              </a:solidFill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kern="0" dirty="0">
                <a:solidFill>
                  <a:srgbClr val="000000"/>
                </a:solidFill>
              </a:rPr>
              <a:t>dns.cs.umass.edu</a:t>
            </a: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27" name="Text Box 61">
            <a:extLst>
              <a:ext uri="{FF2B5EF4-FFF2-40B4-BE49-F238E27FC236}">
                <a16:creationId xmlns:a16="http://schemas.microsoft.com/office/drawing/2014/main" id="{049010BE-071F-0E5D-0E62-1985B1210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978" y="4615404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7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8" name="Text Box 62">
            <a:extLst>
              <a:ext uri="{FF2B5EF4-FFF2-40B4-BE49-F238E27FC236}">
                <a16:creationId xmlns:a16="http://schemas.microsoft.com/office/drawing/2014/main" id="{21650988-6B66-C858-BB61-6914528D3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274" y="3897117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8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29" name="Line 63">
            <a:extLst>
              <a:ext uri="{FF2B5EF4-FFF2-40B4-BE49-F238E27FC236}">
                <a16:creationId xmlns:a16="http://schemas.microsoft.com/office/drawing/2014/main" id="{4EF9C630-C7F4-91D5-0D7F-919A1D803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0895" y="3918888"/>
            <a:ext cx="1120379" cy="985838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0" name="Line 64">
            <a:extLst>
              <a:ext uri="{FF2B5EF4-FFF2-40B4-BE49-F238E27FC236}">
                <a16:creationId xmlns:a16="http://schemas.microsoft.com/office/drawing/2014/main" id="{17BDCD1D-5415-E1FB-6D3B-F0E6CC15348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11130" y="4012948"/>
            <a:ext cx="1120378" cy="976313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1" name="Text Box 65">
            <a:extLst>
              <a:ext uri="{FF2B5EF4-FFF2-40B4-BE49-F238E27FC236}">
                <a16:creationId xmlns:a16="http://schemas.microsoft.com/office/drawing/2014/main" id="{029574C8-0D45-A969-109A-E887E8F9A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937" y="3250608"/>
            <a:ext cx="150852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TLD DNS server</a:t>
            </a:r>
            <a:endParaRPr lang="en-US" altLang="en-US" sz="1200" kern="0" dirty="0">
              <a:solidFill>
                <a:srgbClr val="000000"/>
              </a:solidFill>
            </a:endParaRPr>
          </a:p>
        </p:txBody>
      </p:sp>
      <p:grpSp>
        <p:nvGrpSpPr>
          <p:cNvPr id="32" name="Group 86">
            <a:extLst>
              <a:ext uri="{FF2B5EF4-FFF2-40B4-BE49-F238E27FC236}">
                <a16:creationId xmlns:a16="http://schemas.microsoft.com/office/drawing/2014/main" id="{A9808BCE-A680-DA5A-F237-6FE0B8DF776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94848" y="4758990"/>
            <a:ext cx="590543" cy="460541"/>
            <a:chOff x="-44" y="1473"/>
            <a:chExt cx="981" cy="1105"/>
          </a:xfrm>
        </p:grpSpPr>
        <p:pic>
          <p:nvPicPr>
            <p:cNvPr id="33" name="Picture 87" descr="desktop_computer_stylized_medium">
              <a:extLst>
                <a:ext uri="{FF2B5EF4-FFF2-40B4-BE49-F238E27FC236}">
                  <a16:creationId xmlns:a16="http://schemas.microsoft.com/office/drawing/2014/main" id="{093C2B02-1BC1-7E27-10D5-AF5FCF50A1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Freeform 88">
              <a:extLst>
                <a:ext uri="{FF2B5EF4-FFF2-40B4-BE49-F238E27FC236}">
                  <a16:creationId xmlns:a16="http://schemas.microsoft.com/office/drawing/2014/main" id="{AABD7717-0850-95AA-5572-16A72394FC8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5" name="Group 89">
            <a:extLst>
              <a:ext uri="{FF2B5EF4-FFF2-40B4-BE49-F238E27FC236}">
                <a16:creationId xmlns:a16="http://schemas.microsoft.com/office/drawing/2014/main" id="{D8ACF6EF-98DA-BD84-875A-14E186F573A5}"/>
              </a:ext>
            </a:extLst>
          </p:cNvPr>
          <p:cNvGrpSpPr>
            <a:grpSpLocks/>
          </p:cNvGrpSpPr>
          <p:nvPr/>
        </p:nvGrpSpPr>
        <p:grpSpPr bwMode="auto">
          <a:xfrm>
            <a:off x="4112563" y="3584055"/>
            <a:ext cx="662685" cy="574733"/>
            <a:chOff x="-44" y="1473"/>
            <a:chExt cx="981" cy="1105"/>
          </a:xfrm>
        </p:grpSpPr>
        <p:pic>
          <p:nvPicPr>
            <p:cNvPr id="36" name="Picture 90" descr="desktop_computer_stylized_medium">
              <a:extLst>
                <a:ext uri="{FF2B5EF4-FFF2-40B4-BE49-F238E27FC236}">
                  <a16:creationId xmlns:a16="http://schemas.microsoft.com/office/drawing/2014/main" id="{6089C092-E7D9-A61F-D4EB-4ED5EAD7F3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Freeform 91">
              <a:extLst>
                <a:ext uri="{FF2B5EF4-FFF2-40B4-BE49-F238E27FC236}">
                  <a16:creationId xmlns:a16="http://schemas.microsoft.com/office/drawing/2014/main" id="{85209B85-486B-2F39-EE51-51208B4E09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8" name="Group 125">
            <a:extLst>
              <a:ext uri="{FF2B5EF4-FFF2-40B4-BE49-F238E27FC236}">
                <a16:creationId xmlns:a16="http://schemas.microsoft.com/office/drawing/2014/main" id="{7AA10575-2653-5775-3B7D-CE4A54B713B0}"/>
              </a:ext>
            </a:extLst>
          </p:cNvPr>
          <p:cNvGrpSpPr>
            <a:grpSpLocks/>
          </p:cNvGrpSpPr>
          <p:nvPr/>
        </p:nvGrpSpPr>
        <p:grpSpPr bwMode="auto">
          <a:xfrm>
            <a:off x="7345808" y="4690413"/>
            <a:ext cx="292894" cy="481013"/>
            <a:chOff x="4140" y="429"/>
            <a:chExt cx="1425" cy="2396"/>
          </a:xfrm>
        </p:grpSpPr>
        <p:sp>
          <p:nvSpPr>
            <p:cNvPr id="39" name="Freeform 126">
              <a:extLst>
                <a:ext uri="{FF2B5EF4-FFF2-40B4-BE49-F238E27FC236}">
                  <a16:creationId xmlns:a16="http://schemas.microsoft.com/office/drawing/2014/main" id="{C3A3F8C9-B901-346A-F070-828CF984E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0" name="Rectangle 127">
              <a:extLst>
                <a:ext uri="{FF2B5EF4-FFF2-40B4-BE49-F238E27FC236}">
                  <a16:creationId xmlns:a16="http://schemas.microsoft.com/office/drawing/2014/main" id="{F5CE9C65-0CE8-0FE5-A522-5AB268052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" name="Freeform 128">
              <a:extLst>
                <a:ext uri="{FF2B5EF4-FFF2-40B4-BE49-F238E27FC236}">
                  <a16:creationId xmlns:a16="http://schemas.microsoft.com/office/drawing/2014/main" id="{228382DA-8464-A59F-C528-FBD5437A7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" name="Freeform 129">
              <a:extLst>
                <a:ext uri="{FF2B5EF4-FFF2-40B4-BE49-F238E27FC236}">
                  <a16:creationId xmlns:a16="http://schemas.microsoft.com/office/drawing/2014/main" id="{AEB0CCC3-8C3A-A0C1-7712-F122523A1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" name="Rectangle 130">
              <a:extLst>
                <a:ext uri="{FF2B5EF4-FFF2-40B4-BE49-F238E27FC236}">
                  <a16:creationId xmlns:a16="http://schemas.microsoft.com/office/drawing/2014/main" id="{61BB880E-ACFA-4CDD-54ED-DA98096BE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4" name="Group 131">
              <a:extLst>
                <a:ext uri="{FF2B5EF4-FFF2-40B4-BE49-F238E27FC236}">
                  <a16:creationId xmlns:a16="http://schemas.microsoft.com/office/drawing/2014/main" id="{26952F37-2CC9-4DC3-D190-AD3C907364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" name="AutoShape 132">
                <a:extLst>
                  <a:ext uri="{FF2B5EF4-FFF2-40B4-BE49-F238E27FC236}">
                    <a16:creationId xmlns:a16="http://schemas.microsoft.com/office/drawing/2014/main" id="{28981123-C078-F515-9FAA-A57159113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0" name="AutoShape 133">
                <a:extLst>
                  <a:ext uri="{FF2B5EF4-FFF2-40B4-BE49-F238E27FC236}">
                    <a16:creationId xmlns:a16="http://schemas.microsoft.com/office/drawing/2014/main" id="{FC6EEEA8-E451-7DC6-9CE3-E19691568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5" name="Rectangle 134">
              <a:extLst>
                <a:ext uri="{FF2B5EF4-FFF2-40B4-BE49-F238E27FC236}">
                  <a16:creationId xmlns:a16="http://schemas.microsoft.com/office/drawing/2014/main" id="{52DF95F3-1270-37FE-184F-F075E1A55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6" name="Group 135">
              <a:extLst>
                <a:ext uri="{FF2B5EF4-FFF2-40B4-BE49-F238E27FC236}">
                  <a16:creationId xmlns:a16="http://schemas.microsoft.com/office/drawing/2014/main" id="{661D0CC2-85CF-1C8A-6212-850D613EC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7" name="AutoShape 136">
                <a:extLst>
                  <a:ext uri="{FF2B5EF4-FFF2-40B4-BE49-F238E27FC236}">
                    <a16:creationId xmlns:a16="http://schemas.microsoft.com/office/drawing/2014/main" id="{98DD8567-0C76-6CEB-051F-4186727D2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8" name="AutoShape 137">
                <a:extLst>
                  <a:ext uri="{FF2B5EF4-FFF2-40B4-BE49-F238E27FC236}">
                    <a16:creationId xmlns:a16="http://schemas.microsoft.com/office/drawing/2014/main" id="{0E35E831-B2B5-B4B9-0577-422602DA0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7" name="Rectangle 138">
              <a:extLst>
                <a:ext uri="{FF2B5EF4-FFF2-40B4-BE49-F238E27FC236}">
                  <a16:creationId xmlns:a16="http://schemas.microsoft.com/office/drawing/2014/main" id="{2A107EA4-4367-2F32-37EA-377E8AAA6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8" name="Rectangle 139">
              <a:extLst>
                <a:ext uri="{FF2B5EF4-FFF2-40B4-BE49-F238E27FC236}">
                  <a16:creationId xmlns:a16="http://schemas.microsoft.com/office/drawing/2014/main" id="{1C89ED7B-A700-4B88-55E9-C327800D6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49" name="Group 140">
              <a:extLst>
                <a:ext uri="{FF2B5EF4-FFF2-40B4-BE49-F238E27FC236}">
                  <a16:creationId xmlns:a16="http://schemas.microsoft.com/office/drawing/2014/main" id="{696C5DB7-BE23-779A-BE90-C0D375684F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5" name="AutoShape 141">
                <a:extLst>
                  <a:ext uri="{FF2B5EF4-FFF2-40B4-BE49-F238E27FC236}">
                    <a16:creationId xmlns:a16="http://schemas.microsoft.com/office/drawing/2014/main" id="{459C4477-25DE-8372-360A-3B309105D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6" name="AutoShape 142">
                <a:extLst>
                  <a:ext uri="{FF2B5EF4-FFF2-40B4-BE49-F238E27FC236}">
                    <a16:creationId xmlns:a16="http://schemas.microsoft.com/office/drawing/2014/main" id="{F400B7B6-FDB8-31ED-8368-D83DAE9B3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0" name="Freeform 143">
              <a:extLst>
                <a:ext uri="{FF2B5EF4-FFF2-40B4-BE49-F238E27FC236}">
                  <a16:creationId xmlns:a16="http://schemas.microsoft.com/office/drawing/2014/main" id="{0F70CF1B-F534-88C4-E4EF-16DFDBB7A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1" name="Group 144">
              <a:extLst>
                <a:ext uri="{FF2B5EF4-FFF2-40B4-BE49-F238E27FC236}">
                  <a16:creationId xmlns:a16="http://schemas.microsoft.com/office/drawing/2014/main" id="{0A9EC428-9B1C-E3E6-AB6C-7CDB384B8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3" name="AutoShape 145">
                <a:extLst>
                  <a:ext uri="{FF2B5EF4-FFF2-40B4-BE49-F238E27FC236}">
                    <a16:creationId xmlns:a16="http://schemas.microsoft.com/office/drawing/2014/main" id="{E4DCB838-9FF5-47B3-76CA-6366FA8BD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4" name="AutoShape 146">
                <a:extLst>
                  <a:ext uri="{FF2B5EF4-FFF2-40B4-BE49-F238E27FC236}">
                    <a16:creationId xmlns:a16="http://schemas.microsoft.com/office/drawing/2014/main" id="{D0E8E84A-65E1-1A56-09FF-1DFB3DB082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2" name="Rectangle 147">
              <a:extLst>
                <a:ext uri="{FF2B5EF4-FFF2-40B4-BE49-F238E27FC236}">
                  <a16:creationId xmlns:a16="http://schemas.microsoft.com/office/drawing/2014/main" id="{05BA9A27-CF43-8393-5C93-FF3FF579A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3" name="Freeform 148">
              <a:extLst>
                <a:ext uri="{FF2B5EF4-FFF2-40B4-BE49-F238E27FC236}">
                  <a16:creationId xmlns:a16="http://schemas.microsoft.com/office/drawing/2014/main" id="{FB0951B3-39B6-2260-CC97-E5053F991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4" name="Freeform 149">
              <a:extLst>
                <a:ext uri="{FF2B5EF4-FFF2-40B4-BE49-F238E27FC236}">
                  <a16:creationId xmlns:a16="http://schemas.microsoft.com/office/drawing/2014/main" id="{1AE8B582-70F1-25E1-1EFE-C9AF27F88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5" name="Oval 150">
              <a:extLst>
                <a:ext uri="{FF2B5EF4-FFF2-40B4-BE49-F238E27FC236}">
                  <a16:creationId xmlns:a16="http://schemas.microsoft.com/office/drawing/2014/main" id="{4A5C33EF-4555-9C5E-5945-B6FB5EC33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6" name="Freeform 151">
              <a:extLst>
                <a:ext uri="{FF2B5EF4-FFF2-40B4-BE49-F238E27FC236}">
                  <a16:creationId xmlns:a16="http://schemas.microsoft.com/office/drawing/2014/main" id="{9A85FA31-5BEC-8FB6-9D4D-60575465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7" name="AutoShape 152">
              <a:extLst>
                <a:ext uri="{FF2B5EF4-FFF2-40B4-BE49-F238E27FC236}">
                  <a16:creationId xmlns:a16="http://schemas.microsoft.com/office/drawing/2014/main" id="{5F4DFFDD-6EAB-22DE-E571-905C9CC9A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8" name="AutoShape 153">
              <a:extLst>
                <a:ext uri="{FF2B5EF4-FFF2-40B4-BE49-F238E27FC236}">
                  <a16:creationId xmlns:a16="http://schemas.microsoft.com/office/drawing/2014/main" id="{2F539B86-ED8B-3203-FFEE-3DB105502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9" name="Oval 154">
              <a:extLst>
                <a:ext uri="{FF2B5EF4-FFF2-40B4-BE49-F238E27FC236}">
                  <a16:creationId xmlns:a16="http://schemas.microsoft.com/office/drawing/2014/main" id="{C6161015-8930-3871-C9E7-492204E73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60" name="Oval 155">
              <a:extLst>
                <a:ext uri="{FF2B5EF4-FFF2-40B4-BE49-F238E27FC236}">
                  <a16:creationId xmlns:a16="http://schemas.microsoft.com/office/drawing/2014/main" id="{F65C8FCF-31E1-2DD2-7EA8-B8AB7347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1" name="Oval 156">
              <a:extLst>
                <a:ext uri="{FF2B5EF4-FFF2-40B4-BE49-F238E27FC236}">
                  <a16:creationId xmlns:a16="http://schemas.microsoft.com/office/drawing/2014/main" id="{70320408-C065-0D80-D7B4-A8B8DF23F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62" name="Rectangle 157">
              <a:extLst>
                <a:ext uri="{FF2B5EF4-FFF2-40B4-BE49-F238E27FC236}">
                  <a16:creationId xmlns:a16="http://schemas.microsoft.com/office/drawing/2014/main" id="{9C63D876-5C8C-192C-8BBD-E2FC6DF56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1" name="Group 158">
            <a:extLst>
              <a:ext uri="{FF2B5EF4-FFF2-40B4-BE49-F238E27FC236}">
                <a16:creationId xmlns:a16="http://schemas.microsoft.com/office/drawing/2014/main" id="{CF7AA095-D8F5-80D4-B630-D8B0B4FBEDAC}"/>
              </a:ext>
            </a:extLst>
          </p:cNvPr>
          <p:cNvGrpSpPr>
            <a:grpSpLocks/>
          </p:cNvGrpSpPr>
          <p:nvPr/>
        </p:nvGrpSpPr>
        <p:grpSpPr bwMode="auto">
          <a:xfrm>
            <a:off x="5843239" y="3555748"/>
            <a:ext cx="292894" cy="481013"/>
            <a:chOff x="4140" y="429"/>
            <a:chExt cx="1425" cy="2396"/>
          </a:xfrm>
        </p:grpSpPr>
        <p:sp>
          <p:nvSpPr>
            <p:cNvPr id="72" name="Freeform 159">
              <a:extLst>
                <a:ext uri="{FF2B5EF4-FFF2-40B4-BE49-F238E27FC236}">
                  <a16:creationId xmlns:a16="http://schemas.microsoft.com/office/drawing/2014/main" id="{E0D7B2A6-4DF0-B0E0-C1E2-8C768AC2B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3" name="Rectangle 160">
              <a:extLst>
                <a:ext uri="{FF2B5EF4-FFF2-40B4-BE49-F238E27FC236}">
                  <a16:creationId xmlns:a16="http://schemas.microsoft.com/office/drawing/2014/main" id="{C9A20638-FCF6-5343-DF81-35CB0469A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74" name="Freeform 161">
              <a:extLst>
                <a:ext uri="{FF2B5EF4-FFF2-40B4-BE49-F238E27FC236}">
                  <a16:creationId xmlns:a16="http://schemas.microsoft.com/office/drawing/2014/main" id="{5E5765E0-06AB-DBA6-11BA-7F3738F6D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5" name="Freeform 162">
              <a:extLst>
                <a:ext uri="{FF2B5EF4-FFF2-40B4-BE49-F238E27FC236}">
                  <a16:creationId xmlns:a16="http://schemas.microsoft.com/office/drawing/2014/main" id="{1267C7CF-4B5C-BA44-618D-879F1BBEE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6" name="Rectangle 163">
              <a:extLst>
                <a:ext uri="{FF2B5EF4-FFF2-40B4-BE49-F238E27FC236}">
                  <a16:creationId xmlns:a16="http://schemas.microsoft.com/office/drawing/2014/main" id="{169FC6E9-0E29-1260-52B5-EE74D1951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77" name="Group 164">
              <a:extLst>
                <a:ext uri="{FF2B5EF4-FFF2-40B4-BE49-F238E27FC236}">
                  <a16:creationId xmlns:a16="http://schemas.microsoft.com/office/drawing/2014/main" id="{30BCFD94-33D4-B5CA-2552-2BA58A2B92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2" name="AutoShape 165">
                <a:extLst>
                  <a:ext uri="{FF2B5EF4-FFF2-40B4-BE49-F238E27FC236}">
                    <a16:creationId xmlns:a16="http://schemas.microsoft.com/office/drawing/2014/main" id="{FEE035DD-F0D6-D011-AA2C-E54E25B88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utoShape 166">
                <a:extLst>
                  <a:ext uri="{FF2B5EF4-FFF2-40B4-BE49-F238E27FC236}">
                    <a16:creationId xmlns:a16="http://schemas.microsoft.com/office/drawing/2014/main" id="{6333D3A7-D1D6-52C7-AF4E-59F0C095F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8" name="Rectangle 167">
              <a:extLst>
                <a:ext uri="{FF2B5EF4-FFF2-40B4-BE49-F238E27FC236}">
                  <a16:creationId xmlns:a16="http://schemas.microsoft.com/office/drawing/2014/main" id="{1D3B4D91-EB17-9E64-5C5B-177FC3703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79" name="Group 168">
              <a:extLst>
                <a:ext uri="{FF2B5EF4-FFF2-40B4-BE49-F238E27FC236}">
                  <a16:creationId xmlns:a16="http://schemas.microsoft.com/office/drawing/2014/main" id="{72C9C93D-8F35-1C39-2279-86BF7F3479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00" name="AutoShape 169">
                <a:extLst>
                  <a:ext uri="{FF2B5EF4-FFF2-40B4-BE49-F238E27FC236}">
                    <a16:creationId xmlns:a16="http://schemas.microsoft.com/office/drawing/2014/main" id="{114873D0-352D-A608-CB41-389FC1A2A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utoShape 170">
                <a:extLst>
                  <a:ext uri="{FF2B5EF4-FFF2-40B4-BE49-F238E27FC236}">
                    <a16:creationId xmlns:a16="http://schemas.microsoft.com/office/drawing/2014/main" id="{35055458-8ED6-47C7-AEAD-2C0F17D29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0" name="Rectangle 171">
              <a:extLst>
                <a:ext uri="{FF2B5EF4-FFF2-40B4-BE49-F238E27FC236}">
                  <a16:creationId xmlns:a16="http://schemas.microsoft.com/office/drawing/2014/main" id="{AA54E92C-4CD1-22D4-5D25-F9DE8A1E2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81" name="Rectangle 172">
              <a:extLst>
                <a:ext uri="{FF2B5EF4-FFF2-40B4-BE49-F238E27FC236}">
                  <a16:creationId xmlns:a16="http://schemas.microsoft.com/office/drawing/2014/main" id="{9FF8F889-2425-6E3C-648F-C7D8F9BEE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82" name="Group 173">
              <a:extLst>
                <a:ext uri="{FF2B5EF4-FFF2-40B4-BE49-F238E27FC236}">
                  <a16:creationId xmlns:a16="http://schemas.microsoft.com/office/drawing/2014/main" id="{72E4EFA5-8101-89C0-0876-D3F35B751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8" name="AutoShape 174">
                <a:extLst>
                  <a:ext uri="{FF2B5EF4-FFF2-40B4-BE49-F238E27FC236}">
                    <a16:creationId xmlns:a16="http://schemas.microsoft.com/office/drawing/2014/main" id="{F93CB66F-54C2-4E89-23E9-A4202066A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utoShape 175">
                <a:extLst>
                  <a:ext uri="{FF2B5EF4-FFF2-40B4-BE49-F238E27FC236}">
                    <a16:creationId xmlns:a16="http://schemas.microsoft.com/office/drawing/2014/main" id="{5EC888C0-C4F6-A612-FE81-A296E7CF5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3" name="Freeform 176">
              <a:extLst>
                <a:ext uri="{FF2B5EF4-FFF2-40B4-BE49-F238E27FC236}">
                  <a16:creationId xmlns:a16="http://schemas.microsoft.com/office/drawing/2014/main" id="{B30003EF-DD64-D64B-E4EE-29B4FC448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84" name="Group 177">
              <a:extLst>
                <a:ext uri="{FF2B5EF4-FFF2-40B4-BE49-F238E27FC236}">
                  <a16:creationId xmlns:a16="http://schemas.microsoft.com/office/drawing/2014/main" id="{E5E1C954-7ED8-822D-4485-B7248962D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6" name="AutoShape 178">
                <a:extLst>
                  <a:ext uri="{FF2B5EF4-FFF2-40B4-BE49-F238E27FC236}">
                    <a16:creationId xmlns:a16="http://schemas.microsoft.com/office/drawing/2014/main" id="{46C04696-917E-4C17-DD6C-9254DDE5F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AutoShape 179">
                <a:extLst>
                  <a:ext uri="{FF2B5EF4-FFF2-40B4-BE49-F238E27FC236}">
                    <a16:creationId xmlns:a16="http://schemas.microsoft.com/office/drawing/2014/main" id="{3A4D93DF-1E6D-704D-99E4-24DE542EA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5" name="Rectangle 180">
              <a:extLst>
                <a:ext uri="{FF2B5EF4-FFF2-40B4-BE49-F238E27FC236}">
                  <a16:creationId xmlns:a16="http://schemas.microsoft.com/office/drawing/2014/main" id="{415DE64C-3FC2-B2FA-A175-E48E47D34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86" name="Freeform 181">
              <a:extLst>
                <a:ext uri="{FF2B5EF4-FFF2-40B4-BE49-F238E27FC236}">
                  <a16:creationId xmlns:a16="http://schemas.microsoft.com/office/drawing/2014/main" id="{E18EECA2-AD6C-C768-DB96-5754CDC83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7" name="Freeform 182">
              <a:extLst>
                <a:ext uri="{FF2B5EF4-FFF2-40B4-BE49-F238E27FC236}">
                  <a16:creationId xmlns:a16="http://schemas.microsoft.com/office/drawing/2014/main" id="{7497DB7F-3915-454E-7BDF-27C339369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8" name="Oval 183">
              <a:extLst>
                <a:ext uri="{FF2B5EF4-FFF2-40B4-BE49-F238E27FC236}">
                  <a16:creationId xmlns:a16="http://schemas.microsoft.com/office/drawing/2014/main" id="{7EC0B732-1CF0-F4C5-E110-7DB7B5D18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89" name="Freeform 184">
              <a:extLst>
                <a:ext uri="{FF2B5EF4-FFF2-40B4-BE49-F238E27FC236}">
                  <a16:creationId xmlns:a16="http://schemas.microsoft.com/office/drawing/2014/main" id="{12E47799-D64C-9CC0-FD38-E747345B7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0" name="AutoShape 185">
              <a:extLst>
                <a:ext uri="{FF2B5EF4-FFF2-40B4-BE49-F238E27FC236}">
                  <a16:creationId xmlns:a16="http://schemas.microsoft.com/office/drawing/2014/main" id="{2A47010B-B999-0BCE-747E-21CCFF3BF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91" name="AutoShape 186">
              <a:extLst>
                <a:ext uri="{FF2B5EF4-FFF2-40B4-BE49-F238E27FC236}">
                  <a16:creationId xmlns:a16="http://schemas.microsoft.com/office/drawing/2014/main" id="{D846E600-B3B0-3019-F3D2-5FC3C5238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92" name="Oval 187">
              <a:extLst>
                <a:ext uri="{FF2B5EF4-FFF2-40B4-BE49-F238E27FC236}">
                  <a16:creationId xmlns:a16="http://schemas.microsoft.com/office/drawing/2014/main" id="{D3893E99-8408-F176-176B-7D48488A6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93" name="Oval 188">
              <a:extLst>
                <a:ext uri="{FF2B5EF4-FFF2-40B4-BE49-F238E27FC236}">
                  <a16:creationId xmlns:a16="http://schemas.microsoft.com/office/drawing/2014/main" id="{A5D40760-B0D8-B162-4DA0-049567F76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4" name="Oval 189">
              <a:extLst>
                <a:ext uri="{FF2B5EF4-FFF2-40B4-BE49-F238E27FC236}">
                  <a16:creationId xmlns:a16="http://schemas.microsoft.com/office/drawing/2014/main" id="{DCEAB76A-27E1-9B2C-CE03-6244AF502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95" name="Rectangle 190">
              <a:extLst>
                <a:ext uri="{FF2B5EF4-FFF2-40B4-BE49-F238E27FC236}">
                  <a16:creationId xmlns:a16="http://schemas.microsoft.com/office/drawing/2014/main" id="{25A16D71-5F56-1EE8-2D8F-9111B20A8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4" name="Group 224">
            <a:extLst>
              <a:ext uri="{FF2B5EF4-FFF2-40B4-BE49-F238E27FC236}">
                <a16:creationId xmlns:a16="http://schemas.microsoft.com/office/drawing/2014/main" id="{ED54FBFE-275A-5706-2332-D558EE9B449D}"/>
              </a:ext>
            </a:extLst>
          </p:cNvPr>
          <p:cNvGrpSpPr>
            <a:grpSpLocks/>
          </p:cNvGrpSpPr>
          <p:nvPr/>
        </p:nvGrpSpPr>
        <p:grpSpPr bwMode="auto">
          <a:xfrm>
            <a:off x="6708824" y="2609201"/>
            <a:ext cx="292894" cy="481013"/>
            <a:chOff x="4140" y="429"/>
            <a:chExt cx="1425" cy="2396"/>
          </a:xfrm>
        </p:grpSpPr>
        <p:sp>
          <p:nvSpPr>
            <p:cNvPr id="105" name="Freeform 225">
              <a:extLst>
                <a:ext uri="{FF2B5EF4-FFF2-40B4-BE49-F238E27FC236}">
                  <a16:creationId xmlns:a16="http://schemas.microsoft.com/office/drawing/2014/main" id="{8AC42499-8DD8-D276-907C-C515781CD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6" name="Rectangle 226">
              <a:extLst>
                <a:ext uri="{FF2B5EF4-FFF2-40B4-BE49-F238E27FC236}">
                  <a16:creationId xmlns:a16="http://schemas.microsoft.com/office/drawing/2014/main" id="{7D6360F7-F8F2-7DEA-B4F4-5C1851B7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07" name="Freeform 227">
              <a:extLst>
                <a:ext uri="{FF2B5EF4-FFF2-40B4-BE49-F238E27FC236}">
                  <a16:creationId xmlns:a16="http://schemas.microsoft.com/office/drawing/2014/main" id="{47B8C389-2B10-469C-F996-48FE0A8F2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8" name="Freeform 228">
              <a:extLst>
                <a:ext uri="{FF2B5EF4-FFF2-40B4-BE49-F238E27FC236}">
                  <a16:creationId xmlns:a16="http://schemas.microsoft.com/office/drawing/2014/main" id="{253729C1-AA0E-471D-9575-4DB691E9B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09" name="Rectangle 229">
              <a:extLst>
                <a:ext uri="{FF2B5EF4-FFF2-40B4-BE49-F238E27FC236}">
                  <a16:creationId xmlns:a16="http://schemas.microsoft.com/office/drawing/2014/main" id="{DA5CA2CD-13A6-8542-F2A6-B27917E22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10" name="Group 230">
              <a:extLst>
                <a:ext uri="{FF2B5EF4-FFF2-40B4-BE49-F238E27FC236}">
                  <a16:creationId xmlns:a16="http://schemas.microsoft.com/office/drawing/2014/main" id="{ED29BC8A-B937-3253-7A49-E182DEBED1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5" name="AutoShape 231">
                <a:extLst>
                  <a:ext uri="{FF2B5EF4-FFF2-40B4-BE49-F238E27FC236}">
                    <a16:creationId xmlns:a16="http://schemas.microsoft.com/office/drawing/2014/main" id="{55D63294-61B0-AB3C-43B1-8B99BE7FC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6" name="AutoShape 232">
                <a:extLst>
                  <a:ext uri="{FF2B5EF4-FFF2-40B4-BE49-F238E27FC236}">
                    <a16:creationId xmlns:a16="http://schemas.microsoft.com/office/drawing/2014/main" id="{251A472F-5C8B-9D33-270E-EEC001B48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1" name="Rectangle 233">
              <a:extLst>
                <a:ext uri="{FF2B5EF4-FFF2-40B4-BE49-F238E27FC236}">
                  <a16:creationId xmlns:a16="http://schemas.microsoft.com/office/drawing/2014/main" id="{9AACF4BA-7B74-C50F-2359-5BF0A63A6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12" name="Group 234">
              <a:extLst>
                <a:ext uri="{FF2B5EF4-FFF2-40B4-BE49-F238E27FC236}">
                  <a16:creationId xmlns:a16="http://schemas.microsoft.com/office/drawing/2014/main" id="{C356C4F9-7FE0-3808-0DF4-C52A462A58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3" name="AutoShape 235">
                <a:extLst>
                  <a:ext uri="{FF2B5EF4-FFF2-40B4-BE49-F238E27FC236}">
                    <a16:creationId xmlns:a16="http://schemas.microsoft.com/office/drawing/2014/main" id="{C4AB5E16-0896-3332-FDCE-EF45EC969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AutoShape 236">
                <a:extLst>
                  <a:ext uri="{FF2B5EF4-FFF2-40B4-BE49-F238E27FC236}">
                    <a16:creationId xmlns:a16="http://schemas.microsoft.com/office/drawing/2014/main" id="{EC98E4A6-2CE8-2407-EAFD-41492587E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3" name="Rectangle 237">
              <a:extLst>
                <a:ext uri="{FF2B5EF4-FFF2-40B4-BE49-F238E27FC236}">
                  <a16:creationId xmlns:a16="http://schemas.microsoft.com/office/drawing/2014/main" id="{09280DCC-673F-F471-FEB0-ED73662D7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4" name="Rectangle 238">
              <a:extLst>
                <a:ext uri="{FF2B5EF4-FFF2-40B4-BE49-F238E27FC236}">
                  <a16:creationId xmlns:a16="http://schemas.microsoft.com/office/drawing/2014/main" id="{64752B95-8443-B3C9-816A-DEC18814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15" name="Group 239">
              <a:extLst>
                <a:ext uri="{FF2B5EF4-FFF2-40B4-BE49-F238E27FC236}">
                  <a16:creationId xmlns:a16="http://schemas.microsoft.com/office/drawing/2014/main" id="{60562A0D-107E-BC23-DEE8-F40125477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1" name="AutoShape 240">
                <a:extLst>
                  <a:ext uri="{FF2B5EF4-FFF2-40B4-BE49-F238E27FC236}">
                    <a16:creationId xmlns:a16="http://schemas.microsoft.com/office/drawing/2014/main" id="{B4D9D23D-E814-CE6B-4C07-7270175D6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AutoShape 241">
                <a:extLst>
                  <a:ext uri="{FF2B5EF4-FFF2-40B4-BE49-F238E27FC236}">
                    <a16:creationId xmlns:a16="http://schemas.microsoft.com/office/drawing/2014/main" id="{5C1E4F7B-9445-D7EF-C7CD-3F325BE5F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6" name="Freeform 242">
              <a:extLst>
                <a:ext uri="{FF2B5EF4-FFF2-40B4-BE49-F238E27FC236}">
                  <a16:creationId xmlns:a16="http://schemas.microsoft.com/office/drawing/2014/main" id="{10F11902-9F08-1221-4EC5-6EBCA424F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17" name="Group 243">
              <a:extLst>
                <a:ext uri="{FF2B5EF4-FFF2-40B4-BE49-F238E27FC236}">
                  <a16:creationId xmlns:a16="http://schemas.microsoft.com/office/drawing/2014/main" id="{890403DB-3E4B-AC96-9ABA-159CF40E44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9" name="AutoShape 244">
                <a:extLst>
                  <a:ext uri="{FF2B5EF4-FFF2-40B4-BE49-F238E27FC236}">
                    <a16:creationId xmlns:a16="http://schemas.microsoft.com/office/drawing/2014/main" id="{604C937C-E274-8727-B9F5-4CFC447C4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AutoShape 245">
                <a:extLst>
                  <a:ext uri="{FF2B5EF4-FFF2-40B4-BE49-F238E27FC236}">
                    <a16:creationId xmlns:a16="http://schemas.microsoft.com/office/drawing/2014/main" id="{1E524FFC-7CCE-55EB-7C7C-C7A4DC7FC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8" name="Rectangle 246">
              <a:extLst>
                <a:ext uri="{FF2B5EF4-FFF2-40B4-BE49-F238E27FC236}">
                  <a16:creationId xmlns:a16="http://schemas.microsoft.com/office/drawing/2014/main" id="{A05E69C9-4AE6-704A-48D6-7DC0B8B2A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9" name="Freeform 247">
              <a:extLst>
                <a:ext uri="{FF2B5EF4-FFF2-40B4-BE49-F238E27FC236}">
                  <a16:creationId xmlns:a16="http://schemas.microsoft.com/office/drawing/2014/main" id="{46E2ED7C-504A-93A2-41D3-1CF9AA09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0" name="Freeform 248">
              <a:extLst>
                <a:ext uri="{FF2B5EF4-FFF2-40B4-BE49-F238E27FC236}">
                  <a16:creationId xmlns:a16="http://schemas.microsoft.com/office/drawing/2014/main" id="{318A1F7B-651D-BE86-9B87-440CDDF51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1" name="Oval 249">
              <a:extLst>
                <a:ext uri="{FF2B5EF4-FFF2-40B4-BE49-F238E27FC236}">
                  <a16:creationId xmlns:a16="http://schemas.microsoft.com/office/drawing/2014/main" id="{EF515DCA-A292-BBC1-6C13-433186405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2" name="Freeform 250">
              <a:extLst>
                <a:ext uri="{FF2B5EF4-FFF2-40B4-BE49-F238E27FC236}">
                  <a16:creationId xmlns:a16="http://schemas.microsoft.com/office/drawing/2014/main" id="{7C15FEA9-70CE-B711-7024-3F8AE3AB9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23" name="AutoShape 251">
              <a:extLst>
                <a:ext uri="{FF2B5EF4-FFF2-40B4-BE49-F238E27FC236}">
                  <a16:creationId xmlns:a16="http://schemas.microsoft.com/office/drawing/2014/main" id="{DD59B533-EADC-744A-DAF8-0E4AE66F4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4" name="AutoShape 252">
              <a:extLst>
                <a:ext uri="{FF2B5EF4-FFF2-40B4-BE49-F238E27FC236}">
                  <a16:creationId xmlns:a16="http://schemas.microsoft.com/office/drawing/2014/main" id="{643724AC-9E0C-31A9-5A94-A39C33699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5" name="Oval 253">
              <a:extLst>
                <a:ext uri="{FF2B5EF4-FFF2-40B4-BE49-F238E27FC236}">
                  <a16:creationId xmlns:a16="http://schemas.microsoft.com/office/drawing/2014/main" id="{9E87E5FA-1EC2-B705-D3DB-53AC39EA6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6" name="Oval 254">
              <a:extLst>
                <a:ext uri="{FF2B5EF4-FFF2-40B4-BE49-F238E27FC236}">
                  <a16:creationId xmlns:a16="http://schemas.microsoft.com/office/drawing/2014/main" id="{54E78F5F-1795-FB87-9B51-60EA5BCD4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7" name="Oval 255">
              <a:extLst>
                <a:ext uri="{FF2B5EF4-FFF2-40B4-BE49-F238E27FC236}">
                  <a16:creationId xmlns:a16="http://schemas.microsoft.com/office/drawing/2014/main" id="{CD11163A-6115-AC47-BDB5-711E6D127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28" name="Rectangle 256">
              <a:extLst>
                <a:ext uri="{FF2B5EF4-FFF2-40B4-BE49-F238E27FC236}">
                  <a16:creationId xmlns:a16="http://schemas.microsoft.com/office/drawing/2014/main" id="{87F513F6-D1CB-36FC-B307-E7AD79050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7" name="Group 257">
            <a:extLst>
              <a:ext uri="{FF2B5EF4-FFF2-40B4-BE49-F238E27FC236}">
                <a16:creationId xmlns:a16="http://schemas.microsoft.com/office/drawing/2014/main" id="{184E483D-594E-C1E9-0B41-AAC6E9F4A910}"/>
              </a:ext>
            </a:extLst>
          </p:cNvPr>
          <p:cNvGrpSpPr>
            <a:grpSpLocks/>
          </p:cNvGrpSpPr>
          <p:nvPr/>
        </p:nvGrpSpPr>
        <p:grpSpPr bwMode="auto">
          <a:xfrm>
            <a:off x="7320805" y="3548604"/>
            <a:ext cx="292894" cy="481013"/>
            <a:chOff x="4140" y="429"/>
            <a:chExt cx="1425" cy="2396"/>
          </a:xfrm>
        </p:grpSpPr>
        <p:sp>
          <p:nvSpPr>
            <p:cNvPr id="138" name="Freeform 258">
              <a:extLst>
                <a:ext uri="{FF2B5EF4-FFF2-40B4-BE49-F238E27FC236}">
                  <a16:creationId xmlns:a16="http://schemas.microsoft.com/office/drawing/2014/main" id="{0DFE7793-3F12-B1B2-208F-D05143CFF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39" name="Rectangle 259">
              <a:extLst>
                <a:ext uri="{FF2B5EF4-FFF2-40B4-BE49-F238E27FC236}">
                  <a16:creationId xmlns:a16="http://schemas.microsoft.com/office/drawing/2014/main" id="{D1CF1C7E-6FFD-74E4-B61E-59D734DC2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40" name="Freeform 260">
              <a:extLst>
                <a:ext uri="{FF2B5EF4-FFF2-40B4-BE49-F238E27FC236}">
                  <a16:creationId xmlns:a16="http://schemas.microsoft.com/office/drawing/2014/main" id="{5D68BF83-B331-18B1-3C26-39C1EF835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1" name="Freeform 261">
              <a:extLst>
                <a:ext uri="{FF2B5EF4-FFF2-40B4-BE49-F238E27FC236}">
                  <a16:creationId xmlns:a16="http://schemas.microsoft.com/office/drawing/2014/main" id="{62B1FFD4-E73E-BF74-30A2-5B7FE8D67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42" name="Rectangle 262">
              <a:extLst>
                <a:ext uri="{FF2B5EF4-FFF2-40B4-BE49-F238E27FC236}">
                  <a16:creationId xmlns:a16="http://schemas.microsoft.com/office/drawing/2014/main" id="{2F0B9E69-07CB-85F2-A6EE-B26F44700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43" name="Group 263">
              <a:extLst>
                <a:ext uri="{FF2B5EF4-FFF2-40B4-BE49-F238E27FC236}">
                  <a16:creationId xmlns:a16="http://schemas.microsoft.com/office/drawing/2014/main" id="{479115E3-8053-A0F6-3F00-D15D217079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8" name="AutoShape 264">
                <a:extLst>
                  <a:ext uri="{FF2B5EF4-FFF2-40B4-BE49-F238E27FC236}">
                    <a16:creationId xmlns:a16="http://schemas.microsoft.com/office/drawing/2014/main" id="{AD04A480-1C55-F96D-16D7-7E15E9508D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AutoShape 265">
                <a:extLst>
                  <a:ext uri="{FF2B5EF4-FFF2-40B4-BE49-F238E27FC236}">
                    <a16:creationId xmlns:a16="http://schemas.microsoft.com/office/drawing/2014/main" id="{6AA67F99-34D2-3A06-B63F-014A556A5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4" name="Rectangle 266">
              <a:extLst>
                <a:ext uri="{FF2B5EF4-FFF2-40B4-BE49-F238E27FC236}">
                  <a16:creationId xmlns:a16="http://schemas.microsoft.com/office/drawing/2014/main" id="{CD5732B0-FA00-FA35-84C2-BEC5A63D9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45" name="Group 267">
              <a:extLst>
                <a:ext uri="{FF2B5EF4-FFF2-40B4-BE49-F238E27FC236}">
                  <a16:creationId xmlns:a16="http://schemas.microsoft.com/office/drawing/2014/main" id="{F5B6CE3C-D3CC-F74C-96CA-3E4E4C11DF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6" name="AutoShape 268">
                <a:extLst>
                  <a:ext uri="{FF2B5EF4-FFF2-40B4-BE49-F238E27FC236}">
                    <a16:creationId xmlns:a16="http://schemas.microsoft.com/office/drawing/2014/main" id="{0D033E3E-DD1E-E85F-58F0-1AB1C15958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AutoShape 269">
                <a:extLst>
                  <a:ext uri="{FF2B5EF4-FFF2-40B4-BE49-F238E27FC236}">
                    <a16:creationId xmlns:a16="http://schemas.microsoft.com/office/drawing/2014/main" id="{58861AFC-60A9-AE85-D33B-AFCCA8111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6" name="Rectangle 270">
              <a:extLst>
                <a:ext uri="{FF2B5EF4-FFF2-40B4-BE49-F238E27FC236}">
                  <a16:creationId xmlns:a16="http://schemas.microsoft.com/office/drawing/2014/main" id="{E4BA7AC8-63C5-E699-DD48-0A683FCA1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47" name="Rectangle 271">
              <a:extLst>
                <a:ext uri="{FF2B5EF4-FFF2-40B4-BE49-F238E27FC236}">
                  <a16:creationId xmlns:a16="http://schemas.microsoft.com/office/drawing/2014/main" id="{34FDB664-F2A1-0C74-8E98-7D512C490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148" name="Group 272">
              <a:extLst>
                <a:ext uri="{FF2B5EF4-FFF2-40B4-BE49-F238E27FC236}">
                  <a16:creationId xmlns:a16="http://schemas.microsoft.com/office/drawing/2014/main" id="{F0A5A99C-B8C0-0F72-4E14-AC066542D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4" name="AutoShape 273">
                <a:extLst>
                  <a:ext uri="{FF2B5EF4-FFF2-40B4-BE49-F238E27FC236}">
                    <a16:creationId xmlns:a16="http://schemas.microsoft.com/office/drawing/2014/main" id="{BAE1926E-D0D0-20ED-B992-E0C86A27C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AutoShape 274">
                <a:extLst>
                  <a:ext uri="{FF2B5EF4-FFF2-40B4-BE49-F238E27FC236}">
                    <a16:creationId xmlns:a16="http://schemas.microsoft.com/office/drawing/2014/main" id="{508D12FC-0FF8-398B-647C-F8DE5228B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9" name="Freeform 275">
              <a:extLst>
                <a:ext uri="{FF2B5EF4-FFF2-40B4-BE49-F238E27FC236}">
                  <a16:creationId xmlns:a16="http://schemas.microsoft.com/office/drawing/2014/main" id="{A19EAC6A-02EF-C7B6-2A18-FCCD2CAE3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150" name="Group 276">
              <a:extLst>
                <a:ext uri="{FF2B5EF4-FFF2-40B4-BE49-F238E27FC236}">
                  <a16:creationId xmlns:a16="http://schemas.microsoft.com/office/drawing/2014/main" id="{33A518C7-19B7-188B-6635-62BF245628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2" name="AutoShape 277">
                <a:extLst>
                  <a:ext uri="{FF2B5EF4-FFF2-40B4-BE49-F238E27FC236}">
                    <a16:creationId xmlns:a16="http://schemas.microsoft.com/office/drawing/2014/main" id="{13138060-3FBD-146A-61C7-5311DF37F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AutoShape 278">
                <a:extLst>
                  <a:ext uri="{FF2B5EF4-FFF2-40B4-BE49-F238E27FC236}">
                    <a16:creationId xmlns:a16="http://schemas.microsoft.com/office/drawing/2014/main" id="{CD900E10-F2DE-D576-9B96-AF7A5C6E0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51" name="Rectangle 279">
              <a:extLst>
                <a:ext uri="{FF2B5EF4-FFF2-40B4-BE49-F238E27FC236}">
                  <a16:creationId xmlns:a16="http://schemas.microsoft.com/office/drawing/2014/main" id="{70665D24-51E1-2D44-797D-9398EC4F5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52" name="Freeform 280">
              <a:extLst>
                <a:ext uri="{FF2B5EF4-FFF2-40B4-BE49-F238E27FC236}">
                  <a16:creationId xmlns:a16="http://schemas.microsoft.com/office/drawing/2014/main" id="{AD622F01-AE1D-F5E9-D5ED-45AA43B95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3" name="Freeform 281">
              <a:extLst>
                <a:ext uri="{FF2B5EF4-FFF2-40B4-BE49-F238E27FC236}">
                  <a16:creationId xmlns:a16="http://schemas.microsoft.com/office/drawing/2014/main" id="{7B10A058-DC6F-0F9F-608A-8F80EF183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4" name="Oval 282">
              <a:extLst>
                <a:ext uri="{FF2B5EF4-FFF2-40B4-BE49-F238E27FC236}">
                  <a16:creationId xmlns:a16="http://schemas.microsoft.com/office/drawing/2014/main" id="{3F687696-613C-9A06-9C99-F247E5A58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55" name="Freeform 283">
              <a:extLst>
                <a:ext uri="{FF2B5EF4-FFF2-40B4-BE49-F238E27FC236}">
                  <a16:creationId xmlns:a16="http://schemas.microsoft.com/office/drawing/2014/main" id="{905D2650-075C-0ECD-E960-A1B1E4A67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56" name="AutoShape 284">
              <a:extLst>
                <a:ext uri="{FF2B5EF4-FFF2-40B4-BE49-F238E27FC236}">
                  <a16:creationId xmlns:a16="http://schemas.microsoft.com/office/drawing/2014/main" id="{96DC23CE-14E0-3D52-FFB5-87E1FE41C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57" name="AutoShape 285">
              <a:extLst>
                <a:ext uri="{FF2B5EF4-FFF2-40B4-BE49-F238E27FC236}">
                  <a16:creationId xmlns:a16="http://schemas.microsoft.com/office/drawing/2014/main" id="{C96EF1F5-2320-D5E0-A25B-4ADD4E143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58" name="Oval 286">
              <a:extLst>
                <a:ext uri="{FF2B5EF4-FFF2-40B4-BE49-F238E27FC236}">
                  <a16:creationId xmlns:a16="http://schemas.microsoft.com/office/drawing/2014/main" id="{6747D60A-BDE6-6C99-C9B7-328BA0F5C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59" name="Oval 287">
              <a:extLst>
                <a:ext uri="{FF2B5EF4-FFF2-40B4-BE49-F238E27FC236}">
                  <a16:creationId xmlns:a16="http://schemas.microsoft.com/office/drawing/2014/main" id="{04C72728-E1BC-D2AB-2B8F-E9DEA1B88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0" name="Oval 288">
              <a:extLst>
                <a:ext uri="{FF2B5EF4-FFF2-40B4-BE49-F238E27FC236}">
                  <a16:creationId xmlns:a16="http://schemas.microsoft.com/office/drawing/2014/main" id="{2FD1703F-BED2-CFAC-DFBE-E68351E98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61" name="Rectangle 289">
              <a:extLst>
                <a:ext uri="{FF2B5EF4-FFF2-40B4-BE49-F238E27FC236}">
                  <a16:creationId xmlns:a16="http://schemas.microsoft.com/office/drawing/2014/main" id="{0988CEE8-64F8-7B58-8A25-0E5649E7D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7484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 name resolution: recursive query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BE1B7B6-D957-E082-3815-2FB9E2140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831" y="4322673"/>
            <a:ext cx="1410964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requesting host at</a:t>
            </a:r>
            <a:endParaRPr lang="en-US" altLang="en-US" sz="1500" kern="0" dirty="0">
              <a:solidFill>
                <a:srgbClr val="000000"/>
              </a:solidFill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i="1" kern="0" dirty="0">
                <a:solidFill>
                  <a:srgbClr val="000099"/>
                </a:solidFill>
              </a:rPr>
              <a:t>engineering.nyu.edu</a:t>
            </a:r>
          </a:p>
        </p:txBody>
      </p:sp>
      <p:sp>
        <p:nvSpPr>
          <p:cNvPr id="170" name="Text Box 6">
            <a:extLst>
              <a:ext uri="{FF2B5EF4-FFF2-40B4-BE49-F238E27FC236}">
                <a16:creationId xmlns:a16="http://schemas.microsoft.com/office/drawing/2014/main" id="{C8E2CA28-333B-9CF9-1EC8-0E93D4CE8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194" y="4592233"/>
            <a:ext cx="1463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i="1" kern="0" dirty="0">
                <a:solidFill>
                  <a:srgbClr val="000000"/>
                </a:solidFill>
              </a:rPr>
              <a:t>gaia.cs.umass.edu</a:t>
            </a:r>
          </a:p>
        </p:txBody>
      </p:sp>
      <p:sp>
        <p:nvSpPr>
          <p:cNvPr id="171" name="Text Box 17">
            <a:extLst>
              <a:ext uri="{FF2B5EF4-FFF2-40B4-BE49-F238E27FC236}">
                <a16:creationId xmlns:a16="http://schemas.microsoft.com/office/drawing/2014/main" id="{4952A2A4-C7B1-77AC-E69F-B82BBF213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1442" y="2427950"/>
            <a:ext cx="150852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root DNS server</a:t>
            </a: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172" name="Line 18">
            <a:extLst>
              <a:ext uri="{FF2B5EF4-FFF2-40B4-BE49-F238E27FC236}">
                <a16:creationId xmlns:a16="http://schemas.microsoft.com/office/drawing/2014/main" id="{6BC8960B-8BA8-1576-F938-FEDF7E484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8695" y="3892958"/>
            <a:ext cx="897746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3" name="Line 19">
            <a:extLst>
              <a:ext uri="{FF2B5EF4-FFF2-40B4-BE49-F238E27FC236}">
                <a16:creationId xmlns:a16="http://schemas.microsoft.com/office/drawing/2014/main" id="{FA7DCE7C-151F-6D2F-2E2E-2D7BADD4A4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8358" y="2940392"/>
            <a:ext cx="685800" cy="7286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4" name="Line 20">
            <a:extLst>
              <a:ext uri="{FF2B5EF4-FFF2-40B4-BE49-F238E27FC236}">
                <a16:creationId xmlns:a16="http://schemas.microsoft.com/office/drawing/2014/main" id="{81FA5779-08F9-9384-14CE-E4F307A155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4047" y="4256271"/>
            <a:ext cx="1820" cy="52673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5" name="Line 21">
            <a:extLst>
              <a:ext uri="{FF2B5EF4-FFF2-40B4-BE49-F238E27FC236}">
                <a16:creationId xmlns:a16="http://schemas.microsoft.com/office/drawing/2014/main" id="{7920D165-E86B-86C5-3841-301A163FE4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18776" y="4246380"/>
            <a:ext cx="1820" cy="551189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6" name="Line 22">
            <a:extLst>
              <a:ext uri="{FF2B5EF4-FFF2-40B4-BE49-F238E27FC236}">
                <a16:creationId xmlns:a16="http://schemas.microsoft.com/office/drawing/2014/main" id="{4EB435F3-BFBE-2127-D6C5-1A07237FF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8786" y="2992920"/>
            <a:ext cx="303866" cy="630914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7" name="Line 23">
            <a:extLst>
              <a:ext uri="{FF2B5EF4-FFF2-40B4-BE49-F238E27FC236}">
                <a16:creationId xmlns:a16="http://schemas.microsoft.com/office/drawing/2014/main" id="{BEEA2017-BC22-FD40-11B5-E08337596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7902" y="4015899"/>
            <a:ext cx="98942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78" name="Group 24">
            <a:extLst>
              <a:ext uri="{FF2B5EF4-FFF2-40B4-BE49-F238E27FC236}">
                <a16:creationId xmlns:a16="http://schemas.microsoft.com/office/drawing/2014/main" id="{75B39D1D-D09D-6986-3883-9228702D2D4A}"/>
              </a:ext>
            </a:extLst>
          </p:cNvPr>
          <p:cNvGrpSpPr>
            <a:grpSpLocks/>
          </p:cNvGrpSpPr>
          <p:nvPr/>
        </p:nvGrpSpPr>
        <p:grpSpPr bwMode="auto">
          <a:xfrm>
            <a:off x="4781103" y="4321522"/>
            <a:ext cx="1407319" cy="438150"/>
            <a:chOff x="2838" y="2132"/>
            <a:chExt cx="1182" cy="368"/>
          </a:xfrm>
        </p:grpSpPr>
        <p:sp>
          <p:nvSpPr>
            <p:cNvPr id="179" name="Rectangle 25">
              <a:extLst>
                <a:ext uri="{FF2B5EF4-FFF2-40B4-BE49-F238E27FC236}">
                  <a16:creationId xmlns:a16="http://schemas.microsoft.com/office/drawing/2014/main" id="{B48AE334-36F7-4506-C59C-69439DA7A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68B7F852-051A-7DD5-14A4-6B452F005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9" y="2132"/>
              <a:ext cx="112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000000"/>
                  </a:solidFill>
                </a:rPr>
                <a:t>local DNS server</a:t>
              </a:r>
              <a:endParaRPr lang="en-US" altLang="en-US" sz="1500" kern="0" dirty="0">
                <a:solidFill>
                  <a:srgbClr val="000000"/>
                </a:solidFill>
              </a:endParaRPr>
            </a:p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i="1" kern="0" dirty="0">
                  <a:solidFill>
                    <a:srgbClr val="000099"/>
                  </a:solidFill>
                </a:rPr>
                <a:t>dns.nyu.edu</a:t>
              </a:r>
            </a:p>
          </p:txBody>
        </p:sp>
      </p:grpSp>
      <p:sp>
        <p:nvSpPr>
          <p:cNvPr id="181" name="Text Box 27">
            <a:extLst>
              <a:ext uri="{FF2B5EF4-FFF2-40B4-BE49-F238E27FC236}">
                <a16:creationId xmlns:a16="http://schemas.microsoft.com/office/drawing/2014/main" id="{01181BEF-33B1-428F-76FF-3C61E1A7B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651" y="3601151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1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182" name="Text Box 28">
            <a:extLst>
              <a:ext uri="{FF2B5EF4-FFF2-40B4-BE49-F238E27FC236}">
                <a16:creationId xmlns:a16="http://schemas.microsoft.com/office/drawing/2014/main" id="{8F7E5DD0-4D3F-B9CC-05AC-5F11B57E9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9391" y="3103507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2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183" name="Text Box 29">
            <a:extLst>
              <a:ext uri="{FF2B5EF4-FFF2-40B4-BE49-F238E27FC236}">
                <a16:creationId xmlns:a16="http://schemas.microsoft.com/office/drawing/2014/main" id="{45340737-FBF0-5B50-19FB-81918BD85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474" y="3034148"/>
            <a:ext cx="89744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3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184" name="Text Box 30">
            <a:extLst>
              <a:ext uri="{FF2B5EF4-FFF2-40B4-BE49-F238E27FC236}">
                <a16:creationId xmlns:a16="http://schemas.microsoft.com/office/drawing/2014/main" id="{55631941-D6AB-EE81-E5EF-3DBF8DD19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391" y="4373890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4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185" name="Text Box 31">
            <a:extLst>
              <a:ext uri="{FF2B5EF4-FFF2-40B4-BE49-F238E27FC236}">
                <a16:creationId xmlns:a16="http://schemas.microsoft.com/office/drawing/2014/main" id="{C754C44D-47C4-F0B0-D189-885A7DE12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378" y="4412600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5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186" name="Text Box 32">
            <a:extLst>
              <a:ext uri="{FF2B5EF4-FFF2-40B4-BE49-F238E27FC236}">
                <a16:creationId xmlns:a16="http://schemas.microsoft.com/office/drawing/2014/main" id="{BCB7E9C7-8C46-84A0-D38E-A0082C5E8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458" y="3450067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6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187" name="Text Box 60">
            <a:extLst>
              <a:ext uri="{FF2B5EF4-FFF2-40B4-BE49-F238E27FC236}">
                <a16:creationId xmlns:a16="http://schemas.microsoft.com/office/drawing/2014/main" id="{45EEFC91-DD4B-BE2F-061A-702417C51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356" y="5346645"/>
            <a:ext cx="18565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</a:rPr>
              <a:t>authoritative DNS server</a:t>
            </a:r>
            <a:endParaRPr lang="en-US" altLang="en-US" sz="1800" kern="0" dirty="0">
              <a:solidFill>
                <a:srgbClr val="000000"/>
              </a:solidFill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b="1" kern="0" dirty="0">
                <a:solidFill>
                  <a:srgbClr val="000000"/>
                </a:solidFill>
              </a:rPr>
              <a:t>dns.cs.umass.edu</a:t>
            </a:r>
            <a:endParaRPr lang="en-US" altLang="en-US" sz="1200" kern="0" dirty="0">
              <a:solidFill>
                <a:srgbClr val="000000"/>
              </a:solidFill>
            </a:endParaRPr>
          </a:p>
        </p:txBody>
      </p:sp>
      <p:sp>
        <p:nvSpPr>
          <p:cNvPr id="188" name="Text Box 61">
            <a:extLst>
              <a:ext uri="{FF2B5EF4-FFF2-40B4-BE49-F238E27FC236}">
                <a16:creationId xmlns:a16="http://schemas.microsoft.com/office/drawing/2014/main" id="{23FFF49B-4E2E-0A5D-9327-898E62E29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8303" y="3406118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7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189" name="Text Box 62">
            <a:extLst>
              <a:ext uri="{FF2B5EF4-FFF2-40B4-BE49-F238E27FC236}">
                <a16:creationId xmlns:a16="http://schemas.microsoft.com/office/drawing/2014/main" id="{2FB1BEEA-A83B-7167-CFA6-505A716FF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3043" y="4038998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CC0000"/>
                </a:solidFill>
              </a:rPr>
              <a:t>8</a:t>
            </a:r>
            <a:endParaRPr lang="en-US" altLang="en-US" sz="1800" kern="0" dirty="0">
              <a:solidFill>
                <a:srgbClr val="CC0000"/>
              </a:solidFill>
            </a:endParaRPr>
          </a:p>
        </p:txBody>
      </p:sp>
      <p:sp>
        <p:nvSpPr>
          <p:cNvPr id="190" name="Line 63">
            <a:extLst>
              <a:ext uri="{FF2B5EF4-FFF2-40B4-BE49-F238E27FC236}">
                <a16:creationId xmlns:a16="http://schemas.microsoft.com/office/drawing/2014/main" id="{89F626D4-E146-03CF-E32F-1B11827710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36332" y="3256787"/>
            <a:ext cx="258217" cy="484088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1" name="Line 64">
            <a:extLst>
              <a:ext uri="{FF2B5EF4-FFF2-40B4-BE49-F238E27FC236}">
                <a16:creationId xmlns:a16="http://schemas.microsoft.com/office/drawing/2014/main" id="{E66398C7-6F2F-2EC3-ED05-678152953D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4202" y="3142757"/>
            <a:ext cx="533243" cy="581066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2" name="Text Box 65">
            <a:extLst>
              <a:ext uri="{FF2B5EF4-FFF2-40B4-BE49-F238E27FC236}">
                <a16:creationId xmlns:a16="http://schemas.microsoft.com/office/drawing/2014/main" id="{33586EAC-B765-3E00-904F-056E8EAF0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878" y="3664790"/>
            <a:ext cx="150852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kern="0" dirty="0">
                <a:solidFill>
                  <a:srgbClr val="000000"/>
                </a:solidFill>
              </a:rPr>
              <a:t>TLD DNS server</a:t>
            </a:r>
            <a:endParaRPr lang="en-US" altLang="en-US" sz="1200" kern="0" dirty="0">
              <a:solidFill>
                <a:srgbClr val="000000"/>
              </a:solidFill>
            </a:endParaRPr>
          </a:p>
        </p:txBody>
      </p:sp>
      <p:grpSp>
        <p:nvGrpSpPr>
          <p:cNvPr id="193" name="Group 86">
            <a:extLst>
              <a:ext uri="{FF2B5EF4-FFF2-40B4-BE49-F238E27FC236}">
                <a16:creationId xmlns:a16="http://schemas.microsoft.com/office/drawing/2014/main" id="{6F457C96-69B4-F54D-32D4-27AD871693B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95176" y="4878643"/>
            <a:ext cx="590543" cy="460541"/>
            <a:chOff x="-44" y="1473"/>
            <a:chExt cx="981" cy="1105"/>
          </a:xfrm>
        </p:grpSpPr>
        <p:pic>
          <p:nvPicPr>
            <p:cNvPr id="194" name="Picture 87" descr="desktop_computer_stylized_medium">
              <a:extLst>
                <a:ext uri="{FF2B5EF4-FFF2-40B4-BE49-F238E27FC236}">
                  <a16:creationId xmlns:a16="http://schemas.microsoft.com/office/drawing/2014/main" id="{E83634DD-EED2-BE79-CBE5-367144160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5" name="Freeform 88">
              <a:extLst>
                <a:ext uri="{FF2B5EF4-FFF2-40B4-BE49-F238E27FC236}">
                  <a16:creationId xmlns:a16="http://schemas.microsoft.com/office/drawing/2014/main" id="{32342C48-C086-5D53-DE2D-5D3E1811E7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96" name="Group 89">
            <a:extLst>
              <a:ext uri="{FF2B5EF4-FFF2-40B4-BE49-F238E27FC236}">
                <a16:creationId xmlns:a16="http://schemas.microsoft.com/office/drawing/2014/main" id="{9575DD71-0ABA-B487-AAC0-A78CB492185D}"/>
              </a:ext>
            </a:extLst>
          </p:cNvPr>
          <p:cNvGrpSpPr>
            <a:grpSpLocks/>
          </p:cNvGrpSpPr>
          <p:nvPr/>
        </p:nvGrpSpPr>
        <p:grpSpPr bwMode="auto">
          <a:xfrm>
            <a:off x="3824332" y="3725936"/>
            <a:ext cx="662685" cy="574733"/>
            <a:chOff x="-44" y="1473"/>
            <a:chExt cx="981" cy="1105"/>
          </a:xfrm>
        </p:grpSpPr>
        <p:pic>
          <p:nvPicPr>
            <p:cNvPr id="197" name="Picture 90" descr="desktop_computer_stylized_medium">
              <a:extLst>
                <a:ext uri="{FF2B5EF4-FFF2-40B4-BE49-F238E27FC236}">
                  <a16:creationId xmlns:a16="http://schemas.microsoft.com/office/drawing/2014/main" id="{E9F90A93-490F-2AEB-8014-D84A9F459B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8" name="Freeform 91">
              <a:extLst>
                <a:ext uri="{FF2B5EF4-FFF2-40B4-BE49-F238E27FC236}">
                  <a16:creationId xmlns:a16="http://schemas.microsoft.com/office/drawing/2014/main" id="{7EAAF8D3-954F-9522-816B-CD877402F3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99" name="Group 125">
            <a:extLst>
              <a:ext uri="{FF2B5EF4-FFF2-40B4-BE49-F238E27FC236}">
                <a16:creationId xmlns:a16="http://schemas.microsoft.com/office/drawing/2014/main" id="{8D802D89-E684-6992-5770-1435813388EF}"/>
              </a:ext>
            </a:extLst>
          </p:cNvPr>
          <p:cNvGrpSpPr>
            <a:grpSpLocks/>
          </p:cNvGrpSpPr>
          <p:nvPr/>
        </p:nvGrpSpPr>
        <p:grpSpPr bwMode="auto">
          <a:xfrm>
            <a:off x="7057577" y="4832294"/>
            <a:ext cx="292894" cy="481013"/>
            <a:chOff x="4140" y="429"/>
            <a:chExt cx="1425" cy="2396"/>
          </a:xfrm>
        </p:grpSpPr>
        <p:sp>
          <p:nvSpPr>
            <p:cNvPr id="200" name="Freeform 126">
              <a:extLst>
                <a:ext uri="{FF2B5EF4-FFF2-40B4-BE49-F238E27FC236}">
                  <a16:creationId xmlns:a16="http://schemas.microsoft.com/office/drawing/2014/main" id="{1E61CB46-5327-27DC-D70D-1F423399E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1" name="Rectangle 127">
              <a:extLst>
                <a:ext uri="{FF2B5EF4-FFF2-40B4-BE49-F238E27FC236}">
                  <a16:creationId xmlns:a16="http://schemas.microsoft.com/office/drawing/2014/main" id="{261A7D1F-5721-6D94-A5F3-48DEA810C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A620BB77-9613-ACD3-6478-1D76104C0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9980073-90F1-9451-996E-784B51569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04" name="Rectangle 130">
              <a:extLst>
                <a:ext uri="{FF2B5EF4-FFF2-40B4-BE49-F238E27FC236}">
                  <a16:creationId xmlns:a16="http://schemas.microsoft.com/office/drawing/2014/main" id="{E12526B2-3004-4B30-9D72-7790E278A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05" name="Group 131">
              <a:extLst>
                <a:ext uri="{FF2B5EF4-FFF2-40B4-BE49-F238E27FC236}">
                  <a16:creationId xmlns:a16="http://schemas.microsoft.com/office/drawing/2014/main" id="{FA0CDD7E-54CA-66A9-7617-3B3EC4B09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0" name="AutoShape 132">
                <a:extLst>
                  <a:ext uri="{FF2B5EF4-FFF2-40B4-BE49-F238E27FC236}">
                    <a16:creationId xmlns:a16="http://schemas.microsoft.com/office/drawing/2014/main" id="{080C7E94-644A-756E-BE0C-56C588EDF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1" name="AutoShape 133">
                <a:extLst>
                  <a:ext uri="{FF2B5EF4-FFF2-40B4-BE49-F238E27FC236}">
                    <a16:creationId xmlns:a16="http://schemas.microsoft.com/office/drawing/2014/main" id="{324DEC35-1F47-FD04-2241-CE3E7CEB7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6" name="Rectangle 134">
              <a:extLst>
                <a:ext uri="{FF2B5EF4-FFF2-40B4-BE49-F238E27FC236}">
                  <a16:creationId xmlns:a16="http://schemas.microsoft.com/office/drawing/2014/main" id="{14C327D2-F691-F509-3092-3DE9540BB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07" name="Group 135">
              <a:extLst>
                <a:ext uri="{FF2B5EF4-FFF2-40B4-BE49-F238E27FC236}">
                  <a16:creationId xmlns:a16="http://schemas.microsoft.com/office/drawing/2014/main" id="{10D97D99-C8F1-61BF-0548-13FB91817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8" name="AutoShape 136">
                <a:extLst>
                  <a:ext uri="{FF2B5EF4-FFF2-40B4-BE49-F238E27FC236}">
                    <a16:creationId xmlns:a16="http://schemas.microsoft.com/office/drawing/2014/main" id="{B49B8048-29EE-F900-C375-6859E9542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9" name="AutoShape 137">
                <a:extLst>
                  <a:ext uri="{FF2B5EF4-FFF2-40B4-BE49-F238E27FC236}">
                    <a16:creationId xmlns:a16="http://schemas.microsoft.com/office/drawing/2014/main" id="{142DAE1A-64B6-64ED-7E93-44D431D46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8" name="Rectangle 138">
              <a:extLst>
                <a:ext uri="{FF2B5EF4-FFF2-40B4-BE49-F238E27FC236}">
                  <a16:creationId xmlns:a16="http://schemas.microsoft.com/office/drawing/2014/main" id="{E63D00AB-1D1C-ADB3-B577-BB2E0F4CB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09" name="Rectangle 139">
              <a:extLst>
                <a:ext uri="{FF2B5EF4-FFF2-40B4-BE49-F238E27FC236}">
                  <a16:creationId xmlns:a16="http://schemas.microsoft.com/office/drawing/2014/main" id="{89095471-418F-6910-8B50-3843F79FB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10" name="Group 140">
              <a:extLst>
                <a:ext uri="{FF2B5EF4-FFF2-40B4-BE49-F238E27FC236}">
                  <a16:creationId xmlns:a16="http://schemas.microsoft.com/office/drawing/2014/main" id="{04DB9FF2-C185-CB30-B11D-0BC1BAD29A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6" name="AutoShape 141">
                <a:extLst>
                  <a:ext uri="{FF2B5EF4-FFF2-40B4-BE49-F238E27FC236}">
                    <a16:creationId xmlns:a16="http://schemas.microsoft.com/office/drawing/2014/main" id="{88073FAC-40E5-51F5-C20A-55E2C9E5A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7" name="AutoShape 142">
                <a:extLst>
                  <a:ext uri="{FF2B5EF4-FFF2-40B4-BE49-F238E27FC236}">
                    <a16:creationId xmlns:a16="http://schemas.microsoft.com/office/drawing/2014/main" id="{1D127013-86E4-A25B-6F79-D0FA1A411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11" name="Freeform 143">
              <a:extLst>
                <a:ext uri="{FF2B5EF4-FFF2-40B4-BE49-F238E27FC236}">
                  <a16:creationId xmlns:a16="http://schemas.microsoft.com/office/drawing/2014/main" id="{CA002ECB-9E76-F373-49C7-D8CED0DF8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12" name="Group 144">
              <a:extLst>
                <a:ext uri="{FF2B5EF4-FFF2-40B4-BE49-F238E27FC236}">
                  <a16:creationId xmlns:a16="http://schemas.microsoft.com/office/drawing/2014/main" id="{63655786-10BA-7B09-C6D1-264879C389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4" name="AutoShape 145">
                <a:extLst>
                  <a:ext uri="{FF2B5EF4-FFF2-40B4-BE49-F238E27FC236}">
                    <a16:creationId xmlns:a16="http://schemas.microsoft.com/office/drawing/2014/main" id="{79F9DF2A-1C89-18BF-6CD3-8CDCF6FCE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" name="AutoShape 146">
                <a:extLst>
                  <a:ext uri="{FF2B5EF4-FFF2-40B4-BE49-F238E27FC236}">
                    <a16:creationId xmlns:a16="http://schemas.microsoft.com/office/drawing/2014/main" id="{E927C86B-847E-B13D-53F5-B8EB492EC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13" name="Rectangle 147">
              <a:extLst>
                <a:ext uri="{FF2B5EF4-FFF2-40B4-BE49-F238E27FC236}">
                  <a16:creationId xmlns:a16="http://schemas.microsoft.com/office/drawing/2014/main" id="{91B43B8D-BFB8-484C-6AFA-A856DB5D5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14" name="Freeform 148">
              <a:extLst>
                <a:ext uri="{FF2B5EF4-FFF2-40B4-BE49-F238E27FC236}">
                  <a16:creationId xmlns:a16="http://schemas.microsoft.com/office/drawing/2014/main" id="{1766EEA9-9B0E-5B4D-A531-B9F67C8FC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5" name="Freeform 149">
              <a:extLst>
                <a:ext uri="{FF2B5EF4-FFF2-40B4-BE49-F238E27FC236}">
                  <a16:creationId xmlns:a16="http://schemas.microsoft.com/office/drawing/2014/main" id="{E20E2913-5EAB-0613-9C0C-67B37102B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6" name="Oval 150">
              <a:extLst>
                <a:ext uri="{FF2B5EF4-FFF2-40B4-BE49-F238E27FC236}">
                  <a16:creationId xmlns:a16="http://schemas.microsoft.com/office/drawing/2014/main" id="{84F4BA8B-55A2-B5FF-081E-1CD8A180C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17" name="Freeform 151">
              <a:extLst>
                <a:ext uri="{FF2B5EF4-FFF2-40B4-BE49-F238E27FC236}">
                  <a16:creationId xmlns:a16="http://schemas.microsoft.com/office/drawing/2014/main" id="{60D4E392-DD41-BD2E-01EF-16D7DF896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8" name="AutoShape 152">
              <a:extLst>
                <a:ext uri="{FF2B5EF4-FFF2-40B4-BE49-F238E27FC236}">
                  <a16:creationId xmlns:a16="http://schemas.microsoft.com/office/drawing/2014/main" id="{7E5B0C8C-2E43-5414-3512-592491B84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19" name="AutoShape 153">
              <a:extLst>
                <a:ext uri="{FF2B5EF4-FFF2-40B4-BE49-F238E27FC236}">
                  <a16:creationId xmlns:a16="http://schemas.microsoft.com/office/drawing/2014/main" id="{8FA5E01B-23F4-51E0-FE04-0D5189B3B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20" name="Oval 154">
              <a:extLst>
                <a:ext uri="{FF2B5EF4-FFF2-40B4-BE49-F238E27FC236}">
                  <a16:creationId xmlns:a16="http://schemas.microsoft.com/office/drawing/2014/main" id="{C7D6854E-F0F4-93BC-E3EE-88BBFC11E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21" name="Oval 155">
              <a:extLst>
                <a:ext uri="{FF2B5EF4-FFF2-40B4-BE49-F238E27FC236}">
                  <a16:creationId xmlns:a16="http://schemas.microsoft.com/office/drawing/2014/main" id="{53ACAA6E-37EB-A364-D5F8-ECE2DDBEE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22" name="Oval 156">
              <a:extLst>
                <a:ext uri="{FF2B5EF4-FFF2-40B4-BE49-F238E27FC236}">
                  <a16:creationId xmlns:a16="http://schemas.microsoft.com/office/drawing/2014/main" id="{AF54490E-4C68-CE85-1F6F-12EBAFD34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23" name="Rectangle 157">
              <a:extLst>
                <a:ext uri="{FF2B5EF4-FFF2-40B4-BE49-F238E27FC236}">
                  <a16:creationId xmlns:a16="http://schemas.microsoft.com/office/drawing/2014/main" id="{41CDF03D-24CD-B14B-4931-FC2E74B16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32" name="Group 158">
            <a:extLst>
              <a:ext uri="{FF2B5EF4-FFF2-40B4-BE49-F238E27FC236}">
                <a16:creationId xmlns:a16="http://schemas.microsoft.com/office/drawing/2014/main" id="{2F2E506B-D9B2-980B-2FD0-C3AA8163A226}"/>
              </a:ext>
            </a:extLst>
          </p:cNvPr>
          <p:cNvGrpSpPr>
            <a:grpSpLocks/>
          </p:cNvGrpSpPr>
          <p:nvPr/>
        </p:nvGrpSpPr>
        <p:grpSpPr bwMode="auto">
          <a:xfrm>
            <a:off x="5555008" y="3697629"/>
            <a:ext cx="292894" cy="481013"/>
            <a:chOff x="4140" y="429"/>
            <a:chExt cx="1425" cy="2396"/>
          </a:xfrm>
        </p:grpSpPr>
        <p:sp>
          <p:nvSpPr>
            <p:cNvPr id="233" name="Freeform 159">
              <a:extLst>
                <a:ext uri="{FF2B5EF4-FFF2-40B4-BE49-F238E27FC236}">
                  <a16:creationId xmlns:a16="http://schemas.microsoft.com/office/drawing/2014/main" id="{8FE169D8-49C9-5059-8344-35C4AE55D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4" name="Rectangle 160">
              <a:extLst>
                <a:ext uri="{FF2B5EF4-FFF2-40B4-BE49-F238E27FC236}">
                  <a16:creationId xmlns:a16="http://schemas.microsoft.com/office/drawing/2014/main" id="{BB123ECE-56A9-4389-31E4-066A1439C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35" name="Freeform 161">
              <a:extLst>
                <a:ext uri="{FF2B5EF4-FFF2-40B4-BE49-F238E27FC236}">
                  <a16:creationId xmlns:a16="http://schemas.microsoft.com/office/drawing/2014/main" id="{9CB5D541-A61A-7167-1393-237208057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6" name="Freeform 162">
              <a:extLst>
                <a:ext uri="{FF2B5EF4-FFF2-40B4-BE49-F238E27FC236}">
                  <a16:creationId xmlns:a16="http://schemas.microsoft.com/office/drawing/2014/main" id="{9BBD7E60-B343-2926-7D08-6732D5E4C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7" name="Rectangle 163">
              <a:extLst>
                <a:ext uri="{FF2B5EF4-FFF2-40B4-BE49-F238E27FC236}">
                  <a16:creationId xmlns:a16="http://schemas.microsoft.com/office/drawing/2014/main" id="{0B3068C3-5E64-98FE-9D7B-31E1B3E95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38" name="Group 164">
              <a:extLst>
                <a:ext uri="{FF2B5EF4-FFF2-40B4-BE49-F238E27FC236}">
                  <a16:creationId xmlns:a16="http://schemas.microsoft.com/office/drawing/2014/main" id="{041E1230-AD76-EFB5-7C15-DC9D2175CA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65">
                <a:extLst>
                  <a:ext uri="{FF2B5EF4-FFF2-40B4-BE49-F238E27FC236}">
                    <a16:creationId xmlns:a16="http://schemas.microsoft.com/office/drawing/2014/main" id="{90A26BCC-6738-3678-C636-17BE575D3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4" name="AutoShape 166">
                <a:extLst>
                  <a:ext uri="{FF2B5EF4-FFF2-40B4-BE49-F238E27FC236}">
                    <a16:creationId xmlns:a16="http://schemas.microsoft.com/office/drawing/2014/main" id="{C29158BB-58FC-5B92-7F15-72A4FFCA4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39" name="Rectangle 167">
              <a:extLst>
                <a:ext uri="{FF2B5EF4-FFF2-40B4-BE49-F238E27FC236}">
                  <a16:creationId xmlns:a16="http://schemas.microsoft.com/office/drawing/2014/main" id="{7C1BA141-C35D-99A0-5F3C-BFD641202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40" name="Group 168">
              <a:extLst>
                <a:ext uri="{FF2B5EF4-FFF2-40B4-BE49-F238E27FC236}">
                  <a16:creationId xmlns:a16="http://schemas.microsoft.com/office/drawing/2014/main" id="{B7F77E38-A1DB-E77E-2440-CC3B38439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69">
                <a:extLst>
                  <a:ext uri="{FF2B5EF4-FFF2-40B4-BE49-F238E27FC236}">
                    <a16:creationId xmlns:a16="http://schemas.microsoft.com/office/drawing/2014/main" id="{57F131E9-7731-BA62-CCC1-EC220F8C6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2" name="AutoShape 170">
                <a:extLst>
                  <a:ext uri="{FF2B5EF4-FFF2-40B4-BE49-F238E27FC236}">
                    <a16:creationId xmlns:a16="http://schemas.microsoft.com/office/drawing/2014/main" id="{5DA89AAD-894F-33D6-2BAA-F284E8173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1" name="Rectangle 171">
              <a:extLst>
                <a:ext uri="{FF2B5EF4-FFF2-40B4-BE49-F238E27FC236}">
                  <a16:creationId xmlns:a16="http://schemas.microsoft.com/office/drawing/2014/main" id="{1A9279F3-4FBC-133C-8FC6-448B86E0E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42" name="Rectangle 172">
              <a:extLst>
                <a:ext uri="{FF2B5EF4-FFF2-40B4-BE49-F238E27FC236}">
                  <a16:creationId xmlns:a16="http://schemas.microsoft.com/office/drawing/2014/main" id="{85B1E84A-1865-C72E-C7A8-0CDBAB8EA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43" name="Group 173">
              <a:extLst>
                <a:ext uri="{FF2B5EF4-FFF2-40B4-BE49-F238E27FC236}">
                  <a16:creationId xmlns:a16="http://schemas.microsoft.com/office/drawing/2014/main" id="{EE132BEC-04BF-166C-361D-639CDB6C1E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74">
                <a:extLst>
                  <a:ext uri="{FF2B5EF4-FFF2-40B4-BE49-F238E27FC236}">
                    <a16:creationId xmlns:a16="http://schemas.microsoft.com/office/drawing/2014/main" id="{2AA30820-14F0-8F2B-50A9-B918E8FB9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0" name="AutoShape 175">
                <a:extLst>
                  <a:ext uri="{FF2B5EF4-FFF2-40B4-BE49-F238E27FC236}">
                    <a16:creationId xmlns:a16="http://schemas.microsoft.com/office/drawing/2014/main" id="{43F824D5-50A4-5E40-CC4A-33768F30C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4" name="Freeform 176">
              <a:extLst>
                <a:ext uri="{FF2B5EF4-FFF2-40B4-BE49-F238E27FC236}">
                  <a16:creationId xmlns:a16="http://schemas.microsoft.com/office/drawing/2014/main" id="{0F080502-9AD4-F75F-90E2-5AC02161E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45" name="Group 177">
              <a:extLst>
                <a:ext uri="{FF2B5EF4-FFF2-40B4-BE49-F238E27FC236}">
                  <a16:creationId xmlns:a16="http://schemas.microsoft.com/office/drawing/2014/main" id="{FC3D4501-FF51-9F16-9C98-DADBFCDFC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78">
                <a:extLst>
                  <a:ext uri="{FF2B5EF4-FFF2-40B4-BE49-F238E27FC236}">
                    <a16:creationId xmlns:a16="http://schemas.microsoft.com/office/drawing/2014/main" id="{F4DCC9BD-5669-AFCE-D1A0-2985F984E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8" name="AutoShape 179">
                <a:extLst>
                  <a:ext uri="{FF2B5EF4-FFF2-40B4-BE49-F238E27FC236}">
                    <a16:creationId xmlns:a16="http://schemas.microsoft.com/office/drawing/2014/main" id="{8C82D77A-BE28-FE7F-B84A-49F0247685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6" name="Rectangle 180">
              <a:extLst>
                <a:ext uri="{FF2B5EF4-FFF2-40B4-BE49-F238E27FC236}">
                  <a16:creationId xmlns:a16="http://schemas.microsoft.com/office/drawing/2014/main" id="{42CDA45A-2351-5324-8D7E-AB9ECACBA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47" name="Freeform 181">
              <a:extLst>
                <a:ext uri="{FF2B5EF4-FFF2-40B4-BE49-F238E27FC236}">
                  <a16:creationId xmlns:a16="http://schemas.microsoft.com/office/drawing/2014/main" id="{2B1C5394-5E53-8837-B06A-1DA2253D3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8" name="Freeform 182">
              <a:extLst>
                <a:ext uri="{FF2B5EF4-FFF2-40B4-BE49-F238E27FC236}">
                  <a16:creationId xmlns:a16="http://schemas.microsoft.com/office/drawing/2014/main" id="{E2B2C188-DBDC-FD57-2A9F-1EBD5F999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9" name="Oval 183">
              <a:extLst>
                <a:ext uri="{FF2B5EF4-FFF2-40B4-BE49-F238E27FC236}">
                  <a16:creationId xmlns:a16="http://schemas.microsoft.com/office/drawing/2014/main" id="{E6A74A5C-3F9D-E1BB-3F20-01159CF83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50" name="Freeform 184">
              <a:extLst>
                <a:ext uri="{FF2B5EF4-FFF2-40B4-BE49-F238E27FC236}">
                  <a16:creationId xmlns:a16="http://schemas.microsoft.com/office/drawing/2014/main" id="{513AC7EF-B674-36B6-E9A3-3D49E8DA2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1" name="AutoShape 185">
              <a:extLst>
                <a:ext uri="{FF2B5EF4-FFF2-40B4-BE49-F238E27FC236}">
                  <a16:creationId xmlns:a16="http://schemas.microsoft.com/office/drawing/2014/main" id="{4D51CA94-302B-F696-C21B-75E7D2113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52" name="AutoShape 186">
              <a:extLst>
                <a:ext uri="{FF2B5EF4-FFF2-40B4-BE49-F238E27FC236}">
                  <a16:creationId xmlns:a16="http://schemas.microsoft.com/office/drawing/2014/main" id="{7761694C-5D35-6DA4-ED4A-296B4983B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53" name="Oval 187">
              <a:extLst>
                <a:ext uri="{FF2B5EF4-FFF2-40B4-BE49-F238E27FC236}">
                  <a16:creationId xmlns:a16="http://schemas.microsoft.com/office/drawing/2014/main" id="{2226E0E0-BBC1-A05B-A514-651A14A8C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54" name="Oval 188">
              <a:extLst>
                <a:ext uri="{FF2B5EF4-FFF2-40B4-BE49-F238E27FC236}">
                  <a16:creationId xmlns:a16="http://schemas.microsoft.com/office/drawing/2014/main" id="{6764D512-28A1-F60A-DF51-C5ED58CA2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55" name="Oval 189">
              <a:extLst>
                <a:ext uri="{FF2B5EF4-FFF2-40B4-BE49-F238E27FC236}">
                  <a16:creationId xmlns:a16="http://schemas.microsoft.com/office/drawing/2014/main" id="{9F3BD184-4502-DBA7-7260-1F67992ED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56" name="Rectangle 190">
              <a:extLst>
                <a:ext uri="{FF2B5EF4-FFF2-40B4-BE49-F238E27FC236}">
                  <a16:creationId xmlns:a16="http://schemas.microsoft.com/office/drawing/2014/main" id="{58353730-7659-00FC-0A7E-65C8253B4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65" name="Group 224">
            <a:extLst>
              <a:ext uri="{FF2B5EF4-FFF2-40B4-BE49-F238E27FC236}">
                <a16:creationId xmlns:a16="http://schemas.microsoft.com/office/drawing/2014/main" id="{A4355B68-D928-670B-5A78-8EECE5878689}"/>
              </a:ext>
            </a:extLst>
          </p:cNvPr>
          <p:cNvGrpSpPr>
            <a:grpSpLocks/>
          </p:cNvGrpSpPr>
          <p:nvPr/>
        </p:nvGrpSpPr>
        <p:grpSpPr bwMode="auto">
          <a:xfrm>
            <a:off x="6420593" y="2751082"/>
            <a:ext cx="292894" cy="481013"/>
            <a:chOff x="4140" y="429"/>
            <a:chExt cx="1425" cy="2396"/>
          </a:xfrm>
        </p:grpSpPr>
        <p:sp>
          <p:nvSpPr>
            <p:cNvPr id="266" name="Freeform 225">
              <a:extLst>
                <a:ext uri="{FF2B5EF4-FFF2-40B4-BE49-F238E27FC236}">
                  <a16:creationId xmlns:a16="http://schemas.microsoft.com/office/drawing/2014/main" id="{577C03D6-9C1F-59B9-9EAD-AE0253DB3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7" name="Rectangle 226">
              <a:extLst>
                <a:ext uri="{FF2B5EF4-FFF2-40B4-BE49-F238E27FC236}">
                  <a16:creationId xmlns:a16="http://schemas.microsoft.com/office/drawing/2014/main" id="{28DDBE36-BC57-D15B-D156-0CA187C83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68" name="Freeform 227">
              <a:extLst>
                <a:ext uri="{FF2B5EF4-FFF2-40B4-BE49-F238E27FC236}">
                  <a16:creationId xmlns:a16="http://schemas.microsoft.com/office/drawing/2014/main" id="{29E167D3-C18B-E772-D3B4-22DD2D244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9" name="Freeform 228">
              <a:extLst>
                <a:ext uri="{FF2B5EF4-FFF2-40B4-BE49-F238E27FC236}">
                  <a16:creationId xmlns:a16="http://schemas.microsoft.com/office/drawing/2014/main" id="{F49178F7-FD03-526D-DE22-BD0273CD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0" name="Rectangle 229">
              <a:extLst>
                <a:ext uri="{FF2B5EF4-FFF2-40B4-BE49-F238E27FC236}">
                  <a16:creationId xmlns:a16="http://schemas.microsoft.com/office/drawing/2014/main" id="{D6210F9D-88EB-C310-20EB-A8AF64A30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71" name="Group 230">
              <a:extLst>
                <a:ext uri="{FF2B5EF4-FFF2-40B4-BE49-F238E27FC236}">
                  <a16:creationId xmlns:a16="http://schemas.microsoft.com/office/drawing/2014/main" id="{A56D3F13-7685-198C-4AF1-9171E604EB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6" name="AutoShape 231">
                <a:extLst>
                  <a:ext uri="{FF2B5EF4-FFF2-40B4-BE49-F238E27FC236}">
                    <a16:creationId xmlns:a16="http://schemas.microsoft.com/office/drawing/2014/main" id="{78FB91AC-47A5-20DA-5FBB-F566A3170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7" name="AutoShape 232">
                <a:extLst>
                  <a:ext uri="{FF2B5EF4-FFF2-40B4-BE49-F238E27FC236}">
                    <a16:creationId xmlns:a16="http://schemas.microsoft.com/office/drawing/2014/main" id="{AA3FEFE8-1F52-7AFC-CE01-DA43E5A4AD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72" name="Rectangle 233">
              <a:extLst>
                <a:ext uri="{FF2B5EF4-FFF2-40B4-BE49-F238E27FC236}">
                  <a16:creationId xmlns:a16="http://schemas.microsoft.com/office/drawing/2014/main" id="{86FBC924-11AF-5FB3-EEB7-453A1ED87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73" name="Group 234">
              <a:extLst>
                <a:ext uri="{FF2B5EF4-FFF2-40B4-BE49-F238E27FC236}">
                  <a16:creationId xmlns:a16="http://schemas.microsoft.com/office/drawing/2014/main" id="{B376E047-1029-AC60-96EA-B78590A9C0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4" name="AutoShape 235">
                <a:extLst>
                  <a:ext uri="{FF2B5EF4-FFF2-40B4-BE49-F238E27FC236}">
                    <a16:creationId xmlns:a16="http://schemas.microsoft.com/office/drawing/2014/main" id="{7CF45F0F-5381-38B1-73E7-1416898BA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5" name="AutoShape 236">
                <a:extLst>
                  <a:ext uri="{FF2B5EF4-FFF2-40B4-BE49-F238E27FC236}">
                    <a16:creationId xmlns:a16="http://schemas.microsoft.com/office/drawing/2014/main" id="{EAC6317F-ABEB-F740-D0DA-328121E99A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74" name="Rectangle 237">
              <a:extLst>
                <a:ext uri="{FF2B5EF4-FFF2-40B4-BE49-F238E27FC236}">
                  <a16:creationId xmlns:a16="http://schemas.microsoft.com/office/drawing/2014/main" id="{C7E833C4-574B-CB56-A8DC-3D3222905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75" name="Rectangle 238">
              <a:extLst>
                <a:ext uri="{FF2B5EF4-FFF2-40B4-BE49-F238E27FC236}">
                  <a16:creationId xmlns:a16="http://schemas.microsoft.com/office/drawing/2014/main" id="{DC2B2A2A-B623-1CD7-D80F-FBBEFF84B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76" name="Group 239">
              <a:extLst>
                <a:ext uri="{FF2B5EF4-FFF2-40B4-BE49-F238E27FC236}">
                  <a16:creationId xmlns:a16="http://schemas.microsoft.com/office/drawing/2014/main" id="{8FBE470E-AB7D-337A-D977-615FC5C44C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2" name="AutoShape 240">
                <a:extLst>
                  <a:ext uri="{FF2B5EF4-FFF2-40B4-BE49-F238E27FC236}">
                    <a16:creationId xmlns:a16="http://schemas.microsoft.com/office/drawing/2014/main" id="{4458BF8B-4B37-55DC-5891-3DE6C0FAD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3" name="AutoShape 241">
                <a:extLst>
                  <a:ext uri="{FF2B5EF4-FFF2-40B4-BE49-F238E27FC236}">
                    <a16:creationId xmlns:a16="http://schemas.microsoft.com/office/drawing/2014/main" id="{24D67E81-10BB-D85A-0DF0-D36249FB99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77" name="Freeform 242">
              <a:extLst>
                <a:ext uri="{FF2B5EF4-FFF2-40B4-BE49-F238E27FC236}">
                  <a16:creationId xmlns:a16="http://schemas.microsoft.com/office/drawing/2014/main" id="{D4E8104D-48BF-F151-ED65-2E1A52C39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78" name="Group 243">
              <a:extLst>
                <a:ext uri="{FF2B5EF4-FFF2-40B4-BE49-F238E27FC236}">
                  <a16:creationId xmlns:a16="http://schemas.microsoft.com/office/drawing/2014/main" id="{7F61686A-0E0D-A834-C41F-7764FB83AE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0" name="AutoShape 244">
                <a:extLst>
                  <a:ext uri="{FF2B5EF4-FFF2-40B4-BE49-F238E27FC236}">
                    <a16:creationId xmlns:a16="http://schemas.microsoft.com/office/drawing/2014/main" id="{09DF3B5D-E77F-4C2F-FF77-B13A6C7DC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1" name="AutoShape 245">
                <a:extLst>
                  <a:ext uri="{FF2B5EF4-FFF2-40B4-BE49-F238E27FC236}">
                    <a16:creationId xmlns:a16="http://schemas.microsoft.com/office/drawing/2014/main" id="{A997F9FE-D755-C499-9A02-44F426DB5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79" name="Rectangle 246">
              <a:extLst>
                <a:ext uri="{FF2B5EF4-FFF2-40B4-BE49-F238E27FC236}">
                  <a16:creationId xmlns:a16="http://schemas.microsoft.com/office/drawing/2014/main" id="{4F4B2F02-4DC5-104C-A16E-457E4C3A6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80" name="Freeform 247">
              <a:extLst>
                <a:ext uri="{FF2B5EF4-FFF2-40B4-BE49-F238E27FC236}">
                  <a16:creationId xmlns:a16="http://schemas.microsoft.com/office/drawing/2014/main" id="{F1AB0EE9-BB68-580D-7B85-F42824FCC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1" name="Freeform 248">
              <a:extLst>
                <a:ext uri="{FF2B5EF4-FFF2-40B4-BE49-F238E27FC236}">
                  <a16:creationId xmlns:a16="http://schemas.microsoft.com/office/drawing/2014/main" id="{3503515F-23F3-AA4A-F00B-8EF496561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2" name="Oval 249">
              <a:extLst>
                <a:ext uri="{FF2B5EF4-FFF2-40B4-BE49-F238E27FC236}">
                  <a16:creationId xmlns:a16="http://schemas.microsoft.com/office/drawing/2014/main" id="{23AF0E1A-0A4E-943F-3F63-6B09BC6C6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83" name="Freeform 250">
              <a:extLst>
                <a:ext uri="{FF2B5EF4-FFF2-40B4-BE49-F238E27FC236}">
                  <a16:creationId xmlns:a16="http://schemas.microsoft.com/office/drawing/2014/main" id="{DAEDB0D4-E2B7-BD3C-0EC2-66E053429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4" name="AutoShape 251">
              <a:extLst>
                <a:ext uri="{FF2B5EF4-FFF2-40B4-BE49-F238E27FC236}">
                  <a16:creationId xmlns:a16="http://schemas.microsoft.com/office/drawing/2014/main" id="{9DF5E8B7-9862-19E1-FF64-75000C0E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85" name="AutoShape 252">
              <a:extLst>
                <a:ext uri="{FF2B5EF4-FFF2-40B4-BE49-F238E27FC236}">
                  <a16:creationId xmlns:a16="http://schemas.microsoft.com/office/drawing/2014/main" id="{E5904352-10B2-439A-EF67-51D4596C1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86" name="Oval 253">
              <a:extLst>
                <a:ext uri="{FF2B5EF4-FFF2-40B4-BE49-F238E27FC236}">
                  <a16:creationId xmlns:a16="http://schemas.microsoft.com/office/drawing/2014/main" id="{5AA76CBB-8A8F-BB15-12B6-DCC58BCC0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87" name="Oval 254">
              <a:extLst>
                <a:ext uri="{FF2B5EF4-FFF2-40B4-BE49-F238E27FC236}">
                  <a16:creationId xmlns:a16="http://schemas.microsoft.com/office/drawing/2014/main" id="{C01D9BF1-4A07-73A0-74A3-4C6D591BC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8" name="Oval 255">
              <a:extLst>
                <a:ext uri="{FF2B5EF4-FFF2-40B4-BE49-F238E27FC236}">
                  <a16:creationId xmlns:a16="http://schemas.microsoft.com/office/drawing/2014/main" id="{19D60EC9-44F8-130C-DE34-CF019AA91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89" name="Rectangle 256">
              <a:extLst>
                <a:ext uri="{FF2B5EF4-FFF2-40B4-BE49-F238E27FC236}">
                  <a16:creationId xmlns:a16="http://schemas.microsoft.com/office/drawing/2014/main" id="{B87BD294-CB84-725D-FAB3-351F187A7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98" name="Group 257">
            <a:extLst>
              <a:ext uri="{FF2B5EF4-FFF2-40B4-BE49-F238E27FC236}">
                <a16:creationId xmlns:a16="http://schemas.microsoft.com/office/drawing/2014/main" id="{9DDDE645-F09E-0BB7-028E-6568F3EEC7B9}"/>
              </a:ext>
            </a:extLst>
          </p:cNvPr>
          <p:cNvGrpSpPr>
            <a:grpSpLocks/>
          </p:cNvGrpSpPr>
          <p:nvPr/>
        </p:nvGrpSpPr>
        <p:grpSpPr bwMode="auto">
          <a:xfrm>
            <a:off x="7032574" y="3690485"/>
            <a:ext cx="292894" cy="481013"/>
            <a:chOff x="4140" y="429"/>
            <a:chExt cx="1425" cy="2396"/>
          </a:xfrm>
        </p:grpSpPr>
        <p:sp>
          <p:nvSpPr>
            <p:cNvPr id="299" name="Freeform 258">
              <a:extLst>
                <a:ext uri="{FF2B5EF4-FFF2-40B4-BE49-F238E27FC236}">
                  <a16:creationId xmlns:a16="http://schemas.microsoft.com/office/drawing/2014/main" id="{83821F42-DDBE-F465-8426-F44621E42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0" name="Rectangle 259">
              <a:extLst>
                <a:ext uri="{FF2B5EF4-FFF2-40B4-BE49-F238E27FC236}">
                  <a16:creationId xmlns:a16="http://schemas.microsoft.com/office/drawing/2014/main" id="{411A973A-2959-D6BD-BF49-BE91C49F3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1" name="Freeform 260">
              <a:extLst>
                <a:ext uri="{FF2B5EF4-FFF2-40B4-BE49-F238E27FC236}">
                  <a16:creationId xmlns:a16="http://schemas.microsoft.com/office/drawing/2014/main" id="{B6B765B5-8F33-7C4F-22C2-EA8F2E186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2" name="Freeform 261">
              <a:extLst>
                <a:ext uri="{FF2B5EF4-FFF2-40B4-BE49-F238E27FC236}">
                  <a16:creationId xmlns:a16="http://schemas.microsoft.com/office/drawing/2014/main" id="{90FFB753-5CB7-3B7F-881E-02E74A6AE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3" name="Rectangle 262">
              <a:extLst>
                <a:ext uri="{FF2B5EF4-FFF2-40B4-BE49-F238E27FC236}">
                  <a16:creationId xmlns:a16="http://schemas.microsoft.com/office/drawing/2014/main" id="{3FA6617F-3187-F4D2-847E-9B9F52136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4" name="Group 263">
              <a:extLst>
                <a:ext uri="{FF2B5EF4-FFF2-40B4-BE49-F238E27FC236}">
                  <a16:creationId xmlns:a16="http://schemas.microsoft.com/office/drawing/2014/main" id="{D00034F8-D245-28B3-039A-23614F16A9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9" name="AutoShape 264">
                <a:extLst>
                  <a:ext uri="{FF2B5EF4-FFF2-40B4-BE49-F238E27FC236}">
                    <a16:creationId xmlns:a16="http://schemas.microsoft.com/office/drawing/2014/main" id="{F569A21D-A609-AF38-BB50-6AF1B9D0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0" name="AutoShape 265">
                <a:extLst>
                  <a:ext uri="{FF2B5EF4-FFF2-40B4-BE49-F238E27FC236}">
                    <a16:creationId xmlns:a16="http://schemas.microsoft.com/office/drawing/2014/main" id="{EF2544A7-5AE7-6612-1848-8D996A655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5" name="Rectangle 266">
              <a:extLst>
                <a:ext uri="{FF2B5EF4-FFF2-40B4-BE49-F238E27FC236}">
                  <a16:creationId xmlns:a16="http://schemas.microsoft.com/office/drawing/2014/main" id="{EC39183B-6A9D-DF5B-22EF-B010E4E14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6" name="Group 267">
              <a:extLst>
                <a:ext uri="{FF2B5EF4-FFF2-40B4-BE49-F238E27FC236}">
                  <a16:creationId xmlns:a16="http://schemas.microsoft.com/office/drawing/2014/main" id="{9226D48E-213D-24F5-8F3C-DBC1A65BC9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7" name="AutoShape 268">
                <a:extLst>
                  <a:ext uri="{FF2B5EF4-FFF2-40B4-BE49-F238E27FC236}">
                    <a16:creationId xmlns:a16="http://schemas.microsoft.com/office/drawing/2014/main" id="{7E47024A-29FA-B88C-0C27-14804E7ED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8" name="AutoShape 269">
                <a:extLst>
                  <a:ext uri="{FF2B5EF4-FFF2-40B4-BE49-F238E27FC236}">
                    <a16:creationId xmlns:a16="http://schemas.microsoft.com/office/drawing/2014/main" id="{64AA1288-5DF1-4023-3C21-C60B48CA7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07" name="Rectangle 270">
              <a:extLst>
                <a:ext uri="{FF2B5EF4-FFF2-40B4-BE49-F238E27FC236}">
                  <a16:creationId xmlns:a16="http://schemas.microsoft.com/office/drawing/2014/main" id="{84CD3069-6D7E-C55A-5567-6B7FFB2B8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08" name="Rectangle 271">
              <a:extLst>
                <a:ext uri="{FF2B5EF4-FFF2-40B4-BE49-F238E27FC236}">
                  <a16:creationId xmlns:a16="http://schemas.microsoft.com/office/drawing/2014/main" id="{2EA9C537-DC04-4BFD-EA60-223F58800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09" name="Group 272">
              <a:extLst>
                <a:ext uri="{FF2B5EF4-FFF2-40B4-BE49-F238E27FC236}">
                  <a16:creationId xmlns:a16="http://schemas.microsoft.com/office/drawing/2014/main" id="{6CAEBCD6-EC4C-8DCB-064D-8A6E8609C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5" name="AutoShape 273">
                <a:extLst>
                  <a:ext uri="{FF2B5EF4-FFF2-40B4-BE49-F238E27FC236}">
                    <a16:creationId xmlns:a16="http://schemas.microsoft.com/office/drawing/2014/main" id="{17001717-5FE6-D8D8-A48D-D9DAA86AC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6" name="AutoShape 274">
                <a:extLst>
                  <a:ext uri="{FF2B5EF4-FFF2-40B4-BE49-F238E27FC236}">
                    <a16:creationId xmlns:a16="http://schemas.microsoft.com/office/drawing/2014/main" id="{89D501BE-D733-40D2-5A81-81F82E19E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10" name="Freeform 275">
              <a:extLst>
                <a:ext uri="{FF2B5EF4-FFF2-40B4-BE49-F238E27FC236}">
                  <a16:creationId xmlns:a16="http://schemas.microsoft.com/office/drawing/2014/main" id="{B808D116-16F5-2335-47FC-4AFDD33E3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11" name="Group 276">
              <a:extLst>
                <a:ext uri="{FF2B5EF4-FFF2-40B4-BE49-F238E27FC236}">
                  <a16:creationId xmlns:a16="http://schemas.microsoft.com/office/drawing/2014/main" id="{2C7B16E8-0477-B18F-1F57-30B49D1AB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3" name="AutoShape 277">
                <a:extLst>
                  <a:ext uri="{FF2B5EF4-FFF2-40B4-BE49-F238E27FC236}">
                    <a16:creationId xmlns:a16="http://schemas.microsoft.com/office/drawing/2014/main" id="{6CE89F8B-76C2-9DD3-A41E-431E0E67B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4" name="AutoShape 278">
                <a:extLst>
                  <a:ext uri="{FF2B5EF4-FFF2-40B4-BE49-F238E27FC236}">
                    <a16:creationId xmlns:a16="http://schemas.microsoft.com/office/drawing/2014/main" id="{712B8AA0-F6FC-1902-275C-2315E7079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12" name="Rectangle 279">
              <a:extLst>
                <a:ext uri="{FF2B5EF4-FFF2-40B4-BE49-F238E27FC236}">
                  <a16:creationId xmlns:a16="http://schemas.microsoft.com/office/drawing/2014/main" id="{A94E6961-CC31-301E-0CB8-0EF1CAFD6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3" name="Freeform 280">
              <a:extLst>
                <a:ext uri="{FF2B5EF4-FFF2-40B4-BE49-F238E27FC236}">
                  <a16:creationId xmlns:a16="http://schemas.microsoft.com/office/drawing/2014/main" id="{ECBC11C6-D1EB-2DA3-7D6C-A0F1E39FD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4" name="Freeform 281">
              <a:extLst>
                <a:ext uri="{FF2B5EF4-FFF2-40B4-BE49-F238E27FC236}">
                  <a16:creationId xmlns:a16="http://schemas.microsoft.com/office/drawing/2014/main" id="{268ACEED-4D82-5FFF-2A21-DC6290232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5" name="Oval 282">
              <a:extLst>
                <a:ext uri="{FF2B5EF4-FFF2-40B4-BE49-F238E27FC236}">
                  <a16:creationId xmlns:a16="http://schemas.microsoft.com/office/drawing/2014/main" id="{4DC94183-AC83-0566-147B-EE6CE2A42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6" name="Freeform 283">
              <a:extLst>
                <a:ext uri="{FF2B5EF4-FFF2-40B4-BE49-F238E27FC236}">
                  <a16:creationId xmlns:a16="http://schemas.microsoft.com/office/drawing/2014/main" id="{EEA3408C-6809-D696-ED38-0B5D05024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7" name="AutoShape 284">
              <a:extLst>
                <a:ext uri="{FF2B5EF4-FFF2-40B4-BE49-F238E27FC236}">
                  <a16:creationId xmlns:a16="http://schemas.microsoft.com/office/drawing/2014/main" id="{224AEA7D-0605-D412-AD6A-F17092377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8" name="AutoShape 285">
              <a:extLst>
                <a:ext uri="{FF2B5EF4-FFF2-40B4-BE49-F238E27FC236}">
                  <a16:creationId xmlns:a16="http://schemas.microsoft.com/office/drawing/2014/main" id="{65BA153A-5B29-6884-24D7-1BBB85DD2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19" name="Oval 286">
              <a:extLst>
                <a:ext uri="{FF2B5EF4-FFF2-40B4-BE49-F238E27FC236}">
                  <a16:creationId xmlns:a16="http://schemas.microsoft.com/office/drawing/2014/main" id="{8C98AE38-8707-05D1-0BA5-9D8AE6A9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20" name="Oval 287">
              <a:extLst>
                <a:ext uri="{FF2B5EF4-FFF2-40B4-BE49-F238E27FC236}">
                  <a16:creationId xmlns:a16="http://schemas.microsoft.com/office/drawing/2014/main" id="{30AD209C-15F8-979A-FB34-0761F8793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1" name="Oval 288">
              <a:extLst>
                <a:ext uri="{FF2B5EF4-FFF2-40B4-BE49-F238E27FC236}">
                  <a16:creationId xmlns:a16="http://schemas.microsoft.com/office/drawing/2014/main" id="{D7D19BE1-4361-055C-69C2-BA4A25423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22" name="Rectangle 289">
              <a:extLst>
                <a:ext uri="{FF2B5EF4-FFF2-40B4-BE49-F238E27FC236}">
                  <a16:creationId xmlns:a16="http://schemas.microsoft.com/office/drawing/2014/main" id="{91EF6A97-2161-9CBB-1F7C-8BFD0F747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331" name="Rectangle 67">
            <a:extLst>
              <a:ext uri="{FF2B5EF4-FFF2-40B4-BE49-F238E27FC236}">
                <a16:creationId xmlns:a16="http://schemas.microsoft.com/office/drawing/2014/main" id="{6AF3D7EA-9209-A522-CF5A-B40B99599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914" y="3529114"/>
            <a:ext cx="2778652" cy="2431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</a:rPr>
              <a:t>Recursive query:</a:t>
            </a:r>
          </a:p>
          <a:p>
            <a:pPr marL="302419" indent="-216694" defTabSz="685800"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puts burden of name resolution on contacted name server</a:t>
            </a:r>
          </a:p>
          <a:p>
            <a:pPr marL="302419" indent="-216694" defTabSz="685800"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heavy load at upper levels of hierarchy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?</a:t>
            </a:r>
          </a:p>
        </p:txBody>
      </p:sp>
      <p:sp>
        <p:nvSpPr>
          <p:cNvPr id="332" name="Rectangle 67">
            <a:extLst>
              <a:ext uri="{FF2B5EF4-FFF2-40B4-BE49-F238E27FC236}">
                <a16:creationId xmlns:a16="http://schemas.microsoft.com/office/drawing/2014/main" id="{BB251AB1-618D-A522-F0F1-1A7906AE712B}"/>
              </a:ext>
            </a:extLst>
          </p:cNvPr>
          <p:cNvSpPr txBox="1">
            <a:spLocks noChangeArrowheads="1"/>
          </p:cNvSpPr>
          <p:nvPr/>
        </p:nvSpPr>
        <p:spPr>
          <a:xfrm>
            <a:off x="513151" y="2649125"/>
            <a:ext cx="4248150" cy="79584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0000A3"/>
                </a:solidFill>
                <a:latin typeface="Calibri" panose="020F0502020204030204"/>
                <a:ea typeface="ＭＳ Ｐゴシック" panose="020B0600070205080204" pitchFamily="34" charset="-128"/>
              </a:rPr>
              <a:t>Example: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host at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engineering.nyu.edu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wants IP address for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gaia.cs.umass.edu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437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0BF5E67-8A40-E341-9E37-B8E8621EC007}"/>
              </a:ext>
            </a:extLst>
          </p:cNvPr>
          <p:cNvSpPr txBox="1">
            <a:spLocks noChangeArrowheads="1"/>
          </p:cNvSpPr>
          <p:nvPr/>
        </p:nvSpPr>
        <p:spPr>
          <a:xfrm>
            <a:off x="1010841" y="2203848"/>
            <a:ext cx="7180660" cy="38576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DNS: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distributed database storing resource records </a:t>
            </a: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(RR)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D6B1A1B-BA17-3097-2298-582549DD4A39}"/>
              </a:ext>
            </a:extLst>
          </p:cNvPr>
          <p:cNvSpPr txBox="1">
            <a:spLocks noChangeArrowheads="1"/>
          </p:cNvSpPr>
          <p:nvPr/>
        </p:nvSpPr>
        <p:spPr>
          <a:xfrm>
            <a:off x="810401" y="4475731"/>
            <a:ext cx="3410971" cy="14287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6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type=NS</a:t>
            </a:r>
          </a:p>
          <a:p>
            <a:pPr marL="259556" lvl="1" indent="-216694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  <a:ea typeface="ＭＳ Ｐゴシック" panose="020B0600070205080204" pitchFamily="34" charset="-128"/>
              </a:rPr>
              <a:t>name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is domain (e.g., foo.com)</a:t>
            </a:r>
          </a:p>
          <a:p>
            <a:pPr marL="259556" lvl="1" indent="-216694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  <a:ea typeface="ＭＳ Ｐゴシック" panose="020B0600070205080204" pitchFamily="34" charset="-128"/>
              </a:rPr>
              <a:t>value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is hostname of authoritative name server for this domain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6DE70660-3307-57DD-1089-2CF12003D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298" y="2568228"/>
            <a:ext cx="47494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RR format: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</a:rPr>
              <a:t>name, value, type, ttl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)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88D580-4530-4558-6B01-CE6DEB599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38" y="3265886"/>
            <a:ext cx="2857500" cy="978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buClr>
                <a:srgbClr val="000099"/>
              </a:buClr>
              <a:buSzPct val="75000"/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</a:rPr>
              <a:t>type=A</a:t>
            </a:r>
          </a:p>
          <a:p>
            <a:pPr marL="302419" lvl="1" indent="-238125" defTabSz="685800"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</a:rPr>
              <a:t>name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 is hostname</a:t>
            </a:r>
          </a:p>
          <a:p>
            <a:pPr marL="302419" lvl="1" indent="-238125" defTabSz="685800"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</a:rPr>
              <a:t>value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 is IP address</a:t>
            </a:r>
          </a:p>
          <a:p>
            <a:pPr marL="257175" indent="-257175" defTabSz="685800">
              <a:buFont typeface="ZapfDingbats" charset="2"/>
              <a:buChar char="r"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087F29-2533-FF06-738E-435A2E5CB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788" y="3282554"/>
            <a:ext cx="4632212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</a:rPr>
              <a:t>type=CNAME</a:t>
            </a:r>
          </a:p>
          <a:p>
            <a:pPr marL="302419" lvl="1" indent="-238125" defTabSz="685800"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</a:rPr>
              <a:t>name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is alias name for some “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canonical” (the real) name</a:t>
            </a:r>
          </a:p>
          <a:p>
            <a:pPr marL="302419" lvl="1" indent="-238125" defTabSz="685800">
              <a:buClr>
                <a:srgbClr val="000099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www.ibm.com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is really </a:t>
            </a:r>
            <a:r>
              <a:rPr lang="en-US" altLang="en-US" sz="1500" dirty="0">
                <a:solidFill>
                  <a:prstClr val="black"/>
                </a:solidFill>
                <a:latin typeface="Calibri" panose="020F0502020204030204"/>
              </a:rPr>
              <a:t>servereast.backup2.ibm.com</a:t>
            </a:r>
          </a:p>
          <a:p>
            <a:pPr marL="302419" lvl="1" indent="-238125" defTabSz="685800"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</a:rPr>
              <a:t>value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is canonical name</a:t>
            </a:r>
          </a:p>
          <a:p>
            <a:pPr marL="257175" indent="-257175" defTabSz="685800">
              <a:buFont typeface="ZapfDingbats" charset="2"/>
              <a:buChar char="r"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828B5-4533-2F3B-2A02-8A47D61BE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788" y="4911329"/>
            <a:ext cx="3965900" cy="98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</a:rPr>
              <a:t>type=MX</a:t>
            </a:r>
          </a:p>
          <a:p>
            <a:pPr marL="557213" lvl="1" indent="-214313" defTabSz="685800"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</a:rPr>
              <a:t>value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 is name of SMTP mail server associated with </a:t>
            </a:r>
            <a:r>
              <a:rPr lang="en-US" altLang="en-US" sz="1800" dirty="0">
                <a:solidFill>
                  <a:prstClr val="black"/>
                </a:solidFill>
                <a:latin typeface="Courier" pitchFamily="2" charset="0"/>
              </a:rPr>
              <a:t>name</a:t>
            </a:r>
          </a:p>
          <a:p>
            <a:pPr marL="257175" indent="-257175" defTabSz="685800">
              <a:buFont typeface="ZapfDingbats" charset="2"/>
              <a:buChar char="r"/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C0FD90-91A2-3DDA-AA07-1331E01E125D}"/>
              </a:ext>
            </a:extLst>
          </p:cNvPr>
          <p:cNvSpPr/>
          <p:nvPr/>
        </p:nvSpPr>
        <p:spPr>
          <a:xfrm>
            <a:off x="1019175" y="2137173"/>
            <a:ext cx="7267575" cy="866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2348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 protocol messages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18AB09-1D03-E0B1-259E-9AECD2EFFA71}"/>
              </a:ext>
            </a:extLst>
          </p:cNvPr>
          <p:cNvGrpSpPr/>
          <p:nvPr/>
        </p:nvGrpSpPr>
        <p:grpSpPr>
          <a:xfrm>
            <a:off x="4811315" y="2620135"/>
            <a:ext cx="2753916" cy="3378992"/>
            <a:chOff x="6272212" y="1937767"/>
            <a:chExt cx="3671888" cy="450532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A32842-09B5-EC49-16D9-08F6A6B5B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890D063E-4B06-7B4B-9F5E-802CFFB7D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95F22731-7677-1794-0CBF-99B0072A01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6D9CD12F-101A-04C1-2652-49FF7CC99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1ED1752A-31C8-BFA6-9BDD-B5A8E28DE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4307A9D2-0D63-C2E4-B765-0416511BC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B3DA839F-C72D-DB3F-74E3-5528970DB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81C60D9D-1BA0-B22F-9DF8-D7066825F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D64C315C-B061-28E0-D764-4FEB09972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40"/>
              <a:ext cx="13811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identification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DED8E20F-E03B-AF4A-97AC-F5E55B05A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3" y="2410840"/>
              <a:ext cx="6779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flags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39BB1412-36FB-E0D9-7701-EDD01E684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40"/>
              <a:ext cx="12913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# questions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A8054A4D-27DD-16A2-0CCB-073B9B436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1" y="3879277"/>
              <a:ext cx="33603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questions (variable # of questions)</a:t>
              </a:r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5FB35B68-1C51-5564-3EAF-969B5C42A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7444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# additional RRs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F8BC5043-8CB2-F23D-552E-EB0E46BE8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40"/>
              <a:ext cx="16568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# authority RRs</a:t>
              </a: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1A8D2EF7-0E55-FBD8-D18E-5E42A793D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5307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# answer RRs</a:t>
              </a:r>
            </a:p>
          </p:txBody>
        </p:sp>
        <p:sp>
          <p:nvSpPr>
            <p:cNvPr id="28" name="Text Box 30">
              <a:extLst>
                <a:ext uri="{FF2B5EF4-FFF2-40B4-BE49-F238E27FC236}">
                  <a16:creationId xmlns:a16="http://schemas.microsoft.com/office/drawing/2014/main" id="{EECD9128-7E6F-17AD-ADD7-EEDF6B6A2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77041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answers (variable # of RRs)</a:t>
              </a:r>
            </a:p>
          </p:txBody>
        </p:sp>
        <p:sp>
          <p:nvSpPr>
            <p:cNvPr id="29" name="Text Box 31">
              <a:extLst>
                <a:ext uri="{FF2B5EF4-FFF2-40B4-BE49-F238E27FC236}">
                  <a16:creationId xmlns:a16="http://schemas.microsoft.com/office/drawing/2014/main" id="{84958B06-FD34-E453-7280-3451E8D97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9392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authority (variable # of RRs)</a:t>
              </a:r>
            </a:p>
          </p:txBody>
        </p:sp>
        <p:sp>
          <p:nvSpPr>
            <p:cNvPr id="30" name="Text Box 32">
              <a:extLst>
                <a:ext uri="{FF2B5EF4-FFF2-40B4-BE49-F238E27FC236}">
                  <a16:creationId xmlns:a16="http://schemas.microsoft.com/office/drawing/2014/main" id="{EE9426F2-C60E-C7D2-3F95-26AA0EE1D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2684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additional info (variable # of RRs)</a:t>
              </a:r>
            </a:p>
          </p:txBody>
        </p:sp>
        <p:grpSp>
          <p:nvGrpSpPr>
            <p:cNvPr id="31" name="Group 60">
              <a:extLst>
                <a:ext uri="{FF2B5EF4-FFF2-40B4-BE49-F238E27FC236}">
                  <a16:creationId xmlns:a16="http://schemas.microsoft.com/office/drawing/2014/main" id="{56DED33C-A4EA-AC66-95F4-8FDC0500E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7"/>
              <a:ext cx="1747837" cy="307976"/>
              <a:chOff x="2691" y="1194"/>
              <a:chExt cx="1101" cy="194"/>
            </a:xfrm>
          </p:grpSpPr>
          <p:sp>
            <p:nvSpPr>
              <p:cNvPr id="36" name="Text Box 57">
                <a:extLst>
                  <a:ext uri="{FF2B5EF4-FFF2-40B4-BE49-F238E27FC236}">
                    <a16:creationId xmlns:a16="http://schemas.microsoft.com/office/drawing/2014/main" id="{75874AE2-C591-AFF5-2D69-5B08129AE9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257175" indent="-257175" defTabSz="685800">
                  <a:defRPr/>
                </a:pPr>
                <a:r>
                  <a:rPr lang="en-US" altLang="en-US" sz="900" dirty="0">
                    <a:solidFill>
                      <a:prstClr val="black"/>
                    </a:solidFill>
                  </a:rPr>
                  <a:t>2 bytes</a:t>
                </a:r>
              </a:p>
            </p:txBody>
          </p:sp>
          <p:sp>
            <p:nvSpPr>
              <p:cNvPr id="37" name="Line 58">
                <a:extLst>
                  <a:ext uri="{FF2B5EF4-FFF2-40B4-BE49-F238E27FC236}">
                    <a16:creationId xmlns:a16="http://schemas.microsoft.com/office/drawing/2014/main" id="{97BFF469-9F04-0AB7-C22A-B4898D25B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8" name="Line 59">
                <a:extLst>
                  <a:ext uri="{FF2B5EF4-FFF2-40B4-BE49-F238E27FC236}">
                    <a16:creationId xmlns:a16="http://schemas.microsoft.com/office/drawing/2014/main" id="{C24DD745-2377-FB92-8A5B-5C626C5C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32" name="Group 61">
              <a:extLst>
                <a:ext uri="{FF2B5EF4-FFF2-40B4-BE49-F238E27FC236}">
                  <a16:creationId xmlns:a16="http://schemas.microsoft.com/office/drawing/2014/main" id="{7F8A3C24-DE06-57AD-ECB1-2969289E6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7"/>
              <a:ext cx="1747837" cy="307976"/>
              <a:chOff x="2691" y="1194"/>
              <a:chExt cx="1101" cy="194"/>
            </a:xfrm>
          </p:grpSpPr>
          <p:sp>
            <p:nvSpPr>
              <p:cNvPr id="33" name="Text Box 62">
                <a:extLst>
                  <a:ext uri="{FF2B5EF4-FFF2-40B4-BE49-F238E27FC236}">
                    <a16:creationId xmlns:a16="http://schemas.microsoft.com/office/drawing/2014/main" id="{8D2EB5A2-1CB0-0937-D752-8001AB7EB0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257175" indent="-257175" defTabSz="685800">
                  <a:defRPr/>
                </a:pPr>
                <a:r>
                  <a:rPr lang="en-US" altLang="en-US" sz="900" dirty="0">
                    <a:solidFill>
                      <a:prstClr val="black"/>
                    </a:solidFill>
                  </a:rPr>
                  <a:t>2 bytes</a:t>
                </a:r>
              </a:p>
            </p:txBody>
          </p:sp>
          <p:sp>
            <p:nvSpPr>
              <p:cNvPr id="34" name="Line 63">
                <a:extLst>
                  <a:ext uri="{FF2B5EF4-FFF2-40B4-BE49-F238E27FC236}">
                    <a16:creationId xmlns:a16="http://schemas.microsoft.com/office/drawing/2014/main" id="{2EEDDB96-64C5-87F2-05C8-DBC90ADAA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5" name="Line 64">
                <a:extLst>
                  <a:ext uri="{FF2B5EF4-FFF2-40B4-BE49-F238E27FC236}">
                    <a16:creationId xmlns:a16="http://schemas.microsoft.com/office/drawing/2014/main" id="{59D23F7D-C1FF-6FE6-3068-8F481C6CD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39" name="Rectangle 3">
            <a:extLst>
              <a:ext uri="{FF2B5EF4-FFF2-40B4-BE49-F238E27FC236}">
                <a16:creationId xmlns:a16="http://schemas.microsoft.com/office/drawing/2014/main" id="{3D7F5002-746D-7531-2BAD-944C79518060}"/>
              </a:ext>
            </a:extLst>
          </p:cNvPr>
          <p:cNvSpPr txBox="1">
            <a:spLocks noChangeArrowheads="1"/>
          </p:cNvSpPr>
          <p:nvPr/>
        </p:nvSpPr>
        <p:spPr>
          <a:xfrm>
            <a:off x="626949" y="2210478"/>
            <a:ext cx="7795022" cy="38576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DNS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query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and 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reply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messages, both have same  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format:</a:t>
            </a:r>
            <a:endParaRPr lang="en-US" altLang="en-US" sz="2400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74E21458-4ACC-CF86-A01C-FB7839AC1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071" y="2963034"/>
            <a:ext cx="3516086" cy="2878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message header:</a:t>
            </a:r>
          </a:p>
          <a:p>
            <a:pPr marL="170260" indent="-170260" defTabSz="685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99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identification: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 16 bit # for query, reply to query uses same #</a:t>
            </a:r>
          </a:p>
          <a:p>
            <a:pPr marL="170260" indent="-170260" defTabSz="685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dirty="0">
                <a:solidFill>
                  <a:srgbClr val="000099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flags:</a:t>
            </a:r>
          </a:p>
          <a:p>
            <a:pPr marL="345281" lvl="1" indent="-172641" defTabSz="685800"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query or reply</a:t>
            </a:r>
          </a:p>
          <a:p>
            <a:pPr marL="345281" lvl="1" indent="-172641" defTabSz="685800"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recursion desired </a:t>
            </a:r>
          </a:p>
          <a:p>
            <a:pPr marL="345281" lvl="1" indent="-172641" defTabSz="685800"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recursion available</a:t>
            </a:r>
          </a:p>
          <a:p>
            <a:pPr marL="345281" lvl="1" indent="-172641" defTabSz="685800">
              <a:buClr>
                <a:srgbClr val="000099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  <a:ea typeface="ＭＳ Ｐゴシック" charset="0"/>
                <a:cs typeface="ＭＳ Ｐゴシック" charset="0"/>
              </a:rPr>
              <a:t>reply is authoritative</a:t>
            </a:r>
          </a:p>
        </p:txBody>
      </p:sp>
      <p:sp>
        <p:nvSpPr>
          <p:cNvPr id="41" name="Line 34">
            <a:extLst>
              <a:ext uri="{FF2B5EF4-FFF2-40B4-BE49-F238E27FC236}">
                <a16:creationId xmlns:a16="http://schemas.microsoft.com/office/drawing/2014/main" id="{31979E56-2913-96F6-93C8-49BADAAA0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0160" y="3124958"/>
            <a:ext cx="2177141" cy="221456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Line 35">
            <a:extLst>
              <a:ext uri="{FF2B5EF4-FFF2-40B4-BE49-F238E27FC236}">
                <a16:creationId xmlns:a16="http://schemas.microsoft.com/office/drawing/2014/main" id="{9B8A6E9D-FF1D-A340-E1C8-20EB449D94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71663" y="3109480"/>
            <a:ext cx="4787503" cy="906066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73080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 protocol messages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3D7F5002-746D-7531-2BAD-944C79518060}"/>
              </a:ext>
            </a:extLst>
          </p:cNvPr>
          <p:cNvSpPr txBox="1">
            <a:spLocks noChangeArrowheads="1"/>
          </p:cNvSpPr>
          <p:nvPr/>
        </p:nvSpPr>
        <p:spPr>
          <a:xfrm>
            <a:off x="626949" y="2210478"/>
            <a:ext cx="7795022" cy="38576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631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DNS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query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and 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reply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messages, both have same  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format:</a:t>
            </a:r>
            <a:endParaRPr lang="en-US" altLang="en-US" sz="2400" dirty="0">
              <a:solidFill>
                <a:srgbClr val="CC0000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4E9080-1F37-4CD1-D51B-BF8899F52858}"/>
              </a:ext>
            </a:extLst>
          </p:cNvPr>
          <p:cNvGrpSpPr/>
          <p:nvPr/>
        </p:nvGrpSpPr>
        <p:grpSpPr>
          <a:xfrm>
            <a:off x="4811315" y="2620135"/>
            <a:ext cx="2753916" cy="3378992"/>
            <a:chOff x="6272212" y="1937767"/>
            <a:chExt cx="3671888" cy="4505323"/>
          </a:xfrm>
        </p:grpSpPr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3AF134D7-094C-75B7-A1BE-16BCF1169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</a:endParaRPr>
            </a:p>
          </p:txBody>
        </p:sp>
        <p:sp>
          <p:nvSpPr>
            <p:cNvPr id="8" name="Line 13">
              <a:extLst>
                <a:ext uri="{FF2B5EF4-FFF2-40B4-BE49-F238E27FC236}">
                  <a16:creationId xmlns:a16="http://schemas.microsoft.com/office/drawing/2014/main" id="{AB54E193-17DB-926B-5CE3-CB62E0D0E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Line 14">
              <a:extLst>
                <a:ext uri="{FF2B5EF4-FFF2-40B4-BE49-F238E27FC236}">
                  <a16:creationId xmlns:a16="http://schemas.microsoft.com/office/drawing/2014/main" id="{E8FA2A78-6216-0242-4B76-E0FE88F47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" name="Line 15">
              <a:extLst>
                <a:ext uri="{FF2B5EF4-FFF2-40B4-BE49-F238E27FC236}">
                  <a16:creationId xmlns:a16="http://schemas.microsoft.com/office/drawing/2014/main" id="{01F05B6C-7449-4239-722E-6749BC9A3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67B44100-81B2-2121-5EDF-974A70D9D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C2CDA00F-4946-F892-227A-501531474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3" name="Line 18">
              <a:extLst>
                <a:ext uri="{FF2B5EF4-FFF2-40B4-BE49-F238E27FC236}">
                  <a16:creationId xmlns:a16="http://schemas.microsoft.com/office/drawing/2014/main" id="{17D8B304-4AFD-A72D-541A-213916A1C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" name="Line 19">
              <a:extLst>
                <a:ext uri="{FF2B5EF4-FFF2-40B4-BE49-F238E27FC236}">
                  <a16:creationId xmlns:a16="http://schemas.microsoft.com/office/drawing/2014/main" id="{CBA06126-CA43-50F2-6C3E-F797388DC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5" name="Text Box 20">
              <a:extLst>
                <a:ext uri="{FF2B5EF4-FFF2-40B4-BE49-F238E27FC236}">
                  <a16:creationId xmlns:a16="http://schemas.microsoft.com/office/drawing/2014/main" id="{F8354F4E-914F-7BC5-EA05-F557D6CB4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40"/>
              <a:ext cx="13811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identification</a:t>
              </a:r>
            </a:p>
          </p:txBody>
        </p:sp>
        <p:sp>
          <p:nvSpPr>
            <p:cNvPr id="46" name="Text Box 21">
              <a:extLst>
                <a:ext uri="{FF2B5EF4-FFF2-40B4-BE49-F238E27FC236}">
                  <a16:creationId xmlns:a16="http://schemas.microsoft.com/office/drawing/2014/main" id="{CFB01614-0D6B-533F-3CDA-9C2AB9BD8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3" y="2410840"/>
              <a:ext cx="6779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flags</a:t>
              </a:r>
            </a:p>
          </p:txBody>
        </p:sp>
        <p:sp>
          <p:nvSpPr>
            <p:cNvPr id="47" name="Text Box 22">
              <a:extLst>
                <a:ext uri="{FF2B5EF4-FFF2-40B4-BE49-F238E27FC236}">
                  <a16:creationId xmlns:a16="http://schemas.microsoft.com/office/drawing/2014/main" id="{2D1AB890-2EAA-3D2A-40DA-51C3163C6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40"/>
              <a:ext cx="12913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# questions</a:t>
              </a:r>
            </a:p>
          </p:txBody>
        </p:sp>
        <p:sp>
          <p:nvSpPr>
            <p:cNvPr id="48" name="Text Box 23">
              <a:extLst>
                <a:ext uri="{FF2B5EF4-FFF2-40B4-BE49-F238E27FC236}">
                  <a16:creationId xmlns:a16="http://schemas.microsoft.com/office/drawing/2014/main" id="{06BC859D-C5EC-65D7-885B-2A9B1FCC0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1" y="3879277"/>
              <a:ext cx="33603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questions (variable # of questions)</a:t>
              </a:r>
            </a:p>
          </p:txBody>
        </p:sp>
        <p:sp>
          <p:nvSpPr>
            <p:cNvPr id="49" name="Text Box 26">
              <a:extLst>
                <a:ext uri="{FF2B5EF4-FFF2-40B4-BE49-F238E27FC236}">
                  <a16:creationId xmlns:a16="http://schemas.microsoft.com/office/drawing/2014/main" id="{CDA9A596-35A0-EEEB-6A7E-FF99576D8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7444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# additional RRs</a:t>
              </a:r>
            </a:p>
          </p:txBody>
        </p:sp>
        <p:sp>
          <p:nvSpPr>
            <p:cNvPr id="50" name="Text Box 27">
              <a:extLst>
                <a:ext uri="{FF2B5EF4-FFF2-40B4-BE49-F238E27FC236}">
                  <a16:creationId xmlns:a16="http://schemas.microsoft.com/office/drawing/2014/main" id="{798D8374-0C8F-044C-D1B4-A69A08B62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40"/>
              <a:ext cx="16568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# authority RRs</a:t>
              </a:r>
            </a:p>
          </p:txBody>
        </p:sp>
        <p:sp>
          <p:nvSpPr>
            <p:cNvPr id="51" name="Text Box 28">
              <a:extLst>
                <a:ext uri="{FF2B5EF4-FFF2-40B4-BE49-F238E27FC236}">
                  <a16:creationId xmlns:a16="http://schemas.microsoft.com/office/drawing/2014/main" id="{6781B901-D811-3891-7788-C54FBBAC6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5307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# answer RRs</a:t>
              </a:r>
            </a:p>
          </p:txBody>
        </p:sp>
        <p:sp>
          <p:nvSpPr>
            <p:cNvPr id="52" name="Text Box 30">
              <a:extLst>
                <a:ext uri="{FF2B5EF4-FFF2-40B4-BE49-F238E27FC236}">
                  <a16:creationId xmlns:a16="http://schemas.microsoft.com/office/drawing/2014/main" id="{F9143ECC-1058-37FD-F005-9787D2615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77041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answers (variable # of RRs)</a:t>
              </a:r>
            </a:p>
          </p:txBody>
        </p:sp>
        <p:sp>
          <p:nvSpPr>
            <p:cNvPr id="53" name="Text Box 31">
              <a:extLst>
                <a:ext uri="{FF2B5EF4-FFF2-40B4-BE49-F238E27FC236}">
                  <a16:creationId xmlns:a16="http://schemas.microsoft.com/office/drawing/2014/main" id="{069AF62B-A0B0-62E4-67E4-1DF9244A3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9392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authority (variable # of RRs)</a:t>
              </a:r>
            </a:p>
          </p:txBody>
        </p:sp>
        <p:sp>
          <p:nvSpPr>
            <p:cNvPr id="54" name="Text Box 32">
              <a:extLst>
                <a:ext uri="{FF2B5EF4-FFF2-40B4-BE49-F238E27FC236}">
                  <a16:creationId xmlns:a16="http://schemas.microsoft.com/office/drawing/2014/main" id="{28F700DC-5521-F83B-52A8-E3D6F4F6B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2684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1200" dirty="0">
                  <a:solidFill>
                    <a:prstClr val="black"/>
                  </a:solidFill>
                </a:rPr>
                <a:t>additional info (variable # of RRs)</a:t>
              </a:r>
            </a:p>
          </p:txBody>
        </p:sp>
        <p:grpSp>
          <p:nvGrpSpPr>
            <p:cNvPr id="55" name="Group 60">
              <a:extLst>
                <a:ext uri="{FF2B5EF4-FFF2-40B4-BE49-F238E27FC236}">
                  <a16:creationId xmlns:a16="http://schemas.microsoft.com/office/drawing/2014/main" id="{1BE4A7A3-CBB0-FD1B-3CF0-52D1F9A60E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7"/>
              <a:ext cx="1747837" cy="307976"/>
              <a:chOff x="2691" y="1194"/>
              <a:chExt cx="1101" cy="194"/>
            </a:xfrm>
          </p:grpSpPr>
          <p:sp>
            <p:nvSpPr>
              <p:cNvPr id="60" name="Text Box 57">
                <a:extLst>
                  <a:ext uri="{FF2B5EF4-FFF2-40B4-BE49-F238E27FC236}">
                    <a16:creationId xmlns:a16="http://schemas.microsoft.com/office/drawing/2014/main" id="{C51D4939-B66F-552D-D8E7-55C4A72ED1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257175" indent="-257175" defTabSz="685800">
                  <a:defRPr/>
                </a:pPr>
                <a:r>
                  <a:rPr lang="en-US" altLang="en-US" sz="900" dirty="0">
                    <a:solidFill>
                      <a:prstClr val="black"/>
                    </a:solidFill>
                  </a:rPr>
                  <a:t>2 bytes</a:t>
                </a:r>
              </a:p>
            </p:txBody>
          </p:sp>
          <p:sp>
            <p:nvSpPr>
              <p:cNvPr id="61" name="Line 58">
                <a:extLst>
                  <a:ext uri="{FF2B5EF4-FFF2-40B4-BE49-F238E27FC236}">
                    <a16:creationId xmlns:a16="http://schemas.microsoft.com/office/drawing/2014/main" id="{2D7E8DA1-8B52-3D40-9AE0-BF47C290E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Line 59">
                <a:extLst>
                  <a:ext uri="{FF2B5EF4-FFF2-40B4-BE49-F238E27FC236}">
                    <a16:creationId xmlns:a16="http://schemas.microsoft.com/office/drawing/2014/main" id="{5368C135-5835-5D52-392D-A33B7D867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56" name="Group 61">
              <a:extLst>
                <a:ext uri="{FF2B5EF4-FFF2-40B4-BE49-F238E27FC236}">
                  <a16:creationId xmlns:a16="http://schemas.microsoft.com/office/drawing/2014/main" id="{417DFAA1-F474-6721-CE42-210291F433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7"/>
              <a:ext cx="1747837" cy="307976"/>
              <a:chOff x="2691" y="1194"/>
              <a:chExt cx="1101" cy="194"/>
            </a:xfrm>
          </p:grpSpPr>
          <p:sp>
            <p:nvSpPr>
              <p:cNvPr id="57" name="Text Box 62">
                <a:extLst>
                  <a:ext uri="{FF2B5EF4-FFF2-40B4-BE49-F238E27FC236}">
                    <a16:creationId xmlns:a16="http://schemas.microsoft.com/office/drawing/2014/main" id="{94F49566-3E00-942F-C210-4C5B52BF2A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6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257175" indent="-257175" defTabSz="685800">
                  <a:defRPr/>
                </a:pPr>
                <a:r>
                  <a:rPr lang="en-US" altLang="en-US" sz="900" dirty="0">
                    <a:solidFill>
                      <a:prstClr val="black"/>
                    </a:solidFill>
                  </a:rPr>
                  <a:t>2 bytes</a:t>
                </a:r>
              </a:p>
            </p:txBody>
          </p:sp>
          <p:sp>
            <p:nvSpPr>
              <p:cNvPr id="58" name="Line 63">
                <a:extLst>
                  <a:ext uri="{FF2B5EF4-FFF2-40B4-BE49-F238E27FC236}">
                    <a16:creationId xmlns:a16="http://schemas.microsoft.com/office/drawing/2014/main" id="{D9F5C986-15D1-C3E0-7BFB-E87C9AD36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Line 64">
                <a:extLst>
                  <a:ext uri="{FF2B5EF4-FFF2-40B4-BE49-F238E27FC236}">
                    <a16:creationId xmlns:a16="http://schemas.microsoft.com/office/drawing/2014/main" id="{F9399691-66A6-1C1A-5CB4-13EF079C4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64" name="Text Box 4">
            <a:extLst>
              <a:ext uri="{FF2B5EF4-FFF2-40B4-BE49-F238E27FC236}">
                <a16:creationId xmlns:a16="http://schemas.microsoft.com/office/drawing/2014/main" id="{137A2240-1147-8CA0-923E-63DC397CA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02" y="4067138"/>
            <a:ext cx="2977754" cy="329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name, type fields for a query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Box 5">
            <a:extLst>
              <a:ext uri="{FF2B5EF4-FFF2-40B4-BE49-F238E27FC236}">
                <a16:creationId xmlns:a16="http://schemas.microsoft.com/office/drawing/2014/main" id="{031F2CD6-4A65-8FFA-C769-949900D55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759" y="4608872"/>
            <a:ext cx="3002378" cy="329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RRs in response to query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Box 6">
            <a:extLst>
              <a:ext uri="{FF2B5EF4-FFF2-40B4-BE49-F238E27FC236}">
                <a16:creationId xmlns:a16="http://schemas.microsoft.com/office/drawing/2014/main" id="{677656E6-BE30-C68B-7F59-8B753026A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43" y="5109105"/>
            <a:ext cx="3600961" cy="329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records for authoritative servers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Box 7">
            <a:extLst>
              <a:ext uri="{FF2B5EF4-FFF2-40B4-BE49-F238E27FC236}">
                <a16:creationId xmlns:a16="http://schemas.microsoft.com/office/drawing/2014/main" id="{A3365F34-327F-C8C1-6AC7-7572ADB9C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685" y="5498078"/>
            <a:ext cx="3460807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additional “ 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helpful”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info that may be used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Line 37">
            <a:extLst>
              <a:ext uri="{FF2B5EF4-FFF2-40B4-BE49-F238E27FC236}">
                <a16:creationId xmlns:a16="http://schemas.microsoft.com/office/drawing/2014/main" id="{D9D646A1-5D6E-5E56-FCE3-E6A9B7BFBB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0012" y="5761838"/>
            <a:ext cx="10287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Line 38">
            <a:extLst>
              <a:ext uri="{FF2B5EF4-FFF2-40B4-BE49-F238E27FC236}">
                <a16:creationId xmlns:a16="http://schemas.microsoft.com/office/drawing/2014/main" id="{119B031B-D1ED-5B68-253B-70911ECA71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5966" y="5267728"/>
            <a:ext cx="10287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Line 39">
            <a:extLst>
              <a:ext uri="{FF2B5EF4-FFF2-40B4-BE49-F238E27FC236}">
                <a16:creationId xmlns:a16="http://schemas.microsoft.com/office/drawing/2014/main" id="{6DE46844-BF82-1460-5C46-6C2A151D84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1919" y="4773619"/>
            <a:ext cx="10287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Line 40">
            <a:extLst>
              <a:ext uri="{FF2B5EF4-FFF2-40B4-BE49-F238E27FC236}">
                <a16:creationId xmlns:a16="http://schemas.microsoft.com/office/drawing/2014/main" id="{168025AB-03B7-CB2F-71DC-0F2F2C70E1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1203" y="4229503"/>
            <a:ext cx="10287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71163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DNS: Domain Name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DNS protocol message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1E273F-1F62-ED09-82AB-827227E09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26" y="2118361"/>
            <a:ext cx="6064050" cy="3886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36BBD2-ADF9-68C4-39E2-6B831EDD2A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95"/>
          <a:stretch/>
        </p:blipFill>
        <p:spPr>
          <a:xfrm>
            <a:off x="1396433" y="4868058"/>
            <a:ext cx="1616586" cy="179927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3F8984-F6B2-36D6-FA3D-D18046D1E12F}"/>
              </a:ext>
            </a:extLst>
          </p:cNvPr>
          <p:cNvCxnSpPr>
            <a:cxnSpLocks/>
          </p:cNvCxnSpPr>
          <p:nvPr/>
        </p:nvCxnSpPr>
        <p:spPr>
          <a:xfrm rot="10800000" flipH="1">
            <a:off x="2562225" y="4143375"/>
            <a:ext cx="450794" cy="6572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600829-ECB8-73E5-874F-35B75BED674A}"/>
              </a:ext>
            </a:extLst>
          </p:cNvPr>
          <p:cNvCxnSpPr>
            <a:cxnSpLocks/>
          </p:cNvCxnSpPr>
          <p:nvPr/>
        </p:nvCxnSpPr>
        <p:spPr>
          <a:xfrm flipV="1">
            <a:off x="3013019" y="4868059"/>
            <a:ext cx="1558981" cy="313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368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Domain Name System DNS</a:t>
            </a:r>
          </a:p>
          <a:p>
            <a:pPr lvl="1"/>
            <a:r>
              <a:rPr lang="en-US" altLang="zh-CN" dirty="0"/>
              <a:t>DNS Organization/Structure</a:t>
            </a:r>
          </a:p>
          <a:p>
            <a:pPr lvl="1"/>
            <a:r>
              <a:rPr lang="en-US" altLang="zh-CN" dirty="0"/>
              <a:t>DNS Protocol </a:t>
            </a:r>
          </a:p>
          <a:p>
            <a:r>
              <a:rPr lang="en-US" altLang="zh-CN" dirty="0"/>
              <a:t>BitTorrent</a:t>
            </a:r>
          </a:p>
          <a:p>
            <a:pPr lvl="1"/>
            <a:r>
              <a:rPr lang="en-US" altLang="zh-CN" dirty="0"/>
              <a:t>BitTorrent Organization/Structure</a:t>
            </a:r>
          </a:p>
          <a:p>
            <a:pPr lvl="1"/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BitTorrent Protocol (not required)*</a:t>
            </a:r>
          </a:p>
          <a:p>
            <a:r>
              <a:rPr lang="en-US" altLang="zh-CN" dirty="0"/>
              <a:t>Client-Server vs P2P</a:t>
            </a:r>
          </a:p>
          <a:p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Security (discussion)*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892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BitTorrent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0B99-7370-513A-A651-A8E01F2F2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906119"/>
          </a:xfrm>
        </p:spPr>
        <p:txBody>
          <a:bodyPr/>
          <a:lstStyle/>
          <a:p>
            <a:r>
              <a:rPr lang="en-US" dirty="0"/>
              <a:t>P2P file distribution: BitTorrent </a:t>
            </a: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9F70DCCB-36C3-394B-AA08-EB0F698CB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38" y="2085635"/>
            <a:ext cx="5343525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file divided into 256Kb chunks</a:t>
            </a:r>
          </a:p>
          <a:p>
            <a:pPr marL="257175" indent="-257175" defTabSz="685800"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peers in torrent send/receive file chunks</a:t>
            </a:r>
            <a:endParaRPr lang="en-US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id="{5650BC65-B000-EC4F-B4E6-547C48D65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072" y="2919617"/>
            <a:ext cx="2315186" cy="60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</a:rPr>
              <a:t>tracker: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tracks peers 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participating in torrent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2814A19F-08C5-434B-8DB2-D4053753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015" y="2929788"/>
            <a:ext cx="3033542" cy="60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</a:rPr>
              <a:t>torrent: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group of peers exchanging  chunks of a file</a:t>
            </a:r>
          </a:p>
        </p:txBody>
      </p:sp>
      <p:sp>
        <p:nvSpPr>
          <p:cNvPr id="11" name="Line 21">
            <a:extLst>
              <a:ext uri="{FF2B5EF4-FFF2-40B4-BE49-F238E27FC236}">
                <a16:creationId xmlns:a16="http://schemas.microsoft.com/office/drawing/2014/main" id="{91218428-BF18-064C-AC6D-09C6F280B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1784" y="3964442"/>
            <a:ext cx="1190" cy="402431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Line 25">
            <a:extLst>
              <a:ext uri="{FF2B5EF4-FFF2-40B4-BE49-F238E27FC236}">
                <a16:creationId xmlns:a16="http://schemas.microsoft.com/office/drawing/2014/main" id="{83D9B80D-0209-4147-9E8B-F917A5CAC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1434" y="3760845"/>
            <a:ext cx="1913334" cy="1057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Line 26">
            <a:extLst>
              <a:ext uri="{FF2B5EF4-FFF2-40B4-BE49-F238E27FC236}">
                <a16:creationId xmlns:a16="http://schemas.microsoft.com/office/drawing/2014/main" id="{F9471077-2BA5-5449-84C5-497550D1A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9034" y="3873954"/>
            <a:ext cx="185738" cy="136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10E079A5-4F27-9043-ABC7-F13963D847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98949" y="3694170"/>
            <a:ext cx="876300" cy="2297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Line 28">
            <a:extLst>
              <a:ext uri="{FF2B5EF4-FFF2-40B4-BE49-F238E27FC236}">
                <a16:creationId xmlns:a16="http://schemas.microsoft.com/office/drawing/2014/main" id="{5691CE8D-190A-8F4F-81D8-DA20F9A025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6968" y="4096601"/>
            <a:ext cx="1529954" cy="1490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0B716A5B-3226-9240-889D-C421A6779B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2453" y="5570595"/>
            <a:ext cx="554831" cy="1226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Line 30">
            <a:extLst>
              <a:ext uri="{FF2B5EF4-FFF2-40B4-BE49-F238E27FC236}">
                <a16:creationId xmlns:a16="http://schemas.microsoft.com/office/drawing/2014/main" id="{CB541843-3E52-6849-8C3D-ACA1E8B0A9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1693" y="3842997"/>
            <a:ext cx="675085" cy="1257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Line 31">
            <a:extLst>
              <a:ext uri="{FF2B5EF4-FFF2-40B4-BE49-F238E27FC236}">
                <a16:creationId xmlns:a16="http://schemas.microsoft.com/office/drawing/2014/main" id="{52216A70-C583-4540-BB2D-CF1771FB2A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5518" y="4882413"/>
            <a:ext cx="1590675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Line 32">
            <a:extLst>
              <a:ext uri="{FF2B5EF4-FFF2-40B4-BE49-F238E27FC236}">
                <a16:creationId xmlns:a16="http://schemas.microsoft.com/office/drawing/2014/main" id="{F807AF1E-A5B9-A540-A172-58D4029FD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5612" y="3801326"/>
            <a:ext cx="887016" cy="957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Line 33">
            <a:extLst>
              <a:ext uri="{FF2B5EF4-FFF2-40B4-BE49-F238E27FC236}">
                <a16:creationId xmlns:a16="http://schemas.microsoft.com/office/drawing/2014/main" id="{57AE3ACE-B172-774D-A007-D1E10D334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7797" y="5587264"/>
            <a:ext cx="282178" cy="1631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Line 34">
            <a:extLst>
              <a:ext uri="{FF2B5EF4-FFF2-40B4-BE49-F238E27FC236}">
                <a16:creationId xmlns:a16="http://schemas.microsoft.com/office/drawing/2014/main" id="{AD1B36D1-84DC-F74A-AFE8-CA1FD75FB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1977" y="5808720"/>
            <a:ext cx="1117997" cy="1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Box 35">
            <a:extLst>
              <a:ext uri="{FF2B5EF4-FFF2-40B4-BE49-F238E27FC236}">
                <a16:creationId xmlns:a16="http://schemas.microsoft.com/office/drawing/2014/main" id="{4EFE36E1-3543-7248-A7C0-2AC7D4F78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5428" y="4715726"/>
            <a:ext cx="123617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</a:pPr>
            <a:r>
              <a:rPr lang="en-US" altLang="en-US" sz="1350" dirty="0">
                <a:solidFill>
                  <a:prstClr val="black"/>
                </a:solidFill>
                <a:latin typeface="Calibri" panose="020F0502020204030204"/>
              </a:rPr>
              <a:t>Alice arrives  …</a:t>
            </a:r>
          </a:p>
        </p:txBody>
      </p:sp>
      <p:sp>
        <p:nvSpPr>
          <p:cNvPr id="23" name="Line 38">
            <a:extLst>
              <a:ext uri="{FF2B5EF4-FFF2-40B4-BE49-F238E27FC236}">
                <a16:creationId xmlns:a16="http://schemas.microsoft.com/office/drawing/2014/main" id="{E123A252-D37E-4649-B66C-7F9C1DB6CC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10943" y="5013382"/>
            <a:ext cx="197644" cy="704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4" name="Picture 39" descr="Alice">
            <a:extLst>
              <a:ext uri="{FF2B5EF4-FFF2-40B4-BE49-F238E27FC236}">
                <a16:creationId xmlns:a16="http://schemas.microsoft.com/office/drawing/2014/main" id="{6F308F82-9362-FC4F-921E-2715C3D3E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202" y="4353776"/>
            <a:ext cx="355997" cy="383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Line 42">
            <a:extLst>
              <a:ext uri="{FF2B5EF4-FFF2-40B4-BE49-F238E27FC236}">
                <a16:creationId xmlns:a16="http://schemas.microsoft.com/office/drawing/2014/main" id="{3C11B289-FD57-9D4E-9E24-3A266C61D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3615" y="3482238"/>
            <a:ext cx="357188" cy="19407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Box 35">
            <a:extLst>
              <a:ext uri="{FF2B5EF4-FFF2-40B4-BE49-F238E27FC236}">
                <a16:creationId xmlns:a16="http://schemas.microsoft.com/office/drawing/2014/main" id="{927C2D32-6615-3F4A-95AB-84426525C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143" y="4910989"/>
            <a:ext cx="166699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</a:pPr>
            <a:r>
              <a:rPr lang="en-US" altLang="en-US" sz="1350" dirty="0">
                <a:solidFill>
                  <a:prstClr val="black"/>
                </a:solidFill>
                <a:latin typeface="Calibri" panose="020F0502020204030204"/>
              </a:rPr>
              <a:t>… obtains list</a:t>
            </a:r>
          </a:p>
          <a:p>
            <a:pPr defTabSz="685800">
              <a:spcBef>
                <a:spcPct val="0"/>
              </a:spcBef>
            </a:pPr>
            <a:r>
              <a:rPr lang="en-US" altLang="en-US" sz="1350" dirty="0">
                <a:solidFill>
                  <a:prstClr val="black"/>
                </a:solidFill>
                <a:latin typeface="Calibri" panose="020F0502020204030204"/>
              </a:rPr>
              <a:t>of peers from tracker</a:t>
            </a:r>
          </a:p>
        </p:txBody>
      </p:sp>
      <p:grpSp>
        <p:nvGrpSpPr>
          <p:cNvPr id="27" name="Group 68">
            <a:extLst>
              <a:ext uri="{FF2B5EF4-FFF2-40B4-BE49-F238E27FC236}">
                <a16:creationId xmlns:a16="http://schemas.microsoft.com/office/drawing/2014/main" id="{0CB0B1F3-FC8E-0A48-BF34-45F53DE7FC53}"/>
              </a:ext>
            </a:extLst>
          </p:cNvPr>
          <p:cNvGrpSpPr>
            <a:grpSpLocks/>
          </p:cNvGrpSpPr>
          <p:nvPr/>
        </p:nvGrpSpPr>
        <p:grpSpPr bwMode="auto">
          <a:xfrm>
            <a:off x="3396343" y="3819185"/>
            <a:ext cx="2619375" cy="1622822"/>
            <a:chOff x="1752" y="2166"/>
            <a:chExt cx="2200" cy="1363"/>
          </a:xfrm>
        </p:grpSpPr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07CCED51-0858-B14F-BA5F-7B3C851D3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" y="2166"/>
              <a:ext cx="361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AE1CB49D-CE6D-D143-95DB-E659615A3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0" y="2352"/>
              <a:ext cx="2182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327E99FD-0AAB-E84D-845A-9A6E34919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820"/>
              <a:ext cx="155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1" name="Text Box 35">
            <a:extLst>
              <a:ext uri="{FF2B5EF4-FFF2-40B4-BE49-F238E27FC236}">
                <a16:creationId xmlns:a16="http://schemas.microsoft.com/office/drawing/2014/main" id="{41FA99F8-69D2-FB4B-B615-224F5CEB2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378" y="5316992"/>
            <a:ext cx="242354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</a:pPr>
            <a:r>
              <a:rPr lang="en-US" altLang="en-US" sz="1350" dirty="0">
                <a:solidFill>
                  <a:prstClr val="black"/>
                </a:solidFill>
                <a:latin typeface="Calibri" panose="020F0502020204030204"/>
              </a:rPr>
              <a:t>… and begins exchanging </a:t>
            </a:r>
          </a:p>
          <a:p>
            <a:pPr defTabSz="685800">
              <a:spcBef>
                <a:spcPct val="0"/>
              </a:spcBef>
            </a:pPr>
            <a:r>
              <a:rPr lang="en-US" altLang="en-US" sz="1350" dirty="0">
                <a:solidFill>
                  <a:prstClr val="black"/>
                </a:solidFill>
                <a:latin typeface="Calibri" panose="020F0502020204030204"/>
              </a:rPr>
              <a:t>file chunks with peers in torrent</a:t>
            </a:r>
          </a:p>
        </p:txBody>
      </p:sp>
      <p:grpSp>
        <p:nvGrpSpPr>
          <p:cNvPr id="32" name="Group 71">
            <a:extLst>
              <a:ext uri="{FF2B5EF4-FFF2-40B4-BE49-F238E27FC236}">
                <a16:creationId xmlns:a16="http://schemas.microsoft.com/office/drawing/2014/main" id="{A0FCD1EA-5119-B341-A835-E304CBD33AC4}"/>
              </a:ext>
            </a:extLst>
          </p:cNvPr>
          <p:cNvGrpSpPr>
            <a:grpSpLocks/>
          </p:cNvGrpSpPr>
          <p:nvPr/>
        </p:nvGrpSpPr>
        <p:grpSpPr bwMode="auto">
          <a:xfrm>
            <a:off x="2948668" y="3451282"/>
            <a:ext cx="284560" cy="453628"/>
            <a:chOff x="4140" y="429"/>
            <a:chExt cx="1425" cy="2396"/>
          </a:xfrm>
        </p:grpSpPr>
        <p:sp>
          <p:nvSpPr>
            <p:cNvPr id="33" name="Freeform 72">
              <a:extLst>
                <a:ext uri="{FF2B5EF4-FFF2-40B4-BE49-F238E27FC236}">
                  <a16:creationId xmlns:a16="http://schemas.microsoft.com/office/drawing/2014/main" id="{36B6D999-1302-CA4C-9CFD-B5CDD532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Rectangle 73">
              <a:extLst>
                <a:ext uri="{FF2B5EF4-FFF2-40B4-BE49-F238E27FC236}">
                  <a16:creationId xmlns:a16="http://schemas.microsoft.com/office/drawing/2014/main" id="{AE763A03-0DD4-834A-B674-79B066627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9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5" name="Freeform 74">
              <a:extLst>
                <a:ext uri="{FF2B5EF4-FFF2-40B4-BE49-F238E27FC236}">
                  <a16:creationId xmlns:a16="http://schemas.microsoft.com/office/drawing/2014/main" id="{1AF22850-A524-C34B-9648-D7E113A51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E1031A0C-C898-9240-84A5-5DF224E4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Rectangle 76">
              <a:extLst>
                <a:ext uri="{FF2B5EF4-FFF2-40B4-BE49-F238E27FC236}">
                  <a16:creationId xmlns:a16="http://schemas.microsoft.com/office/drawing/2014/main" id="{FE7D0B4D-AB22-7349-A08A-69B9AFDFE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8" name="Group 77">
              <a:extLst>
                <a:ext uri="{FF2B5EF4-FFF2-40B4-BE49-F238E27FC236}">
                  <a16:creationId xmlns:a16="http://schemas.microsoft.com/office/drawing/2014/main" id="{4BEA5B83-9C56-7E41-BD11-392356434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3" name="AutoShape 78">
                <a:extLst>
                  <a:ext uri="{FF2B5EF4-FFF2-40B4-BE49-F238E27FC236}">
                    <a16:creationId xmlns:a16="http://schemas.microsoft.com/office/drawing/2014/main" id="{A1F98537-39E1-5140-824E-666C1A8D1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AutoShape 79">
                <a:extLst>
                  <a:ext uri="{FF2B5EF4-FFF2-40B4-BE49-F238E27FC236}">
                    <a16:creationId xmlns:a16="http://schemas.microsoft.com/office/drawing/2014/main" id="{3E630405-7E91-474D-81B7-5BE15C86F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9" name="Rectangle 80">
              <a:extLst>
                <a:ext uri="{FF2B5EF4-FFF2-40B4-BE49-F238E27FC236}">
                  <a16:creationId xmlns:a16="http://schemas.microsoft.com/office/drawing/2014/main" id="{B81937BA-7B8F-934F-9886-304C1E0FE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0" name="Group 81">
              <a:extLst>
                <a:ext uri="{FF2B5EF4-FFF2-40B4-BE49-F238E27FC236}">
                  <a16:creationId xmlns:a16="http://schemas.microsoft.com/office/drawing/2014/main" id="{EB47381C-540F-D44E-B9A6-D96D60900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1" name="AutoShape 82">
                <a:extLst>
                  <a:ext uri="{FF2B5EF4-FFF2-40B4-BE49-F238E27FC236}">
                    <a16:creationId xmlns:a16="http://schemas.microsoft.com/office/drawing/2014/main" id="{CB241153-BE70-A046-A468-0E9F962F2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9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AutoShape 83">
                <a:extLst>
                  <a:ext uri="{FF2B5EF4-FFF2-40B4-BE49-F238E27FC236}">
                    <a16:creationId xmlns:a16="http://schemas.microsoft.com/office/drawing/2014/main" id="{AE4F9DC7-0CE7-224E-AC2E-7172DE8E4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41" name="Rectangle 84">
              <a:extLst>
                <a:ext uri="{FF2B5EF4-FFF2-40B4-BE49-F238E27FC236}">
                  <a16:creationId xmlns:a16="http://schemas.microsoft.com/office/drawing/2014/main" id="{8C5EDE9F-7A54-8E4C-9F85-07C13C5C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" name="Rectangle 85">
              <a:extLst>
                <a:ext uri="{FF2B5EF4-FFF2-40B4-BE49-F238E27FC236}">
                  <a16:creationId xmlns:a16="http://schemas.microsoft.com/office/drawing/2014/main" id="{6FEC7A6E-AAC2-3842-B9A4-935F2060D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5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3" name="Group 86">
              <a:extLst>
                <a:ext uri="{FF2B5EF4-FFF2-40B4-BE49-F238E27FC236}">
                  <a16:creationId xmlns:a16="http://schemas.microsoft.com/office/drawing/2014/main" id="{CAC1B168-07EE-3C44-9AEE-5914C1B8D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9" name="AutoShape 87">
                <a:extLst>
                  <a:ext uri="{FF2B5EF4-FFF2-40B4-BE49-F238E27FC236}">
                    <a16:creationId xmlns:a16="http://schemas.microsoft.com/office/drawing/2014/main" id="{F49F383C-F941-F64A-8DDE-13A4D8D16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82"/>
                <a:ext cx="72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0" name="AutoShape 88">
                <a:extLst>
                  <a:ext uri="{FF2B5EF4-FFF2-40B4-BE49-F238E27FC236}">
                    <a16:creationId xmlns:a16="http://schemas.microsoft.com/office/drawing/2014/main" id="{E3456229-948B-9C4F-B503-DD55D3230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44" name="Freeform 89">
              <a:extLst>
                <a:ext uri="{FF2B5EF4-FFF2-40B4-BE49-F238E27FC236}">
                  <a16:creationId xmlns:a16="http://schemas.microsoft.com/office/drawing/2014/main" id="{3234093D-FE87-774F-B1CC-0588229AE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5" name="Group 90">
              <a:extLst>
                <a:ext uri="{FF2B5EF4-FFF2-40B4-BE49-F238E27FC236}">
                  <a16:creationId xmlns:a16="http://schemas.microsoft.com/office/drawing/2014/main" id="{BA746CA5-383B-584C-B3CE-776F388C9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" name="AutoShape 91">
                <a:extLst>
                  <a:ext uri="{FF2B5EF4-FFF2-40B4-BE49-F238E27FC236}">
                    <a16:creationId xmlns:a16="http://schemas.microsoft.com/office/drawing/2014/main" id="{68AEEFFF-F3C4-BE40-8529-27EE2B357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AutoShape 92">
                <a:extLst>
                  <a:ext uri="{FF2B5EF4-FFF2-40B4-BE49-F238E27FC236}">
                    <a16:creationId xmlns:a16="http://schemas.microsoft.com/office/drawing/2014/main" id="{A5A04A8A-7369-354C-9B2B-CE0C0C572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8"/>
                <a:ext cx="706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46" name="Rectangle 93">
              <a:extLst>
                <a:ext uri="{FF2B5EF4-FFF2-40B4-BE49-F238E27FC236}">
                  <a16:creationId xmlns:a16="http://schemas.microsoft.com/office/drawing/2014/main" id="{618A0788-435C-8042-AA0E-E94601F03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2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25054F67-2153-544C-AC14-FB9950D72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F3155E84-B2BA-A749-84BE-14633D97E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9" name="Oval 96">
              <a:extLst>
                <a:ext uri="{FF2B5EF4-FFF2-40B4-BE49-F238E27FC236}">
                  <a16:creationId xmlns:a16="http://schemas.microsoft.com/office/drawing/2014/main" id="{CA182219-7AC0-E240-972C-91BD56BAF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1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85F80E33-0DDA-284C-9587-26BBD9164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AutoShape 98">
              <a:extLst>
                <a:ext uri="{FF2B5EF4-FFF2-40B4-BE49-F238E27FC236}">
                  <a16:creationId xmlns:a16="http://schemas.microsoft.com/office/drawing/2014/main" id="{882E6AD3-0779-D044-AD1D-25D362270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8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AutoShape 99">
              <a:extLst>
                <a:ext uri="{FF2B5EF4-FFF2-40B4-BE49-F238E27FC236}">
                  <a16:creationId xmlns:a16="http://schemas.microsoft.com/office/drawing/2014/main" id="{7B40A6F7-0BA7-7E46-8BEC-61560B693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Oval 100">
              <a:extLst>
                <a:ext uri="{FF2B5EF4-FFF2-40B4-BE49-F238E27FC236}">
                  <a16:creationId xmlns:a16="http://schemas.microsoft.com/office/drawing/2014/main" id="{F7339661-C71C-C74D-AC1D-5ED32FE9B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1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Oval 101">
              <a:extLst>
                <a:ext uri="{FF2B5EF4-FFF2-40B4-BE49-F238E27FC236}">
                  <a16:creationId xmlns:a16="http://schemas.microsoft.com/office/drawing/2014/main" id="{B23B5791-AF12-DF45-86A6-EECA1ABBE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5"/>
              <a:ext cx="161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</a:pPr>
              <a:endParaRPr lang="en-US" altLang="en-US" sz="1350" dirty="0">
                <a:solidFill>
                  <a:srgbClr val="FF0000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55" name="Oval 102">
              <a:extLst>
                <a:ext uri="{FF2B5EF4-FFF2-40B4-BE49-F238E27FC236}">
                  <a16:creationId xmlns:a16="http://schemas.microsoft.com/office/drawing/2014/main" id="{276ECC61-535B-904F-A386-35EBB8EC4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" y="2379"/>
              <a:ext cx="155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Rectangle 103">
              <a:extLst>
                <a:ext uri="{FF2B5EF4-FFF2-40B4-BE49-F238E27FC236}">
                  <a16:creationId xmlns:a16="http://schemas.microsoft.com/office/drawing/2014/main" id="{EA9915CD-687B-DC45-B384-ED68394FB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8"/>
              <a:ext cx="83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/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5" name="Group 104">
            <a:extLst>
              <a:ext uri="{FF2B5EF4-FFF2-40B4-BE49-F238E27FC236}">
                <a16:creationId xmlns:a16="http://schemas.microsoft.com/office/drawing/2014/main" id="{A1CC28AD-9104-D040-9B79-0D23AB0DAD5C}"/>
              </a:ext>
            </a:extLst>
          </p:cNvPr>
          <p:cNvGrpSpPr>
            <a:grpSpLocks/>
          </p:cNvGrpSpPr>
          <p:nvPr/>
        </p:nvGrpSpPr>
        <p:grpSpPr bwMode="auto">
          <a:xfrm>
            <a:off x="2868896" y="4381160"/>
            <a:ext cx="514350" cy="441722"/>
            <a:chOff x="-44" y="1473"/>
            <a:chExt cx="981" cy="1105"/>
          </a:xfrm>
        </p:grpSpPr>
        <p:pic>
          <p:nvPicPr>
            <p:cNvPr id="66" name="Picture 105" descr="desktop_computer_stylized_medium">
              <a:extLst>
                <a:ext uri="{FF2B5EF4-FFF2-40B4-BE49-F238E27FC236}">
                  <a16:creationId xmlns:a16="http://schemas.microsoft.com/office/drawing/2014/main" id="{AAA9C191-A724-DE4E-A0DA-AF600AE1B4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106">
              <a:extLst>
                <a:ext uri="{FF2B5EF4-FFF2-40B4-BE49-F238E27FC236}">
                  <a16:creationId xmlns:a16="http://schemas.microsoft.com/office/drawing/2014/main" id="{E6FC85B1-48F0-1149-9E86-28C220903A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68" name="Group 107">
            <a:extLst>
              <a:ext uri="{FF2B5EF4-FFF2-40B4-BE49-F238E27FC236}">
                <a16:creationId xmlns:a16="http://schemas.microsoft.com/office/drawing/2014/main" id="{291F0955-3988-7649-881A-FC89468189F9}"/>
              </a:ext>
            </a:extLst>
          </p:cNvPr>
          <p:cNvGrpSpPr>
            <a:grpSpLocks/>
          </p:cNvGrpSpPr>
          <p:nvPr/>
        </p:nvGrpSpPr>
        <p:grpSpPr bwMode="auto">
          <a:xfrm>
            <a:off x="3896406" y="5140779"/>
            <a:ext cx="546497" cy="465535"/>
            <a:chOff x="-44" y="1473"/>
            <a:chExt cx="981" cy="1105"/>
          </a:xfrm>
        </p:grpSpPr>
        <p:pic>
          <p:nvPicPr>
            <p:cNvPr id="69" name="Picture 108" descr="desktop_computer_stylized_medium">
              <a:extLst>
                <a:ext uri="{FF2B5EF4-FFF2-40B4-BE49-F238E27FC236}">
                  <a16:creationId xmlns:a16="http://schemas.microsoft.com/office/drawing/2014/main" id="{A5B37F88-7E58-784C-A670-1879282E52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Freeform 109">
              <a:extLst>
                <a:ext uri="{FF2B5EF4-FFF2-40B4-BE49-F238E27FC236}">
                  <a16:creationId xmlns:a16="http://schemas.microsoft.com/office/drawing/2014/main" id="{36940F9B-2451-784C-B12A-984CF4F873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1" name="Group 110">
            <a:extLst>
              <a:ext uri="{FF2B5EF4-FFF2-40B4-BE49-F238E27FC236}">
                <a16:creationId xmlns:a16="http://schemas.microsoft.com/office/drawing/2014/main" id="{7F424135-822E-074D-8C17-2A6D6E4ECAFC}"/>
              </a:ext>
            </a:extLst>
          </p:cNvPr>
          <p:cNvGrpSpPr>
            <a:grpSpLocks/>
          </p:cNvGrpSpPr>
          <p:nvPr/>
        </p:nvGrpSpPr>
        <p:grpSpPr bwMode="auto">
          <a:xfrm>
            <a:off x="4108337" y="5574166"/>
            <a:ext cx="546497" cy="465535"/>
            <a:chOff x="-44" y="1473"/>
            <a:chExt cx="981" cy="1105"/>
          </a:xfrm>
        </p:grpSpPr>
        <p:pic>
          <p:nvPicPr>
            <p:cNvPr id="72" name="Picture 111" descr="desktop_computer_stylized_medium">
              <a:extLst>
                <a:ext uri="{FF2B5EF4-FFF2-40B4-BE49-F238E27FC236}">
                  <a16:creationId xmlns:a16="http://schemas.microsoft.com/office/drawing/2014/main" id="{34FC5600-17A3-934E-9068-3B83CAC0C3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" name="Freeform 112">
              <a:extLst>
                <a:ext uri="{FF2B5EF4-FFF2-40B4-BE49-F238E27FC236}">
                  <a16:creationId xmlns:a16="http://schemas.microsoft.com/office/drawing/2014/main" id="{1F97F168-3D00-8E46-92E2-721EC7E48C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4" name="Group 113">
            <a:extLst>
              <a:ext uri="{FF2B5EF4-FFF2-40B4-BE49-F238E27FC236}">
                <a16:creationId xmlns:a16="http://schemas.microsoft.com/office/drawing/2014/main" id="{C0B69BA7-0A27-7147-8AE9-1235C7C2A05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83584" y="4708582"/>
            <a:ext cx="546497" cy="465534"/>
            <a:chOff x="-44" y="1473"/>
            <a:chExt cx="981" cy="1105"/>
          </a:xfrm>
        </p:grpSpPr>
        <p:pic>
          <p:nvPicPr>
            <p:cNvPr id="75" name="Picture 114" descr="desktop_computer_stylized_medium">
              <a:extLst>
                <a:ext uri="{FF2B5EF4-FFF2-40B4-BE49-F238E27FC236}">
                  <a16:creationId xmlns:a16="http://schemas.microsoft.com/office/drawing/2014/main" id="{F68E7B52-0A00-E34D-9DA2-D7620DF99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115">
              <a:extLst>
                <a:ext uri="{FF2B5EF4-FFF2-40B4-BE49-F238E27FC236}">
                  <a16:creationId xmlns:a16="http://schemas.microsoft.com/office/drawing/2014/main" id="{CE23A1DF-EAD7-2749-B795-7C811DC2D39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7" name="Group 116">
            <a:extLst>
              <a:ext uri="{FF2B5EF4-FFF2-40B4-BE49-F238E27FC236}">
                <a16:creationId xmlns:a16="http://schemas.microsoft.com/office/drawing/2014/main" id="{C526BB6F-CCDA-0147-8FD0-0F99323F14A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22837" y="5712279"/>
            <a:ext cx="546497" cy="465535"/>
            <a:chOff x="-44" y="1473"/>
            <a:chExt cx="981" cy="1105"/>
          </a:xfrm>
        </p:grpSpPr>
        <p:pic>
          <p:nvPicPr>
            <p:cNvPr id="78" name="Picture 117" descr="desktop_computer_stylized_medium">
              <a:extLst>
                <a:ext uri="{FF2B5EF4-FFF2-40B4-BE49-F238E27FC236}">
                  <a16:creationId xmlns:a16="http://schemas.microsoft.com/office/drawing/2014/main" id="{CDFEDAF9-00CE-D646-8AE3-A7056CD30C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Freeform 118">
              <a:extLst>
                <a:ext uri="{FF2B5EF4-FFF2-40B4-BE49-F238E27FC236}">
                  <a16:creationId xmlns:a16="http://schemas.microsoft.com/office/drawing/2014/main" id="{3D90A292-9B8F-C447-9D79-AE8C9EFF482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0" name="Group 119">
            <a:extLst>
              <a:ext uri="{FF2B5EF4-FFF2-40B4-BE49-F238E27FC236}">
                <a16:creationId xmlns:a16="http://schemas.microsoft.com/office/drawing/2014/main" id="{EBC84D0D-5129-DF4C-A746-CE2C76A20F2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24065" y="3817995"/>
            <a:ext cx="546497" cy="465534"/>
            <a:chOff x="-44" y="1473"/>
            <a:chExt cx="981" cy="1105"/>
          </a:xfrm>
        </p:grpSpPr>
        <p:pic>
          <p:nvPicPr>
            <p:cNvPr id="81" name="Picture 120" descr="desktop_computer_stylized_medium">
              <a:extLst>
                <a:ext uri="{FF2B5EF4-FFF2-40B4-BE49-F238E27FC236}">
                  <a16:creationId xmlns:a16="http://schemas.microsoft.com/office/drawing/2014/main" id="{2B752977-E9AF-8448-A2A8-48B1A471FE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Freeform 121">
              <a:extLst>
                <a:ext uri="{FF2B5EF4-FFF2-40B4-BE49-F238E27FC236}">
                  <a16:creationId xmlns:a16="http://schemas.microsoft.com/office/drawing/2014/main" id="{2274D970-5334-1C44-8D20-95FD2587EC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3" name="Group 122">
            <a:extLst>
              <a:ext uri="{FF2B5EF4-FFF2-40B4-BE49-F238E27FC236}">
                <a16:creationId xmlns:a16="http://schemas.microsoft.com/office/drawing/2014/main" id="{62B3C8B1-8466-CB42-A6EE-7A22909B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76277" y="3417945"/>
            <a:ext cx="481013" cy="465534"/>
            <a:chOff x="-44" y="1473"/>
            <a:chExt cx="981" cy="1105"/>
          </a:xfrm>
        </p:grpSpPr>
        <p:pic>
          <p:nvPicPr>
            <p:cNvPr id="84" name="Picture 123" descr="desktop_computer_stylized_medium">
              <a:extLst>
                <a:ext uri="{FF2B5EF4-FFF2-40B4-BE49-F238E27FC236}">
                  <a16:creationId xmlns:a16="http://schemas.microsoft.com/office/drawing/2014/main" id="{AD943130-CC29-0E45-BFE5-3AE7F2348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" name="Freeform 124">
              <a:extLst>
                <a:ext uri="{FF2B5EF4-FFF2-40B4-BE49-F238E27FC236}">
                  <a16:creationId xmlns:a16="http://schemas.microsoft.com/office/drawing/2014/main" id="{D17179B0-F425-1A49-8872-7CDBB0C5274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6" name="Group 125">
            <a:extLst>
              <a:ext uri="{FF2B5EF4-FFF2-40B4-BE49-F238E27FC236}">
                <a16:creationId xmlns:a16="http://schemas.microsoft.com/office/drawing/2014/main" id="{E26E3FBF-E723-C040-AEE6-20EB441E8176}"/>
              </a:ext>
            </a:extLst>
          </p:cNvPr>
          <p:cNvGrpSpPr>
            <a:grpSpLocks/>
          </p:cNvGrpSpPr>
          <p:nvPr/>
        </p:nvGrpSpPr>
        <p:grpSpPr bwMode="auto">
          <a:xfrm>
            <a:off x="3568984" y="3410801"/>
            <a:ext cx="546497" cy="465534"/>
            <a:chOff x="-44" y="1473"/>
            <a:chExt cx="981" cy="1105"/>
          </a:xfrm>
        </p:grpSpPr>
        <p:pic>
          <p:nvPicPr>
            <p:cNvPr id="87" name="Picture 126" descr="desktop_computer_stylized_medium">
              <a:extLst>
                <a:ext uri="{FF2B5EF4-FFF2-40B4-BE49-F238E27FC236}">
                  <a16:creationId xmlns:a16="http://schemas.microsoft.com/office/drawing/2014/main" id="{CF1B6F22-9E2D-1944-A52E-E77715BBD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Freeform 127">
              <a:extLst>
                <a:ext uri="{FF2B5EF4-FFF2-40B4-BE49-F238E27FC236}">
                  <a16:creationId xmlns:a16="http://schemas.microsoft.com/office/drawing/2014/main" id="{22CD730C-689A-E44A-91FA-E8E769CE6D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9" name="Group 129">
            <a:extLst>
              <a:ext uri="{FF2B5EF4-FFF2-40B4-BE49-F238E27FC236}">
                <a16:creationId xmlns:a16="http://schemas.microsoft.com/office/drawing/2014/main" id="{A7C3F63D-74FF-7040-B1D2-88A6E501954B}"/>
              </a:ext>
            </a:extLst>
          </p:cNvPr>
          <p:cNvGrpSpPr>
            <a:grpSpLocks/>
          </p:cNvGrpSpPr>
          <p:nvPr/>
        </p:nvGrpSpPr>
        <p:grpSpPr bwMode="auto">
          <a:xfrm>
            <a:off x="5144180" y="5370569"/>
            <a:ext cx="367904" cy="309563"/>
            <a:chOff x="-44" y="1473"/>
            <a:chExt cx="981" cy="1105"/>
          </a:xfrm>
        </p:grpSpPr>
        <p:pic>
          <p:nvPicPr>
            <p:cNvPr id="90" name="Picture 130" descr="desktop_computer_stylized_medium">
              <a:extLst>
                <a:ext uri="{FF2B5EF4-FFF2-40B4-BE49-F238E27FC236}">
                  <a16:creationId xmlns:a16="http://schemas.microsoft.com/office/drawing/2014/main" id="{45B574F8-532C-7A46-A7F4-34C6C8EBE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131">
              <a:extLst>
                <a:ext uri="{FF2B5EF4-FFF2-40B4-BE49-F238E27FC236}">
                  <a16:creationId xmlns:a16="http://schemas.microsoft.com/office/drawing/2014/main" id="{AA7D8503-5853-054D-99AB-15405424F7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35CE5-B27A-3061-1860-981D21E0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8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BitTorrent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3661-3EA9-1C4A-5877-7A17B8A3A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P2P file distribution: BitTorrent </a:t>
            </a:r>
          </a:p>
        </p:txBody>
      </p:sp>
      <p:sp>
        <p:nvSpPr>
          <p:cNvPr id="170" name="Rectangle 3">
            <a:extLst>
              <a:ext uri="{FF2B5EF4-FFF2-40B4-BE49-F238E27FC236}">
                <a16:creationId xmlns:a16="http://schemas.microsoft.com/office/drawing/2014/main" id="{BE01B437-A61A-9B44-A8C0-5BAD0C501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45" y="2055549"/>
            <a:ext cx="4843573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15504" indent="-215504" defTabSz="685800"/>
            <a:r>
              <a:rPr lang="en-US" altLang="en-US" sz="21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peer joining torrent: </a:t>
            </a:r>
          </a:p>
          <a:p>
            <a:pPr marL="510779" lvl="1" indent="-167879" defTabSz="685800"/>
            <a:r>
              <a:rPr lang="en-US" altLang="en-US" sz="18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has no chunks, but will accumulate them over time from other peers</a:t>
            </a:r>
          </a:p>
          <a:p>
            <a:pPr marL="510779" lvl="1" indent="-167879" defTabSz="685800"/>
            <a:r>
              <a:rPr lang="en-US" altLang="en-US" sz="18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registers with tracker to get list of peers, connects to subset of peers (</a:t>
            </a:r>
            <a:r>
              <a:rPr lang="ja-JP" altLang="en-US" sz="18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“</a:t>
            </a:r>
            <a:r>
              <a:rPr lang="en-US" altLang="ja-JP" sz="18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neighbors</a:t>
            </a:r>
            <a:r>
              <a:rPr lang="ja-JP" altLang="en-US" sz="18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”</a:t>
            </a:r>
            <a:r>
              <a:rPr lang="en-US" altLang="ja-JP" sz="18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)</a:t>
            </a:r>
            <a:endParaRPr lang="en-US" altLang="en-US" sz="1800" kern="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171" name="Rectangle 3">
            <a:extLst>
              <a:ext uri="{FF2B5EF4-FFF2-40B4-BE49-F238E27FC236}">
                <a16:creationId xmlns:a16="http://schemas.microsoft.com/office/drawing/2014/main" id="{5C2EB95A-93B0-5840-9C4D-A1762DAE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45" y="3655870"/>
            <a:ext cx="8240315" cy="175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15504" indent="-215504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while downloading, peer uploads chunks to other peers</a:t>
            </a:r>
          </a:p>
          <a:p>
            <a:pPr marL="215504" indent="-215504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peer may change peers with whom it exchanges chunks</a:t>
            </a:r>
          </a:p>
          <a:p>
            <a:pPr marL="215504" indent="-215504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</a:rPr>
              <a:t>churn: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 peers may come and go</a:t>
            </a:r>
          </a:p>
          <a:p>
            <a:pPr marL="215504" indent="-215504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once peer has entire file, it may (selfishly) leave or (altruistically) remain in torrent</a:t>
            </a:r>
          </a:p>
          <a:p>
            <a:pPr marL="215504" indent="-215504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endParaRPr lang="en-US" altLang="en-US" sz="2100" dirty="0">
              <a:solidFill>
                <a:srgbClr val="000000"/>
              </a:solidFill>
              <a:latin typeface="Calibri" panose="020F0502020204030204"/>
            </a:endParaRPr>
          </a:p>
          <a:p>
            <a:pPr marL="215504" indent="-215504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Stricto sensu, BitTorrent architecture is a </a:t>
            </a:r>
            <a:r>
              <a:rPr lang="en-US" altLang="en-US" sz="2100" b="1" dirty="0">
                <a:solidFill>
                  <a:srgbClr val="000000"/>
                </a:solidFill>
                <a:latin typeface="Calibri" panose="020F0502020204030204"/>
              </a:rPr>
              <a:t>hybrid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 of P2P (</a:t>
            </a:r>
            <a:r>
              <a:rPr lang="en-US" altLang="en-US" sz="2100" i="1" dirty="0">
                <a:solidFill>
                  <a:srgbClr val="000000"/>
                </a:solidFill>
                <a:latin typeface="Calibri" panose="020F0502020204030204"/>
              </a:rPr>
              <a:t>among peers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) and Client-Server (</a:t>
            </a:r>
            <a:r>
              <a:rPr lang="en-US" altLang="en-US" sz="2100" i="1" dirty="0">
                <a:solidFill>
                  <a:srgbClr val="000000"/>
                </a:solidFill>
                <a:latin typeface="Calibri" panose="020F0502020204030204"/>
              </a:rPr>
              <a:t>between peers and the tracker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/>
              </a:rPr>
              <a:t>).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CC6C24-30FA-4B4E-A269-8C92EE25BC46}"/>
              </a:ext>
            </a:extLst>
          </p:cNvPr>
          <p:cNvGrpSpPr/>
          <p:nvPr/>
        </p:nvGrpSpPr>
        <p:grpSpPr>
          <a:xfrm>
            <a:off x="5907820" y="1871574"/>
            <a:ext cx="2675335" cy="1675210"/>
            <a:chOff x="4911725" y="1368425"/>
            <a:chExt cx="3567113" cy="2233613"/>
          </a:xfrm>
        </p:grpSpPr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14C1BFA3-2422-AC40-9443-EBE4B0BA4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5225" y="1646238"/>
              <a:ext cx="1736725" cy="879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3" name="Line 26">
              <a:extLst>
                <a:ext uri="{FF2B5EF4-FFF2-40B4-BE49-F238E27FC236}">
                  <a16:creationId xmlns:a16="http://schemas.microsoft.com/office/drawing/2014/main" id="{858C722B-AFD5-3E4D-9F07-FC6900AAF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7113" y="1739900"/>
              <a:ext cx="168275" cy="1133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BE071C26-5E10-4944-8BF4-10C7EC327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23125" y="1590675"/>
              <a:ext cx="795338" cy="190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75CAFCCB-E9E5-7E49-A3F5-4958D9F89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7500" y="1925638"/>
              <a:ext cx="1389063" cy="1239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1D50DE5F-310E-1E44-85DE-D65DD48DF2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6238" y="3152775"/>
              <a:ext cx="504825" cy="101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7" name="Line 30">
              <a:extLst>
                <a:ext uri="{FF2B5EF4-FFF2-40B4-BE49-F238E27FC236}">
                  <a16:creationId xmlns:a16="http://schemas.microsoft.com/office/drawing/2014/main" id="{FCC71024-B200-2142-949F-7D4A1B58CB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99213" y="1714500"/>
              <a:ext cx="612775" cy="1046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8" name="Line 31">
              <a:extLst>
                <a:ext uri="{FF2B5EF4-FFF2-40B4-BE49-F238E27FC236}">
                  <a16:creationId xmlns:a16="http://schemas.microsoft.com/office/drawing/2014/main" id="{1790AC52-1931-A649-B99C-E0E7A089E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1925" y="2579688"/>
              <a:ext cx="1443038" cy="3016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9" name="Line 32">
              <a:extLst>
                <a:ext uri="{FF2B5EF4-FFF2-40B4-BE49-F238E27FC236}">
                  <a16:creationId xmlns:a16="http://schemas.microsoft.com/office/drawing/2014/main" id="{89975C97-C827-D24A-B1B2-BA5EA5D13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963" y="1679575"/>
              <a:ext cx="804862" cy="7969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0" name="Line 33">
              <a:extLst>
                <a:ext uri="{FF2B5EF4-FFF2-40B4-BE49-F238E27FC236}">
                  <a16:creationId xmlns:a16="http://schemas.microsoft.com/office/drawing/2014/main" id="{955D94CA-F543-6C42-A481-B95EE0186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165475"/>
              <a:ext cx="255587" cy="1365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1" name="Line 34">
              <a:extLst>
                <a:ext uri="{FF2B5EF4-FFF2-40B4-BE49-F238E27FC236}">
                  <a16:creationId xmlns:a16="http://schemas.microsoft.com/office/drawing/2014/main" id="{951F72DA-656A-D04D-A6C4-F256EFF9F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763" y="3351213"/>
              <a:ext cx="10144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2" name="Line 38">
              <a:extLst>
                <a:ext uri="{FF2B5EF4-FFF2-40B4-BE49-F238E27FC236}">
                  <a16:creationId xmlns:a16="http://schemas.microsoft.com/office/drawing/2014/main" id="{ADF91B87-973E-B548-B697-7A4079F1C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69238" y="2689225"/>
              <a:ext cx="179387" cy="5857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pic>
          <p:nvPicPr>
            <p:cNvPr id="183" name="Picture 39" descr="Alice">
              <a:extLst>
                <a:ext uri="{FF2B5EF4-FFF2-40B4-BE49-F238E27FC236}">
                  <a16:creationId xmlns:a16="http://schemas.microsoft.com/office/drawing/2014/main" id="{6B053B54-9371-384F-AA52-C17465B4D3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1725" y="2139950"/>
              <a:ext cx="32385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" name="Group 70">
              <a:extLst>
                <a:ext uri="{FF2B5EF4-FFF2-40B4-BE49-F238E27FC236}">
                  <a16:creationId xmlns:a16="http://schemas.microsoft.com/office/drawing/2014/main" id="{C2114C23-66BC-A94F-90FC-3D02C545B2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6413" y="1693863"/>
              <a:ext cx="2378075" cy="1350962"/>
              <a:chOff x="1752" y="2166"/>
              <a:chExt cx="2200" cy="1363"/>
            </a:xfrm>
          </p:grpSpPr>
          <p:sp>
            <p:nvSpPr>
              <p:cNvPr id="185" name="Line 22">
                <a:extLst>
                  <a:ext uri="{FF2B5EF4-FFF2-40B4-BE49-F238E27FC236}">
                    <a16:creationId xmlns:a16="http://schemas.microsoft.com/office/drawing/2014/main" id="{1EE108AC-8EA8-9E4A-8B60-F03F95966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2166"/>
                <a:ext cx="361" cy="5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6" name="Line 23">
                <a:extLst>
                  <a:ext uri="{FF2B5EF4-FFF2-40B4-BE49-F238E27FC236}">
                    <a16:creationId xmlns:a16="http://schemas.microsoft.com/office/drawing/2014/main" id="{94D6AFB9-0FA7-C54C-9273-1A9C925AB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0" y="2352"/>
                <a:ext cx="2182" cy="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7" name="Line 24">
                <a:extLst>
                  <a:ext uri="{FF2B5EF4-FFF2-40B4-BE49-F238E27FC236}">
                    <a16:creationId xmlns:a16="http://schemas.microsoft.com/office/drawing/2014/main" id="{5EF4CD56-8EA9-104D-8536-971136B66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6" y="2820"/>
                <a:ext cx="1550" cy="7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188" name="Group 74">
              <a:extLst>
                <a:ext uri="{FF2B5EF4-FFF2-40B4-BE49-F238E27FC236}">
                  <a16:creationId xmlns:a16="http://schemas.microsoft.com/office/drawing/2014/main" id="{6DD06914-3CEB-5944-8E89-2281584DC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5100" y="1374775"/>
              <a:ext cx="292100" cy="517525"/>
              <a:chOff x="4140" y="429"/>
              <a:chExt cx="1425" cy="2396"/>
            </a:xfrm>
          </p:grpSpPr>
          <p:sp>
            <p:nvSpPr>
              <p:cNvPr id="189" name="Freeform 75">
                <a:extLst>
                  <a:ext uri="{FF2B5EF4-FFF2-40B4-BE49-F238E27FC236}">
                    <a16:creationId xmlns:a16="http://schemas.microsoft.com/office/drawing/2014/main" id="{F5672D96-1DC0-8542-9E0B-AF784B6A0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0" name="Rectangle 76">
                <a:extLst>
                  <a:ext uri="{FF2B5EF4-FFF2-40B4-BE49-F238E27FC236}">
                    <a16:creationId xmlns:a16="http://schemas.microsoft.com/office/drawing/2014/main" id="{C336E614-D216-1B4B-9137-3DC6CF7E4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1" name="Freeform 77">
                <a:extLst>
                  <a:ext uri="{FF2B5EF4-FFF2-40B4-BE49-F238E27FC236}">
                    <a16:creationId xmlns:a16="http://schemas.microsoft.com/office/drawing/2014/main" id="{CF30086E-5442-B544-9BE6-2A8083677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2" name="Freeform 78">
                <a:extLst>
                  <a:ext uri="{FF2B5EF4-FFF2-40B4-BE49-F238E27FC236}">
                    <a16:creationId xmlns:a16="http://schemas.microsoft.com/office/drawing/2014/main" id="{6218844C-628C-9547-A930-560D56E3C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3" name="Rectangle 79">
                <a:extLst>
                  <a:ext uri="{FF2B5EF4-FFF2-40B4-BE49-F238E27FC236}">
                    <a16:creationId xmlns:a16="http://schemas.microsoft.com/office/drawing/2014/main" id="{78F96A30-FAB7-9144-8F42-1A1B06A33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94" name="Group 80">
                <a:extLst>
                  <a:ext uri="{FF2B5EF4-FFF2-40B4-BE49-F238E27FC236}">
                    <a16:creationId xmlns:a16="http://schemas.microsoft.com/office/drawing/2014/main" id="{CECE58F7-7C4A-6F4D-B141-662B63F4A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9" name="AutoShape 81">
                  <a:extLst>
                    <a:ext uri="{FF2B5EF4-FFF2-40B4-BE49-F238E27FC236}">
                      <a16:creationId xmlns:a16="http://schemas.microsoft.com/office/drawing/2014/main" id="{D6885AAA-38B2-874F-868F-D00AB0AE0D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0" name="AutoShape 82">
                  <a:extLst>
                    <a:ext uri="{FF2B5EF4-FFF2-40B4-BE49-F238E27FC236}">
                      <a16:creationId xmlns:a16="http://schemas.microsoft.com/office/drawing/2014/main" id="{D61DCFC9-1720-7344-ADE6-5BD09A2BF1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95" name="Rectangle 83">
                <a:extLst>
                  <a:ext uri="{FF2B5EF4-FFF2-40B4-BE49-F238E27FC236}">
                    <a16:creationId xmlns:a16="http://schemas.microsoft.com/office/drawing/2014/main" id="{00D3BEA9-BA94-4044-B1D5-60A03C5C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96" name="Group 84">
                <a:extLst>
                  <a:ext uri="{FF2B5EF4-FFF2-40B4-BE49-F238E27FC236}">
                    <a16:creationId xmlns:a16="http://schemas.microsoft.com/office/drawing/2014/main" id="{641C2446-7A8F-504B-A8D3-FFEE0A9F63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7" name="AutoShape 85">
                  <a:extLst>
                    <a:ext uri="{FF2B5EF4-FFF2-40B4-BE49-F238E27FC236}">
                      <a16:creationId xmlns:a16="http://schemas.microsoft.com/office/drawing/2014/main" id="{C1F8A523-4462-AA4E-A2CA-29700E5DA9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18" name="AutoShape 86">
                  <a:extLst>
                    <a:ext uri="{FF2B5EF4-FFF2-40B4-BE49-F238E27FC236}">
                      <a16:creationId xmlns:a16="http://schemas.microsoft.com/office/drawing/2014/main" id="{A7658F20-DB1E-464F-B607-89092583F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97" name="Rectangle 87">
                <a:extLst>
                  <a:ext uri="{FF2B5EF4-FFF2-40B4-BE49-F238E27FC236}">
                    <a16:creationId xmlns:a16="http://schemas.microsoft.com/office/drawing/2014/main" id="{FF6AAAAA-212A-7640-8D6B-0B6EBD377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8" name="Rectangle 88">
                <a:extLst>
                  <a:ext uri="{FF2B5EF4-FFF2-40B4-BE49-F238E27FC236}">
                    <a16:creationId xmlns:a16="http://schemas.microsoft.com/office/drawing/2014/main" id="{634123E3-AB71-9F41-AD39-43B0691F1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99" name="Group 89">
                <a:extLst>
                  <a:ext uri="{FF2B5EF4-FFF2-40B4-BE49-F238E27FC236}">
                    <a16:creationId xmlns:a16="http://schemas.microsoft.com/office/drawing/2014/main" id="{DC8E4BD8-4B64-1943-9731-721699A50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5" name="AutoShape 90">
                  <a:extLst>
                    <a:ext uri="{FF2B5EF4-FFF2-40B4-BE49-F238E27FC236}">
                      <a16:creationId xmlns:a16="http://schemas.microsoft.com/office/drawing/2014/main" id="{9D762048-3A14-564D-8D32-3584214E9D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16" name="AutoShape 91">
                  <a:extLst>
                    <a:ext uri="{FF2B5EF4-FFF2-40B4-BE49-F238E27FC236}">
                      <a16:creationId xmlns:a16="http://schemas.microsoft.com/office/drawing/2014/main" id="{70B9E041-38D0-8A42-BB42-D0980C10A8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0" name="Freeform 92">
                <a:extLst>
                  <a:ext uri="{FF2B5EF4-FFF2-40B4-BE49-F238E27FC236}">
                    <a16:creationId xmlns:a16="http://schemas.microsoft.com/office/drawing/2014/main" id="{A2F57490-585D-EB4E-AE3D-BCA33E2C5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201" name="Group 93">
                <a:extLst>
                  <a:ext uri="{FF2B5EF4-FFF2-40B4-BE49-F238E27FC236}">
                    <a16:creationId xmlns:a16="http://schemas.microsoft.com/office/drawing/2014/main" id="{E23C7B19-F840-FC48-9713-9AD00E8223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3" name="AutoShape 94">
                  <a:extLst>
                    <a:ext uri="{FF2B5EF4-FFF2-40B4-BE49-F238E27FC236}">
                      <a16:creationId xmlns:a16="http://schemas.microsoft.com/office/drawing/2014/main" id="{BF66CD5C-FF99-7742-A14E-2BF2A67A6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14" name="AutoShape 95">
                  <a:extLst>
                    <a:ext uri="{FF2B5EF4-FFF2-40B4-BE49-F238E27FC236}">
                      <a16:creationId xmlns:a16="http://schemas.microsoft.com/office/drawing/2014/main" id="{F9BFFD59-AD2B-894C-819C-8D0DB9F2B5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2" name="Rectangle 96">
                <a:extLst>
                  <a:ext uri="{FF2B5EF4-FFF2-40B4-BE49-F238E27FC236}">
                    <a16:creationId xmlns:a16="http://schemas.microsoft.com/office/drawing/2014/main" id="{136171A0-1A0E-8D4C-968B-D17501670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3" name="Freeform 97">
                <a:extLst>
                  <a:ext uri="{FF2B5EF4-FFF2-40B4-BE49-F238E27FC236}">
                    <a16:creationId xmlns:a16="http://schemas.microsoft.com/office/drawing/2014/main" id="{C874C361-C380-FC49-8D1C-E30AEEA3F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4" name="Freeform 98">
                <a:extLst>
                  <a:ext uri="{FF2B5EF4-FFF2-40B4-BE49-F238E27FC236}">
                    <a16:creationId xmlns:a16="http://schemas.microsoft.com/office/drawing/2014/main" id="{69C7F287-7595-D94A-87BF-95ED49C48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5" name="Oval 99">
                <a:extLst>
                  <a:ext uri="{FF2B5EF4-FFF2-40B4-BE49-F238E27FC236}">
                    <a16:creationId xmlns:a16="http://schemas.microsoft.com/office/drawing/2014/main" id="{B6E84AB5-17E1-1D48-BB79-04D2F0075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6" name="Freeform 100">
                <a:extLst>
                  <a:ext uri="{FF2B5EF4-FFF2-40B4-BE49-F238E27FC236}">
                    <a16:creationId xmlns:a16="http://schemas.microsoft.com/office/drawing/2014/main" id="{AF0BF05C-4E38-CD4D-AAFA-E3493B155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7" name="AutoShape 101">
                <a:extLst>
                  <a:ext uri="{FF2B5EF4-FFF2-40B4-BE49-F238E27FC236}">
                    <a16:creationId xmlns:a16="http://schemas.microsoft.com/office/drawing/2014/main" id="{3BB53BC2-8678-8446-A21F-7F33E9E59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8" name="AutoShape 102">
                <a:extLst>
                  <a:ext uri="{FF2B5EF4-FFF2-40B4-BE49-F238E27FC236}">
                    <a16:creationId xmlns:a16="http://schemas.microsoft.com/office/drawing/2014/main" id="{FA369464-AABC-BC43-830F-4E4F32FF7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9" name="Oval 103">
                <a:extLst>
                  <a:ext uri="{FF2B5EF4-FFF2-40B4-BE49-F238E27FC236}">
                    <a16:creationId xmlns:a16="http://schemas.microsoft.com/office/drawing/2014/main" id="{0447F744-AF3E-9645-978F-EF1BDF0F8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0" name="Oval 104">
                <a:extLst>
                  <a:ext uri="{FF2B5EF4-FFF2-40B4-BE49-F238E27FC236}">
                    <a16:creationId xmlns:a16="http://schemas.microsoft.com/office/drawing/2014/main" id="{F3C8D210-BF7D-C848-B9FD-FC1172BBD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350" kern="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11" name="Oval 105">
                <a:extLst>
                  <a:ext uri="{FF2B5EF4-FFF2-40B4-BE49-F238E27FC236}">
                    <a16:creationId xmlns:a16="http://schemas.microsoft.com/office/drawing/2014/main" id="{1162ED20-6D4D-2B4D-84EF-299FDEE0E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2" name="Rectangle 106">
                <a:extLst>
                  <a:ext uri="{FF2B5EF4-FFF2-40B4-BE49-F238E27FC236}">
                    <a16:creationId xmlns:a16="http://schemas.microsoft.com/office/drawing/2014/main" id="{922CF934-873F-EE4F-8726-E969CD36E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1" name="Group 107">
              <a:extLst>
                <a:ext uri="{FF2B5EF4-FFF2-40B4-BE49-F238E27FC236}">
                  <a16:creationId xmlns:a16="http://schemas.microsoft.com/office/drawing/2014/main" id="{C09F8334-EB5D-B748-8BA6-989D939E7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1900" y="3176588"/>
              <a:ext cx="434975" cy="349250"/>
              <a:chOff x="-44" y="1473"/>
              <a:chExt cx="981" cy="1105"/>
            </a:xfrm>
          </p:grpSpPr>
          <p:pic>
            <p:nvPicPr>
              <p:cNvPr id="222" name="Picture 108" descr="desktop_computer_stylized_medium">
                <a:extLst>
                  <a:ext uri="{FF2B5EF4-FFF2-40B4-BE49-F238E27FC236}">
                    <a16:creationId xmlns:a16="http://schemas.microsoft.com/office/drawing/2014/main" id="{7B90278E-E343-294D-95CB-02DB24F6F5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3" name="Freeform 109">
                <a:extLst>
                  <a:ext uri="{FF2B5EF4-FFF2-40B4-BE49-F238E27FC236}">
                    <a16:creationId xmlns:a16="http://schemas.microsoft.com/office/drawing/2014/main" id="{C59628E1-7338-E340-96DD-685A37B0462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4" name="Group 110">
              <a:extLst>
                <a:ext uri="{FF2B5EF4-FFF2-40B4-BE49-F238E27FC236}">
                  <a16:creationId xmlns:a16="http://schemas.microsoft.com/office/drawing/2014/main" id="{698F5DBF-2E9C-2B40-817E-23F3F51AF6C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16838" y="3252788"/>
              <a:ext cx="434975" cy="349250"/>
              <a:chOff x="-44" y="1473"/>
              <a:chExt cx="981" cy="1105"/>
            </a:xfrm>
          </p:grpSpPr>
          <p:pic>
            <p:nvPicPr>
              <p:cNvPr id="225" name="Picture 111" descr="desktop_computer_stylized_medium">
                <a:extLst>
                  <a:ext uri="{FF2B5EF4-FFF2-40B4-BE49-F238E27FC236}">
                    <a16:creationId xmlns:a16="http://schemas.microsoft.com/office/drawing/2014/main" id="{A569F870-B03B-2547-AF54-2C7AB5CBA0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" name="Freeform 112">
                <a:extLst>
                  <a:ext uri="{FF2B5EF4-FFF2-40B4-BE49-F238E27FC236}">
                    <a16:creationId xmlns:a16="http://schemas.microsoft.com/office/drawing/2014/main" id="{FE964CAF-BEB0-BB4E-AFC5-27ADA2EB8BD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7" name="Group 113">
              <a:extLst>
                <a:ext uri="{FF2B5EF4-FFF2-40B4-BE49-F238E27FC236}">
                  <a16:creationId xmlns:a16="http://schemas.microsoft.com/office/drawing/2014/main" id="{87763CBB-3A99-594D-9997-C76D56E76D3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8300" y="2457450"/>
              <a:ext cx="434975" cy="349250"/>
              <a:chOff x="-44" y="1473"/>
              <a:chExt cx="981" cy="1105"/>
            </a:xfrm>
          </p:grpSpPr>
          <p:pic>
            <p:nvPicPr>
              <p:cNvPr id="228" name="Picture 114" descr="desktop_computer_stylized_medium">
                <a:extLst>
                  <a:ext uri="{FF2B5EF4-FFF2-40B4-BE49-F238E27FC236}">
                    <a16:creationId xmlns:a16="http://schemas.microsoft.com/office/drawing/2014/main" id="{3267E1E1-F140-B44D-B892-C5FED1C277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9" name="Freeform 115">
                <a:extLst>
                  <a:ext uri="{FF2B5EF4-FFF2-40B4-BE49-F238E27FC236}">
                    <a16:creationId xmlns:a16="http://schemas.microsoft.com/office/drawing/2014/main" id="{4F25EA7B-20CB-6C44-8B62-34CDC77621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0" name="Group 116">
              <a:extLst>
                <a:ext uri="{FF2B5EF4-FFF2-40B4-BE49-F238E27FC236}">
                  <a16:creationId xmlns:a16="http://schemas.microsoft.com/office/drawing/2014/main" id="{169372BE-08CD-7743-8E5E-EC2549832F5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043863" y="1706563"/>
              <a:ext cx="434975" cy="349250"/>
              <a:chOff x="-44" y="1473"/>
              <a:chExt cx="981" cy="1105"/>
            </a:xfrm>
          </p:grpSpPr>
          <p:pic>
            <p:nvPicPr>
              <p:cNvPr id="231" name="Picture 117" descr="desktop_computer_stylized_medium">
                <a:extLst>
                  <a:ext uri="{FF2B5EF4-FFF2-40B4-BE49-F238E27FC236}">
                    <a16:creationId xmlns:a16="http://schemas.microsoft.com/office/drawing/2014/main" id="{5232EB59-D06A-CC48-8C1F-E6DAC4976B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2" name="Freeform 118">
                <a:extLst>
                  <a:ext uri="{FF2B5EF4-FFF2-40B4-BE49-F238E27FC236}">
                    <a16:creationId xmlns:a16="http://schemas.microsoft.com/office/drawing/2014/main" id="{7E7C9F9D-CF89-7545-A1F6-153E2A098F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3" name="Group 119">
              <a:extLst>
                <a:ext uri="{FF2B5EF4-FFF2-40B4-BE49-F238E27FC236}">
                  <a16:creationId xmlns:a16="http://schemas.microsoft.com/office/drawing/2014/main" id="{6869CE49-D074-8547-B1D6-1F3B5B649CF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911975" y="1368425"/>
              <a:ext cx="434975" cy="349250"/>
              <a:chOff x="-44" y="1473"/>
              <a:chExt cx="981" cy="1105"/>
            </a:xfrm>
          </p:grpSpPr>
          <p:pic>
            <p:nvPicPr>
              <p:cNvPr id="234" name="Picture 120" descr="desktop_computer_stylized_medium">
                <a:extLst>
                  <a:ext uri="{FF2B5EF4-FFF2-40B4-BE49-F238E27FC236}">
                    <a16:creationId xmlns:a16="http://schemas.microsoft.com/office/drawing/2014/main" id="{CE44033F-D4B7-7D46-9D32-0960EEB7B5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" name="Freeform 121">
                <a:extLst>
                  <a:ext uri="{FF2B5EF4-FFF2-40B4-BE49-F238E27FC236}">
                    <a16:creationId xmlns:a16="http://schemas.microsoft.com/office/drawing/2014/main" id="{45A28D47-C9B3-0346-8D70-361E7A4895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6" name="Group 123">
              <a:extLst>
                <a:ext uri="{FF2B5EF4-FFF2-40B4-BE49-F238E27FC236}">
                  <a16:creationId xmlns:a16="http://schemas.microsoft.com/office/drawing/2014/main" id="{4E1A9762-2C71-9742-9958-EB2D29E68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4538" y="1411288"/>
              <a:ext cx="434975" cy="349250"/>
              <a:chOff x="-44" y="1473"/>
              <a:chExt cx="981" cy="1105"/>
            </a:xfrm>
          </p:grpSpPr>
          <p:pic>
            <p:nvPicPr>
              <p:cNvPr id="237" name="Picture 124" descr="desktop_computer_stylized_medium">
                <a:extLst>
                  <a:ext uri="{FF2B5EF4-FFF2-40B4-BE49-F238E27FC236}">
                    <a16:creationId xmlns:a16="http://schemas.microsoft.com/office/drawing/2014/main" id="{55B1C28D-66D6-DE4E-ADB5-D53BE1D2A0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8" name="Freeform 125">
                <a:extLst>
                  <a:ext uri="{FF2B5EF4-FFF2-40B4-BE49-F238E27FC236}">
                    <a16:creationId xmlns:a16="http://schemas.microsoft.com/office/drawing/2014/main" id="{4765CFB0-3F34-B94A-BC7F-EA339FAACF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9" name="Group 126">
              <a:extLst>
                <a:ext uri="{FF2B5EF4-FFF2-40B4-BE49-F238E27FC236}">
                  <a16:creationId xmlns:a16="http://schemas.microsoft.com/office/drawing/2014/main" id="{BE7F0DCF-B627-C847-8279-68A197C89C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9375" y="2162175"/>
              <a:ext cx="434975" cy="349250"/>
              <a:chOff x="-44" y="1473"/>
              <a:chExt cx="981" cy="1105"/>
            </a:xfrm>
          </p:grpSpPr>
          <p:pic>
            <p:nvPicPr>
              <p:cNvPr id="240" name="Picture 127" descr="desktop_computer_stylized_medium">
                <a:extLst>
                  <a:ext uri="{FF2B5EF4-FFF2-40B4-BE49-F238E27FC236}">
                    <a16:creationId xmlns:a16="http://schemas.microsoft.com/office/drawing/2014/main" id="{BA3AF685-5B1F-CC40-BCAF-7158B2390D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1" name="Freeform 128">
                <a:extLst>
                  <a:ext uri="{FF2B5EF4-FFF2-40B4-BE49-F238E27FC236}">
                    <a16:creationId xmlns:a16="http://schemas.microsoft.com/office/drawing/2014/main" id="{1A33777F-82DA-EC46-B881-5C25C2D626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2" name="Group 129">
              <a:extLst>
                <a:ext uri="{FF2B5EF4-FFF2-40B4-BE49-F238E27FC236}">
                  <a16:creationId xmlns:a16="http://schemas.microsoft.com/office/drawing/2014/main" id="{A4323D8E-CD7F-4742-B00D-A10D592D03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9338" y="2749550"/>
              <a:ext cx="434975" cy="349250"/>
              <a:chOff x="-44" y="1473"/>
              <a:chExt cx="981" cy="1105"/>
            </a:xfrm>
          </p:grpSpPr>
          <p:pic>
            <p:nvPicPr>
              <p:cNvPr id="243" name="Picture 130" descr="desktop_computer_stylized_medium">
                <a:extLst>
                  <a:ext uri="{FF2B5EF4-FFF2-40B4-BE49-F238E27FC236}">
                    <a16:creationId xmlns:a16="http://schemas.microsoft.com/office/drawing/2014/main" id="{39C6AFB3-E3B3-AA47-9771-00781B94A9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4" name="Freeform 131">
                <a:extLst>
                  <a:ext uri="{FF2B5EF4-FFF2-40B4-BE49-F238E27FC236}">
                    <a16:creationId xmlns:a16="http://schemas.microsoft.com/office/drawing/2014/main" id="{4679D4E0-5A0A-B34D-AA7C-D7A6E8AE3F8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5" name="Group 132">
              <a:extLst>
                <a:ext uri="{FF2B5EF4-FFF2-40B4-BE49-F238E27FC236}">
                  <a16:creationId xmlns:a16="http://schemas.microsoft.com/office/drawing/2014/main" id="{73C52904-5489-6E4E-8226-879A26291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5025" y="2989263"/>
              <a:ext cx="325438" cy="261937"/>
              <a:chOff x="-44" y="1473"/>
              <a:chExt cx="981" cy="1105"/>
            </a:xfrm>
          </p:grpSpPr>
          <p:pic>
            <p:nvPicPr>
              <p:cNvPr id="246" name="Picture 133" descr="desktop_computer_stylized_medium">
                <a:extLst>
                  <a:ext uri="{FF2B5EF4-FFF2-40B4-BE49-F238E27FC236}">
                    <a16:creationId xmlns:a16="http://schemas.microsoft.com/office/drawing/2014/main" id="{E7C23640-AF67-8245-9B29-88C1A9B166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7" name="Freeform 134">
                <a:extLst>
                  <a:ext uri="{FF2B5EF4-FFF2-40B4-BE49-F238E27FC236}">
                    <a16:creationId xmlns:a16="http://schemas.microsoft.com/office/drawing/2014/main" id="{CDD2AFE9-4A15-5147-897C-7BE6039DB5A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46FF0-227C-5ADA-91D3-52A2BC8A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D8823D-7E77-4B55-FE2C-9506E4102670}"/>
              </a:ext>
            </a:extLst>
          </p:cNvPr>
          <p:cNvSpPr txBox="1">
            <a:spLocks noChangeArrowheads="1"/>
          </p:cNvSpPr>
          <p:nvPr/>
        </p:nvSpPr>
        <p:spPr>
          <a:xfrm>
            <a:off x="4663853" y="6252678"/>
            <a:ext cx="3355517" cy="48085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100" u="sng" dirty="0">
                <a:solidFill>
                  <a:srgbClr val="C00000"/>
                </a:solidFill>
                <a:latin typeface="Calibri" panose="020F0502020204030204"/>
              </a:rPr>
              <a:t>Q: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Could it be strictly P2P?</a:t>
            </a:r>
          </a:p>
        </p:txBody>
      </p:sp>
    </p:spTree>
    <p:extLst>
      <p:ext uri="{BB962C8B-B14F-4D97-AF65-F5344CB8AC3E}">
        <p14:creationId xmlns:p14="http://schemas.microsoft.com/office/powerpoint/2010/main" val="1506141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BitTorrent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6FE0E5-9312-062C-145B-0EC07D0C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BitTorrent: requesting, sending file chunks</a:t>
            </a:r>
          </a:p>
        </p:txBody>
      </p:sp>
      <p:sp>
        <p:nvSpPr>
          <p:cNvPr id="85" name="Rectangle 4">
            <a:extLst>
              <a:ext uri="{FF2B5EF4-FFF2-40B4-BE49-F238E27FC236}">
                <a16:creationId xmlns:a16="http://schemas.microsoft.com/office/drawing/2014/main" id="{ABE3BA82-1C3D-064A-9166-C67DC2170C39}"/>
              </a:ext>
            </a:extLst>
          </p:cNvPr>
          <p:cNvSpPr txBox="1">
            <a:spLocks noChangeArrowheads="1"/>
          </p:cNvSpPr>
          <p:nvPr/>
        </p:nvSpPr>
        <p:spPr>
          <a:xfrm>
            <a:off x="599018" y="2282315"/>
            <a:ext cx="3390900" cy="3088481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906" indent="0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CC0000"/>
                </a:solidFill>
                <a:latin typeface="Calibri" panose="020F0502020204030204"/>
              </a:rPr>
              <a:t>Requesting chunks:</a:t>
            </a:r>
          </a:p>
          <a:p>
            <a:pPr marL="304800" indent="-207169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at any given time, different peers have different subsets of file chunks</a:t>
            </a:r>
          </a:p>
          <a:p>
            <a:pPr marL="304800" indent="-207169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periodically, Alice asks each peer for list of chunks that they have</a:t>
            </a:r>
          </a:p>
          <a:p>
            <a:pPr marL="304800" indent="-207169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Alice requests missing chunks from peers, rarest first</a:t>
            </a:r>
          </a:p>
        </p:txBody>
      </p:sp>
      <p:sp>
        <p:nvSpPr>
          <p:cNvPr id="86" name="Rectangle 6">
            <a:extLst>
              <a:ext uri="{FF2B5EF4-FFF2-40B4-BE49-F238E27FC236}">
                <a16:creationId xmlns:a16="http://schemas.microsoft.com/office/drawing/2014/main" id="{5CFA8E56-2FAA-FC49-B7B7-8A06FD9D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454" y="2208705"/>
            <a:ext cx="4286249" cy="377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1906" indent="0" defTabSz="685800"/>
            <a:r>
              <a:rPr lang="en-US" altLang="en-US" sz="2400" dirty="0">
                <a:solidFill>
                  <a:srgbClr val="CC0000"/>
                </a:solidFill>
                <a:latin typeface="Calibri" panose="020F0502020204030204"/>
              </a:rPr>
              <a:t>Sending chunks: tit-for-tat</a:t>
            </a:r>
          </a:p>
          <a:p>
            <a:pPr marL="304800" indent="-255985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Alice sends chunks to those four peers currently sending her chunks 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at highest rate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510779" lvl="1" indent="-167879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other peers are choked by Alice (do not receive chunks from her)</a:t>
            </a:r>
          </a:p>
          <a:p>
            <a:pPr marL="510779" lvl="1" indent="-167879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re-evaluate top 4 every10 secs</a:t>
            </a:r>
          </a:p>
          <a:p>
            <a:pPr marL="353616" indent="-255985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every 30 secs: randomly select another peer, starts sending chunks</a:t>
            </a:r>
          </a:p>
          <a:p>
            <a:pPr marL="510779" lvl="1" indent="-167879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“optimistically unchoke” this peer</a:t>
            </a:r>
          </a:p>
          <a:p>
            <a:pPr marL="510779" lvl="1" indent="-167879" defTabSz="685800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newly chosen peer may join top 4</a:t>
            </a:r>
          </a:p>
          <a:p>
            <a:pPr marL="257175" indent="-257175" defTabSz="685800">
              <a:buClr>
                <a:srgbClr val="000099"/>
              </a:buClr>
              <a:buFont typeface="Wingdings" pitchFamily="2" charset="2"/>
              <a:buChar char="§"/>
            </a:pPr>
            <a:endParaRPr lang="en-US" altLang="en-US" sz="1500" dirty="0">
              <a:solidFill>
                <a:prstClr val="black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3D5C6DE-36A7-910E-6040-C2BB6CCC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658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BitTorrent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90B36-82AB-2929-CC09-1F577E435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BitTorrent: tit-for-tat</a:t>
            </a:r>
          </a:p>
        </p:txBody>
      </p:sp>
      <p:pic>
        <p:nvPicPr>
          <p:cNvPr id="7" name="Picture 13" descr="Alice">
            <a:extLst>
              <a:ext uri="{FF2B5EF4-FFF2-40B4-BE49-F238E27FC236}">
                <a16:creationId xmlns:a16="http://schemas.microsoft.com/office/drawing/2014/main" id="{8741BF70-C5D5-9A4F-93C1-15959E9C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597" y="5006657"/>
            <a:ext cx="421481" cy="52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5">
            <a:extLst>
              <a:ext uri="{FF2B5EF4-FFF2-40B4-BE49-F238E27FC236}">
                <a16:creationId xmlns:a16="http://schemas.microsoft.com/office/drawing/2014/main" id="{EC6F316B-7159-F14D-8C61-058945C987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96512" y="4261326"/>
            <a:ext cx="1104900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85312597-E60F-8D4C-A9EB-F6893D4851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7271" y="4880451"/>
            <a:ext cx="723900" cy="285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Line 17">
            <a:extLst>
              <a:ext uri="{FF2B5EF4-FFF2-40B4-BE49-F238E27FC236}">
                <a16:creationId xmlns:a16="http://schemas.microsoft.com/office/drawing/2014/main" id="{792D9181-0B03-BC4F-899D-82D2EA8580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63287" y="4966176"/>
            <a:ext cx="447675" cy="781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2D784DE7-BFF3-9C40-B976-5BA78149FD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5462" y="3604101"/>
            <a:ext cx="314325" cy="485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Line 20">
            <a:extLst>
              <a:ext uri="{FF2B5EF4-FFF2-40B4-BE49-F238E27FC236}">
                <a16:creationId xmlns:a16="http://schemas.microsoft.com/office/drawing/2014/main" id="{A1C1198D-163B-9148-9612-0787A145D3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01662" y="4042251"/>
            <a:ext cx="59055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Line 21">
            <a:extLst>
              <a:ext uri="{FF2B5EF4-FFF2-40B4-BE49-F238E27FC236}">
                <a16:creationId xmlns:a16="http://schemas.microsoft.com/office/drawing/2014/main" id="{C2DCB036-D113-5443-8F3C-DF1496779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1662" y="4394676"/>
            <a:ext cx="447675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Picture 22" descr="Bob">
            <a:extLst>
              <a:ext uri="{FF2B5EF4-FFF2-40B4-BE49-F238E27FC236}">
                <a16:creationId xmlns:a16="http://schemas.microsoft.com/office/drawing/2014/main" id="{A84998C7-BF5D-E24D-8A4A-8765DDF4B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603" y="4578032"/>
            <a:ext cx="507206" cy="51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23">
            <a:extLst>
              <a:ext uri="{FF2B5EF4-FFF2-40B4-BE49-F238E27FC236}">
                <a16:creationId xmlns:a16="http://schemas.microsoft.com/office/drawing/2014/main" id="{26116A51-4E13-DE4D-96FD-9486C5FBFE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9562" y="4242276"/>
            <a:ext cx="1076325" cy="361950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5E5EFBCB-9F3E-F141-A779-E04A3C86C9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49087" y="4308951"/>
            <a:ext cx="1047750" cy="3524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FD13D6CC-D7F1-884F-8F51-9C419483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7662" y="4385151"/>
            <a:ext cx="1028700" cy="3619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Box 26">
            <a:extLst>
              <a:ext uri="{FF2B5EF4-FFF2-40B4-BE49-F238E27FC236}">
                <a16:creationId xmlns:a16="http://schemas.microsoft.com/office/drawing/2014/main" id="{DACC5EA5-F1C3-BD42-A042-51775E5F6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10" y="2088945"/>
            <a:ext cx="36051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(1) Alice “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optimistically unchokes” Bob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Box 27">
            <a:extLst>
              <a:ext uri="{FF2B5EF4-FFF2-40B4-BE49-F238E27FC236}">
                <a16:creationId xmlns:a16="http://schemas.microsoft.com/office/drawing/2014/main" id="{DE11FF06-2EB6-DE4E-9955-89EC60B61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72" y="2406336"/>
            <a:ext cx="63203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(2) Alice becomes one of Bob’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s top-four providers; Bob reciprocates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Box 28">
            <a:extLst>
              <a:ext uri="{FF2B5EF4-FFF2-40B4-BE49-F238E27FC236}">
                <a16:creationId xmlns:a16="http://schemas.microsoft.com/office/drawing/2014/main" id="{16606440-1C32-3D4E-A1E4-E55876C8B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18" y="2715903"/>
            <a:ext cx="463607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(3) Bob becomes one of Alice’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</a:rPr>
              <a:t>s top-four providers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F65951EA-D399-4948-A91F-C888B7CDF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503" y="5126741"/>
            <a:ext cx="3673042" cy="646331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</a:pP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higher upload rate: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 find better trading partners, get file faster !</a:t>
            </a:r>
          </a:p>
        </p:txBody>
      </p:sp>
      <p:grpSp>
        <p:nvGrpSpPr>
          <p:cNvPr id="22" name="Group 52">
            <a:extLst>
              <a:ext uri="{FF2B5EF4-FFF2-40B4-BE49-F238E27FC236}">
                <a16:creationId xmlns:a16="http://schemas.microsoft.com/office/drawing/2014/main" id="{65490274-4BA6-774A-B416-07955688B60F}"/>
              </a:ext>
            </a:extLst>
          </p:cNvPr>
          <p:cNvGrpSpPr>
            <a:grpSpLocks/>
          </p:cNvGrpSpPr>
          <p:nvPr/>
        </p:nvGrpSpPr>
        <p:grpSpPr bwMode="auto">
          <a:xfrm>
            <a:off x="1702440" y="4884023"/>
            <a:ext cx="571500" cy="564356"/>
            <a:chOff x="-44" y="1473"/>
            <a:chExt cx="981" cy="1105"/>
          </a:xfrm>
        </p:grpSpPr>
        <p:pic>
          <p:nvPicPr>
            <p:cNvPr id="23" name="Picture 53" descr="desktop_computer_stylized_medium">
              <a:extLst>
                <a:ext uri="{FF2B5EF4-FFF2-40B4-BE49-F238E27FC236}">
                  <a16:creationId xmlns:a16="http://schemas.microsoft.com/office/drawing/2014/main" id="{72C8D70E-1AE3-CB40-AFD6-460B761828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E4AA1D2E-1517-8A4B-AB9B-C7191BBEA3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5" name="Group 55">
            <a:extLst>
              <a:ext uri="{FF2B5EF4-FFF2-40B4-BE49-F238E27FC236}">
                <a16:creationId xmlns:a16="http://schemas.microsoft.com/office/drawing/2014/main" id="{B5877426-113E-4645-9901-821F444D3C78}"/>
              </a:ext>
            </a:extLst>
          </p:cNvPr>
          <p:cNvGrpSpPr>
            <a:grpSpLocks/>
          </p:cNvGrpSpPr>
          <p:nvPr/>
        </p:nvGrpSpPr>
        <p:grpSpPr bwMode="auto">
          <a:xfrm>
            <a:off x="2223934" y="5455523"/>
            <a:ext cx="571500" cy="564356"/>
            <a:chOff x="-44" y="1473"/>
            <a:chExt cx="981" cy="1105"/>
          </a:xfrm>
        </p:grpSpPr>
        <p:pic>
          <p:nvPicPr>
            <p:cNvPr id="26" name="Picture 56" descr="desktop_computer_stylized_medium">
              <a:extLst>
                <a:ext uri="{FF2B5EF4-FFF2-40B4-BE49-F238E27FC236}">
                  <a16:creationId xmlns:a16="http://schemas.microsoft.com/office/drawing/2014/main" id="{ED1A5E6B-965E-454E-9989-4DEC33639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DD6D3C44-22E2-B449-9FDA-221947FA5E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8" name="Group 58">
            <a:extLst>
              <a:ext uri="{FF2B5EF4-FFF2-40B4-BE49-F238E27FC236}">
                <a16:creationId xmlns:a16="http://schemas.microsoft.com/office/drawing/2014/main" id="{0E9167DB-CB01-E04A-946E-D0BD377ECA5A}"/>
              </a:ext>
            </a:extLst>
          </p:cNvPr>
          <p:cNvGrpSpPr>
            <a:grpSpLocks/>
          </p:cNvGrpSpPr>
          <p:nvPr/>
        </p:nvGrpSpPr>
        <p:grpSpPr bwMode="auto">
          <a:xfrm>
            <a:off x="1338109" y="4043442"/>
            <a:ext cx="571500" cy="564356"/>
            <a:chOff x="-44" y="1473"/>
            <a:chExt cx="981" cy="1105"/>
          </a:xfrm>
        </p:grpSpPr>
        <p:pic>
          <p:nvPicPr>
            <p:cNvPr id="29" name="Picture 59" descr="desktop_computer_stylized_medium">
              <a:extLst>
                <a:ext uri="{FF2B5EF4-FFF2-40B4-BE49-F238E27FC236}">
                  <a16:creationId xmlns:a16="http://schemas.microsoft.com/office/drawing/2014/main" id="{3FC86540-2AE3-6C45-A57C-8C7A57DEE8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60">
              <a:extLst>
                <a:ext uri="{FF2B5EF4-FFF2-40B4-BE49-F238E27FC236}">
                  <a16:creationId xmlns:a16="http://schemas.microsoft.com/office/drawing/2014/main" id="{7D582964-4BDA-5043-B12E-8CB52E1A4AA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1" name="Group 61">
            <a:extLst>
              <a:ext uri="{FF2B5EF4-FFF2-40B4-BE49-F238E27FC236}">
                <a16:creationId xmlns:a16="http://schemas.microsoft.com/office/drawing/2014/main" id="{AC057CF7-B165-FC49-A311-D35170CD591D}"/>
              </a:ext>
            </a:extLst>
          </p:cNvPr>
          <p:cNvGrpSpPr>
            <a:grpSpLocks/>
          </p:cNvGrpSpPr>
          <p:nvPr/>
        </p:nvGrpSpPr>
        <p:grpSpPr bwMode="auto">
          <a:xfrm>
            <a:off x="2810912" y="4443492"/>
            <a:ext cx="571500" cy="564356"/>
            <a:chOff x="-44" y="1473"/>
            <a:chExt cx="981" cy="1105"/>
          </a:xfrm>
        </p:grpSpPr>
        <p:pic>
          <p:nvPicPr>
            <p:cNvPr id="32" name="Picture 62" descr="desktop_computer_stylized_medium">
              <a:extLst>
                <a:ext uri="{FF2B5EF4-FFF2-40B4-BE49-F238E27FC236}">
                  <a16:creationId xmlns:a16="http://schemas.microsoft.com/office/drawing/2014/main" id="{18C1044E-BABC-1349-9269-834754B686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63">
              <a:extLst>
                <a:ext uri="{FF2B5EF4-FFF2-40B4-BE49-F238E27FC236}">
                  <a16:creationId xmlns:a16="http://schemas.microsoft.com/office/drawing/2014/main" id="{78C58B97-061E-EA4D-AA38-0150EABAF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4" name="Group 64">
            <a:extLst>
              <a:ext uri="{FF2B5EF4-FFF2-40B4-BE49-F238E27FC236}">
                <a16:creationId xmlns:a16="http://schemas.microsoft.com/office/drawing/2014/main" id="{8374CADC-5475-174C-A033-E425F815732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456480" y="4386342"/>
            <a:ext cx="571500" cy="564356"/>
            <a:chOff x="-44" y="1473"/>
            <a:chExt cx="981" cy="1105"/>
          </a:xfrm>
        </p:grpSpPr>
        <p:pic>
          <p:nvPicPr>
            <p:cNvPr id="35" name="Picture 65" descr="desktop_computer_stylized_medium">
              <a:extLst>
                <a:ext uri="{FF2B5EF4-FFF2-40B4-BE49-F238E27FC236}">
                  <a16:creationId xmlns:a16="http://schemas.microsoft.com/office/drawing/2014/main" id="{E829CC9A-8A66-4B4E-9FF3-CEAE73497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Freeform 66">
              <a:extLst>
                <a:ext uri="{FF2B5EF4-FFF2-40B4-BE49-F238E27FC236}">
                  <a16:creationId xmlns:a16="http://schemas.microsoft.com/office/drawing/2014/main" id="{BE509D07-5156-594C-9BF4-2A36E639DB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7" name="Group 67">
            <a:extLst>
              <a:ext uri="{FF2B5EF4-FFF2-40B4-BE49-F238E27FC236}">
                <a16:creationId xmlns:a16="http://schemas.microsoft.com/office/drawing/2014/main" id="{BFB32E89-5273-0E4F-AB0A-3A5BD887062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569590" y="3757692"/>
            <a:ext cx="571500" cy="564356"/>
            <a:chOff x="-44" y="1473"/>
            <a:chExt cx="981" cy="1105"/>
          </a:xfrm>
        </p:grpSpPr>
        <p:pic>
          <p:nvPicPr>
            <p:cNvPr id="38" name="Picture 68" descr="desktop_computer_stylized_medium">
              <a:extLst>
                <a:ext uri="{FF2B5EF4-FFF2-40B4-BE49-F238E27FC236}">
                  <a16:creationId xmlns:a16="http://schemas.microsoft.com/office/drawing/2014/main" id="{7E65096A-F8A7-654C-9729-36316DFF5B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Freeform 69">
              <a:extLst>
                <a:ext uri="{FF2B5EF4-FFF2-40B4-BE49-F238E27FC236}">
                  <a16:creationId xmlns:a16="http://schemas.microsoft.com/office/drawing/2014/main" id="{FE95B6B4-20A8-EF43-BAAF-C599F2F3BC1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0" name="Group 70">
            <a:extLst>
              <a:ext uri="{FF2B5EF4-FFF2-40B4-BE49-F238E27FC236}">
                <a16:creationId xmlns:a16="http://schemas.microsoft.com/office/drawing/2014/main" id="{C47D9ABE-3F3C-2147-9673-332BCE8C2E7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275505" y="3292157"/>
            <a:ext cx="571500" cy="564356"/>
            <a:chOff x="-44" y="1473"/>
            <a:chExt cx="981" cy="1105"/>
          </a:xfrm>
        </p:grpSpPr>
        <p:pic>
          <p:nvPicPr>
            <p:cNvPr id="41" name="Picture 71" descr="desktop_computer_stylized_medium">
              <a:extLst>
                <a:ext uri="{FF2B5EF4-FFF2-40B4-BE49-F238E27FC236}">
                  <a16:creationId xmlns:a16="http://schemas.microsoft.com/office/drawing/2014/main" id="{E0B0EA6D-DC65-F345-866C-FF8D43D27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72">
              <a:extLst>
                <a:ext uri="{FF2B5EF4-FFF2-40B4-BE49-F238E27FC236}">
                  <a16:creationId xmlns:a16="http://schemas.microsoft.com/office/drawing/2014/main" id="{4B8179CA-F544-1947-AB02-D4AFC3D0110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3" name="Group 74">
            <a:extLst>
              <a:ext uri="{FF2B5EF4-FFF2-40B4-BE49-F238E27FC236}">
                <a16:creationId xmlns:a16="http://schemas.microsoft.com/office/drawing/2014/main" id="{3AAB7190-C86B-6B40-A2D8-F0FAFE0A25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583753" y="4035107"/>
            <a:ext cx="571500" cy="564356"/>
            <a:chOff x="-44" y="1473"/>
            <a:chExt cx="981" cy="1105"/>
          </a:xfrm>
        </p:grpSpPr>
        <p:pic>
          <p:nvPicPr>
            <p:cNvPr id="44" name="Picture 75" descr="desktop_computer_stylized_medium">
              <a:extLst>
                <a:ext uri="{FF2B5EF4-FFF2-40B4-BE49-F238E27FC236}">
                  <a16:creationId xmlns:a16="http://schemas.microsoft.com/office/drawing/2014/main" id="{E10FCAF4-5DCA-C147-944D-68091F53F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76">
              <a:extLst>
                <a:ext uri="{FF2B5EF4-FFF2-40B4-BE49-F238E27FC236}">
                  <a16:creationId xmlns:a16="http://schemas.microsoft.com/office/drawing/2014/main" id="{ED9B8D15-5F2D-AE4E-95C9-E1F0A26E1BF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6" name="Group 80">
            <a:extLst>
              <a:ext uri="{FF2B5EF4-FFF2-40B4-BE49-F238E27FC236}">
                <a16:creationId xmlns:a16="http://schemas.microsoft.com/office/drawing/2014/main" id="{76F60E48-C369-D742-9AC3-453C2EB2296B}"/>
              </a:ext>
            </a:extLst>
          </p:cNvPr>
          <p:cNvGrpSpPr>
            <a:grpSpLocks/>
          </p:cNvGrpSpPr>
          <p:nvPr/>
        </p:nvGrpSpPr>
        <p:grpSpPr bwMode="auto">
          <a:xfrm>
            <a:off x="4418255" y="3161188"/>
            <a:ext cx="571500" cy="883444"/>
            <a:chOff x="4746" y="1528"/>
            <a:chExt cx="480" cy="742"/>
          </a:xfrm>
        </p:grpSpPr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713595DD-629E-964F-90C7-0E04B74B2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4" y="1962"/>
              <a:ext cx="2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8" name="Group 77">
              <a:extLst>
                <a:ext uri="{FF2B5EF4-FFF2-40B4-BE49-F238E27FC236}">
                  <a16:creationId xmlns:a16="http://schemas.microsoft.com/office/drawing/2014/main" id="{AD97E688-C674-9D46-B533-DA6C65ECA57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id="49" name="Picture 78" descr="desktop_computer_stylized_medium">
                <a:extLst>
                  <a:ext uri="{FF2B5EF4-FFF2-40B4-BE49-F238E27FC236}">
                    <a16:creationId xmlns:a16="http://schemas.microsoft.com/office/drawing/2014/main" id="{A710A2EC-D64C-6A4F-A921-3C453CCA3D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" name="Freeform 79">
                <a:extLst>
                  <a:ext uri="{FF2B5EF4-FFF2-40B4-BE49-F238E27FC236}">
                    <a16:creationId xmlns:a16="http://schemas.microsoft.com/office/drawing/2014/main" id="{AEBDADBC-EFC3-B643-B7C3-E2DB8819FDC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51" name="Group 87">
            <a:extLst>
              <a:ext uri="{FF2B5EF4-FFF2-40B4-BE49-F238E27FC236}">
                <a16:creationId xmlns:a16="http://schemas.microsoft.com/office/drawing/2014/main" id="{C55F25CE-5FFF-CB47-A09A-CEBC929646BA}"/>
              </a:ext>
            </a:extLst>
          </p:cNvPr>
          <p:cNvGrpSpPr>
            <a:grpSpLocks/>
          </p:cNvGrpSpPr>
          <p:nvPr/>
        </p:nvGrpSpPr>
        <p:grpSpPr bwMode="auto">
          <a:xfrm>
            <a:off x="2235840" y="3527901"/>
            <a:ext cx="834628" cy="914400"/>
            <a:chOff x="4779" y="2386"/>
            <a:chExt cx="701" cy="768"/>
          </a:xfrm>
        </p:grpSpPr>
        <p:sp>
          <p:nvSpPr>
            <p:cNvPr id="52" name="Line 46">
              <a:extLst>
                <a:ext uri="{FF2B5EF4-FFF2-40B4-BE49-F238E27FC236}">
                  <a16:creationId xmlns:a16="http://schemas.microsoft.com/office/drawing/2014/main" id="{8CEC77D4-CDB3-A04E-93BD-09A60C76B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2812"/>
              <a:ext cx="241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3" name="Group 84">
              <a:extLst>
                <a:ext uri="{FF2B5EF4-FFF2-40B4-BE49-F238E27FC236}">
                  <a16:creationId xmlns:a16="http://schemas.microsoft.com/office/drawing/2014/main" id="{39CD941B-F7CC-0249-91C8-8CDBC22385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id="54" name="Picture 85" descr="desktop_computer_stylized_medium">
                <a:extLst>
                  <a:ext uri="{FF2B5EF4-FFF2-40B4-BE49-F238E27FC236}">
                    <a16:creationId xmlns:a16="http://schemas.microsoft.com/office/drawing/2014/main" id="{0384D9E6-2AF2-1444-833F-1ACDCE8105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" name="Freeform 86">
                <a:extLst>
                  <a:ext uri="{FF2B5EF4-FFF2-40B4-BE49-F238E27FC236}">
                    <a16:creationId xmlns:a16="http://schemas.microsoft.com/office/drawing/2014/main" id="{140BEEB3-51A1-3146-AD4E-D014FC9826D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4A11E91-3E03-4BD8-7FD5-336DD4F3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0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BitTorrent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90B36-82AB-2929-CC09-1F577E435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BitTorrent Header Format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4A11E91-3E03-4BD8-7FD5-336DD4F3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858E4-0F38-6189-477A-67B73E0A52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656"/>
          <a:stretch/>
        </p:blipFill>
        <p:spPr>
          <a:xfrm>
            <a:off x="1638088" y="2372811"/>
            <a:ext cx="6073363" cy="352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27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Domain Name System DNS</a:t>
            </a:r>
          </a:p>
          <a:p>
            <a:pPr lvl="1"/>
            <a:r>
              <a:rPr lang="en-US" altLang="zh-CN" dirty="0"/>
              <a:t>DNS Organization/Structure</a:t>
            </a:r>
          </a:p>
          <a:p>
            <a:pPr lvl="1"/>
            <a:r>
              <a:rPr lang="en-US" altLang="zh-CN" dirty="0"/>
              <a:t>DNS Protocol </a:t>
            </a:r>
          </a:p>
          <a:p>
            <a:r>
              <a:rPr lang="en-US" altLang="zh-CN" dirty="0"/>
              <a:t>BitTorrent</a:t>
            </a:r>
          </a:p>
          <a:p>
            <a:pPr lvl="1"/>
            <a:r>
              <a:rPr lang="en-US" altLang="zh-CN" dirty="0"/>
              <a:t>BitTorrent Organization/Structure</a:t>
            </a:r>
          </a:p>
          <a:p>
            <a:pPr lvl="1"/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BitTorrent Protocol (not required)*</a:t>
            </a:r>
          </a:p>
          <a:p>
            <a:r>
              <a:rPr lang="en-US" altLang="zh-CN" dirty="0"/>
              <a:t>Client-Server vs P2P</a:t>
            </a:r>
          </a:p>
          <a:p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Security (discussion)*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89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Client-server vs P2P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Peer-to-peer (P2P)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reeform 370">
            <a:extLst>
              <a:ext uri="{FF2B5EF4-FFF2-40B4-BE49-F238E27FC236}">
                <a16:creationId xmlns:a16="http://schemas.microsoft.com/office/drawing/2014/main" id="{BDFA81A2-09C9-5D53-EE0E-0005857E2AA2}"/>
              </a:ext>
            </a:extLst>
          </p:cNvPr>
          <p:cNvSpPr/>
          <p:nvPr/>
        </p:nvSpPr>
        <p:spPr>
          <a:xfrm>
            <a:off x="6738892" y="3329812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73E8D45D-CCD6-6A9C-8FCD-C574AEBEE99D}"/>
              </a:ext>
            </a:extLst>
          </p:cNvPr>
          <p:cNvSpPr>
            <a:spLocks/>
          </p:cNvSpPr>
          <p:nvPr/>
        </p:nvSpPr>
        <p:spPr bwMode="auto">
          <a:xfrm>
            <a:off x="5455557" y="2400004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Rectangle 419">
            <a:extLst>
              <a:ext uri="{FF2B5EF4-FFF2-40B4-BE49-F238E27FC236}">
                <a16:creationId xmlns:a16="http://schemas.microsoft.com/office/drawing/2014/main" id="{251D6719-5AE7-9D49-20D2-0D34793AD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306" y="3695287"/>
            <a:ext cx="740249" cy="502217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5" name="AutoShape 420">
            <a:extLst>
              <a:ext uri="{FF2B5EF4-FFF2-40B4-BE49-F238E27FC236}">
                <a16:creationId xmlns:a16="http://schemas.microsoft.com/office/drawing/2014/main" id="{70F08B00-6543-439B-43B1-197AD10C7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13" y="3497416"/>
            <a:ext cx="1094184" cy="238388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Freeform 427">
            <a:extLst>
              <a:ext uri="{FF2B5EF4-FFF2-40B4-BE49-F238E27FC236}">
                <a16:creationId xmlns:a16="http://schemas.microsoft.com/office/drawing/2014/main" id="{330E4EE2-6B8C-3954-9CAF-88FE5F2780CE}"/>
              </a:ext>
            </a:extLst>
          </p:cNvPr>
          <p:cNvSpPr>
            <a:spLocks/>
          </p:cNvSpPr>
          <p:nvPr/>
        </p:nvSpPr>
        <p:spPr bwMode="auto">
          <a:xfrm>
            <a:off x="5784301" y="4542829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Box 580">
            <a:extLst>
              <a:ext uri="{FF2B5EF4-FFF2-40B4-BE49-F238E27FC236}">
                <a16:creationId xmlns:a16="http://schemas.microsoft.com/office/drawing/2014/main" id="{E67DD44A-7301-D078-92AD-BAB76FB2D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2146824"/>
            <a:ext cx="104868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mobile network</a:t>
            </a:r>
          </a:p>
        </p:txBody>
      </p:sp>
      <p:sp>
        <p:nvSpPr>
          <p:cNvPr id="18" name="Text Box 580">
            <a:extLst>
              <a:ext uri="{FF2B5EF4-FFF2-40B4-BE49-F238E27FC236}">
                <a16:creationId xmlns:a16="http://schemas.microsoft.com/office/drawing/2014/main" id="{A6D7E90F-980B-028D-C1F9-031FF7114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4174420"/>
            <a:ext cx="1466735" cy="22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home network</a:t>
            </a:r>
          </a:p>
        </p:txBody>
      </p:sp>
      <p:sp>
        <p:nvSpPr>
          <p:cNvPr id="19" name="Text Box 580">
            <a:extLst>
              <a:ext uri="{FF2B5EF4-FFF2-40B4-BE49-F238E27FC236}">
                <a16:creationId xmlns:a16="http://schemas.microsoft.com/office/drawing/2014/main" id="{6B3E61B1-5863-DC02-0B2F-B9C725A04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1" y="5365310"/>
            <a:ext cx="946093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enterprise</a:t>
            </a:r>
          </a:p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          network</a:t>
            </a:r>
          </a:p>
        </p:txBody>
      </p:sp>
      <p:sp>
        <p:nvSpPr>
          <p:cNvPr id="20" name="Freeform 371">
            <a:extLst>
              <a:ext uri="{FF2B5EF4-FFF2-40B4-BE49-F238E27FC236}">
                <a16:creationId xmlns:a16="http://schemas.microsoft.com/office/drawing/2014/main" id="{A738B035-C735-D593-2443-BFF3581F5475}"/>
              </a:ext>
            </a:extLst>
          </p:cNvPr>
          <p:cNvSpPr/>
          <p:nvPr/>
        </p:nvSpPr>
        <p:spPr>
          <a:xfrm>
            <a:off x="7666610" y="3415133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15543A-E49F-E028-4ABB-71476ECC6D15}"/>
              </a:ext>
            </a:extLst>
          </p:cNvPr>
          <p:cNvGrpSpPr/>
          <p:nvPr/>
        </p:nvGrpSpPr>
        <p:grpSpPr>
          <a:xfrm>
            <a:off x="8128275" y="3976516"/>
            <a:ext cx="515545" cy="541161"/>
            <a:chOff x="5203089" y="1751190"/>
            <a:chExt cx="858331" cy="662414"/>
          </a:xfrm>
        </p:grpSpPr>
        <p:sp>
          <p:nvSpPr>
            <p:cNvPr id="22" name="Freeform 381">
              <a:extLst>
                <a:ext uri="{FF2B5EF4-FFF2-40B4-BE49-F238E27FC236}">
                  <a16:creationId xmlns:a16="http://schemas.microsoft.com/office/drawing/2014/main" id="{79802654-1844-8E8B-2972-70B940C4075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" name="Freeform 382">
              <a:extLst>
                <a:ext uri="{FF2B5EF4-FFF2-40B4-BE49-F238E27FC236}">
                  <a16:creationId xmlns:a16="http://schemas.microsoft.com/office/drawing/2014/main" id="{A4FC3C67-AA73-383B-3BDF-94B124E111B2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FF7F06-2B6C-3E2E-E7EA-DAB2AB56D1CC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BAC667-9FA6-ABFC-11DD-8DD0D09A6FB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A1F3826-5D4E-2D88-6899-D1BDB3A7B3E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32425AB-E4C8-4A24-1A5C-1D15635084EC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B1E4544-633E-7E06-74FB-7BE11F30E89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D9A89A-0BA2-E36A-C27D-792EC21B6660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3F2259-627F-6CDE-C78E-58471F2624C4}"/>
              </a:ext>
            </a:extLst>
          </p:cNvPr>
          <p:cNvGrpSpPr/>
          <p:nvPr/>
        </p:nvGrpSpPr>
        <p:grpSpPr>
          <a:xfrm>
            <a:off x="8078379" y="3426106"/>
            <a:ext cx="445960" cy="486252"/>
            <a:chOff x="5203089" y="1751190"/>
            <a:chExt cx="858331" cy="662414"/>
          </a:xfrm>
        </p:grpSpPr>
        <p:sp>
          <p:nvSpPr>
            <p:cNvPr id="31" name="Freeform 398">
              <a:extLst>
                <a:ext uri="{FF2B5EF4-FFF2-40B4-BE49-F238E27FC236}">
                  <a16:creationId xmlns:a16="http://schemas.microsoft.com/office/drawing/2014/main" id="{AE7847FF-7F3E-58C7-5F99-C33031835EAA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2" name="Freeform 399">
              <a:extLst>
                <a:ext uri="{FF2B5EF4-FFF2-40B4-BE49-F238E27FC236}">
                  <a16:creationId xmlns:a16="http://schemas.microsoft.com/office/drawing/2014/main" id="{14C81761-CB4E-9FB9-42AE-670FCDE9CBE4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F6E19C3-23F5-C37C-CEC4-B8389B2DA6B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EFAD330-BE66-95C8-AEAD-1D98FB22F966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3C198C2-37D2-4713-13A7-ACA550138D03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645C28B-6F8D-DB3A-23A7-72355BDB6F6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883F951-B4B1-E2C0-028B-0A7E23820B7B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2442133-9818-AEF2-FDAF-A9CA452DC81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Freeform 561">
            <a:extLst>
              <a:ext uri="{FF2B5EF4-FFF2-40B4-BE49-F238E27FC236}">
                <a16:creationId xmlns:a16="http://schemas.microsoft.com/office/drawing/2014/main" id="{8623CB05-1CDC-AD42-545B-56BDD8CFA65D}"/>
              </a:ext>
            </a:extLst>
          </p:cNvPr>
          <p:cNvSpPr/>
          <p:nvPr/>
        </p:nvSpPr>
        <p:spPr>
          <a:xfrm>
            <a:off x="7155610" y="2367010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CB4B03-6DC7-1588-A3BB-DDC6D3D7979C}"/>
              </a:ext>
            </a:extLst>
          </p:cNvPr>
          <p:cNvSpPr txBox="1"/>
          <p:nvPr/>
        </p:nvSpPr>
        <p:spPr>
          <a:xfrm>
            <a:off x="7070401" y="2418875"/>
            <a:ext cx="1334020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national or global ISP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631FC2-3D67-7D6E-084C-9D4E319B534D}"/>
              </a:ext>
            </a:extLst>
          </p:cNvPr>
          <p:cNvSpPr/>
          <p:nvPr/>
        </p:nvSpPr>
        <p:spPr>
          <a:xfrm>
            <a:off x="6959301" y="3788910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43F97D-E2B3-7C49-E4B6-BD0EF5E3F062}"/>
              </a:ext>
            </a:extLst>
          </p:cNvPr>
          <p:cNvSpPr txBox="1"/>
          <p:nvPr/>
        </p:nvSpPr>
        <p:spPr>
          <a:xfrm>
            <a:off x="6574622" y="3616417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local or regional ISP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BCDBAD-AB98-542A-1116-B215CCCD45EA}"/>
              </a:ext>
            </a:extLst>
          </p:cNvPr>
          <p:cNvSpPr txBox="1"/>
          <p:nvPr/>
        </p:nvSpPr>
        <p:spPr>
          <a:xfrm>
            <a:off x="7547264" y="4201664"/>
            <a:ext cx="67839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content </a:t>
            </a:r>
          </a:p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provider </a:t>
            </a:r>
          </a:p>
          <a:p>
            <a:pPr defTabSz="685800">
              <a:lnSpc>
                <a:spcPct val="90000"/>
              </a:lnSpc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network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E24DF8-E86C-D37F-8E58-3696FE06AF3B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3715572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CC0307F-F944-7F96-91EC-407F302FC55A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3760992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899A36B-CC62-5D9F-72BC-B78DC1FC6B70}"/>
              </a:ext>
            </a:extLst>
          </p:cNvPr>
          <p:cNvCxnSpPr>
            <a:cxnSpLocks/>
          </p:cNvCxnSpPr>
          <p:nvPr/>
        </p:nvCxnSpPr>
        <p:spPr>
          <a:xfrm flipV="1">
            <a:off x="7977673" y="3755544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164AFF3-A2D6-1FD9-92FF-4B7D8D046BE7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3726650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227AE04-849E-4847-E4AE-48CFF858D7DE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4084210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C0234BC-EE07-1806-A09E-5EE835DE93E3}"/>
              </a:ext>
            </a:extLst>
          </p:cNvPr>
          <p:cNvCxnSpPr>
            <a:cxnSpLocks/>
          </p:cNvCxnSpPr>
          <p:nvPr/>
        </p:nvCxnSpPr>
        <p:spPr>
          <a:xfrm flipH="1">
            <a:off x="7421397" y="4096285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6B00881-4776-2994-B324-B441047D41AF}"/>
              </a:ext>
            </a:extLst>
          </p:cNvPr>
          <p:cNvCxnSpPr>
            <a:cxnSpLocks/>
          </p:cNvCxnSpPr>
          <p:nvPr/>
        </p:nvCxnSpPr>
        <p:spPr>
          <a:xfrm flipH="1">
            <a:off x="6914712" y="4096285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6F9DEFC-7308-1D7E-E785-0AE4C6142462}"/>
              </a:ext>
            </a:extLst>
          </p:cNvPr>
          <p:cNvCxnSpPr>
            <a:cxnSpLocks/>
          </p:cNvCxnSpPr>
          <p:nvPr/>
        </p:nvCxnSpPr>
        <p:spPr>
          <a:xfrm flipH="1">
            <a:off x="6957651" y="3661232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86CD536-027A-1E34-435B-01D32A666179}"/>
              </a:ext>
            </a:extLst>
          </p:cNvPr>
          <p:cNvCxnSpPr>
            <a:cxnSpLocks/>
          </p:cNvCxnSpPr>
          <p:nvPr/>
        </p:nvCxnSpPr>
        <p:spPr>
          <a:xfrm>
            <a:off x="7299802" y="3661232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4810AC7-F81E-EE87-4008-CBAEB9B9BE3D}"/>
              </a:ext>
            </a:extLst>
          </p:cNvPr>
          <p:cNvCxnSpPr/>
          <p:nvPr/>
        </p:nvCxnSpPr>
        <p:spPr>
          <a:xfrm>
            <a:off x="7603251" y="3096497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6FA2CC2-17F6-EC00-DCF6-98181D634B71}"/>
              </a:ext>
            </a:extLst>
          </p:cNvPr>
          <p:cNvCxnSpPr>
            <a:cxnSpLocks/>
          </p:cNvCxnSpPr>
          <p:nvPr/>
        </p:nvCxnSpPr>
        <p:spPr>
          <a:xfrm flipH="1">
            <a:off x="7349039" y="3051738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2959DE4-838A-F5A7-4871-11996D4B676C}"/>
              </a:ext>
            </a:extLst>
          </p:cNvPr>
          <p:cNvGrpSpPr/>
          <p:nvPr/>
        </p:nvGrpSpPr>
        <p:grpSpPr>
          <a:xfrm>
            <a:off x="5671679" y="2625972"/>
            <a:ext cx="2684150" cy="2730212"/>
            <a:chOff x="7562238" y="2127325"/>
            <a:chExt cx="3578867" cy="3640283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8EEAC9B-27AE-D2D9-180A-12B5971E298D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90" name="Line 428">
                <a:extLst>
                  <a:ext uri="{FF2B5EF4-FFF2-40B4-BE49-F238E27FC236}">
                    <a16:creationId xmlns:a16="http://schemas.microsoft.com/office/drawing/2014/main" id="{B696F3F5-BDCD-F170-DB6E-29B917777B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1" name="Line 430">
                <a:extLst>
                  <a:ext uri="{FF2B5EF4-FFF2-40B4-BE49-F238E27FC236}">
                    <a16:creationId xmlns:a16="http://schemas.microsoft.com/office/drawing/2014/main" id="{216B45BC-17DB-1463-4FB8-89BDBFDF0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2" name="Line 431">
                <a:extLst>
                  <a:ext uri="{FF2B5EF4-FFF2-40B4-BE49-F238E27FC236}">
                    <a16:creationId xmlns:a16="http://schemas.microsoft.com/office/drawing/2014/main" id="{0A1F7022-A4EF-D8EE-B544-ED0B636DD3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3" name="Line 432">
                <a:extLst>
                  <a:ext uri="{FF2B5EF4-FFF2-40B4-BE49-F238E27FC236}">
                    <a16:creationId xmlns:a16="http://schemas.microsoft.com/office/drawing/2014/main" id="{79C1555B-570E-10AA-04F3-DC81A948A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4" name="Line 433">
                <a:extLst>
                  <a:ext uri="{FF2B5EF4-FFF2-40B4-BE49-F238E27FC236}">
                    <a16:creationId xmlns:a16="http://schemas.microsoft.com/office/drawing/2014/main" id="{609B3F02-024D-A345-01E0-E574D138D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5" name="Line 435">
                <a:extLst>
                  <a:ext uri="{FF2B5EF4-FFF2-40B4-BE49-F238E27FC236}">
                    <a16:creationId xmlns:a16="http://schemas.microsoft.com/office/drawing/2014/main" id="{1277B5CA-F754-B8FD-0959-E409F40275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6" name="Line 436">
                <a:extLst>
                  <a:ext uri="{FF2B5EF4-FFF2-40B4-BE49-F238E27FC236}">
                    <a16:creationId xmlns:a16="http://schemas.microsoft.com/office/drawing/2014/main" id="{8C4447AD-BD1B-411B-EF1D-AB8B5B000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7" name="Line 439">
                <a:extLst>
                  <a:ext uri="{FF2B5EF4-FFF2-40B4-BE49-F238E27FC236}">
                    <a16:creationId xmlns:a16="http://schemas.microsoft.com/office/drawing/2014/main" id="{9D6A990A-8B5A-407E-B1AB-BC3BA6B0D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8" name="Line 440">
                <a:extLst>
                  <a:ext uri="{FF2B5EF4-FFF2-40B4-BE49-F238E27FC236}">
                    <a16:creationId xmlns:a16="http://schemas.microsoft.com/office/drawing/2014/main" id="{F8480B02-2034-5869-4AC4-C64AED60A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9" name="Line 441">
                <a:extLst>
                  <a:ext uri="{FF2B5EF4-FFF2-40B4-BE49-F238E27FC236}">
                    <a16:creationId xmlns:a16="http://schemas.microsoft.com/office/drawing/2014/main" id="{ED8C4FB6-13C7-DD14-5DB5-7A7E10ED13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0" name="Line 443">
                <a:extLst>
                  <a:ext uri="{FF2B5EF4-FFF2-40B4-BE49-F238E27FC236}">
                    <a16:creationId xmlns:a16="http://schemas.microsoft.com/office/drawing/2014/main" id="{625D6EF9-2D32-25DF-336F-5A63F9848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1" name="Line 449">
                <a:extLst>
                  <a:ext uri="{FF2B5EF4-FFF2-40B4-BE49-F238E27FC236}">
                    <a16:creationId xmlns:a16="http://schemas.microsoft.com/office/drawing/2014/main" id="{B71A9207-0FA6-E62D-C58C-1792E2E95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2" name="Line 428">
                <a:extLst>
                  <a:ext uri="{FF2B5EF4-FFF2-40B4-BE49-F238E27FC236}">
                    <a16:creationId xmlns:a16="http://schemas.microsoft.com/office/drawing/2014/main" id="{1521F36B-BB88-C273-A229-0AD5A41EC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" name="Line 440">
                <a:extLst>
                  <a:ext uri="{FF2B5EF4-FFF2-40B4-BE49-F238E27FC236}">
                    <a16:creationId xmlns:a16="http://schemas.microsoft.com/office/drawing/2014/main" id="{3E7E3C1A-8E5C-51C9-A2A6-C9BD56BF3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9B58B4B-D32D-40CF-0917-19A98AFB1773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0019B672-2BD2-3106-3664-66058411C858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816849E-A5D2-AB60-87BB-90A1EB3614A5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65E0B674-2006-3144-0445-9E6EE623AA6F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C49254D1-5145-FBB9-0169-4855C8E50287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511BE325-10E1-AE8D-F0D9-C319172DFE17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732FD734-9688-17C2-977D-D97C8AED8235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EDFB75E-5C5F-7C09-6833-CB1C0AA98E90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Line 541">
                <a:extLst>
                  <a:ext uri="{FF2B5EF4-FFF2-40B4-BE49-F238E27FC236}">
                    <a16:creationId xmlns:a16="http://schemas.microsoft.com/office/drawing/2014/main" id="{0423F3C3-1E05-4DEB-3950-D28281F6E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3" name="Line 424">
                <a:extLst>
                  <a:ext uri="{FF2B5EF4-FFF2-40B4-BE49-F238E27FC236}">
                    <a16:creationId xmlns:a16="http://schemas.microsoft.com/office/drawing/2014/main" id="{5914A12D-952A-8EB0-5424-C5EEF9E51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86" name="Picture 778" descr="antenna_radiation_stylized">
              <a:extLst>
                <a:ext uri="{FF2B5EF4-FFF2-40B4-BE49-F238E27FC236}">
                  <a16:creationId xmlns:a16="http://schemas.microsoft.com/office/drawing/2014/main" id="{0DC02E87-E2E4-02D1-A7FB-2C4926001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781" descr="antenna_radiation_stylized">
              <a:extLst>
                <a:ext uri="{FF2B5EF4-FFF2-40B4-BE49-F238E27FC236}">
                  <a16:creationId xmlns:a16="http://schemas.microsoft.com/office/drawing/2014/main" id="{BE87EED2-120F-7F3B-3EFD-720A669D9B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799" descr="cell_tower_radiation copy">
              <a:extLst>
                <a:ext uri="{FF2B5EF4-FFF2-40B4-BE49-F238E27FC236}">
                  <a16:creationId xmlns:a16="http://schemas.microsoft.com/office/drawing/2014/main" id="{51157A44-76E9-D132-546C-E4D374C68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Oval 800">
              <a:extLst>
                <a:ext uri="{FF2B5EF4-FFF2-40B4-BE49-F238E27FC236}">
                  <a16:creationId xmlns:a16="http://schemas.microsoft.com/office/drawing/2014/main" id="{BF87788E-2ED0-4A68-FD05-B244EF2AD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4" name="Line 426">
            <a:extLst>
              <a:ext uri="{FF2B5EF4-FFF2-40B4-BE49-F238E27FC236}">
                <a16:creationId xmlns:a16="http://schemas.microsoft.com/office/drawing/2014/main" id="{0CB8D80F-5FFF-0102-612F-263BC2A93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895" y="3055747"/>
            <a:ext cx="170973" cy="130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15" name="Group 783">
            <a:extLst>
              <a:ext uri="{FF2B5EF4-FFF2-40B4-BE49-F238E27FC236}">
                <a16:creationId xmlns:a16="http://schemas.microsoft.com/office/drawing/2014/main" id="{255E67ED-5CE8-C888-5AB3-5AAA7A508A13}"/>
              </a:ext>
            </a:extLst>
          </p:cNvPr>
          <p:cNvGrpSpPr>
            <a:grpSpLocks/>
          </p:cNvGrpSpPr>
          <p:nvPr/>
        </p:nvGrpSpPr>
        <p:grpSpPr bwMode="auto">
          <a:xfrm>
            <a:off x="6038023" y="2762510"/>
            <a:ext cx="223838" cy="348006"/>
            <a:chOff x="3130" y="3288"/>
            <a:chExt cx="410" cy="742"/>
          </a:xfrm>
        </p:grpSpPr>
        <p:sp>
          <p:nvSpPr>
            <p:cNvPr id="116" name="Line 270">
              <a:extLst>
                <a:ext uri="{FF2B5EF4-FFF2-40B4-BE49-F238E27FC236}">
                  <a16:creationId xmlns:a16="http://schemas.microsoft.com/office/drawing/2014/main" id="{5D14908B-A0FC-ECCA-C252-30D35D85A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7" name="Line 271">
              <a:extLst>
                <a:ext uri="{FF2B5EF4-FFF2-40B4-BE49-F238E27FC236}">
                  <a16:creationId xmlns:a16="http://schemas.microsoft.com/office/drawing/2014/main" id="{AF75728F-1957-5B99-5078-8503EB653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8" name="Line 272">
              <a:extLst>
                <a:ext uri="{FF2B5EF4-FFF2-40B4-BE49-F238E27FC236}">
                  <a16:creationId xmlns:a16="http://schemas.microsoft.com/office/drawing/2014/main" id="{FC42EC89-5F93-618F-7272-8FC63F99F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9" name="Line 273">
              <a:extLst>
                <a:ext uri="{FF2B5EF4-FFF2-40B4-BE49-F238E27FC236}">
                  <a16:creationId xmlns:a16="http://schemas.microsoft.com/office/drawing/2014/main" id="{376E0D82-DDE4-CFBA-7E46-DA19CB095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0" name="Line 274">
              <a:extLst>
                <a:ext uri="{FF2B5EF4-FFF2-40B4-BE49-F238E27FC236}">
                  <a16:creationId xmlns:a16="http://schemas.microsoft.com/office/drawing/2014/main" id="{91C08DFD-4D4B-5185-4D3F-6C7CC2CF9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1" name="Line 275">
              <a:extLst>
                <a:ext uri="{FF2B5EF4-FFF2-40B4-BE49-F238E27FC236}">
                  <a16:creationId xmlns:a16="http://schemas.microsoft.com/office/drawing/2014/main" id="{5F20B937-7C61-46C6-0602-622E979D73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2" name="Line 276">
              <a:extLst>
                <a:ext uri="{FF2B5EF4-FFF2-40B4-BE49-F238E27FC236}">
                  <a16:creationId xmlns:a16="http://schemas.microsoft.com/office/drawing/2014/main" id="{7A314211-AFC3-814C-64D2-C178DB31F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3" name="Line 277">
              <a:extLst>
                <a:ext uri="{FF2B5EF4-FFF2-40B4-BE49-F238E27FC236}">
                  <a16:creationId xmlns:a16="http://schemas.microsoft.com/office/drawing/2014/main" id="{F29C2C04-F8E3-A887-E533-1276A617B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4" name="Line 278">
              <a:extLst>
                <a:ext uri="{FF2B5EF4-FFF2-40B4-BE49-F238E27FC236}">
                  <a16:creationId xmlns:a16="http://schemas.microsoft.com/office/drawing/2014/main" id="{061EE636-5A30-CF89-BC65-9ABCB75EBA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5" name="Line 279">
              <a:extLst>
                <a:ext uri="{FF2B5EF4-FFF2-40B4-BE49-F238E27FC236}">
                  <a16:creationId xmlns:a16="http://schemas.microsoft.com/office/drawing/2014/main" id="{61889FB6-537C-7BE8-5AC3-45974514A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6" name="Line 280">
              <a:extLst>
                <a:ext uri="{FF2B5EF4-FFF2-40B4-BE49-F238E27FC236}">
                  <a16:creationId xmlns:a16="http://schemas.microsoft.com/office/drawing/2014/main" id="{A07A4820-CEA0-A826-FFB2-11FCE811ED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7" name="Line 281">
              <a:extLst>
                <a:ext uri="{FF2B5EF4-FFF2-40B4-BE49-F238E27FC236}">
                  <a16:creationId xmlns:a16="http://schemas.microsoft.com/office/drawing/2014/main" id="{76F5B8AD-D94D-1415-3E54-083CDC4DB5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8" name="Line 282">
              <a:extLst>
                <a:ext uri="{FF2B5EF4-FFF2-40B4-BE49-F238E27FC236}">
                  <a16:creationId xmlns:a16="http://schemas.microsoft.com/office/drawing/2014/main" id="{514FE807-C61B-CEA6-0BE4-6D7464B1E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9" name="Line 283">
              <a:extLst>
                <a:ext uri="{FF2B5EF4-FFF2-40B4-BE49-F238E27FC236}">
                  <a16:creationId xmlns:a16="http://schemas.microsoft.com/office/drawing/2014/main" id="{EDB3C290-6182-2C57-746C-698D4F0BB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0" name="Line 284">
              <a:extLst>
                <a:ext uri="{FF2B5EF4-FFF2-40B4-BE49-F238E27FC236}">
                  <a16:creationId xmlns:a16="http://schemas.microsoft.com/office/drawing/2014/main" id="{06D955CA-6468-D4F1-9210-B9DA22C85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131" name="Picture 777" descr="access_point_stylized_small">
            <a:extLst>
              <a:ext uri="{FF2B5EF4-FFF2-40B4-BE49-F238E27FC236}">
                <a16:creationId xmlns:a16="http://schemas.microsoft.com/office/drawing/2014/main" id="{E594B470-F5BA-5FA5-DCA2-15A3AB6F8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412" y="3926903"/>
            <a:ext cx="277627" cy="23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" name="Picture 780" descr="access_point_stylized_small">
            <a:extLst>
              <a:ext uri="{FF2B5EF4-FFF2-40B4-BE49-F238E27FC236}">
                <a16:creationId xmlns:a16="http://schemas.microsoft.com/office/drawing/2014/main" id="{536276F7-7335-AE98-2E98-7083F0909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958" y="5173652"/>
            <a:ext cx="285701" cy="23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48787B3-3CA6-B7DF-59C1-3C0AEE56CC2B}"/>
              </a:ext>
            </a:extLst>
          </p:cNvPr>
          <p:cNvGrpSpPr/>
          <p:nvPr/>
        </p:nvGrpSpPr>
        <p:grpSpPr>
          <a:xfrm>
            <a:off x="7337669" y="4772965"/>
            <a:ext cx="295320" cy="163934"/>
            <a:chOff x="7493876" y="2774731"/>
            <a:chExt cx="1481958" cy="894622"/>
          </a:xfrm>
        </p:grpSpPr>
        <p:sp>
          <p:nvSpPr>
            <p:cNvPr id="134" name="Freeform 471">
              <a:extLst>
                <a:ext uri="{FF2B5EF4-FFF2-40B4-BE49-F238E27FC236}">
                  <a16:creationId xmlns:a16="http://schemas.microsoft.com/office/drawing/2014/main" id="{3B338165-B26D-C33F-8579-DCC91445CA7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38E9749-53FD-06D3-D739-BFAC51527D5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03B2588B-3F95-D42D-51B8-A2F2E026DB2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7" name="Freeform 474">
                <a:extLst>
                  <a:ext uri="{FF2B5EF4-FFF2-40B4-BE49-F238E27FC236}">
                    <a16:creationId xmlns:a16="http://schemas.microsoft.com/office/drawing/2014/main" id="{3B309FE9-C5D0-59C9-09CA-DBD1875A45C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8" name="Freeform 475">
                <a:extLst>
                  <a:ext uri="{FF2B5EF4-FFF2-40B4-BE49-F238E27FC236}">
                    <a16:creationId xmlns:a16="http://schemas.microsoft.com/office/drawing/2014/main" id="{7BE5B915-79FF-CC33-985C-1FC7CD2792B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9" name="Freeform 476">
                <a:extLst>
                  <a:ext uri="{FF2B5EF4-FFF2-40B4-BE49-F238E27FC236}">
                    <a16:creationId xmlns:a16="http://schemas.microsoft.com/office/drawing/2014/main" id="{FE6F4E4D-680F-923A-A390-FE27CF10E9D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0" name="Freeform 477">
                <a:extLst>
                  <a:ext uri="{FF2B5EF4-FFF2-40B4-BE49-F238E27FC236}">
                    <a16:creationId xmlns:a16="http://schemas.microsoft.com/office/drawing/2014/main" id="{6E60D9E0-DB6B-E50B-DB73-52EEC881435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41630B4-60D0-40EA-F9A1-0023AE3B6221}"/>
              </a:ext>
            </a:extLst>
          </p:cNvPr>
          <p:cNvGrpSpPr/>
          <p:nvPr/>
        </p:nvGrpSpPr>
        <p:grpSpPr>
          <a:xfrm>
            <a:off x="7387024" y="5034756"/>
            <a:ext cx="232305" cy="143129"/>
            <a:chOff x="3668110" y="2448910"/>
            <a:chExt cx="3794234" cy="2165130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57C1EE2-DBAA-5FA0-BD63-46408BC15E9A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43" name="Freeform 521">
              <a:extLst>
                <a:ext uri="{FF2B5EF4-FFF2-40B4-BE49-F238E27FC236}">
                  <a16:creationId xmlns:a16="http://schemas.microsoft.com/office/drawing/2014/main" id="{CC6C0C69-6352-F7E3-9EBC-0615C5C3169C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10D70011-944D-C420-DC08-8A02DAFA4AA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5" name="Freeform 523">
                <a:extLst>
                  <a:ext uri="{FF2B5EF4-FFF2-40B4-BE49-F238E27FC236}">
                    <a16:creationId xmlns:a16="http://schemas.microsoft.com/office/drawing/2014/main" id="{7123CE5F-5F67-D0BC-6236-A93907993F00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6" name="Freeform 524">
                <a:extLst>
                  <a:ext uri="{FF2B5EF4-FFF2-40B4-BE49-F238E27FC236}">
                    <a16:creationId xmlns:a16="http://schemas.microsoft.com/office/drawing/2014/main" id="{4BFF4ED2-F48A-FFD0-BF1E-CEC26DB174A4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7" name="Freeform 525">
                <a:extLst>
                  <a:ext uri="{FF2B5EF4-FFF2-40B4-BE49-F238E27FC236}">
                    <a16:creationId xmlns:a16="http://schemas.microsoft.com/office/drawing/2014/main" id="{32F0CF4C-F886-36C3-0F02-973718CB422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8" name="Freeform 526">
                <a:extLst>
                  <a:ext uri="{FF2B5EF4-FFF2-40B4-BE49-F238E27FC236}">
                    <a16:creationId xmlns:a16="http://schemas.microsoft.com/office/drawing/2014/main" id="{43FCB3EB-87C6-CD21-77B1-C728ACD71E06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12AE7FB-BACB-5882-A523-8C2D1253EEE2}"/>
              </a:ext>
            </a:extLst>
          </p:cNvPr>
          <p:cNvGrpSpPr/>
          <p:nvPr/>
        </p:nvGrpSpPr>
        <p:grpSpPr>
          <a:xfrm>
            <a:off x="6507464" y="4756043"/>
            <a:ext cx="295320" cy="163934"/>
            <a:chOff x="7493876" y="2774731"/>
            <a:chExt cx="1481958" cy="894622"/>
          </a:xfrm>
        </p:grpSpPr>
        <p:sp>
          <p:nvSpPr>
            <p:cNvPr id="150" name="Freeform 479">
              <a:extLst>
                <a:ext uri="{FF2B5EF4-FFF2-40B4-BE49-F238E27FC236}">
                  <a16:creationId xmlns:a16="http://schemas.microsoft.com/office/drawing/2014/main" id="{B1D8B494-8FD9-8D60-FA1C-1E6FFCBF09A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F5658B9-C515-4EE0-961D-164D63FC11F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A345654-03C1-DAF8-61E5-AE9E695F1B0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482">
                <a:extLst>
                  <a:ext uri="{FF2B5EF4-FFF2-40B4-BE49-F238E27FC236}">
                    <a16:creationId xmlns:a16="http://schemas.microsoft.com/office/drawing/2014/main" id="{498D3E72-F06C-EC24-666A-2AFA93DE670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4" name="Freeform 483">
                <a:extLst>
                  <a:ext uri="{FF2B5EF4-FFF2-40B4-BE49-F238E27FC236}">
                    <a16:creationId xmlns:a16="http://schemas.microsoft.com/office/drawing/2014/main" id="{BD56F799-9E59-DEF3-9CCC-E41F5BDAADB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5" name="Freeform 484">
                <a:extLst>
                  <a:ext uri="{FF2B5EF4-FFF2-40B4-BE49-F238E27FC236}">
                    <a16:creationId xmlns:a16="http://schemas.microsoft.com/office/drawing/2014/main" id="{4A954E66-DEF5-CC90-8D16-439B82FF0F4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6" name="Freeform 485">
                <a:extLst>
                  <a:ext uri="{FF2B5EF4-FFF2-40B4-BE49-F238E27FC236}">
                    <a16:creationId xmlns:a16="http://schemas.microsoft.com/office/drawing/2014/main" id="{5E0331E3-6118-280F-F5C0-19A9DBAD6BC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A441147-1503-C869-8751-6FD87CD88B8E}"/>
              </a:ext>
            </a:extLst>
          </p:cNvPr>
          <p:cNvGrpSpPr/>
          <p:nvPr/>
        </p:nvGrpSpPr>
        <p:grpSpPr>
          <a:xfrm>
            <a:off x="6233640" y="4926303"/>
            <a:ext cx="232305" cy="143129"/>
            <a:chOff x="3668110" y="2448910"/>
            <a:chExt cx="3794234" cy="2165130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FE59315-AE52-B4A6-990B-3AD713F68D9A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Freeform 530">
              <a:extLst>
                <a:ext uri="{FF2B5EF4-FFF2-40B4-BE49-F238E27FC236}">
                  <a16:creationId xmlns:a16="http://schemas.microsoft.com/office/drawing/2014/main" id="{1876EA74-ABC4-CBF2-9616-79626E30134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9D8F575A-E52F-BF7F-6448-4AE37BD05B16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1" name="Freeform 532">
                <a:extLst>
                  <a:ext uri="{FF2B5EF4-FFF2-40B4-BE49-F238E27FC236}">
                    <a16:creationId xmlns:a16="http://schemas.microsoft.com/office/drawing/2014/main" id="{C99B13E0-EF72-F9CD-CE6A-368138E7317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2" name="Freeform 533">
                <a:extLst>
                  <a:ext uri="{FF2B5EF4-FFF2-40B4-BE49-F238E27FC236}">
                    <a16:creationId xmlns:a16="http://schemas.microsoft.com/office/drawing/2014/main" id="{C619F61C-5C4C-F603-299E-320CF01BACE3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3" name="Freeform 534">
                <a:extLst>
                  <a:ext uri="{FF2B5EF4-FFF2-40B4-BE49-F238E27FC236}">
                    <a16:creationId xmlns:a16="http://schemas.microsoft.com/office/drawing/2014/main" id="{86657075-C9CD-6B79-EC9C-8C280E57A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4" name="Freeform 535">
                <a:extLst>
                  <a:ext uri="{FF2B5EF4-FFF2-40B4-BE49-F238E27FC236}">
                    <a16:creationId xmlns:a16="http://schemas.microsoft.com/office/drawing/2014/main" id="{58CF2C5D-730A-2249-ACE8-FCC8081C9514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55513E8-3153-9537-C014-38EE14860E03}"/>
              </a:ext>
            </a:extLst>
          </p:cNvPr>
          <p:cNvGrpSpPr/>
          <p:nvPr/>
        </p:nvGrpSpPr>
        <p:grpSpPr>
          <a:xfrm>
            <a:off x="6329870" y="3139710"/>
            <a:ext cx="265259" cy="126206"/>
            <a:chOff x="7493876" y="2774731"/>
            <a:chExt cx="1481958" cy="894622"/>
          </a:xfrm>
        </p:grpSpPr>
        <p:sp>
          <p:nvSpPr>
            <p:cNvPr id="166" name="Freeform 407">
              <a:extLst>
                <a:ext uri="{FF2B5EF4-FFF2-40B4-BE49-F238E27FC236}">
                  <a16:creationId xmlns:a16="http://schemas.microsoft.com/office/drawing/2014/main" id="{1572598F-4BCC-2A5C-8BD9-C20DFA1FAC1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351A0266-DF71-A1BD-598D-7B36D46F399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336E44F5-F722-8945-3609-48896157572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9" name="Freeform 410">
                <a:extLst>
                  <a:ext uri="{FF2B5EF4-FFF2-40B4-BE49-F238E27FC236}">
                    <a16:creationId xmlns:a16="http://schemas.microsoft.com/office/drawing/2014/main" id="{62B254FA-7069-0E6E-0255-073C87949B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0" name="Freeform 411">
                <a:extLst>
                  <a:ext uri="{FF2B5EF4-FFF2-40B4-BE49-F238E27FC236}">
                    <a16:creationId xmlns:a16="http://schemas.microsoft.com/office/drawing/2014/main" id="{1F63D6DD-AB11-29D0-7E9F-CB578E8FB61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1" name="Freeform 412">
                <a:extLst>
                  <a:ext uri="{FF2B5EF4-FFF2-40B4-BE49-F238E27FC236}">
                    <a16:creationId xmlns:a16="http://schemas.microsoft.com/office/drawing/2014/main" id="{7715D0E7-DFE6-29C1-50EC-075D06559E0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2" name="Freeform 413">
                <a:extLst>
                  <a:ext uri="{FF2B5EF4-FFF2-40B4-BE49-F238E27FC236}">
                    <a16:creationId xmlns:a16="http://schemas.microsoft.com/office/drawing/2014/main" id="{2CC1ED72-5F9D-B4E6-058E-842B16426CF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5F6F2173-4402-2E08-C6BB-5D3D70BC96E6}"/>
              </a:ext>
            </a:extLst>
          </p:cNvPr>
          <p:cNvGrpSpPr/>
          <p:nvPr/>
        </p:nvGrpSpPr>
        <p:grpSpPr>
          <a:xfrm>
            <a:off x="6037552" y="4004974"/>
            <a:ext cx="266240" cy="131751"/>
            <a:chOff x="7493876" y="2774731"/>
            <a:chExt cx="1481958" cy="894622"/>
          </a:xfrm>
        </p:grpSpPr>
        <p:sp>
          <p:nvSpPr>
            <p:cNvPr id="174" name="Freeform 415">
              <a:extLst>
                <a:ext uri="{FF2B5EF4-FFF2-40B4-BE49-F238E27FC236}">
                  <a16:creationId xmlns:a16="http://schemas.microsoft.com/office/drawing/2014/main" id="{04262838-1349-78FD-61E8-3C76106203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F14E685A-D903-937F-1A0D-00B43A9A40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2DC3F6C8-BF47-A827-CC6F-DF7FD63D88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7" name="Freeform 418">
                <a:extLst>
                  <a:ext uri="{FF2B5EF4-FFF2-40B4-BE49-F238E27FC236}">
                    <a16:creationId xmlns:a16="http://schemas.microsoft.com/office/drawing/2014/main" id="{36FA54A9-C900-CBD2-1788-5FF3AF1DE2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8" name="Freeform 419">
                <a:extLst>
                  <a:ext uri="{FF2B5EF4-FFF2-40B4-BE49-F238E27FC236}">
                    <a16:creationId xmlns:a16="http://schemas.microsoft.com/office/drawing/2014/main" id="{283815D5-BC1A-9FD4-6761-4B24398AA46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9" name="Freeform 420">
                <a:extLst>
                  <a:ext uri="{FF2B5EF4-FFF2-40B4-BE49-F238E27FC236}">
                    <a16:creationId xmlns:a16="http://schemas.microsoft.com/office/drawing/2014/main" id="{3AAD7B5C-97E4-16C2-E481-0A1B1DE15AC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0" name="Freeform 421">
                <a:extLst>
                  <a:ext uri="{FF2B5EF4-FFF2-40B4-BE49-F238E27FC236}">
                    <a16:creationId xmlns:a16="http://schemas.microsoft.com/office/drawing/2014/main" id="{7A8BE918-A8B4-6B9F-492C-762DF43817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A51F5808-E0D7-37B9-6D02-F1ECD64BAC1A}"/>
              </a:ext>
            </a:extLst>
          </p:cNvPr>
          <p:cNvGrpSpPr/>
          <p:nvPr/>
        </p:nvGrpSpPr>
        <p:grpSpPr>
          <a:xfrm>
            <a:off x="8163064" y="3731502"/>
            <a:ext cx="128242" cy="72789"/>
            <a:chOff x="7493876" y="2774731"/>
            <a:chExt cx="1481958" cy="894622"/>
          </a:xfrm>
        </p:grpSpPr>
        <p:sp>
          <p:nvSpPr>
            <p:cNvPr id="182" name="Freeform 455">
              <a:extLst>
                <a:ext uri="{FF2B5EF4-FFF2-40B4-BE49-F238E27FC236}">
                  <a16:creationId xmlns:a16="http://schemas.microsoft.com/office/drawing/2014/main" id="{3F3E1DF6-ED5D-A64C-E5C6-518882FD96F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B7F9CED1-41E4-CD6B-8865-785772C4241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AF83FEC4-10EB-1734-EA0D-940BF1C682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5" name="Freeform 458">
                <a:extLst>
                  <a:ext uri="{FF2B5EF4-FFF2-40B4-BE49-F238E27FC236}">
                    <a16:creationId xmlns:a16="http://schemas.microsoft.com/office/drawing/2014/main" id="{A6618755-8C8A-AF2C-075A-172F7003630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6" name="Freeform 459">
                <a:extLst>
                  <a:ext uri="{FF2B5EF4-FFF2-40B4-BE49-F238E27FC236}">
                    <a16:creationId xmlns:a16="http://schemas.microsoft.com/office/drawing/2014/main" id="{C632C6A6-D704-7DF4-B498-E19D6BD33C1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7" name="Freeform 460">
                <a:extLst>
                  <a:ext uri="{FF2B5EF4-FFF2-40B4-BE49-F238E27FC236}">
                    <a16:creationId xmlns:a16="http://schemas.microsoft.com/office/drawing/2014/main" id="{E8BB6D88-DF74-F764-97AE-E93B0ABB90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8" name="Freeform 461">
                <a:extLst>
                  <a:ext uri="{FF2B5EF4-FFF2-40B4-BE49-F238E27FC236}">
                    <a16:creationId xmlns:a16="http://schemas.microsoft.com/office/drawing/2014/main" id="{F4B07995-88CA-5E32-4405-FB0A269E3EC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36520A3-BF36-50F5-0C55-36532842E037}"/>
              </a:ext>
            </a:extLst>
          </p:cNvPr>
          <p:cNvGrpSpPr/>
          <p:nvPr/>
        </p:nvGrpSpPr>
        <p:grpSpPr>
          <a:xfrm>
            <a:off x="7807957" y="3652582"/>
            <a:ext cx="265259" cy="148758"/>
            <a:chOff x="7493876" y="2774731"/>
            <a:chExt cx="1481958" cy="894622"/>
          </a:xfrm>
        </p:grpSpPr>
        <p:sp>
          <p:nvSpPr>
            <p:cNvPr id="190" name="Freeform 615">
              <a:extLst>
                <a:ext uri="{FF2B5EF4-FFF2-40B4-BE49-F238E27FC236}">
                  <a16:creationId xmlns:a16="http://schemas.microsoft.com/office/drawing/2014/main" id="{C377C98A-3DC0-A2C6-C193-145DFFC7289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CC4675B0-C778-1BBC-2A66-5DB6048E595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7A012553-5C6D-C266-B45A-D5883D91E28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3" name="Freeform 618">
                <a:extLst>
                  <a:ext uri="{FF2B5EF4-FFF2-40B4-BE49-F238E27FC236}">
                    <a16:creationId xmlns:a16="http://schemas.microsoft.com/office/drawing/2014/main" id="{570E36EA-94F8-6076-3D8C-D45E0C39DF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4" name="Freeform 619">
                <a:extLst>
                  <a:ext uri="{FF2B5EF4-FFF2-40B4-BE49-F238E27FC236}">
                    <a16:creationId xmlns:a16="http://schemas.microsoft.com/office/drawing/2014/main" id="{9BDD1D07-E118-F5AB-E9A3-84622574DBA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5" name="Freeform 620">
                <a:extLst>
                  <a:ext uri="{FF2B5EF4-FFF2-40B4-BE49-F238E27FC236}">
                    <a16:creationId xmlns:a16="http://schemas.microsoft.com/office/drawing/2014/main" id="{02726AD5-0D5D-59C3-F6A7-ACA06A1BF0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6" name="Freeform 621">
                <a:extLst>
                  <a:ext uri="{FF2B5EF4-FFF2-40B4-BE49-F238E27FC236}">
                    <a16:creationId xmlns:a16="http://schemas.microsoft.com/office/drawing/2014/main" id="{30F6C90B-6FCB-9B11-386E-A7623343E6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2A73EC2-0466-B79A-7A68-ED70E1F129CE}"/>
              </a:ext>
            </a:extLst>
          </p:cNvPr>
          <p:cNvGrpSpPr/>
          <p:nvPr/>
        </p:nvGrpSpPr>
        <p:grpSpPr>
          <a:xfrm>
            <a:off x="7461543" y="2682197"/>
            <a:ext cx="265259" cy="148758"/>
            <a:chOff x="7493876" y="2774731"/>
            <a:chExt cx="1481958" cy="894622"/>
          </a:xfrm>
        </p:grpSpPr>
        <p:sp>
          <p:nvSpPr>
            <p:cNvPr id="198" name="Freeform 577">
              <a:extLst>
                <a:ext uri="{FF2B5EF4-FFF2-40B4-BE49-F238E27FC236}">
                  <a16:creationId xmlns:a16="http://schemas.microsoft.com/office/drawing/2014/main" id="{A3603531-C068-6989-A3E7-7AB8C780D6E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B25E0D44-C800-722B-6AEE-AE91E5696D2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3C2B09AC-F573-CC57-52FC-B96536EAE75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1" name="Freeform 580">
                <a:extLst>
                  <a:ext uri="{FF2B5EF4-FFF2-40B4-BE49-F238E27FC236}">
                    <a16:creationId xmlns:a16="http://schemas.microsoft.com/office/drawing/2014/main" id="{E10248A2-EFCD-A03F-90C3-BDC37F32E61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2" name="Freeform 581">
                <a:extLst>
                  <a:ext uri="{FF2B5EF4-FFF2-40B4-BE49-F238E27FC236}">
                    <a16:creationId xmlns:a16="http://schemas.microsoft.com/office/drawing/2014/main" id="{B33BA08E-C692-4E72-A260-3EA61951523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3" name="Freeform 582">
                <a:extLst>
                  <a:ext uri="{FF2B5EF4-FFF2-40B4-BE49-F238E27FC236}">
                    <a16:creationId xmlns:a16="http://schemas.microsoft.com/office/drawing/2014/main" id="{44997BE6-B641-070F-D382-4B5B537056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4" name="Freeform 583">
                <a:extLst>
                  <a:ext uri="{FF2B5EF4-FFF2-40B4-BE49-F238E27FC236}">
                    <a16:creationId xmlns:a16="http://schemas.microsoft.com/office/drawing/2014/main" id="{B38B6C71-F039-41F8-79EB-83E5B1A3004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FB29DA7F-2EFF-3A97-8497-C8CD64F606F7}"/>
              </a:ext>
            </a:extLst>
          </p:cNvPr>
          <p:cNvGrpSpPr/>
          <p:nvPr/>
        </p:nvGrpSpPr>
        <p:grpSpPr>
          <a:xfrm>
            <a:off x="7895410" y="2990503"/>
            <a:ext cx="265259" cy="148758"/>
            <a:chOff x="7493876" y="2774731"/>
            <a:chExt cx="1481958" cy="894622"/>
          </a:xfrm>
        </p:grpSpPr>
        <p:sp>
          <p:nvSpPr>
            <p:cNvPr id="206" name="Freeform 593">
              <a:extLst>
                <a:ext uri="{FF2B5EF4-FFF2-40B4-BE49-F238E27FC236}">
                  <a16:creationId xmlns:a16="http://schemas.microsoft.com/office/drawing/2014/main" id="{A65333AE-E1EA-B2A8-EA1D-C995BAACF75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9149B9D6-A1BE-D20A-3217-3434124C72A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AE7037D7-A1E9-03CE-8D46-A6DC0B1C46D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9" name="Freeform 596">
                <a:extLst>
                  <a:ext uri="{FF2B5EF4-FFF2-40B4-BE49-F238E27FC236}">
                    <a16:creationId xmlns:a16="http://schemas.microsoft.com/office/drawing/2014/main" id="{528C436E-FFC1-CE7D-1CA9-8B54BAC9348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0" name="Freeform 597">
                <a:extLst>
                  <a:ext uri="{FF2B5EF4-FFF2-40B4-BE49-F238E27FC236}">
                    <a16:creationId xmlns:a16="http://schemas.microsoft.com/office/drawing/2014/main" id="{4EB25DE5-D357-C0D4-E4B6-726F060FCF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1" name="Freeform 598">
                <a:extLst>
                  <a:ext uri="{FF2B5EF4-FFF2-40B4-BE49-F238E27FC236}">
                    <a16:creationId xmlns:a16="http://schemas.microsoft.com/office/drawing/2014/main" id="{FB14592C-8D90-6318-5F0D-19D54A4C3E9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2" name="Freeform 599">
                <a:extLst>
                  <a:ext uri="{FF2B5EF4-FFF2-40B4-BE49-F238E27FC236}">
                    <a16:creationId xmlns:a16="http://schemas.microsoft.com/office/drawing/2014/main" id="{6F6DBF47-FFD5-A32F-000B-A71D4BD02FC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D5FBDFA-3278-60A5-3C8B-DA0C91152F54}"/>
              </a:ext>
            </a:extLst>
          </p:cNvPr>
          <p:cNvGrpSpPr/>
          <p:nvPr/>
        </p:nvGrpSpPr>
        <p:grpSpPr>
          <a:xfrm>
            <a:off x="7982869" y="2611450"/>
            <a:ext cx="265259" cy="148758"/>
            <a:chOff x="7493876" y="2774731"/>
            <a:chExt cx="1481958" cy="894622"/>
          </a:xfrm>
        </p:grpSpPr>
        <p:sp>
          <p:nvSpPr>
            <p:cNvPr id="214" name="Freeform 601">
              <a:extLst>
                <a:ext uri="{FF2B5EF4-FFF2-40B4-BE49-F238E27FC236}">
                  <a16:creationId xmlns:a16="http://schemas.microsoft.com/office/drawing/2014/main" id="{F50378FF-AF93-F4A6-0CA4-3AAC60376A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6C3D914B-78D0-27E8-6534-4F3FBFA190A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1A5FF4B3-D7D7-A516-96E8-BC0D03D1737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7" name="Freeform 604">
                <a:extLst>
                  <a:ext uri="{FF2B5EF4-FFF2-40B4-BE49-F238E27FC236}">
                    <a16:creationId xmlns:a16="http://schemas.microsoft.com/office/drawing/2014/main" id="{108565EC-DF43-C6A7-FB71-D55142ACDFE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8" name="Freeform 605">
                <a:extLst>
                  <a:ext uri="{FF2B5EF4-FFF2-40B4-BE49-F238E27FC236}">
                    <a16:creationId xmlns:a16="http://schemas.microsoft.com/office/drawing/2014/main" id="{43A85E42-81AB-54C0-FCED-8445A49AC7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9" name="Freeform 606">
                <a:extLst>
                  <a:ext uri="{FF2B5EF4-FFF2-40B4-BE49-F238E27FC236}">
                    <a16:creationId xmlns:a16="http://schemas.microsoft.com/office/drawing/2014/main" id="{861E48D6-902C-D4A5-B410-51FBFB8B545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0" name="Freeform 607">
                <a:extLst>
                  <a:ext uri="{FF2B5EF4-FFF2-40B4-BE49-F238E27FC236}">
                    <a16:creationId xmlns:a16="http://schemas.microsoft.com/office/drawing/2014/main" id="{E0973A06-0039-8986-3204-EFFFF05AEF8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7404ABF5-F358-43EB-EF34-987EEC265423}"/>
              </a:ext>
            </a:extLst>
          </p:cNvPr>
          <p:cNvGrpSpPr/>
          <p:nvPr/>
        </p:nvGrpSpPr>
        <p:grpSpPr>
          <a:xfrm>
            <a:off x="6824091" y="3997946"/>
            <a:ext cx="275418" cy="180228"/>
            <a:chOff x="7493876" y="2774731"/>
            <a:chExt cx="1481958" cy="894622"/>
          </a:xfrm>
        </p:grpSpPr>
        <p:sp>
          <p:nvSpPr>
            <p:cNvPr id="222" name="Freeform 554">
              <a:extLst>
                <a:ext uri="{FF2B5EF4-FFF2-40B4-BE49-F238E27FC236}">
                  <a16:creationId xmlns:a16="http://schemas.microsoft.com/office/drawing/2014/main" id="{4D73C4C7-0F62-C846-D7F4-898BC5EC1E4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F4B2FD2-09C8-98FF-C08D-E1898E5F1E0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A67DFBE0-5B34-D34F-B5D6-1768DFD6434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5" name="Freeform 557">
                <a:extLst>
                  <a:ext uri="{FF2B5EF4-FFF2-40B4-BE49-F238E27FC236}">
                    <a16:creationId xmlns:a16="http://schemas.microsoft.com/office/drawing/2014/main" id="{5DE149BE-208C-8046-8FF0-3D6B578782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" name="Freeform 558">
                <a:extLst>
                  <a:ext uri="{FF2B5EF4-FFF2-40B4-BE49-F238E27FC236}">
                    <a16:creationId xmlns:a16="http://schemas.microsoft.com/office/drawing/2014/main" id="{0270134E-0A57-392A-1F16-76116B7C900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7" name="Freeform 559">
                <a:extLst>
                  <a:ext uri="{FF2B5EF4-FFF2-40B4-BE49-F238E27FC236}">
                    <a16:creationId xmlns:a16="http://schemas.microsoft.com/office/drawing/2014/main" id="{DE74FFFB-7C98-7E51-F089-1DAEC8A933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8" name="Freeform 560">
                <a:extLst>
                  <a:ext uri="{FF2B5EF4-FFF2-40B4-BE49-F238E27FC236}">
                    <a16:creationId xmlns:a16="http://schemas.microsoft.com/office/drawing/2014/main" id="{0FBC5C56-0BEA-E1F6-3CD6-D2D613DBA3E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DAF3C18-42DB-4818-4915-E10F6B06216B}"/>
              </a:ext>
            </a:extLst>
          </p:cNvPr>
          <p:cNvGrpSpPr/>
          <p:nvPr/>
        </p:nvGrpSpPr>
        <p:grpSpPr>
          <a:xfrm>
            <a:off x="7485094" y="3026652"/>
            <a:ext cx="265259" cy="148758"/>
            <a:chOff x="7493876" y="2774731"/>
            <a:chExt cx="1481958" cy="894622"/>
          </a:xfrm>
        </p:grpSpPr>
        <p:sp>
          <p:nvSpPr>
            <p:cNvPr id="230" name="Freeform 585">
              <a:extLst>
                <a:ext uri="{FF2B5EF4-FFF2-40B4-BE49-F238E27FC236}">
                  <a16:creationId xmlns:a16="http://schemas.microsoft.com/office/drawing/2014/main" id="{413C4B87-A4F4-40C7-6C9B-737E62A8F88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2C128041-9100-05BD-206A-02F32F07C7B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54864DBB-E322-69D2-B9BA-D2A8800B728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3" name="Freeform 588">
                <a:extLst>
                  <a:ext uri="{FF2B5EF4-FFF2-40B4-BE49-F238E27FC236}">
                    <a16:creationId xmlns:a16="http://schemas.microsoft.com/office/drawing/2014/main" id="{7A459DAB-939E-4971-9BCF-6F7E608187D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4" name="Freeform 589">
                <a:extLst>
                  <a:ext uri="{FF2B5EF4-FFF2-40B4-BE49-F238E27FC236}">
                    <a16:creationId xmlns:a16="http://schemas.microsoft.com/office/drawing/2014/main" id="{D97C194C-9EC1-20A7-AEFB-41E96D84533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5" name="Freeform 590">
                <a:extLst>
                  <a:ext uri="{FF2B5EF4-FFF2-40B4-BE49-F238E27FC236}">
                    <a16:creationId xmlns:a16="http://schemas.microsoft.com/office/drawing/2014/main" id="{73D57389-2351-D2D8-9279-29A5CE0AD0C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6" name="Freeform 591">
                <a:extLst>
                  <a:ext uri="{FF2B5EF4-FFF2-40B4-BE49-F238E27FC236}">
                    <a16:creationId xmlns:a16="http://schemas.microsoft.com/office/drawing/2014/main" id="{F1DBF1E1-88E3-39B6-4409-CEF89E2F95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E34E29B-24C9-D85B-FBDD-B99B70FFAC24}"/>
              </a:ext>
            </a:extLst>
          </p:cNvPr>
          <p:cNvGrpSpPr/>
          <p:nvPr/>
        </p:nvGrpSpPr>
        <p:grpSpPr>
          <a:xfrm>
            <a:off x="7122854" y="3576002"/>
            <a:ext cx="275418" cy="180228"/>
            <a:chOff x="7493876" y="2774731"/>
            <a:chExt cx="1481958" cy="894622"/>
          </a:xfrm>
        </p:grpSpPr>
        <p:sp>
          <p:nvSpPr>
            <p:cNvPr id="238" name="Freeform 538">
              <a:extLst>
                <a:ext uri="{FF2B5EF4-FFF2-40B4-BE49-F238E27FC236}">
                  <a16:creationId xmlns:a16="http://schemas.microsoft.com/office/drawing/2014/main" id="{1AA5A4AE-51CE-A040-1A7B-0FD7734E27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92F376C6-BBA6-7D3F-9642-52885DF6C9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B490315F-5889-87AA-97F7-93AE51E9204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1" name="Freeform 541">
                <a:extLst>
                  <a:ext uri="{FF2B5EF4-FFF2-40B4-BE49-F238E27FC236}">
                    <a16:creationId xmlns:a16="http://schemas.microsoft.com/office/drawing/2014/main" id="{956398A5-9BB4-ADE7-D1AE-6DE999CF8B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2" name="Freeform 542">
                <a:extLst>
                  <a:ext uri="{FF2B5EF4-FFF2-40B4-BE49-F238E27FC236}">
                    <a16:creationId xmlns:a16="http://schemas.microsoft.com/office/drawing/2014/main" id="{5A0E78A3-9FC5-A396-7E03-AC9760E6191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3" name="Freeform 543">
                <a:extLst>
                  <a:ext uri="{FF2B5EF4-FFF2-40B4-BE49-F238E27FC236}">
                    <a16:creationId xmlns:a16="http://schemas.microsoft.com/office/drawing/2014/main" id="{395DF04E-32DB-DB6F-7ADB-5255096E2E5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4" name="Freeform 544">
                <a:extLst>
                  <a:ext uri="{FF2B5EF4-FFF2-40B4-BE49-F238E27FC236}">
                    <a16:creationId xmlns:a16="http://schemas.microsoft.com/office/drawing/2014/main" id="{DA8E8BBE-BDC1-0F41-A6D1-C4D2483338B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B21FFEA1-0DAC-F18A-5989-1651EEE0B568}"/>
              </a:ext>
            </a:extLst>
          </p:cNvPr>
          <p:cNvGrpSpPr/>
          <p:nvPr/>
        </p:nvGrpSpPr>
        <p:grpSpPr>
          <a:xfrm>
            <a:off x="7201166" y="4030300"/>
            <a:ext cx="275418" cy="180228"/>
            <a:chOff x="7493876" y="2774731"/>
            <a:chExt cx="1481958" cy="894622"/>
          </a:xfrm>
        </p:grpSpPr>
        <p:sp>
          <p:nvSpPr>
            <p:cNvPr id="246" name="Freeform 546">
              <a:extLst>
                <a:ext uri="{FF2B5EF4-FFF2-40B4-BE49-F238E27FC236}">
                  <a16:creationId xmlns:a16="http://schemas.microsoft.com/office/drawing/2014/main" id="{96D01861-094D-12B2-59F8-4861DD886A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8C964454-9B7D-249F-A271-4533BF321B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001B9EA4-5315-E7FB-5D44-648711275AE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9" name="Freeform 549">
                <a:extLst>
                  <a:ext uri="{FF2B5EF4-FFF2-40B4-BE49-F238E27FC236}">
                    <a16:creationId xmlns:a16="http://schemas.microsoft.com/office/drawing/2014/main" id="{97E28E64-F6C2-D22E-DBCF-FFB0FC8DE51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0" name="Freeform 550">
                <a:extLst>
                  <a:ext uri="{FF2B5EF4-FFF2-40B4-BE49-F238E27FC236}">
                    <a16:creationId xmlns:a16="http://schemas.microsoft.com/office/drawing/2014/main" id="{9DA8AB9B-1E4D-B98D-0E9D-500AE7F122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1" name="Freeform 551">
                <a:extLst>
                  <a:ext uri="{FF2B5EF4-FFF2-40B4-BE49-F238E27FC236}">
                    <a16:creationId xmlns:a16="http://schemas.microsoft.com/office/drawing/2014/main" id="{759969D1-39CD-F1C4-3E3E-CB43240CAC3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2" name="Freeform 552">
                <a:extLst>
                  <a:ext uri="{FF2B5EF4-FFF2-40B4-BE49-F238E27FC236}">
                    <a16:creationId xmlns:a16="http://schemas.microsoft.com/office/drawing/2014/main" id="{AB0E5112-EEDE-6878-6660-80BBEC7B32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7D5AFCC-52F7-12F4-1A29-440C7C87036D}"/>
              </a:ext>
            </a:extLst>
          </p:cNvPr>
          <p:cNvGrpSpPr/>
          <p:nvPr/>
        </p:nvGrpSpPr>
        <p:grpSpPr>
          <a:xfrm>
            <a:off x="7781444" y="4024722"/>
            <a:ext cx="265259" cy="148758"/>
            <a:chOff x="7493876" y="2774731"/>
            <a:chExt cx="1481958" cy="894622"/>
          </a:xfrm>
        </p:grpSpPr>
        <p:sp>
          <p:nvSpPr>
            <p:cNvPr id="254" name="Freeform 623">
              <a:extLst>
                <a:ext uri="{FF2B5EF4-FFF2-40B4-BE49-F238E27FC236}">
                  <a16:creationId xmlns:a16="http://schemas.microsoft.com/office/drawing/2014/main" id="{64AE74DF-63B5-41FB-B20B-DDC63C92DF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90916DA3-7FBA-C2FE-339A-BF6ABA368D5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40E81CF6-A8DE-BB07-63AC-177088A7C76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7" name="Freeform 626">
                <a:extLst>
                  <a:ext uri="{FF2B5EF4-FFF2-40B4-BE49-F238E27FC236}">
                    <a16:creationId xmlns:a16="http://schemas.microsoft.com/office/drawing/2014/main" id="{B5DCDB51-6918-C956-F618-DC53BC5F3EB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8" name="Freeform 627">
                <a:extLst>
                  <a:ext uri="{FF2B5EF4-FFF2-40B4-BE49-F238E27FC236}">
                    <a16:creationId xmlns:a16="http://schemas.microsoft.com/office/drawing/2014/main" id="{6C6B573F-78B0-F490-AF93-FC175D09DCC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9" name="Freeform 628">
                <a:extLst>
                  <a:ext uri="{FF2B5EF4-FFF2-40B4-BE49-F238E27FC236}">
                    <a16:creationId xmlns:a16="http://schemas.microsoft.com/office/drawing/2014/main" id="{FE2153B4-6A47-3022-A3B1-6826C96312B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0" name="Freeform 629">
                <a:extLst>
                  <a:ext uri="{FF2B5EF4-FFF2-40B4-BE49-F238E27FC236}">
                    <a16:creationId xmlns:a16="http://schemas.microsoft.com/office/drawing/2014/main" id="{5832B06D-DCD9-304C-20C4-5C29CEBEC9F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353FB2E6-B01A-41D6-0E59-8FC873924C79}"/>
              </a:ext>
            </a:extLst>
          </p:cNvPr>
          <p:cNvGrpSpPr/>
          <p:nvPr/>
        </p:nvGrpSpPr>
        <p:grpSpPr>
          <a:xfrm>
            <a:off x="6935920" y="4612242"/>
            <a:ext cx="295320" cy="163934"/>
            <a:chOff x="7493876" y="2774731"/>
            <a:chExt cx="1481958" cy="894622"/>
          </a:xfrm>
        </p:grpSpPr>
        <p:sp>
          <p:nvSpPr>
            <p:cNvPr id="262" name="Freeform 463">
              <a:extLst>
                <a:ext uri="{FF2B5EF4-FFF2-40B4-BE49-F238E27FC236}">
                  <a16:creationId xmlns:a16="http://schemas.microsoft.com/office/drawing/2014/main" id="{AE80FF79-AA41-3CDB-C014-F44E2AB60E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D2AB7902-EDEF-53D8-9EF6-D1DDCCDAC40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F1996DDA-46DB-9E25-3C86-72979A42264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5" name="Freeform 466">
                <a:extLst>
                  <a:ext uri="{FF2B5EF4-FFF2-40B4-BE49-F238E27FC236}">
                    <a16:creationId xmlns:a16="http://schemas.microsoft.com/office/drawing/2014/main" id="{5022E328-9539-0E88-40FC-A14157B138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6" name="Freeform 467">
                <a:extLst>
                  <a:ext uri="{FF2B5EF4-FFF2-40B4-BE49-F238E27FC236}">
                    <a16:creationId xmlns:a16="http://schemas.microsoft.com/office/drawing/2014/main" id="{38A65858-0FE5-66C6-63A6-F941234CEC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7" name="Freeform 468">
                <a:extLst>
                  <a:ext uri="{FF2B5EF4-FFF2-40B4-BE49-F238E27FC236}">
                    <a16:creationId xmlns:a16="http://schemas.microsoft.com/office/drawing/2014/main" id="{4EA297BC-2D22-D978-A217-01CFF335ACF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8" name="Freeform 469">
                <a:extLst>
                  <a:ext uri="{FF2B5EF4-FFF2-40B4-BE49-F238E27FC236}">
                    <a16:creationId xmlns:a16="http://schemas.microsoft.com/office/drawing/2014/main" id="{2CB85A60-203F-2C47-A414-B148058D991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8C5F49D-5F28-F5F7-42B0-0E7F4AD9529E}"/>
              </a:ext>
            </a:extLst>
          </p:cNvPr>
          <p:cNvGrpSpPr/>
          <p:nvPr/>
        </p:nvGrpSpPr>
        <p:grpSpPr>
          <a:xfrm>
            <a:off x="8194487" y="4307322"/>
            <a:ext cx="171221" cy="90300"/>
            <a:chOff x="7493876" y="2774731"/>
            <a:chExt cx="1481958" cy="894622"/>
          </a:xfrm>
        </p:grpSpPr>
        <p:sp>
          <p:nvSpPr>
            <p:cNvPr id="270" name="Freeform 447">
              <a:extLst>
                <a:ext uri="{FF2B5EF4-FFF2-40B4-BE49-F238E27FC236}">
                  <a16:creationId xmlns:a16="http://schemas.microsoft.com/office/drawing/2014/main" id="{6E85E8EB-28F4-FF07-B612-F38DBBBDFC3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765AE964-D585-7949-3496-B08A0996C84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AF6CD1FA-9431-1015-B2C0-58A7ECE63A3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3" name="Freeform 450">
                <a:extLst>
                  <a:ext uri="{FF2B5EF4-FFF2-40B4-BE49-F238E27FC236}">
                    <a16:creationId xmlns:a16="http://schemas.microsoft.com/office/drawing/2014/main" id="{F6C57B7F-75AE-58EB-6B41-87F6DA2F301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4" name="Freeform 451">
                <a:extLst>
                  <a:ext uri="{FF2B5EF4-FFF2-40B4-BE49-F238E27FC236}">
                    <a16:creationId xmlns:a16="http://schemas.microsoft.com/office/drawing/2014/main" id="{65F2A7FB-2CF9-7312-96DE-920E4F00ED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5" name="Freeform 452">
                <a:extLst>
                  <a:ext uri="{FF2B5EF4-FFF2-40B4-BE49-F238E27FC236}">
                    <a16:creationId xmlns:a16="http://schemas.microsoft.com/office/drawing/2014/main" id="{5C333CEF-90A8-4C70-8BF0-47131490EF8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76" name="Freeform 453">
                <a:extLst>
                  <a:ext uri="{FF2B5EF4-FFF2-40B4-BE49-F238E27FC236}">
                    <a16:creationId xmlns:a16="http://schemas.microsoft.com/office/drawing/2014/main" id="{4EAC32F6-139A-52B5-B2BD-6F87F45D56D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27ED504-8CD2-AE62-CA69-476ABD6640EE}"/>
              </a:ext>
            </a:extLst>
          </p:cNvPr>
          <p:cNvGrpSpPr/>
          <p:nvPr/>
        </p:nvGrpSpPr>
        <p:grpSpPr>
          <a:xfrm>
            <a:off x="5579306" y="2797938"/>
            <a:ext cx="401240" cy="305991"/>
            <a:chOff x="7432700" y="2327293"/>
            <a:chExt cx="534987" cy="407988"/>
          </a:xfrm>
        </p:grpSpPr>
        <p:pic>
          <p:nvPicPr>
            <p:cNvPr id="278" name="Picture 1017" descr="antenna_stylized">
              <a:extLst>
                <a:ext uri="{FF2B5EF4-FFF2-40B4-BE49-F238E27FC236}">
                  <a16:creationId xmlns:a16="http://schemas.microsoft.com/office/drawing/2014/main" id="{60D3786C-0344-0E96-0926-33DAFA873F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9" name="Picture 1018" descr="laptop_keyboard">
              <a:extLst>
                <a:ext uri="{FF2B5EF4-FFF2-40B4-BE49-F238E27FC236}">
                  <a16:creationId xmlns:a16="http://schemas.microsoft.com/office/drawing/2014/main" id="{779A8578-BF43-63DE-5E4A-737F4F22CF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1019">
              <a:extLst>
                <a:ext uri="{FF2B5EF4-FFF2-40B4-BE49-F238E27FC236}">
                  <a16:creationId xmlns:a16="http://schemas.microsoft.com/office/drawing/2014/main" id="{62043CE1-A939-1DA5-7828-0F28BB4AA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81" name="Picture 1020" descr="screen">
              <a:extLst>
                <a:ext uri="{FF2B5EF4-FFF2-40B4-BE49-F238E27FC236}">
                  <a16:creationId xmlns:a16="http://schemas.microsoft.com/office/drawing/2014/main" id="{5B805AAA-BC80-6D53-54B9-750FC7694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1021">
              <a:extLst>
                <a:ext uri="{FF2B5EF4-FFF2-40B4-BE49-F238E27FC236}">
                  <a16:creationId xmlns:a16="http://schemas.microsoft.com/office/drawing/2014/main" id="{B2CE4279-D419-5DE8-BF4C-AB431AFF8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3" name="Freeform 1022">
              <a:extLst>
                <a:ext uri="{FF2B5EF4-FFF2-40B4-BE49-F238E27FC236}">
                  <a16:creationId xmlns:a16="http://schemas.microsoft.com/office/drawing/2014/main" id="{E1F76CE9-F1E0-E074-BB58-73F6147B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4" name="Freeform 1023">
              <a:extLst>
                <a:ext uri="{FF2B5EF4-FFF2-40B4-BE49-F238E27FC236}">
                  <a16:creationId xmlns:a16="http://schemas.microsoft.com/office/drawing/2014/main" id="{3F8AD61C-3C2B-E01E-15E3-D5E1E51B5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5" name="Freeform 1024">
              <a:extLst>
                <a:ext uri="{FF2B5EF4-FFF2-40B4-BE49-F238E27FC236}">
                  <a16:creationId xmlns:a16="http://schemas.microsoft.com/office/drawing/2014/main" id="{603333C5-E43D-841E-B40D-5D211F04D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6" name="Freeform 1025">
              <a:extLst>
                <a:ext uri="{FF2B5EF4-FFF2-40B4-BE49-F238E27FC236}">
                  <a16:creationId xmlns:a16="http://schemas.microsoft.com/office/drawing/2014/main" id="{BAFDFCE3-FF19-278D-F609-B05DFFAE1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7" name="Freeform 1026">
              <a:extLst>
                <a:ext uri="{FF2B5EF4-FFF2-40B4-BE49-F238E27FC236}">
                  <a16:creationId xmlns:a16="http://schemas.microsoft.com/office/drawing/2014/main" id="{66A1FF1F-F089-4214-572A-5015EA438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88" name="Group 1027">
              <a:extLst>
                <a:ext uri="{FF2B5EF4-FFF2-40B4-BE49-F238E27FC236}">
                  <a16:creationId xmlns:a16="http://schemas.microsoft.com/office/drawing/2014/main" id="{0F3BF5F9-C1EE-8B97-C6F6-0D42761E7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95" name="Freeform 1028">
                <a:extLst>
                  <a:ext uri="{FF2B5EF4-FFF2-40B4-BE49-F238E27FC236}">
                    <a16:creationId xmlns:a16="http://schemas.microsoft.com/office/drawing/2014/main" id="{1406B752-50FC-4A62-ECB2-A94E4F1D0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6" name="Freeform 1029">
                <a:extLst>
                  <a:ext uri="{FF2B5EF4-FFF2-40B4-BE49-F238E27FC236}">
                    <a16:creationId xmlns:a16="http://schemas.microsoft.com/office/drawing/2014/main" id="{F152514B-A49D-0D24-EEB6-B0FCC34B5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7" name="Freeform 1030">
                <a:extLst>
                  <a:ext uri="{FF2B5EF4-FFF2-40B4-BE49-F238E27FC236}">
                    <a16:creationId xmlns:a16="http://schemas.microsoft.com/office/drawing/2014/main" id="{4D0ABA5C-4F36-FF9F-369A-4A1B5DEB4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8" name="Freeform 1031">
                <a:extLst>
                  <a:ext uri="{FF2B5EF4-FFF2-40B4-BE49-F238E27FC236}">
                    <a16:creationId xmlns:a16="http://schemas.microsoft.com/office/drawing/2014/main" id="{8749E979-BDC4-7FAA-4709-E5EDEAE04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9" name="Freeform 1032">
                <a:extLst>
                  <a:ext uri="{FF2B5EF4-FFF2-40B4-BE49-F238E27FC236}">
                    <a16:creationId xmlns:a16="http://schemas.microsoft.com/office/drawing/2014/main" id="{62C1BF2C-2529-58BF-2135-F6D27D86B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0" name="Freeform 1033">
                <a:extLst>
                  <a:ext uri="{FF2B5EF4-FFF2-40B4-BE49-F238E27FC236}">
                    <a16:creationId xmlns:a16="http://schemas.microsoft.com/office/drawing/2014/main" id="{A3B59C73-B882-1714-96BA-2DACDD4BC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89" name="Freeform 1034">
              <a:extLst>
                <a:ext uri="{FF2B5EF4-FFF2-40B4-BE49-F238E27FC236}">
                  <a16:creationId xmlns:a16="http://schemas.microsoft.com/office/drawing/2014/main" id="{5D2E0EE5-B245-4CFA-B0F6-0D44C0F0C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0" name="Freeform 1035">
              <a:extLst>
                <a:ext uri="{FF2B5EF4-FFF2-40B4-BE49-F238E27FC236}">
                  <a16:creationId xmlns:a16="http://schemas.microsoft.com/office/drawing/2014/main" id="{87275B24-10A3-C1B1-76A9-AEBD2D249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1" name="Freeform 1036">
              <a:extLst>
                <a:ext uri="{FF2B5EF4-FFF2-40B4-BE49-F238E27FC236}">
                  <a16:creationId xmlns:a16="http://schemas.microsoft.com/office/drawing/2014/main" id="{F5E9BD37-83E9-D4C6-6C44-D999991AD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2" name="Freeform 1037">
              <a:extLst>
                <a:ext uri="{FF2B5EF4-FFF2-40B4-BE49-F238E27FC236}">
                  <a16:creationId xmlns:a16="http://schemas.microsoft.com/office/drawing/2014/main" id="{D992C023-B855-BC7E-6EF1-6AEF9A7C4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3" name="Freeform 1038">
              <a:extLst>
                <a:ext uri="{FF2B5EF4-FFF2-40B4-BE49-F238E27FC236}">
                  <a16:creationId xmlns:a16="http://schemas.microsoft.com/office/drawing/2014/main" id="{15D01647-8CCC-B36C-ACF4-572DF481B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4" name="Freeform 1039">
              <a:extLst>
                <a:ext uri="{FF2B5EF4-FFF2-40B4-BE49-F238E27FC236}">
                  <a16:creationId xmlns:a16="http://schemas.microsoft.com/office/drawing/2014/main" id="{D5488B95-7190-C714-01EE-72D7E44E2D6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0B84F6EB-D450-F8B2-C1A0-DC9A80150D5E}"/>
              </a:ext>
            </a:extLst>
          </p:cNvPr>
          <p:cNvGrpSpPr/>
          <p:nvPr/>
        </p:nvGrpSpPr>
        <p:grpSpPr>
          <a:xfrm>
            <a:off x="6478336" y="2770274"/>
            <a:ext cx="398027" cy="358507"/>
            <a:chOff x="8631407" y="2290407"/>
            <a:chExt cx="530702" cy="478009"/>
          </a:xfrm>
        </p:grpSpPr>
        <p:pic>
          <p:nvPicPr>
            <p:cNvPr id="302" name="Picture 568" descr="light2.png">
              <a:extLst>
                <a:ext uri="{FF2B5EF4-FFF2-40B4-BE49-F238E27FC236}">
                  <a16:creationId xmlns:a16="http://schemas.microsoft.com/office/drawing/2014/main" id="{86CE353D-C6F1-69B7-DEA7-C09474610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3" name="Picture 1017" descr="antenna_stylized">
              <a:extLst>
                <a:ext uri="{FF2B5EF4-FFF2-40B4-BE49-F238E27FC236}">
                  <a16:creationId xmlns:a16="http://schemas.microsoft.com/office/drawing/2014/main" id="{BC0DF2DD-99E2-62BB-B089-BF9A7D30FF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C7483977-8397-FB43-E065-1B29EA70F15F}"/>
              </a:ext>
            </a:extLst>
          </p:cNvPr>
          <p:cNvGrpSpPr/>
          <p:nvPr/>
        </p:nvGrpSpPr>
        <p:grpSpPr>
          <a:xfrm>
            <a:off x="5620139" y="3594833"/>
            <a:ext cx="263105" cy="229138"/>
            <a:chOff x="7487144" y="3389820"/>
            <a:chExt cx="350807" cy="305517"/>
          </a:xfrm>
        </p:grpSpPr>
        <p:pic>
          <p:nvPicPr>
            <p:cNvPr id="305" name="Picture 1115" descr="antenna_stylized">
              <a:extLst>
                <a:ext uri="{FF2B5EF4-FFF2-40B4-BE49-F238E27FC236}">
                  <a16:creationId xmlns:a16="http://schemas.microsoft.com/office/drawing/2014/main" id="{B5DEFDE8-4FBC-6930-577C-A7401932A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6" name="Picture 1116" descr="laptop_keyboard">
              <a:extLst>
                <a:ext uri="{FF2B5EF4-FFF2-40B4-BE49-F238E27FC236}">
                  <a16:creationId xmlns:a16="http://schemas.microsoft.com/office/drawing/2014/main" id="{2D7F98A8-1C09-191D-03CA-7E119ED255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" name="Freeform 1117">
              <a:extLst>
                <a:ext uri="{FF2B5EF4-FFF2-40B4-BE49-F238E27FC236}">
                  <a16:creationId xmlns:a16="http://schemas.microsoft.com/office/drawing/2014/main" id="{44FCD0D6-AE78-75B4-1E85-31BFAC2A6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08" name="Picture 1118" descr="screen">
              <a:extLst>
                <a:ext uri="{FF2B5EF4-FFF2-40B4-BE49-F238E27FC236}">
                  <a16:creationId xmlns:a16="http://schemas.microsoft.com/office/drawing/2014/main" id="{1F543CAD-8E59-2654-6B26-842D6335D8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1119">
              <a:extLst>
                <a:ext uri="{FF2B5EF4-FFF2-40B4-BE49-F238E27FC236}">
                  <a16:creationId xmlns:a16="http://schemas.microsoft.com/office/drawing/2014/main" id="{BE3C44CE-7341-C442-67EC-87606ABC3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0" name="Freeform 1120">
              <a:extLst>
                <a:ext uri="{FF2B5EF4-FFF2-40B4-BE49-F238E27FC236}">
                  <a16:creationId xmlns:a16="http://schemas.microsoft.com/office/drawing/2014/main" id="{B268BE64-71FC-E1FC-3B23-CD2A112D9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1" name="Freeform 1121">
              <a:extLst>
                <a:ext uri="{FF2B5EF4-FFF2-40B4-BE49-F238E27FC236}">
                  <a16:creationId xmlns:a16="http://schemas.microsoft.com/office/drawing/2014/main" id="{5E2F4C68-3971-FE1C-2CB0-8DC702143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2" name="Freeform 1122">
              <a:extLst>
                <a:ext uri="{FF2B5EF4-FFF2-40B4-BE49-F238E27FC236}">
                  <a16:creationId xmlns:a16="http://schemas.microsoft.com/office/drawing/2014/main" id="{75937D80-F1D8-CF61-F0E1-C77D43650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3" name="Freeform 1123">
              <a:extLst>
                <a:ext uri="{FF2B5EF4-FFF2-40B4-BE49-F238E27FC236}">
                  <a16:creationId xmlns:a16="http://schemas.microsoft.com/office/drawing/2014/main" id="{5A6C3CED-A8D5-B0A2-029A-1E2E33572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4" name="Freeform 1124">
              <a:extLst>
                <a:ext uri="{FF2B5EF4-FFF2-40B4-BE49-F238E27FC236}">
                  <a16:creationId xmlns:a16="http://schemas.microsoft.com/office/drawing/2014/main" id="{E465547E-8BD8-EE28-B5BB-5ABDDF985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15" name="Group 1125">
              <a:extLst>
                <a:ext uri="{FF2B5EF4-FFF2-40B4-BE49-F238E27FC236}">
                  <a16:creationId xmlns:a16="http://schemas.microsoft.com/office/drawing/2014/main" id="{4D9CECFA-160F-359A-C6EC-FE150B26E0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322" name="Freeform 1126">
                <a:extLst>
                  <a:ext uri="{FF2B5EF4-FFF2-40B4-BE49-F238E27FC236}">
                    <a16:creationId xmlns:a16="http://schemas.microsoft.com/office/drawing/2014/main" id="{1B3D2F3B-EC13-7DF5-F064-E8259A721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23" name="Freeform 1127">
                <a:extLst>
                  <a:ext uri="{FF2B5EF4-FFF2-40B4-BE49-F238E27FC236}">
                    <a16:creationId xmlns:a16="http://schemas.microsoft.com/office/drawing/2014/main" id="{E0DB12AA-C52F-474D-3F4E-BD2FE08ED5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24" name="Freeform 1128">
                <a:extLst>
                  <a:ext uri="{FF2B5EF4-FFF2-40B4-BE49-F238E27FC236}">
                    <a16:creationId xmlns:a16="http://schemas.microsoft.com/office/drawing/2014/main" id="{308F46B8-BDB7-92BE-A494-9FECBD809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25" name="Freeform 1129">
                <a:extLst>
                  <a:ext uri="{FF2B5EF4-FFF2-40B4-BE49-F238E27FC236}">
                    <a16:creationId xmlns:a16="http://schemas.microsoft.com/office/drawing/2014/main" id="{4A18D128-B08B-9A68-B53A-282158E59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26" name="Freeform 1130">
                <a:extLst>
                  <a:ext uri="{FF2B5EF4-FFF2-40B4-BE49-F238E27FC236}">
                    <a16:creationId xmlns:a16="http://schemas.microsoft.com/office/drawing/2014/main" id="{DE7D61CC-84D6-BC17-3787-58C031997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27" name="Freeform 1131">
                <a:extLst>
                  <a:ext uri="{FF2B5EF4-FFF2-40B4-BE49-F238E27FC236}">
                    <a16:creationId xmlns:a16="http://schemas.microsoft.com/office/drawing/2014/main" id="{E020F6EF-DEA0-1251-F9CB-F003ADC91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16" name="Freeform 1132">
              <a:extLst>
                <a:ext uri="{FF2B5EF4-FFF2-40B4-BE49-F238E27FC236}">
                  <a16:creationId xmlns:a16="http://schemas.microsoft.com/office/drawing/2014/main" id="{9ACDD199-E2F8-874B-81E0-3C76CC37E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7" name="Freeform 1133">
              <a:extLst>
                <a:ext uri="{FF2B5EF4-FFF2-40B4-BE49-F238E27FC236}">
                  <a16:creationId xmlns:a16="http://schemas.microsoft.com/office/drawing/2014/main" id="{F4776479-0B15-A4B8-3386-367BCE443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8" name="Freeform 1134">
              <a:extLst>
                <a:ext uri="{FF2B5EF4-FFF2-40B4-BE49-F238E27FC236}">
                  <a16:creationId xmlns:a16="http://schemas.microsoft.com/office/drawing/2014/main" id="{00F52126-C8A6-CE35-2FE8-836FBBA1C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9" name="Freeform 1135">
              <a:extLst>
                <a:ext uri="{FF2B5EF4-FFF2-40B4-BE49-F238E27FC236}">
                  <a16:creationId xmlns:a16="http://schemas.microsoft.com/office/drawing/2014/main" id="{63FF17BD-04E2-0D02-E7DD-31727F72E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0" name="Freeform 1136">
              <a:extLst>
                <a:ext uri="{FF2B5EF4-FFF2-40B4-BE49-F238E27FC236}">
                  <a16:creationId xmlns:a16="http://schemas.microsoft.com/office/drawing/2014/main" id="{D946B4EB-3B7A-5955-CB20-F18AEACF6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1" name="Freeform 1137">
              <a:extLst>
                <a:ext uri="{FF2B5EF4-FFF2-40B4-BE49-F238E27FC236}">
                  <a16:creationId xmlns:a16="http://schemas.microsoft.com/office/drawing/2014/main" id="{17907EB2-87F3-62BB-F6F2-831AC394BD8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D4A39101-B7B1-DC90-EA32-6F81090B8BBF}"/>
              </a:ext>
            </a:extLst>
          </p:cNvPr>
          <p:cNvGrpSpPr/>
          <p:nvPr/>
        </p:nvGrpSpPr>
        <p:grpSpPr>
          <a:xfrm>
            <a:off x="5852577" y="3524546"/>
            <a:ext cx="260998" cy="297465"/>
            <a:chOff x="7797061" y="3296104"/>
            <a:chExt cx="347997" cy="396620"/>
          </a:xfrm>
        </p:grpSpPr>
        <p:pic>
          <p:nvPicPr>
            <p:cNvPr id="329" name="Picture 571" descr="fridge2.png">
              <a:extLst>
                <a:ext uri="{FF2B5EF4-FFF2-40B4-BE49-F238E27FC236}">
                  <a16:creationId xmlns:a16="http://schemas.microsoft.com/office/drawing/2014/main" id="{42BFC1E0-E0FD-32A2-7643-8DF9E9D27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0" name="Picture 1115" descr="antenna_stylized">
              <a:extLst>
                <a:ext uri="{FF2B5EF4-FFF2-40B4-BE49-F238E27FC236}">
                  <a16:creationId xmlns:a16="http://schemas.microsoft.com/office/drawing/2014/main" id="{A199C3E4-F08A-F098-9970-C07AAA4023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1025F94D-9F84-8D04-6C1E-A683AF5ED5AA}"/>
              </a:ext>
            </a:extLst>
          </p:cNvPr>
          <p:cNvGrpSpPr/>
          <p:nvPr/>
        </p:nvGrpSpPr>
        <p:grpSpPr>
          <a:xfrm>
            <a:off x="8298710" y="3601842"/>
            <a:ext cx="388836" cy="909182"/>
            <a:chOff x="11058573" y="3399165"/>
            <a:chExt cx="518448" cy="1212242"/>
          </a:xfrm>
        </p:grpSpPr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F6BF4051-8C97-E1B3-50BB-F6E3D1AE16F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7F0B0EDA-EEED-9C2A-75C2-E133431CE598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AE2C1482-050C-BCB4-9055-DB83DD66A69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41" name="Picture 340" descr="server_rack.png">
                  <a:extLst>
                    <a:ext uri="{FF2B5EF4-FFF2-40B4-BE49-F238E27FC236}">
                      <a16:creationId xmlns:a16="http://schemas.microsoft.com/office/drawing/2014/main" id="{3714AD5E-ACD5-1D71-13AB-069849B29D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42" name="Picture 341" descr="server_rack.png">
                  <a:extLst>
                    <a:ext uri="{FF2B5EF4-FFF2-40B4-BE49-F238E27FC236}">
                      <a16:creationId xmlns:a16="http://schemas.microsoft.com/office/drawing/2014/main" id="{81127DF4-2031-B92C-18BC-EE3212A19E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43" name="Picture 342" descr="server_rack.png">
                  <a:extLst>
                    <a:ext uri="{FF2B5EF4-FFF2-40B4-BE49-F238E27FC236}">
                      <a16:creationId xmlns:a16="http://schemas.microsoft.com/office/drawing/2014/main" id="{B09D9720-667C-2F78-D0BF-E1A950E55B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7EFC9D1B-F870-EF66-4F34-7605CB6B4573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618485DF-21DE-B627-6688-4E0D81662AB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F3794A7C-0134-EE4C-685C-90F37BE5433C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36" name="Picture 335" descr="server_rack.png">
                  <a:extLst>
                    <a:ext uri="{FF2B5EF4-FFF2-40B4-BE49-F238E27FC236}">
                      <a16:creationId xmlns:a16="http://schemas.microsoft.com/office/drawing/2014/main" id="{1CC17AE5-7464-DEAC-9E18-ABD0FE70FD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37" name="Picture 336" descr="server_rack.png">
                  <a:extLst>
                    <a:ext uri="{FF2B5EF4-FFF2-40B4-BE49-F238E27FC236}">
                      <a16:creationId xmlns:a16="http://schemas.microsoft.com/office/drawing/2014/main" id="{63CFCDFA-1B6C-F281-5BE5-972CA78515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38" name="Picture 337" descr="server_rack.png">
                  <a:extLst>
                    <a:ext uri="{FF2B5EF4-FFF2-40B4-BE49-F238E27FC236}">
                      <a16:creationId xmlns:a16="http://schemas.microsoft.com/office/drawing/2014/main" id="{7E8CAB6B-A6EB-4D60-9453-9E507D322B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44" name="Group 950">
            <a:extLst>
              <a:ext uri="{FF2B5EF4-FFF2-40B4-BE49-F238E27FC236}">
                <a16:creationId xmlns:a16="http://schemas.microsoft.com/office/drawing/2014/main" id="{62905377-4D9A-91B4-680A-6A5AD9A4C428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4985942"/>
            <a:ext cx="132894" cy="248125"/>
            <a:chOff x="4140" y="429"/>
            <a:chExt cx="1425" cy="2396"/>
          </a:xfrm>
        </p:grpSpPr>
        <p:sp>
          <p:nvSpPr>
            <p:cNvPr id="345" name="Freeform 951">
              <a:extLst>
                <a:ext uri="{FF2B5EF4-FFF2-40B4-BE49-F238E27FC236}">
                  <a16:creationId xmlns:a16="http://schemas.microsoft.com/office/drawing/2014/main" id="{AFB9146D-CED4-E4CF-D71F-AB68D6A5C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6" name="Rectangle 952">
              <a:extLst>
                <a:ext uri="{FF2B5EF4-FFF2-40B4-BE49-F238E27FC236}">
                  <a16:creationId xmlns:a16="http://schemas.microsoft.com/office/drawing/2014/main" id="{E10B8F40-C254-7AE8-93FA-FDCFFA43D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7" name="Freeform 953">
              <a:extLst>
                <a:ext uri="{FF2B5EF4-FFF2-40B4-BE49-F238E27FC236}">
                  <a16:creationId xmlns:a16="http://schemas.microsoft.com/office/drawing/2014/main" id="{9DC4C1B8-CB67-6181-1677-EF5D6BCEE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8" name="Freeform 954">
              <a:extLst>
                <a:ext uri="{FF2B5EF4-FFF2-40B4-BE49-F238E27FC236}">
                  <a16:creationId xmlns:a16="http://schemas.microsoft.com/office/drawing/2014/main" id="{49F8252D-F94C-6B7E-5493-B0D723C2C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9" name="Rectangle 955">
              <a:extLst>
                <a:ext uri="{FF2B5EF4-FFF2-40B4-BE49-F238E27FC236}">
                  <a16:creationId xmlns:a16="http://schemas.microsoft.com/office/drawing/2014/main" id="{8FE603E4-5546-B712-2E48-7FE18B400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50" name="Group 956">
              <a:extLst>
                <a:ext uri="{FF2B5EF4-FFF2-40B4-BE49-F238E27FC236}">
                  <a16:creationId xmlns:a16="http://schemas.microsoft.com/office/drawing/2014/main" id="{09AD2646-A85D-7887-026F-EB5AE3097F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5" name="AutoShape 957">
                <a:extLst>
                  <a:ext uri="{FF2B5EF4-FFF2-40B4-BE49-F238E27FC236}">
                    <a16:creationId xmlns:a16="http://schemas.microsoft.com/office/drawing/2014/main" id="{7E4684FB-1C95-FD12-36DB-0678466C4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6" name="AutoShape 958">
                <a:extLst>
                  <a:ext uri="{FF2B5EF4-FFF2-40B4-BE49-F238E27FC236}">
                    <a16:creationId xmlns:a16="http://schemas.microsoft.com/office/drawing/2014/main" id="{DBB77311-7A9F-6417-C428-32519EE1E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1" name="Rectangle 959">
              <a:extLst>
                <a:ext uri="{FF2B5EF4-FFF2-40B4-BE49-F238E27FC236}">
                  <a16:creationId xmlns:a16="http://schemas.microsoft.com/office/drawing/2014/main" id="{919F424F-FD51-3FC0-DF2A-D4405D87B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52" name="Group 960">
              <a:extLst>
                <a:ext uri="{FF2B5EF4-FFF2-40B4-BE49-F238E27FC236}">
                  <a16:creationId xmlns:a16="http://schemas.microsoft.com/office/drawing/2014/main" id="{673259DC-C1CD-0391-5461-62ECB950F8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3" name="AutoShape 961">
                <a:extLst>
                  <a:ext uri="{FF2B5EF4-FFF2-40B4-BE49-F238E27FC236}">
                    <a16:creationId xmlns:a16="http://schemas.microsoft.com/office/drawing/2014/main" id="{BEDF7247-5145-DF72-7FEA-B885B3292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4" name="AutoShape 962">
                <a:extLst>
                  <a:ext uri="{FF2B5EF4-FFF2-40B4-BE49-F238E27FC236}">
                    <a16:creationId xmlns:a16="http://schemas.microsoft.com/office/drawing/2014/main" id="{D4982040-91CA-50AD-965B-165875778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3" name="Rectangle 963">
              <a:extLst>
                <a:ext uri="{FF2B5EF4-FFF2-40B4-BE49-F238E27FC236}">
                  <a16:creationId xmlns:a16="http://schemas.microsoft.com/office/drawing/2014/main" id="{01C9DA54-C7E9-5F12-44C5-25078C04A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4" name="Rectangle 964">
              <a:extLst>
                <a:ext uri="{FF2B5EF4-FFF2-40B4-BE49-F238E27FC236}">
                  <a16:creationId xmlns:a16="http://schemas.microsoft.com/office/drawing/2014/main" id="{AFFF262C-7CCE-938D-1955-7639EE75F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55" name="Group 965">
              <a:extLst>
                <a:ext uri="{FF2B5EF4-FFF2-40B4-BE49-F238E27FC236}">
                  <a16:creationId xmlns:a16="http://schemas.microsoft.com/office/drawing/2014/main" id="{80C99467-A58A-E257-97AE-30A587A313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1" name="AutoShape 966">
                <a:extLst>
                  <a:ext uri="{FF2B5EF4-FFF2-40B4-BE49-F238E27FC236}">
                    <a16:creationId xmlns:a16="http://schemas.microsoft.com/office/drawing/2014/main" id="{7909FAC2-A85E-C389-ACBB-BF4918B01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2" name="AutoShape 967">
                <a:extLst>
                  <a:ext uri="{FF2B5EF4-FFF2-40B4-BE49-F238E27FC236}">
                    <a16:creationId xmlns:a16="http://schemas.microsoft.com/office/drawing/2014/main" id="{BE786951-BFA3-B739-41D8-E6FDF3143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6" name="Freeform 968">
              <a:extLst>
                <a:ext uri="{FF2B5EF4-FFF2-40B4-BE49-F238E27FC236}">
                  <a16:creationId xmlns:a16="http://schemas.microsoft.com/office/drawing/2014/main" id="{7F89CE5A-627F-79FA-72F8-33D81C7A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57" name="Group 969">
              <a:extLst>
                <a:ext uri="{FF2B5EF4-FFF2-40B4-BE49-F238E27FC236}">
                  <a16:creationId xmlns:a16="http://schemas.microsoft.com/office/drawing/2014/main" id="{C8A3CE94-F5F1-192C-12A6-1450E2A324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9" name="AutoShape 970">
                <a:extLst>
                  <a:ext uri="{FF2B5EF4-FFF2-40B4-BE49-F238E27FC236}">
                    <a16:creationId xmlns:a16="http://schemas.microsoft.com/office/drawing/2014/main" id="{841593F8-066A-FB58-911D-04C484E51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AutoShape 971">
                <a:extLst>
                  <a:ext uri="{FF2B5EF4-FFF2-40B4-BE49-F238E27FC236}">
                    <a16:creationId xmlns:a16="http://schemas.microsoft.com/office/drawing/2014/main" id="{2AC43178-9929-38F8-CBFC-E0832DB3B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8" name="Rectangle 972">
              <a:extLst>
                <a:ext uri="{FF2B5EF4-FFF2-40B4-BE49-F238E27FC236}">
                  <a16:creationId xmlns:a16="http://schemas.microsoft.com/office/drawing/2014/main" id="{D927C7CD-EE50-655A-2990-586C5136F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9" name="Freeform 973">
              <a:extLst>
                <a:ext uri="{FF2B5EF4-FFF2-40B4-BE49-F238E27FC236}">
                  <a16:creationId xmlns:a16="http://schemas.microsoft.com/office/drawing/2014/main" id="{6540E20C-3610-AD79-3004-0105BD1BE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0" name="Freeform 974">
              <a:extLst>
                <a:ext uri="{FF2B5EF4-FFF2-40B4-BE49-F238E27FC236}">
                  <a16:creationId xmlns:a16="http://schemas.microsoft.com/office/drawing/2014/main" id="{560592CA-8FE2-5DC3-060D-7E6A44CC9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1" name="Oval 975">
              <a:extLst>
                <a:ext uri="{FF2B5EF4-FFF2-40B4-BE49-F238E27FC236}">
                  <a16:creationId xmlns:a16="http://schemas.microsoft.com/office/drawing/2014/main" id="{FA44C3C1-F104-200E-EC4F-41419A3EC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2" name="Freeform 976">
              <a:extLst>
                <a:ext uri="{FF2B5EF4-FFF2-40B4-BE49-F238E27FC236}">
                  <a16:creationId xmlns:a16="http://schemas.microsoft.com/office/drawing/2014/main" id="{F08C5764-92A1-1C98-943B-F22FBAF60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3" name="AutoShape 977">
              <a:extLst>
                <a:ext uri="{FF2B5EF4-FFF2-40B4-BE49-F238E27FC236}">
                  <a16:creationId xmlns:a16="http://schemas.microsoft.com/office/drawing/2014/main" id="{C471B5A9-386B-8923-808A-BC72FEB03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4" name="AutoShape 978">
              <a:extLst>
                <a:ext uri="{FF2B5EF4-FFF2-40B4-BE49-F238E27FC236}">
                  <a16:creationId xmlns:a16="http://schemas.microsoft.com/office/drawing/2014/main" id="{EFF14A8C-D9B8-1F93-6EA3-C183672F6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5" name="Oval 979">
              <a:extLst>
                <a:ext uri="{FF2B5EF4-FFF2-40B4-BE49-F238E27FC236}">
                  <a16:creationId xmlns:a16="http://schemas.microsoft.com/office/drawing/2014/main" id="{F15AA825-A1BB-626D-94F0-1C605B4FF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6" name="Oval 980">
              <a:extLst>
                <a:ext uri="{FF2B5EF4-FFF2-40B4-BE49-F238E27FC236}">
                  <a16:creationId xmlns:a16="http://schemas.microsoft.com/office/drawing/2014/main" id="{C5810879-FA6F-AD30-F98A-3FFADD446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" name="Oval 981">
              <a:extLst>
                <a:ext uri="{FF2B5EF4-FFF2-40B4-BE49-F238E27FC236}">
                  <a16:creationId xmlns:a16="http://schemas.microsoft.com/office/drawing/2014/main" id="{FFDFE89B-A62F-D94B-C6C4-0DE87C47F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" name="Rectangle 982">
              <a:extLst>
                <a:ext uri="{FF2B5EF4-FFF2-40B4-BE49-F238E27FC236}">
                  <a16:creationId xmlns:a16="http://schemas.microsoft.com/office/drawing/2014/main" id="{28635C85-872C-1A7E-7883-18DE7A02B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77" name="Group 590">
            <a:extLst>
              <a:ext uri="{FF2B5EF4-FFF2-40B4-BE49-F238E27FC236}">
                <a16:creationId xmlns:a16="http://schemas.microsoft.com/office/drawing/2014/main" id="{C85EA413-F6E4-9A38-D0AC-7F54F165BD1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4705599"/>
            <a:ext cx="259223" cy="240227"/>
            <a:chOff x="2839" y="3501"/>
            <a:chExt cx="755" cy="803"/>
          </a:xfrm>
        </p:grpSpPr>
        <p:pic>
          <p:nvPicPr>
            <p:cNvPr id="378" name="Picture 591" descr="desktop_computer_stylized_medium">
              <a:extLst>
                <a:ext uri="{FF2B5EF4-FFF2-40B4-BE49-F238E27FC236}">
                  <a16:creationId xmlns:a16="http://schemas.microsoft.com/office/drawing/2014/main" id="{F0FD88AB-41A0-95CB-90E7-7B06997F08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" name="Freeform 592">
              <a:extLst>
                <a:ext uri="{FF2B5EF4-FFF2-40B4-BE49-F238E27FC236}">
                  <a16:creationId xmlns:a16="http://schemas.microsoft.com/office/drawing/2014/main" id="{5EE0408C-791A-35CC-B9F8-0E14E0603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80" name="Group 590">
            <a:extLst>
              <a:ext uri="{FF2B5EF4-FFF2-40B4-BE49-F238E27FC236}">
                <a16:creationId xmlns:a16="http://schemas.microsoft.com/office/drawing/2014/main" id="{C87D4E4F-E411-12EC-6AEC-DDA717ABEB9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5158971"/>
            <a:ext cx="259223" cy="240227"/>
            <a:chOff x="2839" y="3501"/>
            <a:chExt cx="755" cy="803"/>
          </a:xfrm>
        </p:grpSpPr>
        <p:pic>
          <p:nvPicPr>
            <p:cNvPr id="381" name="Picture 591" descr="desktop_computer_stylized_medium">
              <a:extLst>
                <a:ext uri="{FF2B5EF4-FFF2-40B4-BE49-F238E27FC236}">
                  <a16:creationId xmlns:a16="http://schemas.microsoft.com/office/drawing/2014/main" id="{9DF78977-D898-0830-CD0B-ED9A645B88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2" name="Freeform 592">
              <a:extLst>
                <a:ext uri="{FF2B5EF4-FFF2-40B4-BE49-F238E27FC236}">
                  <a16:creationId xmlns:a16="http://schemas.microsoft.com/office/drawing/2014/main" id="{42A65E21-0841-3034-6F76-737784F58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83" name="Group 590">
            <a:extLst>
              <a:ext uri="{FF2B5EF4-FFF2-40B4-BE49-F238E27FC236}">
                <a16:creationId xmlns:a16="http://schemas.microsoft.com/office/drawing/2014/main" id="{FD63AC6D-73DC-DD6D-3145-482B9CF3F53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5175075"/>
            <a:ext cx="259223" cy="240227"/>
            <a:chOff x="2839" y="3501"/>
            <a:chExt cx="755" cy="803"/>
          </a:xfrm>
        </p:grpSpPr>
        <p:pic>
          <p:nvPicPr>
            <p:cNvPr id="384" name="Picture 591" descr="desktop_computer_stylized_medium">
              <a:extLst>
                <a:ext uri="{FF2B5EF4-FFF2-40B4-BE49-F238E27FC236}">
                  <a16:creationId xmlns:a16="http://schemas.microsoft.com/office/drawing/2014/main" id="{00E88132-B307-74A4-E3B7-F03CBBB611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5" name="Freeform 592">
              <a:extLst>
                <a:ext uri="{FF2B5EF4-FFF2-40B4-BE49-F238E27FC236}">
                  <a16:creationId xmlns:a16="http://schemas.microsoft.com/office/drawing/2014/main" id="{AF4CA84F-782E-5FBA-BB74-B0A91F2C8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86" name="Group 1064">
            <a:extLst>
              <a:ext uri="{FF2B5EF4-FFF2-40B4-BE49-F238E27FC236}">
                <a16:creationId xmlns:a16="http://schemas.microsoft.com/office/drawing/2014/main" id="{FCAD2843-0F24-7BB4-4556-264A7A64EF59}"/>
              </a:ext>
            </a:extLst>
          </p:cNvPr>
          <p:cNvGrpSpPr>
            <a:grpSpLocks/>
          </p:cNvGrpSpPr>
          <p:nvPr/>
        </p:nvGrpSpPr>
        <p:grpSpPr bwMode="auto">
          <a:xfrm>
            <a:off x="7151060" y="5376832"/>
            <a:ext cx="239448" cy="190034"/>
            <a:chOff x="877" y="1008"/>
            <a:chExt cx="2747" cy="2591"/>
          </a:xfrm>
        </p:grpSpPr>
        <p:pic>
          <p:nvPicPr>
            <p:cNvPr id="387" name="Picture 1065" descr="antenna_stylized">
              <a:extLst>
                <a:ext uri="{FF2B5EF4-FFF2-40B4-BE49-F238E27FC236}">
                  <a16:creationId xmlns:a16="http://schemas.microsoft.com/office/drawing/2014/main" id="{68D95CFA-286A-7647-BC3A-BB08200AB4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8" name="Picture 1066" descr="laptop_keyboard">
              <a:extLst>
                <a:ext uri="{FF2B5EF4-FFF2-40B4-BE49-F238E27FC236}">
                  <a16:creationId xmlns:a16="http://schemas.microsoft.com/office/drawing/2014/main" id="{BDB9015A-995A-5399-8E81-8614AB7F0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" name="Freeform 1067">
              <a:extLst>
                <a:ext uri="{FF2B5EF4-FFF2-40B4-BE49-F238E27FC236}">
                  <a16:creationId xmlns:a16="http://schemas.microsoft.com/office/drawing/2014/main" id="{A7F1CED3-B998-FF90-7FE9-CB975AFB0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90" name="Picture 1068" descr="screen">
              <a:extLst>
                <a:ext uri="{FF2B5EF4-FFF2-40B4-BE49-F238E27FC236}">
                  <a16:creationId xmlns:a16="http://schemas.microsoft.com/office/drawing/2014/main" id="{F30B6D0D-0356-D8E2-6709-906D3A6512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1" name="Freeform 1069">
              <a:extLst>
                <a:ext uri="{FF2B5EF4-FFF2-40B4-BE49-F238E27FC236}">
                  <a16:creationId xmlns:a16="http://schemas.microsoft.com/office/drawing/2014/main" id="{DB1DB3D3-A1CD-7E5F-AB19-F25D055E0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2" name="Freeform 1070">
              <a:extLst>
                <a:ext uri="{FF2B5EF4-FFF2-40B4-BE49-F238E27FC236}">
                  <a16:creationId xmlns:a16="http://schemas.microsoft.com/office/drawing/2014/main" id="{A2A074CE-6F0B-D0E3-3377-02772B731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3" name="Freeform 1071">
              <a:extLst>
                <a:ext uri="{FF2B5EF4-FFF2-40B4-BE49-F238E27FC236}">
                  <a16:creationId xmlns:a16="http://schemas.microsoft.com/office/drawing/2014/main" id="{9AB3807E-7B7F-288F-9AB4-32210D1AB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4" name="Freeform 1072">
              <a:extLst>
                <a:ext uri="{FF2B5EF4-FFF2-40B4-BE49-F238E27FC236}">
                  <a16:creationId xmlns:a16="http://schemas.microsoft.com/office/drawing/2014/main" id="{7072F79B-1B8D-4475-428F-9FAFF7FF1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5" name="Freeform 1073">
              <a:extLst>
                <a:ext uri="{FF2B5EF4-FFF2-40B4-BE49-F238E27FC236}">
                  <a16:creationId xmlns:a16="http://schemas.microsoft.com/office/drawing/2014/main" id="{5BD739B5-720A-AFE7-B089-14FB32B7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6" name="Freeform 1074">
              <a:extLst>
                <a:ext uri="{FF2B5EF4-FFF2-40B4-BE49-F238E27FC236}">
                  <a16:creationId xmlns:a16="http://schemas.microsoft.com/office/drawing/2014/main" id="{86071BAC-4D23-15E5-190D-B55BA0AB7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97" name="Group 1075">
              <a:extLst>
                <a:ext uri="{FF2B5EF4-FFF2-40B4-BE49-F238E27FC236}">
                  <a16:creationId xmlns:a16="http://schemas.microsoft.com/office/drawing/2014/main" id="{06749B65-837B-E142-3FC5-CD0DABF94A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4" name="Freeform 1076">
                <a:extLst>
                  <a:ext uri="{FF2B5EF4-FFF2-40B4-BE49-F238E27FC236}">
                    <a16:creationId xmlns:a16="http://schemas.microsoft.com/office/drawing/2014/main" id="{38FCA563-AEBF-AB2E-4FC2-2DA18220E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05" name="Freeform 1077">
                <a:extLst>
                  <a:ext uri="{FF2B5EF4-FFF2-40B4-BE49-F238E27FC236}">
                    <a16:creationId xmlns:a16="http://schemas.microsoft.com/office/drawing/2014/main" id="{E989FDC2-4757-61A9-60F2-051F523AD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06" name="Freeform 1078">
                <a:extLst>
                  <a:ext uri="{FF2B5EF4-FFF2-40B4-BE49-F238E27FC236}">
                    <a16:creationId xmlns:a16="http://schemas.microsoft.com/office/drawing/2014/main" id="{56CCBC6B-4EE9-42D9-B748-51E8F880A2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07" name="Freeform 1079">
                <a:extLst>
                  <a:ext uri="{FF2B5EF4-FFF2-40B4-BE49-F238E27FC236}">
                    <a16:creationId xmlns:a16="http://schemas.microsoft.com/office/drawing/2014/main" id="{D7495CC2-0030-64E4-1349-DA1AC33F4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08" name="Freeform 1080">
                <a:extLst>
                  <a:ext uri="{FF2B5EF4-FFF2-40B4-BE49-F238E27FC236}">
                    <a16:creationId xmlns:a16="http://schemas.microsoft.com/office/drawing/2014/main" id="{9513F93B-ADBA-F4FA-3842-65915059F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09" name="Freeform 1081">
                <a:extLst>
                  <a:ext uri="{FF2B5EF4-FFF2-40B4-BE49-F238E27FC236}">
                    <a16:creationId xmlns:a16="http://schemas.microsoft.com/office/drawing/2014/main" id="{A6ECEE61-57A6-FB0F-AFF9-C826EC846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98" name="Freeform 1082">
              <a:extLst>
                <a:ext uri="{FF2B5EF4-FFF2-40B4-BE49-F238E27FC236}">
                  <a16:creationId xmlns:a16="http://schemas.microsoft.com/office/drawing/2014/main" id="{72867028-9716-FC67-3ED0-BF75B9BBD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9" name="Freeform 1083">
              <a:extLst>
                <a:ext uri="{FF2B5EF4-FFF2-40B4-BE49-F238E27FC236}">
                  <a16:creationId xmlns:a16="http://schemas.microsoft.com/office/drawing/2014/main" id="{1FC77866-E678-22C0-8DC5-2B6015F0A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0" name="Freeform 1084">
              <a:extLst>
                <a:ext uri="{FF2B5EF4-FFF2-40B4-BE49-F238E27FC236}">
                  <a16:creationId xmlns:a16="http://schemas.microsoft.com/office/drawing/2014/main" id="{16BD38F7-060D-01C4-5BF2-3BB77FEF1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1" name="Freeform 1085">
              <a:extLst>
                <a:ext uri="{FF2B5EF4-FFF2-40B4-BE49-F238E27FC236}">
                  <a16:creationId xmlns:a16="http://schemas.microsoft.com/office/drawing/2014/main" id="{0016B88C-DB1F-42C7-4561-F73B869DA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2" name="Freeform 1086">
              <a:extLst>
                <a:ext uri="{FF2B5EF4-FFF2-40B4-BE49-F238E27FC236}">
                  <a16:creationId xmlns:a16="http://schemas.microsoft.com/office/drawing/2014/main" id="{AB6D1547-E12E-DB8F-7DF0-F96B1A95C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03" name="Freeform 1087">
              <a:extLst>
                <a:ext uri="{FF2B5EF4-FFF2-40B4-BE49-F238E27FC236}">
                  <a16:creationId xmlns:a16="http://schemas.microsoft.com/office/drawing/2014/main" id="{997DEF1E-4085-06A3-1E38-052A3C91DAA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10" name="Freeform 984">
            <a:extLst>
              <a:ext uri="{FF2B5EF4-FFF2-40B4-BE49-F238E27FC236}">
                <a16:creationId xmlns:a16="http://schemas.microsoft.com/office/drawing/2014/main" id="{38378030-9AED-E688-2D41-05607CBEF484}"/>
              </a:ext>
            </a:extLst>
          </p:cNvPr>
          <p:cNvSpPr>
            <a:spLocks/>
          </p:cNvSpPr>
          <p:nvPr/>
        </p:nvSpPr>
        <p:spPr bwMode="auto">
          <a:xfrm>
            <a:off x="7615195" y="5258206"/>
            <a:ext cx="25537" cy="249693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1" name="Freeform 986">
            <a:extLst>
              <a:ext uri="{FF2B5EF4-FFF2-40B4-BE49-F238E27FC236}">
                <a16:creationId xmlns:a16="http://schemas.microsoft.com/office/drawing/2014/main" id="{9561CF79-96C1-7A06-4A4A-545CB9FE1370}"/>
              </a:ext>
            </a:extLst>
          </p:cNvPr>
          <p:cNvSpPr>
            <a:spLocks/>
          </p:cNvSpPr>
          <p:nvPr/>
        </p:nvSpPr>
        <p:spPr bwMode="auto">
          <a:xfrm>
            <a:off x="7619978" y="5273170"/>
            <a:ext cx="15250" cy="231015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2" name="Freeform 987">
            <a:extLst>
              <a:ext uri="{FF2B5EF4-FFF2-40B4-BE49-F238E27FC236}">
                <a16:creationId xmlns:a16="http://schemas.microsoft.com/office/drawing/2014/main" id="{3D871F7C-5A61-EF42-C700-B057EDEB8332}"/>
              </a:ext>
            </a:extLst>
          </p:cNvPr>
          <p:cNvSpPr>
            <a:spLocks/>
          </p:cNvSpPr>
          <p:nvPr/>
        </p:nvSpPr>
        <p:spPr bwMode="auto">
          <a:xfrm>
            <a:off x="7616639" y="5390043"/>
            <a:ext cx="23732" cy="20644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3" name="Rectangle 988">
            <a:extLst>
              <a:ext uri="{FF2B5EF4-FFF2-40B4-BE49-F238E27FC236}">
                <a16:creationId xmlns:a16="http://schemas.microsoft.com/office/drawing/2014/main" id="{8DECBA10-3532-E605-D9F6-02119DFAD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286278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414" name="Group 989">
            <a:extLst>
              <a:ext uri="{FF2B5EF4-FFF2-40B4-BE49-F238E27FC236}">
                <a16:creationId xmlns:a16="http://schemas.microsoft.com/office/drawing/2014/main" id="{EDC9EEA3-4D6B-5381-EAE8-2F0324995063}"/>
              </a:ext>
            </a:extLst>
          </p:cNvPr>
          <p:cNvGrpSpPr>
            <a:grpSpLocks/>
          </p:cNvGrpSpPr>
          <p:nvPr/>
        </p:nvGrpSpPr>
        <p:grpSpPr bwMode="auto">
          <a:xfrm>
            <a:off x="7568362" y="5283875"/>
            <a:ext cx="52427" cy="15838"/>
            <a:chOff x="614" y="2568"/>
            <a:chExt cx="725" cy="139"/>
          </a:xfrm>
        </p:grpSpPr>
        <p:sp>
          <p:nvSpPr>
            <p:cNvPr id="415" name="AutoShape 990">
              <a:extLst>
                <a:ext uri="{FF2B5EF4-FFF2-40B4-BE49-F238E27FC236}">
                  <a16:creationId xmlns:a16="http://schemas.microsoft.com/office/drawing/2014/main" id="{7D2735FA-BAB0-F122-5AAE-8E1B04A46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6" name="AutoShape 991">
              <a:extLst>
                <a:ext uri="{FF2B5EF4-FFF2-40B4-BE49-F238E27FC236}">
                  <a16:creationId xmlns:a16="http://schemas.microsoft.com/office/drawing/2014/main" id="{208A4B78-EEC1-2FD5-F82D-E11530EF4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17" name="Rectangle 992">
            <a:extLst>
              <a:ext uri="{FF2B5EF4-FFF2-40B4-BE49-F238E27FC236}">
                <a16:creationId xmlns:a16="http://schemas.microsoft.com/office/drawing/2014/main" id="{4F6DB62B-3424-8372-0F2F-92F29E83A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322541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418" name="Group 993">
            <a:extLst>
              <a:ext uri="{FF2B5EF4-FFF2-40B4-BE49-F238E27FC236}">
                <a16:creationId xmlns:a16="http://schemas.microsoft.com/office/drawing/2014/main" id="{B929A422-6F59-D221-296A-651B57E4FF13}"/>
              </a:ext>
            </a:extLst>
          </p:cNvPr>
          <p:cNvGrpSpPr>
            <a:grpSpLocks/>
          </p:cNvGrpSpPr>
          <p:nvPr/>
        </p:nvGrpSpPr>
        <p:grpSpPr bwMode="auto">
          <a:xfrm>
            <a:off x="7568182" y="5319483"/>
            <a:ext cx="52427" cy="14636"/>
            <a:chOff x="614" y="2568"/>
            <a:chExt cx="725" cy="139"/>
          </a:xfrm>
        </p:grpSpPr>
        <p:sp>
          <p:nvSpPr>
            <p:cNvPr id="419" name="AutoShape 994">
              <a:extLst>
                <a:ext uri="{FF2B5EF4-FFF2-40B4-BE49-F238E27FC236}">
                  <a16:creationId xmlns:a16="http://schemas.microsoft.com/office/drawing/2014/main" id="{796066F3-F876-F178-D9BD-B54DE3019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" name="AutoShape 995">
              <a:extLst>
                <a:ext uri="{FF2B5EF4-FFF2-40B4-BE49-F238E27FC236}">
                  <a16:creationId xmlns:a16="http://schemas.microsoft.com/office/drawing/2014/main" id="{5E4554A9-DFDA-E60D-3650-015FE39EA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21" name="Rectangle 996">
            <a:extLst>
              <a:ext uri="{FF2B5EF4-FFF2-40B4-BE49-F238E27FC236}">
                <a16:creationId xmlns:a16="http://schemas.microsoft.com/office/drawing/2014/main" id="{974F68FA-54CC-DC16-108E-4D12BE72D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358804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22" name="Rectangle 997">
            <a:extLst>
              <a:ext uri="{FF2B5EF4-FFF2-40B4-BE49-F238E27FC236}">
                <a16:creationId xmlns:a16="http://schemas.microsoft.com/office/drawing/2014/main" id="{73B87ECB-E5A2-5B51-6ACD-076741B3F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29" y="5391682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423" name="Group 998">
            <a:extLst>
              <a:ext uri="{FF2B5EF4-FFF2-40B4-BE49-F238E27FC236}">
                <a16:creationId xmlns:a16="http://schemas.microsoft.com/office/drawing/2014/main" id="{DD96870F-2557-F560-18B1-9B79BEFDFC50}"/>
              </a:ext>
            </a:extLst>
          </p:cNvPr>
          <p:cNvGrpSpPr>
            <a:grpSpLocks/>
          </p:cNvGrpSpPr>
          <p:nvPr/>
        </p:nvGrpSpPr>
        <p:grpSpPr bwMode="auto">
          <a:xfrm>
            <a:off x="7567099" y="5388624"/>
            <a:ext cx="52518" cy="16493"/>
            <a:chOff x="614" y="2568"/>
            <a:chExt cx="725" cy="139"/>
          </a:xfrm>
        </p:grpSpPr>
        <p:sp>
          <p:nvSpPr>
            <p:cNvPr id="424" name="AutoShape 999">
              <a:extLst>
                <a:ext uri="{FF2B5EF4-FFF2-40B4-BE49-F238E27FC236}">
                  <a16:creationId xmlns:a16="http://schemas.microsoft.com/office/drawing/2014/main" id="{1F4B2FA8-F26B-1FC6-4E03-458813B20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5" name="AutoShape 1000">
              <a:extLst>
                <a:ext uri="{FF2B5EF4-FFF2-40B4-BE49-F238E27FC236}">
                  <a16:creationId xmlns:a16="http://schemas.microsoft.com/office/drawing/2014/main" id="{E305A032-1E36-9B83-31E7-80263F11F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26" name="Freeform 1001">
            <a:extLst>
              <a:ext uri="{FF2B5EF4-FFF2-40B4-BE49-F238E27FC236}">
                <a16:creationId xmlns:a16="http://schemas.microsoft.com/office/drawing/2014/main" id="{F7B194AD-0B4A-6FC5-4598-C3C997285467}"/>
              </a:ext>
            </a:extLst>
          </p:cNvPr>
          <p:cNvSpPr>
            <a:spLocks/>
          </p:cNvSpPr>
          <p:nvPr/>
        </p:nvSpPr>
        <p:spPr bwMode="auto">
          <a:xfrm>
            <a:off x="7617001" y="5358804"/>
            <a:ext cx="23732" cy="2053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27" name="Group 1002">
            <a:extLst>
              <a:ext uri="{FF2B5EF4-FFF2-40B4-BE49-F238E27FC236}">
                <a16:creationId xmlns:a16="http://schemas.microsoft.com/office/drawing/2014/main" id="{28FCB38D-91E8-B63C-56F9-2E1C453991F1}"/>
              </a:ext>
            </a:extLst>
          </p:cNvPr>
          <p:cNvGrpSpPr>
            <a:grpSpLocks/>
          </p:cNvGrpSpPr>
          <p:nvPr/>
        </p:nvGrpSpPr>
        <p:grpSpPr bwMode="auto">
          <a:xfrm>
            <a:off x="7567460" y="5355855"/>
            <a:ext cx="52518" cy="15182"/>
            <a:chOff x="614" y="2568"/>
            <a:chExt cx="725" cy="139"/>
          </a:xfrm>
        </p:grpSpPr>
        <p:sp>
          <p:nvSpPr>
            <p:cNvPr id="428" name="AutoShape 1003">
              <a:extLst>
                <a:ext uri="{FF2B5EF4-FFF2-40B4-BE49-F238E27FC236}">
                  <a16:creationId xmlns:a16="http://schemas.microsoft.com/office/drawing/2014/main" id="{C41F4B04-694C-D611-510F-17EF8DBD9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9" name="AutoShape 1004">
              <a:extLst>
                <a:ext uri="{FF2B5EF4-FFF2-40B4-BE49-F238E27FC236}">
                  <a16:creationId xmlns:a16="http://schemas.microsoft.com/office/drawing/2014/main" id="{83491A00-E568-0DC5-F196-EC1A60D31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30" name="Rectangle 1005">
            <a:extLst>
              <a:ext uri="{FF2B5EF4-FFF2-40B4-BE49-F238E27FC236}">
                <a16:creationId xmlns:a16="http://schemas.microsoft.com/office/drawing/2014/main" id="{6F86EDFA-EDE6-E9C5-1952-8BD880F08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209" y="5257769"/>
            <a:ext cx="6317" cy="24958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1" name="Freeform 1006">
            <a:extLst>
              <a:ext uri="{FF2B5EF4-FFF2-40B4-BE49-F238E27FC236}">
                <a16:creationId xmlns:a16="http://schemas.microsoft.com/office/drawing/2014/main" id="{6A0C393E-5D4F-B716-C9D7-8EE5A66DFA15}"/>
              </a:ext>
            </a:extLst>
          </p:cNvPr>
          <p:cNvSpPr>
            <a:spLocks/>
          </p:cNvSpPr>
          <p:nvPr/>
        </p:nvSpPr>
        <p:spPr bwMode="auto">
          <a:xfrm>
            <a:off x="7619166" y="5320903"/>
            <a:ext cx="21386" cy="23265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2" name="Freeform 1007">
            <a:extLst>
              <a:ext uri="{FF2B5EF4-FFF2-40B4-BE49-F238E27FC236}">
                <a16:creationId xmlns:a16="http://schemas.microsoft.com/office/drawing/2014/main" id="{343FE27F-7045-7C49-1D75-DA892550795D}"/>
              </a:ext>
            </a:extLst>
          </p:cNvPr>
          <p:cNvSpPr>
            <a:spLocks/>
          </p:cNvSpPr>
          <p:nvPr/>
        </p:nvSpPr>
        <p:spPr bwMode="auto">
          <a:xfrm>
            <a:off x="7619436" y="5285186"/>
            <a:ext cx="22018" cy="26215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3" name="Oval 1008">
            <a:extLst>
              <a:ext uri="{FF2B5EF4-FFF2-40B4-BE49-F238E27FC236}">
                <a16:creationId xmlns:a16="http://schemas.microsoft.com/office/drawing/2014/main" id="{B4359FB4-4266-CFD3-D11F-99FD91E5F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83" y="5496103"/>
            <a:ext cx="4512" cy="10376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4" name="Freeform 1009">
            <a:extLst>
              <a:ext uri="{FF2B5EF4-FFF2-40B4-BE49-F238E27FC236}">
                <a16:creationId xmlns:a16="http://schemas.microsoft.com/office/drawing/2014/main" id="{3E3C4124-627D-4914-D1A9-4D25DBECAA5C}"/>
              </a:ext>
            </a:extLst>
          </p:cNvPr>
          <p:cNvSpPr>
            <a:spLocks/>
          </p:cNvSpPr>
          <p:nvPr/>
        </p:nvSpPr>
        <p:spPr bwMode="auto">
          <a:xfrm>
            <a:off x="7618263" y="5496431"/>
            <a:ext cx="22108" cy="21845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5" name="AutoShape 1010">
            <a:extLst>
              <a:ext uri="{FF2B5EF4-FFF2-40B4-BE49-F238E27FC236}">
                <a16:creationId xmlns:a16="http://schemas.microsoft.com/office/drawing/2014/main" id="{E5029473-65C7-7F52-214B-71230CCD4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408" y="5503094"/>
            <a:ext cx="107924" cy="1638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6" name="AutoShape 1011">
            <a:extLst>
              <a:ext uri="{FF2B5EF4-FFF2-40B4-BE49-F238E27FC236}">
                <a16:creationId xmlns:a16="http://schemas.microsoft.com/office/drawing/2014/main" id="{EDB080B3-E548-EE53-76A0-7738767A7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507353"/>
            <a:ext cx="96193" cy="86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7" name="Oval 1012">
            <a:extLst>
              <a:ext uri="{FF2B5EF4-FFF2-40B4-BE49-F238E27FC236}">
                <a16:creationId xmlns:a16="http://schemas.microsoft.com/office/drawing/2014/main" id="{2081E663-EF0E-23FD-8D8D-9E66D65AE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657" y="5471089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38" name="Oval 1013">
            <a:extLst>
              <a:ext uri="{FF2B5EF4-FFF2-40B4-BE49-F238E27FC236}">
                <a16:creationId xmlns:a16="http://schemas.microsoft.com/office/drawing/2014/main" id="{62784DDC-6713-86C2-318D-57DB6C475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900" y="5471089"/>
            <a:ext cx="14348" cy="1551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35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39" name="Oval 1014">
            <a:extLst>
              <a:ext uri="{FF2B5EF4-FFF2-40B4-BE49-F238E27FC236}">
                <a16:creationId xmlns:a16="http://schemas.microsoft.com/office/drawing/2014/main" id="{74E90021-0F4B-91BD-2760-CEE3EACFE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151" y="5471089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40" name="Rectangle 1015">
            <a:extLst>
              <a:ext uri="{FF2B5EF4-FFF2-40B4-BE49-F238E27FC236}">
                <a16:creationId xmlns:a16="http://schemas.microsoft.com/office/drawing/2014/main" id="{E056BD13-0A3B-8668-A59E-A6F24659C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058" y="5411561"/>
            <a:ext cx="7219" cy="82904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41" name="Content Placeholder 3">
            <a:extLst>
              <a:ext uri="{FF2B5EF4-FFF2-40B4-BE49-F238E27FC236}">
                <a16:creationId xmlns:a16="http://schemas.microsoft.com/office/drawing/2014/main" id="{FD799D29-9274-2E91-89BF-43215E663420}"/>
              </a:ext>
            </a:extLst>
          </p:cNvPr>
          <p:cNvSpPr txBox="1">
            <a:spLocks/>
          </p:cNvSpPr>
          <p:nvPr/>
        </p:nvSpPr>
        <p:spPr>
          <a:xfrm>
            <a:off x="498245" y="1998222"/>
            <a:ext cx="4550886" cy="3731024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300"/>
              </a:spcBef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always-on server</a:t>
            </a:r>
          </a:p>
          <a:p>
            <a:pPr marL="264319" indent="-166688" defTabSz="685800">
              <a:spcBef>
                <a:spcPts val="30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arbitrary end systems directly communicate</a:t>
            </a:r>
          </a:p>
          <a:p>
            <a:pPr marL="264319" indent="-166688" defTabSz="685800">
              <a:spcBef>
                <a:spcPts val="30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peers request service from other peers, provide service in return to other peers</a:t>
            </a:r>
          </a:p>
          <a:p>
            <a:pPr marL="436960" lvl="1" indent="-169069" defTabSz="685800">
              <a:spcBef>
                <a:spcPts val="375"/>
              </a:spcBef>
            </a:pPr>
            <a:r>
              <a:rPr lang="en-US" altLang="en-US" sz="18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self scalability</a:t>
            </a:r>
            <a:r>
              <a:rPr lang="en-US" altLang="en-US" sz="180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– new peers bring new service capacity, and new service demands</a:t>
            </a:r>
          </a:p>
          <a:p>
            <a:pPr marL="264319" indent="-166688" defTabSz="685800">
              <a:spcBef>
                <a:spcPts val="300"/>
              </a:spcBef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peers are intermittently connected and change IP addresses</a:t>
            </a:r>
          </a:p>
          <a:p>
            <a:pPr marL="521494" lvl="1" indent="-173831" defTabSz="685800">
              <a:spcBef>
                <a:spcPts val="300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complex management</a:t>
            </a:r>
          </a:p>
          <a:p>
            <a:pPr marL="264319" indent="-166688" defTabSz="685800">
              <a:spcBef>
                <a:spcPts val="300"/>
              </a:spcBef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examples: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P2P file sharing (BitTorrent), streaming (KanKan), VoIP (Skype)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42" name="Group 950">
            <a:extLst>
              <a:ext uri="{FF2B5EF4-FFF2-40B4-BE49-F238E27FC236}">
                <a16:creationId xmlns:a16="http://schemas.microsoft.com/office/drawing/2014/main" id="{9CBF48FA-1CCC-929C-04BF-E75A0A1D5545}"/>
              </a:ext>
            </a:extLst>
          </p:cNvPr>
          <p:cNvGrpSpPr>
            <a:grpSpLocks/>
          </p:cNvGrpSpPr>
          <p:nvPr/>
        </p:nvGrpSpPr>
        <p:grpSpPr bwMode="auto">
          <a:xfrm>
            <a:off x="7501881" y="5242778"/>
            <a:ext cx="161231" cy="302940"/>
            <a:chOff x="4140" y="429"/>
            <a:chExt cx="1425" cy="2396"/>
          </a:xfrm>
        </p:grpSpPr>
        <p:sp>
          <p:nvSpPr>
            <p:cNvPr id="443" name="Freeform 951">
              <a:extLst>
                <a:ext uri="{FF2B5EF4-FFF2-40B4-BE49-F238E27FC236}">
                  <a16:creationId xmlns:a16="http://schemas.microsoft.com/office/drawing/2014/main" id="{263710A7-42CF-93B5-390F-186984EB9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4" name="Rectangle 952">
              <a:extLst>
                <a:ext uri="{FF2B5EF4-FFF2-40B4-BE49-F238E27FC236}">
                  <a16:creationId xmlns:a16="http://schemas.microsoft.com/office/drawing/2014/main" id="{A455F0E4-EB8B-ABA2-0477-3D6E6B868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5" name="Freeform 953">
              <a:extLst>
                <a:ext uri="{FF2B5EF4-FFF2-40B4-BE49-F238E27FC236}">
                  <a16:creationId xmlns:a16="http://schemas.microsoft.com/office/drawing/2014/main" id="{DCFC3622-6EA2-69EA-41DD-5B33AB506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6" name="Freeform 954">
              <a:extLst>
                <a:ext uri="{FF2B5EF4-FFF2-40B4-BE49-F238E27FC236}">
                  <a16:creationId xmlns:a16="http://schemas.microsoft.com/office/drawing/2014/main" id="{F9A4F992-041E-4635-4A70-A934CE013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7" name="Rectangle 955">
              <a:extLst>
                <a:ext uri="{FF2B5EF4-FFF2-40B4-BE49-F238E27FC236}">
                  <a16:creationId xmlns:a16="http://schemas.microsoft.com/office/drawing/2014/main" id="{DDF9D0A5-16CE-D3CA-24C8-FC34ECF95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48" name="Group 956">
              <a:extLst>
                <a:ext uri="{FF2B5EF4-FFF2-40B4-BE49-F238E27FC236}">
                  <a16:creationId xmlns:a16="http://schemas.microsoft.com/office/drawing/2014/main" id="{4107CB56-227D-B76C-2C5F-4C97715F32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73" name="AutoShape 957">
                <a:extLst>
                  <a:ext uri="{FF2B5EF4-FFF2-40B4-BE49-F238E27FC236}">
                    <a16:creationId xmlns:a16="http://schemas.microsoft.com/office/drawing/2014/main" id="{1ECEE9BB-AF3D-3451-0047-3EEC57297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74" name="AutoShape 958">
                <a:extLst>
                  <a:ext uri="{FF2B5EF4-FFF2-40B4-BE49-F238E27FC236}">
                    <a16:creationId xmlns:a16="http://schemas.microsoft.com/office/drawing/2014/main" id="{91CFC535-8610-3BDF-152B-099DEBF8E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49" name="Rectangle 959">
              <a:extLst>
                <a:ext uri="{FF2B5EF4-FFF2-40B4-BE49-F238E27FC236}">
                  <a16:creationId xmlns:a16="http://schemas.microsoft.com/office/drawing/2014/main" id="{C5AAC1B9-82BA-59ED-4347-5DB6A029E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50" name="Group 960">
              <a:extLst>
                <a:ext uri="{FF2B5EF4-FFF2-40B4-BE49-F238E27FC236}">
                  <a16:creationId xmlns:a16="http://schemas.microsoft.com/office/drawing/2014/main" id="{D5D9F7D5-CC41-901C-E0BA-8C4F49C714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71" name="AutoShape 961">
                <a:extLst>
                  <a:ext uri="{FF2B5EF4-FFF2-40B4-BE49-F238E27FC236}">
                    <a16:creationId xmlns:a16="http://schemas.microsoft.com/office/drawing/2014/main" id="{4F9A2FC0-1C12-8FC0-6852-C77AB222F2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72" name="AutoShape 962">
                <a:extLst>
                  <a:ext uri="{FF2B5EF4-FFF2-40B4-BE49-F238E27FC236}">
                    <a16:creationId xmlns:a16="http://schemas.microsoft.com/office/drawing/2014/main" id="{3B765CBF-AE28-9773-C5A0-733F6F320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51" name="Rectangle 963">
              <a:extLst>
                <a:ext uri="{FF2B5EF4-FFF2-40B4-BE49-F238E27FC236}">
                  <a16:creationId xmlns:a16="http://schemas.microsoft.com/office/drawing/2014/main" id="{8D14D9EA-7292-AFC5-C873-6DF68CA2D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2" name="Rectangle 964">
              <a:extLst>
                <a:ext uri="{FF2B5EF4-FFF2-40B4-BE49-F238E27FC236}">
                  <a16:creationId xmlns:a16="http://schemas.microsoft.com/office/drawing/2014/main" id="{BB6D2E16-E2CE-E1F7-A00F-7C14F9E23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53" name="Group 965">
              <a:extLst>
                <a:ext uri="{FF2B5EF4-FFF2-40B4-BE49-F238E27FC236}">
                  <a16:creationId xmlns:a16="http://schemas.microsoft.com/office/drawing/2014/main" id="{6F72A024-3434-252B-7643-7BA206F53F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69" name="AutoShape 966">
                <a:extLst>
                  <a:ext uri="{FF2B5EF4-FFF2-40B4-BE49-F238E27FC236}">
                    <a16:creationId xmlns:a16="http://schemas.microsoft.com/office/drawing/2014/main" id="{CD92F5EE-A8A4-B747-F220-78B13F8A8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70" name="AutoShape 967">
                <a:extLst>
                  <a:ext uri="{FF2B5EF4-FFF2-40B4-BE49-F238E27FC236}">
                    <a16:creationId xmlns:a16="http://schemas.microsoft.com/office/drawing/2014/main" id="{0E0E77C2-017B-94D9-028B-2006C9E7E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54" name="Freeform 968">
              <a:extLst>
                <a:ext uri="{FF2B5EF4-FFF2-40B4-BE49-F238E27FC236}">
                  <a16:creationId xmlns:a16="http://schemas.microsoft.com/office/drawing/2014/main" id="{4CDB1E23-09CD-FB90-58CA-51F329D64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55" name="Group 969">
              <a:extLst>
                <a:ext uri="{FF2B5EF4-FFF2-40B4-BE49-F238E27FC236}">
                  <a16:creationId xmlns:a16="http://schemas.microsoft.com/office/drawing/2014/main" id="{668C9BEA-FD4B-0B19-9501-0BD4A5429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67" name="AutoShape 970">
                <a:extLst>
                  <a:ext uri="{FF2B5EF4-FFF2-40B4-BE49-F238E27FC236}">
                    <a16:creationId xmlns:a16="http://schemas.microsoft.com/office/drawing/2014/main" id="{413A0B90-7A4C-25C1-9669-8E460E3EE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8" name="AutoShape 971">
                <a:extLst>
                  <a:ext uri="{FF2B5EF4-FFF2-40B4-BE49-F238E27FC236}">
                    <a16:creationId xmlns:a16="http://schemas.microsoft.com/office/drawing/2014/main" id="{738D7C3A-8BAF-40BB-D367-5E1B2C085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56" name="Rectangle 972">
              <a:extLst>
                <a:ext uri="{FF2B5EF4-FFF2-40B4-BE49-F238E27FC236}">
                  <a16:creationId xmlns:a16="http://schemas.microsoft.com/office/drawing/2014/main" id="{B86A0899-26E7-9A2E-DF4C-A333366BD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7" name="Freeform 973">
              <a:extLst>
                <a:ext uri="{FF2B5EF4-FFF2-40B4-BE49-F238E27FC236}">
                  <a16:creationId xmlns:a16="http://schemas.microsoft.com/office/drawing/2014/main" id="{71DC5F43-8C5A-1894-5A6F-694C01DAB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58" name="Freeform 974">
              <a:extLst>
                <a:ext uri="{FF2B5EF4-FFF2-40B4-BE49-F238E27FC236}">
                  <a16:creationId xmlns:a16="http://schemas.microsoft.com/office/drawing/2014/main" id="{5F823B5D-CE6E-AE08-4430-72B920CF4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59" name="Oval 975">
              <a:extLst>
                <a:ext uri="{FF2B5EF4-FFF2-40B4-BE49-F238E27FC236}">
                  <a16:creationId xmlns:a16="http://schemas.microsoft.com/office/drawing/2014/main" id="{3ADEADE5-2418-94F6-1041-FD3E4F95C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0" name="Freeform 976">
              <a:extLst>
                <a:ext uri="{FF2B5EF4-FFF2-40B4-BE49-F238E27FC236}">
                  <a16:creationId xmlns:a16="http://schemas.microsoft.com/office/drawing/2014/main" id="{EAB3CF82-D9B0-0BE7-879A-0B44D796F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61" name="AutoShape 977">
              <a:extLst>
                <a:ext uri="{FF2B5EF4-FFF2-40B4-BE49-F238E27FC236}">
                  <a16:creationId xmlns:a16="http://schemas.microsoft.com/office/drawing/2014/main" id="{7534588B-D47B-FA61-4BB7-FB85C5B19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2" name="AutoShape 978">
              <a:extLst>
                <a:ext uri="{FF2B5EF4-FFF2-40B4-BE49-F238E27FC236}">
                  <a16:creationId xmlns:a16="http://schemas.microsoft.com/office/drawing/2014/main" id="{38EF2A04-EA34-CF18-F7D7-264088789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3" name="Oval 979">
              <a:extLst>
                <a:ext uri="{FF2B5EF4-FFF2-40B4-BE49-F238E27FC236}">
                  <a16:creationId xmlns:a16="http://schemas.microsoft.com/office/drawing/2014/main" id="{9FE1AA6C-D925-5EEF-0CDD-377BF1633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4" name="Oval 980">
              <a:extLst>
                <a:ext uri="{FF2B5EF4-FFF2-40B4-BE49-F238E27FC236}">
                  <a16:creationId xmlns:a16="http://schemas.microsoft.com/office/drawing/2014/main" id="{C8A31C2F-BA96-17ED-080A-9D57EF3B7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5" name="Oval 981">
              <a:extLst>
                <a:ext uri="{FF2B5EF4-FFF2-40B4-BE49-F238E27FC236}">
                  <a16:creationId xmlns:a16="http://schemas.microsoft.com/office/drawing/2014/main" id="{F3DBB687-1ABB-0D2F-A15F-B23A849D6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6" name="Rectangle 982">
              <a:extLst>
                <a:ext uri="{FF2B5EF4-FFF2-40B4-BE49-F238E27FC236}">
                  <a16:creationId xmlns:a16="http://schemas.microsoft.com/office/drawing/2014/main" id="{A6C630AD-DB5B-9459-BF43-D1C283253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79B0A0E9-38BF-B3C5-23BE-43B21440E5C9}"/>
              </a:ext>
            </a:extLst>
          </p:cNvPr>
          <p:cNvGrpSpPr/>
          <p:nvPr/>
        </p:nvGrpSpPr>
        <p:grpSpPr>
          <a:xfrm>
            <a:off x="5760243" y="2391107"/>
            <a:ext cx="1493416" cy="3361808"/>
            <a:chOff x="7680324" y="1814171"/>
            <a:chExt cx="1991221" cy="4482411"/>
          </a:xfrm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76D47743-FC10-B70E-A226-87D73D69E684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405C2979-B304-E590-413A-2CA485292721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78" name="Line 913">
              <a:extLst>
                <a:ext uri="{FF2B5EF4-FFF2-40B4-BE49-F238E27FC236}">
                  <a16:creationId xmlns:a16="http://schemas.microsoft.com/office/drawing/2014/main" id="{D3CE42E6-0595-B277-155F-5A021D8EA2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79" name="Line 911">
              <a:extLst>
                <a:ext uri="{FF2B5EF4-FFF2-40B4-BE49-F238E27FC236}">
                  <a16:creationId xmlns:a16="http://schemas.microsoft.com/office/drawing/2014/main" id="{5B968C56-1CB3-D45F-7CEF-AD5969A3C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0" name="Oval 479">
              <a:extLst>
                <a:ext uri="{FF2B5EF4-FFF2-40B4-BE49-F238E27FC236}">
                  <a16:creationId xmlns:a16="http://schemas.microsoft.com/office/drawing/2014/main" id="{7D2C0130-C40D-4338-423B-52CE20ED64FB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2329C63F-0DFA-CD30-D69B-A45AE11106C7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82" name="Oval 481">
              <a:extLst>
                <a:ext uri="{FF2B5EF4-FFF2-40B4-BE49-F238E27FC236}">
                  <a16:creationId xmlns:a16="http://schemas.microsoft.com/office/drawing/2014/main" id="{3AC44092-3D03-6F56-F896-3CB57159998C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83" name="Line 913">
              <a:extLst>
                <a:ext uri="{FF2B5EF4-FFF2-40B4-BE49-F238E27FC236}">
                  <a16:creationId xmlns:a16="http://schemas.microsoft.com/office/drawing/2014/main" id="{0FEB55C4-9E74-FB5B-4208-64DCCDAA3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4" name="Line 913">
              <a:extLst>
                <a:ext uri="{FF2B5EF4-FFF2-40B4-BE49-F238E27FC236}">
                  <a16:creationId xmlns:a16="http://schemas.microsoft.com/office/drawing/2014/main" id="{B97A4286-F5B1-9E50-D947-19B6737AE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85" name="Group 652">
            <a:extLst>
              <a:ext uri="{FF2B5EF4-FFF2-40B4-BE49-F238E27FC236}">
                <a16:creationId xmlns:a16="http://schemas.microsoft.com/office/drawing/2014/main" id="{4F470479-9334-7A68-139D-CF83C72DBDDE}"/>
              </a:ext>
            </a:extLst>
          </p:cNvPr>
          <p:cNvGrpSpPr>
            <a:grpSpLocks/>
          </p:cNvGrpSpPr>
          <p:nvPr/>
        </p:nvGrpSpPr>
        <p:grpSpPr bwMode="auto">
          <a:xfrm>
            <a:off x="5812668" y="2425272"/>
            <a:ext cx="311944" cy="289322"/>
            <a:chOff x="2751" y="1851"/>
            <a:chExt cx="462" cy="478"/>
          </a:xfrm>
        </p:grpSpPr>
        <p:pic>
          <p:nvPicPr>
            <p:cNvPr id="486" name="Picture 653" descr="iphone_stylized_small">
              <a:extLst>
                <a:ext uri="{FF2B5EF4-FFF2-40B4-BE49-F238E27FC236}">
                  <a16:creationId xmlns:a16="http://schemas.microsoft.com/office/drawing/2014/main" id="{EC1D9825-6125-6DB3-A736-E3F2180AE0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87" name="Picture 654" descr="antenna_radiation_stylized">
              <a:extLst>
                <a:ext uri="{FF2B5EF4-FFF2-40B4-BE49-F238E27FC236}">
                  <a16:creationId xmlns:a16="http://schemas.microsoft.com/office/drawing/2014/main" id="{F3DD79EA-8616-C364-DE3C-E4B0B059C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9069BE1B-2FB1-5D93-ABBB-D0884AB4C538}"/>
              </a:ext>
            </a:extLst>
          </p:cNvPr>
          <p:cNvGrpSpPr/>
          <p:nvPr/>
        </p:nvGrpSpPr>
        <p:grpSpPr>
          <a:xfrm>
            <a:off x="6374654" y="2574821"/>
            <a:ext cx="636984" cy="169582"/>
            <a:chOff x="8493165" y="2029804"/>
            <a:chExt cx="849312" cy="226109"/>
          </a:xfrm>
        </p:grpSpPr>
        <p:pic>
          <p:nvPicPr>
            <p:cNvPr id="489" name="Picture 603" descr="car_icon_small">
              <a:extLst>
                <a:ext uri="{FF2B5EF4-FFF2-40B4-BE49-F238E27FC236}">
                  <a16:creationId xmlns:a16="http://schemas.microsoft.com/office/drawing/2014/main" id="{4C9C0920-855F-9295-4B13-CB3C48FE97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0" name="Picture 1017" descr="antenna_stylized">
              <a:extLst>
                <a:ext uri="{FF2B5EF4-FFF2-40B4-BE49-F238E27FC236}">
                  <a16:creationId xmlns:a16="http://schemas.microsoft.com/office/drawing/2014/main" id="{51D347F0-C01C-B14C-6D6A-8DBB37F6E7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91" name="Group 1139">
            <a:extLst>
              <a:ext uri="{FF2B5EF4-FFF2-40B4-BE49-F238E27FC236}">
                <a16:creationId xmlns:a16="http://schemas.microsoft.com/office/drawing/2014/main" id="{A7F14C34-795B-D610-0FEC-BC6ED8AF0F3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93997" y="3705836"/>
            <a:ext cx="269446" cy="256534"/>
            <a:chOff x="2839" y="3501"/>
            <a:chExt cx="755" cy="803"/>
          </a:xfrm>
        </p:grpSpPr>
        <p:pic>
          <p:nvPicPr>
            <p:cNvPr id="492" name="Picture 1140" descr="desktop_computer_stylized_medium">
              <a:extLst>
                <a:ext uri="{FF2B5EF4-FFF2-40B4-BE49-F238E27FC236}">
                  <a16:creationId xmlns:a16="http://schemas.microsoft.com/office/drawing/2014/main" id="{91C2A3A4-9DC4-824F-0D7F-895E33AEB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3" name="Freeform 1141">
              <a:extLst>
                <a:ext uri="{FF2B5EF4-FFF2-40B4-BE49-F238E27FC236}">
                  <a16:creationId xmlns:a16="http://schemas.microsoft.com/office/drawing/2014/main" id="{80AB5883-66D7-481F-8D99-3B2A9871D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94" name="Group 590">
            <a:extLst>
              <a:ext uri="{FF2B5EF4-FFF2-40B4-BE49-F238E27FC236}">
                <a16:creationId xmlns:a16="http://schemas.microsoft.com/office/drawing/2014/main" id="{5290C2C3-3075-8110-7AB9-FE63E3AC49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4991273"/>
            <a:ext cx="259223" cy="240227"/>
            <a:chOff x="2839" y="3501"/>
            <a:chExt cx="755" cy="803"/>
          </a:xfrm>
        </p:grpSpPr>
        <p:pic>
          <p:nvPicPr>
            <p:cNvPr id="495" name="Picture 591" descr="desktop_computer_stylized_medium">
              <a:extLst>
                <a:ext uri="{FF2B5EF4-FFF2-40B4-BE49-F238E27FC236}">
                  <a16:creationId xmlns:a16="http://schemas.microsoft.com/office/drawing/2014/main" id="{692079BB-A51C-2053-911D-FBD3B13233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6" name="Freeform 592">
              <a:extLst>
                <a:ext uri="{FF2B5EF4-FFF2-40B4-BE49-F238E27FC236}">
                  <a16:creationId xmlns:a16="http://schemas.microsoft.com/office/drawing/2014/main" id="{A43346A0-63AA-CBE4-03AF-901857426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97" name="Group 1064">
            <a:extLst>
              <a:ext uri="{FF2B5EF4-FFF2-40B4-BE49-F238E27FC236}">
                <a16:creationId xmlns:a16="http://schemas.microsoft.com/office/drawing/2014/main" id="{37B13A26-72C7-F556-4394-5376B5F89D9D}"/>
              </a:ext>
            </a:extLst>
          </p:cNvPr>
          <p:cNvGrpSpPr>
            <a:grpSpLocks/>
          </p:cNvGrpSpPr>
          <p:nvPr/>
        </p:nvGrpSpPr>
        <p:grpSpPr bwMode="auto">
          <a:xfrm>
            <a:off x="6901261" y="5420085"/>
            <a:ext cx="232640" cy="230856"/>
            <a:chOff x="877" y="1008"/>
            <a:chExt cx="2747" cy="2591"/>
          </a:xfrm>
        </p:grpSpPr>
        <p:pic>
          <p:nvPicPr>
            <p:cNvPr id="498" name="Picture 1065" descr="antenna_stylized">
              <a:extLst>
                <a:ext uri="{FF2B5EF4-FFF2-40B4-BE49-F238E27FC236}">
                  <a16:creationId xmlns:a16="http://schemas.microsoft.com/office/drawing/2014/main" id="{84AD8D28-8D7D-B8E6-7083-802A42AEC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9" name="Picture 1066" descr="laptop_keyboard">
              <a:extLst>
                <a:ext uri="{FF2B5EF4-FFF2-40B4-BE49-F238E27FC236}">
                  <a16:creationId xmlns:a16="http://schemas.microsoft.com/office/drawing/2014/main" id="{2DE6060A-6EE6-DFAD-1CF6-810A88D63E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0" name="Freeform 1067">
              <a:extLst>
                <a:ext uri="{FF2B5EF4-FFF2-40B4-BE49-F238E27FC236}">
                  <a16:creationId xmlns:a16="http://schemas.microsoft.com/office/drawing/2014/main" id="{909B74A8-037E-FD2F-CFCF-C4449ACDB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501" name="Picture 1068" descr="screen">
              <a:extLst>
                <a:ext uri="{FF2B5EF4-FFF2-40B4-BE49-F238E27FC236}">
                  <a16:creationId xmlns:a16="http://schemas.microsoft.com/office/drawing/2014/main" id="{973C0D96-CF65-3941-1A63-625CF88C7D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2" name="Freeform 1069">
              <a:extLst>
                <a:ext uri="{FF2B5EF4-FFF2-40B4-BE49-F238E27FC236}">
                  <a16:creationId xmlns:a16="http://schemas.microsoft.com/office/drawing/2014/main" id="{C9B1AC24-3B38-8522-4057-20EF4819F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3" name="Freeform 1070">
              <a:extLst>
                <a:ext uri="{FF2B5EF4-FFF2-40B4-BE49-F238E27FC236}">
                  <a16:creationId xmlns:a16="http://schemas.microsoft.com/office/drawing/2014/main" id="{8352963E-7132-47A1-F28D-3A4BAAA4C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4" name="Freeform 1071">
              <a:extLst>
                <a:ext uri="{FF2B5EF4-FFF2-40B4-BE49-F238E27FC236}">
                  <a16:creationId xmlns:a16="http://schemas.microsoft.com/office/drawing/2014/main" id="{4CFE6C97-A802-D707-EC62-41780F184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5" name="Freeform 1072">
              <a:extLst>
                <a:ext uri="{FF2B5EF4-FFF2-40B4-BE49-F238E27FC236}">
                  <a16:creationId xmlns:a16="http://schemas.microsoft.com/office/drawing/2014/main" id="{5BD2973A-C1DA-CF5A-C0A0-5CFA2C756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6" name="Freeform 1073">
              <a:extLst>
                <a:ext uri="{FF2B5EF4-FFF2-40B4-BE49-F238E27FC236}">
                  <a16:creationId xmlns:a16="http://schemas.microsoft.com/office/drawing/2014/main" id="{629C7CAE-C9A3-BEE8-5E4A-9FCF1B616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7" name="Freeform 1074">
              <a:extLst>
                <a:ext uri="{FF2B5EF4-FFF2-40B4-BE49-F238E27FC236}">
                  <a16:creationId xmlns:a16="http://schemas.microsoft.com/office/drawing/2014/main" id="{0C236E09-046E-AA54-71FE-121238AA8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08" name="Group 1075">
              <a:extLst>
                <a:ext uri="{FF2B5EF4-FFF2-40B4-BE49-F238E27FC236}">
                  <a16:creationId xmlns:a16="http://schemas.microsoft.com/office/drawing/2014/main" id="{4398A306-223E-9170-1409-869CE04BD4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5" name="Freeform 1076">
                <a:extLst>
                  <a:ext uri="{FF2B5EF4-FFF2-40B4-BE49-F238E27FC236}">
                    <a16:creationId xmlns:a16="http://schemas.microsoft.com/office/drawing/2014/main" id="{F5569B42-8992-55D0-610E-CA9DDB55D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16" name="Freeform 1077">
                <a:extLst>
                  <a:ext uri="{FF2B5EF4-FFF2-40B4-BE49-F238E27FC236}">
                    <a16:creationId xmlns:a16="http://schemas.microsoft.com/office/drawing/2014/main" id="{06FDDE87-9D05-D98F-E4E0-9E4A1ADB5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17" name="Freeform 1078">
                <a:extLst>
                  <a:ext uri="{FF2B5EF4-FFF2-40B4-BE49-F238E27FC236}">
                    <a16:creationId xmlns:a16="http://schemas.microsoft.com/office/drawing/2014/main" id="{18830B49-F94A-716B-10EB-C40C1394F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18" name="Freeform 1079">
                <a:extLst>
                  <a:ext uri="{FF2B5EF4-FFF2-40B4-BE49-F238E27FC236}">
                    <a16:creationId xmlns:a16="http://schemas.microsoft.com/office/drawing/2014/main" id="{79839AA1-2C5D-C1EC-78B7-4CBEA7436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19" name="Freeform 1080">
                <a:extLst>
                  <a:ext uri="{FF2B5EF4-FFF2-40B4-BE49-F238E27FC236}">
                    <a16:creationId xmlns:a16="http://schemas.microsoft.com/office/drawing/2014/main" id="{7FD311A9-D7D3-A6A4-D1A8-E9472F774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20" name="Freeform 1081">
                <a:extLst>
                  <a:ext uri="{FF2B5EF4-FFF2-40B4-BE49-F238E27FC236}">
                    <a16:creationId xmlns:a16="http://schemas.microsoft.com/office/drawing/2014/main" id="{FF451510-6450-60AC-A21F-8CA946975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09" name="Freeform 1082">
              <a:extLst>
                <a:ext uri="{FF2B5EF4-FFF2-40B4-BE49-F238E27FC236}">
                  <a16:creationId xmlns:a16="http://schemas.microsoft.com/office/drawing/2014/main" id="{1510A875-89CC-74CE-7DC7-C92B2B438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0" name="Freeform 1083">
              <a:extLst>
                <a:ext uri="{FF2B5EF4-FFF2-40B4-BE49-F238E27FC236}">
                  <a16:creationId xmlns:a16="http://schemas.microsoft.com/office/drawing/2014/main" id="{E11BFA12-EC10-5D37-5CAE-2ED873D4B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1" name="Freeform 1084">
              <a:extLst>
                <a:ext uri="{FF2B5EF4-FFF2-40B4-BE49-F238E27FC236}">
                  <a16:creationId xmlns:a16="http://schemas.microsoft.com/office/drawing/2014/main" id="{F9A91D64-5A37-AC8B-E5F1-2A636AE70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2" name="Freeform 1085">
              <a:extLst>
                <a:ext uri="{FF2B5EF4-FFF2-40B4-BE49-F238E27FC236}">
                  <a16:creationId xmlns:a16="http://schemas.microsoft.com/office/drawing/2014/main" id="{B57C185F-1C3C-E74F-BA18-6FC0A2D52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3" name="Freeform 1086">
              <a:extLst>
                <a:ext uri="{FF2B5EF4-FFF2-40B4-BE49-F238E27FC236}">
                  <a16:creationId xmlns:a16="http://schemas.microsoft.com/office/drawing/2014/main" id="{5CF4AD30-F942-2984-321E-4F7387121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4" name="Freeform 1087">
              <a:extLst>
                <a:ext uri="{FF2B5EF4-FFF2-40B4-BE49-F238E27FC236}">
                  <a16:creationId xmlns:a16="http://schemas.microsoft.com/office/drawing/2014/main" id="{48AB8BB0-FF01-3C51-4940-42751ACB3F0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129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Client-server vs P2P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fr-FR" dirty="0"/>
              <a:t>File distribution: </a:t>
            </a:r>
            <a:r>
              <a:rPr lang="fr-FR" dirty="0" err="1"/>
              <a:t>client-server</a:t>
            </a:r>
            <a:r>
              <a:rPr lang="fr-FR" dirty="0"/>
              <a:t> vs P2P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8669540-9F89-2E40-FD9C-3A7ACCDAA73C}"/>
              </a:ext>
            </a:extLst>
          </p:cNvPr>
          <p:cNvSpPr txBox="1">
            <a:spLocks noChangeArrowheads="1"/>
          </p:cNvSpPr>
          <p:nvPr/>
        </p:nvSpPr>
        <p:spPr>
          <a:xfrm>
            <a:off x="647282" y="2145996"/>
            <a:ext cx="7886700" cy="972581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010" indent="-407194" defTabSz="685800">
              <a:spcBef>
                <a:spcPts val="750"/>
              </a:spcBef>
              <a:buNone/>
            </a:pPr>
            <a:r>
              <a:rPr lang="en-US" altLang="en-US" sz="2400" i="1" u="sng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Q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: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how much time to distribute file (size 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) from one server to  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  peers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?</a:t>
            </a:r>
          </a:p>
          <a:p>
            <a:pPr marL="644129" lvl="1" indent="-178594" defTabSz="685800">
              <a:spcBef>
                <a:spcPts val="375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peer upload/download capacity is limited resource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25367F1-A978-FD84-41A9-C0B3FBC59810}"/>
              </a:ext>
            </a:extLst>
          </p:cNvPr>
          <p:cNvSpPr>
            <a:spLocks/>
          </p:cNvSpPr>
          <p:nvPr/>
        </p:nvSpPr>
        <p:spPr bwMode="auto">
          <a:xfrm>
            <a:off x="3156347" y="4228739"/>
            <a:ext cx="2831306" cy="1316831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2D9B514C-0FC2-FC90-5815-21CA17223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494" y="4201353"/>
            <a:ext cx="602456" cy="233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009BF2FF-39B0-A1A9-B255-444005B86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615" y="4050145"/>
            <a:ext cx="35618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i="1" kern="0" dirty="0">
                <a:solidFill>
                  <a:srgbClr val="000000"/>
                </a:solidFill>
              </a:rPr>
              <a:t>u</a:t>
            </a:r>
            <a:r>
              <a:rPr lang="en-US" altLang="en-US" sz="1500" i="1" kern="0" baseline="-25000" dirty="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10" name="Line 39">
            <a:extLst>
              <a:ext uri="{FF2B5EF4-FFF2-40B4-BE49-F238E27FC236}">
                <a16:creationId xmlns:a16="http://schemas.microsoft.com/office/drawing/2014/main" id="{AA9F52EE-5C9A-4968-C82B-FC12116B0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5309" y="4884772"/>
            <a:ext cx="76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1" name="Line 40">
            <a:extLst>
              <a:ext uri="{FF2B5EF4-FFF2-40B4-BE49-F238E27FC236}">
                <a16:creationId xmlns:a16="http://schemas.microsoft.com/office/drawing/2014/main" id="{8CAB52B1-8BAE-69F8-6F39-826B381C8D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6981" y="4995501"/>
            <a:ext cx="7524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Text Box 41">
            <a:extLst>
              <a:ext uri="{FF2B5EF4-FFF2-40B4-BE49-F238E27FC236}">
                <a16:creationId xmlns:a16="http://schemas.microsoft.com/office/drawing/2014/main" id="{31ADB625-E286-10A7-0B37-97D0F8B70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003" y="4593070"/>
            <a:ext cx="4572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i="1" kern="0" dirty="0">
                <a:solidFill>
                  <a:srgbClr val="000000"/>
                </a:solidFill>
              </a:rPr>
              <a:t>u</a:t>
            </a:r>
            <a:r>
              <a:rPr lang="en-US" altLang="en-US" sz="1500" i="1" kern="0" baseline="-25000" dirty="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39" name="Text Box 42">
            <a:extLst>
              <a:ext uri="{FF2B5EF4-FFF2-40B4-BE49-F238E27FC236}">
                <a16:creationId xmlns:a16="http://schemas.microsoft.com/office/drawing/2014/main" id="{F0C313D5-8564-C0AC-0DF1-0FE1BEA39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7715" y="4978832"/>
            <a:ext cx="4572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i="1" kern="0" dirty="0">
                <a:solidFill>
                  <a:srgbClr val="000000"/>
                </a:solidFill>
              </a:rPr>
              <a:t>d</a:t>
            </a:r>
            <a:r>
              <a:rPr lang="en-US" altLang="en-US" sz="1500" i="1" kern="0" baseline="-25000" dirty="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43" name="Text Box 43">
            <a:extLst>
              <a:ext uri="{FF2B5EF4-FFF2-40B4-BE49-F238E27FC236}">
                <a16:creationId xmlns:a16="http://schemas.microsoft.com/office/drawing/2014/main" id="{82082CB3-CD7D-DF86-7CD6-291A869AF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69" y="4216832"/>
            <a:ext cx="8798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000000"/>
                </a:solidFill>
              </a:rPr>
              <a:t>server</a:t>
            </a:r>
            <a:endParaRPr lang="en-US" altLang="en-US" sz="1500" kern="0" baseline="-25000" dirty="0">
              <a:solidFill>
                <a:srgbClr val="000000"/>
              </a:solidFill>
            </a:endParaRPr>
          </a:p>
        </p:txBody>
      </p:sp>
      <p:sp>
        <p:nvSpPr>
          <p:cNvPr id="44" name="Text Box 44">
            <a:extLst>
              <a:ext uri="{FF2B5EF4-FFF2-40B4-BE49-F238E27FC236}">
                <a16:creationId xmlns:a16="http://schemas.microsoft.com/office/drawing/2014/main" id="{964B07F2-8F4B-E39D-9831-F2F6BE6E1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631" y="4612119"/>
            <a:ext cx="21771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FFFFFF"/>
                </a:solidFill>
              </a:rPr>
              <a:t>network (with abundant</a:t>
            </a:r>
          </a:p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kern="0" dirty="0">
                <a:solidFill>
                  <a:srgbClr val="FFFFFF"/>
                </a:solidFill>
              </a:rPr>
              <a:t> bandwidth)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6ADA2AA3-7562-D426-6665-4508817A0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537" y="4031094"/>
            <a:ext cx="10477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350" i="1" kern="0" dirty="0">
                <a:solidFill>
                  <a:srgbClr val="000000"/>
                </a:solidFill>
              </a:rPr>
              <a:t>file, size F</a:t>
            </a:r>
            <a:endParaRPr lang="en-US" altLang="en-US" sz="1350" i="1" kern="0" baseline="-25000" dirty="0">
              <a:solidFill>
                <a:srgbClr val="000000"/>
              </a:solidFill>
            </a:endParaRPr>
          </a:p>
        </p:txBody>
      </p:sp>
      <p:sp>
        <p:nvSpPr>
          <p:cNvPr id="46" name="Text Box 49">
            <a:extLst>
              <a:ext uri="{FF2B5EF4-FFF2-40B4-BE49-F238E27FC236}">
                <a16:creationId xmlns:a16="http://schemas.microsoft.com/office/drawing/2014/main" id="{85B7D25E-7E10-E3FB-D8EB-D1C2F7569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715" y="3150732"/>
            <a:ext cx="1864883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 i="1" kern="0" dirty="0">
                <a:solidFill>
                  <a:srgbClr val="CC0000"/>
                </a:solidFill>
                <a:latin typeface="Calibri" panose="020F0502020204030204"/>
              </a:rPr>
              <a:t>u</a:t>
            </a:r>
            <a:r>
              <a:rPr lang="en-US" altLang="en-US" sz="1800" b="1" i="1" kern="0" baseline="-25000" dirty="0">
                <a:solidFill>
                  <a:srgbClr val="CC0000"/>
                </a:solidFill>
                <a:latin typeface="Calibri" panose="020F0502020204030204"/>
              </a:rPr>
              <a:t>s</a:t>
            </a:r>
            <a:r>
              <a:rPr lang="en-US" altLang="en-US" sz="1800" b="1" i="1" kern="0" dirty="0">
                <a:solidFill>
                  <a:srgbClr val="CC0000"/>
                </a:solidFill>
                <a:latin typeface="Calibri" panose="020F0502020204030204"/>
              </a:rPr>
              <a:t>:</a:t>
            </a:r>
            <a:r>
              <a:rPr lang="en-US" altLang="en-US" sz="1800" kern="0" dirty="0">
                <a:solidFill>
                  <a:srgbClr val="000000"/>
                </a:solidFill>
                <a:latin typeface="Calibri" panose="020F0502020204030204"/>
              </a:rPr>
              <a:t> server upload capacity</a:t>
            </a:r>
            <a:endParaRPr lang="en-US" altLang="en-US" sz="1500" kern="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Text Box 50">
            <a:extLst>
              <a:ext uri="{FF2B5EF4-FFF2-40B4-BE49-F238E27FC236}">
                <a16:creationId xmlns:a16="http://schemas.microsoft.com/office/drawing/2014/main" id="{995367EF-8CF7-2C3A-3A43-EBDEED52C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768" y="5281251"/>
            <a:ext cx="1943100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 i="1" kern="0" dirty="0">
                <a:solidFill>
                  <a:srgbClr val="CC0000"/>
                </a:solidFill>
                <a:latin typeface="Calibri" panose="020F0502020204030204"/>
              </a:rPr>
              <a:t>u</a:t>
            </a:r>
            <a:r>
              <a:rPr lang="en-US" altLang="en-US" sz="1800" b="1" i="1" kern="0" baseline="-25000" dirty="0">
                <a:solidFill>
                  <a:srgbClr val="CC0000"/>
                </a:solidFill>
                <a:latin typeface="Calibri" panose="020F0502020204030204"/>
              </a:rPr>
              <a:t>i</a:t>
            </a:r>
            <a:r>
              <a:rPr lang="en-US" altLang="en-US" sz="1800" b="1" i="1" kern="0" dirty="0">
                <a:solidFill>
                  <a:srgbClr val="CC0000"/>
                </a:solidFill>
                <a:latin typeface="Calibri" panose="020F0502020204030204"/>
              </a:rPr>
              <a:t>:</a:t>
            </a:r>
            <a:r>
              <a:rPr lang="en-US" altLang="en-US" sz="1800" kern="0" dirty="0">
                <a:solidFill>
                  <a:srgbClr val="000000"/>
                </a:solidFill>
                <a:latin typeface="Calibri" panose="020F0502020204030204"/>
              </a:rPr>
              <a:t> peer i upload capacity</a:t>
            </a:r>
          </a:p>
        </p:txBody>
      </p:sp>
      <p:sp>
        <p:nvSpPr>
          <p:cNvPr id="48" name="Text Box 51">
            <a:extLst>
              <a:ext uri="{FF2B5EF4-FFF2-40B4-BE49-F238E27FC236}">
                <a16:creationId xmlns:a16="http://schemas.microsoft.com/office/drawing/2014/main" id="{1D05B03D-16A7-F541-0D23-2FB6447B1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901" y="3766862"/>
            <a:ext cx="2057400" cy="56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 i="1" kern="0" dirty="0">
                <a:solidFill>
                  <a:srgbClr val="CC0000"/>
                </a:solidFill>
                <a:latin typeface="Calibri" panose="020F0502020204030204"/>
              </a:rPr>
              <a:t>d</a:t>
            </a:r>
            <a:r>
              <a:rPr lang="en-US" altLang="en-US" sz="1800" b="1" i="1" kern="0" baseline="-25000" dirty="0">
                <a:solidFill>
                  <a:srgbClr val="CC0000"/>
                </a:solidFill>
                <a:latin typeface="Calibri" panose="020F0502020204030204"/>
              </a:rPr>
              <a:t>i</a:t>
            </a:r>
            <a:r>
              <a:rPr lang="en-US" altLang="en-US" sz="1800" b="1" i="1" kern="0" dirty="0">
                <a:solidFill>
                  <a:srgbClr val="CC0000"/>
                </a:solidFill>
                <a:latin typeface="Calibri" panose="020F0502020204030204"/>
              </a:rPr>
              <a:t>:</a:t>
            </a:r>
            <a:r>
              <a:rPr lang="en-US" altLang="en-US" sz="1800" kern="0" dirty="0">
                <a:solidFill>
                  <a:srgbClr val="000000"/>
                </a:solidFill>
                <a:latin typeface="Calibri" panose="020F0502020204030204"/>
              </a:rPr>
              <a:t> peer i download capacity</a:t>
            </a:r>
            <a:endParaRPr lang="en-US" altLang="en-US" sz="1500" kern="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" name="AutoShape 327">
            <a:extLst>
              <a:ext uri="{FF2B5EF4-FFF2-40B4-BE49-F238E27FC236}">
                <a16:creationId xmlns:a16="http://schemas.microsoft.com/office/drawing/2014/main" id="{562788BD-964D-D510-EE90-BB3107FDE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728" y="3615566"/>
            <a:ext cx="444103" cy="435769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2100" kern="0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50" name="Group 76">
            <a:extLst>
              <a:ext uri="{FF2B5EF4-FFF2-40B4-BE49-F238E27FC236}">
                <a16:creationId xmlns:a16="http://schemas.microsoft.com/office/drawing/2014/main" id="{E341E35D-F285-C549-3125-A734FDBBD20B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3823926"/>
            <a:ext cx="1603772" cy="677465"/>
            <a:chOff x="2204" y="2030"/>
            <a:chExt cx="1347" cy="774"/>
          </a:xfrm>
        </p:grpSpPr>
        <p:sp>
          <p:nvSpPr>
            <p:cNvPr id="51" name="Text Box 19">
              <a:extLst>
                <a:ext uri="{FF2B5EF4-FFF2-40B4-BE49-F238E27FC236}">
                  <a16:creationId xmlns:a16="http://schemas.microsoft.com/office/drawing/2014/main" id="{871962FB-F55F-8C67-4566-29BD5392D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2271"/>
              <a:ext cx="384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i="1" kern="0" dirty="0">
                  <a:solidFill>
                    <a:srgbClr val="000000"/>
                  </a:solidFill>
                </a:rPr>
                <a:t>u</a:t>
              </a:r>
              <a:r>
                <a:rPr lang="en-US" altLang="en-US" sz="1500" i="1" kern="0" baseline="-250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52" name="Line 22">
              <a:extLst>
                <a:ext uri="{FF2B5EF4-FFF2-40B4-BE49-F238E27FC236}">
                  <a16:creationId xmlns:a16="http://schemas.microsoft.com/office/drawing/2014/main" id="{BCA87305-B3BD-231E-8267-EC1219459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7" y="2133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3" name="Line 23">
              <a:extLst>
                <a:ext uri="{FF2B5EF4-FFF2-40B4-BE49-F238E27FC236}">
                  <a16:creationId xmlns:a16="http://schemas.microsoft.com/office/drawing/2014/main" id="{AF0CC6A4-F6F4-0447-B3A2-905CB0DFD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2" y="2141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4" name="Text Box 24">
              <a:extLst>
                <a:ext uri="{FF2B5EF4-FFF2-40B4-BE49-F238E27FC236}">
                  <a16:creationId xmlns:a16="http://schemas.microsoft.com/office/drawing/2014/main" id="{36B9F82A-878E-C10C-0990-F4AB17CE7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2332"/>
              <a:ext cx="384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i="1" kern="0" dirty="0">
                  <a:solidFill>
                    <a:srgbClr val="000000"/>
                  </a:solidFill>
                </a:rPr>
                <a:t>d</a:t>
              </a:r>
              <a:r>
                <a:rPr lang="en-US" altLang="en-US" sz="1500" i="1" kern="0" baseline="-250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55" name="Text Box 19">
              <a:extLst>
                <a:ext uri="{FF2B5EF4-FFF2-40B4-BE49-F238E27FC236}">
                  <a16:creationId xmlns:a16="http://schemas.microsoft.com/office/drawing/2014/main" id="{C8766B4C-6FF9-2140-8B04-244DFB92C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167"/>
              <a:ext cx="384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i="1" kern="0" dirty="0">
                  <a:solidFill>
                    <a:srgbClr val="000000"/>
                  </a:solidFill>
                </a:rPr>
                <a:t>u</a:t>
              </a:r>
              <a:r>
                <a:rPr lang="en-US" altLang="en-US" sz="1500" i="1" kern="0" baseline="-250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56" name="Line 22">
              <a:extLst>
                <a:ext uri="{FF2B5EF4-FFF2-40B4-BE49-F238E27FC236}">
                  <a16:creationId xmlns:a16="http://schemas.microsoft.com/office/drawing/2014/main" id="{47EB7DDC-0ECA-74B0-6294-A4DB552B8F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2030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7" name="Line 23">
              <a:extLst>
                <a:ext uri="{FF2B5EF4-FFF2-40B4-BE49-F238E27FC236}">
                  <a16:creationId xmlns:a16="http://schemas.microsoft.com/office/drawing/2014/main" id="{CAB0AA46-84BC-77B2-E7DB-707ECAC139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0" y="2038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Text Box 24">
              <a:extLst>
                <a:ext uri="{FF2B5EF4-FFF2-40B4-BE49-F238E27FC236}">
                  <a16:creationId xmlns:a16="http://schemas.microsoft.com/office/drawing/2014/main" id="{F672C714-3D46-56BB-C2D6-B1866418E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2229"/>
              <a:ext cx="384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i="1" kern="0" dirty="0">
                  <a:solidFill>
                    <a:srgbClr val="000000"/>
                  </a:solidFill>
                </a:rPr>
                <a:t>d</a:t>
              </a:r>
              <a:r>
                <a:rPr lang="en-US" altLang="en-US" sz="1500" i="1" kern="0" baseline="-25000" dirty="0">
                  <a:solidFill>
                    <a:srgbClr val="000000"/>
                  </a:solidFill>
                </a:rPr>
                <a:t>1</a:t>
              </a:r>
            </a:p>
          </p:txBody>
        </p:sp>
      </p:grpSp>
      <p:sp>
        <p:nvSpPr>
          <p:cNvPr id="59" name="Line 72">
            <a:extLst>
              <a:ext uri="{FF2B5EF4-FFF2-40B4-BE49-F238E27FC236}">
                <a16:creationId xmlns:a16="http://schemas.microsoft.com/office/drawing/2014/main" id="{1D1ADF7F-8D74-0C9C-5DB6-89F066BCD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6222" y="4738326"/>
            <a:ext cx="87391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0" name="Line 73">
            <a:extLst>
              <a:ext uri="{FF2B5EF4-FFF2-40B4-BE49-F238E27FC236}">
                <a16:creationId xmlns:a16="http://schemas.microsoft.com/office/drawing/2014/main" id="{492613FC-646B-BC7A-98E8-B7EB59E745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175" y="4852626"/>
            <a:ext cx="87391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kern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1" name="Text Box 41">
            <a:extLst>
              <a:ext uri="{FF2B5EF4-FFF2-40B4-BE49-F238E27FC236}">
                <a16:creationId xmlns:a16="http://schemas.microsoft.com/office/drawing/2014/main" id="{DE5ABD7D-CBFD-3F59-17A2-DDCAFFC0E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474" y="4429954"/>
            <a:ext cx="4572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i="1" kern="0" dirty="0">
                <a:solidFill>
                  <a:srgbClr val="000000"/>
                </a:solidFill>
              </a:rPr>
              <a:t>d</a:t>
            </a:r>
            <a:r>
              <a:rPr lang="en-US" altLang="en-US" sz="1500" i="1" kern="0" baseline="-25000" dirty="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62" name="Text Box 41">
            <a:extLst>
              <a:ext uri="{FF2B5EF4-FFF2-40B4-BE49-F238E27FC236}">
                <a16:creationId xmlns:a16="http://schemas.microsoft.com/office/drawing/2014/main" id="{E95E4AEE-AEC2-FB92-00BE-CC68DD20C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334" y="4830004"/>
            <a:ext cx="4572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i="1" kern="0" dirty="0">
                <a:solidFill>
                  <a:srgbClr val="000000"/>
                </a:solidFill>
              </a:rPr>
              <a:t>u</a:t>
            </a:r>
            <a:r>
              <a:rPr lang="en-US" altLang="en-US" sz="1500" i="1" kern="0" baseline="-25000" dirty="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64" name="Line 77">
            <a:extLst>
              <a:ext uri="{FF2B5EF4-FFF2-40B4-BE49-F238E27FC236}">
                <a16:creationId xmlns:a16="http://schemas.microsoft.com/office/drawing/2014/main" id="{DD47FBA8-7BBB-61E8-CE52-21FBC753D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2059" y="3586992"/>
            <a:ext cx="0" cy="497681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5" name="Line 78">
            <a:extLst>
              <a:ext uri="{FF2B5EF4-FFF2-40B4-BE49-F238E27FC236}">
                <a16:creationId xmlns:a16="http://schemas.microsoft.com/office/drawing/2014/main" id="{221E0581-4195-BB22-15F8-19DAA9CA44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1978" y="4272791"/>
            <a:ext cx="277415" cy="31075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6" name="Line 79">
            <a:extLst>
              <a:ext uri="{FF2B5EF4-FFF2-40B4-BE49-F238E27FC236}">
                <a16:creationId xmlns:a16="http://schemas.microsoft.com/office/drawing/2014/main" id="{AE3E2336-A19B-48C4-A0C5-0CC7EB546D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24599" y="4982403"/>
            <a:ext cx="277416" cy="31075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67" name="Group 81">
            <a:extLst>
              <a:ext uri="{FF2B5EF4-FFF2-40B4-BE49-F238E27FC236}">
                <a16:creationId xmlns:a16="http://schemas.microsoft.com/office/drawing/2014/main" id="{C0DD5E87-D405-57A7-C25C-8091431C338A}"/>
              </a:ext>
            </a:extLst>
          </p:cNvPr>
          <p:cNvGrpSpPr>
            <a:grpSpLocks/>
          </p:cNvGrpSpPr>
          <p:nvPr/>
        </p:nvGrpSpPr>
        <p:grpSpPr bwMode="auto">
          <a:xfrm>
            <a:off x="2594372" y="3662001"/>
            <a:ext cx="348853" cy="602456"/>
            <a:chOff x="4140" y="429"/>
            <a:chExt cx="1425" cy="2396"/>
          </a:xfrm>
        </p:grpSpPr>
        <p:sp>
          <p:nvSpPr>
            <p:cNvPr id="68" name="Freeform 82">
              <a:extLst>
                <a:ext uri="{FF2B5EF4-FFF2-40B4-BE49-F238E27FC236}">
                  <a16:creationId xmlns:a16="http://schemas.microsoft.com/office/drawing/2014/main" id="{DD2D72C9-08D2-A8A4-39DE-5A3A8CF0D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9" name="Rectangle 83">
              <a:extLst>
                <a:ext uri="{FF2B5EF4-FFF2-40B4-BE49-F238E27FC236}">
                  <a16:creationId xmlns:a16="http://schemas.microsoft.com/office/drawing/2014/main" id="{CF602013-7F16-2A0B-3C4D-46A1208C1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70" name="Freeform 84">
              <a:extLst>
                <a:ext uri="{FF2B5EF4-FFF2-40B4-BE49-F238E27FC236}">
                  <a16:creationId xmlns:a16="http://schemas.microsoft.com/office/drawing/2014/main" id="{B4AEA1FF-8406-0153-3764-D2E226F59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1" name="Freeform 85">
              <a:extLst>
                <a:ext uri="{FF2B5EF4-FFF2-40B4-BE49-F238E27FC236}">
                  <a16:creationId xmlns:a16="http://schemas.microsoft.com/office/drawing/2014/main" id="{84C15A99-29F0-C430-4079-B66539D35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21" name="Rectangle 86">
              <a:extLst>
                <a:ext uri="{FF2B5EF4-FFF2-40B4-BE49-F238E27FC236}">
                  <a16:creationId xmlns:a16="http://schemas.microsoft.com/office/drawing/2014/main" id="{A5D9FE7D-4284-514C-759A-C18E84A62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4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522" name="Group 87">
              <a:extLst>
                <a:ext uri="{FF2B5EF4-FFF2-40B4-BE49-F238E27FC236}">
                  <a16:creationId xmlns:a16="http://schemas.microsoft.com/office/drawing/2014/main" id="{E10CF4AC-B89A-9B00-53DC-F2877A0C3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7" name="AutoShape 88">
                <a:extLst>
                  <a:ext uri="{FF2B5EF4-FFF2-40B4-BE49-F238E27FC236}">
                    <a16:creationId xmlns:a16="http://schemas.microsoft.com/office/drawing/2014/main" id="{6D3C5573-7AD6-C64B-1ECE-C285EC3C6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8" name="AutoShape 89">
                <a:extLst>
                  <a:ext uri="{FF2B5EF4-FFF2-40B4-BE49-F238E27FC236}">
                    <a16:creationId xmlns:a16="http://schemas.microsoft.com/office/drawing/2014/main" id="{A8E0EA77-F19A-B72D-844E-8671854AE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23" name="Rectangle 90">
              <a:extLst>
                <a:ext uri="{FF2B5EF4-FFF2-40B4-BE49-F238E27FC236}">
                  <a16:creationId xmlns:a16="http://schemas.microsoft.com/office/drawing/2014/main" id="{1EF12B5E-F119-9BA9-7001-545152F06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524" name="Group 91">
              <a:extLst>
                <a:ext uri="{FF2B5EF4-FFF2-40B4-BE49-F238E27FC236}">
                  <a16:creationId xmlns:a16="http://schemas.microsoft.com/office/drawing/2014/main" id="{0EE99E29-3D27-276E-9497-4B0CF28AB2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5" name="AutoShape 92">
                <a:extLst>
                  <a:ext uri="{FF2B5EF4-FFF2-40B4-BE49-F238E27FC236}">
                    <a16:creationId xmlns:a16="http://schemas.microsoft.com/office/drawing/2014/main" id="{B7F587FC-28FE-EC75-1E6C-B95A400C8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2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6" name="AutoShape 93">
                <a:extLst>
                  <a:ext uri="{FF2B5EF4-FFF2-40B4-BE49-F238E27FC236}">
                    <a16:creationId xmlns:a16="http://schemas.microsoft.com/office/drawing/2014/main" id="{85443AA0-4140-A620-B0D6-0AA3F5C29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25" name="Rectangle 94">
              <a:extLst>
                <a:ext uri="{FF2B5EF4-FFF2-40B4-BE49-F238E27FC236}">
                  <a16:creationId xmlns:a16="http://schemas.microsoft.com/office/drawing/2014/main" id="{68791D67-81ED-4ECD-9795-9C302609A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526" name="Rectangle 95">
              <a:extLst>
                <a:ext uri="{FF2B5EF4-FFF2-40B4-BE49-F238E27FC236}">
                  <a16:creationId xmlns:a16="http://schemas.microsoft.com/office/drawing/2014/main" id="{69FABFC3-1611-C12E-FC95-CA6B08878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527" name="Group 96">
              <a:extLst>
                <a:ext uri="{FF2B5EF4-FFF2-40B4-BE49-F238E27FC236}">
                  <a16:creationId xmlns:a16="http://schemas.microsoft.com/office/drawing/2014/main" id="{C36EA621-699F-A5A4-EB4D-4E542A9032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3" name="AutoShape 97">
                <a:extLst>
                  <a:ext uri="{FF2B5EF4-FFF2-40B4-BE49-F238E27FC236}">
                    <a16:creationId xmlns:a16="http://schemas.microsoft.com/office/drawing/2014/main" id="{06AA58E7-AF3B-8516-5062-30B4CD8F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4" name="AutoShape 98">
                <a:extLst>
                  <a:ext uri="{FF2B5EF4-FFF2-40B4-BE49-F238E27FC236}">
                    <a16:creationId xmlns:a16="http://schemas.microsoft.com/office/drawing/2014/main" id="{7EDFC855-A1B4-B436-DADB-4689A8412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28" name="Freeform 99">
              <a:extLst>
                <a:ext uri="{FF2B5EF4-FFF2-40B4-BE49-F238E27FC236}">
                  <a16:creationId xmlns:a16="http://schemas.microsoft.com/office/drawing/2014/main" id="{B9216A01-19EB-A7D7-FDBF-768D522B4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529" name="Group 100">
              <a:extLst>
                <a:ext uri="{FF2B5EF4-FFF2-40B4-BE49-F238E27FC236}">
                  <a16:creationId xmlns:a16="http://schemas.microsoft.com/office/drawing/2014/main" id="{2DFB240E-10BE-7C6E-AAE7-4EE6E5A28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41" name="AutoShape 101">
                <a:extLst>
                  <a:ext uri="{FF2B5EF4-FFF2-40B4-BE49-F238E27FC236}">
                    <a16:creationId xmlns:a16="http://schemas.microsoft.com/office/drawing/2014/main" id="{CE23BAED-9A22-7A3B-E004-15882F67F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2" name="AutoShape 102">
                <a:extLst>
                  <a:ext uri="{FF2B5EF4-FFF2-40B4-BE49-F238E27FC236}">
                    <a16:creationId xmlns:a16="http://schemas.microsoft.com/office/drawing/2014/main" id="{B00036AC-80FF-4B08-552D-517C690AE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8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30" name="Rectangle 103">
              <a:extLst>
                <a:ext uri="{FF2B5EF4-FFF2-40B4-BE49-F238E27FC236}">
                  <a16:creationId xmlns:a16="http://schemas.microsoft.com/office/drawing/2014/main" id="{AC12FAEB-3F33-02F6-157C-59DB76830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531" name="Freeform 104">
              <a:extLst>
                <a:ext uri="{FF2B5EF4-FFF2-40B4-BE49-F238E27FC236}">
                  <a16:creationId xmlns:a16="http://schemas.microsoft.com/office/drawing/2014/main" id="{69D8C866-1878-6A9E-CB20-5A8D69873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32" name="Freeform 105">
              <a:extLst>
                <a:ext uri="{FF2B5EF4-FFF2-40B4-BE49-F238E27FC236}">
                  <a16:creationId xmlns:a16="http://schemas.microsoft.com/office/drawing/2014/main" id="{314F72C2-9377-D151-5382-05E0AB700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33" name="Oval 106">
              <a:extLst>
                <a:ext uri="{FF2B5EF4-FFF2-40B4-BE49-F238E27FC236}">
                  <a16:creationId xmlns:a16="http://schemas.microsoft.com/office/drawing/2014/main" id="{10CFA16B-81F3-7422-6580-4DD938C36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534" name="Freeform 107">
              <a:extLst>
                <a:ext uri="{FF2B5EF4-FFF2-40B4-BE49-F238E27FC236}">
                  <a16:creationId xmlns:a16="http://schemas.microsoft.com/office/drawing/2014/main" id="{45455D1D-2D00-6EEC-7EEB-95D665FC4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535" name="AutoShape 108">
              <a:extLst>
                <a:ext uri="{FF2B5EF4-FFF2-40B4-BE49-F238E27FC236}">
                  <a16:creationId xmlns:a16="http://schemas.microsoft.com/office/drawing/2014/main" id="{40145495-2645-BE33-A52D-2EFE7B330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536" name="AutoShape 109">
              <a:extLst>
                <a:ext uri="{FF2B5EF4-FFF2-40B4-BE49-F238E27FC236}">
                  <a16:creationId xmlns:a16="http://schemas.microsoft.com/office/drawing/2014/main" id="{9B38B055-032F-BF28-1E05-AC4FA0167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537" name="Oval 110">
              <a:extLst>
                <a:ext uri="{FF2B5EF4-FFF2-40B4-BE49-F238E27FC236}">
                  <a16:creationId xmlns:a16="http://schemas.microsoft.com/office/drawing/2014/main" id="{FA584006-C7D6-1B35-89CF-419345C38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538" name="Oval 111">
              <a:extLst>
                <a:ext uri="{FF2B5EF4-FFF2-40B4-BE49-F238E27FC236}">
                  <a16:creationId xmlns:a16="http://schemas.microsoft.com/office/drawing/2014/main" id="{8E608018-01FF-10C3-3FC8-0753700C3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50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39" name="Oval 112">
              <a:extLst>
                <a:ext uri="{FF2B5EF4-FFF2-40B4-BE49-F238E27FC236}">
                  <a16:creationId xmlns:a16="http://schemas.microsoft.com/office/drawing/2014/main" id="{C3220065-F5C8-9D5A-0205-452FC3D0A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540" name="Rectangle 113">
              <a:extLst>
                <a:ext uri="{FF2B5EF4-FFF2-40B4-BE49-F238E27FC236}">
                  <a16:creationId xmlns:a16="http://schemas.microsoft.com/office/drawing/2014/main" id="{276FE741-29DD-7C7C-CAE4-85732F897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8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49" name="Group 114">
            <a:extLst>
              <a:ext uri="{FF2B5EF4-FFF2-40B4-BE49-F238E27FC236}">
                <a16:creationId xmlns:a16="http://schemas.microsoft.com/office/drawing/2014/main" id="{2440D004-BCDA-F2FD-A399-ED82CC6656FD}"/>
              </a:ext>
            </a:extLst>
          </p:cNvPr>
          <p:cNvGrpSpPr>
            <a:grpSpLocks/>
          </p:cNvGrpSpPr>
          <p:nvPr/>
        </p:nvGrpSpPr>
        <p:grpSpPr bwMode="auto">
          <a:xfrm>
            <a:off x="1776412" y="4639503"/>
            <a:ext cx="694135" cy="596504"/>
            <a:chOff x="-44" y="1473"/>
            <a:chExt cx="981" cy="1105"/>
          </a:xfrm>
        </p:grpSpPr>
        <p:pic>
          <p:nvPicPr>
            <p:cNvPr id="550" name="Picture 115" descr="desktop_computer_stylized_medium">
              <a:extLst>
                <a:ext uri="{FF2B5EF4-FFF2-40B4-BE49-F238E27FC236}">
                  <a16:creationId xmlns:a16="http://schemas.microsoft.com/office/drawing/2014/main" id="{923DE893-1DF0-5D48-A7DD-8F6FA6E187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1" name="Freeform 116">
              <a:extLst>
                <a:ext uri="{FF2B5EF4-FFF2-40B4-BE49-F238E27FC236}">
                  <a16:creationId xmlns:a16="http://schemas.microsoft.com/office/drawing/2014/main" id="{30AF2E3D-3396-AC60-5249-230E8E8B994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52" name="Group 117">
            <a:extLst>
              <a:ext uri="{FF2B5EF4-FFF2-40B4-BE49-F238E27FC236}">
                <a16:creationId xmlns:a16="http://schemas.microsoft.com/office/drawing/2014/main" id="{1A490539-B261-399F-6358-61B22D05705B}"/>
              </a:ext>
            </a:extLst>
          </p:cNvPr>
          <p:cNvGrpSpPr>
            <a:grpSpLocks/>
          </p:cNvGrpSpPr>
          <p:nvPr/>
        </p:nvGrpSpPr>
        <p:grpSpPr bwMode="auto">
          <a:xfrm>
            <a:off x="4192190" y="3275047"/>
            <a:ext cx="694134" cy="596504"/>
            <a:chOff x="-44" y="1473"/>
            <a:chExt cx="981" cy="1105"/>
          </a:xfrm>
        </p:grpSpPr>
        <p:pic>
          <p:nvPicPr>
            <p:cNvPr id="553" name="Picture 118" descr="desktop_computer_stylized_medium">
              <a:extLst>
                <a:ext uri="{FF2B5EF4-FFF2-40B4-BE49-F238E27FC236}">
                  <a16:creationId xmlns:a16="http://schemas.microsoft.com/office/drawing/2014/main" id="{8EAD6DF5-C6AF-DC97-AE12-FB5D197F8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4" name="Freeform 119">
              <a:extLst>
                <a:ext uri="{FF2B5EF4-FFF2-40B4-BE49-F238E27FC236}">
                  <a16:creationId xmlns:a16="http://schemas.microsoft.com/office/drawing/2014/main" id="{4D010F98-BC06-FD39-E902-B2C269AAEAD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55" name="Group 120">
            <a:extLst>
              <a:ext uri="{FF2B5EF4-FFF2-40B4-BE49-F238E27FC236}">
                <a16:creationId xmlns:a16="http://schemas.microsoft.com/office/drawing/2014/main" id="{1641A4A9-EC13-CC21-C566-0692C924C7D1}"/>
              </a:ext>
            </a:extLst>
          </p:cNvPr>
          <p:cNvGrpSpPr>
            <a:grpSpLocks/>
          </p:cNvGrpSpPr>
          <p:nvPr/>
        </p:nvGrpSpPr>
        <p:grpSpPr bwMode="auto">
          <a:xfrm>
            <a:off x="4975622" y="3381014"/>
            <a:ext cx="694134" cy="596503"/>
            <a:chOff x="-44" y="1473"/>
            <a:chExt cx="981" cy="1105"/>
          </a:xfrm>
        </p:grpSpPr>
        <p:pic>
          <p:nvPicPr>
            <p:cNvPr id="556" name="Picture 121" descr="desktop_computer_stylized_medium">
              <a:extLst>
                <a:ext uri="{FF2B5EF4-FFF2-40B4-BE49-F238E27FC236}">
                  <a16:creationId xmlns:a16="http://schemas.microsoft.com/office/drawing/2014/main" id="{04987E4F-CDFB-F3AF-0BA5-56D4BB1B8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7" name="Freeform 122">
              <a:extLst>
                <a:ext uri="{FF2B5EF4-FFF2-40B4-BE49-F238E27FC236}">
                  <a16:creationId xmlns:a16="http://schemas.microsoft.com/office/drawing/2014/main" id="{3B4032CD-C6DB-826A-84AB-FCE1A6C478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58" name="Group 123">
            <a:extLst>
              <a:ext uri="{FF2B5EF4-FFF2-40B4-BE49-F238E27FC236}">
                <a16:creationId xmlns:a16="http://schemas.microsoft.com/office/drawing/2014/main" id="{9A4FD5F2-2B06-A69C-7D86-19F0952E10C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828234" y="4466864"/>
            <a:ext cx="694134" cy="596503"/>
            <a:chOff x="-44" y="1473"/>
            <a:chExt cx="981" cy="1105"/>
          </a:xfrm>
        </p:grpSpPr>
        <p:pic>
          <p:nvPicPr>
            <p:cNvPr id="559" name="Picture 124" descr="desktop_computer_stylized_medium">
              <a:extLst>
                <a:ext uri="{FF2B5EF4-FFF2-40B4-BE49-F238E27FC236}">
                  <a16:creationId xmlns:a16="http://schemas.microsoft.com/office/drawing/2014/main" id="{5113206F-980B-A41D-BFEC-51E4E8B069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0" name="Freeform 125">
              <a:extLst>
                <a:ext uri="{FF2B5EF4-FFF2-40B4-BE49-F238E27FC236}">
                  <a16:creationId xmlns:a16="http://schemas.microsoft.com/office/drawing/2014/main" id="{5B37E4FB-C08E-AD1B-2E1D-07339C29031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6613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Client-server vs P2P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708281-A76E-54CA-4843-5110E1BDB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903315"/>
          </a:xfrm>
        </p:spPr>
        <p:txBody>
          <a:bodyPr/>
          <a:lstStyle/>
          <a:p>
            <a:r>
              <a:rPr lang="en-US" dirty="0"/>
              <a:t>File distribution time: client-server</a:t>
            </a:r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408843" y="2126666"/>
            <a:ext cx="4573766" cy="15109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server transmission: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must</a:t>
            </a: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sequentially send (upload) 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file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copies: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75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time to send one copy: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F/u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521494" lvl="1" indent="-173831" defTabSz="685800">
              <a:lnSpc>
                <a:spcPct val="100000"/>
              </a:lnSpc>
              <a:spcBef>
                <a:spcPts val="375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time to send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copies: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NF/u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24" y="3559455"/>
            <a:ext cx="4330302" cy="1510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</a:rPr>
              <a:t>client: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each client must download file copy</a:t>
            </a:r>
          </a:p>
          <a:p>
            <a:pPr marL="600075" lvl="1" indent="-257175" defTabSz="685800">
              <a:lnSpc>
                <a:spcPct val="99000"/>
              </a:lnSpc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mi</a:t>
            </a:r>
            <a:r>
              <a:rPr lang="en-US" altLang="en-US" sz="1800" baseline="-25000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 = min client download rate</a:t>
            </a:r>
          </a:p>
          <a:p>
            <a:pPr marL="600075" lvl="1" indent="-257175" defTabSz="685800">
              <a:lnSpc>
                <a:spcPct val="99000"/>
              </a:lnSpc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min client download time: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F/d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min</a:t>
            </a:r>
            <a:r>
              <a:rPr lang="en-US" altLang="en-US" sz="1800" i="1" dirty="0">
                <a:solidFill>
                  <a:srgbClr val="CC0000"/>
                </a:solidFill>
                <a:latin typeface="Calibri" panose="020F0502020204030204"/>
              </a:rPr>
              <a:t> </a:t>
            </a:r>
            <a:endParaRPr lang="en-US" altLang="en-US" sz="1800" i="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193E6F0-6AB2-EC43-BC1A-D75808C2FB26}"/>
              </a:ext>
            </a:extLst>
          </p:cNvPr>
          <p:cNvGrpSpPr/>
          <p:nvPr/>
        </p:nvGrpSpPr>
        <p:grpSpPr>
          <a:xfrm>
            <a:off x="5097200" y="2440396"/>
            <a:ext cx="3388519" cy="152757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42575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u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2672" y="2460625"/>
              <a:ext cx="111663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</a:pPr>
              <a:r>
                <a:rPr lang="en-US" altLang="en-US" sz="1500" dirty="0">
                  <a:solidFill>
                    <a:prstClr val="white"/>
                  </a:solidFill>
                  <a:latin typeface="Calibri" panose="020F0502020204030204"/>
                </a:rPr>
                <a:t>network</a:t>
              </a:r>
              <a:endParaRPr lang="en-US" alt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endParaRPr lang="en-US" altLang="en-US" sz="675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4" y="2146300"/>
              <a:ext cx="45085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u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</a:pPr>
              <a:r>
                <a:rPr lang="en-US" altLang="en-US" sz="1200" i="1" dirty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lang="en-US" altLang="en-US" sz="1200" i="1" baseline="-25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</a:pPr>
                <a:endParaRPr lang="en-US" altLang="en-US" sz="1500" dirty="0">
                  <a:solidFill>
                    <a:srgbClr val="FF0000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45" name="Line 53">
            <a:extLst>
              <a:ext uri="{FF2B5EF4-FFF2-40B4-BE49-F238E27FC236}">
                <a16:creationId xmlns:a16="http://schemas.microsoft.com/office/drawing/2014/main" id="{5B4F3401-24CB-7648-BD89-1A7CFF534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0163" y="5451692"/>
            <a:ext cx="322660" cy="51911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6" name="Text Box 54">
            <a:extLst>
              <a:ext uri="{FF2B5EF4-FFF2-40B4-BE49-F238E27FC236}">
                <a16:creationId xmlns:a16="http://schemas.microsoft.com/office/drawing/2014/main" id="{5BD0C7E9-770D-0B41-BE6E-3ADF8479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339" y="5848171"/>
            <a:ext cx="2228687" cy="319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0000"/>
              </a:lnSpc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increases linearly in N</a:t>
            </a:r>
          </a:p>
        </p:txBody>
      </p:sp>
      <p:sp>
        <p:nvSpPr>
          <p:cNvPr id="147" name="Text Box 51">
            <a:extLst>
              <a:ext uri="{FF2B5EF4-FFF2-40B4-BE49-F238E27FC236}">
                <a16:creationId xmlns:a16="http://schemas.microsoft.com/office/drawing/2014/main" id="{49B83A0D-0FBE-7E43-85D0-C80B2E74D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930" y="4921865"/>
            <a:ext cx="2334165" cy="800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r" defTabSz="685800">
              <a:lnSpc>
                <a:spcPct val="80000"/>
              </a:lnSpc>
            </a:pP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time to  distribute F </a:t>
            </a:r>
          </a:p>
          <a:p>
            <a:pPr marL="257175" indent="-257175" algn="r" defTabSz="685800">
              <a:lnSpc>
                <a:spcPct val="80000"/>
              </a:lnSpc>
            </a:pP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to N clients using </a:t>
            </a:r>
          </a:p>
          <a:p>
            <a:pPr marL="257175" indent="-257175" algn="r" defTabSz="685800">
              <a:lnSpc>
                <a:spcPct val="80000"/>
              </a:lnSpc>
            </a:pP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client-server approach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lang="en-US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8" name="Rectangle 55">
            <a:extLst>
              <a:ext uri="{FF2B5EF4-FFF2-40B4-BE49-F238E27FC236}">
                <a16:creationId xmlns:a16="http://schemas.microsoft.com/office/drawing/2014/main" id="{01D3C4E1-DA80-A24C-A094-D590BCC34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762" y="4868287"/>
            <a:ext cx="5566199" cy="926306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9" name="Text Box 96">
            <a:extLst>
              <a:ext uri="{FF2B5EF4-FFF2-40B4-BE49-F238E27FC236}">
                <a16:creationId xmlns:a16="http://schemas.microsoft.com/office/drawing/2014/main" id="{11EFB657-3D70-CB41-8FB4-5E358070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2419" y="5104030"/>
            <a:ext cx="32947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/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 D</a:t>
            </a:r>
            <a:r>
              <a:rPr lang="en-US" altLang="en-US" sz="2400" i="1" baseline="-25000" dirty="0">
                <a:solidFill>
                  <a:prstClr val="black"/>
                </a:solidFill>
                <a:latin typeface="Calibri" panose="020F0502020204030204"/>
              </a:rPr>
              <a:t>c-s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 &gt; max{NF/u</a:t>
            </a:r>
            <a:r>
              <a:rPr lang="en-US" altLang="en-US" sz="2400" i="1" baseline="-25000" dirty="0">
                <a:solidFill>
                  <a:prstClr val="black"/>
                </a:solidFill>
                <a:latin typeface="Calibri" panose="020F0502020204030204"/>
              </a:rPr>
              <a:t>s,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,F/d</a:t>
            </a:r>
            <a:r>
              <a:rPr lang="en-US" altLang="en-US" sz="2400" i="1" baseline="-25000" dirty="0">
                <a:solidFill>
                  <a:prstClr val="black"/>
                </a:solidFill>
                <a:latin typeface="Calibri" panose="020F0502020204030204"/>
              </a:rPr>
              <a:t>min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}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50" name="Line 120">
            <a:extLst>
              <a:ext uri="{FF2B5EF4-FFF2-40B4-BE49-F238E27FC236}">
                <a16:creationId xmlns:a16="http://schemas.microsoft.com/office/drawing/2014/main" id="{804EF034-3125-A746-B994-CD76FEE71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5123" y="5425499"/>
            <a:ext cx="1309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/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5FB3A74-DEB9-D911-6634-66588756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686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Client-server vs P2P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D753D-7C00-798C-F146-EEB60199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557830"/>
          </a:xfrm>
        </p:spPr>
        <p:txBody>
          <a:bodyPr/>
          <a:lstStyle/>
          <a:p>
            <a:r>
              <a:rPr lang="en-US" dirty="0"/>
              <a:t>File distribution time: P2P</a:t>
            </a:r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566722" y="2136996"/>
            <a:ext cx="4573766" cy="15109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server transmission: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must</a:t>
            </a: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upload at least one copy:</a:t>
            </a:r>
          </a:p>
          <a:p>
            <a:pPr marL="521494" lvl="1" indent="-173831" defTabSz="685800">
              <a:lnSpc>
                <a:spcPct val="100000"/>
              </a:lnSpc>
              <a:spcBef>
                <a:spcPts val="375"/>
              </a:spcBef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time to send one copy: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F/u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 </a:t>
            </a:r>
            <a:endParaRPr lang="en-US" altLang="en-US" sz="18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400" y="3175032"/>
            <a:ext cx="4330302" cy="907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</a:rPr>
              <a:t>client: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each client must download file copy</a:t>
            </a:r>
          </a:p>
          <a:p>
            <a:pPr marL="600075" lvl="1" indent="-257175" defTabSz="685800">
              <a:lnSpc>
                <a:spcPct val="99000"/>
              </a:lnSpc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min client download time: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F/d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min</a:t>
            </a:r>
            <a:r>
              <a:rPr lang="en-US" altLang="en-US" sz="1800" i="1" dirty="0">
                <a:solidFill>
                  <a:srgbClr val="CC0000"/>
                </a:solidFill>
                <a:latin typeface="Calibri" panose="020F0502020204030204"/>
              </a:rPr>
              <a:t> </a:t>
            </a:r>
            <a:endParaRPr lang="en-US" altLang="en-US" sz="1800" i="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193E6F0-6AB2-EC43-BC1A-D75808C2FB26}"/>
              </a:ext>
            </a:extLst>
          </p:cNvPr>
          <p:cNvGrpSpPr/>
          <p:nvPr/>
        </p:nvGrpSpPr>
        <p:grpSpPr>
          <a:xfrm>
            <a:off x="5255079" y="2487466"/>
            <a:ext cx="3388519" cy="152757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425757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u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2672" y="2460625"/>
              <a:ext cx="111663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</a:pPr>
              <a:r>
                <a:rPr lang="en-US" altLang="en-US" sz="1500" dirty="0">
                  <a:solidFill>
                    <a:prstClr val="white"/>
                  </a:solidFill>
                  <a:latin typeface="Calibri" panose="020F0502020204030204"/>
                </a:rPr>
                <a:t>network</a:t>
              </a:r>
              <a:endParaRPr lang="en-US" alt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endParaRPr lang="en-US" altLang="en-US" sz="675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4" y="2146300"/>
              <a:ext cx="45085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</a:pPr>
              <a:r>
                <a:rPr lang="en-US" altLang="en-US" sz="1350" i="1" dirty="0">
                  <a:solidFill>
                    <a:prstClr val="black"/>
                  </a:solidFill>
                  <a:latin typeface="Calibri" panose="020F0502020204030204"/>
                </a:rPr>
                <a:t>u</a:t>
              </a:r>
              <a:r>
                <a:rPr lang="en-US" altLang="en-US" sz="1350" i="1" baseline="-25000" dirty="0">
                  <a:solidFill>
                    <a:prstClr val="black"/>
                  </a:solidFill>
                  <a:latin typeface="Calibri" panose="020F0502020204030204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</a:pPr>
              <a:r>
                <a:rPr lang="en-US" altLang="en-US" sz="1200" i="1" dirty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lang="en-US" altLang="en-US" sz="1200" i="1" baseline="-25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/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</a:pPr>
                <a:endParaRPr lang="en-US" altLang="en-US" sz="1500" dirty="0">
                  <a:solidFill>
                    <a:srgbClr val="FF0000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/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/>
                <a:endParaRPr lang="en-US" sz="15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74" name="Rectangle 47">
            <a:extLst>
              <a:ext uri="{FF2B5EF4-FFF2-40B4-BE49-F238E27FC236}">
                <a16:creationId xmlns:a16="http://schemas.microsoft.com/office/drawing/2014/main" id="{26E15167-D083-564B-BF0B-913CAA617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88" y="4051842"/>
            <a:ext cx="6393120" cy="939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solidFill>
                  <a:srgbClr val="CC0000"/>
                </a:solidFill>
                <a:latin typeface="Calibri" panose="020F0502020204030204"/>
              </a:rPr>
              <a:t>clients: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as aggregate must download 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NF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bits</a:t>
            </a:r>
          </a:p>
          <a:p>
            <a:pPr marL="510779" lvl="1" indent="-167879" defTabSz="685800">
              <a:lnSpc>
                <a:spcPct val="85000"/>
              </a:lnSpc>
              <a:buClr>
                <a:srgbClr val="000099"/>
              </a:buClr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max upload rate (limiting max download rate) is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u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 + </a:t>
            </a:r>
            <a:r>
              <a:rPr lang="en-US" altLang="en-US" sz="2100" i="1" dirty="0">
                <a:solidFill>
                  <a:prstClr val="black"/>
                </a:solidFill>
                <a:latin typeface="Symbol" pitchFamily="2" charset="2"/>
              </a:rPr>
              <a:t>S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u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i</a:t>
            </a:r>
          </a:p>
        </p:txBody>
      </p:sp>
      <p:sp>
        <p:nvSpPr>
          <p:cNvPr id="75" name="Text Box 51">
            <a:extLst>
              <a:ext uri="{FF2B5EF4-FFF2-40B4-BE49-F238E27FC236}">
                <a16:creationId xmlns:a16="http://schemas.microsoft.com/office/drawing/2014/main" id="{6898F8CA-12DA-BE4E-B99B-FD50E8479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150" y="4960594"/>
            <a:ext cx="1747401" cy="688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algn="r" defTabSz="685800">
              <a:lnSpc>
                <a:spcPct val="80000"/>
              </a:lnSpc>
            </a:pPr>
            <a:r>
              <a:rPr lang="en-US" altLang="en-US" sz="1500" i="1" dirty="0">
                <a:solidFill>
                  <a:prstClr val="black"/>
                </a:solidFill>
                <a:latin typeface="Calibri" panose="020F0502020204030204"/>
              </a:rPr>
              <a:t>time to  distribute F </a:t>
            </a:r>
          </a:p>
          <a:p>
            <a:pPr marL="257175" indent="-257175" algn="r" defTabSz="685800">
              <a:lnSpc>
                <a:spcPct val="80000"/>
              </a:lnSpc>
            </a:pPr>
            <a:r>
              <a:rPr lang="en-US" altLang="en-US" sz="1500" i="1" dirty="0">
                <a:solidFill>
                  <a:prstClr val="black"/>
                </a:solidFill>
                <a:latin typeface="Calibri" panose="020F0502020204030204"/>
              </a:rPr>
              <a:t>to N clients using </a:t>
            </a:r>
          </a:p>
          <a:p>
            <a:pPr marL="257175" indent="-257175" algn="r" defTabSz="685800">
              <a:lnSpc>
                <a:spcPct val="80000"/>
              </a:lnSpc>
            </a:pPr>
            <a:r>
              <a:rPr lang="en-US" altLang="en-US" sz="1500" i="1" dirty="0">
                <a:solidFill>
                  <a:prstClr val="black"/>
                </a:solidFill>
                <a:latin typeface="Calibri" panose="020F0502020204030204"/>
              </a:rPr>
              <a:t>P2P approach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Rectangle 55">
            <a:extLst>
              <a:ext uri="{FF2B5EF4-FFF2-40B4-BE49-F238E27FC236}">
                <a16:creationId xmlns:a16="http://schemas.microsoft.com/office/drawing/2014/main" id="{07D73A35-ECF9-A74A-AC62-7DA2D517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465" y="4888046"/>
            <a:ext cx="6866324" cy="754942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/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id="{1DD5EA55-8934-0448-A71E-1044D6D26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0514" y="5046348"/>
            <a:ext cx="47728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/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 D</a:t>
            </a:r>
            <a:r>
              <a:rPr lang="en-US" altLang="en-US" sz="2400" i="1" baseline="-25000" dirty="0">
                <a:solidFill>
                  <a:prstClr val="black"/>
                </a:solidFill>
                <a:latin typeface="Calibri" panose="020F0502020204030204"/>
              </a:rPr>
              <a:t>P2P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 &gt; max{F/u</a:t>
            </a:r>
            <a:r>
              <a:rPr lang="en-US" altLang="en-US" sz="2400" i="1" baseline="-25000" dirty="0">
                <a:solidFill>
                  <a:prstClr val="black"/>
                </a:solidFill>
                <a:latin typeface="Calibri" panose="020F0502020204030204"/>
              </a:rPr>
              <a:t>s,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,F/d</a:t>
            </a:r>
            <a:r>
              <a:rPr lang="en-US" altLang="en-US" sz="2400" i="1" baseline="-25000" dirty="0">
                <a:solidFill>
                  <a:prstClr val="black"/>
                </a:solidFill>
                <a:latin typeface="Calibri" panose="020F0502020204030204"/>
              </a:rPr>
              <a:t>min,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,NF/(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u</a:t>
            </a:r>
            <a:r>
              <a:rPr lang="en-US" altLang="en-US" sz="2100" i="1" baseline="-25000" dirty="0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 + </a:t>
            </a:r>
            <a:r>
              <a:rPr lang="en-US" altLang="en-US" sz="2400" i="1" dirty="0">
                <a:solidFill>
                  <a:prstClr val="black"/>
                </a:solidFill>
                <a:latin typeface="Symbol" pitchFamily="2" charset="2"/>
              </a:rPr>
              <a:t>S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u</a:t>
            </a:r>
            <a:r>
              <a:rPr lang="en-US" altLang="en-US" sz="2100" i="1" baseline="-25000" dirty="0">
                <a:solidFill>
                  <a:prstClr val="black"/>
                </a:solidFill>
                <a:latin typeface="Calibri" panose="020F0502020204030204"/>
              </a:rPr>
              <a:t>i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</a:rPr>
              <a:t>)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</a:rPr>
              <a:t>}</a:t>
            </a:r>
            <a:r>
              <a:rPr lang="en-US" altLang="en-US" sz="2400" i="1" dirty="0">
                <a:solidFill>
                  <a:srgbClr val="CC0000"/>
                </a:solidFill>
                <a:latin typeface="Calibri" panose="020F0502020204030204"/>
              </a:rPr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CD18A4-3D93-C746-80BB-B1FC987C2D33}"/>
              </a:ext>
            </a:extLst>
          </p:cNvPr>
          <p:cNvGrpSpPr/>
          <p:nvPr/>
        </p:nvGrpSpPr>
        <p:grpSpPr>
          <a:xfrm>
            <a:off x="2270351" y="5372578"/>
            <a:ext cx="5335307" cy="827237"/>
            <a:chOff x="3027135" y="5637812"/>
            <a:chExt cx="7113742" cy="1102983"/>
          </a:xfrm>
        </p:grpSpPr>
        <p:sp>
          <p:nvSpPr>
            <p:cNvPr id="78" name="Line 33">
              <a:extLst>
                <a:ext uri="{FF2B5EF4-FFF2-40B4-BE49-F238E27FC236}">
                  <a16:creationId xmlns:a16="http://schemas.microsoft.com/office/drawing/2014/main" id="{9C4B1B80-0BB4-8F40-8465-4FD53B2DE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7481" y="5669562"/>
              <a:ext cx="174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9" name="Line 53">
              <a:extLst>
                <a:ext uri="{FF2B5EF4-FFF2-40B4-BE49-F238E27FC236}">
                  <a16:creationId xmlns:a16="http://schemas.microsoft.com/office/drawing/2014/main" id="{79E64125-C1DB-B546-9439-BAE60A04A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2594" y="5731183"/>
              <a:ext cx="376235" cy="57991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2" name="Text Box 54">
              <a:extLst>
                <a:ext uri="{FF2B5EF4-FFF2-40B4-BE49-F238E27FC236}">
                  <a16:creationId xmlns:a16="http://schemas.microsoft.com/office/drawing/2014/main" id="{8D508472-5111-9543-8884-ADE493736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7135" y="6314867"/>
              <a:ext cx="7113742" cy="425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lnSpc>
                  <a:spcPct val="80000"/>
                </a:lnSpc>
              </a:pPr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… but so does this, as each peer brings service capacity</a:t>
              </a:r>
            </a:p>
          </p:txBody>
        </p:sp>
        <p:sp>
          <p:nvSpPr>
            <p:cNvPr id="151" name="Line 53">
              <a:extLst>
                <a:ext uri="{FF2B5EF4-FFF2-40B4-BE49-F238E27FC236}">
                  <a16:creationId xmlns:a16="http://schemas.microsoft.com/office/drawing/2014/main" id="{C2E61335-33C5-8040-B976-4A6DABA4E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35121" y="5637812"/>
              <a:ext cx="376235" cy="46253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/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2" name="Text Box 54">
              <a:extLst>
                <a:ext uri="{FF2B5EF4-FFF2-40B4-BE49-F238E27FC236}">
                  <a16:creationId xmlns:a16="http://schemas.microsoft.com/office/drawing/2014/main" id="{5FCFA7D9-F5C4-B849-A76B-A54251B68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684" y="6045728"/>
              <a:ext cx="3253710" cy="425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lnSpc>
                  <a:spcPct val="80000"/>
                </a:lnSpc>
              </a:pPr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increases linearly in </a:t>
              </a:r>
              <a:r>
                <a:rPr lang="en-US" altLang="en-US" sz="1800" i="1" dirty="0">
                  <a:solidFill>
                    <a:prstClr val="black"/>
                  </a:solidFill>
                  <a:latin typeface="Calibri" panose="020F0502020204030204"/>
                </a:rPr>
                <a:t>N</a:t>
              </a:r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</a:rPr>
                <a:t> …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926EA-D2A6-8B28-FE4D-45410B47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Client-server vs P2P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E02810-DB50-E26B-F0AB-CEDB74E08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Client-server vs. P2P: example</a:t>
            </a:r>
          </a:p>
        </p:txBody>
      </p:sp>
      <p:sp>
        <p:nvSpPr>
          <p:cNvPr id="145" name="Text Box 5">
            <a:extLst>
              <a:ext uri="{FF2B5EF4-FFF2-40B4-BE49-F238E27FC236}">
                <a16:creationId xmlns:a16="http://schemas.microsoft.com/office/drawing/2014/main" id="{EEB38FFC-0E85-9543-BFA8-AC6EA14A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034" y="2095102"/>
            <a:ext cx="56111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/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client upload rate =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 u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, 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F/u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= 1 hour,  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u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s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 = 10u,  d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min</a:t>
            </a:r>
            <a:r>
              <a:rPr lang="en-US" altLang="en-US" sz="1800" i="1" dirty="0">
                <a:solidFill>
                  <a:prstClr val="black"/>
                </a:solidFill>
                <a:latin typeface="Calibri" panose="020F0502020204030204"/>
              </a:rPr>
              <a:t> ≥ u</a:t>
            </a:r>
            <a:r>
              <a:rPr lang="en-US" alt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s</a:t>
            </a:r>
          </a:p>
        </p:txBody>
      </p:sp>
      <p:graphicFrame>
        <p:nvGraphicFramePr>
          <p:cNvPr id="146" name="Object 2">
            <a:extLst>
              <a:ext uri="{FF2B5EF4-FFF2-40B4-BE49-F238E27FC236}">
                <a16:creationId xmlns:a16="http://schemas.microsoft.com/office/drawing/2014/main" id="{DA2A3735-C6EA-E243-957F-9D948479E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648" y="2449707"/>
          <a:ext cx="5273873" cy="3592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34300" imgH="5295900" progId="Excel.Chart.8">
                  <p:embed/>
                </p:oleObj>
              </mc:Choice>
              <mc:Fallback>
                <p:oleObj name="Chart" r:id="rId3" imgW="7734300" imgH="5295900" progId="Excel.Chart.8">
                  <p:embed/>
                  <p:pic>
                    <p:nvPicPr>
                      <p:cNvPr id="146" name="Object 2">
                        <a:extLst>
                          <a:ext uri="{FF2B5EF4-FFF2-40B4-BE49-F238E27FC236}">
                            <a16:creationId xmlns:a16="http://schemas.microsoft.com/office/drawing/2014/main" id="{DA2A3735-C6EA-E243-957F-9D948479E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648" y="2449707"/>
                        <a:ext cx="5273873" cy="3592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52F1358-B92E-6264-01FE-98B8D798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493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Domain Name System DNS</a:t>
            </a:r>
          </a:p>
          <a:p>
            <a:pPr lvl="1"/>
            <a:r>
              <a:rPr lang="en-US" altLang="zh-CN" dirty="0"/>
              <a:t>DNS Organization/Structure</a:t>
            </a:r>
          </a:p>
          <a:p>
            <a:pPr lvl="1"/>
            <a:r>
              <a:rPr lang="en-US" altLang="zh-CN" dirty="0"/>
              <a:t>DNS Protocol </a:t>
            </a:r>
          </a:p>
          <a:p>
            <a:r>
              <a:rPr lang="en-US" altLang="zh-CN" dirty="0"/>
              <a:t>BitTorrent</a:t>
            </a:r>
          </a:p>
          <a:p>
            <a:pPr lvl="1"/>
            <a:r>
              <a:rPr lang="en-US" altLang="zh-CN" dirty="0"/>
              <a:t>BitTorrent Organization/Structure</a:t>
            </a:r>
          </a:p>
          <a:p>
            <a:pPr lvl="1"/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BitTorrent Protocol (not required)*</a:t>
            </a:r>
          </a:p>
          <a:p>
            <a:r>
              <a:rPr lang="en-US" altLang="zh-CN" dirty="0"/>
              <a:t>Client-Server vs P2P</a:t>
            </a:r>
          </a:p>
          <a:p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</a:rPr>
              <a:t>Security (discussion)*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02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29258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DNS security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1829ECA-BDD6-AD44-8D36-9BB88442CDAB}"/>
              </a:ext>
            </a:extLst>
          </p:cNvPr>
          <p:cNvSpPr txBox="1">
            <a:spLocks/>
          </p:cNvSpPr>
          <p:nvPr/>
        </p:nvSpPr>
        <p:spPr>
          <a:xfrm>
            <a:off x="628651" y="2001821"/>
            <a:ext cx="3769178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6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22228B"/>
                </a:solidFill>
                <a:latin typeface="Calibri" panose="020F0502020204030204"/>
                <a:ea typeface="ＭＳ Ｐゴシック" panose="020B0600070205080204" pitchFamily="34" charset="-128"/>
              </a:rPr>
              <a:t>DDoS attacks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bombard root servers with traffic</a:t>
            </a:r>
          </a:p>
          <a:p>
            <a:pPr marL="431006" lvl="1" indent="-170260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not successful to date</a:t>
            </a:r>
          </a:p>
          <a:p>
            <a:pPr marL="431006" lvl="1" indent="-170260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traffic filtering</a:t>
            </a:r>
          </a:p>
          <a:p>
            <a:pPr marL="431006" lvl="1" indent="-170260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local DNS servers cache IPs of TLD servers, allowing root server bypass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bombard TLD servers</a:t>
            </a:r>
          </a:p>
          <a:p>
            <a:pPr marL="431006" lvl="1" indent="-170260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potentially more dangerous</a:t>
            </a:r>
          </a:p>
          <a:p>
            <a:pPr marL="264319" indent="-166688" defTabSz="685800">
              <a:spcBef>
                <a:spcPts val="750"/>
              </a:spcBef>
              <a:buFont typeface="Comic Sans MS" panose="030F0902030302020204" pitchFamily="66" charset="0"/>
              <a:buAutoNum type="arabicPeriod"/>
              <a:defRPr/>
            </a:pPr>
            <a:endParaRPr lang="en-US" altLang="en-US" sz="2100" dirty="0">
              <a:solidFill>
                <a:prstClr val="black"/>
              </a:solidFill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84F48D-B139-BA49-B127-5134E112078B}"/>
              </a:ext>
            </a:extLst>
          </p:cNvPr>
          <p:cNvSpPr txBox="1">
            <a:spLocks/>
          </p:cNvSpPr>
          <p:nvPr/>
        </p:nvSpPr>
        <p:spPr bwMode="auto">
          <a:xfrm>
            <a:off x="4572000" y="2001821"/>
            <a:ext cx="357051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10716" indent="0" defTabSz="685800">
              <a:buNone/>
              <a:defRPr/>
            </a:pPr>
            <a:r>
              <a:rPr lang="en-US" sz="2400" kern="0" dirty="0">
                <a:solidFill>
                  <a:srgbClr val="2D2DB9">
                    <a:lumMod val="75000"/>
                  </a:srgbClr>
                </a:solidFill>
                <a:latin typeface="Calibri" panose="020F0502020204030204"/>
              </a:rPr>
              <a:t>Spoofing  attacks</a:t>
            </a:r>
          </a:p>
          <a:p>
            <a:pPr marL="257175" indent="-257175" defTabSz="685800">
              <a:buSzTx/>
              <a:defRPr/>
            </a:pPr>
            <a:r>
              <a:rPr lang="en-US" sz="2100" kern="0" dirty="0">
                <a:solidFill>
                  <a:srgbClr val="000000"/>
                </a:solidFill>
                <a:latin typeface="Calibri" panose="020F0502020204030204"/>
                <a:cs typeface="+mn-cs"/>
              </a:rPr>
              <a:t>intercept DNS queries, returning bogus replies</a:t>
            </a:r>
          </a:p>
          <a:p>
            <a:pPr marL="557213" lvl="1" indent="-214313" defTabSz="685800">
              <a:buSzPct val="100000"/>
              <a:buFont typeface="Wingdings" charset="2"/>
              <a:buChar char="§"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anose="020F0502020204030204"/>
              </a:rPr>
              <a:t>DNS cache poisoning</a:t>
            </a:r>
          </a:p>
          <a:p>
            <a:pPr marL="557213" lvl="1" indent="-214313" defTabSz="685800">
              <a:buSzPct val="100000"/>
              <a:buFont typeface="Wingdings" charset="2"/>
              <a:buChar char="§"/>
              <a:defRPr/>
            </a:pPr>
            <a:r>
              <a:rPr lang="en-US" sz="1800" kern="0" dirty="0">
                <a:solidFill>
                  <a:srgbClr val="000000"/>
                </a:solidFill>
                <a:latin typeface="Calibri" panose="020F0502020204030204"/>
              </a:rPr>
              <a:t>RFC 4033: DNSSEC authentication services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E239ACD-6B94-54D7-1FD7-FACA868D8C9A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BC41B36-6335-F546-90B9-E2121371E10D}" type="slidenum">
              <a:rPr lang="en-US" sz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algn="r">
                <a:defRPr/>
              </a:pPr>
              <a:t>29</a:t>
            </a:fld>
            <a:endParaRPr lang="en-US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3130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C41B36-6335-F546-90B9-E2121371E10D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579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28257</TotalTime>
  <Words>2323</Words>
  <Application>Microsoft Office PowerPoint</Application>
  <PresentationFormat>On-screen Show (4:3)</PresentationFormat>
  <Paragraphs>466</Paragraphs>
  <Slides>30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Courier</vt:lpstr>
      <vt:lpstr>ZapfDingbats</vt:lpstr>
      <vt:lpstr>Arial</vt:lpstr>
      <vt:lpstr>Calibri</vt:lpstr>
      <vt:lpstr>Calibri Light</vt:lpstr>
      <vt:lpstr>Comic Sans MS</vt:lpstr>
      <vt:lpstr>Gill Sans MT</vt:lpstr>
      <vt:lpstr>Symbol</vt:lpstr>
      <vt:lpstr>Times New Roman</vt:lpstr>
      <vt:lpstr>Wingdings</vt:lpstr>
      <vt:lpstr>Office Theme</vt:lpstr>
      <vt:lpstr>2_Office Theme</vt:lpstr>
      <vt:lpstr>1_Office Theme</vt:lpstr>
      <vt:lpstr>Chart</vt:lpstr>
      <vt:lpstr>EEL 4781 Computer Communication Networks Chapter 2-3: Application Layer</vt:lpstr>
      <vt:lpstr>Agenda 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DNS: Domain Name System</vt:lpstr>
      <vt:lpstr>Agenda </vt:lpstr>
      <vt:lpstr>BitTorrent</vt:lpstr>
      <vt:lpstr>BitTorrent</vt:lpstr>
      <vt:lpstr>BitTorrent</vt:lpstr>
      <vt:lpstr>BitTorrent</vt:lpstr>
      <vt:lpstr>BitTorrent</vt:lpstr>
      <vt:lpstr>Agenda </vt:lpstr>
      <vt:lpstr>Client-server vs P2P</vt:lpstr>
      <vt:lpstr>Client-server vs P2P</vt:lpstr>
      <vt:lpstr>Client-server vs P2P</vt:lpstr>
      <vt:lpstr>Client-server vs P2P</vt:lpstr>
      <vt:lpstr>Client-server vs P2P</vt:lpstr>
      <vt:lpstr>Agenda </vt:lpstr>
      <vt:lpstr>DNS security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580</cp:revision>
  <dcterms:created xsi:type="dcterms:W3CDTF">2017-06-28T02:53:02Z</dcterms:created>
  <dcterms:modified xsi:type="dcterms:W3CDTF">2024-02-05T21:23:10Z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