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851" r:id="rId1"/>
  </p:sldMasterIdLst>
  <p:notesMasterIdLst>
    <p:notesMasterId r:id="rId34"/>
  </p:notesMasterIdLst>
  <p:sldIdLst>
    <p:sldId id="256" r:id="rId2"/>
    <p:sldId id="561" r:id="rId3"/>
    <p:sldId id="1025" r:id="rId4"/>
    <p:sldId id="1027" r:id="rId5"/>
    <p:sldId id="1026" r:id="rId6"/>
    <p:sldId id="1028" r:id="rId7"/>
    <p:sldId id="1029" r:id="rId8"/>
    <p:sldId id="1020" r:id="rId9"/>
    <p:sldId id="1030" r:id="rId10"/>
    <p:sldId id="1031" r:id="rId11"/>
    <p:sldId id="1033" r:id="rId12"/>
    <p:sldId id="1032" r:id="rId13"/>
    <p:sldId id="1050" r:id="rId14"/>
    <p:sldId id="1051" r:id="rId15"/>
    <p:sldId id="1034" r:id="rId16"/>
    <p:sldId id="1036" r:id="rId17"/>
    <p:sldId id="1035" r:id="rId18"/>
    <p:sldId id="1037" r:id="rId19"/>
    <p:sldId id="1039" r:id="rId20"/>
    <p:sldId id="1038" r:id="rId21"/>
    <p:sldId id="1040" r:id="rId22"/>
    <p:sldId id="1041" r:id="rId23"/>
    <p:sldId id="1042" r:id="rId24"/>
    <p:sldId id="1044" r:id="rId25"/>
    <p:sldId id="1047" r:id="rId26"/>
    <p:sldId id="1048" r:id="rId27"/>
    <p:sldId id="1045" r:id="rId28"/>
    <p:sldId id="1046" r:id="rId29"/>
    <p:sldId id="1049" r:id="rId30"/>
    <p:sldId id="989" r:id="rId31"/>
    <p:sldId id="1016" r:id="rId32"/>
    <p:sldId id="1017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26" userDrawn="1">
          <p15:clr>
            <a:srgbClr val="A4A3A4"/>
          </p15:clr>
        </p15:guide>
        <p15:guide id="3" orient="horz" pos="4128" userDrawn="1">
          <p15:clr>
            <a:srgbClr val="A4A3A4"/>
          </p15:clr>
        </p15:guide>
        <p15:guide id="4" orient="horz" pos="2856" userDrawn="1">
          <p15:clr>
            <a:srgbClr val="A4A3A4"/>
          </p15:clr>
        </p15:guide>
        <p15:guide id="5" pos="1152" userDrawn="1">
          <p15:clr>
            <a:srgbClr val="A4A3A4"/>
          </p15:clr>
        </p15:guide>
        <p15:guide id="6" pos="3780" userDrawn="1">
          <p15:clr>
            <a:srgbClr val="A4A3A4"/>
          </p15:clr>
        </p15:guide>
        <p15:guide id="7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128"/>
    <a:srgbClr val="BA9B37"/>
    <a:srgbClr val="FFC904"/>
    <a:srgbClr val="C95B00"/>
    <a:srgbClr val="FF7C00"/>
    <a:srgbClr val="7F7F7F"/>
    <a:srgbClr val="4472C4"/>
    <a:srgbClr val="027D02"/>
    <a:srgbClr val="CFD5EA"/>
    <a:srgbClr val="007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04" autoAdjust="0"/>
    <p:restoredTop sz="92985" autoAdjust="0"/>
  </p:normalViewPr>
  <p:slideViewPr>
    <p:cSldViewPr snapToGrid="0" snapToObjects="1">
      <p:cViewPr varScale="1">
        <p:scale>
          <a:sx n="150" d="100"/>
          <a:sy n="150" d="100"/>
        </p:scale>
        <p:origin x="1996" y="76"/>
      </p:cViewPr>
      <p:guideLst>
        <p:guide orient="horz" pos="1440"/>
        <p:guide pos="2826"/>
        <p:guide orient="horz" pos="4128"/>
        <p:guide orient="horz" pos="2856"/>
        <p:guide pos="1152"/>
        <p:guide pos="3780"/>
        <p:guide pos="17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DA79F759-EAE3-4760-8D77-F309B733FB82}"/>
    <pc:docChg chg="undo custSel addSld delSld">
      <pc:chgData name="Xin Xin" userId="9ff0c946-7f3c-4192-98c1-6be932ce2bce" providerId="ADAL" clId="{DA79F759-EAE3-4760-8D77-F309B733FB82}" dt="2026-01-14T02:04:11.660" v="1" actId="2696"/>
      <pc:docMkLst>
        <pc:docMk/>
      </pc:docMkLst>
      <pc:sldChg chg="add del">
        <pc:chgData name="Xin Xin" userId="9ff0c946-7f3c-4192-98c1-6be932ce2bce" providerId="ADAL" clId="{DA79F759-EAE3-4760-8D77-F309B733FB82}" dt="2026-01-14T02:04:11.660" v="1" actId="2696"/>
        <pc:sldMkLst>
          <pc:docMk/>
          <pc:sldMk cId="885727251" sldId="1016"/>
        </pc:sldMkLst>
      </pc:sldChg>
      <pc:sldChg chg="add del">
        <pc:chgData name="Xin Xin" userId="9ff0c946-7f3c-4192-98c1-6be932ce2bce" providerId="ADAL" clId="{DA79F759-EAE3-4760-8D77-F309B733FB82}" dt="2026-01-14T02:04:11.660" v="1" actId="2696"/>
        <pc:sldMkLst>
          <pc:docMk/>
          <pc:sldMk cId="2269007304" sldId="10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21601-8810-E544-9D11-46F00C4F069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5A7F-9579-BB49-881B-29290E49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9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577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17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314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250430" cy="772796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4678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1E220-D336-D8EA-6239-8C05D2C08EBC}"/>
              </a:ext>
            </a:extLst>
          </p:cNvPr>
          <p:cNvCxnSpPr/>
          <p:nvPr userDrawn="1"/>
        </p:nvCxnSpPr>
        <p:spPr>
          <a:xfrm>
            <a:off x="9525" y="955002"/>
            <a:ext cx="9121140" cy="0"/>
          </a:xfrm>
          <a:prstGeom prst="line">
            <a:avLst/>
          </a:prstGeom>
          <a:ln w="38100">
            <a:solidFill>
              <a:srgbClr val="C95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me - UCF College of Engineering and Computer Science">
            <a:extLst>
              <a:ext uri="{FF2B5EF4-FFF2-40B4-BE49-F238E27FC236}">
                <a16:creationId xmlns:a16="http://schemas.microsoft.com/office/drawing/2014/main" id="{9F1B4091-87B5-7363-19C4-89F41293F6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52" b="28112"/>
          <a:stretch/>
        </p:blipFill>
        <p:spPr bwMode="auto">
          <a:xfrm>
            <a:off x="8238773" y="84380"/>
            <a:ext cx="707107" cy="7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5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1.emf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wustl.edu/~jain/" TargetMode="External"/><Relationship Id="rId2" Type="http://schemas.openxmlformats.org/officeDocument/2006/relationships/hyperlink" Target="https://www.ece.ucf.edu/~yuksem/teaching/EEL-4781-Fall-2020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67056-1534-47E2-83BE-08A2B9441FDC}"/>
              </a:ext>
            </a:extLst>
          </p:cNvPr>
          <p:cNvSpPr/>
          <p:nvPr/>
        </p:nvSpPr>
        <p:spPr>
          <a:xfrm>
            <a:off x="0" y="1951615"/>
            <a:ext cx="9144000" cy="1750979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36103"/>
            <a:ext cx="9144000" cy="1014108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n-lt"/>
              </a:rPr>
              <a:t>EEL 4781 Computer Communication Networks</a:t>
            </a:r>
            <a:br>
              <a:rPr lang="en-US" altLang="zh-CN" sz="4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3200" dirty="0">
                <a:solidFill>
                  <a:schemeClr val="bg1"/>
                </a:solidFill>
                <a:latin typeface="+mn-lt"/>
              </a:rPr>
              <a:t>Chapter 1-2: Introduction to </a:t>
            </a:r>
            <a:r>
              <a:rPr lang="en-US" altLang="zh-CN" sz="3200">
                <a:solidFill>
                  <a:schemeClr val="bg1"/>
                </a:solidFill>
                <a:latin typeface="+mn-lt"/>
              </a:rPr>
              <a:t>Networking Concepts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7026" y="4647913"/>
            <a:ext cx="6858000" cy="581315"/>
          </a:xfrm>
        </p:spPr>
        <p:txBody>
          <a:bodyPr wrap="none">
            <a:noAutofit/>
          </a:bodyPr>
          <a:lstStyle/>
          <a:p>
            <a:r>
              <a:rPr lang="en-US" sz="2400" b="1" dirty="0"/>
              <a:t>Xin </a:t>
            </a:r>
            <a:r>
              <a:rPr lang="en-US" sz="2400" b="1" dirty="0" err="1"/>
              <a:t>Xin</a:t>
            </a:r>
            <a:endParaRPr lang="en-US" sz="2400" b="1" dirty="0"/>
          </a:p>
          <a:p>
            <a:r>
              <a:rPr lang="en-US" b="1" dirty="0"/>
              <a:t>Department of Electrical and </a:t>
            </a:r>
            <a:r>
              <a:rPr lang="en-US" altLang="zh-CN" b="1" dirty="0"/>
              <a:t>Computer Engineering</a:t>
            </a:r>
          </a:p>
          <a:p>
            <a:r>
              <a:rPr lang="en-US" sz="2400" b="1" dirty="0"/>
              <a:t>University of Central F</a:t>
            </a:r>
            <a:r>
              <a:rPr lang="en-US" b="1" dirty="0"/>
              <a:t>lorida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DF276-5B0A-4972-9653-037F6D8B3C68}"/>
              </a:ext>
            </a:extLst>
          </p:cNvPr>
          <p:cNvSpPr/>
          <p:nvPr/>
        </p:nvSpPr>
        <p:spPr>
          <a:xfrm>
            <a:off x="1" y="3790141"/>
            <a:ext cx="6774656" cy="116732"/>
          </a:xfrm>
          <a:prstGeom prst="rect">
            <a:avLst/>
          </a:prstGeom>
          <a:gradFill flip="none" rotWithShape="1">
            <a:gsLst>
              <a:gs pos="69000">
                <a:srgbClr val="887128"/>
              </a:gs>
              <a:gs pos="47000">
                <a:srgbClr val="FFC904">
                  <a:alpha val="40784"/>
                </a:srgbClr>
              </a:gs>
              <a:gs pos="21000">
                <a:srgbClr val="887128"/>
              </a:gs>
              <a:gs pos="0">
                <a:srgbClr val="887128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11FC-0199-4C18-B757-D96B9FBEC12C}"/>
              </a:ext>
            </a:extLst>
          </p:cNvPr>
          <p:cNvSpPr/>
          <p:nvPr/>
        </p:nvSpPr>
        <p:spPr>
          <a:xfrm>
            <a:off x="6880860" y="3790142"/>
            <a:ext cx="2263140" cy="116732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- UCF College of Engineering and Computer Science">
            <a:extLst>
              <a:ext uri="{FF2B5EF4-FFF2-40B4-BE49-F238E27FC236}">
                <a16:creationId xmlns:a16="http://schemas.microsoft.com/office/drawing/2014/main" id="{8E0F3A9D-0085-8B62-1898-2721C3D1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844" y="337185"/>
            <a:ext cx="2794835" cy="66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3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Quick Review</a:t>
            </a:r>
          </a:p>
          <a:p>
            <a:r>
              <a:rPr lang="en-US" dirty="0"/>
              <a:t>Performance</a:t>
            </a:r>
          </a:p>
          <a:p>
            <a:pPr lvl="1"/>
            <a:r>
              <a:rPr lang="en-US" dirty="0"/>
              <a:t>loss, delay, throughput</a:t>
            </a:r>
          </a:p>
          <a:p>
            <a:r>
              <a:rPr lang="en-US" altLang="zh-CN" dirty="0"/>
              <a:t>Queueing Theory</a:t>
            </a:r>
          </a:p>
          <a:p>
            <a:pPr lvl="1"/>
            <a:r>
              <a:rPr lang="en-US" dirty="0"/>
              <a:t>M/M/1</a:t>
            </a:r>
          </a:p>
          <a:p>
            <a:r>
              <a:rPr lang="en-US" dirty="0"/>
              <a:t>Network core</a:t>
            </a:r>
          </a:p>
          <a:p>
            <a:pPr lvl="1"/>
            <a:r>
              <a:rPr lang="en-US" dirty="0"/>
              <a:t>packet/circuit switching</a:t>
            </a:r>
          </a:p>
          <a:p>
            <a:pPr lvl="1"/>
            <a:r>
              <a:rPr lang="en-US" dirty="0"/>
              <a:t>ISP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1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packet loss and delay occur?</a:t>
            </a:r>
          </a:p>
          <a:p>
            <a:endParaRPr lang="en-US" dirty="0"/>
          </a:p>
        </p:txBody>
      </p:sp>
      <p:sp>
        <p:nvSpPr>
          <p:cNvPr id="54" name="Line 26">
            <a:extLst>
              <a:ext uri="{FF2B5EF4-FFF2-40B4-BE49-F238E27FC236}">
                <a16:creationId xmlns:a16="http://schemas.microsoft.com/office/drawing/2014/main" id="{85201DC8-1DF9-0EA3-B11F-AC2DA18FE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4529" y="4629316"/>
            <a:ext cx="1450181" cy="71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D0BF7AA-F0A4-99A4-B490-A5C097C0EB85}"/>
              </a:ext>
            </a:extLst>
          </p:cNvPr>
          <p:cNvGrpSpPr/>
          <p:nvPr/>
        </p:nvGrpSpPr>
        <p:grpSpPr>
          <a:xfrm>
            <a:off x="3438662" y="4321417"/>
            <a:ext cx="1133514" cy="647753"/>
            <a:chOff x="7493876" y="2774731"/>
            <a:chExt cx="1481958" cy="894622"/>
          </a:xfrm>
        </p:grpSpPr>
        <p:sp>
          <p:nvSpPr>
            <p:cNvPr id="56" name="Freeform 67">
              <a:extLst>
                <a:ext uri="{FF2B5EF4-FFF2-40B4-BE49-F238E27FC236}">
                  <a16:creationId xmlns:a16="http://schemas.microsoft.com/office/drawing/2014/main" id="{03ADBF85-71B0-371D-06C1-E62F3FB06C2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FFF0358-E996-0C2A-0971-E7F1D83A2B4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009C9D8-1EF7-B4E4-7F4A-90940BCFA24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" name="Freeform 70">
                <a:extLst>
                  <a:ext uri="{FF2B5EF4-FFF2-40B4-BE49-F238E27FC236}">
                    <a16:creationId xmlns:a16="http://schemas.microsoft.com/office/drawing/2014/main" id="{5FD57C10-080D-5462-D165-992A5146F30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0" name="Freeform 71">
                <a:extLst>
                  <a:ext uri="{FF2B5EF4-FFF2-40B4-BE49-F238E27FC236}">
                    <a16:creationId xmlns:a16="http://schemas.microsoft.com/office/drawing/2014/main" id="{88E41EA6-2BED-58AB-F96A-746B2BF7E8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1" name="Freeform 72">
                <a:extLst>
                  <a:ext uri="{FF2B5EF4-FFF2-40B4-BE49-F238E27FC236}">
                    <a16:creationId xmlns:a16="http://schemas.microsoft.com/office/drawing/2014/main" id="{3F70AAA4-9FA4-A735-5C0E-F0A723BD0F6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Freeform 73">
                <a:extLst>
                  <a:ext uri="{FF2B5EF4-FFF2-40B4-BE49-F238E27FC236}">
                    <a16:creationId xmlns:a16="http://schemas.microsoft.com/office/drawing/2014/main" id="{891C7A2B-E04E-0490-B36C-2F3E333EB85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64" name="Rectangle 3">
            <a:extLst>
              <a:ext uri="{FF2B5EF4-FFF2-40B4-BE49-F238E27FC236}">
                <a16:creationId xmlns:a16="http://schemas.microsoft.com/office/drawing/2014/main" id="{2DB4B975-A1C0-2EC9-9162-351AB7000CB4}"/>
              </a:ext>
            </a:extLst>
          </p:cNvPr>
          <p:cNvSpPr txBox="1">
            <a:spLocks noChangeArrowheads="1"/>
          </p:cNvSpPr>
          <p:nvPr/>
        </p:nvSpPr>
        <p:spPr>
          <a:xfrm>
            <a:off x="618950" y="2121776"/>
            <a:ext cx="8353162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1456">
              <a:buFont typeface="Arial" panose="020B0604020202020204" pitchFamily="34" charset="0"/>
              <a:buNone/>
              <a:defRPr/>
            </a:pPr>
            <a:r>
              <a:rPr lang="en-US" sz="2400" dirty="0"/>
              <a:t>packets </a:t>
            </a:r>
            <a:r>
              <a:rPr lang="en-US" sz="2400" i="1" dirty="0"/>
              <a:t>queue</a:t>
            </a:r>
            <a:r>
              <a:rPr lang="en-US" sz="2400" dirty="0"/>
              <a:t> in router buffers</a:t>
            </a:r>
            <a:r>
              <a:rPr lang="en-US" dirty="0"/>
              <a:t> </a:t>
            </a:r>
          </a:p>
          <a:p>
            <a:pPr marL="305991" indent="-208360">
              <a:buFont typeface="Wingdings" charset="2"/>
              <a:buChar char="§"/>
              <a:defRPr/>
            </a:pPr>
            <a:r>
              <a:rPr lang="en-US" sz="2000" dirty="0"/>
              <a:t>packets queue, wait for turn</a:t>
            </a:r>
          </a:p>
          <a:p>
            <a:pPr marL="305991" indent="-208360">
              <a:buFont typeface="Wingdings" charset="2"/>
              <a:buChar char="§"/>
              <a:defRPr/>
            </a:pPr>
            <a:r>
              <a:rPr lang="en-US" sz="2000" dirty="0">
                <a:solidFill>
                  <a:srgbClr val="CC0000"/>
                </a:solidFill>
              </a:rPr>
              <a:t>arrival rate to link (temporarily) exceeds output link capacity: packet loss</a:t>
            </a:r>
          </a:p>
        </p:txBody>
      </p:sp>
      <p:sp>
        <p:nvSpPr>
          <p:cNvPr id="65" name="Line 24">
            <a:extLst>
              <a:ext uri="{FF2B5EF4-FFF2-40B4-BE49-F238E27FC236}">
                <a16:creationId xmlns:a16="http://schemas.microsoft.com/office/drawing/2014/main" id="{FD5A2676-4BC2-DE87-0304-D23FCE1FD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1491" y="4314991"/>
            <a:ext cx="556022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Rectangle 30">
            <a:extLst>
              <a:ext uri="{FF2B5EF4-FFF2-40B4-BE49-F238E27FC236}">
                <a16:creationId xmlns:a16="http://schemas.microsoft.com/office/drawing/2014/main" id="{249EB0D7-EC7D-3B46-E291-D14273D16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497" y="4532875"/>
            <a:ext cx="110728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" name="Rectangle 31">
            <a:extLst>
              <a:ext uri="{FF2B5EF4-FFF2-40B4-BE49-F238E27FC236}">
                <a16:creationId xmlns:a16="http://schemas.microsoft.com/office/drawing/2014/main" id="{3A5274E2-7CD5-72EA-E7E7-2E183748A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1179" y="4532875"/>
            <a:ext cx="110728" cy="15001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" name="Rectangle 38">
            <a:extLst>
              <a:ext uri="{FF2B5EF4-FFF2-40B4-BE49-F238E27FC236}">
                <a16:creationId xmlns:a16="http://schemas.microsoft.com/office/drawing/2014/main" id="{A40099BB-771E-FE44-AF4C-CC303A246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381" y="4486441"/>
            <a:ext cx="110729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" name="Line 25">
            <a:extLst>
              <a:ext uri="{FF2B5EF4-FFF2-40B4-BE49-F238E27FC236}">
                <a16:creationId xmlns:a16="http://schemas.microsoft.com/office/drawing/2014/main" id="{74ECB79D-08C5-39C3-DB8D-EBB0845272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0300" y="4719803"/>
            <a:ext cx="551260" cy="4131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32">
            <a:extLst>
              <a:ext uri="{FF2B5EF4-FFF2-40B4-BE49-F238E27FC236}">
                <a16:creationId xmlns:a16="http://schemas.microsoft.com/office/drawing/2014/main" id="{2B772EA7-95A2-2747-32D9-E70DC8B87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112" y="4457866"/>
            <a:ext cx="110729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" name="Line 33">
            <a:extLst>
              <a:ext uri="{FF2B5EF4-FFF2-40B4-BE49-F238E27FC236}">
                <a16:creationId xmlns:a16="http://schemas.microsoft.com/office/drawing/2014/main" id="{3F66E576-66F3-9E8D-E35F-196402A07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8204" y="4410241"/>
            <a:ext cx="1583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Box 36">
            <a:extLst>
              <a:ext uri="{FF2B5EF4-FFF2-40B4-BE49-F238E27FC236}">
                <a16:creationId xmlns:a16="http://schemas.microsoft.com/office/drawing/2014/main" id="{2A7780C9-C8F2-A871-95BB-58FDA9E01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258" y="4078056"/>
            <a:ext cx="34015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srgbClr val="000000"/>
                </a:solidFill>
                <a:latin typeface="Calibri" panose="020F0502020204030204"/>
              </a:rPr>
              <a:t>A</a:t>
            </a:r>
          </a:p>
        </p:txBody>
      </p:sp>
      <p:sp>
        <p:nvSpPr>
          <p:cNvPr id="73" name="Text Box 37">
            <a:extLst>
              <a:ext uri="{FF2B5EF4-FFF2-40B4-BE49-F238E27FC236}">
                <a16:creationId xmlns:a16="http://schemas.microsoft.com/office/drawing/2014/main" id="{833FA985-EA1F-3EA9-D039-556F3A7E3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0991" y="4792431"/>
            <a:ext cx="3305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prstClr val="black"/>
                </a:solidFill>
                <a:latin typeface="Calibri" panose="020F0502020204030204"/>
              </a:rPr>
              <a:t>B</a:t>
            </a:r>
          </a:p>
        </p:txBody>
      </p:sp>
      <p:grpSp>
        <p:nvGrpSpPr>
          <p:cNvPr id="74" name="Group 66">
            <a:extLst>
              <a:ext uri="{FF2B5EF4-FFF2-40B4-BE49-F238E27FC236}">
                <a16:creationId xmlns:a16="http://schemas.microsoft.com/office/drawing/2014/main" id="{76AA011C-52EF-054F-8835-561702DC9020}"/>
              </a:ext>
            </a:extLst>
          </p:cNvPr>
          <p:cNvGrpSpPr>
            <a:grpSpLocks/>
          </p:cNvGrpSpPr>
          <p:nvPr/>
        </p:nvGrpSpPr>
        <p:grpSpPr bwMode="auto">
          <a:xfrm>
            <a:off x="2346184" y="4078056"/>
            <a:ext cx="584597" cy="509588"/>
            <a:chOff x="-44" y="1473"/>
            <a:chExt cx="981" cy="1105"/>
          </a:xfrm>
        </p:grpSpPr>
        <p:pic>
          <p:nvPicPr>
            <p:cNvPr id="75" name="Picture 67" descr="desktop_computer_stylized_medium">
              <a:extLst>
                <a:ext uri="{FF2B5EF4-FFF2-40B4-BE49-F238E27FC236}">
                  <a16:creationId xmlns:a16="http://schemas.microsoft.com/office/drawing/2014/main" id="{1DFC13C3-139C-A5E9-B9B4-5F466DB90C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68">
              <a:extLst>
                <a:ext uri="{FF2B5EF4-FFF2-40B4-BE49-F238E27FC236}">
                  <a16:creationId xmlns:a16="http://schemas.microsoft.com/office/drawing/2014/main" id="{56EEBDFC-13CE-C056-4478-E2C64AB85B8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77" name="Picture 70" descr="desktop_computer_stylized_medium">
            <a:extLst>
              <a:ext uri="{FF2B5EF4-FFF2-40B4-BE49-F238E27FC236}">
                <a16:creationId xmlns:a16="http://schemas.microsoft.com/office/drawing/2014/main" id="{F979A535-0277-7669-6DEB-0F95B026E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17467" y="4832912"/>
            <a:ext cx="58459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Freeform 71">
            <a:extLst>
              <a:ext uri="{FF2B5EF4-FFF2-40B4-BE49-F238E27FC236}">
                <a16:creationId xmlns:a16="http://schemas.microsoft.com/office/drawing/2014/main" id="{9B4602FC-FC7C-80F6-ADF0-DB1B35AFA643}"/>
              </a:ext>
            </a:extLst>
          </p:cNvPr>
          <p:cNvSpPr>
            <a:spLocks/>
          </p:cNvSpPr>
          <p:nvPr/>
        </p:nvSpPr>
        <p:spPr bwMode="auto">
          <a:xfrm flipH="1">
            <a:off x="2666562" y="4881796"/>
            <a:ext cx="284253" cy="233350"/>
          </a:xfrm>
          <a:custGeom>
            <a:avLst/>
            <a:gdLst>
              <a:gd name="T0" fmla="*/ 0 w 356"/>
              <a:gd name="T1" fmla="*/ 0 h 368"/>
              <a:gd name="T2" fmla="*/ 32377 w 356"/>
              <a:gd name="T3" fmla="*/ 2307 h 368"/>
              <a:gd name="T4" fmla="*/ 38409 w 356"/>
              <a:gd name="T5" fmla="*/ 48069 h 368"/>
              <a:gd name="T6" fmla="*/ 8465 w 356"/>
              <a:gd name="T7" fmla="*/ 60116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Rectangle 31">
            <a:extLst>
              <a:ext uri="{FF2B5EF4-FFF2-40B4-BE49-F238E27FC236}">
                <a16:creationId xmlns:a16="http://schemas.microsoft.com/office/drawing/2014/main" id="{0A648E53-AB9B-2D95-E207-9E0FC4DD7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691" y="4949593"/>
            <a:ext cx="104775" cy="139304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" name="Line 33">
            <a:extLst>
              <a:ext uri="{FF2B5EF4-FFF2-40B4-BE49-F238E27FC236}">
                <a16:creationId xmlns:a16="http://schemas.microsoft.com/office/drawing/2014/main" id="{879ECD55-9F14-A690-86E1-D0E1FF9A7D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8659" y="4926972"/>
            <a:ext cx="165497" cy="121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Rectangle 89">
            <a:extLst>
              <a:ext uri="{FF2B5EF4-FFF2-40B4-BE49-F238E27FC236}">
                <a16:creationId xmlns:a16="http://schemas.microsoft.com/office/drawing/2014/main" id="{1FB1E42D-FACB-6346-9953-7A78D3C61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197" y="4534066"/>
            <a:ext cx="110728" cy="1500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2" name="Rectangle 89">
            <a:extLst>
              <a:ext uri="{FF2B5EF4-FFF2-40B4-BE49-F238E27FC236}">
                <a16:creationId xmlns:a16="http://schemas.microsoft.com/office/drawing/2014/main" id="{EDBC1513-E680-1E59-38C6-0D51CA076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8279" y="4532875"/>
            <a:ext cx="110728" cy="1500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" name="Rectangle 89">
            <a:extLst>
              <a:ext uri="{FF2B5EF4-FFF2-40B4-BE49-F238E27FC236}">
                <a16:creationId xmlns:a16="http://schemas.microsoft.com/office/drawing/2014/main" id="{FDD74502-9C33-3BAC-5984-B1D451BBF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979" y="4535256"/>
            <a:ext cx="110728" cy="1500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84" name="Group 93">
            <a:extLst>
              <a:ext uri="{FF2B5EF4-FFF2-40B4-BE49-F238E27FC236}">
                <a16:creationId xmlns:a16="http://schemas.microsoft.com/office/drawing/2014/main" id="{913B1069-2B41-C186-B76C-B6216D23508C}"/>
              </a:ext>
            </a:extLst>
          </p:cNvPr>
          <p:cNvGrpSpPr>
            <a:grpSpLocks/>
          </p:cNvGrpSpPr>
          <p:nvPr/>
        </p:nvGrpSpPr>
        <p:grpSpPr bwMode="auto">
          <a:xfrm>
            <a:off x="4375010" y="3561327"/>
            <a:ext cx="4779170" cy="903685"/>
            <a:chOff x="2259" y="2247"/>
            <a:chExt cx="4014" cy="759"/>
          </a:xfrm>
        </p:grpSpPr>
        <p:sp>
          <p:nvSpPr>
            <p:cNvPr id="85" name="Text Box 66">
              <a:extLst>
                <a:ext uri="{FF2B5EF4-FFF2-40B4-BE49-F238E27FC236}">
                  <a16:creationId xmlns:a16="http://schemas.microsoft.com/office/drawing/2014/main" id="{5F641A65-E9EB-6FEB-63F5-735650D7C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5" y="2247"/>
              <a:ext cx="374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 dirty="0">
                  <a:solidFill>
                    <a:srgbClr val="000000"/>
                  </a:solidFill>
                  <a:latin typeface="Calibri" panose="020F0502020204030204"/>
                </a:rPr>
                <a:t>packet being transmitted </a:t>
              </a:r>
              <a:r>
                <a:rPr lang="en-US" altLang="en-US" sz="1800" dirty="0">
                  <a:solidFill>
                    <a:srgbClr val="CC0000"/>
                  </a:solidFill>
                  <a:latin typeface="Calibri" panose="020F0502020204030204"/>
                </a:rPr>
                <a:t>(transmission delay)</a:t>
              </a:r>
            </a:p>
          </p:txBody>
        </p:sp>
        <p:sp>
          <p:nvSpPr>
            <p:cNvPr id="86" name="Line 67">
              <a:extLst>
                <a:ext uri="{FF2B5EF4-FFF2-40B4-BE49-F238E27FC236}">
                  <a16:creationId xmlns:a16="http://schemas.microsoft.com/office/drawing/2014/main" id="{4C8D3A9A-F52A-03A3-E91B-F5608AEF5E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9" y="2462"/>
              <a:ext cx="836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7" name="Group 94">
            <a:extLst>
              <a:ext uri="{FF2B5EF4-FFF2-40B4-BE49-F238E27FC236}">
                <a16:creationId xmlns:a16="http://schemas.microsoft.com/office/drawing/2014/main" id="{74D488E2-458D-2320-43F8-345A9C976ECC}"/>
              </a:ext>
            </a:extLst>
          </p:cNvPr>
          <p:cNvGrpSpPr>
            <a:grpSpLocks/>
          </p:cNvGrpSpPr>
          <p:nvPr/>
        </p:nvGrpSpPr>
        <p:grpSpPr bwMode="auto">
          <a:xfrm>
            <a:off x="4163080" y="4738849"/>
            <a:ext cx="3967168" cy="697705"/>
            <a:chOff x="2103" y="3214"/>
            <a:chExt cx="3332" cy="586"/>
          </a:xfrm>
        </p:grpSpPr>
        <p:sp>
          <p:nvSpPr>
            <p:cNvPr id="88" name="Text Box 72">
              <a:extLst>
                <a:ext uri="{FF2B5EF4-FFF2-40B4-BE49-F238E27FC236}">
                  <a16:creationId xmlns:a16="http://schemas.microsoft.com/office/drawing/2014/main" id="{901B0DBB-2CBF-191E-D19F-7739FF3FA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" y="3490"/>
              <a:ext cx="290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 dirty="0">
                  <a:solidFill>
                    <a:srgbClr val="000000"/>
                  </a:solidFill>
                  <a:latin typeface="Calibri" panose="020F0502020204030204"/>
                </a:rPr>
                <a:t>packets in buffers</a:t>
              </a:r>
              <a:r>
                <a:rPr lang="en-US" altLang="en-US" sz="1800" dirty="0">
                  <a:solidFill>
                    <a:srgbClr val="FF0000"/>
                  </a:solidFill>
                  <a:latin typeface="Calibri" panose="020F0502020204030204"/>
                </a:rPr>
                <a:t> </a:t>
              </a:r>
              <a:r>
                <a:rPr lang="en-US" altLang="en-US" sz="1800" dirty="0">
                  <a:solidFill>
                    <a:srgbClr val="CC0000"/>
                  </a:solidFill>
                  <a:latin typeface="Calibri" panose="020F0502020204030204"/>
                </a:rPr>
                <a:t>(queueing delay)</a:t>
              </a:r>
            </a:p>
          </p:txBody>
        </p:sp>
        <p:sp>
          <p:nvSpPr>
            <p:cNvPr id="89" name="Line 73">
              <a:extLst>
                <a:ext uri="{FF2B5EF4-FFF2-40B4-BE49-F238E27FC236}">
                  <a16:creationId xmlns:a16="http://schemas.microsoft.com/office/drawing/2014/main" id="{F1788094-75CC-9436-7799-84C86EF82B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90" name="Group 95">
            <a:extLst>
              <a:ext uri="{FF2B5EF4-FFF2-40B4-BE49-F238E27FC236}">
                <a16:creationId xmlns:a16="http://schemas.microsoft.com/office/drawing/2014/main" id="{372981E9-75E3-A736-294B-1BDEE8E2D14D}"/>
              </a:ext>
            </a:extLst>
          </p:cNvPr>
          <p:cNvGrpSpPr>
            <a:grpSpLocks/>
          </p:cNvGrpSpPr>
          <p:nvPr/>
        </p:nvGrpSpPr>
        <p:grpSpPr bwMode="auto">
          <a:xfrm>
            <a:off x="3351072" y="4710282"/>
            <a:ext cx="3933825" cy="1341836"/>
            <a:chOff x="1421" y="3190"/>
            <a:chExt cx="3304" cy="1127"/>
          </a:xfrm>
        </p:grpSpPr>
        <p:sp>
          <p:nvSpPr>
            <p:cNvPr id="91" name="Line 91">
              <a:extLst>
                <a:ext uri="{FF2B5EF4-FFF2-40B4-BE49-F238E27FC236}">
                  <a16:creationId xmlns:a16="http://schemas.microsoft.com/office/drawing/2014/main" id="{B163C28D-9BEC-B311-EAB1-425819456F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793" y="3190"/>
              <a:ext cx="11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2" name="Text Box 92">
              <a:extLst>
                <a:ext uri="{FF2B5EF4-FFF2-40B4-BE49-F238E27FC236}">
                  <a16:creationId xmlns:a16="http://schemas.microsoft.com/office/drawing/2014/main" id="{AD1ED64D-5F47-DF9C-3A0D-7CA46C387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1" y="3774"/>
              <a:ext cx="3304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 dirty="0">
                  <a:solidFill>
                    <a:srgbClr val="000000"/>
                  </a:solidFill>
                  <a:latin typeface="Calibri" panose="020F0502020204030204"/>
                </a:rPr>
                <a:t>free (available) buffers: arriving packets </a:t>
              </a:r>
            </a:p>
            <a:p>
              <a:pPr defTabSz="685800"/>
              <a:r>
                <a:rPr lang="en-US" altLang="en-US" sz="1800" dirty="0">
                  <a:solidFill>
                    <a:srgbClr val="000000"/>
                  </a:solidFill>
                  <a:latin typeface="Calibri" panose="020F0502020204030204"/>
                </a:rPr>
                <a:t>dropped (</a:t>
              </a:r>
              <a:r>
                <a:rPr lang="en-US" altLang="en-US" sz="1800" dirty="0">
                  <a:solidFill>
                    <a:srgbClr val="CC0000"/>
                  </a:solidFill>
                  <a:latin typeface="Calibri" panose="020F0502020204030204"/>
                </a:rPr>
                <a:t>loss</a:t>
              </a:r>
              <a:r>
                <a:rPr lang="en-US" altLang="en-US" sz="1800" dirty="0">
                  <a:solidFill>
                    <a:srgbClr val="000000"/>
                  </a:solidFill>
                  <a:latin typeface="Calibri" panose="020F0502020204030204"/>
                </a:rPr>
                <a:t>) if no free buffers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C1E0FAE-A1A4-9A55-5537-6A0DFB4844C8}"/>
              </a:ext>
            </a:extLst>
          </p:cNvPr>
          <p:cNvGrpSpPr/>
          <p:nvPr/>
        </p:nvGrpSpPr>
        <p:grpSpPr>
          <a:xfrm>
            <a:off x="5792259" y="4350248"/>
            <a:ext cx="1133514" cy="647753"/>
            <a:chOff x="7493876" y="2774731"/>
            <a:chExt cx="1481958" cy="894622"/>
          </a:xfrm>
        </p:grpSpPr>
        <p:sp>
          <p:nvSpPr>
            <p:cNvPr id="94" name="Freeform 59">
              <a:extLst>
                <a:ext uri="{FF2B5EF4-FFF2-40B4-BE49-F238E27FC236}">
                  <a16:creationId xmlns:a16="http://schemas.microsoft.com/office/drawing/2014/main" id="{E3D44E59-DBEF-ECD0-449E-594A9FFD77B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71DFD5F-FD62-F8FA-2483-B66337C1744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B6E2354-D157-D2AE-A6B8-3052FBCD38C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" name="Freeform 62">
                <a:extLst>
                  <a:ext uri="{FF2B5EF4-FFF2-40B4-BE49-F238E27FC236}">
                    <a16:creationId xmlns:a16="http://schemas.microsoft.com/office/drawing/2014/main" id="{74927A24-B87A-1290-EC34-464BB315AC6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98" name="Freeform 63">
                <a:extLst>
                  <a:ext uri="{FF2B5EF4-FFF2-40B4-BE49-F238E27FC236}">
                    <a16:creationId xmlns:a16="http://schemas.microsoft.com/office/drawing/2014/main" id="{0FF87EBA-E98A-AAB4-25D5-C4616BED836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99" name="Freeform 64">
                <a:extLst>
                  <a:ext uri="{FF2B5EF4-FFF2-40B4-BE49-F238E27FC236}">
                    <a16:creationId xmlns:a16="http://schemas.microsoft.com/office/drawing/2014/main" id="{796FC443-0BCF-1EF8-97F7-E5222DFBA6C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0" name="Freeform 65">
                <a:extLst>
                  <a:ext uri="{FF2B5EF4-FFF2-40B4-BE49-F238E27FC236}">
                    <a16:creationId xmlns:a16="http://schemas.microsoft.com/office/drawing/2014/main" id="{36172D12-BD37-1888-DBFA-ECA909B4003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893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CF969-8AA8-64CD-0A56-77334B2E9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delay: four sources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8FD19B-DC59-85F0-A1BF-1F184E465164}"/>
              </a:ext>
            </a:extLst>
          </p:cNvPr>
          <p:cNvGrpSpPr/>
          <p:nvPr/>
        </p:nvGrpSpPr>
        <p:grpSpPr>
          <a:xfrm>
            <a:off x="2523323" y="2460972"/>
            <a:ext cx="1133514" cy="647753"/>
            <a:chOff x="7493876" y="2774731"/>
            <a:chExt cx="1481958" cy="894622"/>
          </a:xfrm>
        </p:grpSpPr>
        <p:sp>
          <p:nvSpPr>
            <p:cNvPr id="5" name="Freeform 135">
              <a:extLst>
                <a:ext uri="{FF2B5EF4-FFF2-40B4-BE49-F238E27FC236}">
                  <a16:creationId xmlns:a16="http://schemas.microsoft.com/office/drawing/2014/main" id="{4C562B34-3E82-EBB9-4794-60F1AF9482D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A02013F-60FF-733C-831E-7056F87374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4E8F1D0-F08E-5D32-230E-83C25BDA25F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" name="Freeform 138">
                <a:extLst>
                  <a:ext uri="{FF2B5EF4-FFF2-40B4-BE49-F238E27FC236}">
                    <a16:creationId xmlns:a16="http://schemas.microsoft.com/office/drawing/2014/main" id="{228FB164-C445-BF7F-529A-B46604F0DD1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" name="Freeform 139">
                <a:extLst>
                  <a:ext uri="{FF2B5EF4-FFF2-40B4-BE49-F238E27FC236}">
                    <a16:creationId xmlns:a16="http://schemas.microsoft.com/office/drawing/2014/main" id="{9ABB03B0-3B40-A44F-F5D7-148E0EDA15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" name="Freeform 140">
                <a:extLst>
                  <a:ext uri="{FF2B5EF4-FFF2-40B4-BE49-F238E27FC236}">
                    <a16:creationId xmlns:a16="http://schemas.microsoft.com/office/drawing/2014/main" id="{C1DD480F-C61B-3F9A-1ACB-3A7D45C76D8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" name="Freeform 141">
                <a:extLst>
                  <a:ext uri="{FF2B5EF4-FFF2-40B4-BE49-F238E27FC236}">
                    <a16:creationId xmlns:a16="http://schemas.microsoft.com/office/drawing/2014/main" id="{2D5B90F4-97FE-CBAD-0317-8CF11DB3E3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3" name="Rectangle 4">
            <a:extLst>
              <a:ext uri="{FF2B5EF4-FFF2-40B4-BE49-F238E27FC236}">
                <a16:creationId xmlns:a16="http://schemas.microsoft.com/office/drawing/2014/main" id="{78DB56A6-29BF-F9AA-A1D4-957CA95E9F62}"/>
              </a:ext>
            </a:extLst>
          </p:cNvPr>
          <p:cNvSpPr txBox="1">
            <a:spLocks noChangeArrowheads="1"/>
          </p:cNvSpPr>
          <p:nvPr/>
        </p:nvSpPr>
        <p:spPr>
          <a:xfrm>
            <a:off x="873551" y="4528113"/>
            <a:ext cx="2857500" cy="13796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221456" defTabSz="685800">
              <a:spcBef>
                <a:spcPts val="450"/>
              </a:spcBef>
              <a:buNone/>
              <a:defRPr/>
            </a:pPr>
            <a:r>
              <a:rPr lang="en-US" sz="2100" i="1" dirty="0" err="1">
                <a:solidFill>
                  <a:srgbClr val="CC0000"/>
                </a:solidFill>
                <a:latin typeface="Calibri" panose="020F0502020204030204"/>
              </a:rPr>
              <a:t>d</a:t>
            </a:r>
            <a:r>
              <a:rPr lang="en-US" sz="2100" baseline="-25000" dirty="0" err="1">
                <a:solidFill>
                  <a:srgbClr val="CC0000"/>
                </a:solidFill>
                <a:latin typeface="Calibri" panose="020F0502020204030204"/>
              </a:rPr>
              <a:t>proc</a:t>
            </a:r>
            <a:r>
              <a:rPr lang="en-US" sz="2100" dirty="0">
                <a:solidFill>
                  <a:srgbClr val="CC0000"/>
                </a:solidFill>
                <a:latin typeface="Calibri" panose="020F0502020204030204"/>
              </a:rPr>
              <a:t>: nodal processing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marL="261938" indent="-175022" defTabSz="685800">
              <a:spcBef>
                <a:spcPts val="450"/>
              </a:spcBef>
              <a:buFont typeface="Wingdings" charset="0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check bit errors</a:t>
            </a:r>
          </a:p>
          <a:p>
            <a:pPr marL="261938" indent="-175022" defTabSz="685800">
              <a:spcBef>
                <a:spcPts val="450"/>
              </a:spcBef>
              <a:buFont typeface="Wingdings" charset="0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determine output link</a:t>
            </a:r>
          </a:p>
          <a:p>
            <a:pPr marL="261938" indent="-175022" defTabSz="685800">
              <a:spcBef>
                <a:spcPts val="450"/>
              </a:spcBef>
              <a:buFont typeface="Wingdings" charset="0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typically &lt; </a:t>
            </a:r>
            <a:r>
              <a:rPr lang="en-US" sz="1800" dirty="0" err="1">
                <a:solidFill>
                  <a:prstClr val="black"/>
                </a:solidFill>
                <a:latin typeface="Calibri" panose="020F0502020204030204"/>
              </a:rPr>
              <a:t>msec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Rectangle 58">
            <a:extLst>
              <a:ext uri="{FF2B5EF4-FFF2-40B4-BE49-F238E27FC236}">
                <a16:creationId xmlns:a16="http://schemas.microsoft.com/office/drawing/2014/main" id="{C128E6A9-AED3-F898-6546-33328EAD2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5016" y="4537334"/>
            <a:ext cx="4464921" cy="104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8366" indent="-258366" defTabSz="685800">
              <a:lnSpc>
                <a:spcPct val="90000"/>
              </a:lnSpc>
              <a:spcBef>
                <a:spcPts val="450"/>
              </a:spcBef>
              <a:buClr>
                <a:srgbClr val="3333CC"/>
              </a:buClr>
              <a:buSzPct val="85000"/>
              <a:defRPr/>
            </a:pPr>
            <a:r>
              <a:rPr lang="en-US" sz="1500" dirty="0">
                <a:solidFill>
                  <a:srgbClr val="FF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</a:t>
            </a:r>
            <a:r>
              <a:rPr lang="en-US" sz="2100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lang="en-US" sz="2100" baseline="-250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queue</a:t>
            </a:r>
            <a:r>
              <a:rPr lang="en-US" sz="21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queueing delay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time waiting at output link for transmission 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depends on congestion level of router</a:t>
            </a:r>
          </a:p>
        </p:txBody>
      </p:sp>
      <p:sp>
        <p:nvSpPr>
          <p:cNvPr id="15" name="Line 24">
            <a:extLst>
              <a:ext uri="{FF2B5EF4-FFF2-40B4-BE49-F238E27FC236}">
                <a16:creationId xmlns:a16="http://schemas.microsoft.com/office/drawing/2014/main" id="{E67B4795-3076-0437-2ACE-5830B51E7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759" y="2472981"/>
            <a:ext cx="556052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Rectangle 29">
            <a:extLst>
              <a:ext uri="{FF2B5EF4-FFF2-40B4-BE49-F238E27FC236}">
                <a16:creationId xmlns:a16="http://schemas.microsoft.com/office/drawing/2014/main" id="{262BD978-BD61-7FEA-5D21-0D75BBF7D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283" y="2637288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682DB013-9B4B-66D3-3134-E9AD45B9A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8830" y="2690866"/>
            <a:ext cx="110734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8" name="Rectangle 31">
            <a:extLst>
              <a:ext uri="{FF2B5EF4-FFF2-40B4-BE49-F238E27FC236}">
                <a16:creationId xmlns:a16="http://schemas.microsoft.com/office/drawing/2014/main" id="{E617F68B-3CF9-D2CF-B3E0-3978D903D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81" y="2690866"/>
            <a:ext cx="110734" cy="15001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" name="Line 35">
            <a:extLst>
              <a:ext uri="{FF2B5EF4-FFF2-40B4-BE49-F238E27FC236}">
                <a16:creationId xmlns:a16="http://schemas.microsoft.com/office/drawing/2014/main" id="{697C606D-0857-383E-E439-52C830E413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1546" y="2510568"/>
            <a:ext cx="27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Rectangle 38">
            <a:extLst>
              <a:ext uri="{FF2B5EF4-FFF2-40B4-BE49-F238E27FC236}">
                <a16:creationId xmlns:a16="http://schemas.microsoft.com/office/drawing/2014/main" id="{75F02D47-45A0-002D-C80F-C53CBC78F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726" y="2644432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" name="Text Box 39">
            <a:extLst>
              <a:ext uri="{FF2B5EF4-FFF2-40B4-BE49-F238E27FC236}">
                <a16:creationId xmlns:a16="http://schemas.microsoft.com/office/drawing/2014/main" id="{7CF7E9BA-A4A0-2F90-DBFC-2CC66900D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8040" y="2326164"/>
            <a:ext cx="13238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propagation</a:t>
            </a:r>
            <a:endParaRPr lang="en-US" altLang="en-US" sz="1500" dirty="0">
              <a:solidFill>
                <a:srgbClr val="CC0000"/>
              </a:solidFill>
              <a:latin typeface="Calibri" panose="020F0502020204030204"/>
            </a:endParaRPr>
          </a:p>
        </p:txBody>
      </p:sp>
      <p:sp>
        <p:nvSpPr>
          <p:cNvPr id="22" name="Line 40">
            <a:extLst>
              <a:ext uri="{FF2B5EF4-FFF2-40B4-BE49-F238E27FC236}">
                <a16:creationId xmlns:a16="http://schemas.microsoft.com/office/drawing/2014/main" id="{58E5F581-0AC5-BD7D-DE0A-73CC647177B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805353" y="2508587"/>
            <a:ext cx="2393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Box 43">
            <a:extLst>
              <a:ext uri="{FF2B5EF4-FFF2-40B4-BE49-F238E27FC236}">
                <a16:creationId xmlns:a16="http://schemas.microsoft.com/office/drawing/2014/main" id="{AF759D13-11AE-45BE-A2D0-FBA898790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98" y="3182594"/>
            <a:ext cx="1181221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nodal</a:t>
            </a:r>
          </a:p>
          <a:p>
            <a:pPr algn="ctr" defTabSz="685800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processing</a:t>
            </a:r>
          </a:p>
        </p:txBody>
      </p:sp>
      <p:sp>
        <p:nvSpPr>
          <p:cNvPr id="24" name="Line 44">
            <a:extLst>
              <a:ext uri="{FF2B5EF4-FFF2-40B4-BE49-F238E27FC236}">
                <a16:creationId xmlns:a16="http://schemas.microsoft.com/office/drawing/2014/main" id="{535CE6DE-0D32-D429-684A-C96200D2703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522656" y="3182748"/>
            <a:ext cx="625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Line 45">
            <a:extLst>
              <a:ext uri="{FF2B5EF4-FFF2-40B4-BE49-F238E27FC236}">
                <a16:creationId xmlns:a16="http://schemas.microsoft.com/office/drawing/2014/main" id="{5D49C8FB-2DBA-C9A6-14CF-B56273BA73EB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3140969" y="3037338"/>
            <a:ext cx="289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Box 46">
            <a:extLst>
              <a:ext uri="{FF2B5EF4-FFF2-40B4-BE49-F238E27FC236}">
                <a16:creationId xmlns:a16="http://schemas.microsoft.com/office/drawing/2014/main" id="{F7BAE399-2C7A-FBB9-D861-28F3754D2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977" y="3353353"/>
            <a:ext cx="10647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queueing</a:t>
            </a:r>
            <a:endParaRPr lang="en-US" altLang="en-US" sz="1500" dirty="0">
              <a:solidFill>
                <a:srgbClr val="CC0000"/>
              </a:solidFill>
              <a:latin typeface="Calibri" panose="020F0502020204030204"/>
            </a:endParaRPr>
          </a:p>
        </p:txBody>
      </p:sp>
      <p:sp>
        <p:nvSpPr>
          <p:cNvPr id="27" name="Line 47">
            <a:extLst>
              <a:ext uri="{FF2B5EF4-FFF2-40B4-BE49-F238E27FC236}">
                <a16:creationId xmlns:a16="http://schemas.microsoft.com/office/drawing/2014/main" id="{5513D858-E03E-880C-A582-5D784E46CDF3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262419" y="3037337"/>
            <a:ext cx="446510" cy="414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7581A142-35B4-9B84-2247-9B0053E7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306" y="3824551"/>
            <a:ext cx="4631496" cy="41552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14313" indent="-214313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nodal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 = </a:t>
            </a: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proc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queue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trans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 +  </a:t>
            </a: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prop</a:t>
            </a:r>
            <a:endParaRPr lang="en-US" altLang="en-US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" name="Line 25">
            <a:extLst>
              <a:ext uri="{FF2B5EF4-FFF2-40B4-BE49-F238E27FC236}">
                <a16:creationId xmlns:a16="http://schemas.microsoft.com/office/drawing/2014/main" id="{41CA8EA6-89CD-5D63-8581-58F3DF2D06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4348" y="2877794"/>
            <a:ext cx="551510" cy="4124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BA95009-9B26-7CFA-D33B-9ACE4C961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9401" y="2615857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Line 33">
            <a:extLst>
              <a:ext uri="{FF2B5EF4-FFF2-40B4-BE49-F238E27FC236}">
                <a16:creationId xmlns:a16="http://schemas.microsoft.com/office/drawing/2014/main" id="{E394F91B-F369-FE62-DE1C-D50407CB64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491" y="2568231"/>
            <a:ext cx="158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Box 36">
            <a:extLst>
              <a:ext uri="{FF2B5EF4-FFF2-40B4-BE49-F238E27FC236}">
                <a16:creationId xmlns:a16="http://schemas.microsoft.com/office/drawing/2014/main" id="{FE128F5B-9B61-DACE-5571-CFB7A3286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611" y="2236047"/>
            <a:ext cx="34015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A</a:t>
            </a:r>
          </a:p>
        </p:txBody>
      </p:sp>
      <p:sp>
        <p:nvSpPr>
          <p:cNvPr id="33" name="Text Box 37">
            <a:extLst>
              <a:ext uri="{FF2B5EF4-FFF2-40B4-BE49-F238E27FC236}">
                <a16:creationId xmlns:a16="http://schemas.microsoft.com/office/drawing/2014/main" id="{CD00F802-F394-08B0-13FE-0CB165BDF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169" y="2950422"/>
            <a:ext cx="3305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prstClr val="black"/>
                </a:solidFill>
                <a:latin typeface="Calibri" panose="020F0502020204030204"/>
              </a:rPr>
              <a:t>B</a:t>
            </a:r>
          </a:p>
        </p:txBody>
      </p:sp>
      <p:grpSp>
        <p:nvGrpSpPr>
          <p:cNvPr id="34" name="Group 66">
            <a:extLst>
              <a:ext uri="{FF2B5EF4-FFF2-40B4-BE49-F238E27FC236}">
                <a16:creationId xmlns:a16="http://schemas.microsoft.com/office/drawing/2014/main" id="{2E9A090F-A6C5-0560-43F0-24268CF31D02}"/>
              </a:ext>
            </a:extLst>
          </p:cNvPr>
          <p:cNvGrpSpPr>
            <a:grpSpLocks/>
          </p:cNvGrpSpPr>
          <p:nvPr/>
        </p:nvGrpSpPr>
        <p:grpSpPr bwMode="auto">
          <a:xfrm>
            <a:off x="1442544" y="2236047"/>
            <a:ext cx="584629" cy="509588"/>
            <a:chOff x="-44" y="1473"/>
            <a:chExt cx="981" cy="1105"/>
          </a:xfrm>
        </p:grpSpPr>
        <p:pic>
          <p:nvPicPr>
            <p:cNvPr id="35" name="Picture 67" descr="desktop_computer_stylized_medium">
              <a:extLst>
                <a:ext uri="{FF2B5EF4-FFF2-40B4-BE49-F238E27FC236}">
                  <a16:creationId xmlns:a16="http://schemas.microsoft.com/office/drawing/2014/main" id="{727C6964-07DF-F87E-ECFC-808005917D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Freeform 68">
              <a:extLst>
                <a:ext uri="{FF2B5EF4-FFF2-40B4-BE49-F238E27FC236}">
                  <a16:creationId xmlns:a16="http://schemas.microsoft.com/office/drawing/2014/main" id="{03F29C69-4178-BE94-3594-BAB631242C5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7" name="Group 69">
            <a:extLst>
              <a:ext uri="{FF2B5EF4-FFF2-40B4-BE49-F238E27FC236}">
                <a16:creationId xmlns:a16="http://schemas.microsoft.com/office/drawing/2014/main" id="{C9CB22F0-24D9-17A4-FCA0-D53C4F701400}"/>
              </a:ext>
            </a:extLst>
          </p:cNvPr>
          <p:cNvGrpSpPr>
            <a:grpSpLocks/>
          </p:cNvGrpSpPr>
          <p:nvPr/>
        </p:nvGrpSpPr>
        <p:grpSpPr bwMode="auto">
          <a:xfrm>
            <a:off x="1435650" y="2991273"/>
            <a:ext cx="584630" cy="509588"/>
            <a:chOff x="-44" y="1473"/>
            <a:chExt cx="981" cy="1105"/>
          </a:xfrm>
        </p:grpSpPr>
        <p:pic>
          <p:nvPicPr>
            <p:cNvPr id="38" name="Picture 70" descr="desktop_computer_stylized_medium">
              <a:extLst>
                <a:ext uri="{FF2B5EF4-FFF2-40B4-BE49-F238E27FC236}">
                  <a16:creationId xmlns:a16="http://schemas.microsoft.com/office/drawing/2014/main" id="{12FBD392-587F-4954-639B-49E15C9ED7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Freeform 71">
              <a:extLst>
                <a:ext uri="{FF2B5EF4-FFF2-40B4-BE49-F238E27FC236}">
                  <a16:creationId xmlns:a16="http://schemas.microsoft.com/office/drawing/2014/main" id="{26B34F90-3527-887D-70EA-F0F2D01E4E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0" name="Text Box 41">
            <a:extLst>
              <a:ext uri="{FF2B5EF4-FFF2-40B4-BE49-F238E27FC236}">
                <a16:creationId xmlns:a16="http://schemas.microsoft.com/office/drawing/2014/main" id="{BBE153A9-9ACA-632D-704B-01CDBFEDC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965" y="1994726"/>
            <a:ext cx="13725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transmission</a:t>
            </a:r>
          </a:p>
        </p:txBody>
      </p:sp>
      <p:sp>
        <p:nvSpPr>
          <p:cNvPr id="41" name="Line 42">
            <a:extLst>
              <a:ext uri="{FF2B5EF4-FFF2-40B4-BE49-F238E27FC236}">
                <a16:creationId xmlns:a16="http://schemas.microsoft.com/office/drawing/2014/main" id="{EFFDCC4E-B7C7-5178-E77E-A7497F7E0706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029044" y="2218188"/>
            <a:ext cx="3965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Rectangle 31">
            <a:extLst>
              <a:ext uri="{FF2B5EF4-FFF2-40B4-BE49-F238E27FC236}">
                <a16:creationId xmlns:a16="http://schemas.microsoft.com/office/drawing/2014/main" id="{52EEC84B-0BED-EB42-7472-6483423CE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831" y="3107956"/>
            <a:ext cx="104830" cy="13889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Line 33">
            <a:extLst>
              <a:ext uri="{FF2B5EF4-FFF2-40B4-BE49-F238E27FC236}">
                <a16:creationId xmlns:a16="http://schemas.microsoft.com/office/drawing/2014/main" id="{CF257532-B585-93F1-F56A-760F784D1E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73328" y="3085169"/>
            <a:ext cx="164760" cy="121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01A5066-BA67-22FF-9715-75584048457D}"/>
              </a:ext>
            </a:extLst>
          </p:cNvPr>
          <p:cNvCxnSpPr/>
          <p:nvPr/>
        </p:nvCxnSpPr>
        <p:spPr>
          <a:xfrm>
            <a:off x="3660437" y="2814174"/>
            <a:ext cx="254174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CA1641-AA00-7CF3-03BA-7826AC87FFD3}"/>
              </a:ext>
            </a:extLst>
          </p:cNvPr>
          <p:cNvGrpSpPr/>
          <p:nvPr/>
        </p:nvGrpSpPr>
        <p:grpSpPr>
          <a:xfrm>
            <a:off x="5993263" y="2468948"/>
            <a:ext cx="1133514" cy="647753"/>
            <a:chOff x="7493876" y="2774731"/>
            <a:chExt cx="1481958" cy="894622"/>
          </a:xfrm>
        </p:grpSpPr>
        <p:sp>
          <p:nvSpPr>
            <p:cNvPr id="46" name="Freeform 127">
              <a:extLst>
                <a:ext uri="{FF2B5EF4-FFF2-40B4-BE49-F238E27FC236}">
                  <a16:creationId xmlns:a16="http://schemas.microsoft.com/office/drawing/2014/main" id="{5E1FE73B-DEB8-AA73-CE57-00CA19A6E02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7923C9C-E60E-5C5C-8C9B-02B4687768D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1FE425D-B09C-C50A-D26D-400BCCA6206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9" name="Freeform 130">
                <a:extLst>
                  <a:ext uri="{FF2B5EF4-FFF2-40B4-BE49-F238E27FC236}">
                    <a16:creationId xmlns:a16="http://schemas.microsoft.com/office/drawing/2014/main" id="{0FC7EE6E-72CC-F186-38D3-3BE8A716DF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" name="Freeform 131">
                <a:extLst>
                  <a:ext uri="{FF2B5EF4-FFF2-40B4-BE49-F238E27FC236}">
                    <a16:creationId xmlns:a16="http://schemas.microsoft.com/office/drawing/2014/main" id="{061AE1C2-F895-9273-AB6E-325D5B6E3F0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" name="Freeform 132">
                <a:extLst>
                  <a:ext uri="{FF2B5EF4-FFF2-40B4-BE49-F238E27FC236}">
                    <a16:creationId xmlns:a16="http://schemas.microsoft.com/office/drawing/2014/main" id="{31ECB886-D04B-635D-81E6-47F58878205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" name="Freeform 133">
                <a:extLst>
                  <a:ext uri="{FF2B5EF4-FFF2-40B4-BE49-F238E27FC236}">
                    <a16:creationId xmlns:a16="http://schemas.microsoft.com/office/drawing/2014/main" id="{A174E35B-909B-81C3-BEAF-997DA1CDE6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962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26EB-D71B-840D-E40F-12AB64A0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delay: four sources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847448-827F-73CA-1BA2-4C74EC528342}"/>
              </a:ext>
            </a:extLst>
          </p:cNvPr>
          <p:cNvGrpSpPr/>
          <p:nvPr/>
        </p:nvGrpSpPr>
        <p:grpSpPr>
          <a:xfrm>
            <a:off x="2523323" y="2499015"/>
            <a:ext cx="1133514" cy="647753"/>
            <a:chOff x="7493876" y="2774731"/>
            <a:chExt cx="1481958" cy="894622"/>
          </a:xfrm>
        </p:grpSpPr>
        <p:sp>
          <p:nvSpPr>
            <p:cNvPr id="6" name="Freeform 135">
              <a:extLst>
                <a:ext uri="{FF2B5EF4-FFF2-40B4-BE49-F238E27FC236}">
                  <a16:creationId xmlns:a16="http://schemas.microsoft.com/office/drawing/2014/main" id="{7FECE9E5-1B69-279B-92EE-4F35EDB16E1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5603A6F-460A-6392-84DF-309F9D18878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3AB984-AD1D-0B64-D9B3-AE694F6C10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" name="Freeform 138">
                <a:extLst>
                  <a:ext uri="{FF2B5EF4-FFF2-40B4-BE49-F238E27FC236}">
                    <a16:creationId xmlns:a16="http://schemas.microsoft.com/office/drawing/2014/main" id="{8F56C289-F2BB-615E-8A92-2CB6A5C5309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" name="Freeform 139">
                <a:extLst>
                  <a:ext uri="{FF2B5EF4-FFF2-40B4-BE49-F238E27FC236}">
                    <a16:creationId xmlns:a16="http://schemas.microsoft.com/office/drawing/2014/main" id="{60F68ACA-4953-9C2F-C25D-FEED3F71088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" name="Freeform 140">
                <a:extLst>
                  <a:ext uri="{FF2B5EF4-FFF2-40B4-BE49-F238E27FC236}">
                    <a16:creationId xmlns:a16="http://schemas.microsoft.com/office/drawing/2014/main" id="{305328DC-DA4A-DDDE-AFB1-A440B15F390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" name="Freeform 141">
                <a:extLst>
                  <a:ext uri="{FF2B5EF4-FFF2-40B4-BE49-F238E27FC236}">
                    <a16:creationId xmlns:a16="http://schemas.microsoft.com/office/drawing/2014/main" id="{13B2121B-903A-80C7-58E2-69F560F8BDD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3" name="Line 24">
            <a:extLst>
              <a:ext uri="{FF2B5EF4-FFF2-40B4-BE49-F238E27FC236}">
                <a16:creationId xmlns:a16="http://schemas.microsoft.com/office/drawing/2014/main" id="{298551AA-730C-21D3-FF2D-9C168820A5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759" y="2511024"/>
            <a:ext cx="556052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C5653614-417C-28E4-0F17-8910CB14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283" y="2675331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E0039AAF-E00A-4A7E-DB48-02263C464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8830" y="2728909"/>
            <a:ext cx="110734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" name="Rectangle 31">
            <a:extLst>
              <a:ext uri="{FF2B5EF4-FFF2-40B4-BE49-F238E27FC236}">
                <a16:creationId xmlns:a16="http://schemas.microsoft.com/office/drawing/2014/main" id="{BB734637-F9FC-B0E1-29CC-31C2FE511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81" y="2728909"/>
            <a:ext cx="110734" cy="15001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Line 35">
            <a:extLst>
              <a:ext uri="{FF2B5EF4-FFF2-40B4-BE49-F238E27FC236}">
                <a16:creationId xmlns:a16="http://schemas.microsoft.com/office/drawing/2014/main" id="{1815331B-7BB7-649D-A10C-A786E29CD9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1546" y="2548611"/>
            <a:ext cx="27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Rectangle 38">
            <a:extLst>
              <a:ext uri="{FF2B5EF4-FFF2-40B4-BE49-F238E27FC236}">
                <a16:creationId xmlns:a16="http://schemas.microsoft.com/office/drawing/2014/main" id="{BFDE7A9B-D2F1-75F1-511B-D29DF8AFE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726" y="2682475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" name="Text Box 39">
            <a:extLst>
              <a:ext uri="{FF2B5EF4-FFF2-40B4-BE49-F238E27FC236}">
                <a16:creationId xmlns:a16="http://schemas.microsoft.com/office/drawing/2014/main" id="{A0CE772B-D167-305C-7528-D8624BC42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8040" y="2364207"/>
            <a:ext cx="13238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propagation</a:t>
            </a:r>
            <a:endParaRPr lang="en-US" altLang="en-US" sz="1500" dirty="0">
              <a:solidFill>
                <a:srgbClr val="CC0000"/>
              </a:solidFill>
              <a:latin typeface="Calibri" panose="020F0502020204030204"/>
            </a:endParaRPr>
          </a:p>
        </p:txBody>
      </p:sp>
      <p:sp>
        <p:nvSpPr>
          <p:cNvPr id="20" name="Line 40">
            <a:extLst>
              <a:ext uri="{FF2B5EF4-FFF2-40B4-BE49-F238E27FC236}">
                <a16:creationId xmlns:a16="http://schemas.microsoft.com/office/drawing/2014/main" id="{4F162719-5AFF-7FBD-02B6-8B22CD28C978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805353" y="2546630"/>
            <a:ext cx="2393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Box 43">
            <a:extLst>
              <a:ext uri="{FF2B5EF4-FFF2-40B4-BE49-F238E27FC236}">
                <a16:creationId xmlns:a16="http://schemas.microsoft.com/office/drawing/2014/main" id="{5C25AABA-025D-A947-F3B8-1AFE69BB7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98" y="3220637"/>
            <a:ext cx="1181221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nodal</a:t>
            </a:r>
          </a:p>
          <a:p>
            <a:pPr algn="ctr" defTabSz="685800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processing</a:t>
            </a:r>
          </a:p>
        </p:txBody>
      </p:sp>
      <p:sp>
        <p:nvSpPr>
          <p:cNvPr id="22" name="Line 44">
            <a:extLst>
              <a:ext uri="{FF2B5EF4-FFF2-40B4-BE49-F238E27FC236}">
                <a16:creationId xmlns:a16="http://schemas.microsoft.com/office/drawing/2014/main" id="{74212E0F-93B7-075B-C725-551C73C2FB29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522656" y="3220791"/>
            <a:ext cx="625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Line 45">
            <a:extLst>
              <a:ext uri="{FF2B5EF4-FFF2-40B4-BE49-F238E27FC236}">
                <a16:creationId xmlns:a16="http://schemas.microsoft.com/office/drawing/2014/main" id="{D46371A2-4A8F-CD7D-FC77-04E1B636C333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3140969" y="3075381"/>
            <a:ext cx="289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Box 46">
            <a:extLst>
              <a:ext uri="{FF2B5EF4-FFF2-40B4-BE49-F238E27FC236}">
                <a16:creationId xmlns:a16="http://schemas.microsoft.com/office/drawing/2014/main" id="{48D3AFE6-81B6-10E2-45E3-B49B1111B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977" y="3391396"/>
            <a:ext cx="10647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queueing</a:t>
            </a:r>
            <a:endParaRPr lang="en-US" altLang="en-US" sz="1500" dirty="0">
              <a:solidFill>
                <a:srgbClr val="CC0000"/>
              </a:solidFill>
              <a:latin typeface="Calibri" panose="020F0502020204030204"/>
            </a:endParaRPr>
          </a:p>
        </p:txBody>
      </p:sp>
      <p:sp>
        <p:nvSpPr>
          <p:cNvPr id="25" name="Line 47">
            <a:extLst>
              <a:ext uri="{FF2B5EF4-FFF2-40B4-BE49-F238E27FC236}">
                <a16:creationId xmlns:a16="http://schemas.microsoft.com/office/drawing/2014/main" id="{8F04C52E-E2EF-B446-BF2A-8FF4BEE93655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262419" y="3075380"/>
            <a:ext cx="446510" cy="414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0F2F5D3-60EF-6D89-7C9F-513B5C0B2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306" y="3862594"/>
            <a:ext cx="4631496" cy="41552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14313" indent="-214313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nodal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 = </a:t>
            </a: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proc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queue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trans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 +  </a:t>
            </a:r>
            <a:r>
              <a:rPr lang="en-US" altLang="en-US" i="1" dirty="0" err="1">
                <a:solidFill>
                  <a:srgbClr val="000000"/>
                </a:solidFill>
                <a:latin typeface="Calibri" panose="020F0502020204030204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</a:rPr>
              <a:t>prop</a:t>
            </a:r>
            <a:endParaRPr lang="en-US" altLang="en-US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4E9D0258-0DE3-3186-9D76-721E576452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4348" y="2915837"/>
            <a:ext cx="551510" cy="4124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Rectangle 32">
            <a:extLst>
              <a:ext uri="{FF2B5EF4-FFF2-40B4-BE49-F238E27FC236}">
                <a16:creationId xmlns:a16="http://schemas.microsoft.com/office/drawing/2014/main" id="{351B419D-C48D-6C31-072E-5FA903B39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9401" y="2653900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" name="Line 33">
            <a:extLst>
              <a:ext uri="{FF2B5EF4-FFF2-40B4-BE49-F238E27FC236}">
                <a16:creationId xmlns:a16="http://schemas.microsoft.com/office/drawing/2014/main" id="{7BCE4463-388C-AD71-F28D-82C6A9B505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491" y="2606274"/>
            <a:ext cx="158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Box 36">
            <a:extLst>
              <a:ext uri="{FF2B5EF4-FFF2-40B4-BE49-F238E27FC236}">
                <a16:creationId xmlns:a16="http://schemas.microsoft.com/office/drawing/2014/main" id="{BABCCCF0-D547-58F6-D37E-06C68489C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611" y="2274090"/>
            <a:ext cx="34015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A</a:t>
            </a:r>
          </a:p>
        </p:txBody>
      </p:sp>
      <p:sp>
        <p:nvSpPr>
          <p:cNvPr id="31" name="Text Box 37">
            <a:extLst>
              <a:ext uri="{FF2B5EF4-FFF2-40B4-BE49-F238E27FC236}">
                <a16:creationId xmlns:a16="http://schemas.microsoft.com/office/drawing/2014/main" id="{8B27D17B-EEC0-7263-201F-A2A9EC939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169" y="2988465"/>
            <a:ext cx="3305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prstClr val="black"/>
                </a:solidFill>
                <a:latin typeface="Calibri" panose="020F0502020204030204"/>
              </a:rPr>
              <a:t>B</a:t>
            </a:r>
          </a:p>
        </p:txBody>
      </p:sp>
      <p:grpSp>
        <p:nvGrpSpPr>
          <p:cNvPr id="32" name="Group 66">
            <a:extLst>
              <a:ext uri="{FF2B5EF4-FFF2-40B4-BE49-F238E27FC236}">
                <a16:creationId xmlns:a16="http://schemas.microsoft.com/office/drawing/2014/main" id="{7E690CB6-F4A8-98D3-98AC-9F9FB5B39296}"/>
              </a:ext>
            </a:extLst>
          </p:cNvPr>
          <p:cNvGrpSpPr>
            <a:grpSpLocks/>
          </p:cNvGrpSpPr>
          <p:nvPr/>
        </p:nvGrpSpPr>
        <p:grpSpPr bwMode="auto">
          <a:xfrm>
            <a:off x="1442544" y="2274090"/>
            <a:ext cx="584629" cy="509588"/>
            <a:chOff x="-44" y="1473"/>
            <a:chExt cx="981" cy="1105"/>
          </a:xfrm>
        </p:grpSpPr>
        <p:pic>
          <p:nvPicPr>
            <p:cNvPr id="33" name="Picture 67" descr="desktop_computer_stylized_medium">
              <a:extLst>
                <a:ext uri="{FF2B5EF4-FFF2-40B4-BE49-F238E27FC236}">
                  <a16:creationId xmlns:a16="http://schemas.microsoft.com/office/drawing/2014/main" id="{107B7582-A74A-361F-A397-4D7AD45D82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Freeform 68">
              <a:extLst>
                <a:ext uri="{FF2B5EF4-FFF2-40B4-BE49-F238E27FC236}">
                  <a16:creationId xmlns:a16="http://schemas.microsoft.com/office/drawing/2014/main" id="{10687F22-7E03-56C4-71B6-71D4D711DAF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5" name="Group 69">
            <a:extLst>
              <a:ext uri="{FF2B5EF4-FFF2-40B4-BE49-F238E27FC236}">
                <a16:creationId xmlns:a16="http://schemas.microsoft.com/office/drawing/2014/main" id="{00D73834-51AF-6854-1091-AAAC81A3E1BE}"/>
              </a:ext>
            </a:extLst>
          </p:cNvPr>
          <p:cNvGrpSpPr>
            <a:grpSpLocks/>
          </p:cNvGrpSpPr>
          <p:nvPr/>
        </p:nvGrpSpPr>
        <p:grpSpPr bwMode="auto">
          <a:xfrm>
            <a:off x="1435650" y="3029316"/>
            <a:ext cx="584630" cy="509588"/>
            <a:chOff x="-44" y="1473"/>
            <a:chExt cx="981" cy="1105"/>
          </a:xfrm>
        </p:grpSpPr>
        <p:pic>
          <p:nvPicPr>
            <p:cNvPr id="36" name="Picture 70" descr="desktop_computer_stylized_medium">
              <a:extLst>
                <a:ext uri="{FF2B5EF4-FFF2-40B4-BE49-F238E27FC236}">
                  <a16:creationId xmlns:a16="http://schemas.microsoft.com/office/drawing/2014/main" id="{4E9B6642-2538-0BDF-7A41-8B8E1318A5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Freeform 71">
              <a:extLst>
                <a:ext uri="{FF2B5EF4-FFF2-40B4-BE49-F238E27FC236}">
                  <a16:creationId xmlns:a16="http://schemas.microsoft.com/office/drawing/2014/main" id="{5CF0447E-07F6-150B-9BAF-FA4DBFC3A20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8" name="Text Box 41">
            <a:extLst>
              <a:ext uri="{FF2B5EF4-FFF2-40B4-BE49-F238E27FC236}">
                <a16:creationId xmlns:a16="http://schemas.microsoft.com/office/drawing/2014/main" id="{9E8A6404-EB68-3762-927D-E813914A0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965" y="2032769"/>
            <a:ext cx="13725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</a:rPr>
              <a:t>transmission</a:t>
            </a:r>
          </a:p>
        </p:txBody>
      </p:sp>
      <p:sp>
        <p:nvSpPr>
          <p:cNvPr id="39" name="Line 42">
            <a:extLst>
              <a:ext uri="{FF2B5EF4-FFF2-40B4-BE49-F238E27FC236}">
                <a16:creationId xmlns:a16="http://schemas.microsoft.com/office/drawing/2014/main" id="{A303D992-274C-CD3B-DBBD-993EE44D261B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029044" y="2256231"/>
            <a:ext cx="3965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9DC32C0A-B22B-C97E-5415-D8066419B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831" y="3145999"/>
            <a:ext cx="104830" cy="13889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" name="Line 33">
            <a:extLst>
              <a:ext uri="{FF2B5EF4-FFF2-40B4-BE49-F238E27FC236}">
                <a16:creationId xmlns:a16="http://schemas.microsoft.com/office/drawing/2014/main" id="{AD9ADE37-80CA-FCA5-CCA5-CB1AE44AFD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73328" y="3123212"/>
            <a:ext cx="164760" cy="121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8DE1DED-F665-6FAB-C429-6AB9F023C605}"/>
              </a:ext>
            </a:extLst>
          </p:cNvPr>
          <p:cNvCxnSpPr/>
          <p:nvPr/>
        </p:nvCxnSpPr>
        <p:spPr>
          <a:xfrm>
            <a:off x="3660437" y="2852217"/>
            <a:ext cx="254174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9D610D8-297D-2A65-E9B2-B46E05F0D8B5}"/>
              </a:ext>
            </a:extLst>
          </p:cNvPr>
          <p:cNvGrpSpPr/>
          <p:nvPr/>
        </p:nvGrpSpPr>
        <p:grpSpPr>
          <a:xfrm>
            <a:off x="5993263" y="2506991"/>
            <a:ext cx="1133514" cy="647753"/>
            <a:chOff x="7493876" y="2774731"/>
            <a:chExt cx="1481958" cy="894622"/>
          </a:xfrm>
        </p:grpSpPr>
        <p:sp>
          <p:nvSpPr>
            <p:cNvPr id="44" name="Freeform 127">
              <a:extLst>
                <a:ext uri="{FF2B5EF4-FFF2-40B4-BE49-F238E27FC236}">
                  <a16:creationId xmlns:a16="http://schemas.microsoft.com/office/drawing/2014/main" id="{C791A0C9-7E61-85D3-09DF-5B62765613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9F8D842-ABE1-D4F5-2D77-8309DCED1AB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D439DBF-A6F9-00EF-98D8-AD31090C4D6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" name="Freeform 130">
                <a:extLst>
                  <a:ext uri="{FF2B5EF4-FFF2-40B4-BE49-F238E27FC236}">
                    <a16:creationId xmlns:a16="http://schemas.microsoft.com/office/drawing/2014/main" id="{CDBA30FA-8A60-C57F-F9EA-C922BFE828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" name="Freeform 131">
                <a:extLst>
                  <a:ext uri="{FF2B5EF4-FFF2-40B4-BE49-F238E27FC236}">
                    <a16:creationId xmlns:a16="http://schemas.microsoft.com/office/drawing/2014/main" id="{DD107311-6EFD-733C-054F-2D98BAF926A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" name="Freeform 132">
                <a:extLst>
                  <a:ext uri="{FF2B5EF4-FFF2-40B4-BE49-F238E27FC236}">
                    <a16:creationId xmlns:a16="http://schemas.microsoft.com/office/drawing/2014/main" id="{49FBE482-EEAA-93C2-17E9-C06BED2FD02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" name="Freeform 133">
                <a:extLst>
                  <a:ext uri="{FF2B5EF4-FFF2-40B4-BE49-F238E27FC236}">
                    <a16:creationId xmlns:a16="http://schemas.microsoft.com/office/drawing/2014/main" id="{21824838-3CC0-632F-2FEA-7829BB65861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51" name="Rectangle 3">
            <a:extLst>
              <a:ext uri="{FF2B5EF4-FFF2-40B4-BE49-F238E27FC236}">
                <a16:creationId xmlns:a16="http://schemas.microsoft.com/office/drawing/2014/main" id="{5EDFC273-63AE-A8D4-8DB7-4BE4848BF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10" y="4396093"/>
            <a:ext cx="3285208" cy="155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SzPct val="65000"/>
              <a:defRPr/>
            </a:pPr>
            <a:r>
              <a:rPr lang="en-US" sz="2100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lang="en-US" sz="2100" baseline="-250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trans</a:t>
            </a:r>
            <a:r>
              <a:rPr lang="en-US" sz="21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transmission delay: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i="1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L</a:t>
            </a: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packet length (bits) 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i="1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R</a:t>
            </a: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link </a:t>
            </a:r>
            <a:r>
              <a:rPr lang="en-US" i="1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transmission rate (bps)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lang="en-US" i="1" baseline="-250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trans</a:t>
            </a:r>
            <a:r>
              <a:rPr lang="en-US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= L/R</a:t>
            </a:r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24339478-67E8-77A7-F8BF-56A73DE4E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257" y="4401304"/>
            <a:ext cx="3860807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100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lang="en-US" sz="2100" baseline="-250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prop</a:t>
            </a:r>
            <a:r>
              <a:rPr lang="en-US" sz="21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propagation delay:</a:t>
            </a:r>
            <a:endParaRPr lang="en-US" sz="1350" dirty="0">
              <a:solidFill>
                <a:srgbClr val="CC0000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i="1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length of physical link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i="1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propagation speed (~2x10</a:t>
            </a:r>
            <a:r>
              <a:rPr lang="en-US" baseline="3000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m/sec)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i="1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lang="en-US" baseline="-250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prop</a:t>
            </a: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= </a:t>
            </a:r>
            <a:r>
              <a:rPr lang="en-US" i="1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/</a:t>
            </a:r>
            <a:r>
              <a:rPr lang="en-US" i="1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8171CEC-9E20-B0EC-7895-A43D1F24F199}"/>
              </a:ext>
            </a:extLst>
          </p:cNvPr>
          <p:cNvGrpSpPr/>
          <p:nvPr/>
        </p:nvGrpSpPr>
        <p:grpSpPr>
          <a:xfrm>
            <a:off x="908338" y="5294029"/>
            <a:ext cx="5307311" cy="868579"/>
            <a:chOff x="1211117" y="5568048"/>
            <a:chExt cx="7076415" cy="1158105"/>
          </a:xfrm>
        </p:grpSpPr>
        <p:sp>
          <p:nvSpPr>
            <p:cNvPr id="54" name="Text Box 62">
              <a:extLst>
                <a:ext uri="{FF2B5EF4-FFF2-40B4-BE49-F238E27FC236}">
                  <a16:creationId xmlns:a16="http://schemas.microsoft.com/office/drawing/2014/main" id="{6F03FB35-FF5C-8E0D-2000-0E87CC0DE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662" y="5864379"/>
              <a:ext cx="2105221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r>
                <a:rPr lang="en-US" altLang="en-US" sz="1800" i="1" dirty="0" err="1">
                  <a:solidFill>
                    <a:srgbClr val="C00000"/>
                  </a:solidFill>
                  <a:latin typeface="Calibri" panose="020F0502020204030204"/>
                </a:rPr>
                <a:t>d</a:t>
              </a:r>
              <a:r>
                <a:rPr lang="en-US" altLang="en-US" sz="1800" baseline="-25000" dirty="0" err="1">
                  <a:solidFill>
                    <a:srgbClr val="C00000"/>
                  </a:solidFill>
                  <a:latin typeface="Calibri" panose="020F0502020204030204"/>
                </a:rPr>
                <a:t>trans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Calibri" panose="020F0502020204030204"/>
                </a:rPr>
                <a:t> </a:t>
              </a:r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and </a:t>
              </a:r>
              <a:r>
                <a:rPr lang="en-US" altLang="en-US" sz="1800" i="1" dirty="0" err="1">
                  <a:solidFill>
                    <a:srgbClr val="C00000"/>
                  </a:solidFill>
                  <a:latin typeface="Calibri" panose="020F0502020204030204"/>
                </a:rPr>
                <a:t>d</a:t>
              </a:r>
              <a:r>
                <a:rPr lang="en-US" altLang="en-US" sz="1800" baseline="-25000" dirty="0" err="1">
                  <a:solidFill>
                    <a:srgbClr val="C00000"/>
                  </a:solidFill>
                  <a:latin typeface="Calibri" panose="020F0502020204030204"/>
                </a:rPr>
                <a:t>prop</a:t>
              </a:r>
              <a:endParaRPr lang="en-US" altLang="en-US" sz="1800" baseline="-25000" dirty="0">
                <a:solidFill>
                  <a:srgbClr val="C00000"/>
                </a:solidFill>
                <a:latin typeface="Calibri" panose="020F0502020204030204"/>
              </a:endParaRPr>
            </a:p>
            <a:p>
              <a:pPr algn="ctr" defTabSz="685800"/>
              <a:r>
                <a:rPr lang="en-US" altLang="en-US" sz="1800" i="1" dirty="0">
                  <a:solidFill>
                    <a:prstClr val="black"/>
                  </a:solidFill>
                  <a:latin typeface="Calibri" panose="020F0502020204030204"/>
                </a:rPr>
                <a:t>very </a:t>
              </a:r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</a:rPr>
                <a:t>different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66A9B44-8918-EE1B-A43A-68648D801EA6}"/>
                </a:ext>
              </a:extLst>
            </p:cNvPr>
            <p:cNvSpPr/>
            <p:nvPr/>
          </p:nvSpPr>
          <p:spPr>
            <a:xfrm>
              <a:off x="1211117" y="5568048"/>
              <a:ext cx="1869375" cy="50063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42F8B97-3022-68B7-2301-59A085D3373A}"/>
                </a:ext>
              </a:extLst>
            </p:cNvPr>
            <p:cNvSpPr/>
            <p:nvPr/>
          </p:nvSpPr>
          <p:spPr>
            <a:xfrm>
              <a:off x="6418157" y="5570209"/>
              <a:ext cx="1869375" cy="50063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C35E939-5DC5-1D68-2A9B-595525450D2B}"/>
                </a:ext>
              </a:extLst>
            </p:cNvPr>
            <p:cNvCxnSpPr>
              <a:stCxn id="56" idx="2"/>
            </p:cNvCxnSpPr>
            <p:nvPr/>
          </p:nvCxnSpPr>
          <p:spPr>
            <a:xfrm flipH="1">
              <a:off x="5392908" y="5820526"/>
              <a:ext cx="1025249" cy="248156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2D0FFAF-DB46-9BF4-6F8B-558408AF77AE}"/>
                </a:ext>
              </a:extLst>
            </p:cNvPr>
            <p:cNvCxnSpPr>
              <a:cxnSpLocks/>
            </p:cNvCxnSpPr>
            <p:nvPr/>
          </p:nvCxnSpPr>
          <p:spPr>
            <a:xfrm>
              <a:off x="3097924" y="5820526"/>
              <a:ext cx="940801" cy="248156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1">
            <a:extLst>
              <a:ext uri="{FF2B5EF4-FFF2-40B4-BE49-F238E27FC236}">
                <a16:creationId xmlns:a16="http://schemas.microsoft.com/office/drawing/2014/main" id="{CF43BF0E-35C2-B424-CAB0-A381DE40E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932" y="5642540"/>
            <a:ext cx="23459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Check out the online interactive exercises:   h</a:t>
            </a:r>
            <a:r>
              <a:rPr lang="en-US" altLang="en-US" sz="825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ttp://gaia.cs.umass.edu/</a:t>
            </a:r>
            <a:r>
              <a:rPr lang="en-US" altLang="en-US" sz="825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kurose_ross</a:t>
            </a:r>
            <a:endParaRPr lang="en-US" altLang="en-US" sz="825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0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26EB-D71B-840D-E40F-12AB64A0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queueing delay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EDDF8350-E248-675E-0BB0-F6F460E2A9BE}"/>
              </a:ext>
            </a:extLst>
          </p:cNvPr>
          <p:cNvSpPr txBox="1">
            <a:spLocks noChangeArrowheads="1"/>
          </p:cNvSpPr>
          <p:nvPr/>
        </p:nvSpPr>
        <p:spPr>
          <a:xfrm>
            <a:off x="657225" y="2321313"/>
            <a:ext cx="4585826" cy="133588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831" indent="-173831" defTabSz="685800">
              <a:spcBef>
                <a:spcPts val="750"/>
              </a:spcBef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link bandwidth (bps)</a:t>
            </a:r>
          </a:p>
          <a:p>
            <a:pPr marL="173831" indent="-173831" defTabSz="685800">
              <a:spcBef>
                <a:spcPts val="750"/>
              </a:spcBef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packet length (bits)</a:t>
            </a:r>
          </a:p>
          <a:p>
            <a:pPr marL="173831" indent="-173831" defTabSz="685800">
              <a:spcBef>
                <a:spcPts val="750"/>
              </a:spcBef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average packet arrival rate</a:t>
            </a:r>
          </a:p>
        </p:txBody>
      </p:sp>
      <p:sp>
        <p:nvSpPr>
          <p:cNvPr id="61" name="Rectangle 62">
            <a:extLst>
              <a:ext uri="{FF2B5EF4-FFF2-40B4-BE49-F238E27FC236}">
                <a16:creationId xmlns:a16="http://schemas.microsoft.com/office/drawing/2014/main" id="{C1543C45-9033-6B1E-8FC8-5BFB2B3E3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3793835"/>
            <a:ext cx="4481338" cy="1450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73831" indent="-173831" defTabSz="685800"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La/R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~ 0: avg. queueing delay small</a:t>
            </a:r>
          </a:p>
          <a:p>
            <a:pPr marL="173831" indent="-173831" defTabSz="685800"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La/R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-&gt; 1: avg. queueing delay large</a:t>
            </a:r>
          </a:p>
          <a:p>
            <a:pPr marL="173831" indent="-173831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La/R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&gt; 1: more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</a:rPr>
              <a:t>work” arriving  is more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than can be serviced -  average delay infinite!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9C4E14E-800B-5D55-31D7-73AAFA49EA22}"/>
              </a:ext>
            </a:extLst>
          </p:cNvPr>
          <p:cNvGrpSpPr/>
          <p:nvPr/>
        </p:nvGrpSpPr>
        <p:grpSpPr>
          <a:xfrm>
            <a:off x="6305375" y="4241927"/>
            <a:ext cx="2087166" cy="1719028"/>
            <a:chOff x="8407167" y="4367394"/>
            <a:chExt cx="2782888" cy="2292036"/>
          </a:xfrm>
        </p:grpSpPr>
        <p:pic>
          <p:nvPicPr>
            <p:cNvPr id="63" name="Picture 13">
              <a:extLst>
                <a:ext uri="{FF2B5EF4-FFF2-40B4-BE49-F238E27FC236}">
                  <a16:creationId xmlns:a16="http://schemas.microsoft.com/office/drawing/2014/main" id="{62BCD479-9BB3-7B3B-B3EB-213FB048D6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3830" y="5047839"/>
              <a:ext cx="1546225" cy="1239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" name="Picture 14">
              <a:extLst>
                <a:ext uri="{FF2B5EF4-FFF2-40B4-BE49-F238E27FC236}">
                  <a16:creationId xmlns:a16="http://schemas.microsoft.com/office/drawing/2014/main" id="{4062551A-5A11-5055-83D5-3677BA574C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7167" y="4471879"/>
              <a:ext cx="1481138" cy="111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Text Box 15">
              <a:extLst>
                <a:ext uri="{FF2B5EF4-FFF2-40B4-BE49-F238E27FC236}">
                  <a16:creationId xmlns:a16="http://schemas.microsoft.com/office/drawing/2014/main" id="{990F4360-258B-0178-2306-CB367A494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9087" y="4367394"/>
              <a:ext cx="101352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La/R </a:t>
              </a:r>
              <a:r>
                <a:rPr lang="en-US" altLang="en-US" sz="1350" dirty="0">
                  <a:solidFill>
                    <a:prstClr val="black"/>
                  </a:solidFill>
                  <a:latin typeface="Calibri" panose="020F0502020204030204"/>
                </a:rPr>
                <a:t>~ 0</a:t>
              </a:r>
            </a:p>
          </p:txBody>
        </p:sp>
        <p:sp>
          <p:nvSpPr>
            <p:cNvPr id="66" name="Text Box 16">
              <a:extLst>
                <a:ext uri="{FF2B5EF4-FFF2-40B4-BE49-F238E27FC236}">
                  <a16:creationId xmlns:a16="http://schemas.microsoft.com/office/drawing/2014/main" id="{14A9D36E-3F00-27C2-A138-F9C9A7408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3830" y="6259321"/>
              <a:ext cx="108405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La/R -&gt; 1</a:t>
              </a:r>
            </a:p>
          </p:txBody>
        </p:sp>
      </p:grpSp>
      <p:sp>
        <p:nvSpPr>
          <p:cNvPr id="67" name="Rectangle 61">
            <a:extLst>
              <a:ext uri="{FF2B5EF4-FFF2-40B4-BE49-F238E27FC236}">
                <a16:creationId xmlns:a16="http://schemas.microsoft.com/office/drawing/2014/main" id="{33401E81-442A-BA94-1658-5A783CE73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983" y="3670460"/>
            <a:ext cx="2183267" cy="37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algn="ctr" defTabSz="685800">
              <a:lnSpc>
                <a:spcPct val="85000"/>
              </a:lnSpc>
              <a:buClr>
                <a:srgbClr val="ED7D31"/>
              </a:buClr>
              <a:buSzPct val="85000"/>
            </a:pPr>
            <a:r>
              <a:rPr lang="en-US" altLang="en-US" sz="1500" dirty="0">
                <a:solidFill>
                  <a:srgbClr val="000099"/>
                </a:solidFill>
                <a:latin typeface="Calibri" panose="020F0502020204030204"/>
              </a:rPr>
              <a:t>traffic intensity = </a:t>
            </a:r>
            <a:r>
              <a:rPr lang="en-US" altLang="en-US" sz="1500" i="1" dirty="0">
                <a:solidFill>
                  <a:srgbClr val="000099"/>
                </a:solidFill>
                <a:latin typeface="Calibri" panose="020F0502020204030204"/>
              </a:rPr>
              <a:t>La/R</a:t>
            </a:r>
          </a:p>
        </p:txBody>
      </p:sp>
      <p:sp>
        <p:nvSpPr>
          <p:cNvPr id="68" name="Rectangle 61">
            <a:extLst>
              <a:ext uri="{FF2B5EF4-FFF2-40B4-BE49-F238E27FC236}">
                <a16:creationId xmlns:a16="http://schemas.microsoft.com/office/drawing/2014/main" id="{4DD73DEE-CB13-7012-9A4A-E16B178B6B9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86083" y="2523249"/>
            <a:ext cx="2055019" cy="37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algn="ctr" defTabSz="685800">
              <a:lnSpc>
                <a:spcPct val="85000"/>
              </a:lnSpc>
              <a:buClr>
                <a:srgbClr val="ED7D31"/>
              </a:buClr>
              <a:buSzPct val="85000"/>
            </a:pPr>
            <a:r>
              <a:rPr lang="en-US" altLang="en-US" sz="1500" dirty="0">
                <a:solidFill>
                  <a:srgbClr val="000099"/>
                </a:solidFill>
                <a:latin typeface="Calibri" panose="020F0502020204030204"/>
              </a:rPr>
              <a:t>average  queueing delay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334F189-B973-6DB0-A51E-961C24E376E5}"/>
              </a:ext>
            </a:extLst>
          </p:cNvPr>
          <p:cNvCxnSpPr/>
          <p:nvPr/>
        </p:nvCxnSpPr>
        <p:spPr>
          <a:xfrm>
            <a:off x="5712090" y="3621456"/>
            <a:ext cx="25396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DA7E6BF-5641-43B1-476E-42CDF3B12FA0}"/>
              </a:ext>
            </a:extLst>
          </p:cNvPr>
          <p:cNvCxnSpPr>
            <a:cxnSpLocks/>
          </p:cNvCxnSpPr>
          <p:nvPr/>
        </p:nvCxnSpPr>
        <p:spPr>
          <a:xfrm flipV="1">
            <a:off x="5701029" y="1747209"/>
            <a:ext cx="0" cy="1879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 6">
            <a:extLst>
              <a:ext uri="{FF2B5EF4-FFF2-40B4-BE49-F238E27FC236}">
                <a16:creationId xmlns:a16="http://schemas.microsoft.com/office/drawing/2014/main" id="{A9650E89-68CA-8DDF-6754-B5CE9489CDB5}"/>
              </a:ext>
            </a:extLst>
          </p:cNvPr>
          <p:cNvSpPr/>
          <p:nvPr/>
        </p:nvSpPr>
        <p:spPr>
          <a:xfrm>
            <a:off x="5712090" y="1497607"/>
            <a:ext cx="2057400" cy="2112707"/>
          </a:xfrm>
          <a:custGeom>
            <a:avLst/>
            <a:gdLst>
              <a:gd name="connsiteX0" fmla="*/ 0 w 2743200"/>
              <a:gd name="connsiteY0" fmla="*/ 2816942 h 2824866"/>
              <a:gd name="connsiteX1" fmla="*/ 663677 w 2743200"/>
              <a:gd name="connsiteY1" fmla="*/ 2802193 h 2824866"/>
              <a:gd name="connsiteX2" fmla="*/ 1976284 w 2743200"/>
              <a:gd name="connsiteY2" fmla="*/ 2625212 h 2824866"/>
              <a:gd name="connsiteX3" fmla="*/ 2551471 w 2743200"/>
              <a:gd name="connsiteY3" fmla="*/ 1946787 h 2824866"/>
              <a:gd name="connsiteX4" fmla="*/ 2743200 w 2743200"/>
              <a:gd name="connsiteY4" fmla="*/ 0 h 2824866"/>
              <a:gd name="connsiteX0" fmla="*/ 0 w 2743200"/>
              <a:gd name="connsiteY0" fmla="*/ 2816942 h 2821238"/>
              <a:gd name="connsiteX1" fmla="*/ 663677 w 2743200"/>
              <a:gd name="connsiteY1" fmla="*/ 2802193 h 2821238"/>
              <a:gd name="connsiteX2" fmla="*/ 1976284 w 2743200"/>
              <a:gd name="connsiteY2" fmla="*/ 2625212 h 2821238"/>
              <a:gd name="connsiteX3" fmla="*/ 2551471 w 2743200"/>
              <a:gd name="connsiteY3" fmla="*/ 1946787 h 2821238"/>
              <a:gd name="connsiteX4" fmla="*/ 2743200 w 2743200"/>
              <a:gd name="connsiteY4" fmla="*/ 0 h 2821238"/>
              <a:gd name="connsiteX0" fmla="*/ 0 w 2743200"/>
              <a:gd name="connsiteY0" fmla="*/ 2816942 h 2816942"/>
              <a:gd name="connsiteX1" fmla="*/ 663677 w 2743200"/>
              <a:gd name="connsiteY1" fmla="*/ 2802193 h 2816942"/>
              <a:gd name="connsiteX2" fmla="*/ 1976284 w 2743200"/>
              <a:gd name="connsiteY2" fmla="*/ 2625212 h 2816942"/>
              <a:gd name="connsiteX3" fmla="*/ 2551471 w 2743200"/>
              <a:gd name="connsiteY3" fmla="*/ 1946787 h 2816942"/>
              <a:gd name="connsiteX4" fmla="*/ 2743200 w 2743200"/>
              <a:gd name="connsiteY4" fmla="*/ 0 h 2816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816942">
                <a:moveTo>
                  <a:pt x="0" y="2816942"/>
                </a:moveTo>
                <a:cubicBezTo>
                  <a:pt x="363998" y="2816020"/>
                  <a:pt x="477171" y="2811923"/>
                  <a:pt x="663677" y="2802193"/>
                </a:cubicBezTo>
                <a:cubicBezTo>
                  <a:pt x="850183" y="2792463"/>
                  <a:pt x="1661652" y="2767780"/>
                  <a:pt x="1976284" y="2625212"/>
                </a:cubicBezTo>
                <a:cubicBezTo>
                  <a:pt x="2290916" y="2482644"/>
                  <a:pt x="2423652" y="2384322"/>
                  <a:pt x="2551471" y="1946787"/>
                </a:cubicBezTo>
                <a:cubicBezTo>
                  <a:pt x="2679290" y="1509252"/>
                  <a:pt x="2711245" y="754626"/>
                  <a:pt x="2743200" y="0"/>
                </a:cubicBezTo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F8250FE-FB65-02F5-AC9A-55B270394757}"/>
              </a:ext>
            </a:extLst>
          </p:cNvPr>
          <p:cNvCxnSpPr>
            <a:cxnSpLocks/>
          </p:cNvCxnSpPr>
          <p:nvPr/>
        </p:nvCxnSpPr>
        <p:spPr>
          <a:xfrm flipV="1">
            <a:off x="7831919" y="1742008"/>
            <a:ext cx="0" cy="18794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61">
            <a:extLst>
              <a:ext uri="{FF2B5EF4-FFF2-40B4-BE49-F238E27FC236}">
                <a16:creationId xmlns:a16="http://schemas.microsoft.com/office/drawing/2014/main" id="{68BE4710-710F-4D08-D8AF-7254C5128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0730" y="3670614"/>
            <a:ext cx="382190" cy="37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algn="ctr" defTabSz="685800">
              <a:lnSpc>
                <a:spcPct val="85000"/>
              </a:lnSpc>
              <a:buClr>
                <a:srgbClr val="ED7D31"/>
              </a:buClr>
              <a:buSzPct val="85000"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1</a:t>
            </a:r>
            <a:endParaRPr lang="en-US" altLang="en-US" sz="1500" i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4233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26EB-D71B-840D-E40F-12AB64A0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“Real” Internet delays and routes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Line 38">
            <a:extLst>
              <a:ext uri="{FF2B5EF4-FFF2-40B4-BE49-F238E27FC236}">
                <a16:creationId xmlns:a16="http://schemas.microsoft.com/office/drawing/2014/main" id="{59AE0638-0B8B-C1D0-842A-478A47C67B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3555" y="5242723"/>
            <a:ext cx="351858" cy="2366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Line 105">
            <a:extLst>
              <a:ext uri="{FF2B5EF4-FFF2-40B4-BE49-F238E27FC236}">
                <a16:creationId xmlns:a16="http://schemas.microsoft.com/office/drawing/2014/main" id="{F352257C-760E-0895-BAA4-4E8AA8710F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8484" y="5318610"/>
            <a:ext cx="479932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C80E91-A0A8-FDA8-B3C1-F7A905C6ABC5}"/>
              </a:ext>
            </a:extLst>
          </p:cNvPr>
          <p:cNvGrpSpPr/>
          <p:nvPr/>
        </p:nvGrpSpPr>
        <p:grpSpPr>
          <a:xfrm>
            <a:off x="2331791" y="5353711"/>
            <a:ext cx="645469" cy="298883"/>
            <a:chOff x="7493876" y="2774731"/>
            <a:chExt cx="1481958" cy="894622"/>
          </a:xfrm>
        </p:grpSpPr>
        <p:sp>
          <p:nvSpPr>
            <p:cNvPr id="8" name="Freeform 181">
              <a:extLst>
                <a:ext uri="{FF2B5EF4-FFF2-40B4-BE49-F238E27FC236}">
                  <a16:creationId xmlns:a16="http://schemas.microsoft.com/office/drawing/2014/main" id="{7BAE4355-5424-9B76-8E90-8E9C9D5F925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E37CEF1-6974-CC7C-1AA0-780A59D4B72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735566-2BA0-9EA1-7E23-229E2D7449C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" name="Freeform 184">
                <a:extLst>
                  <a:ext uri="{FF2B5EF4-FFF2-40B4-BE49-F238E27FC236}">
                    <a16:creationId xmlns:a16="http://schemas.microsoft.com/office/drawing/2014/main" id="{B8F81B67-8111-7E45-3608-E35B4B6A961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" name="Freeform 185">
                <a:extLst>
                  <a:ext uri="{FF2B5EF4-FFF2-40B4-BE49-F238E27FC236}">
                    <a16:creationId xmlns:a16="http://schemas.microsoft.com/office/drawing/2014/main" id="{E8EA7E18-D8DF-086B-95EF-0897A67D07E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Freeform 186">
                <a:extLst>
                  <a:ext uri="{FF2B5EF4-FFF2-40B4-BE49-F238E27FC236}">
                    <a16:creationId xmlns:a16="http://schemas.microsoft.com/office/drawing/2014/main" id="{BA2CE635-BB5C-E699-037E-07A960026C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" name="Freeform 187">
                <a:extLst>
                  <a:ext uri="{FF2B5EF4-FFF2-40B4-BE49-F238E27FC236}">
                    <a16:creationId xmlns:a16="http://schemas.microsoft.com/office/drawing/2014/main" id="{3C5EE9AC-F736-FE24-3A1E-C0979AA11FC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5" name="Line 106">
            <a:extLst>
              <a:ext uri="{FF2B5EF4-FFF2-40B4-BE49-F238E27FC236}">
                <a16:creationId xmlns:a16="http://schemas.microsoft.com/office/drawing/2014/main" id="{8C3A84BB-D1F5-FD91-B355-443B02F93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9762" y="5306704"/>
            <a:ext cx="508163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Line 108">
            <a:extLst>
              <a:ext uri="{FF2B5EF4-FFF2-40B4-BE49-F238E27FC236}">
                <a16:creationId xmlns:a16="http://schemas.microsoft.com/office/drawing/2014/main" id="{24DC3F4D-DB29-DE85-29AD-7D472DA2B8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1167" y="5015000"/>
            <a:ext cx="495917" cy="204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Line 291">
            <a:extLst>
              <a:ext uri="{FF2B5EF4-FFF2-40B4-BE49-F238E27FC236}">
                <a16:creationId xmlns:a16="http://schemas.microsoft.com/office/drawing/2014/main" id="{1DF0E555-3203-D8CC-81B4-49B16FDCC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356" y="5405525"/>
            <a:ext cx="239135" cy="233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038453-7701-7FCB-E695-F24226E232FD}"/>
              </a:ext>
            </a:extLst>
          </p:cNvPr>
          <p:cNvGrpSpPr/>
          <p:nvPr/>
        </p:nvGrpSpPr>
        <p:grpSpPr>
          <a:xfrm>
            <a:off x="2967801" y="5120704"/>
            <a:ext cx="645469" cy="298883"/>
            <a:chOff x="7493876" y="2774731"/>
            <a:chExt cx="1481958" cy="894622"/>
          </a:xfrm>
        </p:grpSpPr>
        <p:sp>
          <p:nvSpPr>
            <p:cNvPr id="19" name="Freeform 172">
              <a:extLst>
                <a:ext uri="{FF2B5EF4-FFF2-40B4-BE49-F238E27FC236}">
                  <a16:creationId xmlns:a16="http://schemas.microsoft.com/office/drawing/2014/main" id="{4D5B8E90-6071-61E9-140B-98D1E7DF67D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4B38AA2-262E-6D86-7791-1BAE5D344F4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F45B010-50BB-C50A-7AB5-98BBDBD527A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" name="Freeform 175">
                <a:extLst>
                  <a:ext uri="{FF2B5EF4-FFF2-40B4-BE49-F238E27FC236}">
                    <a16:creationId xmlns:a16="http://schemas.microsoft.com/office/drawing/2014/main" id="{86475092-C1BF-716C-2C70-DB68C7E35D0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Freeform 176">
                <a:extLst>
                  <a:ext uri="{FF2B5EF4-FFF2-40B4-BE49-F238E27FC236}">
                    <a16:creationId xmlns:a16="http://schemas.microsoft.com/office/drawing/2014/main" id="{71327CA8-B2A3-86FD-A058-E971A8E697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Freeform 177">
                <a:extLst>
                  <a:ext uri="{FF2B5EF4-FFF2-40B4-BE49-F238E27FC236}">
                    <a16:creationId xmlns:a16="http://schemas.microsoft.com/office/drawing/2014/main" id="{65595294-4161-EE53-31EF-546F5C08B59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Freeform 178">
                <a:extLst>
                  <a:ext uri="{FF2B5EF4-FFF2-40B4-BE49-F238E27FC236}">
                    <a16:creationId xmlns:a16="http://schemas.microsoft.com/office/drawing/2014/main" id="{462DCB44-0CFE-ED92-3B52-E095B6D8C05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26" name="Line 113">
            <a:extLst>
              <a:ext uri="{FF2B5EF4-FFF2-40B4-BE49-F238E27FC236}">
                <a16:creationId xmlns:a16="http://schemas.microsoft.com/office/drawing/2014/main" id="{BDF1DF5A-F88C-54A4-6199-CD6EAA747F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01996" y="5351947"/>
            <a:ext cx="649319" cy="10834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Line 294">
            <a:extLst>
              <a:ext uri="{FF2B5EF4-FFF2-40B4-BE49-F238E27FC236}">
                <a16:creationId xmlns:a16="http://schemas.microsoft.com/office/drawing/2014/main" id="{456D14FC-ACEF-A0B8-C441-ACCAFA2D5A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8367" y="5548400"/>
            <a:ext cx="365346" cy="114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BE4D6B-CE6E-1086-BE50-8D5708FED804}"/>
              </a:ext>
            </a:extLst>
          </p:cNvPr>
          <p:cNvGrpSpPr/>
          <p:nvPr/>
        </p:nvGrpSpPr>
        <p:grpSpPr>
          <a:xfrm>
            <a:off x="3739041" y="5375919"/>
            <a:ext cx="645469" cy="298883"/>
            <a:chOff x="7493876" y="2774731"/>
            <a:chExt cx="1481958" cy="894622"/>
          </a:xfrm>
        </p:grpSpPr>
        <p:sp>
          <p:nvSpPr>
            <p:cNvPr id="29" name="Freeform 164">
              <a:extLst>
                <a:ext uri="{FF2B5EF4-FFF2-40B4-BE49-F238E27FC236}">
                  <a16:creationId xmlns:a16="http://schemas.microsoft.com/office/drawing/2014/main" id="{F3884048-F229-3BDB-3407-1563D6CD69C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92C34BA-FBD1-E044-9F5F-904A349C707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CDBE5F8-3D6C-6DB9-98C0-E966ACC8962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" name="Freeform 167">
                <a:extLst>
                  <a:ext uri="{FF2B5EF4-FFF2-40B4-BE49-F238E27FC236}">
                    <a16:creationId xmlns:a16="http://schemas.microsoft.com/office/drawing/2014/main" id="{06839635-7F03-6F04-0237-6329AC763E1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Freeform 168">
                <a:extLst>
                  <a:ext uri="{FF2B5EF4-FFF2-40B4-BE49-F238E27FC236}">
                    <a16:creationId xmlns:a16="http://schemas.microsoft.com/office/drawing/2014/main" id="{89E3DD08-71B3-B8FB-733E-40A050B0EF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4" name="Freeform 169">
                <a:extLst>
                  <a:ext uri="{FF2B5EF4-FFF2-40B4-BE49-F238E27FC236}">
                    <a16:creationId xmlns:a16="http://schemas.microsoft.com/office/drawing/2014/main" id="{5798109D-F05A-7602-A147-70B072CAFCC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5" name="Freeform 170">
                <a:extLst>
                  <a:ext uri="{FF2B5EF4-FFF2-40B4-BE49-F238E27FC236}">
                    <a16:creationId xmlns:a16="http://schemas.microsoft.com/office/drawing/2014/main" id="{7A2F8862-7796-A049-07BD-A8D5FDAF185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36" name="Rectangle 5">
            <a:extLst>
              <a:ext uri="{FF2B5EF4-FFF2-40B4-BE49-F238E27FC236}">
                <a16:creationId xmlns:a16="http://schemas.microsoft.com/office/drawing/2014/main" id="{44DB1AEC-4DFC-F854-46A8-82FB018DDD83}"/>
              </a:ext>
            </a:extLst>
          </p:cNvPr>
          <p:cNvSpPr txBox="1">
            <a:spLocks noChangeArrowheads="1"/>
          </p:cNvSpPr>
          <p:nvPr/>
        </p:nvSpPr>
        <p:spPr>
          <a:xfrm>
            <a:off x="735135" y="2211393"/>
            <a:ext cx="7757123" cy="1414043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what do “</a:t>
            </a:r>
            <a:r>
              <a:rPr lang="en-US" altLang="ja-JP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real” Internet delay &amp; loss look like? </a:t>
            </a: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2100" b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traceroute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program: provides delay measurement from source to router along end-end Internet path towards destination.  For all </a:t>
            </a:r>
            <a:r>
              <a:rPr lang="en-US" altLang="en-US" sz="2400" i="1" dirty="0" err="1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:</a:t>
            </a:r>
          </a:p>
        </p:txBody>
      </p:sp>
      <p:sp>
        <p:nvSpPr>
          <p:cNvPr id="37" name="Line 260">
            <a:extLst>
              <a:ext uri="{FF2B5EF4-FFF2-40B4-BE49-F238E27FC236}">
                <a16:creationId xmlns:a16="http://schemas.microsoft.com/office/drawing/2014/main" id="{FBDBBE73-21A4-83BE-5575-6CB9DB1CF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387" y="5325754"/>
            <a:ext cx="508163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Line 261">
            <a:extLst>
              <a:ext uri="{FF2B5EF4-FFF2-40B4-BE49-F238E27FC236}">
                <a16:creationId xmlns:a16="http://schemas.microsoft.com/office/drawing/2014/main" id="{70E2BAF2-C6E6-792B-42F5-4F0E2F9C10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45046" y="5285273"/>
            <a:ext cx="582893" cy="20835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Line 292">
            <a:extLst>
              <a:ext uri="{FF2B5EF4-FFF2-40B4-BE49-F238E27FC236}">
                <a16:creationId xmlns:a16="http://schemas.microsoft.com/office/drawing/2014/main" id="{7B5A6557-AD3F-83CA-7E4C-AD35901B9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0394" y="5095963"/>
            <a:ext cx="239135" cy="233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Line 295">
            <a:extLst>
              <a:ext uri="{FF2B5EF4-FFF2-40B4-BE49-F238E27FC236}">
                <a16:creationId xmlns:a16="http://schemas.microsoft.com/office/drawing/2014/main" id="{7001F03B-897D-949A-3212-6410C3C87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6195" y="5176114"/>
            <a:ext cx="6643" cy="195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Box 300">
            <a:extLst>
              <a:ext uri="{FF2B5EF4-FFF2-40B4-BE49-F238E27FC236}">
                <a16:creationId xmlns:a16="http://schemas.microsoft.com/office/drawing/2014/main" id="{232FBB99-F93D-6E77-BC58-7AB69F611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71" y="5069769"/>
            <a:ext cx="10478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350">
                <a:solidFill>
                  <a:srgbClr val="FF0000"/>
                </a:solidFill>
                <a:latin typeface="Calibri" panose="020F0502020204030204"/>
              </a:rPr>
              <a:t>3 probes</a:t>
            </a:r>
          </a:p>
        </p:txBody>
      </p:sp>
      <p:sp>
        <p:nvSpPr>
          <p:cNvPr id="42" name="Text Box 302">
            <a:extLst>
              <a:ext uri="{FF2B5EF4-FFF2-40B4-BE49-F238E27FC236}">
                <a16:creationId xmlns:a16="http://schemas.microsoft.com/office/drawing/2014/main" id="{FBA45E79-AC0F-A23C-7AD3-4A8B28120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144" y="5490060"/>
            <a:ext cx="10478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350">
                <a:solidFill>
                  <a:srgbClr val="FF0000"/>
                </a:solidFill>
                <a:latin typeface="Calibri" panose="020F0502020204030204"/>
              </a:rPr>
              <a:t>3 probes</a:t>
            </a:r>
          </a:p>
        </p:txBody>
      </p:sp>
      <p:sp>
        <p:nvSpPr>
          <p:cNvPr id="43" name="Text Box 304">
            <a:extLst>
              <a:ext uri="{FF2B5EF4-FFF2-40B4-BE49-F238E27FC236}">
                <a16:creationId xmlns:a16="http://schemas.microsoft.com/office/drawing/2014/main" id="{5A75F1F8-536F-70BF-08AE-D0F989C86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026" y="5001126"/>
            <a:ext cx="10478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350" dirty="0">
                <a:solidFill>
                  <a:srgbClr val="FF0000"/>
                </a:solidFill>
                <a:latin typeface="Calibri" panose="020F0502020204030204"/>
              </a:rPr>
              <a:t>3 probes</a:t>
            </a:r>
          </a:p>
        </p:txBody>
      </p:sp>
      <p:grpSp>
        <p:nvGrpSpPr>
          <p:cNvPr id="44" name="Group 100">
            <a:extLst>
              <a:ext uri="{FF2B5EF4-FFF2-40B4-BE49-F238E27FC236}">
                <a16:creationId xmlns:a16="http://schemas.microsoft.com/office/drawing/2014/main" id="{E8DD88F2-E38C-37AD-02BF-CF916E7DEBEE}"/>
              </a:ext>
            </a:extLst>
          </p:cNvPr>
          <p:cNvGrpSpPr>
            <a:grpSpLocks/>
          </p:cNvGrpSpPr>
          <p:nvPr/>
        </p:nvGrpSpPr>
        <p:grpSpPr bwMode="auto">
          <a:xfrm>
            <a:off x="1451046" y="5022145"/>
            <a:ext cx="770311" cy="516731"/>
            <a:chOff x="-44" y="1473"/>
            <a:chExt cx="981" cy="1105"/>
          </a:xfrm>
        </p:grpSpPr>
        <p:pic>
          <p:nvPicPr>
            <p:cNvPr id="45" name="Picture 101" descr="desktop_computer_stylized_medium">
              <a:extLst>
                <a:ext uri="{FF2B5EF4-FFF2-40B4-BE49-F238E27FC236}">
                  <a16:creationId xmlns:a16="http://schemas.microsoft.com/office/drawing/2014/main" id="{4395C135-A607-5E05-F446-4EE1098F7E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Freeform 102">
              <a:extLst>
                <a:ext uri="{FF2B5EF4-FFF2-40B4-BE49-F238E27FC236}">
                  <a16:creationId xmlns:a16="http://schemas.microsoft.com/office/drawing/2014/main" id="{B511C8B9-A147-F55E-E5E4-E8CE16D5434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7" name="Group 103">
            <a:extLst>
              <a:ext uri="{FF2B5EF4-FFF2-40B4-BE49-F238E27FC236}">
                <a16:creationId xmlns:a16="http://schemas.microsoft.com/office/drawing/2014/main" id="{70854E8D-5599-E768-2990-C0A1A132C4E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33189" y="5050719"/>
            <a:ext cx="788816" cy="502444"/>
            <a:chOff x="-44" y="1473"/>
            <a:chExt cx="981" cy="1105"/>
          </a:xfrm>
        </p:grpSpPr>
        <p:pic>
          <p:nvPicPr>
            <p:cNvPr id="48" name="Picture 104" descr="desktop_computer_stylized_medium">
              <a:extLst>
                <a:ext uri="{FF2B5EF4-FFF2-40B4-BE49-F238E27FC236}">
                  <a16:creationId xmlns:a16="http://schemas.microsoft.com/office/drawing/2014/main" id="{A7F9589E-6EEA-0BAA-BF0F-1B6BE0EA39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Freeform 105">
              <a:extLst>
                <a:ext uri="{FF2B5EF4-FFF2-40B4-BE49-F238E27FC236}">
                  <a16:creationId xmlns:a16="http://schemas.microsoft.com/office/drawing/2014/main" id="{9985E2B6-EF9D-49D6-C207-F694B076EE8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50" name="Freeform 303">
            <a:extLst>
              <a:ext uri="{FF2B5EF4-FFF2-40B4-BE49-F238E27FC236}">
                <a16:creationId xmlns:a16="http://schemas.microsoft.com/office/drawing/2014/main" id="{7B9CA909-6744-0386-8057-CFEBF367C8CE}"/>
              </a:ext>
            </a:extLst>
          </p:cNvPr>
          <p:cNvSpPr>
            <a:spLocks/>
          </p:cNvSpPr>
          <p:nvPr/>
        </p:nvSpPr>
        <p:spPr bwMode="auto">
          <a:xfrm>
            <a:off x="2151740" y="5235267"/>
            <a:ext cx="2351498" cy="302419"/>
          </a:xfrm>
          <a:custGeom>
            <a:avLst/>
            <a:gdLst>
              <a:gd name="T0" fmla="*/ 2147483647 w 1416"/>
              <a:gd name="T1" fmla="*/ 2147483647 h 254"/>
              <a:gd name="T2" fmla="*/ 2147483647 w 1416"/>
              <a:gd name="T3" fmla="*/ 2147483647 h 254"/>
              <a:gd name="T4" fmla="*/ 2147483647 w 1416"/>
              <a:gd name="T5" fmla="*/ 2147483647 h 254"/>
              <a:gd name="T6" fmla="*/ 2147483647 w 1416"/>
              <a:gd name="T7" fmla="*/ 2147483647 h 254"/>
              <a:gd name="T8" fmla="*/ 2147483647 w 1416"/>
              <a:gd name="T9" fmla="*/ 2147483647 h 254"/>
              <a:gd name="T10" fmla="*/ 2147483647 w 1416"/>
              <a:gd name="T11" fmla="*/ 2147483647 h 254"/>
              <a:gd name="T12" fmla="*/ 0 w 1416"/>
              <a:gd name="T13" fmla="*/ 2147483647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Freeform 299">
            <a:extLst>
              <a:ext uri="{FF2B5EF4-FFF2-40B4-BE49-F238E27FC236}">
                <a16:creationId xmlns:a16="http://schemas.microsoft.com/office/drawing/2014/main" id="{8BCA6A6F-8621-125A-76DB-14B3F0B0ED13}"/>
              </a:ext>
            </a:extLst>
          </p:cNvPr>
          <p:cNvSpPr>
            <a:spLocks/>
          </p:cNvSpPr>
          <p:nvPr/>
        </p:nvSpPr>
        <p:spPr bwMode="auto">
          <a:xfrm>
            <a:off x="2175552" y="5262650"/>
            <a:ext cx="438415" cy="314325"/>
          </a:xfrm>
          <a:custGeom>
            <a:avLst/>
            <a:gdLst>
              <a:gd name="T0" fmla="*/ 2147483647 w 264"/>
              <a:gd name="T1" fmla="*/ 0 h 264"/>
              <a:gd name="T2" fmla="*/ 2147483647 w 264"/>
              <a:gd name="T3" fmla="*/ 2147483647 h 264"/>
              <a:gd name="T4" fmla="*/ 0 w 264"/>
              <a:gd name="T5" fmla="*/ 2147483647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Freeform 301">
            <a:extLst>
              <a:ext uri="{FF2B5EF4-FFF2-40B4-BE49-F238E27FC236}">
                <a16:creationId xmlns:a16="http://schemas.microsoft.com/office/drawing/2014/main" id="{77F8F444-3FB8-179D-7514-26173F1CA622}"/>
              </a:ext>
            </a:extLst>
          </p:cNvPr>
          <p:cNvSpPr>
            <a:spLocks/>
          </p:cNvSpPr>
          <p:nvPr/>
        </p:nvSpPr>
        <p:spPr bwMode="auto">
          <a:xfrm>
            <a:off x="2170790" y="5198357"/>
            <a:ext cx="1408242" cy="355997"/>
          </a:xfrm>
          <a:custGeom>
            <a:avLst/>
            <a:gdLst>
              <a:gd name="T0" fmla="*/ 2147483647 w 848"/>
              <a:gd name="T1" fmla="*/ 2147483647 h 299"/>
              <a:gd name="T2" fmla="*/ 2147483647 w 848"/>
              <a:gd name="T3" fmla="*/ 2147483647 h 299"/>
              <a:gd name="T4" fmla="*/ 2147483647 w 848"/>
              <a:gd name="T5" fmla="*/ 2147483647 h 299"/>
              <a:gd name="T6" fmla="*/ 2147483647 w 848"/>
              <a:gd name="T7" fmla="*/ 2147483647 h 299"/>
              <a:gd name="T8" fmla="*/ 0 w 848"/>
              <a:gd name="T9" fmla="*/ 2147483647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A795E8C-7200-4AFF-DCB8-B88CDF2E97A1}"/>
              </a:ext>
            </a:extLst>
          </p:cNvPr>
          <p:cNvGrpSpPr/>
          <p:nvPr/>
        </p:nvGrpSpPr>
        <p:grpSpPr>
          <a:xfrm>
            <a:off x="4572000" y="5140258"/>
            <a:ext cx="645469" cy="298883"/>
            <a:chOff x="7493876" y="2774731"/>
            <a:chExt cx="1481958" cy="894622"/>
          </a:xfrm>
        </p:grpSpPr>
        <p:sp>
          <p:nvSpPr>
            <p:cNvPr id="54" name="Freeform 156">
              <a:extLst>
                <a:ext uri="{FF2B5EF4-FFF2-40B4-BE49-F238E27FC236}">
                  <a16:creationId xmlns:a16="http://schemas.microsoft.com/office/drawing/2014/main" id="{418549C5-7DE1-E22B-7224-864383F370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E3F1575-7A68-F731-5D76-B9F6552DE9C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11765CC-756A-9078-5A4E-B74C97AAD5D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" name="Freeform 159">
                <a:extLst>
                  <a:ext uri="{FF2B5EF4-FFF2-40B4-BE49-F238E27FC236}">
                    <a16:creationId xmlns:a16="http://schemas.microsoft.com/office/drawing/2014/main" id="{FFDC1D7D-72C9-5056-ED34-F8815A29782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" name="Freeform 160">
                <a:extLst>
                  <a:ext uri="{FF2B5EF4-FFF2-40B4-BE49-F238E27FC236}">
                    <a16:creationId xmlns:a16="http://schemas.microsoft.com/office/drawing/2014/main" id="{8CA4D136-B101-026E-6819-6770F734CAA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Freeform 161">
                <a:extLst>
                  <a:ext uri="{FF2B5EF4-FFF2-40B4-BE49-F238E27FC236}">
                    <a16:creationId xmlns:a16="http://schemas.microsoft.com/office/drawing/2014/main" id="{6694FBC3-1F28-1C7B-5F77-D5BCDFEAD40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4" name="Freeform 162">
                <a:extLst>
                  <a:ext uri="{FF2B5EF4-FFF2-40B4-BE49-F238E27FC236}">
                    <a16:creationId xmlns:a16="http://schemas.microsoft.com/office/drawing/2014/main" id="{07581FD5-AB63-C097-E3BA-ED504792546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75" name="Rectangle 5">
            <a:extLst>
              <a:ext uri="{FF2B5EF4-FFF2-40B4-BE49-F238E27FC236}">
                <a16:creationId xmlns:a16="http://schemas.microsoft.com/office/drawing/2014/main" id="{01D5CBA7-CF81-7278-4A8D-E5A60EE996B7}"/>
              </a:ext>
            </a:extLst>
          </p:cNvPr>
          <p:cNvSpPr txBox="1">
            <a:spLocks noChangeArrowheads="1"/>
          </p:cNvSpPr>
          <p:nvPr/>
        </p:nvSpPr>
        <p:spPr>
          <a:xfrm>
            <a:off x="682449" y="3518533"/>
            <a:ext cx="7757123" cy="1292739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1969" lvl="1" indent="-169069" defTabSz="685800">
              <a:spcBef>
                <a:spcPts val="375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sends three packets that will reach router </a:t>
            </a:r>
            <a:r>
              <a:rPr lang="en-US" altLang="en-US" sz="2100" i="1" dirty="0" err="1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i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 on path towards destination (with time-to-live field value of </a:t>
            </a:r>
            <a:r>
              <a:rPr lang="en-US" altLang="en-US" sz="2100" i="1" dirty="0" err="1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i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)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router </a:t>
            </a:r>
            <a:r>
              <a:rPr lang="en-US" altLang="en-US" sz="2100" i="1" dirty="0" err="1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i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 will return packets to sender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sender measures time interval between transmission and reply</a:t>
            </a:r>
            <a:endParaRPr lang="en-US" altLang="en-US" dirty="0">
              <a:solidFill>
                <a:prstClr val="black"/>
              </a:solidFill>
              <a:latin typeface="Calibri" panose="020F0502020204030204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87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107621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Real Internet delays and routes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035B-463A-1E40-A130-AE9AA3E3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/>
              <a:t>Introduction: 1-</a:t>
            </a:r>
            <a:fld id="{C4204591-24BD-A542-B9D5-F8D8A88D2FEE}" type="slidenum">
              <a:rPr lang="en-US" smtClean="0"/>
              <a:pPr defTabSz="685800"/>
              <a:t>8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68" name="Text Box 4">
            <a:extLst>
              <a:ext uri="{FF2B5EF4-FFF2-40B4-BE49-F238E27FC236}">
                <a16:creationId xmlns:a16="http://schemas.microsoft.com/office/drawing/2014/main" id="{7892B7DA-887D-4048-94A0-6C1A0FF2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621" y="2569483"/>
            <a:ext cx="6172200" cy="29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  cs-</a:t>
            </a:r>
            <a:r>
              <a:rPr lang="en-US" altLang="en-US" sz="1200" dirty="0" err="1">
                <a:solidFill>
                  <a:prstClr val="black"/>
                </a:solidFill>
              </a:rPr>
              <a:t>gw</a:t>
            </a:r>
            <a:r>
              <a:rPr lang="en-US" altLang="en-US" sz="1200" dirty="0">
                <a:solidFill>
                  <a:prstClr val="black"/>
                </a:solidFill>
              </a:rPr>
              <a:t> (128.119.240.254)  1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2  border1-rt-fa5-1-0.gw.umass.edu (128.119.3.145)  1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3  </a:t>
            </a:r>
            <a:r>
              <a:rPr lang="en-US" altLang="en-US" sz="1200" dirty="0" err="1">
                <a:solidFill>
                  <a:prstClr val="black"/>
                </a:solidFill>
              </a:rPr>
              <a:t>cht-vbns.gw.umass.edu</a:t>
            </a:r>
            <a:r>
              <a:rPr lang="en-US" altLang="en-US" sz="1200" dirty="0">
                <a:solidFill>
                  <a:prstClr val="black"/>
                </a:solidFill>
              </a:rPr>
              <a:t> (128.119.3.130)  6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5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5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4  jn1-at1-0-0-19.wor.vbns.net (204.147.132.129)  16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11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13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</a:t>
            </a: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5  jn1-so7-0-0-0.wae.vbns.net (204.147.136.136)  21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18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18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</a:t>
            </a: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6  </a:t>
            </a:r>
            <a:r>
              <a:rPr lang="en-US" altLang="en-US" sz="1200" dirty="0" err="1">
                <a:solidFill>
                  <a:prstClr val="black"/>
                </a:solidFill>
              </a:rPr>
              <a:t>abilene-vbns.abilene.ucaid.edu</a:t>
            </a:r>
            <a:r>
              <a:rPr lang="en-US" altLang="en-US" sz="1200" dirty="0">
                <a:solidFill>
                  <a:prstClr val="black"/>
                </a:solidFill>
              </a:rPr>
              <a:t> (198.32.11.9)  22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18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22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7  </a:t>
            </a:r>
            <a:r>
              <a:rPr lang="en-US" altLang="en-US" sz="1200" dirty="0" err="1">
                <a:solidFill>
                  <a:prstClr val="black"/>
                </a:solidFill>
              </a:rPr>
              <a:t>nycm-wash.abilene.ucaid.edu</a:t>
            </a:r>
            <a:r>
              <a:rPr lang="en-US" altLang="en-US" sz="1200" dirty="0">
                <a:solidFill>
                  <a:prstClr val="black"/>
                </a:solidFill>
              </a:rPr>
              <a:t> (198.32.8.46)  22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22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22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8  62.40.103.253 (62.40.103.253)  104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109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106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9  de2-1.de1.de.geant.net (62.40.96.129)  109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102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104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10  de.fr1.fr.geant.net (62.40.96.50)  113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121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114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11  renater-gw.fr1.fr.geant.net (62.40.103.54)  112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114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112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12  nio-n2.cssi.renater.fr (193.51.206.13)  111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114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116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13  </a:t>
            </a:r>
            <a:r>
              <a:rPr lang="en-US" altLang="en-US" sz="1200" dirty="0" err="1">
                <a:solidFill>
                  <a:prstClr val="black"/>
                </a:solidFill>
              </a:rPr>
              <a:t>nice.cssi.renater.fr</a:t>
            </a:r>
            <a:r>
              <a:rPr lang="en-US" altLang="en-US" sz="1200" dirty="0">
                <a:solidFill>
                  <a:prstClr val="black"/>
                </a:solidFill>
              </a:rPr>
              <a:t> (195.220.98.102)  123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125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124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14  r3t2-nice.cssi.renater.fr (195.220.98.110)  126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126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124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15  eurecom-valbonne.r3t2.ft.net (193.48.50.54)  135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128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133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16  194.214.211.25 (194.214.211.25)  126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128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126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endParaRPr lang="en-US" altLang="en-US" sz="1200" dirty="0">
              <a:solidFill>
                <a:prstClr val="black"/>
              </a:solidFill>
            </a:endParaRP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17  * * *</a:t>
            </a: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18  * * *</a:t>
            </a:r>
          </a:p>
          <a:p>
            <a:pPr marL="342900" indent="-342900" defTabSz="685800">
              <a:lnSpc>
                <a:spcPct val="80000"/>
              </a:lnSpc>
            </a:pPr>
            <a:r>
              <a:rPr lang="en-US" altLang="en-US" sz="1200" dirty="0">
                <a:solidFill>
                  <a:prstClr val="black"/>
                </a:solidFill>
              </a:rPr>
              <a:t>19  </a:t>
            </a:r>
            <a:r>
              <a:rPr lang="en-US" altLang="en-US" sz="1200" dirty="0" err="1">
                <a:solidFill>
                  <a:prstClr val="black"/>
                </a:solidFill>
              </a:rPr>
              <a:t>fantasia.eurecom.fr</a:t>
            </a:r>
            <a:r>
              <a:rPr lang="en-US" altLang="en-US" sz="1200" dirty="0">
                <a:solidFill>
                  <a:prstClr val="black"/>
                </a:solidFill>
              </a:rPr>
              <a:t> (193.55.113.142)  132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128 </a:t>
            </a:r>
            <a:r>
              <a:rPr lang="en-US" altLang="en-US" sz="1200" dirty="0" err="1">
                <a:solidFill>
                  <a:prstClr val="black"/>
                </a:solidFill>
              </a:rPr>
              <a:t>ms</a:t>
            </a:r>
            <a:r>
              <a:rPr lang="en-US" altLang="en-US" sz="1200" dirty="0">
                <a:solidFill>
                  <a:prstClr val="black"/>
                </a:solidFill>
              </a:rPr>
              <a:t>  136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2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ms</a:t>
            </a:r>
            <a:endParaRPr lang="en-US" altLang="en-US" sz="12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Text Box 5">
            <a:extLst>
              <a:ext uri="{FF2B5EF4-FFF2-40B4-BE49-F238E27FC236}">
                <a16:creationId xmlns:a16="http://schemas.microsoft.com/office/drawing/2014/main" id="{6BA8008D-6458-AA4E-BF53-C2EE121DA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100" y="1675633"/>
            <a:ext cx="614481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 dirty="0">
                <a:solidFill>
                  <a:srgbClr val="CC0000"/>
                </a:solidFill>
                <a:latin typeface="Calibri" panose="020F0502020204030204"/>
              </a:rPr>
              <a:t>traceroute: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en-US" sz="2100" dirty="0" err="1">
                <a:solidFill>
                  <a:prstClr val="black"/>
                </a:solidFill>
                <a:latin typeface="Calibri" panose="020F0502020204030204"/>
              </a:rPr>
              <a:t>gaia.cs.umass.edu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altLang="en-US" sz="2100" dirty="0" err="1">
                <a:solidFill>
                  <a:prstClr val="black"/>
                </a:solidFill>
                <a:latin typeface="Calibri" panose="020F0502020204030204"/>
              </a:rPr>
              <a:t>www.eurecom.fr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Box 7">
            <a:extLst>
              <a:ext uri="{FF2B5EF4-FFF2-40B4-BE49-F238E27FC236}">
                <a16:creationId xmlns:a16="http://schemas.microsoft.com/office/drawing/2014/main" id="{7FD28BA9-B712-134B-86AC-CFCC39EB2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4871" y="2054708"/>
            <a:ext cx="4452938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3 delay measurements from </a:t>
            </a:r>
          </a:p>
          <a:p>
            <a:pPr defTabSz="685800">
              <a:lnSpc>
                <a:spcPct val="85000"/>
              </a:lnSpc>
            </a:pPr>
            <a:r>
              <a:rPr lang="en-US" altLang="en-US" sz="1350" dirty="0" err="1">
                <a:solidFill>
                  <a:srgbClr val="CC0000"/>
                </a:solidFill>
                <a:latin typeface="Calibri" panose="020F0502020204030204"/>
              </a:rPr>
              <a:t>gaia.cs.umass.edu</a:t>
            </a:r>
            <a:r>
              <a:rPr lang="en-US" altLang="en-US" sz="1350" dirty="0">
                <a:solidFill>
                  <a:srgbClr val="CC0000"/>
                </a:solidFill>
                <a:latin typeface="Calibri" panose="020F0502020204030204"/>
              </a:rPr>
              <a:t> </a:t>
            </a: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to </a:t>
            </a:r>
            <a:r>
              <a:rPr lang="en-US" altLang="en-US" sz="1350" dirty="0">
                <a:solidFill>
                  <a:srgbClr val="CC0000"/>
                </a:solidFill>
                <a:latin typeface="Calibri" panose="020F0502020204030204"/>
              </a:rPr>
              <a:t>cs-</a:t>
            </a:r>
            <a:r>
              <a:rPr lang="en-US" altLang="en-US" sz="1350" dirty="0" err="1">
                <a:solidFill>
                  <a:srgbClr val="CC0000"/>
                </a:solidFill>
                <a:latin typeface="Calibri" panose="020F0502020204030204"/>
              </a:rPr>
              <a:t>gw.cs.umass.edu</a:t>
            </a:r>
            <a:r>
              <a:rPr lang="en-US" altLang="en-US" sz="1350" dirty="0">
                <a:solidFill>
                  <a:srgbClr val="CC0000"/>
                </a:solidFill>
                <a:latin typeface="Calibri" panose="020F0502020204030204"/>
              </a:rPr>
              <a:t> </a:t>
            </a:r>
            <a:endParaRPr lang="en-US" altLang="en-US" sz="1500" dirty="0">
              <a:solidFill>
                <a:srgbClr val="CC0000"/>
              </a:solidFill>
              <a:latin typeface="Calibri" panose="020F0502020204030204"/>
            </a:endParaRPr>
          </a:p>
        </p:txBody>
      </p:sp>
      <p:sp>
        <p:nvSpPr>
          <p:cNvPr id="72" name="Line 8">
            <a:extLst>
              <a:ext uri="{FF2B5EF4-FFF2-40B4-BE49-F238E27FC236}">
                <a16:creationId xmlns:a16="http://schemas.microsoft.com/office/drawing/2014/main" id="{F1026D73-2E6E-CF45-8EF3-ADEA186C5F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2881" y="2289686"/>
            <a:ext cx="503634" cy="3095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Line 9">
            <a:extLst>
              <a:ext uri="{FF2B5EF4-FFF2-40B4-BE49-F238E27FC236}">
                <a16:creationId xmlns:a16="http://schemas.microsoft.com/office/drawing/2014/main" id="{2DB0FD1B-3421-FB44-A67B-6CAF879C89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7694" y="2281352"/>
            <a:ext cx="104775" cy="303609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Line 10">
            <a:extLst>
              <a:ext uri="{FF2B5EF4-FFF2-40B4-BE49-F238E27FC236}">
                <a16:creationId xmlns:a16="http://schemas.microsoft.com/office/drawing/2014/main" id="{B675A34D-78B1-1642-8329-2219BE43468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28897" y="2288496"/>
            <a:ext cx="275035" cy="29289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Box 12">
            <a:extLst>
              <a:ext uri="{FF2B5EF4-FFF2-40B4-BE49-F238E27FC236}">
                <a16:creationId xmlns:a16="http://schemas.microsoft.com/office/drawing/2014/main" id="{417C0065-CF59-F04B-A2B4-24B98D2D9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52" y="4955651"/>
            <a:ext cx="471487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* means no response (probe lost, router not replying)</a:t>
            </a:r>
          </a:p>
        </p:txBody>
      </p:sp>
      <p:sp>
        <p:nvSpPr>
          <p:cNvPr id="77" name="Freeform 14">
            <a:extLst>
              <a:ext uri="{FF2B5EF4-FFF2-40B4-BE49-F238E27FC236}">
                <a16:creationId xmlns:a16="http://schemas.microsoft.com/office/drawing/2014/main" id="{D3347813-BBD3-9B4D-B4C4-CAF563726A82}"/>
              </a:ext>
            </a:extLst>
          </p:cNvPr>
          <p:cNvSpPr>
            <a:spLocks/>
          </p:cNvSpPr>
          <p:nvPr/>
        </p:nvSpPr>
        <p:spPr bwMode="auto">
          <a:xfrm>
            <a:off x="5288603" y="3554131"/>
            <a:ext cx="759619" cy="184547"/>
          </a:xfrm>
          <a:custGeom>
            <a:avLst/>
            <a:gdLst>
              <a:gd name="T0" fmla="*/ 2147483647 w 638"/>
              <a:gd name="T1" fmla="*/ 0 h 155"/>
              <a:gd name="T2" fmla="*/ 2147483647 w 638"/>
              <a:gd name="T3" fmla="*/ 2147483647 h 155"/>
              <a:gd name="T4" fmla="*/ 2147483647 w 638"/>
              <a:gd name="T5" fmla="*/ 2147483647 h 155"/>
              <a:gd name="T6" fmla="*/ 2147483647 w 638"/>
              <a:gd name="T7" fmla="*/ 2147483647 h 155"/>
              <a:gd name="T8" fmla="*/ 0 w 638"/>
              <a:gd name="T9" fmla="*/ 2147483647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Box 15">
            <a:extLst>
              <a:ext uri="{FF2B5EF4-FFF2-40B4-BE49-F238E27FC236}">
                <a16:creationId xmlns:a16="http://schemas.microsoft.com/office/drawing/2014/main" id="{36225CEE-E8B5-D342-87EF-CF5AADE6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034" y="3393396"/>
            <a:ext cx="20574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trans-oceanic link</a:t>
            </a:r>
          </a:p>
        </p:txBody>
      </p:sp>
      <p:sp>
        <p:nvSpPr>
          <p:cNvPr id="79" name="TextBox 1">
            <a:extLst>
              <a:ext uri="{FF2B5EF4-FFF2-40B4-BE49-F238E27FC236}">
                <a16:creationId xmlns:a16="http://schemas.microsoft.com/office/drawing/2014/main" id="{5B7BE9BA-BD29-2540-9F9F-541887F31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78" y="5551999"/>
            <a:ext cx="494032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350" dirty="0">
                <a:solidFill>
                  <a:prstClr val="black"/>
                </a:solidFill>
                <a:latin typeface="Calibri" panose="020F0502020204030204"/>
              </a:rPr>
              <a:t>* Do some traceroutes from exotic countries at </a:t>
            </a:r>
            <a:r>
              <a:rPr lang="en-US" altLang="en-US" sz="1350" dirty="0" err="1">
                <a:solidFill>
                  <a:prstClr val="black"/>
                </a:solidFill>
                <a:latin typeface="Calibri" panose="020F0502020204030204"/>
              </a:rPr>
              <a:t>www.traceroute.org</a:t>
            </a:r>
            <a:endParaRPr lang="en-US" alt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461E9B9B-D89F-E045-903F-E4B91E6B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284" y="3923579"/>
            <a:ext cx="2057400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looks like delays </a:t>
            </a:r>
            <a:r>
              <a:rPr lang="en-US" altLang="en-US" sz="1500" i="1" dirty="0">
                <a:solidFill>
                  <a:srgbClr val="CC0000"/>
                </a:solidFill>
                <a:latin typeface="Calibri" panose="020F0502020204030204"/>
              </a:rPr>
              <a:t>decrease</a:t>
            </a: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! Why?</a:t>
            </a:r>
          </a:p>
        </p:txBody>
      </p:sp>
      <p:sp>
        <p:nvSpPr>
          <p:cNvPr id="19" name="Text Box 7">
            <a:extLst>
              <a:ext uri="{FF2B5EF4-FFF2-40B4-BE49-F238E27FC236}">
                <a16:creationId xmlns:a16="http://schemas.microsoft.com/office/drawing/2014/main" id="{3C3101AA-04AC-604D-B1DD-586ADCDA2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675" y="2586374"/>
            <a:ext cx="3064569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3 delay measurements</a:t>
            </a:r>
          </a:p>
          <a:p>
            <a:pPr defTabSz="685800">
              <a:lnSpc>
                <a:spcPct val="85000"/>
              </a:lnSpc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/>
              </a:rPr>
              <a:t>to </a:t>
            </a:r>
            <a:r>
              <a:rPr lang="en-US" altLang="en-US" sz="1350" dirty="0">
                <a:solidFill>
                  <a:srgbClr val="CC0000"/>
                </a:solidFill>
                <a:latin typeface="Calibri" panose="020F0502020204030204"/>
              </a:rPr>
              <a:t>border1-rt-fa5-1-0.gw.umass.edu </a:t>
            </a:r>
            <a:endParaRPr lang="en-US" altLang="en-US" sz="1500" dirty="0">
              <a:solidFill>
                <a:srgbClr val="CC0000"/>
              </a:solidFill>
              <a:latin typeface="Calibri" panose="020F0502020204030204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144341-821E-C445-8967-E53F584FFF2F}"/>
              </a:ext>
            </a:extLst>
          </p:cNvPr>
          <p:cNvCxnSpPr/>
          <p:nvPr/>
        </p:nvCxnSpPr>
        <p:spPr>
          <a:xfrm flipH="1">
            <a:off x="6102105" y="2801071"/>
            <a:ext cx="55422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545969-F2B6-3640-A5C7-754982F63617}"/>
              </a:ext>
            </a:extLst>
          </p:cNvPr>
          <p:cNvCxnSpPr/>
          <p:nvPr/>
        </p:nvCxnSpPr>
        <p:spPr>
          <a:xfrm flipH="1">
            <a:off x="6102105" y="4143534"/>
            <a:ext cx="55422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945742-6EAA-EB4A-8286-39E218644BBB}"/>
              </a:ext>
            </a:extLst>
          </p:cNvPr>
          <p:cNvCxnSpPr>
            <a:cxnSpLocks/>
          </p:cNvCxnSpPr>
          <p:nvPr/>
        </p:nvCxnSpPr>
        <p:spPr>
          <a:xfrm flipH="1">
            <a:off x="1848157" y="5050387"/>
            <a:ext cx="75539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6CE76B-0913-694C-A88F-94E62A67C5D4}"/>
              </a:ext>
            </a:extLst>
          </p:cNvPr>
          <p:cNvCxnSpPr>
            <a:cxnSpLocks/>
          </p:cNvCxnSpPr>
          <p:nvPr/>
        </p:nvCxnSpPr>
        <p:spPr>
          <a:xfrm flipH="1">
            <a:off x="3826515" y="2288496"/>
            <a:ext cx="384009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264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26EB-D71B-840D-E40F-12AB64A0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47CBF85-4149-0A95-3102-CE31432DD702}"/>
              </a:ext>
            </a:extLst>
          </p:cNvPr>
          <p:cNvGrpSpPr/>
          <p:nvPr/>
        </p:nvGrpSpPr>
        <p:grpSpPr>
          <a:xfrm>
            <a:off x="3413603" y="4131147"/>
            <a:ext cx="1097703" cy="552930"/>
            <a:chOff x="7493876" y="2774731"/>
            <a:chExt cx="1481958" cy="894622"/>
          </a:xfrm>
        </p:grpSpPr>
        <p:sp>
          <p:nvSpPr>
            <p:cNvPr id="61" name="Freeform 109">
              <a:extLst>
                <a:ext uri="{FF2B5EF4-FFF2-40B4-BE49-F238E27FC236}">
                  <a16:creationId xmlns:a16="http://schemas.microsoft.com/office/drawing/2014/main" id="{9368F6F2-45F7-BB6A-805D-CBFFA54D090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EF2D21B-3224-5136-6615-AAE6387CED8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D1172B7-4BD7-2896-3E11-D036F33253D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" name="Freeform 112">
                <a:extLst>
                  <a:ext uri="{FF2B5EF4-FFF2-40B4-BE49-F238E27FC236}">
                    <a16:creationId xmlns:a16="http://schemas.microsoft.com/office/drawing/2014/main" id="{8F7E709B-553D-FC84-B0CC-713B52884EF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Freeform 113">
                <a:extLst>
                  <a:ext uri="{FF2B5EF4-FFF2-40B4-BE49-F238E27FC236}">
                    <a16:creationId xmlns:a16="http://schemas.microsoft.com/office/drawing/2014/main" id="{2AB09A73-2D88-8E57-DAE3-B3025967BDB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" name="Freeform 114">
                <a:extLst>
                  <a:ext uri="{FF2B5EF4-FFF2-40B4-BE49-F238E27FC236}">
                    <a16:creationId xmlns:a16="http://schemas.microsoft.com/office/drawing/2014/main" id="{7EE1B616-D9B3-7E9B-60B8-E6173A9F1AC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7" name="Freeform 115">
                <a:extLst>
                  <a:ext uri="{FF2B5EF4-FFF2-40B4-BE49-F238E27FC236}">
                    <a16:creationId xmlns:a16="http://schemas.microsoft.com/office/drawing/2014/main" id="{CDD1EAE5-01D6-0FF8-8A03-B790AADF810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68" name="Rectangle 3">
            <a:extLst>
              <a:ext uri="{FF2B5EF4-FFF2-40B4-BE49-F238E27FC236}">
                <a16:creationId xmlns:a16="http://schemas.microsoft.com/office/drawing/2014/main" id="{E8C3ECD2-C004-E7A0-8D83-F6266A853A3B}"/>
              </a:ext>
            </a:extLst>
          </p:cNvPr>
          <p:cNvSpPr txBox="1">
            <a:spLocks noChangeArrowheads="1"/>
          </p:cNvSpPr>
          <p:nvPr/>
        </p:nvSpPr>
        <p:spPr>
          <a:xfrm>
            <a:off x="731714" y="1997365"/>
            <a:ext cx="7661173" cy="53950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queue (aka buffer) preceding link in buffer has finite capacity</a:t>
            </a:r>
          </a:p>
        </p:txBody>
      </p:sp>
      <p:sp>
        <p:nvSpPr>
          <p:cNvPr id="69" name="Rectangle 7">
            <a:extLst>
              <a:ext uri="{FF2B5EF4-FFF2-40B4-BE49-F238E27FC236}">
                <a16:creationId xmlns:a16="http://schemas.microsoft.com/office/drawing/2014/main" id="{046F0E75-B7EB-4910-F28A-CFA8029FF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007" y="4318085"/>
            <a:ext cx="898922" cy="197644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70" name="Line 23">
            <a:extLst>
              <a:ext uri="{FF2B5EF4-FFF2-40B4-BE49-F238E27FC236}">
                <a16:creationId xmlns:a16="http://schemas.microsoft.com/office/drawing/2014/main" id="{CC975456-1F80-5B15-5F6C-045328072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894" y="4143063"/>
            <a:ext cx="523875" cy="25003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1" name="Line 24">
            <a:extLst>
              <a:ext uri="{FF2B5EF4-FFF2-40B4-BE49-F238E27FC236}">
                <a16:creationId xmlns:a16="http://schemas.microsoft.com/office/drawing/2014/main" id="{7A0F9CFF-4614-B353-09B3-6A55D2D558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6588" y="4438338"/>
            <a:ext cx="308372" cy="3940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2" name="Line 25">
            <a:extLst>
              <a:ext uri="{FF2B5EF4-FFF2-40B4-BE49-F238E27FC236}">
                <a16:creationId xmlns:a16="http://schemas.microsoft.com/office/drawing/2014/main" id="{36FE8737-0795-B6C1-F316-523A10BED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4357" y="4440719"/>
            <a:ext cx="1450181" cy="714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3" name="Rectangle 28">
            <a:extLst>
              <a:ext uri="{FF2B5EF4-FFF2-40B4-BE49-F238E27FC236}">
                <a16:creationId xmlns:a16="http://schemas.microsoft.com/office/drawing/2014/main" id="{5390FF6E-7CBD-D828-701D-32CA32941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3729" y="4290700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76" name="Rectangle 29">
            <a:extLst>
              <a:ext uri="{FF2B5EF4-FFF2-40B4-BE49-F238E27FC236}">
                <a16:creationId xmlns:a16="http://schemas.microsoft.com/office/drawing/2014/main" id="{2466CCF2-4FD6-8B47-27C5-789B6DEFF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5" y="4344279"/>
            <a:ext cx="110729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77" name="Rectangle 30">
            <a:extLst>
              <a:ext uri="{FF2B5EF4-FFF2-40B4-BE49-F238E27FC236}">
                <a16:creationId xmlns:a16="http://schemas.microsoft.com/office/drawing/2014/main" id="{6B2E704B-B16D-AE0B-5EA4-F7E81FA51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769" y="4344279"/>
            <a:ext cx="110729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78" name="Text Box 35">
            <a:extLst>
              <a:ext uri="{FF2B5EF4-FFF2-40B4-BE49-F238E27FC236}">
                <a16:creationId xmlns:a16="http://schemas.microsoft.com/office/drawing/2014/main" id="{CDDAEE82-67AE-9821-9D53-65521BD9D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897" y="3789447"/>
            <a:ext cx="317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6600"/>
                </a:solidFill>
                <a:latin typeface="Calibri" panose="020F0502020204030204"/>
                <a:cs typeface="Arial"/>
              </a:rPr>
              <a:t>A</a:t>
            </a:r>
          </a:p>
        </p:txBody>
      </p:sp>
      <p:sp>
        <p:nvSpPr>
          <p:cNvPr id="79" name="Text Box 36">
            <a:extLst>
              <a:ext uri="{FF2B5EF4-FFF2-40B4-BE49-F238E27FC236}">
                <a16:creationId xmlns:a16="http://schemas.microsoft.com/office/drawing/2014/main" id="{C67E467A-AAE8-5907-9FD2-03C4DE479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404" y="4528825"/>
            <a:ext cx="3097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99"/>
                </a:solidFill>
                <a:latin typeface="Calibri" panose="020F0502020204030204"/>
                <a:cs typeface="Arial"/>
              </a:rPr>
              <a:t>B</a:t>
            </a:r>
          </a:p>
        </p:txBody>
      </p:sp>
      <p:sp>
        <p:nvSpPr>
          <p:cNvPr id="80" name="Text Box 40">
            <a:extLst>
              <a:ext uri="{FF2B5EF4-FFF2-40B4-BE49-F238E27FC236}">
                <a16:creationId xmlns:a16="http://schemas.microsoft.com/office/drawing/2014/main" id="{6FB313F1-66A3-46BB-BABB-A06EE5F0E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925" y="3721581"/>
            <a:ext cx="2133982" cy="281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packet being transmitted</a:t>
            </a:r>
          </a:p>
        </p:txBody>
      </p:sp>
      <p:sp>
        <p:nvSpPr>
          <p:cNvPr id="81" name="Line 41">
            <a:extLst>
              <a:ext uri="{FF2B5EF4-FFF2-40B4-BE49-F238E27FC236}">
                <a16:creationId xmlns:a16="http://schemas.microsoft.com/office/drawing/2014/main" id="{7CA8C323-4A6A-67F8-751B-86EE3D4F7053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406504" y="3940656"/>
            <a:ext cx="510778" cy="4238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2" name="Rectangle 56">
            <a:extLst>
              <a:ext uri="{FF2B5EF4-FFF2-40B4-BE49-F238E27FC236}">
                <a16:creationId xmlns:a16="http://schemas.microsoft.com/office/drawing/2014/main" id="{24D080D5-DC4C-1411-3228-EE9CB97AE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691" y="4343088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83" name="Rectangle 57">
            <a:extLst>
              <a:ext uri="{FF2B5EF4-FFF2-40B4-BE49-F238E27FC236}">
                <a16:creationId xmlns:a16="http://schemas.microsoft.com/office/drawing/2014/main" id="{9151792D-7A64-8F9E-427C-162C7B011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248" y="4345469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84" name="Rectangle 58">
            <a:extLst>
              <a:ext uri="{FF2B5EF4-FFF2-40B4-BE49-F238E27FC236}">
                <a16:creationId xmlns:a16="http://schemas.microsoft.com/office/drawing/2014/main" id="{86D8CAF8-A135-2658-FBA6-C37DB322A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423" y="4343088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85" name="Rectangle 59">
            <a:extLst>
              <a:ext uri="{FF2B5EF4-FFF2-40B4-BE49-F238E27FC236}">
                <a16:creationId xmlns:a16="http://schemas.microsoft.com/office/drawing/2014/main" id="{A870E199-9229-277E-E497-5B7DECD2F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7" y="4343088"/>
            <a:ext cx="110729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86" name="Rectangle 61">
            <a:extLst>
              <a:ext uri="{FF2B5EF4-FFF2-40B4-BE49-F238E27FC236}">
                <a16:creationId xmlns:a16="http://schemas.microsoft.com/office/drawing/2014/main" id="{72AF8AB1-1DE3-3C0D-29CA-4F863DBC6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2" y="4344279"/>
            <a:ext cx="110729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87" name="Rectangle 62">
            <a:extLst>
              <a:ext uri="{FF2B5EF4-FFF2-40B4-BE49-F238E27FC236}">
                <a16:creationId xmlns:a16="http://schemas.microsoft.com/office/drawing/2014/main" id="{E1D5DA1D-C357-360C-026C-251322A4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8532" y="4326419"/>
            <a:ext cx="878681" cy="18216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CC0000"/>
              </a:solidFill>
              <a:cs typeface="Arial"/>
            </a:endParaRPr>
          </a:p>
        </p:txBody>
      </p:sp>
      <p:sp>
        <p:nvSpPr>
          <p:cNvPr id="88" name="Text Box 65">
            <a:extLst>
              <a:ext uri="{FF2B5EF4-FFF2-40B4-BE49-F238E27FC236}">
                <a16:creationId xmlns:a16="http://schemas.microsoft.com/office/drawing/2014/main" id="{3DFB7606-919F-FD21-CDB5-4604F47C6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460" y="3585850"/>
            <a:ext cx="1258743" cy="466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 </a:t>
            </a:r>
          </a:p>
          <a:p>
            <a:pPr algn="ctr" defTabSz="6858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(waiting area)</a:t>
            </a:r>
          </a:p>
        </p:txBody>
      </p:sp>
      <p:sp>
        <p:nvSpPr>
          <p:cNvPr id="89" name="Line 66">
            <a:extLst>
              <a:ext uri="{FF2B5EF4-FFF2-40B4-BE49-F238E27FC236}">
                <a16:creationId xmlns:a16="http://schemas.microsoft.com/office/drawing/2014/main" id="{D9062FD7-D2FC-8A73-F4C3-CF5777B05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8544" y="4041860"/>
            <a:ext cx="0" cy="250031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90" name="Group 48">
            <a:extLst>
              <a:ext uri="{FF2B5EF4-FFF2-40B4-BE49-F238E27FC236}">
                <a16:creationId xmlns:a16="http://schemas.microsoft.com/office/drawing/2014/main" id="{49178CC9-B94C-1F39-40D5-5D3746EE86CC}"/>
              </a:ext>
            </a:extLst>
          </p:cNvPr>
          <p:cNvGrpSpPr>
            <a:grpSpLocks/>
          </p:cNvGrpSpPr>
          <p:nvPr/>
        </p:nvGrpSpPr>
        <p:grpSpPr bwMode="auto">
          <a:xfrm>
            <a:off x="2355056" y="3804926"/>
            <a:ext cx="615554" cy="516731"/>
            <a:chOff x="-44" y="1473"/>
            <a:chExt cx="981" cy="1105"/>
          </a:xfrm>
        </p:grpSpPr>
        <p:pic>
          <p:nvPicPr>
            <p:cNvPr id="91" name="Picture 49" descr="desktop_computer_stylized_medium">
              <a:extLst>
                <a:ext uri="{FF2B5EF4-FFF2-40B4-BE49-F238E27FC236}">
                  <a16:creationId xmlns:a16="http://schemas.microsoft.com/office/drawing/2014/main" id="{A061438B-556B-1CEA-A181-5CF33A21AE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Freeform 50">
              <a:extLst>
                <a:ext uri="{FF2B5EF4-FFF2-40B4-BE49-F238E27FC236}">
                  <a16:creationId xmlns:a16="http://schemas.microsoft.com/office/drawing/2014/main" id="{9945A8C9-7B09-26E0-F1E9-3B20E65EFCC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93" name="Group 51">
            <a:extLst>
              <a:ext uri="{FF2B5EF4-FFF2-40B4-BE49-F238E27FC236}">
                <a16:creationId xmlns:a16="http://schemas.microsoft.com/office/drawing/2014/main" id="{3115FBA6-1760-5D51-7292-9BDEF05D17EA}"/>
              </a:ext>
            </a:extLst>
          </p:cNvPr>
          <p:cNvGrpSpPr>
            <a:grpSpLocks/>
          </p:cNvGrpSpPr>
          <p:nvPr/>
        </p:nvGrpSpPr>
        <p:grpSpPr bwMode="auto">
          <a:xfrm>
            <a:off x="2601516" y="4547876"/>
            <a:ext cx="615553" cy="516731"/>
            <a:chOff x="-44" y="1473"/>
            <a:chExt cx="981" cy="1105"/>
          </a:xfrm>
        </p:grpSpPr>
        <p:pic>
          <p:nvPicPr>
            <p:cNvPr id="94" name="Picture 52" descr="desktop_computer_stylized_medium">
              <a:extLst>
                <a:ext uri="{FF2B5EF4-FFF2-40B4-BE49-F238E27FC236}">
                  <a16:creationId xmlns:a16="http://schemas.microsoft.com/office/drawing/2014/main" id="{57BAE31B-CB50-DF49-6B9F-23A4D7D839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53">
              <a:extLst>
                <a:ext uri="{FF2B5EF4-FFF2-40B4-BE49-F238E27FC236}">
                  <a16:creationId xmlns:a16="http://schemas.microsoft.com/office/drawing/2014/main" id="{A5209C01-F8C1-8707-B2E7-C4FE2E7217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96" name="TextBox 1">
            <a:extLst>
              <a:ext uri="{FF2B5EF4-FFF2-40B4-BE49-F238E27FC236}">
                <a16:creationId xmlns:a16="http://schemas.microsoft.com/office/drawing/2014/main" id="{C897CB74-804B-5590-B1DD-B057DB827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606" y="5539479"/>
            <a:ext cx="554241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solidFill>
                  <a:srgbClr val="000000"/>
                </a:solidFill>
                <a:latin typeface="Calibri" panose="020F0502020204030204"/>
                <a:cs typeface="Arial"/>
              </a:rPr>
              <a:t>* Check out the Java applet for an interactive animation on queuing and loss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32947E-E69A-4ED0-3BD1-93DF7606D920}"/>
              </a:ext>
            </a:extLst>
          </p:cNvPr>
          <p:cNvGrpSpPr/>
          <p:nvPr/>
        </p:nvGrpSpPr>
        <p:grpSpPr>
          <a:xfrm>
            <a:off x="728992" y="2354075"/>
            <a:ext cx="7661173" cy="2926781"/>
            <a:chOff x="971989" y="1867073"/>
            <a:chExt cx="10214897" cy="3902375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53EA310-A558-70CE-C2A6-E582F5092BA9}"/>
                </a:ext>
              </a:extLst>
            </p:cNvPr>
            <p:cNvGrpSpPr/>
            <p:nvPr/>
          </p:nvGrpSpPr>
          <p:grpSpPr>
            <a:xfrm>
              <a:off x="4381500" y="4714353"/>
              <a:ext cx="2930356" cy="1055095"/>
              <a:chOff x="4381500" y="4714353"/>
              <a:chExt cx="2930356" cy="1055095"/>
            </a:xfrm>
          </p:grpSpPr>
          <p:sp>
            <p:nvSpPr>
              <p:cNvPr id="100" name="Rectangle 31">
                <a:extLst>
                  <a:ext uri="{FF2B5EF4-FFF2-40B4-BE49-F238E27FC236}">
                    <a16:creationId xmlns:a16="http://schemas.microsoft.com/office/drawing/2014/main" id="{A1537C82-1499-12AA-B665-B41F840A0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1663" y="4868340"/>
                <a:ext cx="147637" cy="200025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CC0000"/>
                  </a:solidFill>
                  <a:cs typeface="Arial"/>
                </a:endParaRPr>
              </a:p>
            </p:txBody>
          </p:sp>
          <p:sp>
            <p:nvSpPr>
              <p:cNvPr id="101" name="Line 33">
                <a:extLst>
                  <a:ext uri="{FF2B5EF4-FFF2-40B4-BE49-F238E27FC236}">
                    <a16:creationId xmlns:a16="http://schemas.microsoft.com/office/drawing/2014/main" id="{781569AE-0AAD-84F6-0EEF-1E69151744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1500" y="4714353"/>
                <a:ext cx="106363" cy="1460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2" name="Line 63">
                <a:extLst>
                  <a:ext uri="{FF2B5EF4-FFF2-40B4-BE49-F238E27FC236}">
                    <a16:creationId xmlns:a16="http://schemas.microsoft.com/office/drawing/2014/main" id="{3B8445B7-3240-500B-445A-1E6B24154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4638675" y="4988990"/>
                <a:ext cx="687388" cy="3317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3" name="Text Box 64">
                <a:extLst>
                  <a:ext uri="{FF2B5EF4-FFF2-40B4-BE49-F238E27FC236}">
                    <a16:creationId xmlns:a16="http://schemas.microsoft.com/office/drawing/2014/main" id="{5AAD1A9F-F5DC-3754-1C2B-9A349794D3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54625" y="5147740"/>
                <a:ext cx="2057231" cy="6217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500" dirty="0">
                    <a:solidFill>
                      <a:srgbClr val="CC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packet arriving to</a:t>
                </a:r>
              </a:p>
              <a:p>
                <a:pPr defTabSz="685800"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500" dirty="0">
                    <a:solidFill>
                      <a:srgbClr val="CC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full buffer is </a:t>
                </a:r>
                <a:r>
                  <a:rPr lang="en-US" altLang="en-US" sz="1500" i="1" dirty="0">
                    <a:solidFill>
                      <a:srgbClr val="CC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lost</a:t>
                </a:r>
              </a:p>
            </p:txBody>
          </p:sp>
        </p:grpSp>
        <p:sp>
          <p:nvSpPr>
            <p:cNvPr id="99" name="Rectangle 3">
              <a:extLst>
                <a:ext uri="{FF2B5EF4-FFF2-40B4-BE49-F238E27FC236}">
                  <a16:creationId xmlns:a16="http://schemas.microsoft.com/office/drawing/2014/main" id="{7FFD9BF4-6099-F351-AE67-66175AF9C6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1989" y="1867073"/>
              <a:ext cx="10214897" cy="2117981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5504" indent="-215504" defTabSz="685800">
                <a:spcBef>
                  <a:spcPts val="750"/>
                </a:spcBef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packet arriving to full queue dropped (aka lost)</a:t>
              </a:r>
            </a:p>
            <a:p>
              <a:pPr marL="215504" indent="-215504" defTabSz="685800">
                <a:spcBef>
                  <a:spcPts val="750"/>
                </a:spcBef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lost packet may be retransmitted by previous node, by source end system, or not at all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81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26EB-D71B-840D-E40F-12AB64A0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Line 321">
            <a:extLst>
              <a:ext uri="{FF2B5EF4-FFF2-40B4-BE49-F238E27FC236}">
                <a16:creationId xmlns:a16="http://schemas.microsoft.com/office/drawing/2014/main" id="{B27BC744-EA5E-6FC5-404E-D2EDD4FBD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3585" y="4454061"/>
            <a:ext cx="473749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5AF6E8-FCAB-113C-BCCA-3FBD64F6ECCE}"/>
              </a:ext>
            </a:extLst>
          </p:cNvPr>
          <p:cNvGrpSpPr/>
          <p:nvPr/>
        </p:nvGrpSpPr>
        <p:grpSpPr>
          <a:xfrm>
            <a:off x="3413603" y="4171417"/>
            <a:ext cx="1097703" cy="552930"/>
            <a:chOff x="7493876" y="2774731"/>
            <a:chExt cx="1481958" cy="894622"/>
          </a:xfrm>
        </p:grpSpPr>
        <p:sp>
          <p:nvSpPr>
            <p:cNvPr id="7" name="Freeform 307">
              <a:extLst>
                <a:ext uri="{FF2B5EF4-FFF2-40B4-BE49-F238E27FC236}">
                  <a16:creationId xmlns:a16="http://schemas.microsoft.com/office/drawing/2014/main" id="{ED1342A4-54A8-87B7-2813-223A030100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A48AB88-2F5A-FF55-E2EE-548820BED3E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BD30734-29B3-803E-3937-A56788A5A05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" name="Freeform 310">
                <a:extLst>
                  <a:ext uri="{FF2B5EF4-FFF2-40B4-BE49-F238E27FC236}">
                    <a16:creationId xmlns:a16="http://schemas.microsoft.com/office/drawing/2014/main" id="{34F3FAAF-97B3-8C10-9B61-B01C2E9982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" name="Freeform 311">
                <a:extLst>
                  <a:ext uri="{FF2B5EF4-FFF2-40B4-BE49-F238E27FC236}">
                    <a16:creationId xmlns:a16="http://schemas.microsoft.com/office/drawing/2014/main" id="{EA23AC94-94A7-9D67-C028-09BA362582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" name="Freeform 312">
                <a:extLst>
                  <a:ext uri="{FF2B5EF4-FFF2-40B4-BE49-F238E27FC236}">
                    <a16:creationId xmlns:a16="http://schemas.microsoft.com/office/drawing/2014/main" id="{E3974327-C215-3F01-CACB-2FF4653DFDD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Freeform 313">
                <a:extLst>
                  <a:ext uri="{FF2B5EF4-FFF2-40B4-BE49-F238E27FC236}">
                    <a16:creationId xmlns:a16="http://schemas.microsoft.com/office/drawing/2014/main" id="{B46A4A01-C2B1-3398-D9D2-9C2C51DB7B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5B803B59-132E-786F-2C84-F4F807730E14}"/>
              </a:ext>
            </a:extLst>
          </p:cNvPr>
          <p:cNvSpPr txBox="1">
            <a:spLocks noChangeArrowheads="1"/>
          </p:cNvSpPr>
          <p:nvPr/>
        </p:nvSpPr>
        <p:spPr>
          <a:xfrm>
            <a:off x="741760" y="2113060"/>
            <a:ext cx="8230353" cy="133469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throughput: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rate (bits/time unit) at which bits are being sent from sender to receiver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Arial" panose="020B0604020202020204" pitchFamily="34" charset="0"/>
              </a:rPr>
              <a:t>instantaneous: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 rate at given point in time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Arial" panose="020B0604020202020204" pitchFamily="34" charset="0"/>
              </a:rPr>
              <a:t>average: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 rate over longer period of time</a:t>
            </a:r>
          </a:p>
        </p:txBody>
      </p:sp>
      <p:sp>
        <p:nvSpPr>
          <p:cNvPr id="15" name="AutoShape 327">
            <a:extLst>
              <a:ext uri="{FF2B5EF4-FFF2-40B4-BE49-F238E27FC236}">
                <a16:creationId xmlns:a16="http://schemas.microsoft.com/office/drawing/2014/main" id="{EA0D8AE0-AC0A-0B3F-6149-518C75C92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003" y="3804926"/>
            <a:ext cx="375047" cy="435769"/>
          </a:xfrm>
          <a:prstGeom prst="can">
            <a:avLst>
              <a:gd name="adj" fmla="val 23491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Times New Roman" panose="02020603050405020304" pitchFamily="18" charset="0"/>
              <a:cs typeface="Arial"/>
            </a:endParaRPr>
          </a:p>
        </p:txBody>
      </p:sp>
      <p:grpSp>
        <p:nvGrpSpPr>
          <p:cNvPr id="16" name="Group 64">
            <a:extLst>
              <a:ext uri="{FF2B5EF4-FFF2-40B4-BE49-F238E27FC236}">
                <a16:creationId xmlns:a16="http://schemas.microsoft.com/office/drawing/2014/main" id="{6E1E11D4-75B5-C8A7-6B08-80652D09DE9E}"/>
              </a:ext>
            </a:extLst>
          </p:cNvPr>
          <p:cNvGrpSpPr>
            <a:grpSpLocks/>
          </p:cNvGrpSpPr>
          <p:nvPr/>
        </p:nvGrpSpPr>
        <p:grpSpPr bwMode="auto">
          <a:xfrm>
            <a:off x="1903541" y="4109971"/>
            <a:ext cx="264319" cy="657225"/>
            <a:chOff x="4140" y="429"/>
            <a:chExt cx="1425" cy="2396"/>
          </a:xfrm>
        </p:grpSpPr>
        <p:sp>
          <p:nvSpPr>
            <p:cNvPr id="17" name="Freeform 65">
              <a:extLst>
                <a:ext uri="{FF2B5EF4-FFF2-40B4-BE49-F238E27FC236}">
                  <a16:creationId xmlns:a16="http://schemas.microsoft.com/office/drawing/2014/main" id="{8A18283F-7C28-340E-BACE-4E7CBCD7A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0B9A2DE9-1F6B-1D67-5655-B4557F102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19" name="Freeform 67">
              <a:extLst>
                <a:ext uri="{FF2B5EF4-FFF2-40B4-BE49-F238E27FC236}">
                  <a16:creationId xmlns:a16="http://schemas.microsoft.com/office/drawing/2014/main" id="{058321BE-1BAB-165B-0F32-5652EFE98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0" name="Freeform 68">
              <a:extLst>
                <a:ext uri="{FF2B5EF4-FFF2-40B4-BE49-F238E27FC236}">
                  <a16:creationId xmlns:a16="http://schemas.microsoft.com/office/drawing/2014/main" id="{A1663D05-3163-7D36-4A8D-659FF2B8C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" name="Rectangle 69">
              <a:extLst>
                <a:ext uri="{FF2B5EF4-FFF2-40B4-BE49-F238E27FC236}">
                  <a16:creationId xmlns:a16="http://schemas.microsoft.com/office/drawing/2014/main" id="{BDB95DFD-0FB3-2137-1E4C-D8E0233E3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grpSp>
          <p:nvGrpSpPr>
            <p:cNvPr id="22" name="Group 70">
              <a:extLst>
                <a:ext uri="{FF2B5EF4-FFF2-40B4-BE49-F238E27FC236}">
                  <a16:creationId xmlns:a16="http://schemas.microsoft.com/office/drawing/2014/main" id="{098A988B-3291-CD53-408D-F2C6A76A0B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7" name="AutoShape 71">
                <a:extLst>
                  <a:ext uri="{FF2B5EF4-FFF2-40B4-BE49-F238E27FC236}">
                    <a16:creationId xmlns:a16="http://schemas.microsoft.com/office/drawing/2014/main" id="{48D8E506-24E7-CEBE-575C-F2B0299FE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cs typeface="Arial"/>
                </a:endParaRPr>
              </a:p>
            </p:txBody>
          </p:sp>
          <p:sp>
            <p:nvSpPr>
              <p:cNvPr id="48" name="AutoShape 72">
                <a:extLst>
                  <a:ext uri="{FF2B5EF4-FFF2-40B4-BE49-F238E27FC236}">
                    <a16:creationId xmlns:a16="http://schemas.microsoft.com/office/drawing/2014/main" id="{098D3687-A4DB-40BE-8776-FE4ACDE89F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cs typeface="Arial"/>
                </a:endParaRPr>
              </a:p>
            </p:txBody>
          </p:sp>
        </p:grpSp>
        <p:sp>
          <p:nvSpPr>
            <p:cNvPr id="23" name="Rectangle 73">
              <a:extLst>
                <a:ext uri="{FF2B5EF4-FFF2-40B4-BE49-F238E27FC236}">
                  <a16:creationId xmlns:a16="http://schemas.microsoft.com/office/drawing/2014/main" id="{D9CCEC8D-1E5C-3C4D-37E8-925D12E4B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grpSp>
          <p:nvGrpSpPr>
            <p:cNvPr id="24" name="Group 74">
              <a:extLst>
                <a:ext uri="{FF2B5EF4-FFF2-40B4-BE49-F238E27FC236}">
                  <a16:creationId xmlns:a16="http://schemas.microsoft.com/office/drawing/2014/main" id="{3979167B-5835-56E7-E572-25F9F63D4C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" name="AutoShape 75">
                <a:extLst>
                  <a:ext uri="{FF2B5EF4-FFF2-40B4-BE49-F238E27FC236}">
                    <a16:creationId xmlns:a16="http://schemas.microsoft.com/office/drawing/2014/main" id="{61564388-56D6-0393-6F32-D6D4F928C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cs typeface="Arial"/>
                </a:endParaRPr>
              </a:p>
            </p:txBody>
          </p:sp>
          <p:sp>
            <p:nvSpPr>
              <p:cNvPr id="46" name="AutoShape 76">
                <a:extLst>
                  <a:ext uri="{FF2B5EF4-FFF2-40B4-BE49-F238E27FC236}">
                    <a16:creationId xmlns:a16="http://schemas.microsoft.com/office/drawing/2014/main" id="{EBFE310D-BB7A-CDC9-9B7D-041EEFA3C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cs typeface="Arial"/>
                </a:endParaRPr>
              </a:p>
            </p:txBody>
          </p:sp>
        </p:grpSp>
        <p:sp>
          <p:nvSpPr>
            <p:cNvPr id="25" name="Rectangle 77">
              <a:extLst>
                <a:ext uri="{FF2B5EF4-FFF2-40B4-BE49-F238E27FC236}">
                  <a16:creationId xmlns:a16="http://schemas.microsoft.com/office/drawing/2014/main" id="{A2A13710-7A9B-58E8-506D-F3DC39A83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26" name="Rectangle 78">
              <a:extLst>
                <a:ext uri="{FF2B5EF4-FFF2-40B4-BE49-F238E27FC236}">
                  <a16:creationId xmlns:a16="http://schemas.microsoft.com/office/drawing/2014/main" id="{B6703946-C4A4-B4DA-1F41-A28202FB1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grpSp>
          <p:nvGrpSpPr>
            <p:cNvPr id="27" name="Group 79">
              <a:extLst>
                <a:ext uri="{FF2B5EF4-FFF2-40B4-BE49-F238E27FC236}">
                  <a16:creationId xmlns:a16="http://schemas.microsoft.com/office/drawing/2014/main" id="{6844CCDD-34BD-2BF0-577A-97BE4A5911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" name="AutoShape 80">
                <a:extLst>
                  <a:ext uri="{FF2B5EF4-FFF2-40B4-BE49-F238E27FC236}">
                    <a16:creationId xmlns:a16="http://schemas.microsoft.com/office/drawing/2014/main" id="{19F04DAE-733B-F564-38FD-F2C36A61D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cs typeface="Arial"/>
                </a:endParaRPr>
              </a:p>
            </p:txBody>
          </p:sp>
          <p:sp>
            <p:nvSpPr>
              <p:cNvPr id="44" name="AutoShape 81">
                <a:extLst>
                  <a:ext uri="{FF2B5EF4-FFF2-40B4-BE49-F238E27FC236}">
                    <a16:creationId xmlns:a16="http://schemas.microsoft.com/office/drawing/2014/main" id="{881E0132-73FF-D406-1676-D2D68F00E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cs typeface="Arial"/>
                </a:endParaRPr>
              </a:p>
            </p:txBody>
          </p:sp>
        </p:grpSp>
        <p:sp>
          <p:nvSpPr>
            <p:cNvPr id="28" name="Freeform 82">
              <a:extLst>
                <a:ext uri="{FF2B5EF4-FFF2-40B4-BE49-F238E27FC236}">
                  <a16:creationId xmlns:a16="http://schemas.microsoft.com/office/drawing/2014/main" id="{58B38C03-C02F-8F37-5A79-629B6FEFE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9" name="Group 83">
              <a:extLst>
                <a:ext uri="{FF2B5EF4-FFF2-40B4-BE49-F238E27FC236}">
                  <a16:creationId xmlns:a16="http://schemas.microsoft.com/office/drawing/2014/main" id="{951A0B77-4838-D8EF-8E9C-515E9F7CD6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" name="AutoShape 84">
                <a:extLst>
                  <a:ext uri="{FF2B5EF4-FFF2-40B4-BE49-F238E27FC236}">
                    <a16:creationId xmlns:a16="http://schemas.microsoft.com/office/drawing/2014/main" id="{C45AE3EC-FE70-9657-BB34-F04304F8E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cs typeface="Arial"/>
                </a:endParaRPr>
              </a:p>
            </p:txBody>
          </p:sp>
          <p:sp>
            <p:nvSpPr>
              <p:cNvPr id="42" name="AutoShape 85">
                <a:extLst>
                  <a:ext uri="{FF2B5EF4-FFF2-40B4-BE49-F238E27FC236}">
                    <a16:creationId xmlns:a16="http://schemas.microsoft.com/office/drawing/2014/main" id="{E67F3834-680C-DBB3-1330-510342A92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cs typeface="Arial"/>
                </a:endParaRPr>
              </a:p>
            </p:txBody>
          </p:sp>
        </p:grpSp>
        <p:sp>
          <p:nvSpPr>
            <p:cNvPr id="30" name="Rectangle 86">
              <a:extLst>
                <a:ext uri="{FF2B5EF4-FFF2-40B4-BE49-F238E27FC236}">
                  <a16:creationId xmlns:a16="http://schemas.microsoft.com/office/drawing/2014/main" id="{B250E0A5-9EBF-C292-DA29-A7DDFA2FB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31" name="Freeform 87">
              <a:extLst>
                <a:ext uri="{FF2B5EF4-FFF2-40B4-BE49-F238E27FC236}">
                  <a16:creationId xmlns:a16="http://schemas.microsoft.com/office/drawing/2014/main" id="{2212B077-8058-055B-C6AB-0A5F71B4A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2" name="Freeform 88">
              <a:extLst>
                <a:ext uri="{FF2B5EF4-FFF2-40B4-BE49-F238E27FC236}">
                  <a16:creationId xmlns:a16="http://schemas.microsoft.com/office/drawing/2014/main" id="{7A4FE490-57BF-9C6A-926D-5995A8189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3" name="Oval 89">
              <a:extLst>
                <a:ext uri="{FF2B5EF4-FFF2-40B4-BE49-F238E27FC236}">
                  <a16:creationId xmlns:a16="http://schemas.microsoft.com/office/drawing/2014/main" id="{F44223EA-A73A-32DB-CAF4-808CC6694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34" name="Freeform 90">
              <a:extLst>
                <a:ext uri="{FF2B5EF4-FFF2-40B4-BE49-F238E27FC236}">
                  <a16:creationId xmlns:a16="http://schemas.microsoft.com/office/drawing/2014/main" id="{22307556-D5B0-57CA-C1DA-C5A1D7BFD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5" name="AutoShape 91">
              <a:extLst>
                <a:ext uri="{FF2B5EF4-FFF2-40B4-BE49-F238E27FC236}">
                  <a16:creationId xmlns:a16="http://schemas.microsoft.com/office/drawing/2014/main" id="{AC9C198F-5A46-DEB9-BEA7-D098AF95D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36" name="AutoShape 92">
              <a:extLst>
                <a:ext uri="{FF2B5EF4-FFF2-40B4-BE49-F238E27FC236}">
                  <a16:creationId xmlns:a16="http://schemas.microsoft.com/office/drawing/2014/main" id="{E16CFD46-230A-AD72-1759-1ACF8C0F6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37" name="Oval 93">
              <a:extLst>
                <a:ext uri="{FF2B5EF4-FFF2-40B4-BE49-F238E27FC236}">
                  <a16:creationId xmlns:a16="http://schemas.microsoft.com/office/drawing/2014/main" id="{6E17FAD3-F21B-0531-EEF7-3446EC904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38" name="Oval 94">
              <a:extLst>
                <a:ext uri="{FF2B5EF4-FFF2-40B4-BE49-F238E27FC236}">
                  <a16:creationId xmlns:a16="http://schemas.microsoft.com/office/drawing/2014/main" id="{62F1C541-8A89-8CD0-6A67-5825DECD2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FF0000"/>
                </a:solidFill>
                <a:cs typeface="Arial"/>
              </a:endParaRPr>
            </a:p>
          </p:txBody>
        </p:sp>
        <p:sp>
          <p:nvSpPr>
            <p:cNvPr id="39" name="Oval 95">
              <a:extLst>
                <a:ext uri="{FF2B5EF4-FFF2-40B4-BE49-F238E27FC236}">
                  <a16:creationId xmlns:a16="http://schemas.microsoft.com/office/drawing/2014/main" id="{CE12EFE2-B814-9B3D-EA2D-07019D6DF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40" name="Rectangle 96">
              <a:extLst>
                <a:ext uri="{FF2B5EF4-FFF2-40B4-BE49-F238E27FC236}">
                  <a16:creationId xmlns:a16="http://schemas.microsoft.com/office/drawing/2014/main" id="{AACCA52D-B476-3DC9-14A7-7362658E6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cs typeface="Arial"/>
              </a:endParaRPr>
            </a:p>
          </p:txBody>
        </p:sp>
      </p:grpSp>
      <p:grpSp>
        <p:nvGrpSpPr>
          <p:cNvPr id="49" name="Group 61">
            <a:extLst>
              <a:ext uri="{FF2B5EF4-FFF2-40B4-BE49-F238E27FC236}">
                <a16:creationId xmlns:a16="http://schemas.microsoft.com/office/drawing/2014/main" id="{FA3FC53E-45E8-2AAE-101D-C6D389AB326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82432" y="4156405"/>
            <a:ext cx="894159" cy="878681"/>
            <a:chOff x="-44" y="1473"/>
            <a:chExt cx="981" cy="1105"/>
          </a:xfrm>
        </p:grpSpPr>
        <p:pic>
          <p:nvPicPr>
            <p:cNvPr id="50" name="Picture 62" descr="desktop_computer_stylized_medium">
              <a:extLst>
                <a:ext uri="{FF2B5EF4-FFF2-40B4-BE49-F238E27FC236}">
                  <a16:creationId xmlns:a16="http://schemas.microsoft.com/office/drawing/2014/main" id="{A1FFB6E0-B000-7DD8-0027-067B69CA12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Freeform 63">
              <a:extLst>
                <a:ext uri="{FF2B5EF4-FFF2-40B4-BE49-F238E27FC236}">
                  <a16:creationId xmlns:a16="http://schemas.microsoft.com/office/drawing/2014/main" id="{FBB2BA04-AA49-A181-83C4-E0E0AB40ED4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52" name="Text Box 325">
            <a:extLst>
              <a:ext uri="{FF2B5EF4-FFF2-40B4-BE49-F238E27FC236}">
                <a16:creationId xmlns:a16="http://schemas.microsoft.com/office/drawing/2014/main" id="{D5FD89D8-C53B-611F-CC08-2B5CC8A91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57" y="5230992"/>
            <a:ext cx="1700915" cy="800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rPr>
              <a:t>server, with</a:t>
            </a:r>
          </a:p>
          <a:p>
            <a:pPr algn="r" defTabSz="6858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rPr>
              <a:t>file of F bits </a:t>
            </a:r>
          </a:p>
          <a:p>
            <a:pPr algn="r" defTabSz="6858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rPr>
              <a:t>to send to client</a:t>
            </a:r>
          </a:p>
        </p:txBody>
      </p:sp>
      <p:sp>
        <p:nvSpPr>
          <p:cNvPr id="53" name="Text Box 328">
            <a:extLst>
              <a:ext uri="{FF2B5EF4-FFF2-40B4-BE49-F238E27FC236}">
                <a16:creationId xmlns:a16="http://schemas.microsoft.com/office/drawing/2014/main" id="{151B4989-F8C3-320A-A8D1-8819C0D90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9359" y="4795598"/>
            <a:ext cx="1340111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rPr>
              <a:t>link capacity</a:t>
            </a:r>
          </a:p>
          <a:p>
            <a:pPr algn="ctr" defTabSz="6858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rPr>
              <a:t> R</a:t>
            </a:r>
            <a:r>
              <a:rPr lang="en-US" altLang="en-US" baseline="-25000" dirty="0">
                <a:solidFill>
                  <a:srgbClr val="000000"/>
                </a:solidFill>
                <a:latin typeface="Calibri" panose="020F0502020204030204"/>
                <a:cs typeface="Arial"/>
              </a:rPr>
              <a:t>s</a:t>
            </a:r>
            <a:r>
              <a:rPr lang="en-US" altLang="en-US" sz="1800" baseline="-25000" dirty="0">
                <a:solidFill>
                  <a:srgbClr val="000000"/>
                </a:solidFill>
                <a:latin typeface="Calibri" panose="020F0502020204030204"/>
                <a:cs typeface="Arial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rPr>
              <a:t>bits/sec</a:t>
            </a:r>
          </a:p>
        </p:txBody>
      </p:sp>
      <p:sp>
        <p:nvSpPr>
          <p:cNvPr id="54" name="Text Box 329">
            <a:extLst>
              <a:ext uri="{FF2B5EF4-FFF2-40B4-BE49-F238E27FC236}">
                <a16:creationId xmlns:a16="http://schemas.microsoft.com/office/drawing/2014/main" id="{3C8676C0-65F2-F331-A7B3-CF5B773CD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9244" y="4797961"/>
            <a:ext cx="1340111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rPr>
              <a:t>link capacity</a:t>
            </a:r>
          </a:p>
          <a:p>
            <a:pPr algn="ctr" defTabSz="6858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Calibri" panose="020F0502020204030204"/>
                <a:cs typeface="Arial"/>
              </a:rPr>
              <a:t>R</a:t>
            </a:r>
            <a:r>
              <a:rPr lang="en-US" altLang="en-US" baseline="-25000" dirty="0" err="1">
                <a:solidFill>
                  <a:srgbClr val="000000"/>
                </a:solidFill>
                <a:latin typeface="Calibri" panose="020F0502020204030204"/>
                <a:cs typeface="Arial"/>
              </a:rPr>
              <a:t>c</a:t>
            </a:r>
            <a:r>
              <a:rPr lang="en-US" altLang="en-US" sz="1800" baseline="-25000" dirty="0">
                <a:solidFill>
                  <a:srgbClr val="000000"/>
                </a:solidFill>
                <a:latin typeface="Calibri" panose="020F0502020204030204"/>
                <a:cs typeface="Arial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rPr>
              <a:t>bits/sec</a:t>
            </a:r>
          </a:p>
        </p:txBody>
      </p:sp>
      <p:grpSp>
        <p:nvGrpSpPr>
          <p:cNvPr id="55" name="Group 99">
            <a:extLst>
              <a:ext uri="{FF2B5EF4-FFF2-40B4-BE49-F238E27FC236}">
                <a16:creationId xmlns:a16="http://schemas.microsoft.com/office/drawing/2014/main" id="{D4466C05-A023-AE81-3F97-A2E2650C28AD}"/>
              </a:ext>
            </a:extLst>
          </p:cNvPr>
          <p:cNvGrpSpPr>
            <a:grpSpLocks/>
          </p:cNvGrpSpPr>
          <p:nvPr/>
        </p:nvGrpSpPr>
        <p:grpSpPr bwMode="auto">
          <a:xfrm>
            <a:off x="483563" y="4826055"/>
            <a:ext cx="6787754" cy="1137047"/>
            <a:chOff x="-335" y="3658"/>
            <a:chExt cx="5701" cy="955"/>
          </a:xfrm>
        </p:grpSpPr>
        <p:sp>
          <p:nvSpPr>
            <p:cNvPr id="56" name="Text Box 353">
              <a:extLst>
                <a:ext uri="{FF2B5EF4-FFF2-40B4-BE49-F238E27FC236}">
                  <a16:creationId xmlns:a16="http://schemas.microsoft.com/office/drawing/2014/main" id="{3E5C6BC6-856F-FFEB-3397-646655AC5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35" y="3942"/>
              <a:ext cx="1461" cy="6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server sends bits 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(fluid) into pipe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 dirty="0">
                <a:solidFill>
                  <a:srgbClr val="000000"/>
                </a:solidFill>
                <a:latin typeface="Gill Sans MT" panose="020B0502020104020203" pitchFamily="34" charset="77"/>
                <a:cs typeface="Arial"/>
              </a:endParaRPr>
            </a:p>
          </p:txBody>
        </p:sp>
        <p:sp>
          <p:nvSpPr>
            <p:cNvPr id="57" name="Text Box 336">
              <a:extLst>
                <a:ext uri="{FF2B5EF4-FFF2-40B4-BE49-F238E27FC236}">
                  <a16:creationId xmlns:a16="http://schemas.microsoft.com/office/drawing/2014/main" id="{C6008300-FB6A-38BC-56F1-FEDCD518D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3661"/>
              <a:ext cx="1769" cy="6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kern="0" dirty="0">
                  <a:solidFill>
                    <a:srgbClr val="000000"/>
                  </a:solidFill>
                  <a:latin typeface="Gill Sans MT" panose="020B0502020104020203" pitchFamily="34" charset="77"/>
                  <a:cs typeface="Arial"/>
                </a:rPr>
                <a:t> </a:t>
              </a:r>
              <a:r>
                <a:rPr lang="en-US" altLang="en-US" sz="18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pipe that can carry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fluid at rate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(</a:t>
              </a:r>
              <a:r>
                <a:rPr lang="en-US" altLang="en-US" sz="1800" i="1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i="1" kern="0" baseline="-2500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s</a:t>
              </a:r>
              <a:r>
                <a:rPr lang="en-US" altLang="en-US" sz="1800" i="1" kern="0" baseline="-2500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</a:t>
              </a:r>
              <a:r>
                <a:rPr lang="en-US" altLang="en-US" sz="18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bits/sec)</a:t>
              </a:r>
            </a:p>
          </p:txBody>
        </p:sp>
        <p:sp>
          <p:nvSpPr>
            <p:cNvPr id="58" name="Text Box 346">
              <a:extLst>
                <a:ext uri="{FF2B5EF4-FFF2-40B4-BE49-F238E27FC236}">
                  <a16:creationId xmlns:a16="http://schemas.microsoft.com/office/drawing/2014/main" id="{A0D00EEE-9E78-A456-CC98-DB4E45CE0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3658"/>
              <a:ext cx="1860" cy="6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pipe that can carry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fluid at rate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i="1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(</a:t>
              </a:r>
              <a:r>
                <a:rPr lang="en-US" altLang="en-US" sz="1800" i="1" kern="0" dirty="0" err="1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i="1" kern="0" baseline="-25000" dirty="0" err="1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c</a:t>
              </a:r>
              <a:r>
                <a:rPr lang="en-US" altLang="en-US" sz="1800" i="1" kern="0" baseline="-2500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</a:t>
              </a:r>
              <a:r>
                <a:rPr lang="en-US" altLang="en-US" sz="18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bits/sec)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80E9BBF-2142-E06F-FDC5-7FB64C06FA15}"/>
              </a:ext>
            </a:extLst>
          </p:cNvPr>
          <p:cNvGrpSpPr/>
          <p:nvPr/>
        </p:nvGrpSpPr>
        <p:grpSpPr>
          <a:xfrm>
            <a:off x="1553497" y="4104017"/>
            <a:ext cx="5869987" cy="572748"/>
            <a:chOff x="2071329" y="4013904"/>
            <a:chExt cx="7826649" cy="763664"/>
          </a:xfrm>
        </p:grpSpPr>
        <p:sp>
          <p:nvSpPr>
            <p:cNvPr id="74" name="AutoShape 350">
              <a:extLst>
                <a:ext uri="{FF2B5EF4-FFF2-40B4-BE49-F238E27FC236}">
                  <a16:creationId xmlns:a16="http://schemas.microsoft.com/office/drawing/2014/main" id="{6214783C-415D-35B6-344D-6CB29802B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8978" y="4275842"/>
              <a:ext cx="889000" cy="485775"/>
            </a:xfrm>
            <a:prstGeom prst="rightArrow">
              <a:avLst>
                <a:gd name="adj1" fmla="val 50000"/>
                <a:gd name="adj2" fmla="val 45752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Arial"/>
              </a:endParaRPr>
            </a:p>
          </p:txBody>
        </p:sp>
        <p:grpSp>
          <p:nvGrpSpPr>
            <p:cNvPr id="75" name="Group 335">
              <a:extLst>
                <a:ext uri="{FF2B5EF4-FFF2-40B4-BE49-F238E27FC236}">
                  <a16:creationId xmlns:a16="http://schemas.microsoft.com/office/drawing/2014/main" id="{F1366ED1-D087-4645-867A-8E27967E0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469" y="4319954"/>
              <a:ext cx="2322512" cy="392112"/>
              <a:chOff x="2249" y="3430"/>
              <a:chExt cx="1389" cy="256"/>
            </a:xfrm>
          </p:grpSpPr>
          <p:sp>
            <p:nvSpPr>
              <p:cNvPr id="111" name="Oval 333">
                <a:extLst>
                  <a:ext uri="{FF2B5EF4-FFF2-40B4-BE49-F238E27FC236}">
                    <a16:creationId xmlns:a16="http://schemas.microsoft.com/office/drawing/2014/main" id="{65F403F3-0E03-2010-B621-133257D37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12" name="Rectangle 332">
                <a:extLst>
                  <a:ext uri="{FF2B5EF4-FFF2-40B4-BE49-F238E27FC236}">
                    <a16:creationId xmlns:a16="http://schemas.microsoft.com/office/drawing/2014/main" id="{14207595-256C-C485-D54C-B742A8DDF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13" name="Oval 331">
                <a:extLst>
                  <a:ext uri="{FF2B5EF4-FFF2-40B4-BE49-F238E27FC236}">
                    <a16:creationId xmlns:a16="http://schemas.microsoft.com/office/drawing/2014/main" id="{47744304-097E-2172-01D1-BA432142B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Times New Roman" panose="02020603050405020304" pitchFamily="18" charset="0"/>
                  <a:cs typeface="Arial"/>
                </a:endParaRPr>
              </a:p>
            </p:txBody>
          </p:sp>
          <p:sp>
            <p:nvSpPr>
              <p:cNvPr id="114" name="Rectangle 334">
                <a:extLst>
                  <a:ext uri="{FF2B5EF4-FFF2-40B4-BE49-F238E27FC236}">
                    <a16:creationId xmlns:a16="http://schemas.microsoft.com/office/drawing/2014/main" id="{D1D688C4-87DC-84D7-EDE8-47E280CA7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104" name="Group 341">
              <a:extLst>
                <a:ext uri="{FF2B5EF4-FFF2-40B4-BE49-F238E27FC236}">
                  <a16:creationId xmlns:a16="http://schemas.microsoft.com/office/drawing/2014/main" id="{F9C0DB89-CA33-A333-C090-18E62DAA1C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5852" y="4196543"/>
              <a:ext cx="2801937" cy="581025"/>
              <a:chOff x="2249" y="3430"/>
              <a:chExt cx="1389" cy="256"/>
            </a:xfrm>
          </p:grpSpPr>
          <p:sp>
            <p:nvSpPr>
              <p:cNvPr id="107" name="Oval 342">
                <a:extLst>
                  <a:ext uri="{FF2B5EF4-FFF2-40B4-BE49-F238E27FC236}">
                    <a16:creationId xmlns:a16="http://schemas.microsoft.com/office/drawing/2014/main" id="{7E8F1E63-04C6-B2D5-01A2-2F0A43136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8" name="Rectangle 343">
                <a:extLst>
                  <a:ext uri="{FF2B5EF4-FFF2-40B4-BE49-F238E27FC236}">
                    <a16:creationId xmlns:a16="http://schemas.microsoft.com/office/drawing/2014/main" id="{A88AB299-3E96-0AD6-FC86-B2D62CD7E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09" name="Oval 344">
                <a:extLst>
                  <a:ext uri="{FF2B5EF4-FFF2-40B4-BE49-F238E27FC236}">
                    <a16:creationId xmlns:a16="http://schemas.microsoft.com/office/drawing/2014/main" id="{94349A70-E7A7-48E2-C30B-1958C8360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Times New Roman" panose="02020603050405020304" pitchFamily="18" charset="0"/>
                  <a:cs typeface="Arial"/>
                </a:endParaRPr>
              </a:p>
            </p:txBody>
          </p:sp>
          <p:sp>
            <p:nvSpPr>
              <p:cNvPr id="110" name="Rectangle 345">
                <a:extLst>
                  <a:ext uri="{FF2B5EF4-FFF2-40B4-BE49-F238E27FC236}">
                    <a16:creationId xmlns:a16="http://schemas.microsoft.com/office/drawing/2014/main" id="{20AC7B57-A7FC-D3F8-E8F9-349D82B99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105" name="AutoShape 351">
              <a:extLst>
                <a:ext uri="{FF2B5EF4-FFF2-40B4-BE49-F238E27FC236}">
                  <a16:creationId xmlns:a16="http://schemas.microsoft.com/office/drawing/2014/main" id="{8DAC71EE-CCCB-419E-495D-C7CA4629D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5542" y="4258379"/>
              <a:ext cx="1279525" cy="485775"/>
            </a:xfrm>
            <a:prstGeom prst="rightArrow">
              <a:avLst>
                <a:gd name="adj1" fmla="val 50000"/>
                <a:gd name="adj2" fmla="val 6585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cs typeface="Arial"/>
              </a:endParaRPr>
            </a:p>
          </p:txBody>
        </p:sp>
        <p:sp>
          <p:nvSpPr>
            <p:cNvPr id="106" name="AutoShape 349">
              <a:extLst>
                <a:ext uri="{FF2B5EF4-FFF2-40B4-BE49-F238E27FC236}">
                  <a16:creationId xmlns:a16="http://schemas.microsoft.com/office/drawing/2014/main" id="{539C8BC1-D3E6-114B-2402-37E581A69AC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71329" y="4013904"/>
              <a:ext cx="974725" cy="720725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242EE77-6E11-D5EB-5840-61C20BB00D33}"/>
              </a:ext>
            </a:extLst>
          </p:cNvPr>
          <p:cNvCxnSpPr/>
          <p:nvPr/>
        </p:nvCxnSpPr>
        <p:spPr>
          <a:xfrm>
            <a:off x="1997583" y="4810712"/>
            <a:ext cx="0" cy="37444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3532F62-2527-D6D6-ECBF-62F40B89270B}"/>
              </a:ext>
            </a:extLst>
          </p:cNvPr>
          <p:cNvCxnSpPr/>
          <p:nvPr/>
        </p:nvCxnSpPr>
        <p:spPr>
          <a:xfrm>
            <a:off x="2753438" y="4522095"/>
            <a:ext cx="0" cy="37444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297FDB2-ED9A-647B-8A09-9F50E7F03FA6}"/>
              </a:ext>
            </a:extLst>
          </p:cNvPr>
          <p:cNvCxnSpPr/>
          <p:nvPr/>
        </p:nvCxnSpPr>
        <p:spPr>
          <a:xfrm>
            <a:off x="5829878" y="4524753"/>
            <a:ext cx="0" cy="37444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6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26EB-D71B-840D-E40F-12AB64A0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60" name="Group 347">
            <a:extLst>
              <a:ext uri="{FF2B5EF4-FFF2-40B4-BE49-F238E27FC236}">
                <a16:creationId xmlns:a16="http://schemas.microsoft.com/office/drawing/2014/main" id="{5B6217DD-8C63-DAEA-E546-DF76B619C18C}"/>
              </a:ext>
            </a:extLst>
          </p:cNvPr>
          <p:cNvGrpSpPr>
            <a:grpSpLocks/>
          </p:cNvGrpSpPr>
          <p:nvPr/>
        </p:nvGrpSpPr>
        <p:grpSpPr bwMode="auto">
          <a:xfrm>
            <a:off x="3737795" y="4310792"/>
            <a:ext cx="684610" cy="311944"/>
            <a:chOff x="1871277" y="1576300"/>
            <a:chExt cx="1128371" cy="437861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CC692AA-E049-3775-F034-1DA1C9D6732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DBE0A62-49EA-25C3-0D41-F103A195F2FE}"/>
                </a:ext>
              </a:extLst>
            </p:cNvPr>
            <p:cNvSpPr/>
            <p:nvPr/>
          </p:nvSpPr>
          <p:spPr bwMode="auto">
            <a:xfrm>
              <a:off x="1871277" y="1740080"/>
              <a:ext cx="1128371" cy="115314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FFFFFF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3E6FF7F-F7B3-BE2F-426E-1317A368AF4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4" name="Freeform 432">
              <a:extLst>
                <a:ext uri="{FF2B5EF4-FFF2-40B4-BE49-F238E27FC236}">
                  <a16:creationId xmlns:a16="http://schemas.microsoft.com/office/drawing/2014/main" id="{9313DC0E-3732-B22D-3A23-6B17B7A3AB20}"/>
                </a:ext>
              </a:extLst>
            </p:cNvPr>
            <p:cNvSpPr/>
            <p:nvPr/>
          </p:nvSpPr>
          <p:spPr bwMode="auto">
            <a:xfrm>
              <a:off x="2159748" y="1673231"/>
              <a:ext cx="547504" cy="160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FFFFFF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65" name="Freeform 433">
              <a:extLst>
                <a:ext uri="{FF2B5EF4-FFF2-40B4-BE49-F238E27FC236}">
                  <a16:creationId xmlns:a16="http://schemas.microsoft.com/office/drawing/2014/main" id="{68EC6F40-B46A-66AF-748F-D9BF3C438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6" name="Freeform 434">
              <a:extLst>
                <a:ext uri="{FF2B5EF4-FFF2-40B4-BE49-F238E27FC236}">
                  <a16:creationId xmlns:a16="http://schemas.microsoft.com/office/drawing/2014/main" id="{CB043991-7F82-829A-808B-BC9F55F57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7" name="Freeform 435">
              <a:extLst>
                <a:ext uri="{FF2B5EF4-FFF2-40B4-BE49-F238E27FC236}">
                  <a16:creationId xmlns:a16="http://schemas.microsoft.com/office/drawing/2014/main" id="{C3DDEFF2-F7CA-10D7-F264-B087145F2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05A4F00-6CE7-3C98-01D2-656E5DAE6A0E}"/>
                </a:ext>
              </a:extLst>
            </p:cNvPr>
            <p:cNvCxnSpPr>
              <a:cxnSpLocks noChangeShapeType="1"/>
              <a:endCxn id="63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1445784-76B9-FF05-F4F8-9A2A5AFACE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0" name="Group 347">
            <a:extLst>
              <a:ext uri="{FF2B5EF4-FFF2-40B4-BE49-F238E27FC236}">
                <a16:creationId xmlns:a16="http://schemas.microsoft.com/office/drawing/2014/main" id="{3A87DC8F-1E2E-D9CB-BB29-7ED221FE5B46}"/>
              </a:ext>
            </a:extLst>
          </p:cNvPr>
          <p:cNvGrpSpPr>
            <a:grpSpLocks/>
          </p:cNvGrpSpPr>
          <p:nvPr/>
        </p:nvGrpSpPr>
        <p:grpSpPr bwMode="auto">
          <a:xfrm>
            <a:off x="3703267" y="2865182"/>
            <a:ext cx="683419" cy="311944"/>
            <a:chOff x="1871277" y="1576300"/>
            <a:chExt cx="1128371" cy="437861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6FA14B4-A18F-0D30-BBB4-C1F264289C2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1BA670F-6EBC-BFFF-05DE-6DC1409FC6DE}"/>
                </a:ext>
              </a:extLst>
            </p:cNvPr>
            <p:cNvSpPr/>
            <p:nvPr/>
          </p:nvSpPr>
          <p:spPr bwMode="auto">
            <a:xfrm>
              <a:off x="1871277" y="1740080"/>
              <a:ext cx="1128371" cy="11531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FFFFFF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EB0B898-69E9-B8DF-6265-774773A16EA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76" name="Freeform 442">
              <a:extLst>
                <a:ext uri="{FF2B5EF4-FFF2-40B4-BE49-F238E27FC236}">
                  <a16:creationId xmlns:a16="http://schemas.microsoft.com/office/drawing/2014/main" id="{4F489AFC-2FD4-764A-16B7-F7094A08F5C2}"/>
                </a:ext>
              </a:extLst>
            </p:cNvPr>
            <p:cNvSpPr/>
            <p:nvPr/>
          </p:nvSpPr>
          <p:spPr bwMode="auto">
            <a:xfrm>
              <a:off x="2160249" y="1673231"/>
              <a:ext cx="548460" cy="160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FFFFFF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77" name="Freeform 443">
              <a:extLst>
                <a:ext uri="{FF2B5EF4-FFF2-40B4-BE49-F238E27FC236}">
                  <a16:creationId xmlns:a16="http://schemas.microsoft.com/office/drawing/2014/main" id="{8889A2D0-D73F-2405-AE7E-986FC4182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78" name="Freeform 444">
              <a:extLst>
                <a:ext uri="{FF2B5EF4-FFF2-40B4-BE49-F238E27FC236}">
                  <a16:creationId xmlns:a16="http://schemas.microsoft.com/office/drawing/2014/main" id="{07F709BC-75E4-FDE0-9BC4-8031465C1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79" name="Freeform 445">
              <a:extLst>
                <a:ext uri="{FF2B5EF4-FFF2-40B4-BE49-F238E27FC236}">
                  <a16:creationId xmlns:a16="http://schemas.microsoft.com/office/drawing/2014/main" id="{1A1A02C3-EFB6-4310-8A34-E1491535F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1B0BB8C-3773-81BC-A1E4-87549408EC70}"/>
                </a:ext>
              </a:extLst>
            </p:cNvPr>
            <p:cNvCxnSpPr>
              <a:cxnSpLocks noChangeShapeType="1"/>
              <a:endCxn id="73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F54895B-2B7C-EEDC-D897-439491A67F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2" name="Group 140">
            <a:extLst>
              <a:ext uri="{FF2B5EF4-FFF2-40B4-BE49-F238E27FC236}">
                <a16:creationId xmlns:a16="http://schemas.microsoft.com/office/drawing/2014/main" id="{084F670D-5884-3A42-41F3-2D4990E29F33}"/>
              </a:ext>
            </a:extLst>
          </p:cNvPr>
          <p:cNvGrpSpPr>
            <a:grpSpLocks/>
          </p:cNvGrpSpPr>
          <p:nvPr/>
        </p:nvGrpSpPr>
        <p:grpSpPr bwMode="auto">
          <a:xfrm>
            <a:off x="1719686" y="2619913"/>
            <a:ext cx="264319" cy="657225"/>
            <a:chOff x="4140" y="429"/>
            <a:chExt cx="1425" cy="2396"/>
          </a:xfrm>
        </p:grpSpPr>
        <p:sp>
          <p:nvSpPr>
            <p:cNvPr id="83" name="Freeform 141">
              <a:extLst>
                <a:ext uri="{FF2B5EF4-FFF2-40B4-BE49-F238E27FC236}">
                  <a16:creationId xmlns:a16="http://schemas.microsoft.com/office/drawing/2014/main" id="{8E4B2DC6-7F1A-B3C2-CF4A-6296ABC56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84" name="Rectangle 142">
              <a:extLst>
                <a:ext uri="{FF2B5EF4-FFF2-40B4-BE49-F238E27FC236}">
                  <a16:creationId xmlns:a16="http://schemas.microsoft.com/office/drawing/2014/main" id="{26951743-39B9-7038-6FEE-F4E1D1EF8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85" name="Freeform 143">
              <a:extLst>
                <a:ext uri="{FF2B5EF4-FFF2-40B4-BE49-F238E27FC236}">
                  <a16:creationId xmlns:a16="http://schemas.microsoft.com/office/drawing/2014/main" id="{E3FBADF5-15C1-BAB5-2890-89512DC96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86" name="Freeform 144">
              <a:extLst>
                <a:ext uri="{FF2B5EF4-FFF2-40B4-BE49-F238E27FC236}">
                  <a16:creationId xmlns:a16="http://schemas.microsoft.com/office/drawing/2014/main" id="{D309E4A3-04E5-6372-E9A9-F4229B659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87" name="Rectangle 145">
              <a:extLst>
                <a:ext uri="{FF2B5EF4-FFF2-40B4-BE49-F238E27FC236}">
                  <a16:creationId xmlns:a16="http://schemas.microsoft.com/office/drawing/2014/main" id="{B974ACED-4BF4-BB07-1A3F-921F46115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grpSp>
          <p:nvGrpSpPr>
            <p:cNvPr id="88" name="Group 146">
              <a:extLst>
                <a:ext uri="{FF2B5EF4-FFF2-40B4-BE49-F238E27FC236}">
                  <a16:creationId xmlns:a16="http://schemas.microsoft.com/office/drawing/2014/main" id="{485CE509-6D8D-63CE-1F23-95C0DFFE2C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7" name="AutoShape 147">
                <a:extLst>
                  <a:ext uri="{FF2B5EF4-FFF2-40B4-BE49-F238E27FC236}">
                    <a16:creationId xmlns:a16="http://schemas.microsoft.com/office/drawing/2014/main" id="{49F2D03B-66AD-F681-3406-990AAA9F0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28" name="AutoShape 148">
                <a:extLst>
                  <a:ext uri="{FF2B5EF4-FFF2-40B4-BE49-F238E27FC236}">
                    <a16:creationId xmlns:a16="http://schemas.microsoft.com/office/drawing/2014/main" id="{BCAA7A99-C05E-FB1D-17CF-228553784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</p:grpSp>
        <p:sp>
          <p:nvSpPr>
            <p:cNvPr id="89" name="Rectangle 149">
              <a:extLst>
                <a:ext uri="{FF2B5EF4-FFF2-40B4-BE49-F238E27FC236}">
                  <a16:creationId xmlns:a16="http://schemas.microsoft.com/office/drawing/2014/main" id="{F9424FCE-8653-6EC3-59F0-1BB7E5D4E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grpSp>
          <p:nvGrpSpPr>
            <p:cNvPr id="90" name="Group 150">
              <a:extLst>
                <a:ext uri="{FF2B5EF4-FFF2-40B4-BE49-F238E27FC236}">
                  <a16:creationId xmlns:a16="http://schemas.microsoft.com/office/drawing/2014/main" id="{039B01FC-44CB-D3EB-D939-A5F5A7C417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5" name="AutoShape 151">
                <a:extLst>
                  <a:ext uri="{FF2B5EF4-FFF2-40B4-BE49-F238E27FC236}">
                    <a16:creationId xmlns:a16="http://schemas.microsoft.com/office/drawing/2014/main" id="{D0E99917-9DC9-D12E-4DE7-8D2AF59E5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26" name="AutoShape 152">
                <a:extLst>
                  <a:ext uri="{FF2B5EF4-FFF2-40B4-BE49-F238E27FC236}">
                    <a16:creationId xmlns:a16="http://schemas.microsoft.com/office/drawing/2014/main" id="{98FEF7F9-7243-0A17-DDD3-EA1B3DC56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</p:grpSp>
        <p:sp>
          <p:nvSpPr>
            <p:cNvPr id="91" name="Rectangle 153">
              <a:extLst>
                <a:ext uri="{FF2B5EF4-FFF2-40B4-BE49-F238E27FC236}">
                  <a16:creationId xmlns:a16="http://schemas.microsoft.com/office/drawing/2014/main" id="{55566C8D-CD5E-5447-5216-6A0A18C1D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92" name="Rectangle 154">
              <a:extLst>
                <a:ext uri="{FF2B5EF4-FFF2-40B4-BE49-F238E27FC236}">
                  <a16:creationId xmlns:a16="http://schemas.microsoft.com/office/drawing/2014/main" id="{EF97CE91-2B57-24C9-8441-D2AB8A558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grpSp>
          <p:nvGrpSpPr>
            <p:cNvPr id="93" name="Group 155">
              <a:extLst>
                <a:ext uri="{FF2B5EF4-FFF2-40B4-BE49-F238E27FC236}">
                  <a16:creationId xmlns:a16="http://schemas.microsoft.com/office/drawing/2014/main" id="{59DD8CE7-38BE-46A2-7A43-4057D4AA7B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3" name="AutoShape 156">
                <a:extLst>
                  <a:ext uri="{FF2B5EF4-FFF2-40B4-BE49-F238E27FC236}">
                    <a16:creationId xmlns:a16="http://schemas.microsoft.com/office/drawing/2014/main" id="{77066A0E-3D51-00C1-6C7E-C30AC8B50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24" name="AutoShape 157">
                <a:extLst>
                  <a:ext uri="{FF2B5EF4-FFF2-40B4-BE49-F238E27FC236}">
                    <a16:creationId xmlns:a16="http://schemas.microsoft.com/office/drawing/2014/main" id="{6B94D7AD-924D-FCB1-C01E-CCE5E4CFE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</p:grpSp>
        <p:sp>
          <p:nvSpPr>
            <p:cNvPr id="94" name="Freeform 158">
              <a:extLst>
                <a:ext uri="{FF2B5EF4-FFF2-40B4-BE49-F238E27FC236}">
                  <a16:creationId xmlns:a16="http://schemas.microsoft.com/office/drawing/2014/main" id="{ED1D402E-889C-552A-F5AF-9D0212332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95" name="Group 159">
              <a:extLst>
                <a:ext uri="{FF2B5EF4-FFF2-40B4-BE49-F238E27FC236}">
                  <a16:creationId xmlns:a16="http://schemas.microsoft.com/office/drawing/2014/main" id="{C644458D-E80E-99CB-A9C8-F667D831C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1" name="AutoShape 160">
                <a:extLst>
                  <a:ext uri="{FF2B5EF4-FFF2-40B4-BE49-F238E27FC236}">
                    <a16:creationId xmlns:a16="http://schemas.microsoft.com/office/drawing/2014/main" id="{A6FC9563-4B63-D6A3-BEB7-1781BCD991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22" name="AutoShape 161">
                <a:extLst>
                  <a:ext uri="{FF2B5EF4-FFF2-40B4-BE49-F238E27FC236}">
                    <a16:creationId xmlns:a16="http://schemas.microsoft.com/office/drawing/2014/main" id="{727C19AD-E1DA-1479-34BE-8404A9991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</p:grpSp>
        <p:sp>
          <p:nvSpPr>
            <p:cNvPr id="96" name="Rectangle 162">
              <a:extLst>
                <a:ext uri="{FF2B5EF4-FFF2-40B4-BE49-F238E27FC236}">
                  <a16:creationId xmlns:a16="http://schemas.microsoft.com/office/drawing/2014/main" id="{C1FF4C70-0111-3DF0-B295-C396927BB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97" name="Freeform 163">
              <a:extLst>
                <a:ext uri="{FF2B5EF4-FFF2-40B4-BE49-F238E27FC236}">
                  <a16:creationId xmlns:a16="http://schemas.microsoft.com/office/drawing/2014/main" id="{19C1A8D4-DC1C-F3C4-A2DA-1670F183D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98" name="Freeform 164">
              <a:extLst>
                <a:ext uri="{FF2B5EF4-FFF2-40B4-BE49-F238E27FC236}">
                  <a16:creationId xmlns:a16="http://schemas.microsoft.com/office/drawing/2014/main" id="{C995711F-4C7F-8520-DBD9-185CD81BE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99" name="Oval 165">
              <a:extLst>
                <a:ext uri="{FF2B5EF4-FFF2-40B4-BE49-F238E27FC236}">
                  <a16:creationId xmlns:a16="http://schemas.microsoft.com/office/drawing/2014/main" id="{932B39B9-CBD5-B390-4A30-719EA9AE7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00" name="Freeform 166">
              <a:extLst>
                <a:ext uri="{FF2B5EF4-FFF2-40B4-BE49-F238E27FC236}">
                  <a16:creationId xmlns:a16="http://schemas.microsoft.com/office/drawing/2014/main" id="{037D4D76-E415-0111-9FE4-D410E7CFB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1" name="AutoShape 167">
              <a:extLst>
                <a:ext uri="{FF2B5EF4-FFF2-40B4-BE49-F238E27FC236}">
                  <a16:creationId xmlns:a16="http://schemas.microsoft.com/office/drawing/2014/main" id="{7329A558-CD29-5A15-D50C-7D62FC804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02" name="AutoShape 168">
              <a:extLst>
                <a:ext uri="{FF2B5EF4-FFF2-40B4-BE49-F238E27FC236}">
                  <a16:creationId xmlns:a16="http://schemas.microsoft.com/office/drawing/2014/main" id="{46D2605D-C32B-D1E9-6A2D-42FF5793C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03" name="Oval 169">
              <a:extLst>
                <a:ext uri="{FF2B5EF4-FFF2-40B4-BE49-F238E27FC236}">
                  <a16:creationId xmlns:a16="http://schemas.microsoft.com/office/drawing/2014/main" id="{66893167-8E82-7B8B-B74D-7CE9CF82C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18" name="Oval 170">
              <a:extLst>
                <a:ext uri="{FF2B5EF4-FFF2-40B4-BE49-F238E27FC236}">
                  <a16:creationId xmlns:a16="http://schemas.microsoft.com/office/drawing/2014/main" id="{3FF304A0-FDDA-B69C-FA92-8241271E7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FF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19" name="Oval 171">
              <a:extLst>
                <a:ext uri="{FF2B5EF4-FFF2-40B4-BE49-F238E27FC236}">
                  <a16:creationId xmlns:a16="http://schemas.microsoft.com/office/drawing/2014/main" id="{A10711CC-2238-83F4-A6FB-BC09D94EF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20" name="Rectangle 172">
              <a:extLst>
                <a:ext uri="{FF2B5EF4-FFF2-40B4-BE49-F238E27FC236}">
                  <a16:creationId xmlns:a16="http://schemas.microsoft.com/office/drawing/2014/main" id="{77DF7244-5047-6769-5C01-4C0B1D7D9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</p:grpSp>
      <p:sp>
        <p:nvSpPr>
          <p:cNvPr id="129" name="Rectangle 4">
            <a:extLst>
              <a:ext uri="{FF2B5EF4-FFF2-40B4-BE49-F238E27FC236}">
                <a16:creationId xmlns:a16="http://schemas.microsoft.com/office/drawing/2014/main" id="{ADD6D8A5-8784-3D5E-B3DA-618BEFBD3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155" y="2147807"/>
            <a:ext cx="6112669" cy="41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0" indent="0" defTabSz="685800" eaLnBrk="1" hangingPunct="1">
              <a:buNone/>
            </a:pPr>
            <a:r>
              <a:rPr lang="en-US" altLang="en-US" sz="2100" i="1" kern="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R</a:t>
            </a:r>
            <a:r>
              <a:rPr lang="en-US" altLang="en-US" sz="2100" i="1" kern="0" baseline="-250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s</a:t>
            </a:r>
            <a:r>
              <a:rPr lang="en-US" altLang="en-US" sz="2100" i="1" kern="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 &lt; </a:t>
            </a:r>
            <a:r>
              <a:rPr lang="en-US" altLang="en-US" sz="2100" i="1" kern="0" dirty="0" err="1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R</a:t>
            </a:r>
            <a:r>
              <a:rPr lang="en-US" altLang="en-US" sz="2100" i="1" kern="0" baseline="-25000" dirty="0" err="1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c</a:t>
            </a:r>
            <a:r>
              <a:rPr lang="en-US" altLang="en-US" sz="2100" i="1" kern="0" dirty="0">
                <a:solidFill>
                  <a:srgbClr val="FF3300"/>
                </a:solidFill>
                <a:latin typeface="Calibri" panose="020F0502020204030204"/>
                <a:ea typeface="ＭＳ Ｐゴシック" panose="020B0600070205080204" pitchFamily="34" charset="-128"/>
              </a:rPr>
              <a:t>  </a:t>
            </a:r>
            <a:r>
              <a:rPr lang="en-US" altLang="en-US" sz="21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What is average end-end throughput?</a:t>
            </a:r>
          </a:p>
        </p:txBody>
      </p:sp>
      <p:grpSp>
        <p:nvGrpSpPr>
          <p:cNvPr id="130" name="Group 34">
            <a:extLst>
              <a:ext uri="{FF2B5EF4-FFF2-40B4-BE49-F238E27FC236}">
                <a16:creationId xmlns:a16="http://schemas.microsoft.com/office/drawing/2014/main" id="{1E67F823-F673-DFA3-824B-6B476B9C265D}"/>
              </a:ext>
            </a:extLst>
          </p:cNvPr>
          <p:cNvGrpSpPr>
            <a:grpSpLocks/>
          </p:cNvGrpSpPr>
          <p:nvPr/>
        </p:nvGrpSpPr>
        <p:grpSpPr bwMode="auto">
          <a:xfrm>
            <a:off x="2059014" y="2884232"/>
            <a:ext cx="1602581" cy="230981"/>
            <a:chOff x="2249" y="3430"/>
            <a:chExt cx="1389" cy="256"/>
          </a:xfrm>
        </p:grpSpPr>
        <p:sp>
          <p:nvSpPr>
            <p:cNvPr id="131" name="Oval 35">
              <a:extLst>
                <a:ext uri="{FF2B5EF4-FFF2-40B4-BE49-F238E27FC236}">
                  <a16:creationId xmlns:a16="http://schemas.microsoft.com/office/drawing/2014/main" id="{8B70ED2C-30F7-45A8-2F46-A55DC6DE2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2" name="Rectangle 36">
              <a:extLst>
                <a:ext uri="{FF2B5EF4-FFF2-40B4-BE49-F238E27FC236}">
                  <a16:creationId xmlns:a16="http://schemas.microsoft.com/office/drawing/2014/main" id="{8AD5A429-387D-4908-72B2-9B8208268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" name="Oval 37">
              <a:extLst>
                <a:ext uri="{FF2B5EF4-FFF2-40B4-BE49-F238E27FC236}">
                  <a16:creationId xmlns:a16="http://schemas.microsoft.com/office/drawing/2014/main" id="{CC0DBE7D-D0A7-32F0-9BF0-8878D7F33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34" name="Rectangle 38">
              <a:extLst>
                <a:ext uri="{FF2B5EF4-FFF2-40B4-BE49-F238E27FC236}">
                  <a16:creationId xmlns:a16="http://schemas.microsoft.com/office/drawing/2014/main" id="{0125F4DF-F625-5E14-5417-94AB1DFCE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35" name="Text Box 39">
            <a:extLst>
              <a:ext uri="{FF2B5EF4-FFF2-40B4-BE49-F238E27FC236}">
                <a16:creationId xmlns:a16="http://schemas.microsoft.com/office/drawing/2014/main" id="{23EEB391-C9FE-F50A-321C-C8DFEDC82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661" y="2829546"/>
            <a:ext cx="19395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  <a:latin typeface="Calibri" panose="020F0502020204030204"/>
                <a:cs typeface="Arial"/>
              </a:rPr>
              <a:t>  R</a:t>
            </a:r>
            <a:r>
              <a:rPr lang="en-US" altLang="en-US" sz="2100" baseline="-25000" dirty="0">
                <a:solidFill>
                  <a:srgbClr val="000000"/>
                </a:solidFill>
                <a:latin typeface="Calibri" panose="020F0502020204030204"/>
                <a:cs typeface="Arial"/>
              </a:rPr>
              <a:t>s</a:t>
            </a:r>
            <a:r>
              <a:rPr lang="en-US" altLang="en-US" sz="1500" baseline="-25000" dirty="0">
                <a:solidFill>
                  <a:srgbClr val="000000"/>
                </a:solidFill>
                <a:latin typeface="Calibri" panose="020F0502020204030204"/>
                <a:cs typeface="Arial"/>
              </a:rPr>
              <a:t> 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/>
                <a:cs typeface="Arial"/>
              </a:rPr>
              <a:t>bits/sec</a:t>
            </a:r>
          </a:p>
        </p:txBody>
      </p:sp>
      <p:sp>
        <p:nvSpPr>
          <p:cNvPr id="136" name="AutoShape 42">
            <a:extLst>
              <a:ext uri="{FF2B5EF4-FFF2-40B4-BE49-F238E27FC236}">
                <a16:creationId xmlns:a16="http://schemas.microsoft.com/office/drawing/2014/main" id="{9BB1FA96-B847-4196-D26B-FD85ECAD900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50604" y="2710400"/>
            <a:ext cx="671513" cy="4238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7" name="AutoShape 43">
            <a:extLst>
              <a:ext uri="{FF2B5EF4-FFF2-40B4-BE49-F238E27FC236}">
                <a16:creationId xmlns:a16="http://schemas.microsoft.com/office/drawing/2014/main" id="{929B4360-2D1A-F723-2241-C73F257B1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188" y="2865182"/>
            <a:ext cx="706218" cy="284560"/>
          </a:xfrm>
          <a:prstGeom prst="rightArrow">
            <a:avLst>
              <a:gd name="adj1" fmla="val 50000"/>
              <a:gd name="adj2" fmla="val 5387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grpSp>
        <p:nvGrpSpPr>
          <p:cNvPr id="138" name="Group 54">
            <a:extLst>
              <a:ext uri="{FF2B5EF4-FFF2-40B4-BE49-F238E27FC236}">
                <a16:creationId xmlns:a16="http://schemas.microsoft.com/office/drawing/2014/main" id="{1326940B-71DF-8437-1C7F-0D18E6AC1A97}"/>
              </a:ext>
            </a:extLst>
          </p:cNvPr>
          <p:cNvGrpSpPr>
            <a:grpSpLocks/>
          </p:cNvGrpSpPr>
          <p:nvPr/>
        </p:nvGrpSpPr>
        <p:grpSpPr bwMode="auto">
          <a:xfrm>
            <a:off x="4589093" y="2784219"/>
            <a:ext cx="1933205" cy="427435"/>
            <a:chOff x="3130" y="3069"/>
            <a:chExt cx="1765" cy="366"/>
          </a:xfrm>
        </p:grpSpPr>
        <p:grpSp>
          <p:nvGrpSpPr>
            <p:cNvPr id="139" name="Group 45">
              <a:extLst>
                <a:ext uri="{FF2B5EF4-FFF2-40B4-BE49-F238E27FC236}">
                  <a16:creationId xmlns:a16="http://schemas.microsoft.com/office/drawing/2014/main" id="{0673A5A9-AC4E-F964-91C6-BACBFB0A92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141" name="Oval 46">
                <a:extLst>
                  <a:ext uri="{FF2B5EF4-FFF2-40B4-BE49-F238E27FC236}">
                    <a16:creationId xmlns:a16="http://schemas.microsoft.com/office/drawing/2014/main" id="{A79C3A93-91EA-92BA-41EC-CE8239543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42" name="Rectangle 47">
                <a:extLst>
                  <a:ext uri="{FF2B5EF4-FFF2-40B4-BE49-F238E27FC236}">
                    <a16:creationId xmlns:a16="http://schemas.microsoft.com/office/drawing/2014/main" id="{D803F978-FD1A-DA85-4DC1-BE779C1867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9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43" name="Oval 48">
                <a:extLst>
                  <a:ext uri="{FF2B5EF4-FFF2-40B4-BE49-F238E27FC236}">
                    <a16:creationId xmlns:a16="http://schemas.microsoft.com/office/drawing/2014/main" id="{CD3AFC7D-AAD7-3257-4612-668BD817C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44" name="Rectangle 49">
                <a:extLst>
                  <a:ext uri="{FF2B5EF4-FFF2-40B4-BE49-F238E27FC236}">
                    <a16:creationId xmlns:a16="http://schemas.microsoft.com/office/drawing/2014/main" id="{0CFC3D44-0315-FFB0-5279-CB9CEF992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140" name="Text Box 50">
              <a:extLst>
                <a:ext uri="{FF2B5EF4-FFF2-40B4-BE49-F238E27FC236}">
                  <a16:creationId xmlns:a16="http://schemas.microsoft.com/office/drawing/2014/main" id="{3D60AD7A-D4C9-B761-83BA-39DBF1FCA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" y="3135"/>
              <a:ext cx="1702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sz="2100" kern="0" baseline="-250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c</a:t>
              </a:r>
              <a:r>
                <a:rPr lang="en-US" altLang="en-US" sz="1500" kern="0" baseline="-250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</a:t>
              </a:r>
              <a:r>
                <a:rPr lang="en-US" altLang="en-US" sz="1500" kern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bits/sec</a:t>
              </a:r>
            </a:p>
          </p:txBody>
        </p:sp>
      </p:grpSp>
      <p:sp>
        <p:nvSpPr>
          <p:cNvPr id="145" name="Rectangle 56">
            <a:extLst>
              <a:ext uri="{FF2B5EF4-FFF2-40B4-BE49-F238E27FC236}">
                <a16:creationId xmlns:a16="http://schemas.microsoft.com/office/drawing/2014/main" id="{420ECFD9-3183-D55A-AC3A-A29DE6374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39" y="3504583"/>
            <a:ext cx="6047185" cy="41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cs typeface="Arial"/>
              </a:rPr>
              <a:t>R</a:t>
            </a:r>
            <a:r>
              <a:rPr lang="en-US" altLang="en-US" sz="2100" i="1" baseline="-25000" dirty="0">
                <a:solidFill>
                  <a:srgbClr val="CC0000"/>
                </a:solidFill>
                <a:latin typeface="Calibri" panose="020F0502020204030204"/>
                <a:cs typeface="Arial"/>
              </a:rPr>
              <a:t>s</a:t>
            </a: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cs typeface="Arial"/>
              </a:rPr>
              <a:t> &gt; </a:t>
            </a:r>
            <a:r>
              <a:rPr lang="en-US" altLang="en-US" sz="2100" i="1" dirty="0" err="1">
                <a:solidFill>
                  <a:srgbClr val="CC0000"/>
                </a:solidFill>
                <a:latin typeface="Calibri" panose="020F0502020204030204"/>
                <a:cs typeface="Arial"/>
              </a:rPr>
              <a:t>R</a:t>
            </a:r>
            <a:r>
              <a:rPr lang="en-US" altLang="en-US" sz="2100" i="1" baseline="-25000" dirty="0" err="1">
                <a:solidFill>
                  <a:srgbClr val="CC0000"/>
                </a:solidFill>
                <a:latin typeface="Calibri" panose="020F0502020204030204"/>
                <a:cs typeface="Arial"/>
              </a:rPr>
              <a:t>c</a:t>
            </a:r>
            <a:r>
              <a:rPr lang="en-US" altLang="en-US" sz="2100" i="1" dirty="0">
                <a:solidFill>
                  <a:srgbClr val="FF3300"/>
                </a:solidFill>
                <a:latin typeface="Calibri" panose="020F0502020204030204"/>
                <a:cs typeface="Arial"/>
              </a:rPr>
              <a:t>  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  <a:cs typeface="Arial"/>
              </a:rPr>
              <a:t>What is average end-end throughput?</a:t>
            </a:r>
          </a:p>
        </p:txBody>
      </p:sp>
      <p:grpSp>
        <p:nvGrpSpPr>
          <p:cNvPr id="146" name="Group 209">
            <a:extLst>
              <a:ext uri="{FF2B5EF4-FFF2-40B4-BE49-F238E27FC236}">
                <a16:creationId xmlns:a16="http://schemas.microsoft.com/office/drawing/2014/main" id="{EBD70817-8F9C-EEA1-3F45-B24262C02738}"/>
              </a:ext>
            </a:extLst>
          </p:cNvPr>
          <p:cNvGrpSpPr>
            <a:grpSpLocks/>
          </p:cNvGrpSpPr>
          <p:nvPr/>
        </p:nvGrpSpPr>
        <p:grpSpPr bwMode="auto">
          <a:xfrm>
            <a:off x="995744" y="4959917"/>
            <a:ext cx="6635354" cy="962027"/>
            <a:chOff x="186" y="3246"/>
            <a:chExt cx="5573" cy="808"/>
          </a:xfrm>
        </p:grpSpPr>
        <p:sp>
          <p:nvSpPr>
            <p:cNvPr id="147" name="Rectangle 102">
              <a:extLst>
                <a:ext uri="{FF2B5EF4-FFF2-40B4-BE49-F238E27FC236}">
                  <a16:creationId xmlns:a16="http://schemas.microsoft.com/office/drawing/2014/main" id="{0D8A0AF6-5A4C-9780-2B51-BD1AEB0F0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3414"/>
              <a:ext cx="5521" cy="64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48" name="Text Box 101">
              <a:extLst>
                <a:ext uri="{FF2B5EF4-FFF2-40B4-BE49-F238E27FC236}">
                  <a16:creationId xmlns:a16="http://schemas.microsoft.com/office/drawing/2014/main" id="{A42DD8DD-F473-8B66-96A6-754E592E4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" y="3585"/>
              <a:ext cx="5521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1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link on end-end path that constrains  end-end throughput</a:t>
              </a:r>
            </a:p>
          </p:txBody>
        </p:sp>
        <p:sp>
          <p:nvSpPr>
            <p:cNvPr id="149" name="Text Box 104">
              <a:extLst>
                <a:ext uri="{FF2B5EF4-FFF2-40B4-BE49-F238E27FC236}">
                  <a16:creationId xmlns:a16="http://schemas.microsoft.com/office/drawing/2014/main" id="{35561B2D-4DB2-81F3-4510-E7D9B490A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" y="3246"/>
              <a:ext cx="1629" cy="3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100" i="1" kern="0" dirty="0">
                  <a:solidFill>
                    <a:srgbClr val="CC0000"/>
                  </a:solidFill>
                  <a:latin typeface="Calibri" panose="020F0502020204030204"/>
                  <a:cs typeface="Arial"/>
                </a:rPr>
                <a:t>bottleneck link</a:t>
              </a:r>
            </a:p>
          </p:txBody>
        </p:sp>
      </p:grpSp>
      <p:sp>
        <p:nvSpPr>
          <p:cNvPr id="150" name="AutoShape 51">
            <a:extLst>
              <a:ext uri="{FF2B5EF4-FFF2-40B4-BE49-F238E27FC236}">
                <a16:creationId xmlns:a16="http://schemas.microsoft.com/office/drawing/2014/main" id="{62DE6893-020E-7253-A177-D7F3FC2D7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785" y="2860419"/>
            <a:ext cx="1023938" cy="285750"/>
          </a:xfrm>
          <a:prstGeom prst="rightArrow">
            <a:avLst>
              <a:gd name="adj1" fmla="val 50000"/>
              <a:gd name="adj2" fmla="val 89583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grpSp>
        <p:nvGrpSpPr>
          <p:cNvPr id="151" name="Group 132">
            <a:extLst>
              <a:ext uri="{FF2B5EF4-FFF2-40B4-BE49-F238E27FC236}">
                <a16:creationId xmlns:a16="http://schemas.microsoft.com/office/drawing/2014/main" id="{8BF41CE3-00B8-49AF-5A50-C9E2F3D3004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794011" y="2744929"/>
            <a:ext cx="653654" cy="664369"/>
            <a:chOff x="-44" y="1473"/>
            <a:chExt cx="981" cy="1105"/>
          </a:xfrm>
        </p:grpSpPr>
        <p:pic>
          <p:nvPicPr>
            <p:cNvPr id="152" name="Picture 133" descr="desktop_computer_stylized_medium">
              <a:extLst>
                <a:ext uri="{FF2B5EF4-FFF2-40B4-BE49-F238E27FC236}">
                  <a16:creationId xmlns:a16="http://schemas.microsoft.com/office/drawing/2014/main" id="{450766B9-4C0A-E92C-3053-BE31F7F8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" name="Freeform 134">
              <a:extLst>
                <a:ext uri="{FF2B5EF4-FFF2-40B4-BE49-F238E27FC236}">
                  <a16:creationId xmlns:a16="http://schemas.microsoft.com/office/drawing/2014/main" id="{159F22AD-7A23-AB99-9E79-7716E933508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154" name="AutoShape 327">
            <a:extLst>
              <a:ext uri="{FF2B5EF4-FFF2-40B4-BE49-F238E27FC236}">
                <a16:creationId xmlns:a16="http://schemas.microsoft.com/office/drawing/2014/main" id="{582B28AA-647F-C200-3EF5-3FC119390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120" y="2517519"/>
            <a:ext cx="305991" cy="323850"/>
          </a:xfrm>
          <a:prstGeom prst="can">
            <a:avLst>
              <a:gd name="adj" fmla="val 2139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grpSp>
        <p:nvGrpSpPr>
          <p:cNvPr id="155" name="Group 206">
            <a:extLst>
              <a:ext uri="{FF2B5EF4-FFF2-40B4-BE49-F238E27FC236}">
                <a16:creationId xmlns:a16="http://schemas.microsoft.com/office/drawing/2014/main" id="{59766751-8D5E-A181-CF91-FD74B4B71F99}"/>
              </a:ext>
            </a:extLst>
          </p:cNvPr>
          <p:cNvGrpSpPr>
            <a:grpSpLocks/>
          </p:cNvGrpSpPr>
          <p:nvPr/>
        </p:nvGrpSpPr>
        <p:grpSpPr bwMode="auto">
          <a:xfrm>
            <a:off x="1431554" y="3919076"/>
            <a:ext cx="6094809" cy="875110"/>
            <a:chOff x="775" y="2474"/>
            <a:chExt cx="5119" cy="735"/>
          </a:xfrm>
        </p:grpSpPr>
        <p:grpSp>
          <p:nvGrpSpPr>
            <p:cNvPr id="156" name="Group 173">
              <a:extLst>
                <a:ext uri="{FF2B5EF4-FFF2-40B4-BE49-F238E27FC236}">
                  <a16:creationId xmlns:a16="http://schemas.microsoft.com/office/drawing/2014/main" id="{18E726A0-71AF-016A-B6F0-6CEDFB159F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187" name="Freeform 174">
                <a:extLst>
                  <a:ext uri="{FF2B5EF4-FFF2-40B4-BE49-F238E27FC236}">
                    <a16:creationId xmlns:a16="http://schemas.microsoft.com/office/drawing/2014/main" id="{E21171B2-A0ED-E628-120B-B0EE5CF1E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88" name="Rectangle 175">
                <a:extLst>
                  <a:ext uri="{FF2B5EF4-FFF2-40B4-BE49-F238E27FC236}">
                    <a16:creationId xmlns:a16="http://schemas.microsoft.com/office/drawing/2014/main" id="{5ADF2A47-D2DB-0718-5CF4-76CED9ED9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89" name="Freeform 176">
                <a:extLst>
                  <a:ext uri="{FF2B5EF4-FFF2-40B4-BE49-F238E27FC236}">
                    <a16:creationId xmlns:a16="http://schemas.microsoft.com/office/drawing/2014/main" id="{79A10F8F-9C3B-0701-3EFE-480CD475E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90" name="Freeform 177">
                <a:extLst>
                  <a:ext uri="{FF2B5EF4-FFF2-40B4-BE49-F238E27FC236}">
                    <a16:creationId xmlns:a16="http://schemas.microsoft.com/office/drawing/2014/main" id="{2E888E97-EBB0-B623-B9C2-F7D35B798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91" name="Rectangle 178">
                <a:extLst>
                  <a:ext uri="{FF2B5EF4-FFF2-40B4-BE49-F238E27FC236}">
                    <a16:creationId xmlns:a16="http://schemas.microsoft.com/office/drawing/2014/main" id="{9D02BC55-D8A6-66D3-B7DC-31798B066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92" name="Group 179">
                <a:extLst>
                  <a:ext uri="{FF2B5EF4-FFF2-40B4-BE49-F238E27FC236}">
                    <a16:creationId xmlns:a16="http://schemas.microsoft.com/office/drawing/2014/main" id="{E867F040-69E0-5B57-404B-1E43E71C0F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7" name="AutoShape 180">
                  <a:extLst>
                    <a:ext uri="{FF2B5EF4-FFF2-40B4-BE49-F238E27FC236}">
                      <a16:creationId xmlns:a16="http://schemas.microsoft.com/office/drawing/2014/main" id="{1978548A-8638-86B1-06DC-9872741055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8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218" name="AutoShape 181">
                  <a:extLst>
                    <a:ext uri="{FF2B5EF4-FFF2-40B4-BE49-F238E27FC236}">
                      <a16:creationId xmlns:a16="http://schemas.microsoft.com/office/drawing/2014/main" id="{28EC6A71-70D7-9A22-1500-4B7FE4FF64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89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8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93" name="Rectangle 182">
                <a:extLst>
                  <a:ext uri="{FF2B5EF4-FFF2-40B4-BE49-F238E27FC236}">
                    <a16:creationId xmlns:a16="http://schemas.microsoft.com/office/drawing/2014/main" id="{7497C92D-770B-975B-95C4-E081DFD47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94" name="Group 183">
                <a:extLst>
                  <a:ext uri="{FF2B5EF4-FFF2-40B4-BE49-F238E27FC236}">
                    <a16:creationId xmlns:a16="http://schemas.microsoft.com/office/drawing/2014/main" id="{EC4F72D7-CFA5-586A-E570-1366998619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5" name="AutoShape 184">
                  <a:extLst>
                    <a:ext uri="{FF2B5EF4-FFF2-40B4-BE49-F238E27FC236}">
                      <a16:creationId xmlns:a16="http://schemas.microsoft.com/office/drawing/2014/main" id="{7D8F44FA-AA20-3A5F-D004-C65E8D1015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8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216" name="AutoShape 185">
                  <a:extLst>
                    <a:ext uri="{FF2B5EF4-FFF2-40B4-BE49-F238E27FC236}">
                      <a16:creationId xmlns:a16="http://schemas.microsoft.com/office/drawing/2014/main" id="{238C6466-BB7E-7BA6-D988-2817E849E0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8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95" name="Rectangle 186">
                <a:extLst>
                  <a:ext uri="{FF2B5EF4-FFF2-40B4-BE49-F238E27FC236}">
                    <a16:creationId xmlns:a16="http://schemas.microsoft.com/office/drawing/2014/main" id="{2413BD94-9C7B-8010-87FD-41B64392F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8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96" name="Rectangle 187">
                <a:extLst>
                  <a:ext uri="{FF2B5EF4-FFF2-40B4-BE49-F238E27FC236}">
                    <a16:creationId xmlns:a16="http://schemas.microsoft.com/office/drawing/2014/main" id="{E2047DC4-69F7-0101-144B-5EF445F85E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3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97" name="Group 188">
                <a:extLst>
                  <a:ext uri="{FF2B5EF4-FFF2-40B4-BE49-F238E27FC236}">
                    <a16:creationId xmlns:a16="http://schemas.microsoft.com/office/drawing/2014/main" id="{47BB8546-056B-A1DE-B409-F0020F1F01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3" name="AutoShape 189">
                  <a:extLst>
                    <a:ext uri="{FF2B5EF4-FFF2-40B4-BE49-F238E27FC236}">
                      <a16:creationId xmlns:a16="http://schemas.microsoft.com/office/drawing/2014/main" id="{788E5A51-4C5E-9C2C-093D-AA65DA3DB0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8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214" name="AutoShape 190">
                  <a:extLst>
                    <a:ext uri="{FF2B5EF4-FFF2-40B4-BE49-F238E27FC236}">
                      <a16:creationId xmlns:a16="http://schemas.microsoft.com/office/drawing/2014/main" id="{1CF0C087-FFA1-CB76-1455-67688678CE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8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98" name="Freeform 191">
                <a:extLst>
                  <a:ext uri="{FF2B5EF4-FFF2-40B4-BE49-F238E27FC236}">
                    <a16:creationId xmlns:a16="http://schemas.microsoft.com/office/drawing/2014/main" id="{F20BFC7E-86E2-975A-86F8-E976F5CC6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199" name="Group 192">
                <a:extLst>
                  <a:ext uri="{FF2B5EF4-FFF2-40B4-BE49-F238E27FC236}">
                    <a16:creationId xmlns:a16="http://schemas.microsoft.com/office/drawing/2014/main" id="{FA39E06D-EFF0-B8DE-72DF-6C3CC46ECF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1" name="AutoShape 193">
                  <a:extLst>
                    <a:ext uri="{FF2B5EF4-FFF2-40B4-BE49-F238E27FC236}">
                      <a16:creationId xmlns:a16="http://schemas.microsoft.com/office/drawing/2014/main" id="{DED3B51C-BADF-E274-2E8C-D24800F75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28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8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212" name="AutoShape 194">
                  <a:extLst>
                    <a:ext uri="{FF2B5EF4-FFF2-40B4-BE49-F238E27FC236}">
                      <a16:creationId xmlns:a16="http://schemas.microsoft.com/office/drawing/2014/main" id="{95ACDEE8-0021-D596-C891-77AC087AE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18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200" name="Rectangle 195">
                <a:extLst>
                  <a:ext uri="{FF2B5EF4-FFF2-40B4-BE49-F238E27FC236}">
                    <a16:creationId xmlns:a16="http://schemas.microsoft.com/office/drawing/2014/main" id="{5EED0A84-F140-D195-5ED1-D78902080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01" name="Freeform 196">
                <a:extLst>
                  <a:ext uri="{FF2B5EF4-FFF2-40B4-BE49-F238E27FC236}">
                    <a16:creationId xmlns:a16="http://schemas.microsoft.com/office/drawing/2014/main" id="{263EE431-19A0-707B-6A76-08ECBA8B2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02" name="Freeform 197">
                <a:extLst>
                  <a:ext uri="{FF2B5EF4-FFF2-40B4-BE49-F238E27FC236}">
                    <a16:creationId xmlns:a16="http://schemas.microsoft.com/office/drawing/2014/main" id="{EE3B68CF-800E-BF02-6CFA-EECC715EC0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03" name="Oval 198">
                <a:extLst>
                  <a:ext uri="{FF2B5EF4-FFF2-40B4-BE49-F238E27FC236}">
                    <a16:creationId xmlns:a16="http://schemas.microsoft.com/office/drawing/2014/main" id="{FEBFF3D9-79AE-6C8D-68E9-5E9B82268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04" name="Freeform 199">
                <a:extLst>
                  <a:ext uri="{FF2B5EF4-FFF2-40B4-BE49-F238E27FC236}">
                    <a16:creationId xmlns:a16="http://schemas.microsoft.com/office/drawing/2014/main" id="{E5FE2980-9FA4-7626-F96E-BC65F890C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05" name="AutoShape 200">
                <a:extLst>
                  <a:ext uri="{FF2B5EF4-FFF2-40B4-BE49-F238E27FC236}">
                    <a16:creationId xmlns:a16="http://schemas.microsoft.com/office/drawing/2014/main" id="{DEB02B7E-64AA-6AE5-190F-A354D5C4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0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06" name="AutoShape 201">
                <a:extLst>
                  <a:ext uri="{FF2B5EF4-FFF2-40B4-BE49-F238E27FC236}">
                    <a16:creationId xmlns:a16="http://schemas.microsoft.com/office/drawing/2014/main" id="{3E671713-31DD-3C5B-E155-984FA740A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07" name="Oval 202">
                <a:extLst>
                  <a:ext uri="{FF2B5EF4-FFF2-40B4-BE49-F238E27FC236}">
                    <a16:creationId xmlns:a16="http://schemas.microsoft.com/office/drawing/2014/main" id="{8FACEC8D-698F-B341-EB45-FC8F994B5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08" name="Oval 203">
                <a:extLst>
                  <a:ext uri="{FF2B5EF4-FFF2-40B4-BE49-F238E27FC236}">
                    <a16:creationId xmlns:a16="http://schemas.microsoft.com/office/drawing/2014/main" id="{80EC7FFA-678A-6303-C115-1D94DCCC28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350" kern="0">
                  <a:solidFill>
                    <a:srgbClr val="FF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09" name="Oval 204">
                <a:extLst>
                  <a:ext uri="{FF2B5EF4-FFF2-40B4-BE49-F238E27FC236}">
                    <a16:creationId xmlns:a16="http://schemas.microsoft.com/office/drawing/2014/main" id="{3A5A12AD-524B-AFDF-3CB5-65089A95D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10" name="Rectangle 205">
                <a:extLst>
                  <a:ext uri="{FF2B5EF4-FFF2-40B4-BE49-F238E27FC236}">
                    <a16:creationId xmlns:a16="http://schemas.microsoft.com/office/drawing/2014/main" id="{6E1213D9-7B1A-D491-6017-AEC52A20F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</p:grpSp>
        <p:sp>
          <p:nvSpPr>
            <p:cNvPr id="157" name="Line 57">
              <a:extLst>
                <a:ext uri="{FF2B5EF4-FFF2-40B4-BE49-F238E27FC236}">
                  <a16:creationId xmlns:a16="http://schemas.microsoft.com/office/drawing/2014/main" id="{6FC06439-5F6A-3CAB-3E78-FBFCD9F3E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2913"/>
              <a:ext cx="3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158" name="Group 58">
              <a:extLst>
                <a:ext uri="{FF2B5EF4-FFF2-40B4-BE49-F238E27FC236}">
                  <a16:creationId xmlns:a16="http://schemas.microsoft.com/office/drawing/2014/main" id="{B5B42974-1B32-D0E1-F0F2-0D5ADD95E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1" y="2870"/>
              <a:ext cx="607" cy="108"/>
              <a:chOff x="3603" y="243"/>
              <a:chExt cx="357" cy="106"/>
            </a:xfrm>
          </p:grpSpPr>
          <p:sp>
            <p:nvSpPr>
              <p:cNvPr id="178" name="Line 60">
                <a:extLst>
                  <a:ext uri="{FF2B5EF4-FFF2-40B4-BE49-F238E27FC236}">
                    <a16:creationId xmlns:a16="http://schemas.microsoft.com/office/drawing/2014/main" id="{999F2CC8-385D-215C-CA08-6045838D6E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79" name="Line 61">
                <a:extLst>
                  <a:ext uri="{FF2B5EF4-FFF2-40B4-BE49-F238E27FC236}">
                    <a16:creationId xmlns:a16="http://schemas.microsoft.com/office/drawing/2014/main" id="{11707EBD-2F95-64B9-02A1-09A18F1C2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80" name="Rectangle 62">
                <a:extLst>
                  <a:ext uri="{FF2B5EF4-FFF2-40B4-BE49-F238E27FC236}">
                    <a16:creationId xmlns:a16="http://schemas.microsoft.com/office/drawing/2014/main" id="{9BC1D0C3-CE08-139E-2DCF-8242E2EF0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81" name="Group 64">
                <a:extLst>
                  <a:ext uri="{FF2B5EF4-FFF2-40B4-BE49-F238E27FC236}">
                    <a16:creationId xmlns:a16="http://schemas.microsoft.com/office/drawing/2014/main" id="{68CB66C1-595F-EEFD-CC79-7767F6498E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9" y="248"/>
                <a:ext cx="119" cy="65"/>
                <a:chOff x="2894" y="850"/>
                <a:chExt cx="94" cy="96"/>
              </a:xfrm>
            </p:grpSpPr>
            <p:sp>
              <p:nvSpPr>
                <p:cNvPr id="185" name="Line 66">
                  <a:extLst>
                    <a:ext uri="{FF2B5EF4-FFF2-40B4-BE49-F238E27FC236}">
                      <a16:creationId xmlns:a16="http://schemas.microsoft.com/office/drawing/2014/main" id="{39E612DE-E327-371F-595B-F1A4B18058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186" name="Line 67">
                  <a:extLst>
                    <a:ext uri="{FF2B5EF4-FFF2-40B4-BE49-F238E27FC236}">
                      <a16:creationId xmlns:a16="http://schemas.microsoft.com/office/drawing/2014/main" id="{16169E1A-07D9-E53B-DC63-263A84044C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182" name="Group 68">
                <a:extLst>
                  <a:ext uri="{FF2B5EF4-FFF2-40B4-BE49-F238E27FC236}">
                    <a16:creationId xmlns:a16="http://schemas.microsoft.com/office/drawing/2014/main" id="{7188AC56-919B-73C4-9968-E6CA26DCDA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9" y="243"/>
                <a:ext cx="124" cy="66"/>
                <a:chOff x="2848" y="848"/>
                <a:chExt cx="98" cy="98"/>
              </a:xfrm>
            </p:grpSpPr>
            <p:sp>
              <p:nvSpPr>
                <p:cNvPr id="183" name="Line 69">
                  <a:extLst>
                    <a:ext uri="{FF2B5EF4-FFF2-40B4-BE49-F238E27FC236}">
                      <a16:creationId xmlns:a16="http://schemas.microsoft.com/office/drawing/2014/main" id="{39DAD7B9-0DEB-6924-66D1-5908262567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184" name="Line 71">
                  <a:extLst>
                    <a:ext uri="{FF2B5EF4-FFF2-40B4-BE49-F238E27FC236}">
                      <a16:creationId xmlns:a16="http://schemas.microsoft.com/office/drawing/2014/main" id="{53825082-23B4-6644-2319-5EE521FB98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kern="0">
                    <a:solidFill>
                      <a:srgbClr val="000000"/>
                    </a:solidFill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</p:grpSp>
        <p:sp>
          <p:nvSpPr>
            <p:cNvPr id="159" name="AutoShape 90">
              <a:extLst>
                <a:ext uri="{FF2B5EF4-FFF2-40B4-BE49-F238E27FC236}">
                  <a16:creationId xmlns:a16="http://schemas.microsoft.com/office/drawing/2014/main" id="{A5891487-CFA1-0DDD-F21A-A3C9F8EF2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1" y="2812"/>
              <a:ext cx="609" cy="239"/>
            </a:xfrm>
            <a:prstGeom prst="rightArrow">
              <a:avLst>
                <a:gd name="adj1" fmla="val 50000"/>
                <a:gd name="adj2" fmla="val 538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grpSp>
          <p:nvGrpSpPr>
            <p:cNvPr id="160" name="Group 92">
              <a:extLst>
                <a:ext uri="{FF2B5EF4-FFF2-40B4-BE49-F238E27FC236}">
                  <a16:creationId xmlns:a16="http://schemas.microsoft.com/office/drawing/2014/main" id="{DDF32507-83AD-6766-AC1E-764B10889C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8" y="2739"/>
              <a:ext cx="1347" cy="360"/>
              <a:chOff x="2249" y="3459"/>
              <a:chExt cx="1389" cy="257"/>
            </a:xfrm>
          </p:grpSpPr>
          <p:sp>
            <p:nvSpPr>
              <p:cNvPr id="174" name="Oval 93">
                <a:extLst>
                  <a:ext uri="{FF2B5EF4-FFF2-40B4-BE49-F238E27FC236}">
                    <a16:creationId xmlns:a16="http://schemas.microsoft.com/office/drawing/2014/main" id="{4BA19C8F-F3EB-9A2E-33E3-E3FC40694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6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75" name="Rectangle 94">
                <a:extLst>
                  <a:ext uri="{FF2B5EF4-FFF2-40B4-BE49-F238E27FC236}">
                    <a16:creationId xmlns:a16="http://schemas.microsoft.com/office/drawing/2014/main" id="{2C35F555-7EC9-2D18-B458-9D77B2273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59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76" name="Oval 95">
                <a:extLst>
                  <a:ext uri="{FF2B5EF4-FFF2-40B4-BE49-F238E27FC236}">
                    <a16:creationId xmlns:a16="http://schemas.microsoft.com/office/drawing/2014/main" id="{F04BFC22-7B35-AC2B-7CB4-458561E67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6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77" name="Rectangle 96">
                <a:extLst>
                  <a:ext uri="{FF2B5EF4-FFF2-40B4-BE49-F238E27FC236}">
                    <a16:creationId xmlns:a16="http://schemas.microsoft.com/office/drawing/2014/main" id="{11CADF93-EBFF-80C8-96D3-34CE890DC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62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161" name="Text Box 97">
              <a:extLst>
                <a:ext uri="{FF2B5EF4-FFF2-40B4-BE49-F238E27FC236}">
                  <a16:creationId xmlns:a16="http://schemas.microsoft.com/office/drawing/2014/main" id="{37B0774E-655F-D62D-BAFE-5A5E2410F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" y="2811"/>
              <a:ext cx="141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sz="2100" kern="0" baseline="-2500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s</a:t>
              </a:r>
              <a:r>
                <a:rPr lang="en-US" altLang="en-US" sz="1500" kern="0" baseline="-2500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</a:t>
              </a:r>
              <a:r>
                <a:rPr lang="en-US" altLang="en-US" sz="15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bits/sec</a:t>
              </a:r>
            </a:p>
          </p:txBody>
        </p:sp>
        <p:grpSp>
          <p:nvGrpSpPr>
            <p:cNvPr id="162" name="Group 83">
              <a:extLst>
                <a:ext uri="{FF2B5EF4-FFF2-40B4-BE49-F238E27FC236}">
                  <a16:creationId xmlns:a16="http://schemas.microsoft.com/office/drawing/2014/main" id="{908F6522-9464-C3B3-5312-4FB46E3F24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170" name="Oval 84">
                <a:extLst>
                  <a:ext uri="{FF2B5EF4-FFF2-40B4-BE49-F238E27FC236}">
                    <a16:creationId xmlns:a16="http://schemas.microsoft.com/office/drawing/2014/main" id="{7A3AC358-AE57-6C18-3B3A-73F2C5581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71" name="Rectangle 85">
                <a:extLst>
                  <a:ext uri="{FF2B5EF4-FFF2-40B4-BE49-F238E27FC236}">
                    <a16:creationId xmlns:a16="http://schemas.microsoft.com/office/drawing/2014/main" id="{EEF1850E-654C-BF76-7F68-7E0C404E2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172" name="Oval 86">
                <a:extLst>
                  <a:ext uri="{FF2B5EF4-FFF2-40B4-BE49-F238E27FC236}">
                    <a16:creationId xmlns:a16="http://schemas.microsoft.com/office/drawing/2014/main" id="{60BAC380-C506-5EC3-C43A-C0BD4B6A3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8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73" name="Rectangle 87">
                <a:extLst>
                  <a:ext uri="{FF2B5EF4-FFF2-40B4-BE49-F238E27FC236}">
                    <a16:creationId xmlns:a16="http://schemas.microsoft.com/office/drawing/2014/main" id="{56F4DA95-F2B5-023F-8982-003FEA4E9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163" name="Text Box 88">
              <a:extLst>
                <a:ext uri="{FF2B5EF4-FFF2-40B4-BE49-F238E27FC236}">
                  <a16:creationId xmlns:a16="http://schemas.microsoft.com/office/drawing/2014/main" id="{3FB74403-8D87-B2FC-073C-EDE6C897D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5" y="2780"/>
              <a:ext cx="162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 </a:t>
              </a:r>
              <a:r>
                <a:rPr lang="en-US" altLang="en-US" sz="1500" kern="0" dirty="0" err="1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sz="2100" kern="0" baseline="-25000" dirty="0" err="1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c</a:t>
              </a:r>
              <a:r>
                <a:rPr lang="en-US" altLang="en-US" sz="1500" kern="0" baseline="-2500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</a:t>
              </a:r>
              <a:r>
                <a:rPr lang="en-US" altLang="en-US" sz="1500" kern="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bits/sec</a:t>
              </a:r>
            </a:p>
          </p:txBody>
        </p:sp>
        <p:sp>
          <p:nvSpPr>
            <p:cNvPr id="164" name="AutoShape 98">
              <a:extLst>
                <a:ext uri="{FF2B5EF4-FFF2-40B4-BE49-F238E27FC236}">
                  <a16:creationId xmlns:a16="http://schemas.microsoft.com/office/drawing/2014/main" id="{46DB780D-EC1E-20E5-E381-6B120C340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808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65" name="AutoShape 89">
              <a:extLst>
                <a:ext uri="{FF2B5EF4-FFF2-40B4-BE49-F238E27FC236}">
                  <a16:creationId xmlns:a16="http://schemas.microsoft.com/office/drawing/2014/main" id="{DCC56CAA-E84C-565D-467F-6F589B88A92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14" y="2682"/>
              <a:ext cx="564" cy="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166" name="Group 135">
              <a:extLst>
                <a:ext uri="{FF2B5EF4-FFF2-40B4-BE49-F238E27FC236}">
                  <a16:creationId xmlns:a16="http://schemas.microsoft.com/office/drawing/2014/main" id="{D3002B41-0643-318A-F684-D6196E1B295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345" y="2651"/>
              <a:ext cx="549" cy="558"/>
              <a:chOff x="-248" y="1473"/>
              <a:chExt cx="981" cy="1105"/>
            </a:xfrm>
          </p:grpSpPr>
          <p:pic>
            <p:nvPicPr>
              <p:cNvPr id="168" name="Picture 136" descr="desktop_computer_stylized_medium">
                <a:extLst>
                  <a:ext uri="{FF2B5EF4-FFF2-40B4-BE49-F238E27FC236}">
                    <a16:creationId xmlns:a16="http://schemas.microsoft.com/office/drawing/2014/main" id="{D6D70453-956F-3860-6139-C53BF54918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248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9" name="Freeform 137">
                <a:extLst>
                  <a:ext uri="{FF2B5EF4-FFF2-40B4-BE49-F238E27FC236}">
                    <a16:creationId xmlns:a16="http://schemas.microsoft.com/office/drawing/2014/main" id="{E540F8B9-26C9-31F9-4F8B-C725080099D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0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167" name="AutoShape 327">
              <a:extLst>
                <a:ext uri="{FF2B5EF4-FFF2-40B4-BE49-F238E27FC236}">
                  <a16:creationId xmlns:a16="http://schemas.microsoft.com/office/drawing/2014/main" id="{7D776C11-9263-8827-D99D-76895A328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2474"/>
              <a:ext cx="257" cy="272"/>
            </a:xfrm>
            <a:prstGeom prst="can">
              <a:avLst>
                <a:gd name="adj" fmla="val 21398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630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26EB-D71B-840D-E40F-12AB64A0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CF9F475-C6CF-8D37-DEE5-8B53B67D1EC7}"/>
              </a:ext>
            </a:extLst>
          </p:cNvPr>
          <p:cNvGrpSpPr/>
          <p:nvPr/>
        </p:nvGrpSpPr>
        <p:grpSpPr>
          <a:xfrm>
            <a:off x="800083" y="2316221"/>
            <a:ext cx="3565922" cy="3789581"/>
            <a:chOff x="6096000" y="1390614"/>
            <a:chExt cx="4754562" cy="5052775"/>
          </a:xfrm>
        </p:grpSpPr>
        <p:sp>
          <p:nvSpPr>
            <p:cNvPr id="61" name="Text Box 44">
              <a:extLst>
                <a:ext uri="{FF2B5EF4-FFF2-40B4-BE49-F238E27FC236}">
                  <a16:creationId xmlns:a16="http://schemas.microsoft.com/office/drawing/2014/main" id="{7C746A49-6CA7-E0CF-9D29-BF49502E3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5581614"/>
              <a:ext cx="4754562" cy="86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10 connections (fairly) share backbone bottleneck link </a:t>
              </a:r>
              <a:r>
                <a:rPr lang="en-US" altLang="en-US" sz="1800" i="1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sz="1800" baseline="-2500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 </a:t>
              </a:r>
              <a:r>
                <a:rPr lang="en-US" altLang="en-US" sz="1800" dirty="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bits/sec</a:t>
              </a:r>
            </a:p>
          </p:txBody>
        </p:sp>
        <p:sp>
          <p:nvSpPr>
            <p:cNvPr id="62" name="Freeform 296">
              <a:extLst>
                <a:ext uri="{FF2B5EF4-FFF2-40B4-BE49-F238E27FC236}">
                  <a16:creationId xmlns:a16="http://schemas.microsoft.com/office/drawing/2014/main" id="{506864C2-A78A-CA3F-C9FE-736AD6B76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2112" y="2666964"/>
              <a:ext cx="3127375" cy="1498600"/>
            </a:xfrm>
            <a:custGeom>
              <a:avLst/>
              <a:gdLst>
                <a:gd name="T0" fmla="*/ 2147483647 w 1877"/>
                <a:gd name="T1" fmla="*/ 2147483647 h 917"/>
                <a:gd name="T2" fmla="*/ 2147483647 w 1877"/>
                <a:gd name="T3" fmla="*/ 2147483647 h 917"/>
                <a:gd name="T4" fmla="*/ 2147483647 w 1877"/>
                <a:gd name="T5" fmla="*/ 2147483647 h 917"/>
                <a:gd name="T6" fmla="*/ 2147483647 w 1877"/>
                <a:gd name="T7" fmla="*/ 2147483647 h 917"/>
                <a:gd name="T8" fmla="*/ 2147483647 w 1877"/>
                <a:gd name="T9" fmla="*/ 2147483647 h 917"/>
                <a:gd name="T10" fmla="*/ 2147483647 w 1877"/>
                <a:gd name="T11" fmla="*/ 2147483647 h 917"/>
                <a:gd name="T12" fmla="*/ 2147483647 w 1877"/>
                <a:gd name="T13" fmla="*/ 2147483647 h 917"/>
                <a:gd name="T14" fmla="*/ 2147483647 w 1877"/>
                <a:gd name="T15" fmla="*/ 2147483647 h 917"/>
                <a:gd name="T16" fmla="*/ 2147483647 w 1877"/>
                <a:gd name="T17" fmla="*/ 2147483647 h 917"/>
                <a:gd name="T18" fmla="*/ 2147483647 w 1877"/>
                <a:gd name="T19" fmla="*/ 2147483647 h 917"/>
                <a:gd name="T20" fmla="*/ 2147483647 w 1877"/>
                <a:gd name="T21" fmla="*/ 2147483647 h 917"/>
                <a:gd name="T22" fmla="*/ 2147483647 w 1877"/>
                <a:gd name="T23" fmla="*/ 2147483647 h 917"/>
                <a:gd name="T24" fmla="*/ 2147483647 w 1877"/>
                <a:gd name="T25" fmla="*/ 2147483647 h 917"/>
                <a:gd name="T26" fmla="*/ 2147483647 w 1877"/>
                <a:gd name="T27" fmla="*/ 2147483647 h 917"/>
                <a:gd name="T28" fmla="*/ 2147483647 w 1877"/>
                <a:gd name="T29" fmla="*/ 2147483647 h 917"/>
                <a:gd name="T30" fmla="*/ 2147483647 w 1877"/>
                <a:gd name="T31" fmla="*/ 2147483647 h 91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877"/>
                <a:gd name="T49" fmla="*/ 0 h 917"/>
                <a:gd name="T50" fmla="*/ 1877 w 1877"/>
                <a:gd name="T51" fmla="*/ 917 h 91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877" h="917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3" name="Text Box 35">
              <a:extLst>
                <a:ext uri="{FF2B5EF4-FFF2-40B4-BE49-F238E27FC236}">
                  <a16:creationId xmlns:a16="http://schemas.microsoft.com/office/drawing/2014/main" id="{07AA7703-425B-7414-0E21-3602B8DC0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5587" y="2290727"/>
              <a:ext cx="67627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s</a:t>
              </a:r>
              <a:endParaRPr lang="en-US" altLang="en-US" sz="180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64" name="Oval 40">
              <a:extLst>
                <a:ext uri="{FF2B5EF4-FFF2-40B4-BE49-F238E27FC236}">
                  <a16:creationId xmlns:a16="http://schemas.microsoft.com/office/drawing/2014/main" id="{5F6139D5-3EE8-0529-113C-72A3D853B5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0106" y="3718683"/>
              <a:ext cx="50800" cy="52546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5" name="Rectangle 41">
              <a:extLst>
                <a:ext uri="{FF2B5EF4-FFF2-40B4-BE49-F238E27FC236}">
                  <a16:creationId xmlns:a16="http://schemas.microsoft.com/office/drawing/2014/main" id="{354C3F72-F370-229C-DE80-779BD40A52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003381" y="3224971"/>
              <a:ext cx="984250" cy="525462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6" name="Oval 42">
              <a:extLst>
                <a:ext uri="{FF2B5EF4-FFF2-40B4-BE49-F238E27FC236}">
                  <a16:creationId xmlns:a16="http://schemas.microsoft.com/office/drawing/2014/main" id="{EDAA3DCD-7371-5845-9CCE-AE61F86985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4075" y="2739989"/>
              <a:ext cx="52387" cy="5254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1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67" name="Rectangle 43">
              <a:extLst>
                <a:ext uri="{FF2B5EF4-FFF2-40B4-BE49-F238E27FC236}">
                  <a16:creationId xmlns:a16="http://schemas.microsoft.com/office/drawing/2014/main" id="{4BCA56B2-CDF0-54EC-DDFF-3307902BFDC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4075" y="3711539"/>
              <a:ext cx="31750" cy="5111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8" name="Oval 31">
              <a:extLst>
                <a:ext uri="{FF2B5EF4-FFF2-40B4-BE49-F238E27FC236}">
                  <a16:creationId xmlns:a16="http://schemas.microsoft.com/office/drawing/2014/main" id="{DB43C7FA-DB28-28A0-3984-CCFBBCABEF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7480300" y="2614577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9" name="Rectangle 32">
              <a:extLst>
                <a:ext uri="{FF2B5EF4-FFF2-40B4-BE49-F238E27FC236}">
                  <a16:creationId xmlns:a16="http://schemas.microsoft.com/office/drawing/2014/main" id="{C281800C-AB7B-00D9-E18C-B636775395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6815137" y="2411377"/>
              <a:ext cx="730250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0" name="Oval 33">
              <a:extLst>
                <a:ext uri="{FF2B5EF4-FFF2-40B4-BE49-F238E27FC236}">
                  <a16:creationId xmlns:a16="http://schemas.microsoft.com/office/drawing/2014/main" id="{5815CB24-2FAC-BAD3-7A38-68FC9DF099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6850062" y="2211352"/>
              <a:ext cx="38100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1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71" name="Rectangle 34">
              <a:extLst>
                <a:ext uri="{FF2B5EF4-FFF2-40B4-BE49-F238E27FC236}">
                  <a16:creationId xmlns:a16="http://schemas.microsoft.com/office/drawing/2014/main" id="{7025EBDC-5AE6-3C8F-68BA-BC37EF4AED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7477125" y="2611402"/>
              <a:ext cx="23812" cy="15398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2" name="Line 456">
              <a:extLst>
                <a:ext uri="{FF2B5EF4-FFF2-40B4-BE49-F238E27FC236}">
                  <a16:creationId xmlns:a16="http://schemas.microsoft.com/office/drawing/2014/main" id="{F65E5310-59DE-2679-0852-E028B5D8B2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92560">
              <a:off x="6686550" y="2482814"/>
              <a:ext cx="9556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73" name="Oval 469">
              <a:extLst>
                <a:ext uri="{FF2B5EF4-FFF2-40B4-BE49-F238E27FC236}">
                  <a16:creationId xmlns:a16="http://schemas.microsoft.com/office/drawing/2014/main" id="{0B701E30-7EF2-6324-6A4E-2B2EDA4F02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989887" y="2617752"/>
              <a:ext cx="47625" cy="1428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6" name="Rectangle 470">
              <a:extLst>
                <a:ext uri="{FF2B5EF4-FFF2-40B4-BE49-F238E27FC236}">
                  <a16:creationId xmlns:a16="http://schemas.microsoft.com/office/drawing/2014/main" id="{0C0773A9-1E40-E684-EA9B-BE7ADDD14D6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268369" y="2285170"/>
              <a:ext cx="915988" cy="1428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" name="Oval 471">
              <a:extLst>
                <a:ext uri="{FF2B5EF4-FFF2-40B4-BE49-F238E27FC236}">
                  <a16:creationId xmlns:a16="http://schemas.microsoft.com/office/drawing/2014/main" id="{2069C162-1111-5683-E197-521CCFD924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419975" y="1958939"/>
              <a:ext cx="47625" cy="142875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1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78" name="Rectangle 472">
              <a:extLst>
                <a:ext uri="{FF2B5EF4-FFF2-40B4-BE49-F238E27FC236}">
                  <a16:creationId xmlns:a16="http://schemas.microsoft.com/office/drawing/2014/main" id="{9DFFEC96-D587-014F-52F5-641A3B5D4F8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989887" y="2609814"/>
              <a:ext cx="30163" cy="138113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" name="Line 473">
              <a:extLst>
                <a:ext uri="{FF2B5EF4-FFF2-40B4-BE49-F238E27FC236}">
                  <a16:creationId xmlns:a16="http://schemas.microsoft.com/office/drawing/2014/main" id="{024CFE15-F63A-F04F-4EA7-CE1B74EFC8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68172">
              <a:off x="7111999" y="2341527"/>
              <a:ext cx="11969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80" name="Oval 476">
              <a:extLst>
                <a:ext uri="{FF2B5EF4-FFF2-40B4-BE49-F238E27FC236}">
                  <a16:creationId xmlns:a16="http://schemas.microsoft.com/office/drawing/2014/main" id="{C319FFBE-17D3-0E3B-CD0A-BE17CB0153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6943725" y="4467189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1" name="Rectangle 477">
              <a:extLst>
                <a:ext uri="{FF2B5EF4-FFF2-40B4-BE49-F238E27FC236}">
                  <a16:creationId xmlns:a16="http://schemas.microsoft.com/office/drawing/2014/main" id="{48199FC0-6E87-52EA-01B9-37147E5F0B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6916737" y="4263989"/>
              <a:ext cx="730250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2" name="Oval 478">
              <a:extLst>
                <a:ext uri="{FF2B5EF4-FFF2-40B4-BE49-F238E27FC236}">
                  <a16:creationId xmlns:a16="http://schemas.microsoft.com/office/drawing/2014/main" id="{05348F03-CEED-762E-46BA-4E77787DC3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7575550" y="4063964"/>
              <a:ext cx="36512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1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83" name="Rectangle 479">
              <a:extLst>
                <a:ext uri="{FF2B5EF4-FFF2-40B4-BE49-F238E27FC236}">
                  <a16:creationId xmlns:a16="http://schemas.microsoft.com/office/drawing/2014/main" id="{621999B1-FCA9-A609-F05D-BE92DD7D04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6959600" y="4464014"/>
              <a:ext cx="23812" cy="153988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4" name="Line 480">
              <a:extLst>
                <a:ext uri="{FF2B5EF4-FFF2-40B4-BE49-F238E27FC236}">
                  <a16:creationId xmlns:a16="http://schemas.microsoft.com/office/drawing/2014/main" id="{775C453F-8459-AD65-41F4-EDD08B0361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807440" flipH="1">
              <a:off x="6821487" y="4335427"/>
              <a:ext cx="9556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85" name="Oval 483">
              <a:extLst>
                <a:ext uri="{FF2B5EF4-FFF2-40B4-BE49-F238E27FC236}">
                  <a16:creationId xmlns:a16="http://schemas.microsoft.com/office/drawing/2014/main" id="{DB6BEB29-B0F1-DB27-5C7F-33FA2C01B6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8197850" y="4240177"/>
              <a:ext cx="47625" cy="1428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6" name="Rectangle 484">
              <a:extLst>
                <a:ext uri="{FF2B5EF4-FFF2-40B4-BE49-F238E27FC236}">
                  <a16:creationId xmlns:a16="http://schemas.microsoft.com/office/drawing/2014/main" id="{AA0B42C8-5B2B-8F56-B800-1D98459D32E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7475537" y="4571964"/>
              <a:ext cx="917575" cy="1428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7" name="Oval 485">
              <a:extLst>
                <a:ext uri="{FF2B5EF4-FFF2-40B4-BE49-F238E27FC236}">
                  <a16:creationId xmlns:a16="http://schemas.microsoft.com/office/drawing/2014/main" id="{7BC8AC1C-8A37-F775-D9EF-3F48E392ED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7629525" y="4898989"/>
              <a:ext cx="47625" cy="142875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1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88" name="Rectangle 486">
              <a:extLst>
                <a:ext uri="{FF2B5EF4-FFF2-40B4-BE49-F238E27FC236}">
                  <a16:creationId xmlns:a16="http://schemas.microsoft.com/office/drawing/2014/main" id="{D8E9A119-5CD4-F490-50CC-1E5DBA8FD1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8197850" y="4249702"/>
              <a:ext cx="30162" cy="138112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9" name="Line 487">
              <a:extLst>
                <a:ext uri="{FF2B5EF4-FFF2-40B4-BE49-F238E27FC236}">
                  <a16:creationId xmlns:a16="http://schemas.microsoft.com/office/drawing/2014/main" id="{2FD33FE4-8944-C352-C9CB-0701B2978B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831828" flipV="1">
              <a:off x="7319962" y="4657690"/>
              <a:ext cx="11969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90" name="Oval 500">
              <a:extLst>
                <a:ext uri="{FF2B5EF4-FFF2-40B4-BE49-F238E27FC236}">
                  <a16:creationId xmlns:a16="http://schemas.microsoft.com/office/drawing/2014/main" id="{37918797-18AC-FC1B-44EF-18905FEF5B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150350" y="2586002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1" name="Rectangle 501">
              <a:extLst>
                <a:ext uri="{FF2B5EF4-FFF2-40B4-BE49-F238E27FC236}">
                  <a16:creationId xmlns:a16="http://schemas.microsoft.com/office/drawing/2014/main" id="{4352C290-6DC5-FE87-D7AF-75F97C8069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123362" y="2382802"/>
              <a:ext cx="730250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2" name="Oval 502">
              <a:extLst>
                <a:ext uri="{FF2B5EF4-FFF2-40B4-BE49-F238E27FC236}">
                  <a16:creationId xmlns:a16="http://schemas.microsoft.com/office/drawing/2014/main" id="{15148744-E117-7588-2BF5-2D8931D0EF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782175" y="2182777"/>
              <a:ext cx="36512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1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93" name="Rectangle 503">
              <a:extLst>
                <a:ext uri="{FF2B5EF4-FFF2-40B4-BE49-F238E27FC236}">
                  <a16:creationId xmlns:a16="http://schemas.microsoft.com/office/drawing/2014/main" id="{342D2638-A60F-5A52-5F9D-610976829D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166225" y="2582827"/>
              <a:ext cx="25400" cy="15398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4" name="Line 504">
              <a:extLst>
                <a:ext uri="{FF2B5EF4-FFF2-40B4-BE49-F238E27FC236}">
                  <a16:creationId xmlns:a16="http://schemas.microsoft.com/office/drawing/2014/main" id="{89310258-3988-4C6F-8D48-3A16885E2B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807440" flipH="1">
              <a:off x="9028112" y="2454239"/>
              <a:ext cx="9556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95" name="Oval 507">
              <a:extLst>
                <a:ext uri="{FF2B5EF4-FFF2-40B4-BE49-F238E27FC236}">
                  <a16:creationId xmlns:a16="http://schemas.microsoft.com/office/drawing/2014/main" id="{0AD5A65A-40EF-A54F-1EF5-BC4D49DB3D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907587" y="4546564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6" name="Rectangle 508">
              <a:extLst>
                <a:ext uri="{FF2B5EF4-FFF2-40B4-BE49-F238E27FC236}">
                  <a16:creationId xmlns:a16="http://schemas.microsoft.com/office/drawing/2014/main" id="{953BF3C9-9FE4-ED8D-79C2-D9D916CDDF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240837" y="4341777"/>
              <a:ext cx="731838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7" name="Oval 509">
              <a:extLst>
                <a:ext uri="{FF2B5EF4-FFF2-40B4-BE49-F238E27FC236}">
                  <a16:creationId xmlns:a16="http://schemas.microsoft.com/office/drawing/2014/main" id="{B29CE4F9-875A-F3CE-1BE1-3E5EB81DA9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275762" y="4141752"/>
              <a:ext cx="38100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21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98" name="Rectangle 510">
              <a:extLst>
                <a:ext uri="{FF2B5EF4-FFF2-40B4-BE49-F238E27FC236}">
                  <a16:creationId xmlns:a16="http://schemas.microsoft.com/office/drawing/2014/main" id="{E4FBD943-3C3D-F1AE-AA55-631E64093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902825" y="4543389"/>
              <a:ext cx="25400" cy="1524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100" kern="0" dirty="0">
                <a:solidFill>
                  <a:srgbClr val="000000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9" name="Line 511">
              <a:extLst>
                <a:ext uri="{FF2B5EF4-FFF2-40B4-BE49-F238E27FC236}">
                  <a16:creationId xmlns:a16="http://schemas.microsoft.com/office/drawing/2014/main" id="{46FC69D7-1F76-DB7E-EDD8-FA67132925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92560">
              <a:off x="9102725" y="4441789"/>
              <a:ext cx="1062037" cy="127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0" name="Text Box 513">
              <a:extLst>
                <a:ext uri="{FF2B5EF4-FFF2-40B4-BE49-F238E27FC236}">
                  <a16:creationId xmlns:a16="http://schemas.microsoft.com/office/drawing/2014/main" id="{0D784BB3-69EF-22F0-B350-5AD2A9AD6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550" y="1849402"/>
              <a:ext cx="67627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s</a:t>
              </a:r>
              <a:endParaRPr lang="en-US" altLang="en-US" sz="180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01" name="Text Box 514">
              <a:extLst>
                <a:ext uri="{FF2B5EF4-FFF2-40B4-BE49-F238E27FC236}">
                  <a16:creationId xmlns:a16="http://schemas.microsoft.com/office/drawing/2014/main" id="{406076D5-6172-76B0-9C60-E38E78D22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2762" y="2357402"/>
              <a:ext cx="67627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s</a:t>
              </a:r>
              <a:endParaRPr lang="en-US" altLang="en-US" sz="180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02" name="Freeform 515">
              <a:extLst>
                <a:ext uri="{FF2B5EF4-FFF2-40B4-BE49-F238E27FC236}">
                  <a16:creationId xmlns:a16="http://schemas.microsoft.com/office/drawing/2014/main" id="{EDA906CF-C2C1-6BF5-1BB4-719EDD163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9200" y="2717764"/>
              <a:ext cx="800100" cy="1381125"/>
            </a:xfrm>
            <a:custGeom>
              <a:avLst/>
              <a:gdLst>
                <a:gd name="T0" fmla="*/ 0 w 504"/>
                <a:gd name="T1" fmla="*/ 0 h 870"/>
                <a:gd name="T2" fmla="*/ 2147483647 w 504"/>
                <a:gd name="T3" fmla="*/ 2147483647 h 870"/>
                <a:gd name="T4" fmla="*/ 2147483647 w 504"/>
                <a:gd name="T5" fmla="*/ 2147483647 h 870"/>
                <a:gd name="T6" fmla="*/ 2147483647 w 504"/>
                <a:gd name="T7" fmla="*/ 2147483647 h 870"/>
                <a:gd name="T8" fmla="*/ 2147483647 w 504"/>
                <a:gd name="T9" fmla="*/ 2147483647 h 870"/>
                <a:gd name="T10" fmla="*/ 2147483647 w 504"/>
                <a:gd name="T11" fmla="*/ 2147483647 h 870"/>
                <a:gd name="T12" fmla="*/ 2147483647 w 504"/>
                <a:gd name="T13" fmla="*/ 2147483647 h 870"/>
                <a:gd name="T14" fmla="*/ 2147483647 w 504"/>
                <a:gd name="T15" fmla="*/ 2147483647 h 870"/>
                <a:gd name="T16" fmla="*/ 2147483647 w 504"/>
                <a:gd name="T17" fmla="*/ 2147483647 h 870"/>
                <a:gd name="T18" fmla="*/ 2147483647 w 504"/>
                <a:gd name="T19" fmla="*/ 2147483647 h 8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04"/>
                <a:gd name="T31" fmla="*/ 0 h 870"/>
                <a:gd name="T32" fmla="*/ 504 w 504"/>
                <a:gd name="T33" fmla="*/ 870 h 87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04" h="870">
                  <a:moveTo>
                    <a:pt x="0" y="0"/>
                  </a:moveTo>
                  <a:cubicBezTo>
                    <a:pt x="21" y="11"/>
                    <a:pt x="79" y="44"/>
                    <a:pt x="129" y="63"/>
                  </a:cubicBezTo>
                  <a:cubicBezTo>
                    <a:pt x="179" y="82"/>
                    <a:pt x="255" y="102"/>
                    <a:pt x="299" y="112"/>
                  </a:cubicBezTo>
                  <a:cubicBezTo>
                    <a:pt x="343" y="122"/>
                    <a:pt x="362" y="116"/>
                    <a:pt x="392" y="121"/>
                  </a:cubicBezTo>
                  <a:cubicBezTo>
                    <a:pt x="417" y="124"/>
                    <a:pt x="469" y="100"/>
                    <a:pt x="479" y="145"/>
                  </a:cubicBezTo>
                  <a:cubicBezTo>
                    <a:pt x="490" y="191"/>
                    <a:pt x="504" y="700"/>
                    <a:pt x="490" y="772"/>
                  </a:cubicBezTo>
                  <a:cubicBezTo>
                    <a:pt x="477" y="845"/>
                    <a:pt x="447" y="842"/>
                    <a:pt x="406" y="839"/>
                  </a:cubicBezTo>
                  <a:cubicBezTo>
                    <a:pt x="365" y="836"/>
                    <a:pt x="323" y="835"/>
                    <a:pt x="286" y="833"/>
                  </a:cubicBezTo>
                  <a:cubicBezTo>
                    <a:pt x="250" y="831"/>
                    <a:pt x="226" y="822"/>
                    <a:pt x="192" y="828"/>
                  </a:cubicBezTo>
                  <a:cubicBezTo>
                    <a:pt x="158" y="834"/>
                    <a:pt x="107" y="861"/>
                    <a:pt x="84" y="870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3" name="Text Box 516">
              <a:extLst>
                <a:ext uri="{FF2B5EF4-FFF2-40B4-BE49-F238E27FC236}">
                  <a16:creationId xmlns:a16="http://schemas.microsoft.com/office/drawing/2014/main" id="{B5866B24-62F7-3E6A-E617-9FDCA4DBE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3363" y="3833062"/>
              <a:ext cx="674688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dirty="0" err="1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baseline="-25000" dirty="0" err="1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c</a:t>
              </a:r>
              <a:endParaRPr lang="en-US" altLang="en-US" sz="1800" dirty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18" name="Freeform 517">
              <a:extLst>
                <a:ext uri="{FF2B5EF4-FFF2-40B4-BE49-F238E27FC236}">
                  <a16:creationId xmlns:a16="http://schemas.microsoft.com/office/drawing/2014/main" id="{74DBDC8A-4061-F719-4908-39A23FF32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2750" y="2695539"/>
              <a:ext cx="431800" cy="1570038"/>
            </a:xfrm>
            <a:custGeom>
              <a:avLst/>
              <a:gdLst>
                <a:gd name="T0" fmla="*/ 0 w 272"/>
                <a:gd name="T1" fmla="*/ 0 h 989"/>
                <a:gd name="T2" fmla="*/ 2147483647 w 272"/>
                <a:gd name="T3" fmla="*/ 2147483647 h 989"/>
                <a:gd name="T4" fmla="*/ 2147483647 w 272"/>
                <a:gd name="T5" fmla="*/ 2147483647 h 989"/>
                <a:gd name="T6" fmla="*/ 2147483647 w 272"/>
                <a:gd name="T7" fmla="*/ 2147483647 h 989"/>
                <a:gd name="T8" fmla="*/ 2147483647 w 272"/>
                <a:gd name="T9" fmla="*/ 2147483647 h 989"/>
                <a:gd name="T10" fmla="*/ 2147483647 w 272"/>
                <a:gd name="T11" fmla="*/ 2147483647 h 989"/>
                <a:gd name="T12" fmla="*/ 2147483647 w 272"/>
                <a:gd name="T13" fmla="*/ 2147483647 h 9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2"/>
                <a:gd name="T22" fmla="*/ 0 h 989"/>
                <a:gd name="T23" fmla="*/ 272 w 272"/>
                <a:gd name="T24" fmla="*/ 989 h 9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2" h="989">
                  <a:moveTo>
                    <a:pt x="0" y="0"/>
                  </a:moveTo>
                  <a:cubicBezTo>
                    <a:pt x="15" y="13"/>
                    <a:pt x="49" y="56"/>
                    <a:pt x="92" y="80"/>
                  </a:cubicBezTo>
                  <a:cubicBezTo>
                    <a:pt x="231" y="84"/>
                    <a:pt x="204" y="89"/>
                    <a:pt x="257" y="147"/>
                  </a:cubicBezTo>
                  <a:cubicBezTo>
                    <a:pt x="270" y="295"/>
                    <a:pt x="272" y="652"/>
                    <a:pt x="268" y="774"/>
                  </a:cubicBezTo>
                  <a:cubicBezTo>
                    <a:pt x="268" y="895"/>
                    <a:pt x="261" y="853"/>
                    <a:pt x="257" y="875"/>
                  </a:cubicBezTo>
                  <a:cubicBezTo>
                    <a:pt x="251" y="894"/>
                    <a:pt x="257" y="889"/>
                    <a:pt x="242" y="908"/>
                  </a:cubicBezTo>
                  <a:cubicBezTo>
                    <a:pt x="227" y="927"/>
                    <a:pt x="183" y="972"/>
                    <a:pt x="167" y="989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19" name="Freeform 518">
              <a:extLst>
                <a:ext uri="{FF2B5EF4-FFF2-40B4-BE49-F238E27FC236}">
                  <a16:creationId xmlns:a16="http://schemas.microsoft.com/office/drawing/2014/main" id="{6C9DEDF9-4E3C-90CE-3506-943AC644E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6950" y="2679664"/>
              <a:ext cx="638175" cy="1538288"/>
            </a:xfrm>
            <a:custGeom>
              <a:avLst/>
              <a:gdLst>
                <a:gd name="T0" fmla="*/ 2147483647 w 402"/>
                <a:gd name="T1" fmla="*/ 0 h 969"/>
                <a:gd name="T2" fmla="*/ 2147483647 w 402"/>
                <a:gd name="T3" fmla="*/ 2147483647 h 969"/>
                <a:gd name="T4" fmla="*/ 2147483647 w 402"/>
                <a:gd name="T5" fmla="*/ 2147483647 h 969"/>
                <a:gd name="T6" fmla="*/ 2147483647 w 402"/>
                <a:gd name="T7" fmla="*/ 2147483647 h 969"/>
                <a:gd name="T8" fmla="*/ 2147483647 w 402"/>
                <a:gd name="T9" fmla="*/ 2147483647 h 969"/>
                <a:gd name="T10" fmla="*/ 2147483647 w 402"/>
                <a:gd name="T11" fmla="*/ 2147483647 h 969"/>
                <a:gd name="T12" fmla="*/ 2147483647 w 402"/>
                <a:gd name="T13" fmla="*/ 2147483647 h 969"/>
                <a:gd name="T14" fmla="*/ 2147483647 w 402"/>
                <a:gd name="T15" fmla="*/ 2147483647 h 969"/>
                <a:gd name="T16" fmla="*/ 2147483647 w 402"/>
                <a:gd name="T17" fmla="*/ 2147483647 h 9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2"/>
                <a:gd name="T28" fmla="*/ 0 h 969"/>
                <a:gd name="T29" fmla="*/ 402 w 402"/>
                <a:gd name="T30" fmla="*/ 969 h 96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2" h="969">
                  <a:moveTo>
                    <a:pt x="306" y="0"/>
                  </a:moveTo>
                  <a:cubicBezTo>
                    <a:pt x="295" y="5"/>
                    <a:pt x="262" y="24"/>
                    <a:pt x="240" y="36"/>
                  </a:cubicBezTo>
                  <a:cubicBezTo>
                    <a:pt x="218" y="48"/>
                    <a:pt x="199" y="58"/>
                    <a:pt x="174" y="72"/>
                  </a:cubicBezTo>
                  <a:cubicBezTo>
                    <a:pt x="149" y="86"/>
                    <a:pt x="115" y="101"/>
                    <a:pt x="90" y="119"/>
                  </a:cubicBezTo>
                  <a:cubicBezTo>
                    <a:pt x="64" y="136"/>
                    <a:pt x="72" y="127"/>
                    <a:pt x="25" y="178"/>
                  </a:cubicBezTo>
                  <a:cubicBezTo>
                    <a:pt x="14" y="223"/>
                    <a:pt x="0" y="732"/>
                    <a:pt x="14" y="804"/>
                  </a:cubicBezTo>
                  <a:cubicBezTo>
                    <a:pt x="27" y="877"/>
                    <a:pt x="53" y="854"/>
                    <a:pt x="98" y="871"/>
                  </a:cubicBezTo>
                  <a:cubicBezTo>
                    <a:pt x="144" y="888"/>
                    <a:pt x="209" y="884"/>
                    <a:pt x="261" y="900"/>
                  </a:cubicBezTo>
                  <a:cubicBezTo>
                    <a:pt x="312" y="916"/>
                    <a:pt x="373" y="955"/>
                    <a:pt x="402" y="969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20" name="Text Box 519">
              <a:extLst>
                <a:ext uri="{FF2B5EF4-FFF2-40B4-BE49-F238E27FC236}">
                  <a16:creationId xmlns:a16="http://schemas.microsoft.com/office/drawing/2014/main" id="{A1CB02C2-62D2-712D-F41C-E3655B722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2250" y="4444964"/>
              <a:ext cx="67627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c</a:t>
              </a:r>
              <a:endParaRPr lang="en-US" altLang="en-US" sz="180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21" name="Text Box 520">
              <a:extLst>
                <a:ext uri="{FF2B5EF4-FFF2-40B4-BE49-F238E27FC236}">
                  <a16:creationId xmlns:a16="http://schemas.microsoft.com/office/drawing/2014/main" id="{B292C5B6-2805-082C-7E38-4790D5D90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9762" y="3932202"/>
              <a:ext cx="674688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c</a:t>
              </a:r>
              <a:endParaRPr lang="en-US" altLang="en-US" sz="180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22" name="Text Box 521">
              <a:extLst>
                <a:ext uri="{FF2B5EF4-FFF2-40B4-BE49-F238E27FC236}">
                  <a16:creationId xmlns:a16="http://schemas.microsoft.com/office/drawing/2014/main" id="{AE580880-CCE7-34BF-7E1D-C2774A6FF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8212" y="3303551"/>
              <a:ext cx="67627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Calibri" panose="020F0502020204030204"/>
                  <a:cs typeface="Arial"/>
                </a:rPr>
                <a:t>R</a:t>
              </a:r>
            </a:p>
          </p:txBody>
        </p:sp>
        <p:grpSp>
          <p:nvGrpSpPr>
            <p:cNvPr id="123" name="Group 81">
              <a:extLst>
                <a:ext uri="{FF2B5EF4-FFF2-40B4-BE49-F238E27FC236}">
                  <a16:creationId xmlns:a16="http://schemas.microsoft.com/office/drawing/2014/main" id="{E0D2699D-65DB-98EA-BB63-416149F769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5725" y="1730339"/>
              <a:ext cx="352425" cy="660400"/>
              <a:chOff x="4140" y="429"/>
              <a:chExt cx="1425" cy="2396"/>
            </a:xfrm>
          </p:grpSpPr>
          <p:sp>
            <p:nvSpPr>
              <p:cNvPr id="199" name="Freeform 82">
                <a:extLst>
                  <a:ext uri="{FF2B5EF4-FFF2-40B4-BE49-F238E27FC236}">
                    <a16:creationId xmlns:a16="http://schemas.microsoft.com/office/drawing/2014/main" id="{D75EEB68-9FD9-D81D-7458-58D5AA0B4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00" name="Rectangle 83">
                <a:extLst>
                  <a:ext uri="{FF2B5EF4-FFF2-40B4-BE49-F238E27FC236}">
                    <a16:creationId xmlns:a16="http://schemas.microsoft.com/office/drawing/2014/main" id="{6CE846B4-49D8-F5FA-A01D-ACD940364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01" name="Freeform 84">
                <a:extLst>
                  <a:ext uri="{FF2B5EF4-FFF2-40B4-BE49-F238E27FC236}">
                    <a16:creationId xmlns:a16="http://schemas.microsoft.com/office/drawing/2014/main" id="{D07E8EAB-5B79-EDD8-3D03-0F37FD54A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02" name="Freeform 85">
                <a:extLst>
                  <a:ext uri="{FF2B5EF4-FFF2-40B4-BE49-F238E27FC236}">
                    <a16:creationId xmlns:a16="http://schemas.microsoft.com/office/drawing/2014/main" id="{33522D21-AF8A-E9C5-4178-A54FEC8AE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03" name="Rectangle 86">
                <a:extLst>
                  <a:ext uri="{FF2B5EF4-FFF2-40B4-BE49-F238E27FC236}">
                    <a16:creationId xmlns:a16="http://schemas.microsoft.com/office/drawing/2014/main" id="{A7836926-56D8-E503-93AC-4E0BFD4FB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204" name="Group 87">
                <a:extLst>
                  <a:ext uri="{FF2B5EF4-FFF2-40B4-BE49-F238E27FC236}">
                    <a16:creationId xmlns:a16="http://schemas.microsoft.com/office/drawing/2014/main" id="{AE021ECC-6F64-E7A8-A637-AAC0CC65B6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29" name="AutoShape 88">
                  <a:extLst>
                    <a:ext uri="{FF2B5EF4-FFF2-40B4-BE49-F238E27FC236}">
                      <a16:creationId xmlns:a16="http://schemas.microsoft.com/office/drawing/2014/main" id="{BA59676B-4AE6-77B6-CF88-4F708D26E1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0"/>
                  <a:ext cx="721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230" name="AutoShape 89">
                  <a:extLst>
                    <a:ext uri="{FF2B5EF4-FFF2-40B4-BE49-F238E27FC236}">
                      <a16:creationId xmlns:a16="http://schemas.microsoft.com/office/drawing/2014/main" id="{4EEC10DD-93EA-EE88-E5E9-96FADEAE4A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2"/>
                  <a:ext cx="689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205" name="Rectangle 90">
                <a:extLst>
                  <a:ext uri="{FF2B5EF4-FFF2-40B4-BE49-F238E27FC236}">
                    <a16:creationId xmlns:a16="http://schemas.microsoft.com/office/drawing/2014/main" id="{F82F4F63-5263-9007-3A1C-8773F9918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206" name="Group 91">
                <a:extLst>
                  <a:ext uri="{FF2B5EF4-FFF2-40B4-BE49-F238E27FC236}">
                    <a16:creationId xmlns:a16="http://schemas.microsoft.com/office/drawing/2014/main" id="{48663395-9FDB-C8BD-5A67-625F9D6835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27" name="AutoShape 92">
                  <a:extLst>
                    <a:ext uri="{FF2B5EF4-FFF2-40B4-BE49-F238E27FC236}">
                      <a16:creationId xmlns:a16="http://schemas.microsoft.com/office/drawing/2014/main" id="{F64D1A6B-487F-6ACE-FF64-AC57C00450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228" name="AutoShape 93">
                  <a:extLst>
                    <a:ext uri="{FF2B5EF4-FFF2-40B4-BE49-F238E27FC236}">
                      <a16:creationId xmlns:a16="http://schemas.microsoft.com/office/drawing/2014/main" id="{8CD96DCD-C091-6E18-2774-164C316FB0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207" name="Rectangle 94">
                <a:extLst>
                  <a:ext uri="{FF2B5EF4-FFF2-40B4-BE49-F238E27FC236}">
                    <a16:creationId xmlns:a16="http://schemas.microsoft.com/office/drawing/2014/main" id="{7C83D8B3-387D-D064-6B59-56041D902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08" name="Rectangle 95">
                <a:extLst>
                  <a:ext uri="{FF2B5EF4-FFF2-40B4-BE49-F238E27FC236}">
                    <a16:creationId xmlns:a16="http://schemas.microsoft.com/office/drawing/2014/main" id="{98E9FAD6-6ABD-3E13-AA01-BA597A659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209" name="Group 96">
                <a:extLst>
                  <a:ext uri="{FF2B5EF4-FFF2-40B4-BE49-F238E27FC236}">
                    <a16:creationId xmlns:a16="http://schemas.microsoft.com/office/drawing/2014/main" id="{83B23708-B76C-6C3D-CE74-A313F68D6C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25" name="AutoShape 97">
                  <a:extLst>
                    <a:ext uri="{FF2B5EF4-FFF2-40B4-BE49-F238E27FC236}">
                      <a16:creationId xmlns:a16="http://schemas.microsoft.com/office/drawing/2014/main" id="{F58C2C9B-F623-040B-6111-B651A8DD22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226" name="AutoShape 98">
                  <a:extLst>
                    <a:ext uri="{FF2B5EF4-FFF2-40B4-BE49-F238E27FC236}">
                      <a16:creationId xmlns:a16="http://schemas.microsoft.com/office/drawing/2014/main" id="{28E1DDFA-7B0D-34AF-02C4-B42B6B7953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210" name="Freeform 99">
                <a:extLst>
                  <a:ext uri="{FF2B5EF4-FFF2-40B4-BE49-F238E27FC236}">
                    <a16:creationId xmlns:a16="http://schemas.microsoft.com/office/drawing/2014/main" id="{B2D4D6FF-3B52-152A-1D03-95215C959C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1" name="Group 100">
                <a:extLst>
                  <a:ext uri="{FF2B5EF4-FFF2-40B4-BE49-F238E27FC236}">
                    <a16:creationId xmlns:a16="http://schemas.microsoft.com/office/drawing/2014/main" id="{37DD721C-9AD3-A3F5-8471-A41673BA8B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23" name="AutoShape 101">
                  <a:extLst>
                    <a:ext uri="{FF2B5EF4-FFF2-40B4-BE49-F238E27FC236}">
                      <a16:creationId xmlns:a16="http://schemas.microsoft.com/office/drawing/2014/main" id="{FE024175-5A07-05D9-89E3-9C33F9B91B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9"/>
                  <a:ext cx="728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224" name="AutoShape 102">
                  <a:extLst>
                    <a:ext uri="{FF2B5EF4-FFF2-40B4-BE49-F238E27FC236}">
                      <a16:creationId xmlns:a16="http://schemas.microsoft.com/office/drawing/2014/main" id="{01CDE4E3-213C-F663-12CA-BA2A5F1EAE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212" name="Rectangle 103">
                <a:extLst>
                  <a:ext uri="{FF2B5EF4-FFF2-40B4-BE49-F238E27FC236}">
                    <a16:creationId xmlns:a16="http://schemas.microsoft.com/office/drawing/2014/main" id="{52829200-8941-A355-16A9-BB4EB62077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13" name="Freeform 104">
                <a:extLst>
                  <a:ext uri="{FF2B5EF4-FFF2-40B4-BE49-F238E27FC236}">
                    <a16:creationId xmlns:a16="http://schemas.microsoft.com/office/drawing/2014/main" id="{5F196419-97EF-3A28-5C4C-F444BB0969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4" name="Freeform 105">
                <a:extLst>
                  <a:ext uri="{FF2B5EF4-FFF2-40B4-BE49-F238E27FC236}">
                    <a16:creationId xmlns:a16="http://schemas.microsoft.com/office/drawing/2014/main" id="{23899602-9C62-BD91-9F39-D010147943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5" name="Oval 106">
                <a:extLst>
                  <a:ext uri="{FF2B5EF4-FFF2-40B4-BE49-F238E27FC236}">
                    <a16:creationId xmlns:a16="http://schemas.microsoft.com/office/drawing/2014/main" id="{C8BE28B7-C43F-F0E0-4E7F-D2D748AF8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16" name="Freeform 107">
                <a:extLst>
                  <a:ext uri="{FF2B5EF4-FFF2-40B4-BE49-F238E27FC236}">
                    <a16:creationId xmlns:a16="http://schemas.microsoft.com/office/drawing/2014/main" id="{F19758C1-CC6F-3C73-C25F-0694AB86B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7" name="AutoShape 108">
                <a:extLst>
                  <a:ext uri="{FF2B5EF4-FFF2-40B4-BE49-F238E27FC236}">
                    <a16:creationId xmlns:a16="http://schemas.microsoft.com/office/drawing/2014/main" id="{3EBC37EB-A5FE-A512-A243-5B3DB8343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18" name="AutoShape 109">
                <a:extLst>
                  <a:ext uri="{FF2B5EF4-FFF2-40B4-BE49-F238E27FC236}">
                    <a16:creationId xmlns:a16="http://schemas.microsoft.com/office/drawing/2014/main" id="{69E8E046-D3C7-2561-41BD-E8D8D0A69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0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19" name="Oval 110">
                <a:extLst>
                  <a:ext uri="{FF2B5EF4-FFF2-40B4-BE49-F238E27FC236}">
                    <a16:creationId xmlns:a16="http://schemas.microsoft.com/office/drawing/2014/main" id="{282BF4B5-D8A3-6395-8755-B9BF1182C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20" name="Oval 111">
                <a:extLst>
                  <a:ext uri="{FF2B5EF4-FFF2-40B4-BE49-F238E27FC236}">
                    <a16:creationId xmlns:a16="http://schemas.microsoft.com/office/drawing/2014/main" id="{EAB0CE57-8C93-459D-88E2-2C0E4C6B6F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500" kern="0">
                  <a:solidFill>
                    <a:srgbClr val="FF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21" name="Oval 112">
                <a:extLst>
                  <a:ext uri="{FF2B5EF4-FFF2-40B4-BE49-F238E27FC236}">
                    <a16:creationId xmlns:a16="http://schemas.microsoft.com/office/drawing/2014/main" id="{6D1F4572-6979-685D-3AF9-AFFB02391F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222" name="Rectangle 113">
                <a:extLst>
                  <a:ext uri="{FF2B5EF4-FFF2-40B4-BE49-F238E27FC236}">
                    <a16:creationId xmlns:a16="http://schemas.microsoft.com/office/drawing/2014/main" id="{10AC0F12-2094-6466-AAFB-B0E306C7D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</p:grpSp>
        <p:grpSp>
          <p:nvGrpSpPr>
            <p:cNvPr id="124" name="Group 114">
              <a:extLst>
                <a:ext uri="{FF2B5EF4-FFF2-40B4-BE49-F238E27FC236}">
                  <a16:creationId xmlns:a16="http://schemas.microsoft.com/office/drawing/2014/main" id="{6A3ECEF3-0C89-3257-F72A-49D91E1B1D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0400" y="1390614"/>
              <a:ext cx="352425" cy="660400"/>
              <a:chOff x="4140" y="429"/>
              <a:chExt cx="1425" cy="2396"/>
            </a:xfrm>
          </p:grpSpPr>
          <p:sp>
            <p:nvSpPr>
              <p:cNvPr id="167" name="Freeform 115">
                <a:extLst>
                  <a:ext uri="{FF2B5EF4-FFF2-40B4-BE49-F238E27FC236}">
                    <a16:creationId xmlns:a16="http://schemas.microsoft.com/office/drawing/2014/main" id="{EDA625BB-EB76-D53B-CEEB-739AA99714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68" name="Rectangle 116">
                <a:extLst>
                  <a:ext uri="{FF2B5EF4-FFF2-40B4-BE49-F238E27FC236}">
                    <a16:creationId xmlns:a16="http://schemas.microsoft.com/office/drawing/2014/main" id="{F1823234-6E75-623E-8C88-84B28EC88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69" name="Freeform 117">
                <a:extLst>
                  <a:ext uri="{FF2B5EF4-FFF2-40B4-BE49-F238E27FC236}">
                    <a16:creationId xmlns:a16="http://schemas.microsoft.com/office/drawing/2014/main" id="{817C8C35-4143-79A8-F538-861324345E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70" name="Freeform 118">
                <a:extLst>
                  <a:ext uri="{FF2B5EF4-FFF2-40B4-BE49-F238E27FC236}">
                    <a16:creationId xmlns:a16="http://schemas.microsoft.com/office/drawing/2014/main" id="{83342913-E5BA-B97C-5CB9-FD58314F7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71" name="Rectangle 119">
                <a:extLst>
                  <a:ext uri="{FF2B5EF4-FFF2-40B4-BE49-F238E27FC236}">
                    <a16:creationId xmlns:a16="http://schemas.microsoft.com/office/drawing/2014/main" id="{EA75DEAB-E96D-8A55-F44E-D340F347A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72" name="Group 120">
                <a:extLst>
                  <a:ext uri="{FF2B5EF4-FFF2-40B4-BE49-F238E27FC236}">
                    <a16:creationId xmlns:a16="http://schemas.microsoft.com/office/drawing/2014/main" id="{387F7BBE-7BBE-C031-883C-7F9ADB10B7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7" name="AutoShape 121">
                  <a:extLst>
                    <a:ext uri="{FF2B5EF4-FFF2-40B4-BE49-F238E27FC236}">
                      <a16:creationId xmlns:a16="http://schemas.microsoft.com/office/drawing/2014/main" id="{C89427F3-7FE1-3F65-D62C-A2522994D7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0"/>
                  <a:ext cx="721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198" name="AutoShape 122">
                  <a:extLst>
                    <a:ext uri="{FF2B5EF4-FFF2-40B4-BE49-F238E27FC236}">
                      <a16:creationId xmlns:a16="http://schemas.microsoft.com/office/drawing/2014/main" id="{0B8EE019-A2AF-222E-8F31-69FE568544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2"/>
                  <a:ext cx="689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73" name="Rectangle 123">
                <a:extLst>
                  <a:ext uri="{FF2B5EF4-FFF2-40B4-BE49-F238E27FC236}">
                    <a16:creationId xmlns:a16="http://schemas.microsoft.com/office/drawing/2014/main" id="{5EB0BFEB-D678-5FFE-80F3-0ACE671CB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74" name="Group 124">
                <a:extLst>
                  <a:ext uri="{FF2B5EF4-FFF2-40B4-BE49-F238E27FC236}">
                    <a16:creationId xmlns:a16="http://schemas.microsoft.com/office/drawing/2014/main" id="{E635BF6B-40DA-DC75-0DB2-BF171CEBD6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5" name="AutoShape 125">
                  <a:extLst>
                    <a:ext uri="{FF2B5EF4-FFF2-40B4-BE49-F238E27FC236}">
                      <a16:creationId xmlns:a16="http://schemas.microsoft.com/office/drawing/2014/main" id="{A02FE08B-CE2A-BF5E-BB02-2206DAF943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196" name="AutoShape 126">
                  <a:extLst>
                    <a:ext uri="{FF2B5EF4-FFF2-40B4-BE49-F238E27FC236}">
                      <a16:creationId xmlns:a16="http://schemas.microsoft.com/office/drawing/2014/main" id="{2DDACBA6-D746-9111-1D9D-0DDC976DCD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75" name="Rectangle 127">
                <a:extLst>
                  <a:ext uri="{FF2B5EF4-FFF2-40B4-BE49-F238E27FC236}">
                    <a16:creationId xmlns:a16="http://schemas.microsoft.com/office/drawing/2014/main" id="{913012C3-975D-A5DA-DF7F-FF5801DA8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76" name="Rectangle 128">
                <a:extLst>
                  <a:ext uri="{FF2B5EF4-FFF2-40B4-BE49-F238E27FC236}">
                    <a16:creationId xmlns:a16="http://schemas.microsoft.com/office/drawing/2014/main" id="{54261C38-2F89-93E0-2E82-417A6A089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77" name="Group 129">
                <a:extLst>
                  <a:ext uri="{FF2B5EF4-FFF2-40B4-BE49-F238E27FC236}">
                    <a16:creationId xmlns:a16="http://schemas.microsoft.com/office/drawing/2014/main" id="{4F08D1AE-D295-930D-37F9-220E9AD1BB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3" name="AutoShape 130">
                  <a:extLst>
                    <a:ext uri="{FF2B5EF4-FFF2-40B4-BE49-F238E27FC236}">
                      <a16:creationId xmlns:a16="http://schemas.microsoft.com/office/drawing/2014/main" id="{EF2AA054-5BA4-7D88-C196-5A11B7B75F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194" name="AutoShape 131">
                  <a:extLst>
                    <a:ext uri="{FF2B5EF4-FFF2-40B4-BE49-F238E27FC236}">
                      <a16:creationId xmlns:a16="http://schemas.microsoft.com/office/drawing/2014/main" id="{113EAF54-8550-4071-867D-BECEFBA615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78" name="Freeform 132">
                <a:extLst>
                  <a:ext uri="{FF2B5EF4-FFF2-40B4-BE49-F238E27FC236}">
                    <a16:creationId xmlns:a16="http://schemas.microsoft.com/office/drawing/2014/main" id="{79106CC1-AED2-F20B-8056-E75F1244C5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179" name="Group 133">
                <a:extLst>
                  <a:ext uri="{FF2B5EF4-FFF2-40B4-BE49-F238E27FC236}">
                    <a16:creationId xmlns:a16="http://schemas.microsoft.com/office/drawing/2014/main" id="{7028B4EC-17E1-E112-B07F-2252695843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1" name="AutoShape 134">
                  <a:extLst>
                    <a:ext uri="{FF2B5EF4-FFF2-40B4-BE49-F238E27FC236}">
                      <a16:creationId xmlns:a16="http://schemas.microsoft.com/office/drawing/2014/main" id="{CF823491-64E1-0473-2B53-AB15137150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9"/>
                  <a:ext cx="728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192" name="AutoShape 135">
                  <a:extLst>
                    <a:ext uri="{FF2B5EF4-FFF2-40B4-BE49-F238E27FC236}">
                      <a16:creationId xmlns:a16="http://schemas.microsoft.com/office/drawing/2014/main" id="{9FA4A5AF-B34C-43AF-A547-64D7E304F6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80" name="Rectangle 136">
                <a:extLst>
                  <a:ext uri="{FF2B5EF4-FFF2-40B4-BE49-F238E27FC236}">
                    <a16:creationId xmlns:a16="http://schemas.microsoft.com/office/drawing/2014/main" id="{E665FE5F-10A9-78E5-A0A9-F710DCA3D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81" name="Freeform 137">
                <a:extLst>
                  <a:ext uri="{FF2B5EF4-FFF2-40B4-BE49-F238E27FC236}">
                    <a16:creationId xmlns:a16="http://schemas.microsoft.com/office/drawing/2014/main" id="{783E485F-D7D5-95B5-C096-94CD3EF20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82" name="Freeform 138">
                <a:extLst>
                  <a:ext uri="{FF2B5EF4-FFF2-40B4-BE49-F238E27FC236}">
                    <a16:creationId xmlns:a16="http://schemas.microsoft.com/office/drawing/2014/main" id="{B0EF8177-074B-81DB-33A6-D030DA0D5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83" name="Oval 139">
                <a:extLst>
                  <a:ext uri="{FF2B5EF4-FFF2-40B4-BE49-F238E27FC236}">
                    <a16:creationId xmlns:a16="http://schemas.microsoft.com/office/drawing/2014/main" id="{3265C18E-D776-F217-5E92-A89B98FD1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84" name="Freeform 140">
                <a:extLst>
                  <a:ext uri="{FF2B5EF4-FFF2-40B4-BE49-F238E27FC236}">
                    <a16:creationId xmlns:a16="http://schemas.microsoft.com/office/drawing/2014/main" id="{DB7C1D39-F1CB-C75D-8E19-CCC8A6253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85" name="AutoShape 141">
                <a:extLst>
                  <a:ext uri="{FF2B5EF4-FFF2-40B4-BE49-F238E27FC236}">
                    <a16:creationId xmlns:a16="http://schemas.microsoft.com/office/drawing/2014/main" id="{0128DF54-90B2-222C-2123-BD3FCF650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86" name="AutoShape 142">
                <a:extLst>
                  <a:ext uri="{FF2B5EF4-FFF2-40B4-BE49-F238E27FC236}">
                    <a16:creationId xmlns:a16="http://schemas.microsoft.com/office/drawing/2014/main" id="{3A0959EE-9900-B326-7F75-EB81071EC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0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87" name="Oval 143">
                <a:extLst>
                  <a:ext uri="{FF2B5EF4-FFF2-40B4-BE49-F238E27FC236}">
                    <a16:creationId xmlns:a16="http://schemas.microsoft.com/office/drawing/2014/main" id="{954E6E1B-D93E-C6A5-14CD-A318B3191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88" name="Oval 144">
                <a:extLst>
                  <a:ext uri="{FF2B5EF4-FFF2-40B4-BE49-F238E27FC236}">
                    <a16:creationId xmlns:a16="http://schemas.microsoft.com/office/drawing/2014/main" id="{3BBF5454-29F4-F208-1A83-0A9A179E7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500" kern="0">
                  <a:solidFill>
                    <a:srgbClr val="FF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89" name="Oval 145">
                <a:extLst>
                  <a:ext uri="{FF2B5EF4-FFF2-40B4-BE49-F238E27FC236}">
                    <a16:creationId xmlns:a16="http://schemas.microsoft.com/office/drawing/2014/main" id="{59FA4071-3C58-383F-A165-530B4E576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90" name="Rectangle 146">
                <a:extLst>
                  <a:ext uri="{FF2B5EF4-FFF2-40B4-BE49-F238E27FC236}">
                    <a16:creationId xmlns:a16="http://schemas.microsoft.com/office/drawing/2014/main" id="{A98F1F86-3DF8-06B8-51D4-A6D1A909C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</p:grpSp>
        <p:grpSp>
          <p:nvGrpSpPr>
            <p:cNvPr id="125" name="Group 147">
              <a:extLst>
                <a:ext uri="{FF2B5EF4-FFF2-40B4-BE49-F238E27FC236}">
                  <a16:creationId xmlns:a16="http://schemas.microsoft.com/office/drawing/2014/main" id="{3B7C204B-261F-2EDA-C46E-F9B90E0803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61550" y="1646202"/>
              <a:ext cx="352425" cy="660400"/>
              <a:chOff x="4140" y="429"/>
              <a:chExt cx="1425" cy="2396"/>
            </a:xfrm>
          </p:grpSpPr>
          <p:sp>
            <p:nvSpPr>
              <p:cNvPr id="135" name="Freeform 148">
                <a:extLst>
                  <a:ext uri="{FF2B5EF4-FFF2-40B4-BE49-F238E27FC236}">
                    <a16:creationId xmlns:a16="http://schemas.microsoft.com/office/drawing/2014/main" id="{FE9D1807-B938-62E6-014A-D64C80CFB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36" name="Rectangle 149">
                <a:extLst>
                  <a:ext uri="{FF2B5EF4-FFF2-40B4-BE49-F238E27FC236}">
                    <a16:creationId xmlns:a16="http://schemas.microsoft.com/office/drawing/2014/main" id="{D48596E0-CACF-4A9D-218A-1722EC58D2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37" name="Freeform 150">
                <a:extLst>
                  <a:ext uri="{FF2B5EF4-FFF2-40B4-BE49-F238E27FC236}">
                    <a16:creationId xmlns:a16="http://schemas.microsoft.com/office/drawing/2014/main" id="{77932E2B-0F7C-86C0-6FD1-F33A95979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38" name="Freeform 151">
                <a:extLst>
                  <a:ext uri="{FF2B5EF4-FFF2-40B4-BE49-F238E27FC236}">
                    <a16:creationId xmlns:a16="http://schemas.microsoft.com/office/drawing/2014/main" id="{EE26A268-076C-0AF1-91F7-04D7A4CC2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39" name="Rectangle 152">
                <a:extLst>
                  <a:ext uri="{FF2B5EF4-FFF2-40B4-BE49-F238E27FC236}">
                    <a16:creationId xmlns:a16="http://schemas.microsoft.com/office/drawing/2014/main" id="{F744EA46-7996-4E7E-1F9F-9EC0F3B86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40" name="Group 153">
                <a:extLst>
                  <a:ext uri="{FF2B5EF4-FFF2-40B4-BE49-F238E27FC236}">
                    <a16:creationId xmlns:a16="http://schemas.microsoft.com/office/drawing/2014/main" id="{461965EF-8DBA-76C0-619D-453355083F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65" name="AutoShape 154">
                  <a:extLst>
                    <a:ext uri="{FF2B5EF4-FFF2-40B4-BE49-F238E27FC236}">
                      <a16:creationId xmlns:a16="http://schemas.microsoft.com/office/drawing/2014/main" id="{03F358E2-075E-1935-6BFD-693C403D6C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0"/>
                  <a:ext cx="721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166" name="AutoShape 155">
                  <a:extLst>
                    <a:ext uri="{FF2B5EF4-FFF2-40B4-BE49-F238E27FC236}">
                      <a16:creationId xmlns:a16="http://schemas.microsoft.com/office/drawing/2014/main" id="{88624AED-4179-F69C-7783-9F9C640C96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2"/>
                  <a:ext cx="689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41" name="Rectangle 156">
                <a:extLst>
                  <a:ext uri="{FF2B5EF4-FFF2-40B4-BE49-F238E27FC236}">
                    <a16:creationId xmlns:a16="http://schemas.microsoft.com/office/drawing/2014/main" id="{F33E5BFA-A32D-A9D6-4EA4-5446F9BCA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42" name="Group 157">
                <a:extLst>
                  <a:ext uri="{FF2B5EF4-FFF2-40B4-BE49-F238E27FC236}">
                    <a16:creationId xmlns:a16="http://schemas.microsoft.com/office/drawing/2014/main" id="{9CD10E02-115D-47C0-A18D-AD213D4BC3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63" name="AutoShape 158">
                  <a:extLst>
                    <a:ext uri="{FF2B5EF4-FFF2-40B4-BE49-F238E27FC236}">
                      <a16:creationId xmlns:a16="http://schemas.microsoft.com/office/drawing/2014/main" id="{3469FEE3-0001-4139-9BEA-827B7733C0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164" name="AutoShape 159">
                  <a:extLst>
                    <a:ext uri="{FF2B5EF4-FFF2-40B4-BE49-F238E27FC236}">
                      <a16:creationId xmlns:a16="http://schemas.microsoft.com/office/drawing/2014/main" id="{0A998C49-8645-F348-B87F-F7D6BA021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43" name="Rectangle 160">
                <a:extLst>
                  <a:ext uri="{FF2B5EF4-FFF2-40B4-BE49-F238E27FC236}">
                    <a16:creationId xmlns:a16="http://schemas.microsoft.com/office/drawing/2014/main" id="{2877A1BD-70B0-00DA-5AFA-8E96070BE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44" name="Rectangle 161">
                <a:extLst>
                  <a:ext uri="{FF2B5EF4-FFF2-40B4-BE49-F238E27FC236}">
                    <a16:creationId xmlns:a16="http://schemas.microsoft.com/office/drawing/2014/main" id="{17C780C1-78C6-71E8-C3BC-42C7EFAE3C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grpSp>
            <p:nvGrpSpPr>
              <p:cNvPr id="145" name="Group 162">
                <a:extLst>
                  <a:ext uri="{FF2B5EF4-FFF2-40B4-BE49-F238E27FC236}">
                    <a16:creationId xmlns:a16="http://schemas.microsoft.com/office/drawing/2014/main" id="{5D62FDBD-CBC9-E7A6-432A-0019D78D2D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61" name="AutoShape 163">
                  <a:extLst>
                    <a:ext uri="{FF2B5EF4-FFF2-40B4-BE49-F238E27FC236}">
                      <a16:creationId xmlns:a16="http://schemas.microsoft.com/office/drawing/2014/main" id="{6B1B9E2E-2DB2-99B1-8A0E-D9A2390D17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162" name="AutoShape 164">
                  <a:extLst>
                    <a:ext uri="{FF2B5EF4-FFF2-40B4-BE49-F238E27FC236}">
                      <a16:creationId xmlns:a16="http://schemas.microsoft.com/office/drawing/2014/main" id="{72A11CB8-56F8-C6D9-55B1-8D683FEEB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46" name="Freeform 165">
                <a:extLst>
                  <a:ext uri="{FF2B5EF4-FFF2-40B4-BE49-F238E27FC236}">
                    <a16:creationId xmlns:a16="http://schemas.microsoft.com/office/drawing/2014/main" id="{8A9E6FFD-756C-5262-1E9B-62CA98EC82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147" name="Group 166">
                <a:extLst>
                  <a:ext uri="{FF2B5EF4-FFF2-40B4-BE49-F238E27FC236}">
                    <a16:creationId xmlns:a16="http://schemas.microsoft.com/office/drawing/2014/main" id="{6F7AE7BD-76BD-B87C-F6C5-CC6533DE80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59" name="AutoShape 167">
                  <a:extLst>
                    <a:ext uri="{FF2B5EF4-FFF2-40B4-BE49-F238E27FC236}">
                      <a16:creationId xmlns:a16="http://schemas.microsoft.com/office/drawing/2014/main" id="{274C1126-E788-ED1D-DD44-72436AB42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9"/>
                  <a:ext cx="728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  <p:sp>
              <p:nvSpPr>
                <p:cNvPr id="160" name="AutoShape 168">
                  <a:extLst>
                    <a:ext uri="{FF2B5EF4-FFF2-40B4-BE49-F238E27FC236}">
                      <a16:creationId xmlns:a16="http://schemas.microsoft.com/office/drawing/2014/main" id="{4C944FDB-86E2-89D4-94E4-028BC7296B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altLang="en-US" sz="2100" kern="0">
                    <a:solidFill>
                      <a:srgbClr val="000000"/>
                    </a:solidFill>
                    <a:latin typeface="Calibri" panose="020F0502020204030204"/>
                    <a:cs typeface="Arial"/>
                  </a:endParaRPr>
                </a:p>
              </p:txBody>
            </p:sp>
          </p:grpSp>
          <p:sp>
            <p:nvSpPr>
              <p:cNvPr id="148" name="Rectangle 169">
                <a:extLst>
                  <a:ext uri="{FF2B5EF4-FFF2-40B4-BE49-F238E27FC236}">
                    <a16:creationId xmlns:a16="http://schemas.microsoft.com/office/drawing/2014/main" id="{1CB3BD46-63E6-4889-6DBC-26D96D86D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49" name="Freeform 170">
                <a:extLst>
                  <a:ext uri="{FF2B5EF4-FFF2-40B4-BE49-F238E27FC236}">
                    <a16:creationId xmlns:a16="http://schemas.microsoft.com/office/drawing/2014/main" id="{33804DA1-876C-91E9-689B-4D8F9548F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50" name="Freeform 171">
                <a:extLst>
                  <a:ext uri="{FF2B5EF4-FFF2-40B4-BE49-F238E27FC236}">
                    <a16:creationId xmlns:a16="http://schemas.microsoft.com/office/drawing/2014/main" id="{7E2AD153-9FFA-BE81-48F7-006EC4656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51" name="Oval 172">
                <a:extLst>
                  <a:ext uri="{FF2B5EF4-FFF2-40B4-BE49-F238E27FC236}">
                    <a16:creationId xmlns:a16="http://schemas.microsoft.com/office/drawing/2014/main" id="{8068B285-08E0-4339-9464-5EB8806795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52" name="Freeform 173">
                <a:extLst>
                  <a:ext uri="{FF2B5EF4-FFF2-40B4-BE49-F238E27FC236}">
                    <a16:creationId xmlns:a16="http://schemas.microsoft.com/office/drawing/2014/main" id="{C43BCEDC-FE40-62FA-4DA5-9FCD28904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53" name="AutoShape 174">
                <a:extLst>
                  <a:ext uri="{FF2B5EF4-FFF2-40B4-BE49-F238E27FC236}">
                    <a16:creationId xmlns:a16="http://schemas.microsoft.com/office/drawing/2014/main" id="{A6081260-E2DB-5BC9-6C06-90A94FD2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54" name="AutoShape 175">
                <a:extLst>
                  <a:ext uri="{FF2B5EF4-FFF2-40B4-BE49-F238E27FC236}">
                    <a16:creationId xmlns:a16="http://schemas.microsoft.com/office/drawing/2014/main" id="{F3F79E2D-2EE7-D837-98CA-2B662AF78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0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55" name="Oval 176">
                <a:extLst>
                  <a:ext uri="{FF2B5EF4-FFF2-40B4-BE49-F238E27FC236}">
                    <a16:creationId xmlns:a16="http://schemas.microsoft.com/office/drawing/2014/main" id="{D2454433-71F9-0FD1-D47C-B251C8C9E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56" name="Oval 177">
                <a:extLst>
                  <a:ext uri="{FF2B5EF4-FFF2-40B4-BE49-F238E27FC236}">
                    <a16:creationId xmlns:a16="http://schemas.microsoft.com/office/drawing/2014/main" id="{BB589E96-4330-FE2A-F49C-91CAD1E26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500" kern="0">
                  <a:solidFill>
                    <a:srgbClr val="FF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57" name="Oval 178">
                <a:extLst>
                  <a:ext uri="{FF2B5EF4-FFF2-40B4-BE49-F238E27FC236}">
                    <a16:creationId xmlns:a16="http://schemas.microsoft.com/office/drawing/2014/main" id="{841EF130-3385-7CA3-AF77-2CC1CE776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  <p:sp>
            <p:nvSpPr>
              <p:cNvPr id="158" name="Rectangle 179">
                <a:extLst>
                  <a:ext uri="{FF2B5EF4-FFF2-40B4-BE49-F238E27FC236}">
                    <a16:creationId xmlns:a16="http://schemas.microsoft.com/office/drawing/2014/main" id="{E7D6C7D6-53BB-CC49-2F48-D3F61ED00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2100" kern="0">
                  <a:solidFill>
                    <a:srgbClr val="000000"/>
                  </a:solidFill>
                  <a:latin typeface="Calibri" panose="020F0502020204030204"/>
                  <a:cs typeface="Arial"/>
                </a:endParaRPr>
              </a:p>
            </p:txBody>
          </p:sp>
        </p:grpSp>
        <p:grpSp>
          <p:nvGrpSpPr>
            <p:cNvPr id="126" name="Group 180">
              <a:extLst>
                <a:ext uri="{FF2B5EF4-FFF2-40B4-BE49-F238E27FC236}">
                  <a16:creationId xmlns:a16="http://schemas.microsoft.com/office/drawing/2014/main" id="{D3FD68A8-24FB-A584-74EF-D651D7F79FE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010775" y="4435439"/>
              <a:ext cx="803275" cy="771525"/>
              <a:chOff x="-44" y="1473"/>
              <a:chExt cx="981" cy="1105"/>
            </a:xfrm>
          </p:grpSpPr>
          <p:pic>
            <p:nvPicPr>
              <p:cNvPr id="133" name="Picture 181" descr="desktop_computer_stylized_medium">
                <a:extLst>
                  <a:ext uri="{FF2B5EF4-FFF2-40B4-BE49-F238E27FC236}">
                    <a16:creationId xmlns:a16="http://schemas.microsoft.com/office/drawing/2014/main" id="{8365C00F-804C-0FCA-8833-EB13B243DF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" name="Freeform 182">
                <a:extLst>
                  <a:ext uri="{FF2B5EF4-FFF2-40B4-BE49-F238E27FC236}">
                    <a16:creationId xmlns:a16="http://schemas.microsoft.com/office/drawing/2014/main" id="{9244FC00-2CC8-C564-C9A5-596F24C1E48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127" name="Group 183">
              <a:extLst>
                <a:ext uri="{FF2B5EF4-FFF2-40B4-BE49-F238E27FC236}">
                  <a16:creationId xmlns:a16="http://schemas.microsoft.com/office/drawing/2014/main" id="{E16A88F9-0770-F3C7-74F0-A3F69F1C3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4416389"/>
              <a:ext cx="803275" cy="771525"/>
              <a:chOff x="-44" y="1473"/>
              <a:chExt cx="981" cy="1105"/>
            </a:xfrm>
          </p:grpSpPr>
          <p:pic>
            <p:nvPicPr>
              <p:cNvPr id="131" name="Picture 184" descr="desktop_computer_stylized_medium">
                <a:extLst>
                  <a:ext uri="{FF2B5EF4-FFF2-40B4-BE49-F238E27FC236}">
                    <a16:creationId xmlns:a16="http://schemas.microsoft.com/office/drawing/2014/main" id="{F8E9DE02-9DDE-5725-891B-AFF486C496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2" name="Freeform 185">
                <a:extLst>
                  <a:ext uri="{FF2B5EF4-FFF2-40B4-BE49-F238E27FC236}">
                    <a16:creationId xmlns:a16="http://schemas.microsoft.com/office/drawing/2014/main" id="{183C8BF8-9210-5C3F-1F46-738FFC729E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128" name="Group 186">
              <a:extLst>
                <a:ext uri="{FF2B5EF4-FFF2-40B4-BE49-F238E27FC236}">
                  <a16:creationId xmlns:a16="http://schemas.microsoft.com/office/drawing/2014/main" id="{BEC70475-F74C-439F-3F2C-E08B6FA7AB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18300" y="4865652"/>
              <a:ext cx="803275" cy="771525"/>
              <a:chOff x="-44" y="1473"/>
              <a:chExt cx="981" cy="1105"/>
            </a:xfrm>
          </p:grpSpPr>
          <p:pic>
            <p:nvPicPr>
              <p:cNvPr id="129" name="Picture 187" descr="desktop_computer_stylized_medium">
                <a:extLst>
                  <a:ext uri="{FF2B5EF4-FFF2-40B4-BE49-F238E27FC236}">
                    <a16:creationId xmlns:a16="http://schemas.microsoft.com/office/drawing/2014/main" id="{3927E39B-6AF9-97AA-C960-2F4AFCF246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0" name="Freeform 188">
                <a:extLst>
                  <a:ext uri="{FF2B5EF4-FFF2-40B4-BE49-F238E27FC236}">
                    <a16:creationId xmlns:a16="http://schemas.microsoft.com/office/drawing/2014/main" id="{EBD6A443-9712-B614-D116-A33380EF870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100" kern="0">
                  <a:solidFill>
                    <a:srgbClr val="000000"/>
                  </a:solidFill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B905A6E5-DE79-DFA2-D711-0FA8E395F881}"/>
              </a:ext>
            </a:extLst>
          </p:cNvPr>
          <p:cNvGrpSpPr/>
          <p:nvPr/>
        </p:nvGrpSpPr>
        <p:grpSpPr>
          <a:xfrm>
            <a:off x="4817502" y="2457268"/>
            <a:ext cx="3530012" cy="3086100"/>
            <a:chOff x="877941" y="1593850"/>
            <a:chExt cx="4706682" cy="4114800"/>
          </a:xfrm>
        </p:grpSpPr>
        <p:sp>
          <p:nvSpPr>
            <p:cNvPr id="232" name="Rectangle 523">
              <a:extLst>
                <a:ext uri="{FF2B5EF4-FFF2-40B4-BE49-F238E27FC236}">
                  <a16:creationId xmlns:a16="http://schemas.microsoft.com/office/drawing/2014/main" id="{915074CC-B8C3-2F9C-A718-7C29439B3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941" y="1593850"/>
              <a:ext cx="4522733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Comic Sans MS" pitchFamily="66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+mn-cs"/>
                </a:defRPr>
              </a:lvl9pPr>
            </a:lstStyle>
            <a:p>
              <a:pPr marL="257175" indent="-257175" defTabSz="685800" eaLnBrk="1" hangingPunct="1"/>
              <a:r>
                <a:rPr lang="en-US" altLang="en-US" sz="2400" kern="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per-connection end-end throughput: </a:t>
              </a:r>
              <a:r>
                <a:rPr lang="en-US" altLang="en-US" sz="2400" i="1" kern="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min(</a:t>
              </a:r>
              <a:r>
                <a:rPr lang="en-US" altLang="en-US" sz="2400" i="1" kern="0" dirty="0" err="1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R</a:t>
              </a:r>
              <a:r>
                <a:rPr lang="en-US" altLang="en-US" sz="2400" i="1" kern="0" baseline="-25000" dirty="0" err="1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c</a:t>
              </a:r>
              <a:r>
                <a:rPr lang="en-US" altLang="en-US" sz="2400" i="1" kern="0" dirty="0" err="1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,R</a:t>
              </a:r>
              <a:r>
                <a:rPr lang="en-US" altLang="en-US" sz="2400" i="1" kern="0" baseline="-25000" dirty="0" err="1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s</a:t>
              </a:r>
              <a:r>
                <a:rPr lang="en-US" altLang="en-US" sz="2400" i="1" kern="0" dirty="0" err="1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,R</a:t>
              </a:r>
              <a:r>
                <a:rPr lang="en-US" altLang="en-US" sz="2400" i="1" kern="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/10)</a:t>
              </a:r>
            </a:p>
            <a:p>
              <a:pPr marL="257175" indent="-257175" defTabSz="685800" eaLnBrk="1" hangingPunct="1"/>
              <a:r>
                <a:rPr lang="en-US" altLang="en-US" sz="2400" kern="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in practice: </a:t>
              </a:r>
              <a:r>
                <a:rPr lang="en-US" altLang="en-US" sz="2400" i="1" kern="0" dirty="0" err="1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R</a:t>
              </a:r>
              <a:r>
                <a:rPr lang="en-US" altLang="en-US" sz="2400" i="1" kern="0" baseline="-25000" dirty="0" err="1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c</a:t>
              </a:r>
              <a:r>
                <a:rPr lang="en-US" altLang="en-US" sz="2400" kern="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 or </a:t>
              </a:r>
              <a:r>
                <a:rPr lang="en-US" altLang="en-US" sz="2400" i="1" kern="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R</a:t>
              </a:r>
              <a:r>
                <a:rPr lang="en-US" altLang="en-US" sz="2400" i="1" kern="0" baseline="-250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s</a:t>
              </a:r>
              <a:r>
                <a:rPr lang="en-US" altLang="en-US" sz="2400" kern="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 is often bottleneck</a:t>
              </a:r>
            </a:p>
          </p:txBody>
        </p:sp>
        <p:sp>
          <p:nvSpPr>
            <p:cNvPr id="233" name="TextBox 1">
              <a:extLst>
                <a:ext uri="{FF2B5EF4-FFF2-40B4-BE49-F238E27FC236}">
                  <a16:creationId xmlns:a16="http://schemas.microsoft.com/office/drawing/2014/main" id="{645F5D89-7793-8BCB-B675-2DC9D8C1B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7710" y="4985599"/>
              <a:ext cx="4506913" cy="553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050" dirty="0">
                  <a:solidFill>
                    <a:srgbClr val="000000"/>
                  </a:solidFill>
                  <a:cs typeface="Arial"/>
                </a:rPr>
                <a:t>* Check out the online interactive exercises for more examples: h</a:t>
              </a:r>
              <a:r>
                <a:rPr lang="en-US" altLang="en-US" sz="900" dirty="0">
                  <a:solidFill>
                    <a:srgbClr val="000000"/>
                  </a:solidFill>
                  <a:cs typeface="Arial"/>
                </a:rPr>
                <a:t>ttp://</a:t>
              </a:r>
              <a:r>
                <a:rPr lang="en-US" altLang="en-US" sz="900" dirty="0" err="1">
                  <a:solidFill>
                    <a:srgbClr val="000000"/>
                  </a:solidFill>
                  <a:cs typeface="Arial"/>
                </a:rPr>
                <a:t>gaia.cs.umass.edu</a:t>
              </a:r>
              <a:r>
                <a:rPr lang="en-US" altLang="en-US" sz="900" dirty="0">
                  <a:solidFill>
                    <a:srgbClr val="000000"/>
                  </a:solidFill>
                  <a:cs typeface="Arial"/>
                </a:rPr>
                <a:t>/</a:t>
              </a:r>
              <a:r>
                <a:rPr lang="en-US" altLang="en-US" sz="900" dirty="0" err="1">
                  <a:solidFill>
                    <a:srgbClr val="000000"/>
                  </a:solidFill>
                  <a:cs typeface="Arial"/>
                </a:rPr>
                <a:t>kurose_ross</a:t>
              </a:r>
              <a:r>
                <a:rPr lang="en-US" altLang="en-US" sz="900" dirty="0">
                  <a:solidFill>
                    <a:srgbClr val="000000"/>
                  </a:solidFill>
                  <a:cs typeface="Arial"/>
                </a:rPr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255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Queueing Theory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326EB-D71B-840D-E40F-12AB64A0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M/M/1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8E7C0D-CC5A-98D6-A7A8-08574B0251C5}"/>
              </a:ext>
            </a:extLst>
          </p:cNvPr>
          <p:cNvSpPr txBox="1"/>
          <p:nvPr/>
        </p:nvSpPr>
        <p:spPr>
          <a:xfrm>
            <a:off x="628651" y="2108855"/>
            <a:ext cx="80899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 M/M/1 </a:t>
            </a:r>
            <a:r>
              <a:rPr lang="en-US" sz="1700" dirty="0">
                <a:solidFill>
                  <a:srgbClr val="202122"/>
                </a:solidFill>
                <a:latin typeface="Arial" panose="020B0604020202020204" pitchFamily="34" charset="0"/>
              </a:rPr>
              <a:t>(in </a:t>
            </a: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Kendall's notation</a:t>
            </a:r>
            <a:r>
              <a:rPr lang="en-US" sz="1700" dirty="0">
                <a:solidFill>
                  <a:srgbClr val="202122"/>
                </a:solidFill>
                <a:latin typeface="Arial" panose="020B0604020202020204" pitchFamily="34" charset="0"/>
              </a:rPr>
              <a:t>)</a:t>
            </a: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queue  is a stochastic process, which represents the queue length in a system having a single server, where arrivals are determined by a Poisson process and job service times have an exponential distribution.</a:t>
            </a:r>
          </a:p>
          <a:p>
            <a:pPr algn="l"/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Arrivals occur at rate λ according to a Poisson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Service times have an exponential distribution with rate parameter μ.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All arrival times and services times are assumed to be independent of one another.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single server serves customers one at a time, according to a FCFS (first-come, first-served) discipline.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When the service is complete the customer leaves the queue and the number of customers in the system reduces by one.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buffer is of infinite size, so there is no limit on the number of customers it can contain.</a:t>
            </a:r>
          </a:p>
        </p:txBody>
      </p:sp>
    </p:spTree>
    <p:extLst>
      <p:ext uri="{BB962C8B-B14F-4D97-AF65-F5344CB8AC3E}">
        <p14:creationId xmlns:p14="http://schemas.microsoft.com/office/powerpoint/2010/main" val="3367675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D5E9-2B81-6B25-D3A6-526FE4A8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Queueing Theory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D0020-5392-5DC8-98E1-0D431503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5BB6D-142E-D4F7-F52E-5B2CD061C0FC}"/>
                  </a:ext>
                </a:extLst>
              </p:cNvPr>
              <p:cNvSpPr txBox="1"/>
              <p:nvPr/>
            </p:nvSpPr>
            <p:spPr>
              <a:xfrm>
                <a:off x="746124" y="1171932"/>
                <a:ext cx="7769226" cy="5341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 is the mean </a:t>
                </a:r>
                <a:r>
                  <a:rPr lang="en-US" altLang="zh-CN" sz="1800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average</a:t>
                </a:r>
                <a:r>
                  <a:rPr lang="en-US" sz="1800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 service time;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rgbClr val="20212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 represents the average probability that the service </a:t>
                </a:r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is occupied (or the traffic intensity).</a:t>
                </a:r>
                <a:endParaRPr lang="en-US" sz="1800" b="0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endParaRPr>
              </a:p>
              <a:p>
                <a:endParaRPr lang="en-US" dirty="0">
                  <a:solidFill>
                    <a:srgbClr val="202122"/>
                  </a:solidFill>
                  <a:latin typeface="Arial" panose="020B0604020202020204" pitchFamily="34" charset="0"/>
                </a:endParaRPr>
              </a:p>
              <a:p>
                <a:r>
                  <a:rPr lang="en-US" sz="1800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The probability of 0 customers in </a:t>
                </a:r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the system (the stationary process):</a:t>
                </a:r>
              </a:p>
              <a:p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=(1−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202122"/>
                  </a:solidFill>
                  <a:latin typeface="Arial" panose="020B0604020202020204" pitchFamily="34" charset="0"/>
                </a:endParaRPr>
              </a:p>
              <a:p>
                <a:endParaRPr lang="en-US" dirty="0">
                  <a:solidFill>
                    <a:srgbClr val="202122"/>
                  </a:solidFill>
                  <a:latin typeface="Arial" panose="020B0604020202020204" pitchFamily="34" charset="0"/>
                </a:endParaRPr>
              </a:p>
              <a:p>
                <a:r>
                  <a:rPr lang="en-US" sz="1800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The probability of </a:t>
                </a:r>
                <a:r>
                  <a:rPr lang="en-US" sz="1800" b="0" i="0" dirty="0" err="1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r>
                  <a:rPr lang="en-US" sz="1800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 customers in </a:t>
                </a:r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the system (the stationary process):</a:t>
                </a:r>
              </a:p>
              <a:p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=(1−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i="1" dirty="0">
                  <a:solidFill>
                    <a:srgbClr val="20212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20212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Average number of customers in the system:</a:t>
                </a:r>
              </a:p>
              <a:p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r>
                      <a:rPr lang="en-US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𝑛𝑃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nary>
                  </m:oMath>
                </a14:m>
                <a:endParaRPr lang="en-US" b="0" dirty="0">
                  <a:solidFill>
                    <a:srgbClr val="202122"/>
                  </a:solidFill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endParaRPr lang="en-US" dirty="0">
                  <a:solidFill>
                    <a:srgbClr val="202122"/>
                  </a:solidFill>
                  <a:latin typeface="Arial" panose="020B0604020202020204" pitchFamily="34" charset="0"/>
                </a:endParaRPr>
              </a:p>
              <a:p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Combining the above two equations (Probability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 and Average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 equations):</a:t>
                </a:r>
              </a:p>
              <a:p>
                <a:r>
                  <a:rPr lang="en-US" sz="1800" b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endParaRPr lang="en-US" b="0" dirty="0">
                  <a:solidFill>
                    <a:srgbClr val="202122"/>
                  </a:solidFill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endParaRPr lang="en-US" dirty="0">
                  <a:solidFill>
                    <a:srgbClr val="202122"/>
                  </a:solidFill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Average queueing delay:</a:t>
                </a:r>
                <a:endParaRPr lang="en-US" dirty="0">
                  <a:solidFill>
                    <a:srgbClr val="202122"/>
                  </a:solidFill>
                  <a:latin typeface="Arial" panose="020B0604020202020204" pitchFamily="34" charset="0"/>
                </a:endParaRPr>
              </a:p>
              <a:p>
                <a:r>
                  <a:rPr lang="en-US" sz="1800" b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US" dirty="0">
                  <a:solidFill>
                    <a:srgbClr val="202122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5BB6D-142E-D4F7-F52E-5B2CD061C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24" y="1171932"/>
                <a:ext cx="7769226" cy="5341912"/>
              </a:xfrm>
              <a:prstGeom prst="rect">
                <a:avLst/>
              </a:prstGeom>
              <a:blipFill>
                <a:blip r:embed="rId2"/>
                <a:stretch>
                  <a:fillRect l="-627" t="-684" r="-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3278C766-FB90-8B63-3252-CC81D652D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337" y="5119521"/>
            <a:ext cx="1763270" cy="156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8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419">
            <a:extLst>
              <a:ext uri="{FF2B5EF4-FFF2-40B4-BE49-F238E27FC236}">
                <a16:creationId xmlns:a16="http://schemas.microsoft.com/office/drawing/2014/main" id="{B2A7FF33-3628-4C9F-AD15-3F84494E5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306" y="3522059"/>
            <a:ext cx="740249" cy="502217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4B7C43-CB8E-2CD5-8CB5-DFE542D79D47}"/>
              </a:ext>
            </a:extLst>
          </p:cNvPr>
          <p:cNvSpPr txBox="1">
            <a:spLocks/>
          </p:cNvSpPr>
          <p:nvPr/>
        </p:nvSpPr>
        <p:spPr>
          <a:xfrm>
            <a:off x="611683" y="1683945"/>
            <a:ext cx="4269499" cy="49606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>
                <a:ea typeface="ＭＳ Ｐゴシック" panose="020B0600070205080204" pitchFamily="34" charset="-128"/>
              </a:rPr>
              <a:t>mesh of interconnected routers</a:t>
            </a:r>
          </a:p>
          <a:p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packet-switching: </a:t>
            </a:r>
            <a:r>
              <a:rPr lang="en-US" altLang="en-US" sz="2400" dirty="0">
                <a:ea typeface="ＭＳ Ｐゴシック" panose="020B0600070205080204" pitchFamily="34" charset="-128"/>
              </a:rPr>
              <a:t>hosts break application-layer messages into </a:t>
            </a: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packets</a:t>
            </a:r>
          </a:p>
          <a:p>
            <a:pPr lvl="1"/>
            <a:r>
              <a:rPr lang="en-US" altLang="en-US" sz="1900" dirty="0">
                <a:ea typeface="Arial" panose="020B0604020202020204" pitchFamily="34" charset="0"/>
              </a:rPr>
              <a:t>forward packets</a:t>
            </a:r>
            <a:r>
              <a:rPr lang="en-US" altLang="en-US" sz="1900" i="1" dirty="0">
                <a:ea typeface="Arial" panose="020B0604020202020204" pitchFamily="34" charset="0"/>
              </a:rPr>
              <a:t> </a:t>
            </a:r>
            <a:r>
              <a:rPr lang="en-US" altLang="en-US" sz="1900" dirty="0">
                <a:ea typeface="Arial" panose="020B0604020202020204" pitchFamily="34" charset="0"/>
              </a:rPr>
              <a:t>from one router to the next, across links on path from source to destination</a:t>
            </a:r>
          </a:p>
          <a:p>
            <a:pPr lvl="1"/>
            <a:r>
              <a:rPr lang="en-US" altLang="en-US" sz="1900" dirty="0">
                <a:ea typeface="Arial" panose="020B0604020202020204" pitchFamily="34" charset="0"/>
              </a:rPr>
              <a:t>each packet transmitted at full link capacity</a:t>
            </a:r>
          </a:p>
          <a:p>
            <a:endParaRPr lang="en-US" altLang="en-US" sz="2400" dirty="0">
              <a:ea typeface="Arial" panose="020B0604020202020204" pitchFamily="34" charset="0"/>
            </a:endParaRPr>
          </a:p>
          <a:p>
            <a:r>
              <a:rPr lang="en-US" altLang="en-US" sz="1900" i="1" dirty="0">
                <a:solidFill>
                  <a:schemeClr val="bg1">
                    <a:lumMod val="50000"/>
                  </a:schemeClr>
                </a:solidFill>
              </a:rPr>
              <a:t>packet-switching devices</a:t>
            </a:r>
          </a:p>
          <a:p>
            <a:pPr lvl="1"/>
            <a:r>
              <a:rPr lang="en-US" altLang="en-US" sz="1900" i="1" dirty="0">
                <a:solidFill>
                  <a:schemeClr val="bg1">
                    <a:lumMod val="50000"/>
                  </a:schemeClr>
                </a:solidFill>
              </a:rPr>
              <a:t>Routers</a:t>
            </a:r>
          </a:p>
          <a:p>
            <a:pPr lvl="1"/>
            <a:r>
              <a:rPr lang="en-US" altLang="en-US" sz="1900" i="1" dirty="0">
                <a:solidFill>
                  <a:schemeClr val="bg1">
                    <a:lumMod val="50000"/>
                  </a:schemeClr>
                </a:solidFill>
              </a:rPr>
              <a:t>Link-layer switches </a:t>
            </a:r>
          </a:p>
          <a:p>
            <a:pPr lvl="1"/>
            <a:endParaRPr lang="en-US" altLang="en-US" sz="1900" i="1" dirty="0">
              <a:solidFill>
                <a:schemeClr val="bg1">
                  <a:lumMod val="50000"/>
                </a:schemeClr>
              </a:solidFill>
              <a:ea typeface="Arial" panose="020B0604020202020204" pitchFamily="34" charset="0"/>
            </a:endParaRPr>
          </a:p>
          <a:p>
            <a:pPr lvl="1"/>
            <a:r>
              <a:rPr lang="en-US" altLang="en-US" sz="1900" i="1" dirty="0">
                <a:solidFill>
                  <a:schemeClr val="bg1">
                    <a:lumMod val="50000"/>
                  </a:schemeClr>
                </a:solidFill>
                <a:ea typeface="Arial" panose="020B0604020202020204" pitchFamily="34" charset="0"/>
              </a:rPr>
              <a:t>terms forwarding and switching are often used interchangeably</a:t>
            </a:r>
          </a:p>
          <a:p>
            <a:pPr marL="130969" indent="0">
              <a:buSzPct val="75000"/>
              <a:buFont typeface="Arial" panose="020B0604020202020204" pitchFamily="34" charset="0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8" name="Freeform 370">
            <a:extLst>
              <a:ext uri="{FF2B5EF4-FFF2-40B4-BE49-F238E27FC236}">
                <a16:creationId xmlns:a16="http://schemas.microsoft.com/office/drawing/2014/main" id="{889508BE-D342-2206-8E90-41A27C7C0272}"/>
              </a:ext>
            </a:extLst>
          </p:cNvPr>
          <p:cNvSpPr/>
          <p:nvPr/>
        </p:nvSpPr>
        <p:spPr>
          <a:xfrm>
            <a:off x="6738892" y="315658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:a16="http://schemas.microsoft.com/office/drawing/2014/main" id="{9D648D69-53A9-4444-A4FD-B19A442DF982}"/>
              </a:ext>
            </a:extLst>
          </p:cNvPr>
          <p:cNvSpPr>
            <a:spLocks/>
          </p:cNvSpPr>
          <p:nvPr/>
        </p:nvSpPr>
        <p:spPr bwMode="auto">
          <a:xfrm>
            <a:off x="5455557" y="222677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AutoShape 420">
            <a:extLst>
              <a:ext uri="{FF2B5EF4-FFF2-40B4-BE49-F238E27FC236}">
                <a16:creationId xmlns:a16="http://schemas.microsoft.com/office/drawing/2014/main" id="{355D98B4-BA80-9A41-E466-138F19E08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013" y="3324188"/>
            <a:ext cx="1094184" cy="238388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 427">
            <a:extLst>
              <a:ext uri="{FF2B5EF4-FFF2-40B4-BE49-F238E27FC236}">
                <a16:creationId xmlns:a16="http://schemas.microsoft.com/office/drawing/2014/main" id="{9DE5850C-CE87-AAC9-89BB-71D8B88481AE}"/>
              </a:ext>
            </a:extLst>
          </p:cNvPr>
          <p:cNvSpPr>
            <a:spLocks/>
          </p:cNvSpPr>
          <p:nvPr/>
        </p:nvSpPr>
        <p:spPr bwMode="auto">
          <a:xfrm>
            <a:off x="5784301" y="436960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Box 580">
            <a:extLst>
              <a:ext uri="{FF2B5EF4-FFF2-40B4-BE49-F238E27FC236}">
                <a16:creationId xmlns:a16="http://schemas.microsoft.com/office/drawing/2014/main" id="{3DCF5659-B814-7401-9A27-7750ED6AD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973596"/>
            <a:ext cx="104868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mobile network</a:t>
            </a:r>
          </a:p>
        </p:txBody>
      </p:sp>
      <p:sp>
        <p:nvSpPr>
          <p:cNvPr id="13" name="Text Box 580">
            <a:extLst>
              <a:ext uri="{FF2B5EF4-FFF2-40B4-BE49-F238E27FC236}">
                <a16:creationId xmlns:a16="http://schemas.microsoft.com/office/drawing/2014/main" id="{87B33DFD-90A7-169C-F348-9A3A4CDD7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4001192"/>
            <a:ext cx="1466735" cy="22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home network</a:t>
            </a: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id="{0B9CA06D-C867-65F7-9C91-3A317B514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1" y="5192082"/>
            <a:ext cx="946093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enterprise</a:t>
            </a:r>
          </a:p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          network</a:t>
            </a:r>
          </a:p>
        </p:txBody>
      </p:sp>
      <p:sp>
        <p:nvSpPr>
          <p:cNvPr id="15" name="Freeform 371">
            <a:extLst>
              <a:ext uri="{FF2B5EF4-FFF2-40B4-BE49-F238E27FC236}">
                <a16:creationId xmlns:a16="http://schemas.microsoft.com/office/drawing/2014/main" id="{AD15E47B-2606-6CB5-E90D-035275073890}"/>
              </a:ext>
            </a:extLst>
          </p:cNvPr>
          <p:cNvSpPr/>
          <p:nvPr/>
        </p:nvSpPr>
        <p:spPr>
          <a:xfrm>
            <a:off x="7666610" y="324190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00D46-4824-E445-B471-81FAF3095009}"/>
              </a:ext>
            </a:extLst>
          </p:cNvPr>
          <p:cNvGrpSpPr/>
          <p:nvPr/>
        </p:nvGrpSpPr>
        <p:grpSpPr>
          <a:xfrm>
            <a:off x="8128275" y="3803288"/>
            <a:ext cx="515545" cy="541161"/>
            <a:chOff x="5203089" y="1751190"/>
            <a:chExt cx="858331" cy="662414"/>
          </a:xfrm>
        </p:grpSpPr>
        <p:sp>
          <p:nvSpPr>
            <p:cNvPr id="17" name="Freeform 381">
              <a:extLst>
                <a:ext uri="{FF2B5EF4-FFF2-40B4-BE49-F238E27FC236}">
                  <a16:creationId xmlns:a16="http://schemas.microsoft.com/office/drawing/2014/main" id="{F13C814A-4050-2BBA-A575-561407742C77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Freeform 382">
              <a:extLst>
                <a:ext uri="{FF2B5EF4-FFF2-40B4-BE49-F238E27FC236}">
                  <a16:creationId xmlns:a16="http://schemas.microsoft.com/office/drawing/2014/main" id="{E3A13ACF-9B59-58E7-9C48-3CDFBA8E90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436F7DA-7435-6280-8B8D-8EE8052847A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AA7BB1-A78A-B275-58C8-D9B3F46018BF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522AE71-C41D-268A-2FF7-72645CB00E4A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4270D06-DE1D-540B-3CB4-4A86FBF8F72A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2D7F71-E784-6501-5E9F-398B21A38EA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85AFC46-228F-859F-16C0-35E4CB468BBB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CDB883-3FDE-B218-23A5-9EB3B7A86E4C}"/>
              </a:ext>
            </a:extLst>
          </p:cNvPr>
          <p:cNvGrpSpPr/>
          <p:nvPr/>
        </p:nvGrpSpPr>
        <p:grpSpPr>
          <a:xfrm>
            <a:off x="8078379" y="3252878"/>
            <a:ext cx="445960" cy="486252"/>
            <a:chOff x="5203089" y="1751190"/>
            <a:chExt cx="858331" cy="662414"/>
          </a:xfrm>
        </p:grpSpPr>
        <p:sp>
          <p:nvSpPr>
            <p:cNvPr id="26" name="Freeform 398">
              <a:extLst>
                <a:ext uri="{FF2B5EF4-FFF2-40B4-BE49-F238E27FC236}">
                  <a16:creationId xmlns:a16="http://schemas.microsoft.com/office/drawing/2014/main" id="{FA26EE06-CE69-05B3-38DA-49674860E488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Freeform 399">
              <a:extLst>
                <a:ext uri="{FF2B5EF4-FFF2-40B4-BE49-F238E27FC236}">
                  <a16:creationId xmlns:a16="http://schemas.microsoft.com/office/drawing/2014/main" id="{8B7B86DC-F53E-750F-FBE6-584FF85698BD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4237D47-9494-15D8-1F99-DE53ECD5DC6D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01C7595-7440-C9CC-86F8-3AB210DF616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9457D4C-37DF-A3CD-9B94-BC0541B6DF5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757C5CD-73B7-C633-EFC2-AF20BA036068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562A13-0E66-DEE5-D87E-E2E467B62562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2D2F79-120C-9B84-BFD7-EBE64B19013A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Freeform 561">
            <a:extLst>
              <a:ext uri="{FF2B5EF4-FFF2-40B4-BE49-F238E27FC236}">
                <a16:creationId xmlns:a16="http://schemas.microsoft.com/office/drawing/2014/main" id="{D536615B-9AED-70A5-C52C-F3D3078E8C04}"/>
              </a:ext>
            </a:extLst>
          </p:cNvPr>
          <p:cNvSpPr/>
          <p:nvPr/>
        </p:nvSpPr>
        <p:spPr>
          <a:xfrm>
            <a:off x="7155610" y="219378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B7EB2C-BD31-253D-D919-6F62C04C78D5}"/>
              </a:ext>
            </a:extLst>
          </p:cNvPr>
          <p:cNvSpPr txBox="1"/>
          <p:nvPr/>
        </p:nvSpPr>
        <p:spPr>
          <a:xfrm>
            <a:off x="7070401" y="2245647"/>
            <a:ext cx="1334020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national or global ISP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5B5DC5-8C65-E412-692D-CF9339E16107}"/>
              </a:ext>
            </a:extLst>
          </p:cNvPr>
          <p:cNvSpPr/>
          <p:nvPr/>
        </p:nvSpPr>
        <p:spPr>
          <a:xfrm>
            <a:off x="6959301" y="361568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EA9C7A-2C03-4F56-85D4-CB3E120EAC13}"/>
              </a:ext>
            </a:extLst>
          </p:cNvPr>
          <p:cNvSpPr txBox="1"/>
          <p:nvPr/>
        </p:nvSpPr>
        <p:spPr>
          <a:xfrm>
            <a:off x="6574622" y="344318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local or regional ISP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955203-787E-7C72-80CD-456D36CCF96E}"/>
              </a:ext>
            </a:extLst>
          </p:cNvPr>
          <p:cNvSpPr txBox="1"/>
          <p:nvPr/>
        </p:nvSpPr>
        <p:spPr>
          <a:xfrm>
            <a:off x="8188325" y="4365703"/>
            <a:ext cx="654346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datacenter </a:t>
            </a:r>
          </a:p>
          <a:p>
            <a:pPr defTabSz="685800">
              <a:lnSpc>
                <a:spcPct val="90000"/>
              </a:lnSpc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network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E96D40-5131-63F1-EBE9-A1B344825762}"/>
              </a:ext>
            </a:extLst>
          </p:cNvPr>
          <p:cNvSpPr txBox="1"/>
          <p:nvPr/>
        </p:nvSpPr>
        <p:spPr>
          <a:xfrm>
            <a:off x="7547264" y="4028436"/>
            <a:ext cx="67839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content </a:t>
            </a:r>
          </a:p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provider </a:t>
            </a:r>
          </a:p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network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2148FE6-BEBD-E68C-735F-6C8C1E870115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3542344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6398ED5-7E03-D082-8D1A-79F8E7514A01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3587764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BD64D40-4119-73AD-3BB7-BEAC53B061B5}"/>
              </a:ext>
            </a:extLst>
          </p:cNvPr>
          <p:cNvCxnSpPr>
            <a:cxnSpLocks/>
          </p:cNvCxnSpPr>
          <p:nvPr/>
        </p:nvCxnSpPr>
        <p:spPr>
          <a:xfrm flipV="1">
            <a:off x="7977673" y="3582316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DC82E0-6C2D-5E59-1E99-722B36451A5C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355342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DC28F8F-5A7D-184D-3814-120257446153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391098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2E50FE-E36D-9835-3A7F-8913F6E478A6}"/>
              </a:ext>
            </a:extLst>
          </p:cNvPr>
          <p:cNvCxnSpPr>
            <a:cxnSpLocks/>
          </p:cNvCxnSpPr>
          <p:nvPr/>
        </p:nvCxnSpPr>
        <p:spPr>
          <a:xfrm flipH="1">
            <a:off x="7421397" y="39230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0E257F0-18A8-0E9C-D0C6-3E7C64738220}"/>
              </a:ext>
            </a:extLst>
          </p:cNvPr>
          <p:cNvCxnSpPr>
            <a:cxnSpLocks/>
          </p:cNvCxnSpPr>
          <p:nvPr/>
        </p:nvCxnSpPr>
        <p:spPr>
          <a:xfrm flipH="1">
            <a:off x="6914712" y="39230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1F7ECB7-2C80-81C3-3437-DED97EA66A29}"/>
              </a:ext>
            </a:extLst>
          </p:cNvPr>
          <p:cNvCxnSpPr>
            <a:cxnSpLocks/>
          </p:cNvCxnSpPr>
          <p:nvPr/>
        </p:nvCxnSpPr>
        <p:spPr>
          <a:xfrm flipH="1">
            <a:off x="6957651" y="3488004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514587D-238A-469A-6B53-36403E5DA6DF}"/>
              </a:ext>
            </a:extLst>
          </p:cNvPr>
          <p:cNvCxnSpPr>
            <a:cxnSpLocks/>
          </p:cNvCxnSpPr>
          <p:nvPr/>
        </p:nvCxnSpPr>
        <p:spPr>
          <a:xfrm>
            <a:off x="7299802" y="3488004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AA1CA66-5197-4AA2-C3C3-08C4C6B3755E}"/>
              </a:ext>
            </a:extLst>
          </p:cNvPr>
          <p:cNvCxnSpPr/>
          <p:nvPr/>
        </p:nvCxnSpPr>
        <p:spPr>
          <a:xfrm>
            <a:off x="7603251" y="292326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D05E946-25E1-82AE-BDE1-B7EC4B456939}"/>
              </a:ext>
            </a:extLst>
          </p:cNvPr>
          <p:cNvCxnSpPr>
            <a:cxnSpLocks/>
          </p:cNvCxnSpPr>
          <p:nvPr/>
        </p:nvCxnSpPr>
        <p:spPr>
          <a:xfrm flipH="1">
            <a:off x="7349039" y="287851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E3DD352-058D-0403-4B49-88B8171A3B22}"/>
              </a:ext>
            </a:extLst>
          </p:cNvPr>
          <p:cNvCxnSpPr/>
          <p:nvPr/>
        </p:nvCxnSpPr>
        <p:spPr>
          <a:xfrm flipH="1">
            <a:off x="7575477" y="2484325"/>
            <a:ext cx="571100" cy="43301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A7065B8-1B79-D9C1-ED02-385C6B76A04B}"/>
              </a:ext>
            </a:extLst>
          </p:cNvPr>
          <p:cNvCxnSpPr/>
          <p:nvPr/>
        </p:nvCxnSpPr>
        <p:spPr>
          <a:xfrm flipH="1">
            <a:off x="7575476" y="2558485"/>
            <a:ext cx="2978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670A6E-92A5-62C2-4021-0632A4A6AB42}"/>
              </a:ext>
            </a:extLst>
          </p:cNvPr>
          <p:cNvCxnSpPr/>
          <p:nvPr/>
        </p:nvCxnSpPr>
        <p:spPr>
          <a:xfrm flipH="1">
            <a:off x="8004101" y="2507630"/>
            <a:ext cx="112020" cy="38884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9204319-0FA9-ED69-D792-0E645B8E1B40}"/>
              </a:ext>
            </a:extLst>
          </p:cNvPr>
          <p:cNvCxnSpPr/>
          <p:nvPr/>
        </p:nvCxnSpPr>
        <p:spPr>
          <a:xfrm flipH="1">
            <a:off x="7606625" y="2896475"/>
            <a:ext cx="430712" cy="2086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11F02E9-3F44-6E76-36A2-49FAFC16CC96}"/>
              </a:ext>
            </a:extLst>
          </p:cNvPr>
          <p:cNvCxnSpPr/>
          <p:nvPr/>
        </p:nvCxnSpPr>
        <p:spPr>
          <a:xfrm flipH="1">
            <a:off x="7552157" y="2484324"/>
            <a:ext cx="591442" cy="74161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51856BF-0318-58B0-BD75-08FDDC65DB57}"/>
              </a:ext>
            </a:extLst>
          </p:cNvPr>
          <p:cNvCxnSpPr/>
          <p:nvPr/>
        </p:nvCxnSpPr>
        <p:spPr>
          <a:xfrm flipH="1">
            <a:off x="8146577" y="2452744"/>
            <a:ext cx="209252" cy="3158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3343B1E-3504-6DE4-5C9A-074AE53D4A0A}"/>
              </a:ext>
            </a:extLst>
          </p:cNvPr>
          <p:cNvCxnSpPr/>
          <p:nvPr/>
        </p:nvCxnSpPr>
        <p:spPr>
          <a:xfrm flipH="1" flipV="1">
            <a:off x="8011496" y="2896476"/>
            <a:ext cx="265156" cy="5085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9B76340-51A3-F8A8-16E1-2041591AC9A1}"/>
              </a:ext>
            </a:extLst>
          </p:cNvPr>
          <p:cNvCxnSpPr/>
          <p:nvPr/>
        </p:nvCxnSpPr>
        <p:spPr>
          <a:xfrm flipH="1">
            <a:off x="6576918" y="2558485"/>
            <a:ext cx="975239" cy="45496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Line 541">
            <a:extLst>
              <a:ext uri="{FF2B5EF4-FFF2-40B4-BE49-F238E27FC236}">
                <a16:creationId xmlns:a16="http://schemas.microsoft.com/office/drawing/2014/main" id="{772C02F4-2E75-7A54-FC9C-6BB98CA015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4029" y="3942285"/>
            <a:ext cx="321993" cy="5292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Line 424">
            <a:extLst>
              <a:ext uri="{FF2B5EF4-FFF2-40B4-BE49-F238E27FC236}">
                <a16:creationId xmlns:a16="http://schemas.microsoft.com/office/drawing/2014/main" id="{21F682ED-CBB9-4653-4228-29E8D1B6BE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3416" y="3892843"/>
            <a:ext cx="726788" cy="23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Oval 800">
            <a:extLst>
              <a:ext uri="{FF2B5EF4-FFF2-40B4-BE49-F238E27FC236}">
                <a16:creationId xmlns:a16="http://schemas.microsoft.com/office/drawing/2014/main" id="{BFE8BD8F-6737-098B-8DD3-1415080C3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06" y="2576997"/>
            <a:ext cx="39291" cy="3711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4B34FB8-85A9-BC94-573B-E13FC839AE05}"/>
              </a:ext>
            </a:extLst>
          </p:cNvPr>
          <p:cNvGrpSpPr/>
          <p:nvPr/>
        </p:nvGrpSpPr>
        <p:grpSpPr>
          <a:xfrm>
            <a:off x="7807957" y="3479354"/>
            <a:ext cx="265259" cy="148758"/>
            <a:chOff x="7493876" y="2774731"/>
            <a:chExt cx="1481958" cy="894622"/>
          </a:xfrm>
        </p:grpSpPr>
        <p:sp>
          <p:nvSpPr>
            <p:cNvPr id="105" name="Freeform 615">
              <a:extLst>
                <a:ext uri="{FF2B5EF4-FFF2-40B4-BE49-F238E27FC236}">
                  <a16:creationId xmlns:a16="http://schemas.microsoft.com/office/drawing/2014/main" id="{E6BD532D-1816-31DE-DBCA-6E54ED3046C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3813FE3F-2171-C810-74CB-C16E7E361C0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9BA3FB7-75E1-F9A7-B4DE-ED257F47F39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8" name="Freeform 618">
                <a:extLst>
                  <a:ext uri="{FF2B5EF4-FFF2-40B4-BE49-F238E27FC236}">
                    <a16:creationId xmlns:a16="http://schemas.microsoft.com/office/drawing/2014/main" id="{7A1C6FAE-6DB1-4C4C-29AF-9F49A556AE4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9" name="Freeform 619">
                <a:extLst>
                  <a:ext uri="{FF2B5EF4-FFF2-40B4-BE49-F238E27FC236}">
                    <a16:creationId xmlns:a16="http://schemas.microsoft.com/office/drawing/2014/main" id="{FC6CA4F6-AAF5-F587-9D5F-80FF58642EB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0" name="Freeform 620">
                <a:extLst>
                  <a:ext uri="{FF2B5EF4-FFF2-40B4-BE49-F238E27FC236}">
                    <a16:creationId xmlns:a16="http://schemas.microsoft.com/office/drawing/2014/main" id="{38F54F35-0219-6C7A-BD26-5937A9D55F7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1" name="Freeform 621">
                <a:extLst>
                  <a:ext uri="{FF2B5EF4-FFF2-40B4-BE49-F238E27FC236}">
                    <a16:creationId xmlns:a16="http://schemas.microsoft.com/office/drawing/2014/main" id="{5C2349BF-AE4B-1982-757B-142B12B1435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178FC24-223E-E0DC-C888-7BC99F1AFC96}"/>
              </a:ext>
            </a:extLst>
          </p:cNvPr>
          <p:cNvGrpSpPr/>
          <p:nvPr/>
        </p:nvGrpSpPr>
        <p:grpSpPr>
          <a:xfrm>
            <a:off x="7461543" y="2508969"/>
            <a:ext cx="265259" cy="148758"/>
            <a:chOff x="7493876" y="2774731"/>
            <a:chExt cx="1481958" cy="894622"/>
          </a:xfrm>
        </p:grpSpPr>
        <p:sp>
          <p:nvSpPr>
            <p:cNvPr id="113" name="Freeform 577">
              <a:extLst>
                <a:ext uri="{FF2B5EF4-FFF2-40B4-BE49-F238E27FC236}">
                  <a16:creationId xmlns:a16="http://schemas.microsoft.com/office/drawing/2014/main" id="{8334A520-95FB-DCA6-3E92-3EEAC97A28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CEDD6DD-8E22-BC5A-3811-305235ECAB6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75BFC407-7DE2-E304-1275-17A625F61FD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6" name="Freeform 580">
                <a:extLst>
                  <a:ext uri="{FF2B5EF4-FFF2-40B4-BE49-F238E27FC236}">
                    <a16:creationId xmlns:a16="http://schemas.microsoft.com/office/drawing/2014/main" id="{AEDA944A-2647-F2F9-5931-C698957BCAE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7" name="Freeform 581">
                <a:extLst>
                  <a:ext uri="{FF2B5EF4-FFF2-40B4-BE49-F238E27FC236}">
                    <a16:creationId xmlns:a16="http://schemas.microsoft.com/office/drawing/2014/main" id="{7DF282C5-8DD8-5F0B-DC95-49A06E61DD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4" name="Freeform 582">
                <a:extLst>
                  <a:ext uri="{FF2B5EF4-FFF2-40B4-BE49-F238E27FC236}">
                    <a16:creationId xmlns:a16="http://schemas.microsoft.com/office/drawing/2014/main" id="{B94317A6-F72E-6480-A0C4-740C4C5DB78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5" name="Freeform 583">
                <a:extLst>
                  <a:ext uri="{FF2B5EF4-FFF2-40B4-BE49-F238E27FC236}">
                    <a16:creationId xmlns:a16="http://schemas.microsoft.com/office/drawing/2014/main" id="{192DD1DC-BB76-4CC9-DECF-8F7F9E2B07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54AD6DF4-7025-00FC-6B38-5192A46D0AD8}"/>
              </a:ext>
            </a:extLst>
          </p:cNvPr>
          <p:cNvGrpSpPr/>
          <p:nvPr/>
        </p:nvGrpSpPr>
        <p:grpSpPr>
          <a:xfrm>
            <a:off x="7895410" y="2817275"/>
            <a:ext cx="265259" cy="148758"/>
            <a:chOff x="7493876" y="2774731"/>
            <a:chExt cx="1481958" cy="894622"/>
          </a:xfrm>
        </p:grpSpPr>
        <p:sp>
          <p:nvSpPr>
            <p:cNvPr id="237" name="Freeform 593">
              <a:extLst>
                <a:ext uri="{FF2B5EF4-FFF2-40B4-BE49-F238E27FC236}">
                  <a16:creationId xmlns:a16="http://schemas.microsoft.com/office/drawing/2014/main" id="{487DC43B-EE7C-C3DC-95F5-7E3BD73AAD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CE8365F1-B185-9F69-5BF3-031BDB6043A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96442C07-C02B-C114-A520-ED55043E794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0" name="Freeform 596">
                <a:extLst>
                  <a:ext uri="{FF2B5EF4-FFF2-40B4-BE49-F238E27FC236}">
                    <a16:creationId xmlns:a16="http://schemas.microsoft.com/office/drawing/2014/main" id="{AA4A8F48-DF9F-1F65-003A-20E29DE9FDE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1" name="Freeform 597">
                <a:extLst>
                  <a:ext uri="{FF2B5EF4-FFF2-40B4-BE49-F238E27FC236}">
                    <a16:creationId xmlns:a16="http://schemas.microsoft.com/office/drawing/2014/main" id="{A47AF7C8-8826-C531-0ADE-D57D260EA9D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2" name="Freeform 598">
                <a:extLst>
                  <a:ext uri="{FF2B5EF4-FFF2-40B4-BE49-F238E27FC236}">
                    <a16:creationId xmlns:a16="http://schemas.microsoft.com/office/drawing/2014/main" id="{AC93085D-F980-E8EA-1F8A-9B96388989E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3" name="Freeform 599">
                <a:extLst>
                  <a:ext uri="{FF2B5EF4-FFF2-40B4-BE49-F238E27FC236}">
                    <a16:creationId xmlns:a16="http://schemas.microsoft.com/office/drawing/2014/main" id="{BF5BC258-82C2-E500-E1AB-BF3B83753B1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B2036DE1-68B8-FF08-53C7-AEE949983D97}"/>
              </a:ext>
            </a:extLst>
          </p:cNvPr>
          <p:cNvGrpSpPr/>
          <p:nvPr/>
        </p:nvGrpSpPr>
        <p:grpSpPr>
          <a:xfrm>
            <a:off x="7982869" y="2438222"/>
            <a:ext cx="265259" cy="148758"/>
            <a:chOff x="7493876" y="2774731"/>
            <a:chExt cx="1481958" cy="894622"/>
          </a:xfrm>
        </p:grpSpPr>
        <p:sp>
          <p:nvSpPr>
            <p:cNvPr id="245" name="Freeform 601">
              <a:extLst>
                <a:ext uri="{FF2B5EF4-FFF2-40B4-BE49-F238E27FC236}">
                  <a16:creationId xmlns:a16="http://schemas.microsoft.com/office/drawing/2014/main" id="{4E6FBE83-F9E6-8EBD-3BCA-D3E4D22591E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404C11B9-B1B4-CD09-E62F-FD035DB5902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AE265580-ED90-C54E-5F3E-C825DB8FC1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8" name="Freeform 604">
                <a:extLst>
                  <a:ext uri="{FF2B5EF4-FFF2-40B4-BE49-F238E27FC236}">
                    <a16:creationId xmlns:a16="http://schemas.microsoft.com/office/drawing/2014/main" id="{3F7ACD18-5CA0-1AE6-BDC3-760BB9E911A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9" name="Freeform 605">
                <a:extLst>
                  <a:ext uri="{FF2B5EF4-FFF2-40B4-BE49-F238E27FC236}">
                    <a16:creationId xmlns:a16="http://schemas.microsoft.com/office/drawing/2014/main" id="{FC09423B-7C10-A782-5B72-C159B6252D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0" name="Freeform 606">
                <a:extLst>
                  <a:ext uri="{FF2B5EF4-FFF2-40B4-BE49-F238E27FC236}">
                    <a16:creationId xmlns:a16="http://schemas.microsoft.com/office/drawing/2014/main" id="{B98AB53C-3E7B-A7A3-5076-1505364807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1" name="Freeform 607">
                <a:extLst>
                  <a:ext uri="{FF2B5EF4-FFF2-40B4-BE49-F238E27FC236}">
                    <a16:creationId xmlns:a16="http://schemas.microsoft.com/office/drawing/2014/main" id="{AD5E3A09-558A-3D69-BB14-B52BFF93E37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95315BC5-2188-50FB-59FF-A0B17CDBD844}"/>
              </a:ext>
            </a:extLst>
          </p:cNvPr>
          <p:cNvGrpSpPr/>
          <p:nvPr/>
        </p:nvGrpSpPr>
        <p:grpSpPr>
          <a:xfrm>
            <a:off x="6824091" y="3824718"/>
            <a:ext cx="275418" cy="180228"/>
            <a:chOff x="7493876" y="2774731"/>
            <a:chExt cx="1481958" cy="894622"/>
          </a:xfrm>
        </p:grpSpPr>
        <p:sp>
          <p:nvSpPr>
            <p:cNvPr id="253" name="Freeform 554">
              <a:extLst>
                <a:ext uri="{FF2B5EF4-FFF2-40B4-BE49-F238E27FC236}">
                  <a16:creationId xmlns:a16="http://schemas.microsoft.com/office/drawing/2014/main" id="{4B0AF8A1-687A-3BD5-0FF7-F6ACB141B9F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2145A16F-54A5-BE13-94DC-2DBBC028C3B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8A970114-B5C6-CD9D-46CD-0C987F9AC9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6" name="Freeform 557">
                <a:extLst>
                  <a:ext uri="{FF2B5EF4-FFF2-40B4-BE49-F238E27FC236}">
                    <a16:creationId xmlns:a16="http://schemas.microsoft.com/office/drawing/2014/main" id="{344C9C7A-D51D-B586-D9DB-4F20ACDEAA0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7" name="Freeform 558">
                <a:extLst>
                  <a:ext uri="{FF2B5EF4-FFF2-40B4-BE49-F238E27FC236}">
                    <a16:creationId xmlns:a16="http://schemas.microsoft.com/office/drawing/2014/main" id="{F55CCC30-80EB-29B0-7ED3-9C79489637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8" name="Freeform 559">
                <a:extLst>
                  <a:ext uri="{FF2B5EF4-FFF2-40B4-BE49-F238E27FC236}">
                    <a16:creationId xmlns:a16="http://schemas.microsoft.com/office/drawing/2014/main" id="{14AA25B2-CCE3-1BBA-EC8E-47BA3099866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9" name="Freeform 560">
                <a:extLst>
                  <a:ext uri="{FF2B5EF4-FFF2-40B4-BE49-F238E27FC236}">
                    <a16:creationId xmlns:a16="http://schemas.microsoft.com/office/drawing/2014/main" id="{7C2A2DAE-CB04-5084-8F8C-5DC56FFEB90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BA1C7AD8-B34D-F01D-A167-A28E568FA588}"/>
              </a:ext>
            </a:extLst>
          </p:cNvPr>
          <p:cNvGrpSpPr/>
          <p:nvPr/>
        </p:nvGrpSpPr>
        <p:grpSpPr>
          <a:xfrm>
            <a:off x="7485094" y="2853424"/>
            <a:ext cx="265259" cy="148758"/>
            <a:chOff x="7493876" y="2774731"/>
            <a:chExt cx="1481958" cy="894622"/>
          </a:xfrm>
        </p:grpSpPr>
        <p:sp>
          <p:nvSpPr>
            <p:cNvPr id="261" name="Freeform 585">
              <a:extLst>
                <a:ext uri="{FF2B5EF4-FFF2-40B4-BE49-F238E27FC236}">
                  <a16:creationId xmlns:a16="http://schemas.microsoft.com/office/drawing/2014/main" id="{9A27AB47-9C33-EB1C-BF03-1D28B72222D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8B946B9C-8A9B-F2E4-6118-B23A8F6F52B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B361EA07-1389-F4EE-02A2-D586397E0F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4" name="Freeform 588">
                <a:extLst>
                  <a:ext uri="{FF2B5EF4-FFF2-40B4-BE49-F238E27FC236}">
                    <a16:creationId xmlns:a16="http://schemas.microsoft.com/office/drawing/2014/main" id="{48E09268-E39D-2485-ED0B-5110F7E6DF2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5" name="Freeform 589">
                <a:extLst>
                  <a:ext uri="{FF2B5EF4-FFF2-40B4-BE49-F238E27FC236}">
                    <a16:creationId xmlns:a16="http://schemas.microsoft.com/office/drawing/2014/main" id="{F3F3C16D-2FBF-0DFE-8E4E-15A036DEFEE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6" name="Freeform 590">
                <a:extLst>
                  <a:ext uri="{FF2B5EF4-FFF2-40B4-BE49-F238E27FC236}">
                    <a16:creationId xmlns:a16="http://schemas.microsoft.com/office/drawing/2014/main" id="{33C0670F-3E37-1B44-BD68-6152A2D2EB6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7" name="Freeform 591">
                <a:extLst>
                  <a:ext uri="{FF2B5EF4-FFF2-40B4-BE49-F238E27FC236}">
                    <a16:creationId xmlns:a16="http://schemas.microsoft.com/office/drawing/2014/main" id="{07A3D7A5-868E-A1B9-C302-EB95D8D6C15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9709DAC8-D55C-DB08-F236-A89BAD69AE8C}"/>
              </a:ext>
            </a:extLst>
          </p:cNvPr>
          <p:cNvGrpSpPr/>
          <p:nvPr/>
        </p:nvGrpSpPr>
        <p:grpSpPr>
          <a:xfrm>
            <a:off x="7122854" y="3402774"/>
            <a:ext cx="275418" cy="180228"/>
            <a:chOff x="7493876" y="2774731"/>
            <a:chExt cx="1481958" cy="894622"/>
          </a:xfrm>
        </p:grpSpPr>
        <p:sp>
          <p:nvSpPr>
            <p:cNvPr id="269" name="Freeform 538">
              <a:extLst>
                <a:ext uri="{FF2B5EF4-FFF2-40B4-BE49-F238E27FC236}">
                  <a16:creationId xmlns:a16="http://schemas.microsoft.com/office/drawing/2014/main" id="{90DB26D0-2E47-82B5-E011-49DF8DB0C58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1A30639B-0CC3-20B1-295A-81BE1AE3FE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5ABB5788-EE93-5B0A-3B73-20FC5C7A68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2" name="Freeform 541">
                <a:extLst>
                  <a:ext uri="{FF2B5EF4-FFF2-40B4-BE49-F238E27FC236}">
                    <a16:creationId xmlns:a16="http://schemas.microsoft.com/office/drawing/2014/main" id="{03FBA1A8-68EE-2921-F5B1-BDEC36BE25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3" name="Freeform 542">
                <a:extLst>
                  <a:ext uri="{FF2B5EF4-FFF2-40B4-BE49-F238E27FC236}">
                    <a16:creationId xmlns:a16="http://schemas.microsoft.com/office/drawing/2014/main" id="{EF759853-ACBF-71FA-F6B9-96142DB731A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4" name="Freeform 543">
                <a:extLst>
                  <a:ext uri="{FF2B5EF4-FFF2-40B4-BE49-F238E27FC236}">
                    <a16:creationId xmlns:a16="http://schemas.microsoft.com/office/drawing/2014/main" id="{9A6D0940-B7CD-39A5-4F8C-7C94FFB98BF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5" name="Freeform 544">
                <a:extLst>
                  <a:ext uri="{FF2B5EF4-FFF2-40B4-BE49-F238E27FC236}">
                    <a16:creationId xmlns:a16="http://schemas.microsoft.com/office/drawing/2014/main" id="{C36279A5-B6FF-C50A-6B32-C5265586F05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F0F41483-E9DF-1758-79A3-6E8645D0D19A}"/>
              </a:ext>
            </a:extLst>
          </p:cNvPr>
          <p:cNvGrpSpPr/>
          <p:nvPr/>
        </p:nvGrpSpPr>
        <p:grpSpPr>
          <a:xfrm>
            <a:off x="7201166" y="3857072"/>
            <a:ext cx="275418" cy="180228"/>
            <a:chOff x="7493876" y="2774731"/>
            <a:chExt cx="1481958" cy="894622"/>
          </a:xfrm>
        </p:grpSpPr>
        <p:sp>
          <p:nvSpPr>
            <p:cNvPr id="277" name="Freeform 546">
              <a:extLst>
                <a:ext uri="{FF2B5EF4-FFF2-40B4-BE49-F238E27FC236}">
                  <a16:creationId xmlns:a16="http://schemas.microsoft.com/office/drawing/2014/main" id="{1430D808-48AC-D1F2-6E6A-C684AA4D7C6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A7C1D55B-0615-1C91-E7AA-1FB685DF46E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4A00845B-B2F4-F694-3316-5527CC052EE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0" name="Freeform 549">
                <a:extLst>
                  <a:ext uri="{FF2B5EF4-FFF2-40B4-BE49-F238E27FC236}">
                    <a16:creationId xmlns:a16="http://schemas.microsoft.com/office/drawing/2014/main" id="{A2A6C2CE-54D5-BFBA-9B45-6415C2AE38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1" name="Freeform 550">
                <a:extLst>
                  <a:ext uri="{FF2B5EF4-FFF2-40B4-BE49-F238E27FC236}">
                    <a16:creationId xmlns:a16="http://schemas.microsoft.com/office/drawing/2014/main" id="{5780197C-88FE-95A9-C3AE-2D7C87FDB8C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2" name="Freeform 551">
                <a:extLst>
                  <a:ext uri="{FF2B5EF4-FFF2-40B4-BE49-F238E27FC236}">
                    <a16:creationId xmlns:a16="http://schemas.microsoft.com/office/drawing/2014/main" id="{EF7DA950-BD33-B4E0-2198-2D608525B0D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3" name="Freeform 552">
                <a:extLst>
                  <a:ext uri="{FF2B5EF4-FFF2-40B4-BE49-F238E27FC236}">
                    <a16:creationId xmlns:a16="http://schemas.microsoft.com/office/drawing/2014/main" id="{787DAB7E-880A-B89C-0482-441E0B7D6D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5218C581-6A3C-FEF7-618F-537E334DE610}"/>
              </a:ext>
            </a:extLst>
          </p:cNvPr>
          <p:cNvGrpSpPr/>
          <p:nvPr/>
        </p:nvGrpSpPr>
        <p:grpSpPr>
          <a:xfrm>
            <a:off x="7781444" y="3851494"/>
            <a:ext cx="265259" cy="148758"/>
            <a:chOff x="7493876" y="2774731"/>
            <a:chExt cx="1481958" cy="894622"/>
          </a:xfrm>
        </p:grpSpPr>
        <p:sp>
          <p:nvSpPr>
            <p:cNvPr id="285" name="Freeform 623">
              <a:extLst>
                <a:ext uri="{FF2B5EF4-FFF2-40B4-BE49-F238E27FC236}">
                  <a16:creationId xmlns:a16="http://schemas.microsoft.com/office/drawing/2014/main" id="{2B99D0E8-EFA5-6506-9223-E4B12344A06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0160A261-A97C-1E30-5E8B-E130F63BFE5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DC7F85BD-2828-1091-4E55-05EC87AB219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8" name="Freeform 626">
                <a:extLst>
                  <a:ext uri="{FF2B5EF4-FFF2-40B4-BE49-F238E27FC236}">
                    <a16:creationId xmlns:a16="http://schemas.microsoft.com/office/drawing/2014/main" id="{00DABC00-396F-7494-D40F-929366F8968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89" name="Freeform 627">
                <a:extLst>
                  <a:ext uri="{FF2B5EF4-FFF2-40B4-BE49-F238E27FC236}">
                    <a16:creationId xmlns:a16="http://schemas.microsoft.com/office/drawing/2014/main" id="{BD20D891-9D81-B56E-FF75-FC1C5D565AA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90" name="Freeform 628">
                <a:extLst>
                  <a:ext uri="{FF2B5EF4-FFF2-40B4-BE49-F238E27FC236}">
                    <a16:creationId xmlns:a16="http://schemas.microsoft.com/office/drawing/2014/main" id="{1DB4D944-81D4-4C9A-3FFA-00D638EAF12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91" name="Freeform 629">
                <a:extLst>
                  <a:ext uri="{FF2B5EF4-FFF2-40B4-BE49-F238E27FC236}">
                    <a16:creationId xmlns:a16="http://schemas.microsoft.com/office/drawing/2014/main" id="{926A02EA-2B45-4218-0D0E-C09C118C9F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pic>
        <p:nvPicPr>
          <p:cNvPr id="292" name="Picture 653" descr="iphone_stylized_small">
            <a:extLst>
              <a:ext uri="{FF2B5EF4-FFF2-40B4-BE49-F238E27FC236}">
                <a16:creationId xmlns:a16="http://schemas.microsoft.com/office/drawing/2014/main" id="{E923AE87-B922-04B7-907A-80AC37DA9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179" y="2295019"/>
            <a:ext cx="102631" cy="24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3" name="Picture 1018" descr="laptop_keyboard">
            <a:extLst>
              <a:ext uri="{FF2B5EF4-FFF2-40B4-BE49-F238E27FC236}">
                <a16:creationId xmlns:a16="http://schemas.microsoft.com/office/drawing/2014/main" id="{D6DFC85B-CC05-5257-89D1-9B855116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98586" y="2811068"/>
            <a:ext cx="327916" cy="119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4" name="Freeform 1019">
            <a:extLst>
              <a:ext uri="{FF2B5EF4-FFF2-40B4-BE49-F238E27FC236}">
                <a16:creationId xmlns:a16="http://schemas.microsoft.com/office/drawing/2014/main" id="{D3107D7B-F73C-D41E-21A6-9181D1C0F783}"/>
              </a:ext>
            </a:extLst>
          </p:cNvPr>
          <p:cNvSpPr>
            <a:spLocks/>
          </p:cNvSpPr>
          <p:nvPr/>
        </p:nvSpPr>
        <p:spPr bwMode="auto">
          <a:xfrm>
            <a:off x="5707259" y="2694979"/>
            <a:ext cx="263939" cy="156125"/>
          </a:xfrm>
          <a:custGeom>
            <a:avLst/>
            <a:gdLst>
              <a:gd name="T0" fmla="*/ 775798119 w 2982"/>
              <a:gd name="T1" fmla="*/ 0 h 2442"/>
              <a:gd name="T2" fmla="*/ 0 w 2982"/>
              <a:gd name="T3" fmla="*/ 211226083 h 2442"/>
              <a:gd name="T4" fmla="*/ 2147483646 w 2982"/>
              <a:gd name="T5" fmla="*/ 263880059 h 2442"/>
              <a:gd name="T6" fmla="*/ 2147483646 w 2982"/>
              <a:gd name="T7" fmla="*/ 52653891 h 2442"/>
              <a:gd name="T8" fmla="*/ 775798119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5" name="Picture 1020" descr="screen">
            <a:extLst>
              <a:ext uri="{FF2B5EF4-FFF2-40B4-BE49-F238E27FC236}">
                <a16:creationId xmlns:a16="http://schemas.microsoft.com/office/drawing/2014/main" id="{4A48C4A8-289F-D4E6-8296-CF0C57B18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259" y="2698994"/>
            <a:ext cx="239839" cy="1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" name="Freeform 1021">
            <a:extLst>
              <a:ext uri="{FF2B5EF4-FFF2-40B4-BE49-F238E27FC236}">
                <a16:creationId xmlns:a16="http://schemas.microsoft.com/office/drawing/2014/main" id="{A4BD4489-972A-CBA5-0950-42A7A7EE83FA}"/>
              </a:ext>
            </a:extLst>
          </p:cNvPr>
          <p:cNvSpPr>
            <a:spLocks/>
          </p:cNvSpPr>
          <p:nvPr/>
        </p:nvSpPr>
        <p:spPr bwMode="auto">
          <a:xfrm>
            <a:off x="5755315" y="2690372"/>
            <a:ext cx="223625" cy="29052"/>
          </a:xfrm>
          <a:custGeom>
            <a:avLst/>
            <a:gdLst>
              <a:gd name="T0" fmla="*/ 193616298 w 2528"/>
              <a:gd name="T1" fmla="*/ 0 h 455"/>
              <a:gd name="T2" fmla="*/ 2147483646 w 2528"/>
              <a:gd name="T3" fmla="*/ 52445139 h 455"/>
              <a:gd name="T4" fmla="*/ 2147483646 w 2528"/>
              <a:gd name="T5" fmla="*/ 52445139 h 455"/>
              <a:gd name="T6" fmla="*/ 0 w 2528"/>
              <a:gd name="T7" fmla="*/ 52445139 h 455"/>
              <a:gd name="T8" fmla="*/ 193616298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7" name="Freeform 1022">
            <a:extLst>
              <a:ext uri="{FF2B5EF4-FFF2-40B4-BE49-F238E27FC236}">
                <a16:creationId xmlns:a16="http://schemas.microsoft.com/office/drawing/2014/main" id="{A5934A66-9A22-2AB5-FFAB-B2AA1159AAA5}"/>
              </a:ext>
            </a:extLst>
          </p:cNvPr>
          <p:cNvSpPr>
            <a:spLocks/>
          </p:cNvSpPr>
          <p:nvPr/>
        </p:nvSpPr>
        <p:spPr bwMode="auto">
          <a:xfrm>
            <a:off x="5704921" y="2690137"/>
            <a:ext cx="62078" cy="120932"/>
          </a:xfrm>
          <a:custGeom>
            <a:avLst/>
            <a:gdLst>
              <a:gd name="T0" fmla="*/ 773664160 w 702"/>
              <a:gd name="T1" fmla="*/ 0 h 1893"/>
              <a:gd name="T2" fmla="*/ 0 w 702"/>
              <a:gd name="T3" fmla="*/ 210739916 h 1893"/>
              <a:gd name="T4" fmla="*/ 193416040 w 702"/>
              <a:gd name="T5" fmla="*/ 210739916 h 1893"/>
              <a:gd name="T6" fmla="*/ 967080200 w 702"/>
              <a:gd name="T7" fmla="*/ 52529017 h 1893"/>
              <a:gd name="T8" fmla="*/ 773664160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8" name="Freeform 1023">
            <a:extLst>
              <a:ext uri="{FF2B5EF4-FFF2-40B4-BE49-F238E27FC236}">
                <a16:creationId xmlns:a16="http://schemas.microsoft.com/office/drawing/2014/main" id="{2D3467D3-C5E0-54C2-4B44-D5FC0EA402EF}"/>
              </a:ext>
            </a:extLst>
          </p:cNvPr>
          <p:cNvSpPr>
            <a:spLocks/>
          </p:cNvSpPr>
          <p:nvPr/>
        </p:nvSpPr>
        <p:spPr bwMode="auto">
          <a:xfrm>
            <a:off x="5910435" y="2711748"/>
            <a:ext cx="66898" cy="139592"/>
          </a:xfrm>
          <a:custGeom>
            <a:avLst/>
            <a:gdLst>
              <a:gd name="T0" fmla="*/ 969024527 w 756"/>
              <a:gd name="T1" fmla="*/ 0 h 2184"/>
              <a:gd name="T2" fmla="*/ 193802074 w 756"/>
              <a:gd name="T3" fmla="*/ 263660221 h 2184"/>
              <a:gd name="T4" fmla="*/ 0 w 756"/>
              <a:gd name="T5" fmla="*/ 263660221 h 2184"/>
              <a:gd name="T6" fmla="*/ 775222454 w 756"/>
              <a:gd name="T7" fmla="*/ 52610059 h 2184"/>
              <a:gd name="T8" fmla="*/ 9690245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9" name="Freeform 1024">
            <a:extLst>
              <a:ext uri="{FF2B5EF4-FFF2-40B4-BE49-F238E27FC236}">
                <a16:creationId xmlns:a16="http://schemas.microsoft.com/office/drawing/2014/main" id="{8EF59AEB-92DC-83FC-1D8A-F80202D3EB8A}"/>
              </a:ext>
            </a:extLst>
          </p:cNvPr>
          <p:cNvSpPr>
            <a:spLocks/>
          </p:cNvSpPr>
          <p:nvPr/>
        </p:nvSpPr>
        <p:spPr bwMode="auto">
          <a:xfrm>
            <a:off x="5704191" y="2804927"/>
            <a:ext cx="245389" cy="47121"/>
          </a:xfrm>
          <a:custGeom>
            <a:avLst/>
            <a:gdLst>
              <a:gd name="T0" fmla="*/ 193829444 w 2773"/>
              <a:gd name="T1" fmla="*/ 0 h 738"/>
              <a:gd name="T2" fmla="*/ 0 w 2773"/>
              <a:gd name="T3" fmla="*/ 52443587 h 738"/>
              <a:gd name="T4" fmla="*/ 2147483646 w 2773"/>
              <a:gd name="T5" fmla="*/ 104894411 h 738"/>
              <a:gd name="T6" fmla="*/ 2147483646 w 2773"/>
              <a:gd name="T7" fmla="*/ 52443587 h 738"/>
              <a:gd name="T8" fmla="*/ 193829444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0" name="Freeform 1025">
            <a:extLst>
              <a:ext uri="{FF2B5EF4-FFF2-40B4-BE49-F238E27FC236}">
                <a16:creationId xmlns:a16="http://schemas.microsoft.com/office/drawing/2014/main" id="{E23D1D25-AEFD-38FF-C3DF-B78B7CD3A11B}"/>
              </a:ext>
            </a:extLst>
          </p:cNvPr>
          <p:cNvSpPr>
            <a:spLocks/>
          </p:cNvSpPr>
          <p:nvPr/>
        </p:nvSpPr>
        <p:spPr bwMode="auto">
          <a:xfrm>
            <a:off x="5917884" y="2712929"/>
            <a:ext cx="62662" cy="140182"/>
          </a:xfrm>
          <a:custGeom>
            <a:avLst/>
            <a:gdLst>
              <a:gd name="T0" fmla="*/ 2147483646 w 637"/>
              <a:gd name="T1" fmla="*/ 0 h 1659"/>
              <a:gd name="T2" fmla="*/ 2147483646 w 637"/>
              <a:gd name="T3" fmla="*/ 0 h 1659"/>
              <a:gd name="T4" fmla="*/ 295581541 w 637"/>
              <a:gd name="T5" fmla="*/ 2147483646 h 1659"/>
              <a:gd name="T6" fmla="*/ 0 w 637"/>
              <a:gd name="T7" fmla="*/ 2147483646 h 1659"/>
              <a:gd name="T8" fmla="*/ 214748364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1" name="Freeform 1026">
            <a:extLst>
              <a:ext uri="{FF2B5EF4-FFF2-40B4-BE49-F238E27FC236}">
                <a16:creationId xmlns:a16="http://schemas.microsoft.com/office/drawing/2014/main" id="{8B002C22-9266-AEBB-9905-3B767FA30093}"/>
              </a:ext>
            </a:extLst>
          </p:cNvPr>
          <p:cNvSpPr>
            <a:spLocks/>
          </p:cNvSpPr>
          <p:nvPr/>
        </p:nvSpPr>
        <p:spPr bwMode="auto">
          <a:xfrm>
            <a:off x="5704483" y="2811186"/>
            <a:ext cx="218221" cy="46531"/>
          </a:xfrm>
          <a:custGeom>
            <a:avLst/>
            <a:gdLst>
              <a:gd name="T0" fmla="*/ 0 w 2216"/>
              <a:gd name="T1" fmla="*/ 0 h 550"/>
              <a:gd name="T2" fmla="*/ 296523134 w 2216"/>
              <a:gd name="T3" fmla="*/ 324379338 h 550"/>
              <a:gd name="T4" fmla="*/ 2147483646 w 2216"/>
              <a:gd name="T5" fmla="*/ 2147483646 h 550"/>
              <a:gd name="T6" fmla="*/ 2147483646 w 2216"/>
              <a:gd name="T7" fmla="*/ 2147483646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02" name="Group 1027">
            <a:extLst>
              <a:ext uri="{FF2B5EF4-FFF2-40B4-BE49-F238E27FC236}">
                <a16:creationId xmlns:a16="http://schemas.microsoft.com/office/drawing/2014/main" id="{19B71702-80C5-67CE-8E5D-D151708B9CA5}"/>
              </a:ext>
            </a:extLst>
          </p:cNvPr>
          <p:cNvGrpSpPr>
            <a:grpSpLocks/>
          </p:cNvGrpSpPr>
          <p:nvPr/>
        </p:nvGrpSpPr>
        <p:grpSpPr bwMode="auto">
          <a:xfrm>
            <a:off x="5700832" y="2860905"/>
            <a:ext cx="74055" cy="27635"/>
            <a:chOff x="1740" y="2642"/>
            <a:chExt cx="752" cy="327"/>
          </a:xfrm>
        </p:grpSpPr>
        <p:sp>
          <p:nvSpPr>
            <p:cNvPr id="303" name="Freeform 1028">
              <a:extLst>
                <a:ext uri="{FF2B5EF4-FFF2-40B4-BE49-F238E27FC236}">
                  <a16:creationId xmlns:a16="http://schemas.microsoft.com/office/drawing/2014/main" id="{2B4E89EA-3776-269A-754E-2EE2BC53A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4" name="Freeform 1029">
              <a:extLst>
                <a:ext uri="{FF2B5EF4-FFF2-40B4-BE49-F238E27FC236}">
                  <a16:creationId xmlns:a16="http://schemas.microsoft.com/office/drawing/2014/main" id="{A0264899-F2B4-5CCC-9E75-128ACFA82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5" name="Freeform 1030">
              <a:extLst>
                <a:ext uri="{FF2B5EF4-FFF2-40B4-BE49-F238E27FC236}">
                  <a16:creationId xmlns:a16="http://schemas.microsoft.com/office/drawing/2014/main" id="{D9712A96-D868-7082-39EB-7D51F5528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6" name="Freeform 1031">
              <a:extLst>
                <a:ext uri="{FF2B5EF4-FFF2-40B4-BE49-F238E27FC236}">
                  <a16:creationId xmlns:a16="http://schemas.microsoft.com/office/drawing/2014/main" id="{4933058F-C913-842C-B3AC-2CCDE4376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7" name="Freeform 1032">
              <a:extLst>
                <a:ext uri="{FF2B5EF4-FFF2-40B4-BE49-F238E27FC236}">
                  <a16:creationId xmlns:a16="http://schemas.microsoft.com/office/drawing/2014/main" id="{270421D5-2AF1-5E3F-C6DB-5A5E84142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8" name="Freeform 1033">
              <a:extLst>
                <a:ext uri="{FF2B5EF4-FFF2-40B4-BE49-F238E27FC236}">
                  <a16:creationId xmlns:a16="http://schemas.microsoft.com/office/drawing/2014/main" id="{E1C145B7-E13B-B1A8-8ABB-03EC8AE0F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09" name="Freeform 1034">
            <a:extLst>
              <a:ext uri="{FF2B5EF4-FFF2-40B4-BE49-F238E27FC236}">
                <a16:creationId xmlns:a16="http://schemas.microsoft.com/office/drawing/2014/main" id="{23CDE633-321F-8163-EE92-17C226232DDA}"/>
              </a:ext>
            </a:extLst>
          </p:cNvPr>
          <p:cNvSpPr>
            <a:spLocks/>
          </p:cNvSpPr>
          <p:nvPr/>
        </p:nvSpPr>
        <p:spPr bwMode="auto">
          <a:xfrm>
            <a:off x="5827615" y="2865038"/>
            <a:ext cx="89684" cy="60702"/>
          </a:xfrm>
          <a:custGeom>
            <a:avLst/>
            <a:gdLst>
              <a:gd name="T0" fmla="*/ 213221464 w 990"/>
              <a:gd name="T1" fmla="*/ 1090686587 h 792"/>
              <a:gd name="T2" fmla="*/ 1915477586 w 990"/>
              <a:gd name="T3" fmla="*/ 0 h 792"/>
              <a:gd name="T4" fmla="*/ 1915477586 w 990"/>
              <a:gd name="T5" fmla="*/ 108859840 h 792"/>
              <a:gd name="T6" fmla="*/ 0 w 990"/>
              <a:gd name="T7" fmla="*/ 1090686587 h 792"/>
              <a:gd name="T8" fmla="*/ 213221464 w 990"/>
              <a:gd name="T9" fmla="*/ 109068658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0" name="Freeform 1035">
            <a:extLst>
              <a:ext uri="{FF2B5EF4-FFF2-40B4-BE49-F238E27FC236}">
                <a16:creationId xmlns:a16="http://schemas.microsoft.com/office/drawing/2014/main" id="{E0513351-ED87-07C5-78BE-B225A4A9894D}"/>
              </a:ext>
            </a:extLst>
          </p:cNvPr>
          <p:cNvSpPr>
            <a:spLocks/>
          </p:cNvSpPr>
          <p:nvPr/>
        </p:nvSpPr>
        <p:spPr bwMode="auto">
          <a:xfrm>
            <a:off x="5598732" y="2869880"/>
            <a:ext cx="229468" cy="55388"/>
          </a:xfrm>
          <a:custGeom>
            <a:avLst/>
            <a:gdLst>
              <a:gd name="T0" fmla="*/ 213486572 w 2532"/>
              <a:gd name="T1" fmla="*/ 0 h 723"/>
              <a:gd name="T2" fmla="*/ 213486572 w 2532"/>
              <a:gd name="T3" fmla="*/ 0 h 723"/>
              <a:gd name="T4" fmla="*/ 2147483646 w 2532"/>
              <a:gd name="T5" fmla="*/ 979380008 h 723"/>
              <a:gd name="T6" fmla="*/ 2147483646 w 2532"/>
              <a:gd name="T7" fmla="*/ 1088085165 h 723"/>
              <a:gd name="T8" fmla="*/ 0 w 2532"/>
              <a:gd name="T9" fmla="*/ 108705259 h 723"/>
              <a:gd name="T10" fmla="*/ 21348657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1" name="Freeform 1036">
            <a:extLst>
              <a:ext uri="{FF2B5EF4-FFF2-40B4-BE49-F238E27FC236}">
                <a16:creationId xmlns:a16="http://schemas.microsoft.com/office/drawing/2014/main" id="{17B52CC7-AFA5-E598-FC37-D923C13E9F71}"/>
              </a:ext>
            </a:extLst>
          </p:cNvPr>
          <p:cNvSpPr>
            <a:spLocks/>
          </p:cNvSpPr>
          <p:nvPr/>
        </p:nvSpPr>
        <p:spPr bwMode="auto">
          <a:xfrm>
            <a:off x="5598879" y="2859724"/>
            <a:ext cx="2483" cy="11219"/>
          </a:xfrm>
          <a:custGeom>
            <a:avLst/>
            <a:gdLst>
              <a:gd name="T0" fmla="*/ 262278191 w 26"/>
              <a:gd name="T1" fmla="*/ 107489981 h 147"/>
              <a:gd name="T2" fmla="*/ 262278191 w 26"/>
              <a:gd name="T3" fmla="*/ 214969480 h 147"/>
              <a:gd name="T4" fmla="*/ 0 w 26"/>
              <a:gd name="T5" fmla="*/ 214969480 h 147"/>
              <a:gd name="T6" fmla="*/ 262278191 w 26"/>
              <a:gd name="T7" fmla="*/ 0 h 147"/>
              <a:gd name="T8" fmla="*/ 262278191 w 26"/>
              <a:gd name="T9" fmla="*/ 10748998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2" name="Freeform 1037">
            <a:extLst>
              <a:ext uri="{FF2B5EF4-FFF2-40B4-BE49-F238E27FC236}">
                <a16:creationId xmlns:a16="http://schemas.microsoft.com/office/drawing/2014/main" id="{07006444-2C45-FE2E-6EF0-633B49A9EF4D}"/>
              </a:ext>
            </a:extLst>
          </p:cNvPr>
          <p:cNvSpPr>
            <a:spLocks/>
          </p:cNvSpPr>
          <p:nvPr/>
        </p:nvSpPr>
        <p:spPr bwMode="auto">
          <a:xfrm>
            <a:off x="5599024" y="2814021"/>
            <a:ext cx="106628" cy="46412"/>
          </a:xfrm>
          <a:custGeom>
            <a:avLst/>
            <a:gdLst>
              <a:gd name="T0" fmla="*/ 2136125890 w 1176"/>
              <a:gd name="T1" fmla="*/ 0 h 606"/>
              <a:gd name="T2" fmla="*/ 0 w 1176"/>
              <a:gd name="T3" fmla="*/ 870000945 h 606"/>
              <a:gd name="T4" fmla="*/ 213789467 w 1176"/>
              <a:gd name="T5" fmla="*/ 870000945 h 606"/>
              <a:gd name="T6" fmla="*/ 2136125890 w 1176"/>
              <a:gd name="T7" fmla="*/ 108617123 h 606"/>
              <a:gd name="T8" fmla="*/ 2136125890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3" name="Freeform 1038">
            <a:extLst>
              <a:ext uri="{FF2B5EF4-FFF2-40B4-BE49-F238E27FC236}">
                <a16:creationId xmlns:a16="http://schemas.microsoft.com/office/drawing/2014/main" id="{330C11D2-E5FB-5066-0CB5-8029B000C0AF}"/>
              </a:ext>
            </a:extLst>
          </p:cNvPr>
          <p:cNvSpPr>
            <a:spLocks/>
          </p:cNvSpPr>
          <p:nvPr/>
        </p:nvSpPr>
        <p:spPr bwMode="auto">
          <a:xfrm>
            <a:off x="5606182" y="2862086"/>
            <a:ext cx="217637" cy="53262"/>
          </a:xfrm>
          <a:custGeom>
            <a:avLst/>
            <a:gdLst>
              <a:gd name="T0" fmla="*/ 173112702 w 2532"/>
              <a:gd name="T1" fmla="*/ 0 h 723"/>
              <a:gd name="T2" fmla="*/ 173112702 w 2532"/>
              <a:gd name="T3" fmla="*/ 0 h 723"/>
              <a:gd name="T4" fmla="*/ 2069773885 w 2532"/>
              <a:gd name="T5" fmla="*/ 558173482 h 723"/>
              <a:gd name="T6" fmla="*/ 2069773885 w 2532"/>
              <a:gd name="T7" fmla="*/ 558173482 h 723"/>
              <a:gd name="T8" fmla="*/ 0 w 2532"/>
              <a:gd name="T9" fmla="*/ 92871346 h 723"/>
              <a:gd name="T10" fmla="*/ 173112702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4" name="Freeform 1039">
            <a:extLst>
              <a:ext uri="{FF2B5EF4-FFF2-40B4-BE49-F238E27FC236}">
                <a16:creationId xmlns:a16="http://schemas.microsoft.com/office/drawing/2014/main" id="{8948C11F-E838-A6E5-3122-3E93B63B8ECE}"/>
              </a:ext>
            </a:extLst>
          </p:cNvPr>
          <p:cNvSpPr>
            <a:spLocks/>
          </p:cNvSpPr>
          <p:nvPr/>
        </p:nvSpPr>
        <p:spPr bwMode="auto">
          <a:xfrm flipV="1">
            <a:off x="5823526" y="2858308"/>
            <a:ext cx="88808" cy="55151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62694895 h 723"/>
              <a:gd name="T6" fmla="*/ 0 w 2532"/>
              <a:gd name="T7" fmla="*/ 962694895 h 723"/>
              <a:gd name="T8" fmla="*/ 0 w 2532"/>
              <a:gd name="T9" fmla="*/ 107314314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5" name="Picture 568" descr="light2.png">
            <a:extLst>
              <a:ext uri="{FF2B5EF4-FFF2-40B4-BE49-F238E27FC236}">
                <a16:creationId xmlns:a16="http://schemas.microsoft.com/office/drawing/2014/main" id="{C1C96DDD-1B2C-4CB5-1AE0-A3F7F0FE6C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23750" y="2651467"/>
            <a:ext cx="69579" cy="30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6" name="Picture 603" descr="car_icon_small">
            <a:extLst>
              <a:ext uri="{FF2B5EF4-FFF2-40B4-BE49-F238E27FC236}">
                <a16:creationId xmlns:a16="http://schemas.microsoft.com/office/drawing/2014/main" id="{10D3297D-340F-08A3-C6AA-2C071A621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654" y="2444969"/>
            <a:ext cx="636984" cy="12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" name="Picture 1116" descr="laptop_keyboard">
            <a:extLst>
              <a:ext uri="{FF2B5EF4-FFF2-40B4-BE49-F238E27FC236}">
                <a16:creationId xmlns:a16="http://schemas.microsoft.com/office/drawing/2014/main" id="{60A6B215-4542-CA2C-7DEF-F2C970A6E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632782" y="3561157"/>
            <a:ext cx="215024" cy="89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" name="Freeform 1117">
            <a:extLst>
              <a:ext uri="{FF2B5EF4-FFF2-40B4-BE49-F238E27FC236}">
                <a16:creationId xmlns:a16="http://schemas.microsoft.com/office/drawing/2014/main" id="{A724CC2A-87BF-F3BA-0DDF-0019B10E9318}"/>
              </a:ext>
            </a:extLst>
          </p:cNvPr>
          <p:cNvSpPr>
            <a:spLocks/>
          </p:cNvSpPr>
          <p:nvPr/>
        </p:nvSpPr>
        <p:spPr bwMode="auto">
          <a:xfrm>
            <a:off x="5704041" y="3474225"/>
            <a:ext cx="173073" cy="116912"/>
          </a:xfrm>
          <a:custGeom>
            <a:avLst/>
            <a:gdLst>
              <a:gd name="T0" fmla="*/ 143665061 w 2982"/>
              <a:gd name="T1" fmla="*/ 0 h 2442"/>
              <a:gd name="T2" fmla="*/ 0 w 2982"/>
              <a:gd name="T3" fmla="*/ 66329557 h 2442"/>
              <a:gd name="T4" fmla="*/ 573719931 w 2982"/>
              <a:gd name="T5" fmla="*/ 82975142 h 2442"/>
              <a:gd name="T6" fmla="*/ 717384993 w 2982"/>
              <a:gd name="T7" fmla="*/ 16645585 h 2442"/>
              <a:gd name="T8" fmla="*/ 14366506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9" name="Picture 1118" descr="screen">
            <a:extLst>
              <a:ext uri="{FF2B5EF4-FFF2-40B4-BE49-F238E27FC236}">
                <a16:creationId xmlns:a16="http://schemas.microsoft.com/office/drawing/2014/main" id="{3701D5AC-7BD7-F5AA-8129-6B9E6013F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566" y="3477232"/>
            <a:ext cx="157269" cy="1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0" name="Freeform 1119">
            <a:extLst>
              <a:ext uri="{FF2B5EF4-FFF2-40B4-BE49-F238E27FC236}">
                <a16:creationId xmlns:a16="http://schemas.microsoft.com/office/drawing/2014/main" id="{F83A7ADF-095D-210F-8FE8-5CF1A24BCC7D}"/>
              </a:ext>
            </a:extLst>
          </p:cNvPr>
          <p:cNvSpPr>
            <a:spLocks/>
          </p:cNvSpPr>
          <p:nvPr/>
        </p:nvSpPr>
        <p:spPr bwMode="auto">
          <a:xfrm>
            <a:off x="5735553" y="3470776"/>
            <a:ext cx="146638" cy="21755"/>
          </a:xfrm>
          <a:custGeom>
            <a:avLst/>
            <a:gdLst>
              <a:gd name="T0" fmla="*/ 35620212 w 2528"/>
              <a:gd name="T1" fmla="*/ 0 h 455"/>
              <a:gd name="T2" fmla="*/ 608343257 w 2528"/>
              <a:gd name="T3" fmla="*/ 16582250 h 455"/>
              <a:gd name="T4" fmla="*/ 572256449 w 2528"/>
              <a:gd name="T5" fmla="*/ 16582250 h 455"/>
              <a:gd name="T6" fmla="*/ 0 w 2528"/>
              <a:gd name="T7" fmla="*/ 16582250 h 455"/>
              <a:gd name="T8" fmla="*/ 35620212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1" name="Freeform 1120">
            <a:extLst>
              <a:ext uri="{FF2B5EF4-FFF2-40B4-BE49-F238E27FC236}">
                <a16:creationId xmlns:a16="http://schemas.microsoft.com/office/drawing/2014/main" id="{FA8E746D-60BB-4412-DA1C-54F07E52A273}"/>
              </a:ext>
            </a:extLst>
          </p:cNvPr>
          <p:cNvSpPr>
            <a:spLocks/>
          </p:cNvSpPr>
          <p:nvPr/>
        </p:nvSpPr>
        <p:spPr bwMode="auto">
          <a:xfrm>
            <a:off x="5702509" y="3470599"/>
            <a:ext cx="40706" cy="90559"/>
          </a:xfrm>
          <a:custGeom>
            <a:avLst/>
            <a:gdLst>
              <a:gd name="T0" fmla="*/ 142804406 w 702"/>
              <a:gd name="T1" fmla="*/ 0 h 1893"/>
              <a:gd name="T2" fmla="*/ 0 w 702"/>
              <a:gd name="T3" fmla="*/ 66174575 h 1893"/>
              <a:gd name="T4" fmla="*/ 35584530 w 702"/>
              <a:gd name="T5" fmla="*/ 66174575 h 1893"/>
              <a:gd name="T6" fmla="*/ 178855222 w 702"/>
              <a:gd name="T7" fmla="*/ 16607700 h 1893"/>
              <a:gd name="T8" fmla="*/ 142804406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2" name="Freeform 1121">
            <a:extLst>
              <a:ext uri="{FF2B5EF4-FFF2-40B4-BE49-F238E27FC236}">
                <a16:creationId xmlns:a16="http://schemas.microsoft.com/office/drawing/2014/main" id="{61F16B62-80F3-D3BF-C205-FCD403140781}"/>
              </a:ext>
            </a:extLst>
          </p:cNvPr>
          <p:cNvSpPr>
            <a:spLocks/>
          </p:cNvSpPr>
          <p:nvPr/>
        </p:nvSpPr>
        <p:spPr bwMode="auto">
          <a:xfrm>
            <a:off x="5837270" y="3486783"/>
            <a:ext cx="43867" cy="104531"/>
          </a:xfrm>
          <a:custGeom>
            <a:avLst/>
            <a:gdLst>
              <a:gd name="T0" fmla="*/ 179213623 w 756"/>
              <a:gd name="T1" fmla="*/ 0 h 2184"/>
              <a:gd name="T2" fmla="*/ 35656008 w 756"/>
              <a:gd name="T3" fmla="*/ 82904513 h 2184"/>
              <a:gd name="T4" fmla="*/ 0 w 756"/>
              <a:gd name="T5" fmla="*/ 82904513 h 2184"/>
              <a:gd name="T6" fmla="*/ 143090785 w 756"/>
              <a:gd name="T7" fmla="*/ 16632211 h 2184"/>
              <a:gd name="T8" fmla="*/ 179213623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3" name="Freeform 1122">
            <a:extLst>
              <a:ext uri="{FF2B5EF4-FFF2-40B4-BE49-F238E27FC236}">
                <a16:creationId xmlns:a16="http://schemas.microsoft.com/office/drawing/2014/main" id="{74881BA0-78D8-6326-8436-67AFEDF90D36}"/>
              </a:ext>
            </a:extLst>
          </p:cNvPr>
          <p:cNvSpPr>
            <a:spLocks/>
          </p:cNvSpPr>
          <p:nvPr/>
        </p:nvSpPr>
        <p:spPr bwMode="auto">
          <a:xfrm>
            <a:off x="5702030" y="3556559"/>
            <a:ext cx="160909" cy="35286"/>
          </a:xfrm>
          <a:custGeom>
            <a:avLst/>
            <a:gdLst>
              <a:gd name="T0" fmla="*/ 35658648 w 2773"/>
              <a:gd name="T1" fmla="*/ 0 h 738"/>
              <a:gd name="T2" fmla="*/ 0 w 2773"/>
              <a:gd name="T3" fmla="*/ 16581742 h 738"/>
              <a:gd name="T4" fmla="*/ 573357470 w 2773"/>
              <a:gd name="T5" fmla="*/ 33163485 h 738"/>
              <a:gd name="T6" fmla="*/ 573357470 w 2773"/>
              <a:gd name="T7" fmla="*/ 16581742 h 738"/>
              <a:gd name="T8" fmla="*/ 3565864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4" name="Freeform 1123">
            <a:extLst>
              <a:ext uri="{FF2B5EF4-FFF2-40B4-BE49-F238E27FC236}">
                <a16:creationId xmlns:a16="http://schemas.microsoft.com/office/drawing/2014/main" id="{54D7553C-CEC6-59BD-F48D-0856FB15C701}"/>
              </a:ext>
            </a:extLst>
          </p:cNvPr>
          <p:cNvSpPr>
            <a:spLocks/>
          </p:cNvSpPr>
          <p:nvPr/>
        </p:nvSpPr>
        <p:spPr bwMode="auto">
          <a:xfrm>
            <a:off x="5842154" y="3487667"/>
            <a:ext cx="41090" cy="104974"/>
          </a:xfrm>
          <a:custGeom>
            <a:avLst/>
            <a:gdLst>
              <a:gd name="T0" fmla="*/ 656550006 w 637"/>
              <a:gd name="T1" fmla="*/ 0 h 1659"/>
              <a:gd name="T2" fmla="*/ 656550006 w 637"/>
              <a:gd name="T3" fmla="*/ 0 h 1659"/>
              <a:gd name="T4" fmla="*/ 54716163 w 637"/>
              <a:gd name="T5" fmla="*/ 2147483646 h 1659"/>
              <a:gd name="T6" fmla="*/ 0 w 637"/>
              <a:gd name="T7" fmla="*/ 2147483646 h 1659"/>
              <a:gd name="T8" fmla="*/ 656550006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5" name="Freeform 1124">
            <a:extLst>
              <a:ext uri="{FF2B5EF4-FFF2-40B4-BE49-F238E27FC236}">
                <a16:creationId xmlns:a16="http://schemas.microsoft.com/office/drawing/2014/main" id="{82909E1D-576D-73A0-9EF9-BB745790EF28}"/>
              </a:ext>
            </a:extLst>
          </p:cNvPr>
          <p:cNvSpPr>
            <a:spLocks/>
          </p:cNvSpPr>
          <p:nvPr/>
        </p:nvSpPr>
        <p:spPr bwMode="auto">
          <a:xfrm>
            <a:off x="5702222" y="3561245"/>
            <a:ext cx="143094" cy="34844"/>
          </a:xfrm>
          <a:custGeom>
            <a:avLst/>
            <a:gdLst>
              <a:gd name="T0" fmla="*/ 0 w 2216"/>
              <a:gd name="T1" fmla="*/ 0 h 550"/>
              <a:gd name="T2" fmla="*/ 54884212 w 2216"/>
              <a:gd name="T3" fmla="*/ 101852492 h 550"/>
              <a:gd name="T4" fmla="*/ 2147483646 w 2216"/>
              <a:gd name="T5" fmla="*/ 1017940055 h 550"/>
              <a:gd name="T6" fmla="*/ 2147483646 w 2216"/>
              <a:gd name="T7" fmla="*/ 86546456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26" name="Group 1125">
            <a:extLst>
              <a:ext uri="{FF2B5EF4-FFF2-40B4-BE49-F238E27FC236}">
                <a16:creationId xmlns:a16="http://schemas.microsoft.com/office/drawing/2014/main" id="{961220D9-BE1F-BFD6-54FB-C461DCF693FE}"/>
              </a:ext>
            </a:extLst>
          </p:cNvPr>
          <p:cNvGrpSpPr>
            <a:grpSpLocks/>
          </p:cNvGrpSpPr>
          <p:nvPr/>
        </p:nvGrpSpPr>
        <p:grpSpPr bwMode="auto">
          <a:xfrm>
            <a:off x="5699827" y="3598477"/>
            <a:ext cx="48560" cy="20694"/>
            <a:chOff x="1740" y="2642"/>
            <a:chExt cx="752" cy="327"/>
          </a:xfrm>
        </p:grpSpPr>
        <p:sp>
          <p:nvSpPr>
            <p:cNvPr id="327" name="Freeform 1126">
              <a:extLst>
                <a:ext uri="{FF2B5EF4-FFF2-40B4-BE49-F238E27FC236}">
                  <a16:creationId xmlns:a16="http://schemas.microsoft.com/office/drawing/2014/main" id="{73FA6CD3-1936-EF29-537F-AD9E11D0C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8" name="Freeform 1127">
              <a:extLst>
                <a:ext uri="{FF2B5EF4-FFF2-40B4-BE49-F238E27FC236}">
                  <a16:creationId xmlns:a16="http://schemas.microsoft.com/office/drawing/2014/main" id="{FFC40196-326C-7A97-F63A-CB125A74E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9" name="Freeform 1128">
              <a:extLst>
                <a:ext uri="{FF2B5EF4-FFF2-40B4-BE49-F238E27FC236}">
                  <a16:creationId xmlns:a16="http://schemas.microsoft.com/office/drawing/2014/main" id="{F01F974A-5656-17CD-F639-8A96B4D81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0" name="Freeform 1129">
              <a:extLst>
                <a:ext uri="{FF2B5EF4-FFF2-40B4-BE49-F238E27FC236}">
                  <a16:creationId xmlns:a16="http://schemas.microsoft.com/office/drawing/2014/main" id="{0EA4E3C2-7880-CC3D-9A1C-923636BB9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1" name="Freeform 1130">
              <a:extLst>
                <a:ext uri="{FF2B5EF4-FFF2-40B4-BE49-F238E27FC236}">
                  <a16:creationId xmlns:a16="http://schemas.microsoft.com/office/drawing/2014/main" id="{2774D0FE-2CCE-5734-3E79-CF29B415A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2" name="Freeform 1131">
              <a:extLst>
                <a:ext uri="{FF2B5EF4-FFF2-40B4-BE49-F238E27FC236}">
                  <a16:creationId xmlns:a16="http://schemas.microsoft.com/office/drawing/2014/main" id="{2955AFDA-56E2-0FF5-0E15-CB0CA521B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33" name="Freeform 1132">
            <a:extLst>
              <a:ext uri="{FF2B5EF4-FFF2-40B4-BE49-F238E27FC236}">
                <a16:creationId xmlns:a16="http://schemas.microsoft.com/office/drawing/2014/main" id="{CB03B922-320A-47B4-8C8E-73B9CBB6442A}"/>
              </a:ext>
            </a:extLst>
          </p:cNvPr>
          <p:cNvSpPr>
            <a:spLocks/>
          </p:cNvSpPr>
          <p:nvPr/>
        </p:nvSpPr>
        <p:spPr bwMode="auto">
          <a:xfrm>
            <a:off x="5782963" y="3601572"/>
            <a:ext cx="58808" cy="45456"/>
          </a:xfrm>
          <a:custGeom>
            <a:avLst/>
            <a:gdLst>
              <a:gd name="T0" fmla="*/ 39250883 w 990"/>
              <a:gd name="T1" fmla="*/ 342828616 h 792"/>
              <a:gd name="T2" fmla="*/ 354255671 w 990"/>
              <a:gd name="T3" fmla="*/ 0 h 792"/>
              <a:gd name="T4" fmla="*/ 354255671 w 990"/>
              <a:gd name="T5" fmla="*/ 34504242 h 792"/>
              <a:gd name="T6" fmla="*/ 0 w 990"/>
              <a:gd name="T7" fmla="*/ 342828616 h 792"/>
              <a:gd name="T8" fmla="*/ 39250883 w 990"/>
              <a:gd name="T9" fmla="*/ 342828616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4" name="Freeform 1133">
            <a:extLst>
              <a:ext uri="{FF2B5EF4-FFF2-40B4-BE49-F238E27FC236}">
                <a16:creationId xmlns:a16="http://schemas.microsoft.com/office/drawing/2014/main" id="{0DF2457E-F507-A047-D363-121D269AED99}"/>
              </a:ext>
            </a:extLst>
          </p:cNvPr>
          <p:cNvSpPr>
            <a:spLocks/>
          </p:cNvSpPr>
          <p:nvPr/>
        </p:nvSpPr>
        <p:spPr bwMode="auto">
          <a:xfrm>
            <a:off x="5632878" y="3605198"/>
            <a:ext cx="150469" cy="41477"/>
          </a:xfrm>
          <a:custGeom>
            <a:avLst/>
            <a:gdLst>
              <a:gd name="T0" fmla="*/ 39302216 w 2532"/>
              <a:gd name="T1" fmla="*/ 0 h 723"/>
              <a:gd name="T2" fmla="*/ 39302216 w 2532"/>
              <a:gd name="T3" fmla="*/ 0 h 723"/>
              <a:gd name="T4" fmla="*/ 867084690 w 2532"/>
              <a:gd name="T5" fmla="*/ 307891170 h 723"/>
              <a:gd name="T6" fmla="*/ 867084690 w 2532"/>
              <a:gd name="T7" fmla="*/ 342351506 h 723"/>
              <a:gd name="T8" fmla="*/ 0 w 2532"/>
              <a:gd name="T9" fmla="*/ 34009889 h 723"/>
              <a:gd name="T10" fmla="*/ 393022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5" name="Freeform 1134">
            <a:extLst>
              <a:ext uri="{FF2B5EF4-FFF2-40B4-BE49-F238E27FC236}">
                <a16:creationId xmlns:a16="http://schemas.microsoft.com/office/drawing/2014/main" id="{C60BBCF6-84C1-FF5C-6087-83287FEAE1AA}"/>
              </a:ext>
            </a:extLst>
          </p:cNvPr>
          <p:cNvSpPr>
            <a:spLocks/>
          </p:cNvSpPr>
          <p:nvPr/>
        </p:nvSpPr>
        <p:spPr bwMode="auto">
          <a:xfrm>
            <a:off x="5632974" y="3597592"/>
            <a:ext cx="1628" cy="8402"/>
          </a:xfrm>
          <a:custGeom>
            <a:avLst/>
            <a:gdLst>
              <a:gd name="T0" fmla="*/ 48903362 w 26"/>
              <a:gd name="T1" fmla="*/ 33634500 h 147"/>
              <a:gd name="T2" fmla="*/ 48903362 w 26"/>
              <a:gd name="T3" fmla="*/ 67263209 h 147"/>
              <a:gd name="T4" fmla="*/ 0 w 26"/>
              <a:gd name="T5" fmla="*/ 67263209 h 147"/>
              <a:gd name="T6" fmla="*/ 48903362 w 26"/>
              <a:gd name="T7" fmla="*/ 0 h 147"/>
              <a:gd name="T8" fmla="*/ 48903362 w 26"/>
              <a:gd name="T9" fmla="*/ 33634500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6" name="Freeform 1135">
            <a:extLst>
              <a:ext uri="{FF2B5EF4-FFF2-40B4-BE49-F238E27FC236}">
                <a16:creationId xmlns:a16="http://schemas.microsoft.com/office/drawing/2014/main" id="{2BC227A2-9096-87D8-8F23-4E85F450BDE8}"/>
              </a:ext>
            </a:extLst>
          </p:cNvPr>
          <p:cNvSpPr>
            <a:spLocks/>
          </p:cNvSpPr>
          <p:nvPr/>
        </p:nvSpPr>
        <p:spPr bwMode="auto">
          <a:xfrm>
            <a:off x="5633069" y="3563368"/>
            <a:ext cx="69919" cy="34755"/>
          </a:xfrm>
          <a:custGeom>
            <a:avLst/>
            <a:gdLst>
              <a:gd name="T0" fmla="*/ 395043791 w 1176"/>
              <a:gd name="T1" fmla="*/ 0 h 606"/>
              <a:gd name="T2" fmla="*/ 0 w 1176"/>
              <a:gd name="T3" fmla="*/ 273654982 h 606"/>
              <a:gd name="T4" fmla="*/ 39357994 w 1176"/>
              <a:gd name="T5" fmla="*/ 273654982 h 606"/>
              <a:gd name="T6" fmla="*/ 395043791 w 1176"/>
              <a:gd name="T7" fmla="*/ 33985420 h 606"/>
              <a:gd name="T8" fmla="*/ 39504379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7" name="Freeform 1136">
            <a:extLst>
              <a:ext uri="{FF2B5EF4-FFF2-40B4-BE49-F238E27FC236}">
                <a16:creationId xmlns:a16="http://schemas.microsoft.com/office/drawing/2014/main" id="{09CAA36F-E4BE-9C99-B5A6-188757030A88}"/>
              </a:ext>
            </a:extLst>
          </p:cNvPr>
          <p:cNvSpPr>
            <a:spLocks/>
          </p:cNvSpPr>
          <p:nvPr/>
        </p:nvSpPr>
        <p:spPr bwMode="auto">
          <a:xfrm>
            <a:off x="5637762" y="3599362"/>
            <a:ext cx="142711" cy="39885"/>
          </a:xfrm>
          <a:custGeom>
            <a:avLst/>
            <a:gdLst>
              <a:gd name="T0" fmla="*/ 31829833 w 2532"/>
              <a:gd name="T1" fmla="*/ 0 h 723"/>
              <a:gd name="T2" fmla="*/ 31829833 w 2532"/>
              <a:gd name="T3" fmla="*/ 0 h 723"/>
              <a:gd name="T4" fmla="*/ 382827787 w 2532"/>
              <a:gd name="T5" fmla="*/ 175498781 h 723"/>
              <a:gd name="T6" fmla="*/ 382827787 w 2532"/>
              <a:gd name="T7" fmla="*/ 175498781 h 723"/>
              <a:gd name="T8" fmla="*/ 0 w 2532"/>
              <a:gd name="T9" fmla="*/ 29448186 h 723"/>
              <a:gd name="T10" fmla="*/ 31829833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8" name="Freeform 1137">
            <a:extLst>
              <a:ext uri="{FF2B5EF4-FFF2-40B4-BE49-F238E27FC236}">
                <a16:creationId xmlns:a16="http://schemas.microsoft.com/office/drawing/2014/main" id="{01CB4A06-753F-64AB-5FAE-E2A92D318618}"/>
              </a:ext>
            </a:extLst>
          </p:cNvPr>
          <p:cNvSpPr>
            <a:spLocks/>
          </p:cNvSpPr>
          <p:nvPr/>
        </p:nvSpPr>
        <p:spPr bwMode="auto">
          <a:xfrm flipV="1">
            <a:off x="5780282" y="3596531"/>
            <a:ext cx="58234" cy="41300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02641137 h 723"/>
              <a:gd name="T6" fmla="*/ 0 w 2532"/>
              <a:gd name="T7" fmla="*/ 302641137 h 723"/>
              <a:gd name="T8" fmla="*/ 0 w 2532"/>
              <a:gd name="T9" fmla="*/ 33575256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9" name="Picture 1140" descr="desktop_computer_stylized_medium">
            <a:extLst>
              <a:ext uri="{FF2B5EF4-FFF2-40B4-BE49-F238E27FC236}">
                <a16:creationId xmlns:a16="http://schemas.microsoft.com/office/drawing/2014/main" id="{6D43859D-C329-0073-0D50-CBCA98AE8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93997" y="3532608"/>
            <a:ext cx="269446" cy="25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0" name="Freeform 1141">
            <a:extLst>
              <a:ext uri="{FF2B5EF4-FFF2-40B4-BE49-F238E27FC236}">
                <a16:creationId xmlns:a16="http://schemas.microsoft.com/office/drawing/2014/main" id="{A617CC67-B474-2178-857E-295E49827476}"/>
              </a:ext>
            </a:extLst>
          </p:cNvPr>
          <p:cNvSpPr>
            <a:spLocks/>
          </p:cNvSpPr>
          <p:nvPr/>
        </p:nvSpPr>
        <p:spPr bwMode="auto">
          <a:xfrm flipH="1">
            <a:off x="6108913" y="3557207"/>
            <a:ext cx="127050" cy="117565"/>
          </a:xfrm>
          <a:custGeom>
            <a:avLst/>
            <a:gdLst>
              <a:gd name="T0" fmla="*/ 0 w 356"/>
              <a:gd name="T1" fmla="*/ 0 h 368"/>
              <a:gd name="T2" fmla="*/ 300 w 356"/>
              <a:gd name="T3" fmla="*/ 14 h 368"/>
              <a:gd name="T4" fmla="*/ 356 w 356"/>
              <a:gd name="T5" fmla="*/ 294 h 368"/>
              <a:gd name="T6" fmla="*/ 78 w 356"/>
              <a:gd name="T7" fmla="*/ 368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41" name="Picture 571" descr="fridge2.png">
            <a:extLst>
              <a:ext uri="{FF2B5EF4-FFF2-40B4-BE49-F238E27FC236}">
                <a16:creationId xmlns:a16="http://schemas.microsoft.com/office/drawing/2014/main" id="{F249E1A7-C5A6-303A-CF43-D3C8A374603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399" y="3396013"/>
            <a:ext cx="142184" cy="252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2" name="Group 950">
            <a:extLst>
              <a:ext uri="{FF2B5EF4-FFF2-40B4-BE49-F238E27FC236}">
                <a16:creationId xmlns:a16="http://schemas.microsoft.com/office/drawing/2014/main" id="{00AE50D7-EB37-A55A-B9AB-E46E00FC20E0}"/>
              </a:ext>
            </a:extLst>
          </p:cNvPr>
          <p:cNvGrpSpPr>
            <a:grpSpLocks/>
          </p:cNvGrpSpPr>
          <p:nvPr/>
        </p:nvGrpSpPr>
        <p:grpSpPr bwMode="auto">
          <a:xfrm>
            <a:off x="7716686" y="4812714"/>
            <a:ext cx="132894" cy="248125"/>
            <a:chOff x="4140" y="429"/>
            <a:chExt cx="1425" cy="2396"/>
          </a:xfrm>
        </p:grpSpPr>
        <p:sp>
          <p:nvSpPr>
            <p:cNvPr id="343" name="Freeform 951">
              <a:extLst>
                <a:ext uri="{FF2B5EF4-FFF2-40B4-BE49-F238E27FC236}">
                  <a16:creationId xmlns:a16="http://schemas.microsoft.com/office/drawing/2014/main" id="{047D02FF-34D1-071C-B078-E35F7BF09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4" name="Rectangle 952">
              <a:extLst>
                <a:ext uri="{FF2B5EF4-FFF2-40B4-BE49-F238E27FC236}">
                  <a16:creationId xmlns:a16="http://schemas.microsoft.com/office/drawing/2014/main" id="{76F0D7B1-144F-8BD7-3D81-465FF15F8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5" name="Freeform 953">
              <a:extLst>
                <a:ext uri="{FF2B5EF4-FFF2-40B4-BE49-F238E27FC236}">
                  <a16:creationId xmlns:a16="http://schemas.microsoft.com/office/drawing/2014/main" id="{B3C7DF18-0062-DE59-1707-A3E7EE6EB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6" name="Freeform 954">
              <a:extLst>
                <a:ext uri="{FF2B5EF4-FFF2-40B4-BE49-F238E27FC236}">
                  <a16:creationId xmlns:a16="http://schemas.microsoft.com/office/drawing/2014/main" id="{093B4E2F-8071-3397-EBD5-E2E5AD54E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7" name="Rectangle 955">
              <a:extLst>
                <a:ext uri="{FF2B5EF4-FFF2-40B4-BE49-F238E27FC236}">
                  <a16:creationId xmlns:a16="http://schemas.microsoft.com/office/drawing/2014/main" id="{D720C081-98F6-7D0B-E454-F00C1ACC8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48" name="Group 956">
              <a:extLst>
                <a:ext uri="{FF2B5EF4-FFF2-40B4-BE49-F238E27FC236}">
                  <a16:creationId xmlns:a16="http://schemas.microsoft.com/office/drawing/2014/main" id="{11135C09-0462-45B9-0C27-EDD930E745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3" name="AutoShape 957">
                <a:extLst>
                  <a:ext uri="{FF2B5EF4-FFF2-40B4-BE49-F238E27FC236}">
                    <a16:creationId xmlns:a16="http://schemas.microsoft.com/office/drawing/2014/main" id="{CECD7579-50AB-E19B-674C-47083EDFA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4" name="AutoShape 958">
                <a:extLst>
                  <a:ext uri="{FF2B5EF4-FFF2-40B4-BE49-F238E27FC236}">
                    <a16:creationId xmlns:a16="http://schemas.microsoft.com/office/drawing/2014/main" id="{76C61C11-C671-7423-958F-3160E66A8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49" name="Rectangle 959">
              <a:extLst>
                <a:ext uri="{FF2B5EF4-FFF2-40B4-BE49-F238E27FC236}">
                  <a16:creationId xmlns:a16="http://schemas.microsoft.com/office/drawing/2014/main" id="{DBF936E1-FBAD-CA0A-DF63-54EA0C3B6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50" name="Group 960">
              <a:extLst>
                <a:ext uri="{FF2B5EF4-FFF2-40B4-BE49-F238E27FC236}">
                  <a16:creationId xmlns:a16="http://schemas.microsoft.com/office/drawing/2014/main" id="{2B3264C0-29F0-D768-4913-3B7B9D0645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1" name="AutoShape 961">
                <a:extLst>
                  <a:ext uri="{FF2B5EF4-FFF2-40B4-BE49-F238E27FC236}">
                    <a16:creationId xmlns:a16="http://schemas.microsoft.com/office/drawing/2014/main" id="{3AC1FF69-8302-68A3-2DC9-1D2DB1A67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2" name="AutoShape 962">
                <a:extLst>
                  <a:ext uri="{FF2B5EF4-FFF2-40B4-BE49-F238E27FC236}">
                    <a16:creationId xmlns:a16="http://schemas.microsoft.com/office/drawing/2014/main" id="{5A7B644B-95F4-17FD-D472-12894975B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1" name="Rectangle 963">
              <a:extLst>
                <a:ext uri="{FF2B5EF4-FFF2-40B4-BE49-F238E27FC236}">
                  <a16:creationId xmlns:a16="http://schemas.microsoft.com/office/drawing/2014/main" id="{DF250C55-9EC1-0395-8763-30ADEC145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2" name="Rectangle 964">
              <a:extLst>
                <a:ext uri="{FF2B5EF4-FFF2-40B4-BE49-F238E27FC236}">
                  <a16:creationId xmlns:a16="http://schemas.microsoft.com/office/drawing/2014/main" id="{33FCE02A-7DB0-BF99-2578-509D6E82F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53" name="Group 965">
              <a:extLst>
                <a:ext uri="{FF2B5EF4-FFF2-40B4-BE49-F238E27FC236}">
                  <a16:creationId xmlns:a16="http://schemas.microsoft.com/office/drawing/2014/main" id="{E59A06B1-A34B-2AEA-DDF9-7151CF5511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69" name="AutoShape 966">
                <a:extLst>
                  <a:ext uri="{FF2B5EF4-FFF2-40B4-BE49-F238E27FC236}">
                    <a16:creationId xmlns:a16="http://schemas.microsoft.com/office/drawing/2014/main" id="{0BD2BDB5-5495-D48F-8E5F-9F4D21AF1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0" name="AutoShape 967">
                <a:extLst>
                  <a:ext uri="{FF2B5EF4-FFF2-40B4-BE49-F238E27FC236}">
                    <a16:creationId xmlns:a16="http://schemas.microsoft.com/office/drawing/2014/main" id="{B18E8CDD-E12C-86AA-CAC9-E248AB9F3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4" name="Freeform 968">
              <a:extLst>
                <a:ext uri="{FF2B5EF4-FFF2-40B4-BE49-F238E27FC236}">
                  <a16:creationId xmlns:a16="http://schemas.microsoft.com/office/drawing/2014/main" id="{1B6C5ADC-7703-1E5A-701C-B9EAF879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55" name="Group 969">
              <a:extLst>
                <a:ext uri="{FF2B5EF4-FFF2-40B4-BE49-F238E27FC236}">
                  <a16:creationId xmlns:a16="http://schemas.microsoft.com/office/drawing/2014/main" id="{1A170C6D-59F9-ED51-19A7-2AB06E8AE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7" name="AutoShape 970">
                <a:extLst>
                  <a:ext uri="{FF2B5EF4-FFF2-40B4-BE49-F238E27FC236}">
                    <a16:creationId xmlns:a16="http://schemas.microsoft.com/office/drawing/2014/main" id="{9A235A71-264E-2A02-CB07-9910A905A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68" name="AutoShape 971">
                <a:extLst>
                  <a:ext uri="{FF2B5EF4-FFF2-40B4-BE49-F238E27FC236}">
                    <a16:creationId xmlns:a16="http://schemas.microsoft.com/office/drawing/2014/main" id="{28C21E55-7276-16F5-A73A-A080D94D2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6" name="Rectangle 972">
              <a:extLst>
                <a:ext uri="{FF2B5EF4-FFF2-40B4-BE49-F238E27FC236}">
                  <a16:creationId xmlns:a16="http://schemas.microsoft.com/office/drawing/2014/main" id="{82F828AE-6F01-ECDA-DE16-3E65EAC59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7" name="Freeform 973">
              <a:extLst>
                <a:ext uri="{FF2B5EF4-FFF2-40B4-BE49-F238E27FC236}">
                  <a16:creationId xmlns:a16="http://schemas.microsoft.com/office/drawing/2014/main" id="{E56CFE5C-3F5A-738E-C8CD-66971B86C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8" name="Freeform 974">
              <a:extLst>
                <a:ext uri="{FF2B5EF4-FFF2-40B4-BE49-F238E27FC236}">
                  <a16:creationId xmlns:a16="http://schemas.microsoft.com/office/drawing/2014/main" id="{0D7A7577-5E43-8C98-8619-C61CE11A9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9" name="Oval 975">
              <a:extLst>
                <a:ext uri="{FF2B5EF4-FFF2-40B4-BE49-F238E27FC236}">
                  <a16:creationId xmlns:a16="http://schemas.microsoft.com/office/drawing/2014/main" id="{DCE1D91D-7EC1-E5B5-A2A2-DB9BA343C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0" name="Freeform 976">
              <a:extLst>
                <a:ext uri="{FF2B5EF4-FFF2-40B4-BE49-F238E27FC236}">
                  <a16:creationId xmlns:a16="http://schemas.microsoft.com/office/drawing/2014/main" id="{B9D9B8DC-8BC4-C650-F453-EC29987F3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1" name="AutoShape 977">
              <a:extLst>
                <a:ext uri="{FF2B5EF4-FFF2-40B4-BE49-F238E27FC236}">
                  <a16:creationId xmlns:a16="http://schemas.microsoft.com/office/drawing/2014/main" id="{9E7C2E8D-FC61-678A-EAF9-343EEE2BD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2" name="AutoShape 978">
              <a:extLst>
                <a:ext uri="{FF2B5EF4-FFF2-40B4-BE49-F238E27FC236}">
                  <a16:creationId xmlns:a16="http://schemas.microsoft.com/office/drawing/2014/main" id="{549D21B1-DF0B-0FDC-BDAE-57644E29D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3" name="Oval 979">
              <a:extLst>
                <a:ext uri="{FF2B5EF4-FFF2-40B4-BE49-F238E27FC236}">
                  <a16:creationId xmlns:a16="http://schemas.microsoft.com/office/drawing/2014/main" id="{7FFF0B96-5AB7-97B2-0F78-8CC2DF249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4" name="Oval 980">
              <a:extLst>
                <a:ext uri="{FF2B5EF4-FFF2-40B4-BE49-F238E27FC236}">
                  <a16:creationId xmlns:a16="http://schemas.microsoft.com/office/drawing/2014/main" id="{6F5DCE3A-C24E-DD26-B3B0-91401B697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5" name="Oval 981">
              <a:extLst>
                <a:ext uri="{FF2B5EF4-FFF2-40B4-BE49-F238E27FC236}">
                  <a16:creationId xmlns:a16="http://schemas.microsoft.com/office/drawing/2014/main" id="{4CA80693-DF3D-2CAE-9EB0-3CADCE5D8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6" name="Rectangle 982">
              <a:extLst>
                <a:ext uri="{FF2B5EF4-FFF2-40B4-BE49-F238E27FC236}">
                  <a16:creationId xmlns:a16="http://schemas.microsoft.com/office/drawing/2014/main" id="{706DC219-792C-35EF-97B7-0D5727883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75" name="Group 590">
            <a:extLst>
              <a:ext uri="{FF2B5EF4-FFF2-40B4-BE49-F238E27FC236}">
                <a16:creationId xmlns:a16="http://schemas.microsoft.com/office/drawing/2014/main" id="{DDD8BC44-42F4-BAE0-1B4C-E837ED7A701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4532371"/>
            <a:ext cx="259223" cy="240227"/>
            <a:chOff x="2839" y="3501"/>
            <a:chExt cx="755" cy="803"/>
          </a:xfrm>
        </p:grpSpPr>
        <p:pic>
          <p:nvPicPr>
            <p:cNvPr id="376" name="Picture 591" descr="desktop_computer_stylized_medium">
              <a:extLst>
                <a:ext uri="{FF2B5EF4-FFF2-40B4-BE49-F238E27FC236}">
                  <a16:creationId xmlns:a16="http://schemas.microsoft.com/office/drawing/2014/main" id="{F7EE599F-DE49-0EBD-17E6-46278D8C46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7" name="Freeform 592">
              <a:extLst>
                <a:ext uri="{FF2B5EF4-FFF2-40B4-BE49-F238E27FC236}">
                  <a16:creationId xmlns:a16="http://schemas.microsoft.com/office/drawing/2014/main" id="{F963D19F-9E29-AFFF-C661-A84AC4957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378" name="Picture 1066" descr="laptop_keyboard">
            <a:extLst>
              <a:ext uri="{FF2B5EF4-FFF2-40B4-BE49-F238E27FC236}">
                <a16:creationId xmlns:a16="http://schemas.microsoft.com/office/drawing/2014/main" id="{6E61F9D7-8586-3BF7-9EE3-7BA6ACA06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6912440" y="5387456"/>
            <a:ext cx="190126" cy="9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" name="Freeform 1067">
            <a:extLst>
              <a:ext uri="{FF2B5EF4-FFF2-40B4-BE49-F238E27FC236}">
                <a16:creationId xmlns:a16="http://schemas.microsoft.com/office/drawing/2014/main" id="{43579DA0-0169-31AE-BB15-4C4854DECF3D}"/>
              </a:ext>
            </a:extLst>
          </p:cNvPr>
          <p:cNvSpPr>
            <a:spLocks/>
          </p:cNvSpPr>
          <p:nvPr/>
        </p:nvSpPr>
        <p:spPr bwMode="auto">
          <a:xfrm>
            <a:off x="6975448" y="5299871"/>
            <a:ext cx="153032" cy="117789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80" name="Picture 1068" descr="screen">
            <a:extLst>
              <a:ext uri="{FF2B5EF4-FFF2-40B4-BE49-F238E27FC236}">
                <a16:creationId xmlns:a16="http://schemas.microsoft.com/office/drawing/2014/main" id="{334BD014-4719-47A0-7742-7508C1DE0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985" y="5302901"/>
            <a:ext cx="139059" cy="10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1" name="Freeform 1069">
            <a:extLst>
              <a:ext uri="{FF2B5EF4-FFF2-40B4-BE49-F238E27FC236}">
                <a16:creationId xmlns:a16="http://schemas.microsoft.com/office/drawing/2014/main" id="{95C32572-512C-5719-514A-0FE6DF8C099C}"/>
              </a:ext>
            </a:extLst>
          </p:cNvPr>
          <p:cNvSpPr>
            <a:spLocks/>
          </p:cNvSpPr>
          <p:nvPr/>
        </p:nvSpPr>
        <p:spPr bwMode="auto">
          <a:xfrm>
            <a:off x="7003310" y="5296396"/>
            <a:ext cx="129659" cy="21919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2" name="Freeform 1070">
            <a:extLst>
              <a:ext uri="{FF2B5EF4-FFF2-40B4-BE49-F238E27FC236}">
                <a16:creationId xmlns:a16="http://schemas.microsoft.com/office/drawing/2014/main" id="{4856CC63-8583-B01A-8123-3DDD9D29C82D}"/>
              </a:ext>
            </a:extLst>
          </p:cNvPr>
          <p:cNvSpPr>
            <a:spLocks/>
          </p:cNvSpPr>
          <p:nvPr/>
        </p:nvSpPr>
        <p:spPr bwMode="auto">
          <a:xfrm>
            <a:off x="6974093" y="5296218"/>
            <a:ext cx="35993" cy="91238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3" name="Freeform 1071">
            <a:extLst>
              <a:ext uri="{FF2B5EF4-FFF2-40B4-BE49-F238E27FC236}">
                <a16:creationId xmlns:a16="http://schemas.microsoft.com/office/drawing/2014/main" id="{0BC9AC36-AA34-86E5-5F11-BC621B27FA85}"/>
              </a:ext>
            </a:extLst>
          </p:cNvPr>
          <p:cNvSpPr>
            <a:spLocks/>
          </p:cNvSpPr>
          <p:nvPr/>
        </p:nvSpPr>
        <p:spPr bwMode="auto">
          <a:xfrm>
            <a:off x="7093250" y="5312523"/>
            <a:ext cx="38787" cy="105315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4" name="Freeform 1072">
            <a:extLst>
              <a:ext uri="{FF2B5EF4-FFF2-40B4-BE49-F238E27FC236}">
                <a16:creationId xmlns:a16="http://schemas.microsoft.com/office/drawing/2014/main" id="{F3836E75-90C1-ACCE-2531-CB09BB0EEE1B}"/>
              </a:ext>
            </a:extLst>
          </p:cNvPr>
          <p:cNvSpPr>
            <a:spLocks/>
          </p:cNvSpPr>
          <p:nvPr/>
        </p:nvSpPr>
        <p:spPr bwMode="auto">
          <a:xfrm>
            <a:off x="6973669" y="5382822"/>
            <a:ext cx="142277" cy="35551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5" name="Freeform 1073">
            <a:extLst>
              <a:ext uri="{FF2B5EF4-FFF2-40B4-BE49-F238E27FC236}">
                <a16:creationId xmlns:a16="http://schemas.microsoft.com/office/drawing/2014/main" id="{C3903CCB-3E4B-ED20-747E-390310DB482B}"/>
              </a:ext>
            </a:extLst>
          </p:cNvPr>
          <p:cNvSpPr>
            <a:spLocks/>
          </p:cNvSpPr>
          <p:nvPr/>
        </p:nvSpPr>
        <p:spPr bwMode="auto">
          <a:xfrm>
            <a:off x="7097569" y="5313414"/>
            <a:ext cx="36332" cy="105761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6" name="Freeform 1074">
            <a:extLst>
              <a:ext uri="{FF2B5EF4-FFF2-40B4-BE49-F238E27FC236}">
                <a16:creationId xmlns:a16="http://schemas.microsoft.com/office/drawing/2014/main" id="{48DCBB2E-4159-4A4E-F971-ECEC1CB9BA98}"/>
              </a:ext>
            </a:extLst>
          </p:cNvPr>
          <p:cNvSpPr>
            <a:spLocks/>
          </p:cNvSpPr>
          <p:nvPr/>
        </p:nvSpPr>
        <p:spPr bwMode="auto">
          <a:xfrm>
            <a:off x="6973839" y="5387545"/>
            <a:ext cx="126525" cy="35105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87" name="Group 1075">
            <a:extLst>
              <a:ext uri="{FF2B5EF4-FFF2-40B4-BE49-F238E27FC236}">
                <a16:creationId xmlns:a16="http://schemas.microsoft.com/office/drawing/2014/main" id="{03FED540-3E47-CA28-F7B2-CF913366B19A}"/>
              </a:ext>
            </a:extLst>
          </p:cNvPr>
          <p:cNvGrpSpPr>
            <a:grpSpLocks/>
          </p:cNvGrpSpPr>
          <p:nvPr/>
        </p:nvGrpSpPr>
        <p:grpSpPr bwMode="auto">
          <a:xfrm>
            <a:off x="6971722" y="5425056"/>
            <a:ext cx="42937" cy="20849"/>
            <a:chOff x="1740" y="2642"/>
            <a:chExt cx="752" cy="327"/>
          </a:xfrm>
        </p:grpSpPr>
        <p:sp>
          <p:nvSpPr>
            <p:cNvPr id="388" name="Freeform 1076">
              <a:extLst>
                <a:ext uri="{FF2B5EF4-FFF2-40B4-BE49-F238E27FC236}">
                  <a16:creationId xmlns:a16="http://schemas.microsoft.com/office/drawing/2014/main" id="{CF6473E3-CCAE-7521-48C0-ADACC8CE8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9" name="Freeform 1077">
              <a:extLst>
                <a:ext uri="{FF2B5EF4-FFF2-40B4-BE49-F238E27FC236}">
                  <a16:creationId xmlns:a16="http://schemas.microsoft.com/office/drawing/2014/main" id="{2F8414E4-656A-DF53-31DE-8627D7ED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0" name="Freeform 1078">
              <a:extLst>
                <a:ext uri="{FF2B5EF4-FFF2-40B4-BE49-F238E27FC236}">
                  <a16:creationId xmlns:a16="http://schemas.microsoft.com/office/drawing/2014/main" id="{3B4774EC-F12D-3FFD-3A0F-8285DE9A5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1" name="Freeform 1079">
              <a:extLst>
                <a:ext uri="{FF2B5EF4-FFF2-40B4-BE49-F238E27FC236}">
                  <a16:creationId xmlns:a16="http://schemas.microsoft.com/office/drawing/2014/main" id="{82BB7767-CFC9-14FD-8B3D-7432E9EAA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2" name="Freeform 1080">
              <a:extLst>
                <a:ext uri="{FF2B5EF4-FFF2-40B4-BE49-F238E27FC236}">
                  <a16:creationId xmlns:a16="http://schemas.microsoft.com/office/drawing/2014/main" id="{E5FEFA26-99F7-B576-5CCC-8286579B7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3" name="Freeform 1081">
              <a:extLst>
                <a:ext uri="{FF2B5EF4-FFF2-40B4-BE49-F238E27FC236}">
                  <a16:creationId xmlns:a16="http://schemas.microsoft.com/office/drawing/2014/main" id="{6262570F-9B7D-57BF-3A09-605ABDF79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94" name="Freeform 1082">
            <a:extLst>
              <a:ext uri="{FF2B5EF4-FFF2-40B4-BE49-F238E27FC236}">
                <a16:creationId xmlns:a16="http://schemas.microsoft.com/office/drawing/2014/main" id="{20B4DDAC-8D16-23ED-20CF-C3362ADD58EB}"/>
              </a:ext>
            </a:extLst>
          </p:cNvPr>
          <p:cNvSpPr>
            <a:spLocks/>
          </p:cNvSpPr>
          <p:nvPr/>
        </p:nvSpPr>
        <p:spPr bwMode="auto">
          <a:xfrm>
            <a:off x="7045232" y="5428174"/>
            <a:ext cx="51999" cy="45797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5" name="Freeform 1083">
            <a:extLst>
              <a:ext uri="{FF2B5EF4-FFF2-40B4-BE49-F238E27FC236}">
                <a16:creationId xmlns:a16="http://schemas.microsoft.com/office/drawing/2014/main" id="{FA270B98-23C9-E969-1138-2D094DBAD23F}"/>
              </a:ext>
            </a:extLst>
          </p:cNvPr>
          <p:cNvSpPr>
            <a:spLocks/>
          </p:cNvSpPr>
          <p:nvPr/>
        </p:nvSpPr>
        <p:spPr bwMode="auto">
          <a:xfrm>
            <a:off x="6912524" y="5431827"/>
            <a:ext cx="133046" cy="4178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6" name="Freeform 1084">
            <a:extLst>
              <a:ext uri="{FF2B5EF4-FFF2-40B4-BE49-F238E27FC236}">
                <a16:creationId xmlns:a16="http://schemas.microsoft.com/office/drawing/2014/main" id="{98B6476E-7EC1-C031-336E-2708D6033DF7}"/>
              </a:ext>
            </a:extLst>
          </p:cNvPr>
          <p:cNvSpPr>
            <a:spLocks/>
          </p:cNvSpPr>
          <p:nvPr/>
        </p:nvSpPr>
        <p:spPr bwMode="auto">
          <a:xfrm>
            <a:off x="6912609" y="5424164"/>
            <a:ext cx="1440" cy="8465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7" name="Freeform 1085">
            <a:extLst>
              <a:ext uri="{FF2B5EF4-FFF2-40B4-BE49-F238E27FC236}">
                <a16:creationId xmlns:a16="http://schemas.microsoft.com/office/drawing/2014/main" id="{8CAAE60F-4375-7C9D-129C-0EA2D6DD8817}"/>
              </a:ext>
            </a:extLst>
          </p:cNvPr>
          <p:cNvSpPr>
            <a:spLocks/>
          </p:cNvSpPr>
          <p:nvPr/>
        </p:nvSpPr>
        <p:spPr bwMode="auto">
          <a:xfrm>
            <a:off x="6912694" y="5389683"/>
            <a:ext cx="61823" cy="35016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8" name="Freeform 1086">
            <a:extLst>
              <a:ext uri="{FF2B5EF4-FFF2-40B4-BE49-F238E27FC236}">
                <a16:creationId xmlns:a16="http://schemas.microsoft.com/office/drawing/2014/main" id="{77D40321-2514-504B-C923-397ED5B7628B}"/>
              </a:ext>
            </a:extLst>
          </p:cNvPr>
          <p:cNvSpPr>
            <a:spLocks/>
          </p:cNvSpPr>
          <p:nvPr/>
        </p:nvSpPr>
        <p:spPr bwMode="auto">
          <a:xfrm>
            <a:off x="6916844" y="5425946"/>
            <a:ext cx="126186" cy="40184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9" name="Freeform 1087">
            <a:extLst>
              <a:ext uri="{FF2B5EF4-FFF2-40B4-BE49-F238E27FC236}">
                <a16:creationId xmlns:a16="http://schemas.microsoft.com/office/drawing/2014/main" id="{7EB0FE59-0E3C-20A3-CEEE-96F18A5FB9A2}"/>
              </a:ext>
            </a:extLst>
          </p:cNvPr>
          <p:cNvSpPr>
            <a:spLocks/>
          </p:cNvSpPr>
          <p:nvPr/>
        </p:nvSpPr>
        <p:spPr bwMode="auto">
          <a:xfrm flipV="1">
            <a:off x="7042860" y="5423095"/>
            <a:ext cx="51491" cy="41609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00" name="Group 590">
            <a:extLst>
              <a:ext uri="{FF2B5EF4-FFF2-40B4-BE49-F238E27FC236}">
                <a16:creationId xmlns:a16="http://schemas.microsoft.com/office/drawing/2014/main" id="{E67C8AFE-8E70-083B-9CD2-925035D5228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4985743"/>
            <a:ext cx="259223" cy="240227"/>
            <a:chOff x="2839" y="3501"/>
            <a:chExt cx="755" cy="803"/>
          </a:xfrm>
        </p:grpSpPr>
        <p:pic>
          <p:nvPicPr>
            <p:cNvPr id="401" name="Picture 591" descr="desktop_computer_stylized_medium">
              <a:extLst>
                <a:ext uri="{FF2B5EF4-FFF2-40B4-BE49-F238E27FC236}">
                  <a16:creationId xmlns:a16="http://schemas.microsoft.com/office/drawing/2014/main" id="{1CABEDEF-DC43-6590-8E43-1922C0FB8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2" name="Freeform 592">
              <a:extLst>
                <a:ext uri="{FF2B5EF4-FFF2-40B4-BE49-F238E27FC236}">
                  <a16:creationId xmlns:a16="http://schemas.microsoft.com/office/drawing/2014/main" id="{D407701F-1ED9-C5DA-5C20-E83798002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3" name="Group 590">
            <a:extLst>
              <a:ext uri="{FF2B5EF4-FFF2-40B4-BE49-F238E27FC236}">
                <a16:creationId xmlns:a16="http://schemas.microsoft.com/office/drawing/2014/main" id="{4536F071-BB7A-D3D6-629B-0553A7D8E71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5001847"/>
            <a:ext cx="259223" cy="240227"/>
            <a:chOff x="2839" y="3501"/>
            <a:chExt cx="755" cy="803"/>
          </a:xfrm>
        </p:grpSpPr>
        <p:pic>
          <p:nvPicPr>
            <p:cNvPr id="404" name="Picture 591" descr="desktop_computer_stylized_medium">
              <a:extLst>
                <a:ext uri="{FF2B5EF4-FFF2-40B4-BE49-F238E27FC236}">
                  <a16:creationId xmlns:a16="http://schemas.microsoft.com/office/drawing/2014/main" id="{2CB62DBB-36E7-324E-702E-44C07727B7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5" name="Freeform 592">
              <a:extLst>
                <a:ext uri="{FF2B5EF4-FFF2-40B4-BE49-F238E27FC236}">
                  <a16:creationId xmlns:a16="http://schemas.microsoft.com/office/drawing/2014/main" id="{B5EA145A-6E6F-167A-0C27-729286468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406" name="Picture 1066" descr="laptop_keyboard">
            <a:extLst>
              <a:ext uri="{FF2B5EF4-FFF2-40B4-BE49-F238E27FC236}">
                <a16:creationId xmlns:a16="http://schemas.microsoft.com/office/drawing/2014/main" id="{A9F82E87-3089-EC17-D4DE-E8E9748AE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7162565" y="5319341"/>
            <a:ext cx="195690" cy="74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7" name="Freeform 1067">
            <a:extLst>
              <a:ext uri="{FF2B5EF4-FFF2-40B4-BE49-F238E27FC236}">
                <a16:creationId xmlns:a16="http://schemas.microsoft.com/office/drawing/2014/main" id="{CCBD04EA-D258-76C7-C5FB-A15A5BBF9F02}"/>
              </a:ext>
            </a:extLst>
          </p:cNvPr>
          <p:cNvSpPr>
            <a:spLocks/>
          </p:cNvSpPr>
          <p:nvPr/>
        </p:nvSpPr>
        <p:spPr bwMode="auto">
          <a:xfrm>
            <a:off x="7227418" y="5247243"/>
            <a:ext cx="157511" cy="96961"/>
          </a:xfrm>
          <a:custGeom>
            <a:avLst/>
            <a:gdLst>
              <a:gd name="T0" fmla="*/ 1 w 2982"/>
              <a:gd name="T1" fmla="*/ 0 h 2442"/>
              <a:gd name="T2" fmla="*/ 0 w 2982"/>
              <a:gd name="T3" fmla="*/ 1 h 2442"/>
              <a:gd name="T4" fmla="*/ 2 w 2982"/>
              <a:gd name="T5" fmla="*/ 1 h 2442"/>
              <a:gd name="T6" fmla="*/ 2 w 2982"/>
              <a:gd name="T7" fmla="*/ 1 h 2442"/>
              <a:gd name="T8" fmla="*/ 1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08" name="Picture 1068" descr="screen">
            <a:extLst>
              <a:ext uri="{FF2B5EF4-FFF2-40B4-BE49-F238E27FC236}">
                <a16:creationId xmlns:a16="http://schemas.microsoft.com/office/drawing/2014/main" id="{C2022567-F094-5B19-54C6-362647A7A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176" y="5249737"/>
            <a:ext cx="143129" cy="8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" name="Freeform 1069">
            <a:extLst>
              <a:ext uri="{FF2B5EF4-FFF2-40B4-BE49-F238E27FC236}">
                <a16:creationId xmlns:a16="http://schemas.microsoft.com/office/drawing/2014/main" id="{755A33DF-8C5C-D476-E6FC-A45B06CB898B}"/>
              </a:ext>
            </a:extLst>
          </p:cNvPr>
          <p:cNvSpPr>
            <a:spLocks/>
          </p:cNvSpPr>
          <p:nvPr/>
        </p:nvSpPr>
        <p:spPr bwMode="auto">
          <a:xfrm>
            <a:off x="7256096" y="5244383"/>
            <a:ext cx="133453" cy="18043"/>
          </a:xfrm>
          <a:custGeom>
            <a:avLst/>
            <a:gdLst>
              <a:gd name="T0" fmla="*/ 1 w 2528"/>
              <a:gd name="T1" fmla="*/ 0 h 455"/>
              <a:gd name="T2" fmla="*/ 2 w 2528"/>
              <a:gd name="T3" fmla="*/ 1 h 455"/>
              <a:gd name="T4" fmla="*/ 2 w 2528"/>
              <a:gd name="T5" fmla="*/ 1 h 455"/>
              <a:gd name="T6" fmla="*/ 0 w 2528"/>
              <a:gd name="T7" fmla="*/ 1 h 455"/>
              <a:gd name="T8" fmla="*/ 1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0" name="Freeform 1070">
            <a:extLst>
              <a:ext uri="{FF2B5EF4-FFF2-40B4-BE49-F238E27FC236}">
                <a16:creationId xmlns:a16="http://schemas.microsoft.com/office/drawing/2014/main" id="{F713493A-7BE7-0B2C-A753-26D45EFAB053}"/>
              </a:ext>
            </a:extLst>
          </p:cNvPr>
          <p:cNvSpPr>
            <a:spLocks/>
          </p:cNvSpPr>
          <p:nvPr/>
        </p:nvSpPr>
        <p:spPr bwMode="auto">
          <a:xfrm>
            <a:off x="7226024" y="5244237"/>
            <a:ext cx="37046" cy="75104"/>
          </a:xfrm>
          <a:custGeom>
            <a:avLst/>
            <a:gdLst>
              <a:gd name="T0" fmla="*/ 1 w 702"/>
              <a:gd name="T1" fmla="*/ 0 h 1893"/>
              <a:gd name="T2" fmla="*/ 0 w 702"/>
              <a:gd name="T3" fmla="*/ 1 h 1893"/>
              <a:gd name="T4" fmla="*/ 1 w 702"/>
              <a:gd name="T5" fmla="*/ 1 h 1893"/>
              <a:gd name="T6" fmla="*/ 1 w 702"/>
              <a:gd name="T7" fmla="*/ 1 h 1893"/>
              <a:gd name="T8" fmla="*/ 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1" name="Freeform 1071">
            <a:extLst>
              <a:ext uri="{FF2B5EF4-FFF2-40B4-BE49-F238E27FC236}">
                <a16:creationId xmlns:a16="http://schemas.microsoft.com/office/drawing/2014/main" id="{850A2DD5-320C-67D6-A540-359B4B8FBC3C}"/>
              </a:ext>
            </a:extLst>
          </p:cNvPr>
          <p:cNvSpPr>
            <a:spLocks/>
          </p:cNvSpPr>
          <p:nvPr/>
        </p:nvSpPr>
        <p:spPr bwMode="auto">
          <a:xfrm>
            <a:off x="7348667" y="5257658"/>
            <a:ext cx="39923" cy="86693"/>
          </a:xfrm>
          <a:custGeom>
            <a:avLst/>
            <a:gdLst>
              <a:gd name="T0" fmla="*/ 1 w 756"/>
              <a:gd name="T1" fmla="*/ 0 h 2184"/>
              <a:gd name="T2" fmla="*/ 1 w 756"/>
              <a:gd name="T3" fmla="*/ 1 h 2184"/>
              <a:gd name="T4" fmla="*/ 0 w 756"/>
              <a:gd name="T5" fmla="*/ 1 h 2184"/>
              <a:gd name="T6" fmla="*/ 1 w 756"/>
              <a:gd name="T7" fmla="*/ 1 h 2184"/>
              <a:gd name="T8" fmla="*/ 1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2" name="Freeform 1072">
            <a:extLst>
              <a:ext uri="{FF2B5EF4-FFF2-40B4-BE49-F238E27FC236}">
                <a16:creationId xmlns:a16="http://schemas.microsoft.com/office/drawing/2014/main" id="{30E01899-2A0C-20B8-D73B-DE7767EA4525}"/>
              </a:ext>
            </a:extLst>
          </p:cNvPr>
          <p:cNvSpPr>
            <a:spLocks/>
          </p:cNvSpPr>
          <p:nvPr/>
        </p:nvSpPr>
        <p:spPr bwMode="auto">
          <a:xfrm>
            <a:off x="7225587" y="5315527"/>
            <a:ext cx="146441" cy="29264"/>
          </a:xfrm>
          <a:custGeom>
            <a:avLst/>
            <a:gdLst>
              <a:gd name="T0" fmla="*/ 1 w 2773"/>
              <a:gd name="T1" fmla="*/ 0 h 738"/>
              <a:gd name="T2" fmla="*/ 0 w 2773"/>
              <a:gd name="T3" fmla="*/ 1 h 738"/>
              <a:gd name="T4" fmla="*/ 2 w 2773"/>
              <a:gd name="T5" fmla="*/ 1 h 738"/>
              <a:gd name="T6" fmla="*/ 2 w 2773"/>
              <a:gd name="T7" fmla="*/ 1 h 738"/>
              <a:gd name="T8" fmla="*/ 1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3" name="Freeform 1073">
            <a:extLst>
              <a:ext uri="{FF2B5EF4-FFF2-40B4-BE49-F238E27FC236}">
                <a16:creationId xmlns:a16="http://schemas.microsoft.com/office/drawing/2014/main" id="{4D1AAF42-E63C-7B08-E25A-669919ADA66F}"/>
              </a:ext>
            </a:extLst>
          </p:cNvPr>
          <p:cNvSpPr>
            <a:spLocks/>
          </p:cNvSpPr>
          <p:nvPr/>
        </p:nvSpPr>
        <p:spPr bwMode="auto">
          <a:xfrm>
            <a:off x="7353113" y="5258392"/>
            <a:ext cx="37395" cy="87059"/>
          </a:xfrm>
          <a:custGeom>
            <a:avLst/>
            <a:gdLst>
              <a:gd name="T0" fmla="*/ 2 w 637"/>
              <a:gd name="T1" fmla="*/ 0 h 1659"/>
              <a:gd name="T2" fmla="*/ 2 w 637"/>
              <a:gd name="T3" fmla="*/ 0 h 1659"/>
              <a:gd name="T4" fmla="*/ 1 w 637"/>
              <a:gd name="T5" fmla="*/ 15 h 1659"/>
              <a:gd name="T6" fmla="*/ 0 w 637"/>
              <a:gd name="T7" fmla="*/ 15 h 1659"/>
              <a:gd name="T8" fmla="*/ 2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4" name="Freeform 1074">
            <a:extLst>
              <a:ext uri="{FF2B5EF4-FFF2-40B4-BE49-F238E27FC236}">
                <a16:creationId xmlns:a16="http://schemas.microsoft.com/office/drawing/2014/main" id="{B6BC0AF9-C178-9966-805D-F6AEB19726B0}"/>
              </a:ext>
            </a:extLst>
          </p:cNvPr>
          <p:cNvSpPr>
            <a:spLocks/>
          </p:cNvSpPr>
          <p:nvPr/>
        </p:nvSpPr>
        <p:spPr bwMode="auto">
          <a:xfrm>
            <a:off x="7225762" y="5319414"/>
            <a:ext cx="130228" cy="28898"/>
          </a:xfrm>
          <a:custGeom>
            <a:avLst/>
            <a:gdLst>
              <a:gd name="T0" fmla="*/ 0 w 2216"/>
              <a:gd name="T1" fmla="*/ 0 h 550"/>
              <a:gd name="T2" fmla="*/ 1 w 2216"/>
              <a:gd name="T3" fmla="*/ 1 h 550"/>
              <a:gd name="T4" fmla="*/ 9 w 2216"/>
              <a:gd name="T5" fmla="*/ 5 h 550"/>
              <a:gd name="T6" fmla="*/ 9 w 2216"/>
              <a:gd name="T7" fmla="*/ 4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15" name="Group 1075">
            <a:extLst>
              <a:ext uri="{FF2B5EF4-FFF2-40B4-BE49-F238E27FC236}">
                <a16:creationId xmlns:a16="http://schemas.microsoft.com/office/drawing/2014/main" id="{545BCEB3-B299-1E66-7F1A-6BCA6049DD2C}"/>
              </a:ext>
            </a:extLst>
          </p:cNvPr>
          <p:cNvGrpSpPr>
            <a:grpSpLocks/>
          </p:cNvGrpSpPr>
          <p:nvPr/>
        </p:nvGrpSpPr>
        <p:grpSpPr bwMode="auto">
          <a:xfrm>
            <a:off x="7223583" y="5350292"/>
            <a:ext cx="44194" cy="17162"/>
            <a:chOff x="1740" y="2642"/>
            <a:chExt cx="752" cy="327"/>
          </a:xfrm>
        </p:grpSpPr>
        <p:sp>
          <p:nvSpPr>
            <p:cNvPr id="416" name="Freeform 1076">
              <a:extLst>
                <a:ext uri="{FF2B5EF4-FFF2-40B4-BE49-F238E27FC236}">
                  <a16:creationId xmlns:a16="http://schemas.microsoft.com/office/drawing/2014/main" id="{5B1F2D4B-3A0E-99F1-1129-B413DEEFF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17" name="Freeform 1077">
              <a:extLst>
                <a:ext uri="{FF2B5EF4-FFF2-40B4-BE49-F238E27FC236}">
                  <a16:creationId xmlns:a16="http://schemas.microsoft.com/office/drawing/2014/main" id="{DD9F39FE-0D2A-E2B0-BD39-C98918F06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18" name="Freeform 1078">
              <a:extLst>
                <a:ext uri="{FF2B5EF4-FFF2-40B4-BE49-F238E27FC236}">
                  <a16:creationId xmlns:a16="http://schemas.microsoft.com/office/drawing/2014/main" id="{B71AAD33-18D6-4773-0C85-C2500FB0E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19" name="Freeform 1079">
              <a:extLst>
                <a:ext uri="{FF2B5EF4-FFF2-40B4-BE49-F238E27FC236}">
                  <a16:creationId xmlns:a16="http://schemas.microsoft.com/office/drawing/2014/main" id="{8737D7EB-1F76-B849-427F-DD913BD7B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0" name="Freeform 1080">
              <a:extLst>
                <a:ext uri="{FF2B5EF4-FFF2-40B4-BE49-F238E27FC236}">
                  <a16:creationId xmlns:a16="http://schemas.microsoft.com/office/drawing/2014/main" id="{E25CC79F-AD73-DA5E-1CDF-233A3FF89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1" name="Freeform 1081">
              <a:extLst>
                <a:ext uri="{FF2B5EF4-FFF2-40B4-BE49-F238E27FC236}">
                  <a16:creationId xmlns:a16="http://schemas.microsoft.com/office/drawing/2014/main" id="{D833A6CC-DEF9-0323-CB4E-A9710FCEF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22" name="Freeform 1082">
            <a:extLst>
              <a:ext uri="{FF2B5EF4-FFF2-40B4-BE49-F238E27FC236}">
                <a16:creationId xmlns:a16="http://schemas.microsoft.com/office/drawing/2014/main" id="{8909C8EA-979F-3CC4-9DDB-8FFB760B3648}"/>
              </a:ext>
            </a:extLst>
          </p:cNvPr>
          <p:cNvSpPr>
            <a:spLocks/>
          </p:cNvSpPr>
          <p:nvPr/>
        </p:nvSpPr>
        <p:spPr bwMode="auto">
          <a:xfrm>
            <a:off x="7299244" y="5352859"/>
            <a:ext cx="53521" cy="37699"/>
          </a:xfrm>
          <a:custGeom>
            <a:avLst/>
            <a:gdLst>
              <a:gd name="T0" fmla="*/ 1 w 990"/>
              <a:gd name="T1" fmla="*/ 2 h 792"/>
              <a:gd name="T2" fmla="*/ 1 w 990"/>
              <a:gd name="T3" fmla="*/ 0 h 792"/>
              <a:gd name="T4" fmla="*/ 1 w 990"/>
              <a:gd name="T5" fmla="*/ 1 h 792"/>
              <a:gd name="T6" fmla="*/ 0 w 990"/>
              <a:gd name="T7" fmla="*/ 2 h 792"/>
              <a:gd name="T8" fmla="*/ 1 w 990"/>
              <a:gd name="T9" fmla="*/ 2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3" name="Freeform 1083">
            <a:extLst>
              <a:ext uri="{FF2B5EF4-FFF2-40B4-BE49-F238E27FC236}">
                <a16:creationId xmlns:a16="http://schemas.microsoft.com/office/drawing/2014/main" id="{9C099E94-519E-07BD-E029-AE62FE94D7ED}"/>
              </a:ext>
            </a:extLst>
          </p:cNvPr>
          <p:cNvSpPr>
            <a:spLocks/>
          </p:cNvSpPr>
          <p:nvPr/>
        </p:nvSpPr>
        <p:spPr bwMode="auto">
          <a:xfrm>
            <a:off x="7162653" y="5355866"/>
            <a:ext cx="136940" cy="3439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4 w 2532"/>
              <a:gd name="T5" fmla="*/ 2 h 723"/>
              <a:gd name="T6" fmla="*/ 4 w 2532"/>
              <a:gd name="T7" fmla="*/ 2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4" name="Freeform 1084">
            <a:extLst>
              <a:ext uri="{FF2B5EF4-FFF2-40B4-BE49-F238E27FC236}">
                <a16:creationId xmlns:a16="http://schemas.microsoft.com/office/drawing/2014/main" id="{13A06F76-68D4-4AEB-7A14-7382689DBF87}"/>
              </a:ext>
            </a:extLst>
          </p:cNvPr>
          <p:cNvSpPr>
            <a:spLocks/>
          </p:cNvSpPr>
          <p:nvPr/>
        </p:nvSpPr>
        <p:spPr bwMode="auto">
          <a:xfrm>
            <a:off x="7162740" y="5349558"/>
            <a:ext cx="1482" cy="6968"/>
          </a:xfrm>
          <a:custGeom>
            <a:avLst/>
            <a:gdLst>
              <a:gd name="T0" fmla="*/ 1 w 26"/>
              <a:gd name="T1" fmla="*/ 1 h 147"/>
              <a:gd name="T2" fmla="*/ 1 w 26"/>
              <a:gd name="T3" fmla="*/ 1 h 147"/>
              <a:gd name="T4" fmla="*/ 0 w 26"/>
              <a:gd name="T5" fmla="*/ 1 h 147"/>
              <a:gd name="T6" fmla="*/ 1 w 26"/>
              <a:gd name="T7" fmla="*/ 0 h 147"/>
              <a:gd name="T8" fmla="*/ 1 w 26"/>
              <a:gd name="T9" fmla="*/ 1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5" name="Freeform 1085">
            <a:extLst>
              <a:ext uri="{FF2B5EF4-FFF2-40B4-BE49-F238E27FC236}">
                <a16:creationId xmlns:a16="http://schemas.microsoft.com/office/drawing/2014/main" id="{4788A180-C9DE-64B3-A220-62CB5FC4400F}"/>
              </a:ext>
            </a:extLst>
          </p:cNvPr>
          <p:cNvSpPr>
            <a:spLocks/>
          </p:cNvSpPr>
          <p:nvPr/>
        </p:nvSpPr>
        <p:spPr bwMode="auto">
          <a:xfrm>
            <a:off x="7162828" y="5321174"/>
            <a:ext cx="63632" cy="28824"/>
          </a:xfrm>
          <a:custGeom>
            <a:avLst/>
            <a:gdLst>
              <a:gd name="T0" fmla="*/ 1 w 1176"/>
              <a:gd name="T1" fmla="*/ 0 h 606"/>
              <a:gd name="T2" fmla="*/ 0 w 1176"/>
              <a:gd name="T3" fmla="*/ 1 h 606"/>
              <a:gd name="T4" fmla="*/ 1 w 1176"/>
              <a:gd name="T5" fmla="*/ 1 h 606"/>
              <a:gd name="T6" fmla="*/ 1 w 1176"/>
              <a:gd name="T7" fmla="*/ 1 h 606"/>
              <a:gd name="T8" fmla="*/ 1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6" name="Freeform 1086">
            <a:extLst>
              <a:ext uri="{FF2B5EF4-FFF2-40B4-BE49-F238E27FC236}">
                <a16:creationId xmlns:a16="http://schemas.microsoft.com/office/drawing/2014/main" id="{6FA30DE8-1498-C466-7BCA-9F4478E48FC6}"/>
              </a:ext>
            </a:extLst>
          </p:cNvPr>
          <p:cNvSpPr>
            <a:spLocks/>
          </p:cNvSpPr>
          <p:nvPr/>
        </p:nvSpPr>
        <p:spPr bwMode="auto">
          <a:xfrm>
            <a:off x="7167098" y="5351025"/>
            <a:ext cx="129879" cy="33078"/>
          </a:xfrm>
          <a:custGeom>
            <a:avLst/>
            <a:gdLst>
              <a:gd name="T0" fmla="*/ 1 w 2532"/>
              <a:gd name="T1" fmla="*/ 0 h 723"/>
              <a:gd name="T2" fmla="*/ 1 w 2532"/>
              <a:gd name="T3" fmla="*/ 0 h 723"/>
              <a:gd name="T4" fmla="*/ 1 w 2532"/>
              <a:gd name="T5" fmla="*/ 1 h 723"/>
              <a:gd name="T6" fmla="*/ 1 w 2532"/>
              <a:gd name="T7" fmla="*/ 1 h 723"/>
              <a:gd name="T8" fmla="*/ 0 w 2532"/>
              <a:gd name="T9" fmla="*/ 1 h 723"/>
              <a:gd name="T10" fmla="*/ 1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7" name="Freeform 1087">
            <a:extLst>
              <a:ext uri="{FF2B5EF4-FFF2-40B4-BE49-F238E27FC236}">
                <a16:creationId xmlns:a16="http://schemas.microsoft.com/office/drawing/2014/main" id="{270F90CB-7F4D-01D0-229B-BCEB12330003}"/>
              </a:ext>
            </a:extLst>
          </p:cNvPr>
          <p:cNvSpPr>
            <a:spLocks/>
          </p:cNvSpPr>
          <p:nvPr/>
        </p:nvSpPr>
        <p:spPr bwMode="auto">
          <a:xfrm flipV="1">
            <a:off x="7296804" y="5348679"/>
            <a:ext cx="52997" cy="34252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2 h 723"/>
              <a:gd name="T6" fmla="*/ 0 w 2532"/>
              <a:gd name="T7" fmla="*/ 2 h 723"/>
              <a:gd name="T8" fmla="*/ 0 w 2532"/>
              <a:gd name="T9" fmla="*/ 1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28" name="Group 983">
            <a:extLst>
              <a:ext uri="{FF2B5EF4-FFF2-40B4-BE49-F238E27FC236}">
                <a16:creationId xmlns:a16="http://schemas.microsoft.com/office/drawing/2014/main" id="{C8215B2E-7DE1-DD51-B00F-14BBE915FF99}"/>
              </a:ext>
            </a:extLst>
          </p:cNvPr>
          <p:cNvGrpSpPr>
            <a:grpSpLocks/>
          </p:cNvGrpSpPr>
          <p:nvPr/>
        </p:nvGrpSpPr>
        <p:grpSpPr bwMode="auto">
          <a:xfrm>
            <a:off x="7513408" y="5084541"/>
            <a:ext cx="128588" cy="261708"/>
            <a:chOff x="4140" y="429"/>
            <a:chExt cx="1425" cy="2396"/>
          </a:xfrm>
        </p:grpSpPr>
        <p:sp>
          <p:nvSpPr>
            <p:cNvPr id="429" name="Freeform 984">
              <a:extLst>
                <a:ext uri="{FF2B5EF4-FFF2-40B4-BE49-F238E27FC236}">
                  <a16:creationId xmlns:a16="http://schemas.microsoft.com/office/drawing/2014/main" id="{C5C022D5-6A8E-CAAB-3AEA-073D073E3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30" name="Rectangle 985">
              <a:extLst>
                <a:ext uri="{FF2B5EF4-FFF2-40B4-BE49-F238E27FC236}">
                  <a16:creationId xmlns:a16="http://schemas.microsoft.com/office/drawing/2014/main" id="{138161BD-D326-C8E1-47C3-581AC8122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1" name="Freeform 986">
              <a:extLst>
                <a:ext uri="{FF2B5EF4-FFF2-40B4-BE49-F238E27FC236}">
                  <a16:creationId xmlns:a16="http://schemas.microsoft.com/office/drawing/2014/main" id="{C2BC7187-B28C-30BD-AD5F-DE8B87A2A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32" name="Freeform 987">
              <a:extLst>
                <a:ext uri="{FF2B5EF4-FFF2-40B4-BE49-F238E27FC236}">
                  <a16:creationId xmlns:a16="http://schemas.microsoft.com/office/drawing/2014/main" id="{6F4E4189-6633-187B-ED5F-60CFDE335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33" name="Rectangle 988">
              <a:extLst>
                <a:ext uri="{FF2B5EF4-FFF2-40B4-BE49-F238E27FC236}">
                  <a16:creationId xmlns:a16="http://schemas.microsoft.com/office/drawing/2014/main" id="{52CC65F8-9B1A-CD89-A680-115A6FF59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34" name="Group 989">
              <a:extLst>
                <a:ext uri="{FF2B5EF4-FFF2-40B4-BE49-F238E27FC236}">
                  <a16:creationId xmlns:a16="http://schemas.microsoft.com/office/drawing/2014/main" id="{B2FB7C72-EB90-3B9B-ED8C-0BC670CE9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9" name="AutoShape 990">
                <a:extLst>
                  <a:ext uri="{FF2B5EF4-FFF2-40B4-BE49-F238E27FC236}">
                    <a16:creationId xmlns:a16="http://schemas.microsoft.com/office/drawing/2014/main" id="{ECC063E2-F1C6-87D6-B7CE-7BC615B08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0" name="AutoShape 991">
                <a:extLst>
                  <a:ext uri="{FF2B5EF4-FFF2-40B4-BE49-F238E27FC236}">
                    <a16:creationId xmlns:a16="http://schemas.microsoft.com/office/drawing/2014/main" id="{A3E86C6D-48CF-B5DC-8430-97D9CE8AC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35" name="Rectangle 992">
              <a:extLst>
                <a:ext uri="{FF2B5EF4-FFF2-40B4-BE49-F238E27FC236}">
                  <a16:creationId xmlns:a16="http://schemas.microsoft.com/office/drawing/2014/main" id="{533BAEA2-D348-A4FA-D4B6-EDA350970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36" name="Group 993">
              <a:extLst>
                <a:ext uri="{FF2B5EF4-FFF2-40B4-BE49-F238E27FC236}">
                  <a16:creationId xmlns:a16="http://schemas.microsoft.com/office/drawing/2014/main" id="{3BF0541D-F5B0-2F7D-46BC-F06904346F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7" name="AutoShape 994">
                <a:extLst>
                  <a:ext uri="{FF2B5EF4-FFF2-40B4-BE49-F238E27FC236}">
                    <a16:creationId xmlns:a16="http://schemas.microsoft.com/office/drawing/2014/main" id="{BE823D54-7D89-996B-B968-E14569897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8" name="AutoShape 995">
                <a:extLst>
                  <a:ext uri="{FF2B5EF4-FFF2-40B4-BE49-F238E27FC236}">
                    <a16:creationId xmlns:a16="http://schemas.microsoft.com/office/drawing/2014/main" id="{B4ABDE48-C597-E179-1B7E-98E47AA6E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37" name="Rectangle 996">
              <a:extLst>
                <a:ext uri="{FF2B5EF4-FFF2-40B4-BE49-F238E27FC236}">
                  <a16:creationId xmlns:a16="http://schemas.microsoft.com/office/drawing/2014/main" id="{5396928D-2E28-55B9-B401-D2AC1A6CF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8" name="Rectangle 997">
              <a:extLst>
                <a:ext uri="{FF2B5EF4-FFF2-40B4-BE49-F238E27FC236}">
                  <a16:creationId xmlns:a16="http://schemas.microsoft.com/office/drawing/2014/main" id="{C27E6D56-D586-E47E-65B3-FF5939F5A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39" name="Group 998">
              <a:extLst>
                <a:ext uri="{FF2B5EF4-FFF2-40B4-BE49-F238E27FC236}">
                  <a16:creationId xmlns:a16="http://schemas.microsoft.com/office/drawing/2014/main" id="{7AF32A7F-1AC7-38D3-DA67-0D2F27CDE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5" name="AutoShape 999">
                <a:extLst>
                  <a:ext uri="{FF2B5EF4-FFF2-40B4-BE49-F238E27FC236}">
                    <a16:creationId xmlns:a16="http://schemas.microsoft.com/office/drawing/2014/main" id="{CE9E4745-D9D8-EE54-9430-5908951F00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6" name="AutoShape 1000">
                <a:extLst>
                  <a:ext uri="{FF2B5EF4-FFF2-40B4-BE49-F238E27FC236}">
                    <a16:creationId xmlns:a16="http://schemas.microsoft.com/office/drawing/2014/main" id="{915A5FCC-DF99-DB12-069A-2F4B936E5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40" name="Freeform 1001">
              <a:extLst>
                <a:ext uri="{FF2B5EF4-FFF2-40B4-BE49-F238E27FC236}">
                  <a16:creationId xmlns:a16="http://schemas.microsoft.com/office/drawing/2014/main" id="{D875A25B-2667-D489-3E28-22F9D46D8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41" name="Group 1002">
              <a:extLst>
                <a:ext uri="{FF2B5EF4-FFF2-40B4-BE49-F238E27FC236}">
                  <a16:creationId xmlns:a16="http://schemas.microsoft.com/office/drawing/2014/main" id="{DF30D9F8-6612-E5B7-E5F2-1BCA0CB100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3" name="AutoShape 1003">
                <a:extLst>
                  <a:ext uri="{FF2B5EF4-FFF2-40B4-BE49-F238E27FC236}">
                    <a16:creationId xmlns:a16="http://schemas.microsoft.com/office/drawing/2014/main" id="{D9F2FBE4-DF30-504F-0954-83F868469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4" name="AutoShape 1004">
                <a:extLst>
                  <a:ext uri="{FF2B5EF4-FFF2-40B4-BE49-F238E27FC236}">
                    <a16:creationId xmlns:a16="http://schemas.microsoft.com/office/drawing/2014/main" id="{1A25B9C5-94AA-7309-8D8D-E5C0AB17C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42" name="Rectangle 1005">
              <a:extLst>
                <a:ext uri="{FF2B5EF4-FFF2-40B4-BE49-F238E27FC236}">
                  <a16:creationId xmlns:a16="http://schemas.microsoft.com/office/drawing/2014/main" id="{3C3BE7E1-ADE8-6E34-A72B-DDBE24D42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3" name="Freeform 1006">
              <a:extLst>
                <a:ext uri="{FF2B5EF4-FFF2-40B4-BE49-F238E27FC236}">
                  <a16:creationId xmlns:a16="http://schemas.microsoft.com/office/drawing/2014/main" id="{836CD53F-04C1-1BDA-72C4-C7E325A31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4" name="Freeform 1007">
              <a:extLst>
                <a:ext uri="{FF2B5EF4-FFF2-40B4-BE49-F238E27FC236}">
                  <a16:creationId xmlns:a16="http://schemas.microsoft.com/office/drawing/2014/main" id="{DC193D0A-53C0-022E-7555-FACA2DDB9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5" name="Oval 1008">
              <a:extLst>
                <a:ext uri="{FF2B5EF4-FFF2-40B4-BE49-F238E27FC236}">
                  <a16:creationId xmlns:a16="http://schemas.microsoft.com/office/drawing/2014/main" id="{D751826A-9A63-FC31-2E66-A74A24F18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6" name="Freeform 1009">
              <a:extLst>
                <a:ext uri="{FF2B5EF4-FFF2-40B4-BE49-F238E27FC236}">
                  <a16:creationId xmlns:a16="http://schemas.microsoft.com/office/drawing/2014/main" id="{F8A6789C-5CC4-EE80-1094-EA4CECF2B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7" name="AutoShape 1010">
              <a:extLst>
                <a:ext uri="{FF2B5EF4-FFF2-40B4-BE49-F238E27FC236}">
                  <a16:creationId xmlns:a16="http://schemas.microsoft.com/office/drawing/2014/main" id="{D0459E14-C49A-E1FB-5EDD-C952A875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8" name="AutoShape 1011">
              <a:extLst>
                <a:ext uri="{FF2B5EF4-FFF2-40B4-BE49-F238E27FC236}">
                  <a16:creationId xmlns:a16="http://schemas.microsoft.com/office/drawing/2014/main" id="{6CE5AB0E-596F-864F-544F-D5EB7F16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9" name="Oval 1012">
              <a:extLst>
                <a:ext uri="{FF2B5EF4-FFF2-40B4-BE49-F238E27FC236}">
                  <a16:creationId xmlns:a16="http://schemas.microsoft.com/office/drawing/2014/main" id="{14EB1F6A-B879-8597-F45F-F1E29C613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0" name="Oval 1013">
              <a:extLst>
                <a:ext uri="{FF2B5EF4-FFF2-40B4-BE49-F238E27FC236}">
                  <a16:creationId xmlns:a16="http://schemas.microsoft.com/office/drawing/2014/main" id="{6D4CF890-9729-289C-AE2F-F78FAD52A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" name="Oval 1014">
              <a:extLst>
                <a:ext uri="{FF2B5EF4-FFF2-40B4-BE49-F238E27FC236}">
                  <a16:creationId xmlns:a16="http://schemas.microsoft.com/office/drawing/2014/main" id="{63335154-C57F-20FD-3962-8DD36E7CB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2" name="Rectangle 1015">
              <a:extLst>
                <a:ext uri="{FF2B5EF4-FFF2-40B4-BE49-F238E27FC236}">
                  <a16:creationId xmlns:a16="http://schemas.microsoft.com/office/drawing/2014/main" id="{061DA603-91A1-1AE8-9893-3DB95DC1D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61" name="Group 590">
            <a:extLst>
              <a:ext uri="{FF2B5EF4-FFF2-40B4-BE49-F238E27FC236}">
                <a16:creationId xmlns:a16="http://schemas.microsoft.com/office/drawing/2014/main" id="{DE5B6267-74BF-59E3-8AFD-7897913D9A8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30486" y="4818045"/>
            <a:ext cx="259223" cy="240227"/>
            <a:chOff x="2839" y="3501"/>
            <a:chExt cx="755" cy="803"/>
          </a:xfrm>
        </p:grpSpPr>
        <p:pic>
          <p:nvPicPr>
            <p:cNvPr id="462" name="Picture 591" descr="desktop_computer_stylized_medium">
              <a:extLst>
                <a:ext uri="{FF2B5EF4-FFF2-40B4-BE49-F238E27FC236}">
                  <a16:creationId xmlns:a16="http://schemas.microsoft.com/office/drawing/2014/main" id="{6A4354E2-CD45-BCFA-6624-3729BBAA6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3" name="Freeform 592">
              <a:extLst>
                <a:ext uri="{FF2B5EF4-FFF2-40B4-BE49-F238E27FC236}">
                  <a16:creationId xmlns:a16="http://schemas.microsoft.com/office/drawing/2014/main" id="{B93C3B60-0737-C228-85B0-95797A303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81F91A1E-90B0-6691-32EA-11B3DFF69B46}"/>
              </a:ext>
            </a:extLst>
          </p:cNvPr>
          <p:cNvGrpSpPr/>
          <p:nvPr/>
        </p:nvGrpSpPr>
        <p:grpSpPr>
          <a:xfrm>
            <a:off x="5579306" y="2252044"/>
            <a:ext cx="3108241" cy="3095608"/>
            <a:chOff x="7439074" y="1859725"/>
            <a:chExt cx="4144321" cy="4127477"/>
          </a:xfrm>
        </p:grpSpPr>
        <p:grpSp>
          <p:nvGrpSpPr>
            <p:cNvPr id="465" name="Group 464">
              <a:extLst>
                <a:ext uri="{FF2B5EF4-FFF2-40B4-BE49-F238E27FC236}">
                  <a16:creationId xmlns:a16="http://schemas.microsoft.com/office/drawing/2014/main" id="{2AA96C22-68FE-967D-9425-49FD7785D51E}"/>
                </a:ext>
              </a:extLst>
            </p:cNvPr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id="570" name="Picture 799" descr="cell_tower_radiation copy">
                <a:extLst>
                  <a:ext uri="{FF2B5EF4-FFF2-40B4-BE49-F238E27FC236}">
                    <a16:creationId xmlns:a16="http://schemas.microsoft.com/office/drawing/2014/main" id="{C530E59A-4AFE-D5DE-72D7-EBE8D6945F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71" name="Line 426">
                <a:extLst>
                  <a:ext uri="{FF2B5EF4-FFF2-40B4-BE49-F238E27FC236}">
                    <a16:creationId xmlns:a16="http://schemas.microsoft.com/office/drawing/2014/main" id="{EAEB26CD-CC93-F7B9-5A2A-8A71AF376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07860" y="2700359"/>
                <a:ext cx="227964" cy="1743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572" name="Group 783">
                <a:extLst>
                  <a:ext uri="{FF2B5EF4-FFF2-40B4-BE49-F238E27FC236}">
                    <a16:creationId xmlns:a16="http://schemas.microsoft.com/office/drawing/2014/main" id="{8BF5DE01-6FBC-18BC-D96E-67B834BD89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50698" y="2309376"/>
                <a:ext cx="298450" cy="464008"/>
                <a:chOff x="3130" y="3288"/>
                <a:chExt cx="410" cy="742"/>
              </a:xfrm>
            </p:grpSpPr>
            <p:sp>
              <p:nvSpPr>
                <p:cNvPr id="585" name="Line 270">
                  <a:extLst>
                    <a:ext uri="{FF2B5EF4-FFF2-40B4-BE49-F238E27FC236}">
                      <a16:creationId xmlns:a16="http://schemas.microsoft.com/office/drawing/2014/main" id="{936E5821-0FE5-DB1F-4804-3C7599602D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86" name="Line 271">
                  <a:extLst>
                    <a:ext uri="{FF2B5EF4-FFF2-40B4-BE49-F238E27FC236}">
                      <a16:creationId xmlns:a16="http://schemas.microsoft.com/office/drawing/2014/main" id="{633C7518-F41F-7E5D-E6B3-B895E32C7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87" name="Line 272">
                  <a:extLst>
                    <a:ext uri="{FF2B5EF4-FFF2-40B4-BE49-F238E27FC236}">
                      <a16:creationId xmlns:a16="http://schemas.microsoft.com/office/drawing/2014/main" id="{B4671CD9-D9F8-309B-E300-09269A7448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88" name="Line 273">
                  <a:extLst>
                    <a:ext uri="{FF2B5EF4-FFF2-40B4-BE49-F238E27FC236}">
                      <a16:creationId xmlns:a16="http://schemas.microsoft.com/office/drawing/2014/main" id="{6A331385-6422-243E-B00B-74DE7A00E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89" name="Line 274">
                  <a:extLst>
                    <a:ext uri="{FF2B5EF4-FFF2-40B4-BE49-F238E27FC236}">
                      <a16:creationId xmlns:a16="http://schemas.microsoft.com/office/drawing/2014/main" id="{8455B210-21A4-B402-3D90-EA1FF71FFA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0" name="Line 275">
                  <a:extLst>
                    <a:ext uri="{FF2B5EF4-FFF2-40B4-BE49-F238E27FC236}">
                      <a16:creationId xmlns:a16="http://schemas.microsoft.com/office/drawing/2014/main" id="{C905F6C9-06D2-E728-7EA8-8510BB1B85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1" name="Line 276">
                  <a:extLst>
                    <a:ext uri="{FF2B5EF4-FFF2-40B4-BE49-F238E27FC236}">
                      <a16:creationId xmlns:a16="http://schemas.microsoft.com/office/drawing/2014/main" id="{C888728E-0FE8-42D9-6165-69CC8422E6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2" name="Line 277">
                  <a:extLst>
                    <a:ext uri="{FF2B5EF4-FFF2-40B4-BE49-F238E27FC236}">
                      <a16:creationId xmlns:a16="http://schemas.microsoft.com/office/drawing/2014/main" id="{67A6C8F0-8F94-CA42-84CF-3841D82800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3" name="Line 278">
                  <a:extLst>
                    <a:ext uri="{FF2B5EF4-FFF2-40B4-BE49-F238E27FC236}">
                      <a16:creationId xmlns:a16="http://schemas.microsoft.com/office/drawing/2014/main" id="{EB51490D-82F1-157C-399D-335626A9E4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4" name="Line 279">
                  <a:extLst>
                    <a:ext uri="{FF2B5EF4-FFF2-40B4-BE49-F238E27FC236}">
                      <a16:creationId xmlns:a16="http://schemas.microsoft.com/office/drawing/2014/main" id="{C344B2C7-78F1-657D-0796-91E21C9862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5" name="Line 280">
                  <a:extLst>
                    <a:ext uri="{FF2B5EF4-FFF2-40B4-BE49-F238E27FC236}">
                      <a16:creationId xmlns:a16="http://schemas.microsoft.com/office/drawing/2014/main" id="{A0F04C75-6D25-5A64-DEFE-827325B942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6" name="Line 281">
                  <a:extLst>
                    <a:ext uri="{FF2B5EF4-FFF2-40B4-BE49-F238E27FC236}">
                      <a16:creationId xmlns:a16="http://schemas.microsoft.com/office/drawing/2014/main" id="{7E998ED6-1B56-963C-9DDC-6552FE56E8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7" name="Line 282">
                  <a:extLst>
                    <a:ext uri="{FF2B5EF4-FFF2-40B4-BE49-F238E27FC236}">
                      <a16:creationId xmlns:a16="http://schemas.microsoft.com/office/drawing/2014/main" id="{E51C80D0-AC79-78DF-4D8F-ABB90D7C4B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8" name="Line 283">
                  <a:extLst>
                    <a:ext uri="{FF2B5EF4-FFF2-40B4-BE49-F238E27FC236}">
                      <a16:creationId xmlns:a16="http://schemas.microsoft.com/office/drawing/2014/main" id="{7D2BB318-9CE2-443C-CB55-F5ECA99679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99" name="Line 284">
                  <a:extLst>
                    <a:ext uri="{FF2B5EF4-FFF2-40B4-BE49-F238E27FC236}">
                      <a16:creationId xmlns:a16="http://schemas.microsoft.com/office/drawing/2014/main" id="{DCDE589F-431D-7AE6-D1C3-69CCE700AE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grpSp>
            <p:nvGrpSpPr>
              <p:cNvPr id="573" name="Group 572">
                <a:extLst>
                  <a:ext uri="{FF2B5EF4-FFF2-40B4-BE49-F238E27FC236}">
                    <a16:creationId xmlns:a16="http://schemas.microsoft.com/office/drawing/2014/main" id="{86A193A0-B492-68BD-D31A-F6E9F0AB2890}"/>
                  </a:ext>
                </a:extLst>
              </p:cNvPr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578" name="Freeform 407">
                  <a:extLst>
                    <a:ext uri="{FF2B5EF4-FFF2-40B4-BE49-F238E27FC236}">
                      <a16:creationId xmlns:a16="http://schemas.microsoft.com/office/drawing/2014/main" id="{5BEC6EF7-7092-126A-CFC6-B7665637FF5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r>
                    <a:rPr lang="en-US" sz="135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579" name="Oval 578">
                  <a:extLst>
                    <a:ext uri="{FF2B5EF4-FFF2-40B4-BE49-F238E27FC236}">
                      <a16:creationId xmlns:a16="http://schemas.microsoft.com/office/drawing/2014/main" id="{92C02B6A-D6D3-761A-590A-85680D9BE009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r>
                    <a:rPr lang="en-US" sz="135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580" name="Group 579">
                  <a:extLst>
                    <a:ext uri="{FF2B5EF4-FFF2-40B4-BE49-F238E27FC236}">
                      <a16:creationId xmlns:a16="http://schemas.microsoft.com/office/drawing/2014/main" id="{FA62F2EE-6178-AD26-154E-DA763FF2BAAD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81" name="Freeform 410">
                    <a:extLst>
                      <a:ext uri="{FF2B5EF4-FFF2-40B4-BE49-F238E27FC236}">
                        <a16:creationId xmlns:a16="http://schemas.microsoft.com/office/drawing/2014/main" id="{370969C7-F77E-B58A-D734-29549F0C8C1F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582" name="Freeform 411">
                    <a:extLst>
                      <a:ext uri="{FF2B5EF4-FFF2-40B4-BE49-F238E27FC236}">
                        <a16:creationId xmlns:a16="http://schemas.microsoft.com/office/drawing/2014/main" id="{050B4057-CFB7-6E78-A638-671160878A99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583" name="Freeform 412">
                    <a:extLst>
                      <a:ext uri="{FF2B5EF4-FFF2-40B4-BE49-F238E27FC236}">
                        <a16:creationId xmlns:a16="http://schemas.microsoft.com/office/drawing/2014/main" id="{E15C5BB6-1E5E-F56C-2FE9-342EA55CBB83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584" name="Freeform 413">
                    <a:extLst>
                      <a:ext uri="{FF2B5EF4-FFF2-40B4-BE49-F238E27FC236}">
                        <a16:creationId xmlns:a16="http://schemas.microsoft.com/office/drawing/2014/main" id="{4F38F655-036C-52F6-FAFC-50C14C50DDD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pic>
            <p:nvPicPr>
              <p:cNvPr id="574" name="Picture 654" descr="antenna_radiation_stylized">
                <a:extLst>
                  <a:ext uri="{FF2B5EF4-FFF2-40B4-BE49-F238E27FC236}">
                    <a16:creationId xmlns:a16="http://schemas.microsoft.com/office/drawing/2014/main" id="{0F2AFDD7-982B-F558-5026-B83A0E3550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5" name="Picture 1017" descr="antenna_stylized">
                <a:extLst>
                  <a:ext uri="{FF2B5EF4-FFF2-40B4-BE49-F238E27FC236}">
                    <a16:creationId xmlns:a16="http://schemas.microsoft.com/office/drawing/2014/main" id="{BEA200D8-44F7-87E9-8A78-F8675FA9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6" name="Picture 1017" descr="antenna_stylized">
                <a:extLst>
                  <a:ext uri="{FF2B5EF4-FFF2-40B4-BE49-F238E27FC236}">
                    <a16:creationId xmlns:a16="http://schemas.microsoft.com/office/drawing/2014/main" id="{D017BC87-0796-B5F5-2815-264F5A03F4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7" name="Picture 1017" descr="antenna_stylized">
                <a:extLst>
                  <a:ext uri="{FF2B5EF4-FFF2-40B4-BE49-F238E27FC236}">
                    <a16:creationId xmlns:a16="http://schemas.microsoft.com/office/drawing/2014/main" id="{56C2F2B7-299D-B716-B76B-2EEE89F28E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0FB3A401-9F3A-7CF5-9C60-A537B2E15871}"/>
                </a:ext>
              </a:extLst>
            </p:cNvPr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id="555" name="Picture 777" descr="access_point_stylized_small">
                <a:extLst>
                  <a:ext uri="{FF2B5EF4-FFF2-40B4-BE49-F238E27FC236}">
                    <a16:creationId xmlns:a16="http://schemas.microsoft.com/office/drawing/2014/main" id="{C6CF1CC4-CCDD-7369-D16C-476BB06882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556" name="Group 555">
                <a:extLst>
                  <a:ext uri="{FF2B5EF4-FFF2-40B4-BE49-F238E27FC236}">
                    <a16:creationId xmlns:a16="http://schemas.microsoft.com/office/drawing/2014/main" id="{FFDDD9AD-A792-7E82-D5D0-ABE0B93CEDEC}"/>
                  </a:ext>
                </a:extLst>
              </p:cNvPr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sp>
              <p:nvSpPr>
                <p:cNvPr id="557" name="Line 443">
                  <a:extLst>
                    <a:ext uri="{FF2B5EF4-FFF2-40B4-BE49-F238E27FC236}">
                      <a16:creationId xmlns:a16="http://schemas.microsoft.com/office/drawing/2014/main" id="{0FAD9EF0-8754-7816-B804-2B42BADFE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47778" y="3829970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58" name="Line 449">
                  <a:extLst>
                    <a:ext uri="{FF2B5EF4-FFF2-40B4-BE49-F238E27FC236}">
                      <a16:creationId xmlns:a16="http://schemas.microsoft.com/office/drawing/2014/main" id="{764FA7B9-4CD8-3B21-60FB-977BEA834A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57253" y="4041107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pic>
              <p:nvPicPr>
                <p:cNvPr id="559" name="Picture 778" descr="antenna_radiation_stylized">
                  <a:extLst>
                    <a:ext uri="{FF2B5EF4-FFF2-40B4-BE49-F238E27FC236}">
                      <a16:creationId xmlns:a16="http://schemas.microsoft.com/office/drawing/2014/main" id="{15141DCF-C96E-8DC1-82F2-C350095A38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560" name="Group 559">
                  <a:extLst>
                    <a:ext uri="{FF2B5EF4-FFF2-40B4-BE49-F238E27FC236}">
                      <a16:creationId xmlns:a16="http://schemas.microsoft.com/office/drawing/2014/main" id="{D71E13BF-3091-69B2-A855-D650D53ED41C}"/>
                    </a:ext>
                  </a:extLst>
                </p:cNvPr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563" name="Freeform 415">
                    <a:extLst>
                      <a:ext uri="{FF2B5EF4-FFF2-40B4-BE49-F238E27FC236}">
                        <a16:creationId xmlns:a16="http://schemas.microsoft.com/office/drawing/2014/main" id="{CEAD2866-BE43-4CAC-61BE-6323ACB8A5BC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r>
                      <a:rPr lang="en-US" sz="1350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     </a:t>
                    </a:r>
                  </a:p>
                </p:txBody>
              </p:sp>
              <p:sp>
                <p:nvSpPr>
                  <p:cNvPr id="564" name="Oval 563">
                    <a:extLst>
                      <a:ext uri="{FF2B5EF4-FFF2-40B4-BE49-F238E27FC236}">
                        <a16:creationId xmlns:a16="http://schemas.microsoft.com/office/drawing/2014/main" id="{0F7F6CF1-A5C5-4A08-FF92-7BC714D4594B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r>
                      <a:rPr lang="en-US" sz="1350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</a:t>
                    </a:r>
                  </a:p>
                </p:txBody>
              </p:sp>
              <p:grpSp>
                <p:nvGrpSpPr>
                  <p:cNvPr id="565" name="Group 564">
                    <a:extLst>
                      <a:ext uri="{FF2B5EF4-FFF2-40B4-BE49-F238E27FC236}">
                        <a16:creationId xmlns:a16="http://schemas.microsoft.com/office/drawing/2014/main" id="{3C85917A-269B-A981-5369-98FA5DA8D7FC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66" name="Freeform 418">
                      <a:extLst>
                        <a:ext uri="{FF2B5EF4-FFF2-40B4-BE49-F238E27FC236}">
                          <a16:creationId xmlns:a16="http://schemas.microsoft.com/office/drawing/2014/main" id="{00263A12-CE71-2BB5-D261-936AD26DE2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67" name="Freeform 419">
                      <a:extLst>
                        <a:ext uri="{FF2B5EF4-FFF2-40B4-BE49-F238E27FC236}">
                          <a16:creationId xmlns:a16="http://schemas.microsoft.com/office/drawing/2014/main" id="{D7AB9FF0-EA1C-3D32-D537-E0933E5EEC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68" name="Freeform 420">
                      <a:extLst>
                        <a:ext uri="{FF2B5EF4-FFF2-40B4-BE49-F238E27FC236}">
                          <a16:creationId xmlns:a16="http://schemas.microsoft.com/office/drawing/2014/main" id="{27B801C2-0543-46C1-AA71-38EF145CC5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69" name="Freeform 421">
                      <a:extLst>
                        <a:ext uri="{FF2B5EF4-FFF2-40B4-BE49-F238E27FC236}">
                          <a16:creationId xmlns:a16="http://schemas.microsoft.com/office/drawing/2014/main" id="{F0268488-B408-9C6D-D8F7-1C33ED44BC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</p:grpSp>
            <p:pic>
              <p:nvPicPr>
                <p:cNvPr id="561" name="Picture 1115" descr="antenna_stylized">
                  <a:extLst>
                    <a:ext uri="{FF2B5EF4-FFF2-40B4-BE49-F238E27FC236}">
                      <a16:creationId xmlns:a16="http://schemas.microsoft.com/office/drawing/2014/main" id="{174C5301-FCA3-2A81-2AFA-7F5B56683BC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62" name="Picture 1115" descr="antenna_stylized">
                  <a:extLst>
                    <a:ext uri="{FF2B5EF4-FFF2-40B4-BE49-F238E27FC236}">
                      <a16:creationId xmlns:a16="http://schemas.microsoft.com/office/drawing/2014/main" id="{CFDE22ED-C193-1652-F6E6-E2CE35A075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C8A995F6-60BE-1FD6-12C0-652980509C38}"/>
                </a:ext>
              </a:extLst>
            </p:cNvPr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04EDE8F9-8161-AC1C-6C48-E3D3BE2B63D4}"/>
                  </a:ext>
                </a:extLst>
              </p:cNvPr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548" name="Freeform 455">
                  <a:extLst>
                    <a:ext uri="{FF2B5EF4-FFF2-40B4-BE49-F238E27FC236}">
                      <a16:creationId xmlns:a16="http://schemas.microsoft.com/office/drawing/2014/main" id="{5278A272-0804-028E-C1AA-BA580C4A44A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r>
                    <a:rPr lang="en-US" sz="135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549" name="Oval 548">
                  <a:extLst>
                    <a:ext uri="{FF2B5EF4-FFF2-40B4-BE49-F238E27FC236}">
                      <a16:creationId xmlns:a16="http://schemas.microsoft.com/office/drawing/2014/main" id="{7091815E-A8CD-B0A8-D31F-C6056D0B89BE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r>
                    <a:rPr lang="en-US" sz="135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550" name="Group 549">
                  <a:extLst>
                    <a:ext uri="{FF2B5EF4-FFF2-40B4-BE49-F238E27FC236}">
                      <a16:creationId xmlns:a16="http://schemas.microsoft.com/office/drawing/2014/main" id="{83BDB2A3-138B-EDAF-F685-F54DE06F0AD9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51" name="Freeform 458">
                    <a:extLst>
                      <a:ext uri="{FF2B5EF4-FFF2-40B4-BE49-F238E27FC236}">
                        <a16:creationId xmlns:a16="http://schemas.microsoft.com/office/drawing/2014/main" id="{AE2D60B4-5791-3C3D-D036-258BD56E612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552" name="Freeform 459">
                    <a:extLst>
                      <a:ext uri="{FF2B5EF4-FFF2-40B4-BE49-F238E27FC236}">
                        <a16:creationId xmlns:a16="http://schemas.microsoft.com/office/drawing/2014/main" id="{39DE8994-951C-F893-2DAE-55F9038E2A2B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553" name="Freeform 460">
                    <a:extLst>
                      <a:ext uri="{FF2B5EF4-FFF2-40B4-BE49-F238E27FC236}">
                        <a16:creationId xmlns:a16="http://schemas.microsoft.com/office/drawing/2014/main" id="{011F57A5-86D6-C729-26D2-7197CBE3A71A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554" name="Freeform 461">
                    <a:extLst>
                      <a:ext uri="{FF2B5EF4-FFF2-40B4-BE49-F238E27FC236}">
                        <a16:creationId xmlns:a16="http://schemas.microsoft.com/office/drawing/2014/main" id="{DE4EC8E4-C9FF-24E2-7295-BBDD44B29845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42" name="Group 541">
                <a:extLst>
                  <a:ext uri="{FF2B5EF4-FFF2-40B4-BE49-F238E27FC236}">
                    <a16:creationId xmlns:a16="http://schemas.microsoft.com/office/drawing/2014/main" id="{12C64F96-BEA2-6621-77AC-0D3512BEB093}"/>
                  </a:ext>
                </a:extLst>
              </p:cNvPr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543" name="Straight Connector 542">
                  <a:extLst>
                    <a:ext uri="{FF2B5EF4-FFF2-40B4-BE49-F238E27FC236}">
                      <a16:creationId xmlns:a16="http://schemas.microsoft.com/office/drawing/2014/main" id="{A2F69375-4071-4DCA-41B8-0A28E5B26847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44" name="Group 543">
                  <a:extLst>
                    <a:ext uri="{FF2B5EF4-FFF2-40B4-BE49-F238E27FC236}">
                      <a16:creationId xmlns:a16="http://schemas.microsoft.com/office/drawing/2014/main" id="{827DEBFF-3C2E-8616-51EC-453F885E7422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545" name="Picture 544" descr="server_rack.png">
                    <a:extLst>
                      <a:ext uri="{FF2B5EF4-FFF2-40B4-BE49-F238E27FC236}">
                        <a16:creationId xmlns:a16="http://schemas.microsoft.com/office/drawing/2014/main" id="{85E340E3-4964-73E6-BB87-D613881DE7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546" name="Picture 545" descr="server_rack.png">
                    <a:extLst>
                      <a:ext uri="{FF2B5EF4-FFF2-40B4-BE49-F238E27FC236}">
                        <a16:creationId xmlns:a16="http://schemas.microsoft.com/office/drawing/2014/main" id="{5459F3E4-EB04-C784-411B-0D455C4A74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547" name="Picture 546" descr="server_rack.png">
                    <a:extLst>
                      <a:ext uri="{FF2B5EF4-FFF2-40B4-BE49-F238E27FC236}">
                        <a16:creationId xmlns:a16="http://schemas.microsoft.com/office/drawing/2014/main" id="{463CFA59-98AE-DDB4-40B2-2AE9CDEB9F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6FD801FE-AB2B-0F34-1C2B-5D5DA0BBCB44}"/>
                </a:ext>
              </a:extLst>
            </p:cNvPr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sp>
            <p:nvSpPr>
              <p:cNvPr id="484" name="Line 428">
                <a:extLst>
                  <a:ext uri="{FF2B5EF4-FFF2-40B4-BE49-F238E27FC236}">
                    <a16:creationId xmlns:a16="http://schemas.microsoft.com/office/drawing/2014/main" id="{95E072DA-97D9-A4DC-8478-77D617C91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789609" y="5251739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85" name="Line 435">
                <a:extLst>
                  <a:ext uri="{FF2B5EF4-FFF2-40B4-BE49-F238E27FC236}">
                    <a16:creationId xmlns:a16="http://schemas.microsoft.com/office/drawing/2014/main" id="{70FA13BC-72C0-0738-0965-5F5C036E44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10207" y="5117334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86" name="Line 440">
                <a:extLst>
                  <a:ext uri="{FF2B5EF4-FFF2-40B4-BE49-F238E27FC236}">
                    <a16:creationId xmlns:a16="http://schemas.microsoft.com/office/drawing/2014/main" id="{E7B0D2B1-429A-D2C7-4BD1-67118879E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59425" y="5036562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B70B5D86-CB40-C8D5-28C4-050F1019DDE0}"/>
                  </a:ext>
                </a:extLst>
              </p:cNvPr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sp>
              <p:nvSpPr>
                <p:cNvPr id="488" name="Line 430">
                  <a:extLst>
                    <a:ext uri="{FF2B5EF4-FFF2-40B4-BE49-F238E27FC236}">
                      <a16:creationId xmlns:a16="http://schemas.microsoft.com/office/drawing/2014/main" id="{96D96388-72D5-6ACC-FE9E-03C9F64B99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09926" y="5405286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89" name="Line 431">
                  <a:extLst>
                    <a:ext uri="{FF2B5EF4-FFF2-40B4-BE49-F238E27FC236}">
                      <a16:creationId xmlns:a16="http://schemas.microsoft.com/office/drawing/2014/main" id="{7D77308E-C737-4659-9BB7-2AA01064E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32959" y="4838517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90" name="Line 432">
                  <a:extLst>
                    <a:ext uri="{FF2B5EF4-FFF2-40B4-BE49-F238E27FC236}">
                      <a16:creationId xmlns:a16="http://schemas.microsoft.com/office/drawing/2014/main" id="{C77BA218-D4C3-2E24-5A2D-1AD45F267D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50066" y="4838517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91" name="Line 433">
                  <a:extLst>
                    <a:ext uri="{FF2B5EF4-FFF2-40B4-BE49-F238E27FC236}">
                      <a16:creationId xmlns:a16="http://schemas.microsoft.com/office/drawing/2014/main" id="{0772517A-1256-7FD1-10B1-6F61CA2A9C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21744" y="5108876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92" name="Line 436">
                  <a:extLst>
                    <a:ext uri="{FF2B5EF4-FFF2-40B4-BE49-F238E27FC236}">
                      <a16:creationId xmlns:a16="http://schemas.microsoft.com/office/drawing/2014/main" id="{D05CAD58-15C0-3D6D-ED25-CB17B2B734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48367" y="5290470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93" name="Line 439">
                  <a:extLst>
                    <a:ext uri="{FF2B5EF4-FFF2-40B4-BE49-F238E27FC236}">
                      <a16:creationId xmlns:a16="http://schemas.microsoft.com/office/drawing/2014/main" id="{6BA65060-63B3-96DA-638E-14D8D6D574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73817" y="5282252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94" name="Line 440">
                  <a:extLst>
                    <a:ext uri="{FF2B5EF4-FFF2-40B4-BE49-F238E27FC236}">
                      <a16:creationId xmlns:a16="http://schemas.microsoft.com/office/drawing/2014/main" id="{7D25C32F-C62B-5663-2555-C6239F3928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488731" y="5307931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95" name="Line 441">
                  <a:extLst>
                    <a:ext uri="{FF2B5EF4-FFF2-40B4-BE49-F238E27FC236}">
                      <a16:creationId xmlns:a16="http://schemas.microsoft.com/office/drawing/2014/main" id="{124B5C37-0176-D2EE-1F95-90B4463ED3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88731" y="5258048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96" name="Line 428">
                  <a:extLst>
                    <a:ext uri="{FF2B5EF4-FFF2-40B4-BE49-F238E27FC236}">
                      <a16:creationId xmlns:a16="http://schemas.microsoft.com/office/drawing/2014/main" id="{43474D24-FCCB-959F-E4C5-F6B1F304AA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85545" y="5583471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pic>
              <p:nvPicPr>
                <p:cNvPr id="497" name="Picture 781" descr="antenna_radiation_stylized">
                  <a:extLst>
                    <a:ext uri="{FF2B5EF4-FFF2-40B4-BE49-F238E27FC236}">
                      <a16:creationId xmlns:a16="http://schemas.microsoft.com/office/drawing/2014/main" id="{F9C162EB-7D76-9A6D-03F1-A43240DFF34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98" name="Picture 780" descr="access_point_stylized_small">
                  <a:extLst>
                    <a:ext uri="{FF2B5EF4-FFF2-40B4-BE49-F238E27FC236}">
                      <a16:creationId xmlns:a16="http://schemas.microsoft.com/office/drawing/2014/main" id="{BC82E5B7-C5BB-8FAC-DF7C-E2EE73B145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499" name="Group 498">
                  <a:extLst>
                    <a:ext uri="{FF2B5EF4-FFF2-40B4-BE49-F238E27FC236}">
                      <a16:creationId xmlns:a16="http://schemas.microsoft.com/office/drawing/2014/main" id="{C1908D4D-4E77-5DF7-B448-17B88A5EF7D3}"/>
                    </a:ext>
                  </a:extLst>
                </p:cNvPr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34" name="Freeform 471">
                    <a:extLst>
                      <a:ext uri="{FF2B5EF4-FFF2-40B4-BE49-F238E27FC236}">
                        <a16:creationId xmlns:a16="http://schemas.microsoft.com/office/drawing/2014/main" id="{54C1BC41-58BD-24C8-7A9E-0FFCF54C2BF2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r>
                      <a:rPr lang="en-US" sz="1350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     </a:t>
                    </a:r>
                  </a:p>
                </p:txBody>
              </p:sp>
              <p:sp>
                <p:nvSpPr>
                  <p:cNvPr id="535" name="Oval 534">
                    <a:extLst>
                      <a:ext uri="{FF2B5EF4-FFF2-40B4-BE49-F238E27FC236}">
                        <a16:creationId xmlns:a16="http://schemas.microsoft.com/office/drawing/2014/main" id="{F25C318C-BE95-6315-1638-2129A1D32A6C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r>
                      <a:rPr lang="en-US" sz="1350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</a:t>
                    </a:r>
                  </a:p>
                </p:txBody>
              </p:sp>
              <p:grpSp>
                <p:nvGrpSpPr>
                  <p:cNvPr id="536" name="Group 535">
                    <a:extLst>
                      <a:ext uri="{FF2B5EF4-FFF2-40B4-BE49-F238E27FC236}">
                        <a16:creationId xmlns:a16="http://schemas.microsoft.com/office/drawing/2014/main" id="{E467EA62-D76D-F361-6880-80B0D50F2C6F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7" name="Freeform 474">
                      <a:extLst>
                        <a:ext uri="{FF2B5EF4-FFF2-40B4-BE49-F238E27FC236}">
                          <a16:creationId xmlns:a16="http://schemas.microsoft.com/office/drawing/2014/main" id="{ADAB240F-01E3-42E5-2704-2D4C9C4858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38" name="Freeform 475">
                      <a:extLst>
                        <a:ext uri="{FF2B5EF4-FFF2-40B4-BE49-F238E27FC236}">
                          <a16:creationId xmlns:a16="http://schemas.microsoft.com/office/drawing/2014/main" id="{343ACEDB-1FDA-D154-AE4D-10B8462E59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39" name="Freeform 476">
                      <a:extLst>
                        <a:ext uri="{FF2B5EF4-FFF2-40B4-BE49-F238E27FC236}">
                          <a16:creationId xmlns:a16="http://schemas.microsoft.com/office/drawing/2014/main" id="{A6403FA2-171E-8E72-900A-3E2CC349F0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40" name="Freeform 477">
                      <a:extLst>
                        <a:ext uri="{FF2B5EF4-FFF2-40B4-BE49-F238E27FC236}">
                          <a16:creationId xmlns:a16="http://schemas.microsoft.com/office/drawing/2014/main" id="{D9CA969A-93D6-FCF1-C379-F4E65FCD80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</p:grpSp>
            <p:grpSp>
              <p:nvGrpSpPr>
                <p:cNvPr id="500" name="Group 499">
                  <a:extLst>
                    <a:ext uri="{FF2B5EF4-FFF2-40B4-BE49-F238E27FC236}">
                      <a16:creationId xmlns:a16="http://schemas.microsoft.com/office/drawing/2014/main" id="{B80EA30E-0ED9-70FD-A798-E0A4FD5FBA5D}"/>
                    </a:ext>
                  </a:extLst>
                </p:cNvPr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27" name="Rectangle 526">
                    <a:extLst>
                      <a:ext uri="{FF2B5EF4-FFF2-40B4-BE49-F238E27FC236}">
                        <a16:creationId xmlns:a16="http://schemas.microsoft.com/office/drawing/2014/main" id="{58ECC7E6-B805-F10E-F478-D95814D8DCB2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528" name="Freeform 521">
                    <a:extLst>
                      <a:ext uri="{FF2B5EF4-FFF2-40B4-BE49-F238E27FC236}">
                        <a16:creationId xmlns:a16="http://schemas.microsoft.com/office/drawing/2014/main" id="{37B9BF14-901C-9983-B022-059F081F1170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grpSp>
                <p:nvGrpSpPr>
                  <p:cNvPr id="529" name="Group 528">
                    <a:extLst>
                      <a:ext uri="{FF2B5EF4-FFF2-40B4-BE49-F238E27FC236}">
                        <a16:creationId xmlns:a16="http://schemas.microsoft.com/office/drawing/2014/main" id="{AA856BE8-536B-4CC9-5BEA-2541082CFE36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0" name="Freeform 523">
                      <a:extLst>
                        <a:ext uri="{FF2B5EF4-FFF2-40B4-BE49-F238E27FC236}">
                          <a16:creationId xmlns:a16="http://schemas.microsoft.com/office/drawing/2014/main" id="{D63B262E-7DB9-8A6A-B045-0F77875B3D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31" name="Freeform 524">
                      <a:extLst>
                        <a:ext uri="{FF2B5EF4-FFF2-40B4-BE49-F238E27FC236}">
                          <a16:creationId xmlns:a16="http://schemas.microsoft.com/office/drawing/2014/main" id="{2231567B-5B6E-16AF-627D-3CC6FDD87B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32" name="Freeform 525">
                      <a:extLst>
                        <a:ext uri="{FF2B5EF4-FFF2-40B4-BE49-F238E27FC236}">
                          <a16:creationId xmlns:a16="http://schemas.microsoft.com/office/drawing/2014/main" id="{F5DD7B82-140E-2C45-BCD7-D6724E112C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33" name="Freeform 526">
                      <a:extLst>
                        <a:ext uri="{FF2B5EF4-FFF2-40B4-BE49-F238E27FC236}">
                          <a16:creationId xmlns:a16="http://schemas.microsoft.com/office/drawing/2014/main" id="{4807FCAF-E130-06CD-8E64-0A73D50332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</p:grpSp>
            <p:grpSp>
              <p:nvGrpSpPr>
                <p:cNvPr id="501" name="Group 500">
                  <a:extLst>
                    <a:ext uri="{FF2B5EF4-FFF2-40B4-BE49-F238E27FC236}">
                      <a16:creationId xmlns:a16="http://schemas.microsoft.com/office/drawing/2014/main" id="{345214AD-3A16-4B7A-530B-2D4B2E97FF1F}"/>
                    </a:ext>
                  </a:extLst>
                </p:cNvPr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20" name="Freeform 479">
                    <a:extLst>
                      <a:ext uri="{FF2B5EF4-FFF2-40B4-BE49-F238E27FC236}">
                        <a16:creationId xmlns:a16="http://schemas.microsoft.com/office/drawing/2014/main" id="{D26CA0AA-199E-34A7-AC70-3D045E51B9F9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r>
                      <a:rPr lang="en-US" sz="1350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     </a:t>
                    </a:r>
                  </a:p>
                </p:txBody>
              </p:sp>
              <p:sp>
                <p:nvSpPr>
                  <p:cNvPr id="521" name="Oval 520">
                    <a:extLst>
                      <a:ext uri="{FF2B5EF4-FFF2-40B4-BE49-F238E27FC236}">
                        <a16:creationId xmlns:a16="http://schemas.microsoft.com/office/drawing/2014/main" id="{572EC49D-E841-6872-6411-738592A9330E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r>
                      <a:rPr lang="en-US" sz="1350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</a:t>
                    </a:r>
                  </a:p>
                </p:txBody>
              </p:sp>
              <p:grpSp>
                <p:nvGrpSpPr>
                  <p:cNvPr id="522" name="Group 521">
                    <a:extLst>
                      <a:ext uri="{FF2B5EF4-FFF2-40B4-BE49-F238E27FC236}">
                        <a16:creationId xmlns:a16="http://schemas.microsoft.com/office/drawing/2014/main" id="{99F2AAA2-5B92-78D0-92E4-30E47B1FB8BC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23" name="Freeform 482">
                      <a:extLst>
                        <a:ext uri="{FF2B5EF4-FFF2-40B4-BE49-F238E27FC236}">
                          <a16:creationId xmlns:a16="http://schemas.microsoft.com/office/drawing/2014/main" id="{47943183-B3BD-4E61-B955-7E31A2A4EA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24" name="Freeform 483">
                      <a:extLst>
                        <a:ext uri="{FF2B5EF4-FFF2-40B4-BE49-F238E27FC236}">
                          <a16:creationId xmlns:a16="http://schemas.microsoft.com/office/drawing/2014/main" id="{5446C640-9D85-51CA-E806-4FF76BEC3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25" name="Freeform 484">
                      <a:extLst>
                        <a:ext uri="{FF2B5EF4-FFF2-40B4-BE49-F238E27FC236}">
                          <a16:creationId xmlns:a16="http://schemas.microsoft.com/office/drawing/2014/main" id="{DB695A6C-2435-A7DA-6B5F-7BD6CB39AB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26" name="Freeform 485">
                      <a:extLst>
                        <a:ext uri="{FF2B5EF4-FFF2-40B4-BE49-F238E27FC236}">
                          <a16:creationId xmlns:a16="http://schemas.microsoft.com/office/drawing/2014/main" id="{23FA9CE7-77BF-3DDA-519D-6DE62150EE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</p:grpSp>
            <p:grpSp>
              <p:nvGrpSpPr>
                <p:cNvPr id="502" name="Group 501">
                  <a:extLst>
                    <a:ext uri="{FF2B5EF4-FFF2-40B4-BE49-F238E27FC236}">
                      <a16:creationId xmlns:a16="http://schemas.microsoft.com/office/drawing/2014/main" id="{D34DD26D-658B-DE6A-04BA-01E2E32C0AD6}"/>
                    </a:ext>
                  </a:extLst>
                </p:cNvPr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13" name="Rectangle 512">
                    <a:extLst>
                      <a:ext uri="{FF2B5EF4-FFF2-40B4-BE49-F238E27FC236}">
                        <a16:creationId xmlns:a16="http://schemas.microsoft.com/office/drawing/2014/main" id="{06C4B64F-0F41-A8D7-9F89-0A2617B8F414}"/>
                      </a:ext>
                    </a:extLst>
                  </p:cNvPr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514" name="Freeform 530">
                    <a:extLst>
                      <a:ext uri="{FF2B5EF4-FFF2-40B4-BE49-F238E27FC236}">
                        <a16:creationId xmlns:a16="http://schemas.microsoft.com/office/drawing/2014/main" id="{FC9A3FDB-6F89-7651-8A60-50FE02EB9504}"/>
                      </a:ext>
                    </a:extLst>
                  </p:cNvPr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avLst/>
                    <a:gdLst>
                      <a:gd name="connsiteX0" fmla="*/ 0 w 3783724"/>
                      <a:gd name="connsiteY0" fmla="*/ 1313793 h 1324303"/>
                      <a:gd name="connsiteX1" fmla="*/ 0 w 3783724"/>
                      <a:gd name="connsiteY1" fmla="*/ 1313793 h 1324303"/>
                      <a:gd name="connsiteX2" fmla="*/ 252248 w 3783724"/>
                      <a:gd name="connsiteY2" fmla="*/ 0 h 1324303"/>
                      <a:gd name="connsiteX3" fmla="*/ 3415862 w 3783724"/>
                      <a:gd name="connsiteY3" fmla="*/ 21020 h 1324303"/>
                      <a:gd name="connsiteX4" fmla="*/ 3783724 w 3783724"/>
                      <a:gd name="connsiteY4" fmla="*/ 1324303 h 1324303"/>
                      <a:gd name="connsiteX5" fmla="*/ 0 w 3783724"/>
                      <a:gd name="connsiteY5" fmla="*/ 1313793 h 13243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83724" h="1324303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grpSp>
                <p:nvGrpSpPr>
                  <p:cNvPr id="515" name="Group 514">
                    <a:extLst>
                      <a:ext uri="{FF2B5EF4-FFF2-40B4-BE49-F238E27FC236}">
                        <a16:creationId xmlns:a16="http://schemas.microsoft.com/office/drawing/2014/main" id="{6C6417BE-311F-21D7-C9CA-325D140850DB}"/>
                      </a:ext>
                    </a:extLst>
                  </p:cNvPr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16" name="Freeform 532">
                      <a:extLst>
                        <a:ext uri="{FF2B5EF4-FFF2-40B4-BE49-F238E27FC236}">
                          <a16:creationId xmlns:a16="http://schemas.microsoft.com/office/drawing/2014/main" id="{E52EF6E4-6793-59D3-32F8-2D6AAA777F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17" name="Freeform 533">
                      <a:extLst>
                        <a:ext uri="{FF2B5EF4-FFF2-40B4-BE49-F238E27FC236}">
                          <a16:creationId xmlns:a16="http://schemas.microsoft.com/office/drawing/2014/main" id="{9167E4E4-2F90-6322-83A8-188B957111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18" name="Freeform 534">
                      <a:extLst>
                        <a:ext uri="{FF2B5EF4-FFF2-40B4-BE49-F238E27FC236}">
                          <a16:creationId xmlns:a16="http://schemas.microsoft.com/office/drawing/2014/main" id="{ADF48950-FB10-36C7-1DFD-955F52AEE5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19" name="Freeform 535">
                      <a:extLst>
                        <a:ext uri="{FF2B5EF4-FFF2-40B4-BE49-F238E27FC236}">
                          <a16:creationId xmlns:a16="http://schemas.microsoft.com/office/drawing/2014/main" id="{E5017D15-E282-56E6-FB43-E0160186E6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</p:grpSp>
            <p:grpSp>
              <p:nvGrpSpPr>
                <p:cNvPr id="503" name="Group 502">
                  <a:extLst>
                    <a:ext uri="{FF2B5EF4-FFF2-40B4-BE49-F238E27FC236}">
                      <a16:creationId xmlns:a16="http://schemas.microsoft.com/office/drawing/2014/main" id="{49B0EBEB-5F6E-4EE3-1300-5DFFE5CA710A}"/>
                    </a:ext>
                  </a:extLst>
                </p:cNvPr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06" name="Freeform 463">
                    <a:extLst>
                      <a:ext uri="{FF2B5EF4-FFF2-40B4-BE49-F238E27FC236}">
                        <a16:creationId xmlns:a16="http://schemas.microsoft.com/office/drawing/2014/main" id="{DAAD5B0C-4285-6211-7D89-8BB52AEE6D56}"/>
                      </a:ext>
                    </a:extLst>
                  </p:cNvPr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avLst/>
                    <a:gdLst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17076"/>
                      <a:gd name="connsiteX1" fmla="*/ 8187558 w 8187558"/>
                      <a:gd name="connsiteY1" fmla="*/ 1271752 h 2617076"/>
                      <a:gd name="connsiteX2" fmla="*/ 4025462 w 8187558"/>
                      <a:gd name="connsiteY2" fmla="*/ 2617076 h 2617076"/>
                      <a:gd name="connsiteX3" fmla="*/ 0 w 8187558"/>
                      <a:gd name="connsiteY3" fmla="*/ 1229711 h 2617076"/>
                      <a:gd name="connsiteX4" fmla="*/ 31531 w 8187558"/>
                      <a:gd name="connsiteY4" fmla="*/ 147145 h 2617076"/>
                      <a:gd name="connsiteX5" fmla="*/ 4046482 w 8187558"/>
                      <a:gd name="connsiteY5" fmla="*/ 1576552 h 2617076"/>
                      <a:gd name="connsiteX6" fmla="*/ 8187558 w 8187558"/>
                      <a:gd name="connsiteY6" fmla="*/ 0 h 2617076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46482 w 8187558"/>
                      <a:gd name="connsiteY5" fmla="*/ 157655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88524 w 8187558"/>
                      <a:gd name="connsiteY5" fmla="*/ 1597573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87558 w 8187558"/>
                      <a:gd name="connsiteY0" fmla="*/ 0 h 2638097"/>
                      <a:gd name="connsiteX1" fmla="*/ 8187558 w 8187558"/>
                      <a:gd name="connsiteY1" fmla="*/ 1271752 h 2638097"/>
                      <a:gd name="connsiteX2" fmla="*/ 4099035 w 8187558"/>
                      <a:gd name="connsiteY2" fmla="*/ 2638097 h 2638097"/>
                      <a:gd name="connsiteX3" fmla="*/ 0 w 8187558"/>
                      <a:gd name="connsiteY3" fmla="*/ 1229711 h 2638097"/>
                      <a:gd name="connsiteX4" fmla="*/ 31531 w 8187558"/>
                      <a:gd name="connsiteY4" fmla="*/ 147145 h 2638097"/>
                      <a:gd name="connsiteX5" fmla="*/ 4099035 w 8187558"/>
                      <a:gd name="connsiteY5" fmla="*/ 1566042 h 2638097"/>
                      <a:gd name="connsiteX6" fmla="*/ 8187558 w 8187558"/>
                      <a:gd name="connsiteY6" fmla="*/ 0 h 2638097"/>
                      <a:gd name="connsiteX0" fmla="*/ 8176538 w 8176538"/>
                      <a:gd name="connsiteY0" fmla="*/ 0 h 2638097"/>
                      <a:gd name="connsiteX1" fmla="*/ 8176538 w 8176538"/>
                      <a:gd name="connsiteY1" fmla="*/ 1271752 h 2638097"/>
                      <a:gd name="connsiteX2" fmla="*/ 4088015 w 8176538"/>
                      <a:gd name="connsiteY2" fmla="*/ 2638097 h 2638097"/>
                      <a:gd name="connsiteX3" fmla="*/ 0 w 8176538"/>
                      <a:gd name="connsiteY3" fmla="*/ 1269888 h 2638097"/>
                      <a:gd name="connsiteX4" fmla="*/ 20511 w 8176538"/>
                      <a:gd name="connsiteY4" fmla="*/ 147145 h 2638097"/>
                      <a:gd name="connsiteX5" fmla="*/ 4088015 w 8176538"/>
                      <a:gd name="connsiteY5" fmla="*/ 1566042 h 2638097"/>
                      <a:gd name="connsiteX6" fmla="*/ 8176538 w 8176538"/>
                      <a:gd name="connsiteY6" fmla="*/ 0 h 2638097"/>
                      <a:gd name="connsiteX0" fmla="*/ 8176538 w 8176538"/>
                      <a:gd name="connsiteY0" fmla="*/ 0 h 2772020"/>
                      <a:gd name="connsiteX1" fmla="*/ 8176538 w 8176538"/>
                      <a:gd name="connsiteY1" fmla="*/ 1271752 h 2772020"/>
                      <a:gd name="connsiteX2" fmla="*/ 4099034 w 8176538"/>
                      <a:gd name="connsiteY2" fmla="*/ 2772020 h 2772020"/>
                      <a:gd name="connsiteX3" fmla="*/ 0 w 8176538"/>
                      <a:gd name="connsiteY3" fmla="*/ 1269888 h 2772020"/>
                      <a:gd name="connsiteX4" fmla="*/ 20511 w 8176538"/>
                      <a:gd name="connsiteY4" fmla="*/ 147145 h 2772020"/>
                      <a:gd name="connsiteX5" fmla="*/ 4088015 w 8176538"/>
                      <a:gd name="connsiteY5" fmla="*/ 1566042 h 2772020"/>
                      <a:gd name="connsiteX6" fmla="*/ 8176538 w 8176538"/>
                      <a:gd name="connsiteY6" fmla="*/ 0 h 2772020"/>
                      <a:gd name="connsiteX0" fmla="*/ 8176538 w 8176538"/>
                      <a:gd name="connsiteY0" fmla="*/ 0 h 2772339"/>
                      <a:gd name="connsiteX1" fmla="*/ 8176538 w 8176538"/>
                      <a:gd name="connsiteY1" fmla="*/ 1378890 h 2772339"/>
                      <a:gd name="connsiteX2" fmla="*/ 4099034 w 8176538"/>
                      <a:gd name="connsiteY2" fmla="*/ 2772020 h 2772339"/>
                      <a:gd name="connsiteX3" fmla="*/ 0 w 8176538"/>
                      <a:gd name="connsiteY3" fmla="*/ 1269888 h 2772339"/>
                      <a:gd name="connsiteX4" fmla="*/ 20511 w 8176538"/>
                      <a:gd name="connsiteY4" fmla="*/ 147145 h 2772339"/>
                      <a:gd name="connsiteX5" fmla="*/ 4088015 w 8176538"/>
                      <a:gd name="connsiteY5" fmla="*/ 1566042 h 2772339"/>
                      <a:gd name="connsiteX6" fmla="*/ 8176538 w 8176538"/>
                      <a:gd name="connsiteY6" fmla="*/ 0 h 2772339"/>
                      <a:gd name="connsiteX0" fmla="*/ 8176538 w 8176538"/>
                      <a:gd name="connsiteY0" fmla="*/ 0 h 2825888"/>
                      <a:gd name="connsiteX1" fmla="*/ 8176538 w 8176538"/>
                      <a:gd name="connsiteY1" fmla="*/ 1378890 h 2825888"/>
                      <a:gd name="connsiteX2" fmla="*/ 4099034 w 8176538"/>
                      <a:gd name="connsiteY2" fmla="*/ 2825590 h 2825888"/>
                      <a:gd name="connsiteX3" fmla="*/ 0 w 8176538"/>
                      <a:gd name="connsiteY3" fmla="*/ 1269888 h 2825888"/>
                      <a:gd name="connsiteX4" fmla="*/ 20511 w 8176538"/>
                      <a:gd name="connsiteY4" fmla="*/ 147145 h 2825888"/>
                      <a:gd name="connsiteX5" fmla="*/ 4088015 w 8176538"/>
                      <a:gd name="connsiteY5" fmla="*/ 1566042 h 2825888"/>
                      <a:gd name="connsiteX6" fmla="*/ 8176538 w 8176538"/>
                      <a:gd name="connsiteY6" fmla="*/ 0 h 2825888"/>
                      <a:gd name="connsiteX0" fmla="*/ 8165518 w 8165518"/>
                      <a:gd name="connsiteY0" fmla="*/ 0 h 2825606"/>
                      <a:gd name="connsiteX1" fmla="*/ 8165518 w 8165518"/>
                      <a:gd name="connsiteY1" fmla="*/ 1378890 h 2825606"/>
                      <a:gd name="connsiteX2" fmla="*/ 4088014 w 8165518"/>
                      <a:gd name="connsiteY2" fmla="*/ 2825590 h 2825606"/>
                      <a:gd name="connsiteX3" fmla="*/ 0 w 8165518"/>
                      <a:gd name="connsiteY3" fmla="*/ 1403811 h 2825606"/>
                      <a:gd name="connsiteX4" fmla="*/ 9491 w 8165518"/>
                      <a:gd name="connsiteY4" fmla="*/ 147145 h 2825606"/>
                      <a:gd name="connsiteX5" fmla="*/ 4076995 w 8165518"/>
                      <a:gd name="connsiteY5" fmla="*/ 1566042 h 2825606"/>
                      <a:gd name="connsiteX6" fmla="*/ 8165518 w 8165518"/>
                      <a:gd name="connsiteY6" fmla="*/ 0 h 2825606"/>
                      <a:gd name="connsiteX0" fmla="*/ 8165518 w 8165518"/>
                      <a:gd name="connsiteY0" fmla="*/ 0 h 2879174"/>
                      <a:gd name="connsiteX1" fmla="*/ 8165518 w 8165518"/>
                      <a:gd name="connsiteY1" fmla="*/ 1378890 h 2879174"/>
                      <a:gd name="connsiteX2" fmla="*/ 4132092 w 8165518"/>
                      <a:gd name="connsiteY2" fmla="*/ 2879159 h 2879174"/>
                      <a:gd name="connsiteX3" fmla="*/ 0 w 8165518"/>
                      <a:gd name="connsiteY3" fmla="*/ 1403811 h 2879174"/>
                      <a:gd name="connsiteX4" fmla="*/ 9491 w 8165518"/>
                      <a:gd name="connsiteY4" fmla="*/ 147145 h 2879174"/>
                      <a:gd name="connsiteX5" fmla="*/ 4076995 w 8165518"/>
                      <a:gd name="connsiteY5" fmla="*/ 1566042 h 2879174"/>
                      <a:gd name="connsiteX6" fmla="*/ 8165518 w 8165518"/>
                      <a:gd name="connsiteY6" fmla="*/ 0 h 2879174"/>
                      <a:gd name="connsiteX0" fmla="*/ 8165518 w 8176537"/>
                      <a:gd name="connsiteY0" fmla="*/ 0 h 2879410"/>
                      <a:gd name="connsiteX1" fmla="*/ 8176537 w 8176537"/>
                      <a:gd name="connsiteY1" fmla="*/ 1499420 h 2879410"/>
                      <a:gd name="connsiteX2" fmla="*/ 4132092 w 8176537"/>
                      <a:gd name="connsiteY2" fmla="*/ 2879159 h 2879410"/>
                      <a:gd name="connsiteX3" fmla="*/ 0 w 8176537"/>
                      <a:gd name="connsiteY3" fmla="*/ 1403811 h 2879410"/>
                      <a:gd name="connsiteX4" fmla="*/ 9491 w 8176537"/>
                      <a:gd name="connsiteY4" fmla="*/ 147145 h 2879410"/>
                      <a:gd name="connsiteX5" fmla="*/ 4076995 w 8176537"/>
                      <a:gd name="connsiteY5" fmla="*/ 1566042 h 2879410"/>
                      <a:gd name="connsiteX6" fmla="*/ 8165518 w 8176537"/>
                      <a:gd name="connsiteY6" fmla="*/ 0 h 2879410"/>
                      <a:gd name="connsiteX0" fmla="*/ 8165518 w 8176537"/>
                      <a:gd name="connsiteY0" fmla="*/ 0 h 2879262"/>
                      <a:gd name="connsiteX1" fmla="*/ 8176537 w 8176537"/>
                      <a:gd name="connsiteY1" fmla="*/ 1499420 h 2879262"/>
                      <a:gd name="connsiteX2" fmla="*/ 4132092 w 8176537"/>
                      <a:gd name="connsiteY2" fmla="*/ 2879159 h 2879262"/>
                      <a:gd name="connsiteX3" fmla="*/ 0 w 8176537"/>
                      <a:gd name="connsiteY3" fmla="*/ 1403811 h 2879262"/>
                      <a:gd name="connsiteX4" fmla="*/ 9491 w 8176537"/>
                      <a:gd name="connsiteY4" fmla="*/ 147145 h 2879262"/>
                      <a:gd name="connsiteX5" fmla="*/ 4076995 w 8176537"/>
                      <a:gd name="connsiteY5" fmla="*/ 1566042 h 2879262"/>
                      <a:gd name="connsiteX6" fmla="*/ 8165518 w 8176537"/>
                      <a:gd name="connsiteY6" fmla="*/ 0 h 2879262"/>
                      <a:gd name="connsiteX0" fmla="*/ 8165518 w 8176537"/>
                      <a:gd name="connsiteY0" fmla="*/ 0 h 2879163"/>
                      <a:gd name="connsiteX1" fmla="*/ 8176537 w 8176537"/>
                      <a:gd name="connsiteY1" fmla="*/ 1499420 h 2879163"/>
                      <a:gd name="connsiteX2" fmla="*/ 4132092 w 8176537"/>
                      <a:gd name="connsiteY2" fmla="*/ 2879159 h 2879163"/>
                      <a:gd name="connsiteX3" fmla="*/ 0 w 8176537"/>
                      <a:gd name="connsiteY3" fmla="*/ 1510948 h 2879163"/>
                      <a:gd name="connsiteX4" fmla="*/ 9491 w 8176537"/>
                      <a:gd name="connsiteY4" fmla="*/ 147145 h 2879163"/>
                      <a:gd name="connsiteX5" fmla="*/ 4076995 w 8176537"/>
                      <a:gd name="connsiteY5" fmla="*/ 1566042 h 2879163"/>
                      <a:gd name="connsiteX6" fmla="*/ 8165518 w 8176537"/>
                      <a:gd name="connsiteY6" fmla="*/ 0 h 2879163"/>
                      <a:gd name="connsiteX0" fmla="*/ 8165518 w 8198577"/>
                      <a:gd name="connsiteY0" fmla="*/ 0 h 2879451"/>
                      <a:gd name="connsiteX1" fmla="*/ 8198577 w 8198577"/>
                      <a:gd name="connsiteY1" fmla="*/ 1606558 h 2879451"/>
                      <a:gd name="connsiteX2" fmla="*/ 4132092 w 8198577"/>
                      <a:gd name="connsiteY2" fmla="*/ 2879159 h 2879451"/>
                      <a:gd name="connsiteX3" fmla="*/ 0 w 8198577"/>
                      <a:gd name="connsiteY3" fmla="*/ 1510948 h 2879451"/>
                      <a:gd name="connsiteX4" fmla="*/ 9491 w 8198577"/>
                      <a:gd name="connsiteY4" fmla="*/ 147145 h 2879451"/>
                      <a:gd name="connsiteX5" fmla="*/ 4076995 w 8198577"/>
                      <a:gd name="connsiteY5" fmla="*/ 1566042 h 2879451"/>
                      <a:gd name="connsiteX6" fmla="*/ 8165518 w 8198577"/>
                      <a:gd name="connsiteY6" fmla="*/ 0 h 2879451"/>
                      <a:gd name="connsiteX0" fmla="*/ 8165518 w 8165518"/>
                      <a:gd name="connsiteY0" fmla="*/ 0 h 2880066"/>
                      <a:gd name="connsiteX1" fmla="*/ 8165518 w 8165518"/>
                      <a:gd name="connsiteY1" fmla="*/ 1673520 h 2880066"/>
                      <a:gd name="connsiteX2" fmla="*/ 4132092 w 8165518"/>
                      <a:gd name="connsiteY2" fmla="*/ 2879159 h 2880066"/>
                      <a:gd name="connsiteX3" fmla="*/ 0 w 8165518"/>
                      <a:gd name="connsiteY3" fmla="*/ 1510948 h 2880066"/>
                      <a:gd name="connsiteX4" fmla="*/ 9491 w 8165518"/>
                      <a:gd name="connsiteY4" fmla="*/ 147145 h 2880066"/>
                      <a:gd name="connsiteX5" fmla="*/ 4076995 w 8165518"/>
                      <a:gd name="connsiteY5" fmla="*/ 1566042 h 2880066"/>
                      <a:gd name="connsiteX6" fmla="*/ 8165518 w 8165518"/>
                      <a:gd name="connsiteY6" fmla="*/ 0 h 2880066"/>
                      <a:gd name="connsiteX0" fmla="*/ 8156794 w 8156794"/>
                      <a:gd name="connsiteY0" fmla="*/ 0 h 2879270"/>
                      <a:gd name="connsiteX1" fmla="*/ 8156794 w 8156794"/>
                      <a:gd name="connsiteY1" fmla="*/ 1673520 h 2879270"/>
                      <a:gd name="connsiteX2" fmla="*/ 4123368 w 8156794"/>
                      <a:gd name="connsiteY2" fmla="*/ 2879159 h 2879270"/>
                      <a:gd name="connsiteX3" fmla="*/ 2295 w 8156794"/>
                      <a:gd name="connsiteY3" fmla="*/ 1618086 h 2879270"/>
                      <a:gd name="connsiteX4" fmla="*/ 767 w 8156794"/>
                      <a:gd name="connsiteY4" fmla="*/ 147145 h 2879270"/>
                      <a:gd name="connsiteX5" fmla="*/ 4068271 w 8156794"/>
                      <a:gd name="connsiteY5" fmla="*/ 1566042 h 2879270"/>
                      <a:gd name="connsiteX6" fmla="*/ 8156794 w 8156794"/>
                      <a:gd name="connsiteY6" fmla="*/ 0 h 287927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00"/>
                      <a:gd name="connsiteX1" fmla="*/ 8156794 w 8156794"/>
                      <a:gd name="connsiteY1" fmla="*/ 1673520 h 2973000"/>
                      <a:gd name="connsiteX2" fmla="*/ 4134388 w 8156794"/>
                      <a:gd name="connsiteY2" fmla="*/ 2972904 h 2973000"/>
                      <a:gd name="connsiteX3" fmla="*/ 2295 w 8156794"/>
                      <a:gd name="connsiteY3" fmla="*/ 1618086 h 2973000"/>
                      <a:gd name="connsiteX4" fmla="*/ 767 w 8156794"/>
                      <a:gd name="connsiteY4" fmla="*/ 147145 h 2973000"/>
                      <a:gd name="connsiteX5" fmla="*/ 4068271 w 8156794"/>
                      <a:gd name="connsiteY5" fmla="*/ 1566042 h 2973000"/>
                      <a:gd name="connsiteX6" fmla="*/ 8156794 w 8156794"/>
                      <a:gd name="connsiteY6" fmla="*/ 0 h 2973000"/>
                      <a:gd name="connsiteX0" fmla="*/ 8156794 w 8156794"/>
                      <a:gd name="connsiteY0" fmla="*/ 0 h 2973020"/>
                      <a:gd name="connsiteX1" fmla="*/ 8156794 w 8156794"/>
                      <a:gd name="connsiteY1" fmla="*/ 1673520 h 2973020"/>
                      <a:gd name="connsiteX2" fmla="*/ 4134388 w 8156794"/>
                      <a:gd name="connsiteY2" fmla="*/ 2972904 h 2973020"/>
                      <a:gd name="connsiteX3" fmla="*/ 2295 w 8156794"/>
                      <a:gd name="connsiteY3" fmla="*/ 1618086 h 2973020"/>
                      <a:gd name="connsiteX4" fmla="*/ 767 w 8156794"/>
                      <a:gd name="connsiteY4" fmla="*/ 147145 h 2973020"/>
                      <a:gd name="connsiteX5" fmla="*/ 4068271 w 8156794"/>
                      <a:gd name="connsiteY5" fmla="*/ 1566042 h 2973020"/>
                      <a:gd name="connsiteX6" fmla="*/ 8156794 w 8156794"/>
                      <a:gd name="connsiteY6" fmla="*/ 0 h 2973020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021"/>
                      <a:gd name="connsiteX1" fmla="*/ 8156794 w 8156794"/>
                      <a:gd name="connsiteY1" fmla="*/ 1673520 h 2973021"/>
                      <a:gd name="connsiteX2" fmla="*/ 4134388 w 8156794"/>
                      <a:gd name="connsiteY2" fmla="*/ 2972904 h 2973021"/>
                      <a:gd name="connsiteX3" fmla="*/ 2295 w 8156794"/>
                      <a:gd name="connsiteY3" fmla="*/ 1618086 h 2973021"/>
                      <a:gd name="connsiteX4" fmla="*/ 767 w 8156794"/>
                      <a:gd name="connsiteY4" fmla="*/ 147145 h 2973021"/>
                      <a:gd name="connsiteX5" fmla="*/ 4068271 w 8156794"/>
                      <a:gd name="connsiteY5" fmla="*/ 1566042 h 2973021"/>
                      <a:gd name="connsiteX6" fmla="*/ 8156794 w 8156794"/>
                      <a:gd name="connsiteY6" fmla="*/ 0 h 2973021"/>
                      <a:gd name="connsiteX0" fmla="*/ 8156794 w 8156794"/>
                      <a:gd name="connsiteY0" fmla="*/ 0 h 2973141"/>
                      <a:gd name="connsiteX1" fmla="*/ 8156794 w 8156794"/>
                      <a:gd name="connsiteY1" fmla="*/ 1673520 h 2973141"/>
                      <a:gd name="connsiteX2" fmla="*/ 4134388 w 8156794"/>
                      <a:gd name="connsiteY2" fmla="*/ 2972904 h 2973141"/>
                      <a:gd name="connsiteX3" fmla="*/ 2295 w 8156794"/>
                      <a:gd name="connsiteY3" fmla="*/ 1618086 h 2973141"/>
                      <a:gd name="connsiteX4" fmla="*/ 767 w 8156794"/>
                      <a:gd name="connsiteY4" fmla="*/ 147145 h 2973141"/>
                      <a:gd name="connsiteX5" fmla="*/ 4068271 w 8156794"/>
                      <a:gd name="connsiteY5" fmla="*/ 1566042 h 2973141"/>
                      <a:gd name="connsiteX6" fmla="*/ 8156794 w 8156794"/>
                      <a:gd name="connsiteY6" fmla="*/ 0 h 2973141"/>
                      <a:gd name="connsiteX0" fmla="*/ 8156794 w 8156794"/>
                      <a:gd name="connsiteY0" fmla="*/ 0 h 3066827"/>
                      <a:gd name="connsiteX1" fmla="*/ 8156794 w 8156794"/>
                      <a:gd name="connsiteY1" fmla="*/ 1673520 h 3066827"/>
                      <a:gd name="connsiteX2" fmla="*/ 4123353 w 8156794"/>
                      <a:gd name="connsiteY2" fmla="*/ 3066650 h 3066827"/>
                      <a:gd name="connsiteX3" fmla="*/ 2295 w 8156794"/>
                      <a:gd name="connsiteY3" fmla="*/ 1618086 h 3066827"/>
                      <a:gd name="connsiteX4" fmla="*/ 767 w 8156794"/>
                      <a:gd name="connsiteY4" fmla="*/ 147145 h 3066827"/>
                      <a:gd name="connsiteX5" fmla="*/ 4068271 w 8156794"/>
                      <a:gd name="connsiteY5" fmla="*/ 1566042 h 3066827"/>
                      <a:gd name="connsiteX6" fmla="*/ 8156794 w 8156794"/>
                      <a:gd name="connsiteY6" fmla="*/ 0 h 3066827"/>
                      <a:gd name="connsiteX0" fmla="*/ 8123689 w 8156794"/>
                      <a:gd name="connsiteY0" fmla="*/ 0 h 2999866"/>
                      <a:gd name="connsiteX1" fmla="*/ 8156794 w 8156794"/>
                      <a:gd name="connsiteY1" fmla="*/ 1606559 h 2999866"/>
                      <a:gd name="connsiteX2" fmla="*/ 4123353 w 8156794"/>
                      <a:gd name="connsiteY2" fmla="*/ 2999689 h 2999866"/>
                      <a:gd name="connsiteX3" fmla="*/ 2295 w 8156794"/>
                      <a:gd name="connsiteY3" fmla="*/ 1551125 h 2999866"/>
                      <a:gd name="connsiteX4" fmla="*/ 767 w 8156794"/>
                      <a:gd name="connsiteY4" fmla="*/ 80184 h 2999866"/>
                      <a:gd name="connsiteX5" fmla="*/ 4068271 w 8156794"/>
                      <a:gd name="connsiteY5" fmla="*/ 1499081 h 2999866"/>
                      <a:gd name="connsiteX6" fmla="*/ 8123689 w 8156794"/>
                      <a:gd name="connsiteY6" fmla="*/ 0 h 2999866"/>
                      <a:gd name="connsiteX0" fmla="*/ 8167828 w 8167828"/>
                      <a:gd name="connsiteY0" fmla="*/ 0 h 3026651"/>
                      <a:gd name="connsiteX1" fmla="*/ 8156794 w 8167828"/>
                      <a:gd name="connsiteY1" fmla="*/ 1633344 h 3026651"/>
                      <a:gd name="connsiteX2" fmla="*/ 4123353 w 8167828"/>
                      <a:gd name="connsiteY2" fmla="*/ 3026474 h 3026651"/>
                      <a:gd name="connsiteX3" fmla="*/ 2295 w 8167828"/>
                      <a:gd name="connsiteY3" fmla="*/ 1577910 h 3026651"/>
                      <a:gd name="connsiteX4" fmla="*/ 767 w 8167828"/>
                      <a:gd name="connsiteY4" fmla="*/ 106969 h 3026651"/>
                      <a:gd name="connsiteX5" fmla="*/ 4068271 w 8167828"/>
                      <a:gd name="connsiteY5" fmla="*/ 1525866 h 3026651"/>
                      <a:gd name="connsiteX6" fmla="*/ 8167828 w 8167828"/>
                      <a:gd name="connsiteY6" fmla="*/ 0 h 3026651"/>
                      <a:gd name="connsiteX0" fmla="*/ 8167828 w 8167828"/>
                      <a:gd name="connsiteY0" fmla="*/ 0 h 3027228"/>
                      <a:gd name="connsiteX1" fmla="*/ 8145760 w 8167828"/>
                      <a:gd name="connsiteY1" fmla="*/ 1686913 h 3027228"/>
                      <a:gd name="connsiteX2" fmla="*/ 4123353 w 8167828"/>
                      <a:gd name="connsiteY2" fmla="*/ 3026474 h 3027228"/>
                      <a:gd name="connsiteX3" fmla="*/ 2295 w 8167828"/>
                      <a:gd name="connsiteY3" fmla="*/ 1577910 h 3027228"/>
                      <a:gd name="connsiteX4" fmla="*/ 767 w 8167828"/>
                      <a:gd name="connsiteY4" fmla="*/ 106969 h 3027228"/>
                      <a:gd name="connsiteX5" fmla="*/ 4068271 w 8167828"/>
                      <a:gd name="connsiteY5" fmla="*/ 1525866 h 3027228"/>
                      <a:gd name="connsiteX6" fmla="*/ 8167828 w 8167828"/>
                      <a:gd name="connsiteY6" fmla="*/ 0 h 3027228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56794 w 8156794"/>
                      <a:gd name="connsiteY0" fmla="*/ 0 h 2933483"/>
                      <a:gd name="connsiteX1" fmla="*/ 8145760 w 8156794"/>
                      <a:gd name="connsiteY1" fmla="*/ 1593168 h 2933483"/>
                      <a:gd name="connsiteX2" fmla="*/ 4123353 w 8156794"/>
                      <a:gd name="connsiteY2" fmla="*/ 2932729 h 2933483"/>
                      <a:gd name="connsiteX3" fmla="*/ 2295 w 8156794"/>
                      <a:gd name="connsiteY3" fmla="*/ 1484165 h 2933483"/>
                      <a:gd name="connsiteX4" fmla="*/ 767 w 8156794"/>
                      <a:gd name="connsiteY4" fmla="*/ 13224 h 2933483"/>
                      <a:gd name="connsiteX5" fmla="*/ 4068271 w 8156794"/>
                      <a:gd name="connsiteY5" fmla="*/ 1432121 h 2933483"/>
                      <a:gd name="connsiteX6" fmla="*/ 8156794 w 8156794"/>
                      <a:gd name="connsiteY6" fmla="*/ 0 h 2933483"/>
                      <a:gd name="connsiteX0" fmla="*/ 8123689 w 8145760"/>
                      <a:gd name="connsiteY0" fmla="*/ 13560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9 w 8145760"/>
                      <a:gd name="connsiteY6" fmla="*/ 13560 h 2920259"/>
                      <a:gd name="connsiteX0" fmla="*/ 8178863 w 8178863"/>
                      <a:gd name="connsiteY0" fmla="*/ 26952 h 2920259"/>
                      <a:gd name="connsiteX1" fmla="*/ 8145760 w 8178863"/>
                      <a:gd name="connsiteY1" fmla="*/ 1579944 h 2920259"/>
                      <a:gd name="connsiteX2" fmla="*/ 4123353 w 8178863"/>
                      <a:gd name="connsiteY2" fmla="*/ 2919505 h 2920259"/>
                      <a:gd name="connsiteX3" fmla="*/ 2295 w 8178863"/>
                      <a:gd name="connsiteY3" fmla="*/ 1470941 h 2920259"/>
                      <a:gd name="connsiteX4" fmla="*/ 767 w 8178863"/>
                      <a:gd name="connsiteY4" fmla="*/ 0 h 2920259"/>
                      <a:gd name="connsiteX5" fmla="*/ 4068271 w 8178863"/>
                      <a:gd name="connsiteY5" fmla="*/ 1418897 h 2920259"/>
                      <a:gd name="connsiteX6" fmla="*/ 8178863 w 8178863"/>
                      <a:gd name="connsiteY6" fmla="*/ 26952 h 2920259"/>
                      <a:gd name="connsiteX0" fmla="*/ 8167827 w 8167827"/>
                      <a:gd name="connsiteY0" fmla="*/ 40343 h 2920259"/>
                      <a:gd name="connsiteX1" fmla="*/ 8145760 w 8167827"/>
                      <a:gd name="connsiteY1" fmla="*/ 1579944 h 2920259"/>
                      <a:gd name="connsiteX2" fmla="*/ 4123353 w 8167827"/>
                      <a:gd name="connsiteY2" fmla="*/ 2919505 h 2920259"/>
                      <a:gd name="connsiteX3" fmla="*/ 2295 w 8167827"/>
                      <a:gd name="connsiteY3" fmla="*/ 1470941 h 2920259"/>
                      <a:gd name="connsiteX4" fmla="*/ 767 w 8167827"/>
                      <a:gd name="connsiteY4" fmla="*/ 0 h 2920259"/>
                      <a:gd name="connsiteX5" fmla="*/ 4068271 w 8167827"/>
                      <a:gd name="connsiteY5" fmla="*/ 1418897 h 2920259"/>
                      <a:gd name="connsiteX6" fmla="*/ 8167827 w 8167827"/>
                      <a:gd name="connsiteY6" fmla="*/ 40343 h 2920259"/>
                      <a:gd name="connsiteX0" fmla="*/ 8123687 w 8145760"/>
                      <a:gd name="connsiteY0" fmla="*/ 53735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23687 w 8145760"/>
                      <a:gd name="connsiteY6" fmla="*/ 53735 h 2920259"/>
                      <a:gd name="connsiteX0" fmla="*/ 8161918 w 8161918"/>
                      <a:gd name="connsiteY0" fmla="*/ 0 h 2943855"/>
                      <a:gd name="connsiteX1" fmla="*/ 8145760 w 8161918"/>
                      <a:gd name="connsiteY1" fmla="*/ 1603540 h 2943855"/>
                      <a:gd name="connsiteX2" fmla="*/ 4123353 w 8161918"/>
                      <a:gd name="connsiteY2" fmla="*/ 2943101 h 2943855"/>
                      <a:gd name="connsiteX3" fmla="*/ 2295 w 8161918"/>
                      <a:gd name="connsiteY3" fmla="*/ 1494537 h 2943855"/>
                      <a:gd name="connsiteX4" fmla="*/ 767 w 8161918"/>
                      <a:gd name="connsiteY4" fmla="*/ 23596 h 2943855"/>
                      <a:gd name="connsiteX5" fmla="*/ 4068271 w 8161918"/>
                      <a:gd name="connsiteY5" fmla="*/ 1442493 h 2943855"/>
                      <a:gd name="connsiteX6" fmla="*/ 8161918 w 8161918"/>
                      <a:gd name="connsiteY6" fmla="*/ 0 h 2943855"/>
                      <a:gd name="connsiteX0" fmla="*/ 8144926 w 8145760"/>
                      <a:gd name="connsiteY0" fmla="*/ 43424 h 2920259"/>
                      <a:gd name="connsiteX1" fmla="*/ 8145760 w 8145760"/>
                      <a:gd name="connsiteY1" fmla="*/ 1579944 h 2920259"/>
                      <a:gd name="connsiteX2" fmla="*/ 4123353 w 8145760"/>
                      <a:gd name="connsiteY2" fmla="*/ 2919505 h 2920259"/>
                      <a:gd name="connsiteX3" fmla="*/ 2295 w 8145760"/>
                      <a:gd name="connsiteY3" fmla="*/ 1470941 h 2920259"/>
                      <a:gd name="connsiteX4" fmla="*/ 767 w 8145760"/>
                      <a:gd name="connsiteY4" fmla="*/ 0 h 2920259"/>
                      <a:gd name="connsiteX5" fmla="*/ 4068271 w 8145760"/>
                      <a:gd name="connsiteY5" fmla="*/ 1418897 h 2920259"/>
                      <a:gd name="connsiteX6" fmla="*/ 8144926 w 8145760"/>
                      <a:gd name="connsiteY6" fmla="*/ 43424 h 2920259"/>
                      <a:gd name="connsiteX0" fmla="*/ 8161918 w 8161918"/>
                      <a:gd name="connsiteY0" fmla="*/ 0 h 2959321"/>
                      <a:gd name="connsiteX1" fmla="*/ 8145760 w 8161918"/>
                      <a:gd name="connsiteY1" fmla="*/ 1619006 h 2959321"/>
                      <a:gd name="connsiteX2" fmla="*/ 4123353 w 8161918"/>
                      <a:gd name="connsiteY2" fmla="*/ 2958567 h 2959321"/>
                      <a:gd name="connsiteX3" fmla="*/ 2295 w 8161918"/>
                      <a:gd name="connsiteY3" fmla="*/ 1510003 h 2959321"/>
                      <a:gd name="connsiteX4" fmla="*/ 767 w 8161918"/>
                      <a:gd name="connsiteY4" fmla="*/ 39062 h 2959321"/>
                      <a:gd name="connsiteX5" fmla="*/ 4068271 w 8161918"/>
                      <a:gd name="connsiteY5" fmla="*/ 1457959 h 2959321"/>
                      <a:gd name="connsiteX6" fmla="*/ 8161918 w 8161918"/>
                      <a:gd name="connsiteY6" fmla="*/ 0 h 2959321"/>
                      <a:gd name="connsiteX0" fmla="*/ 8161918 w 8162752"/>
                      <a:gd name="connsiteY0" fmla="*/ 0 h 2959488"/>
                      <a:gd name="connsiteX1" fmla="*/ 8162752 w 8162752"/>
                      <a:gd name="connsiteY1" fmla="*/ 1629317 h 2959488"/>
                      <a:gd name="connsiteX2" fmla="*/ 4123353 w 8162752"/>
                      <a:gd name="connsiteY2" fmla="*/ 2958567 h 2959488"/>
                      <a:gd name="connsiteX3" fmla="*/ 2295 w 8162752"/>
                      <a:gd name="connsiteY3" fmla="*/ 1510003 h 2959488"/>
                      <a:gd name="connsiteX4" fmla="*/ 767 w 8162752"/>
                      <a:gd name="connsiteY4" fmla="*/ 39062 h 2959488"/>
                      <a:gd name="connsiteX5" fmla="*/ 4068271 w 8162752"/>
                      <a:gd name="connsiteY5" fmla="*/ 1457959 h 2959488"/>
                      <a:gd name="connsiteX6" fmla="*/ 8161918 w 8162752"/>
                      <a:gd name="connsiteY6" fmla="*/ 0 h 2959488"/>
                      <a:gd name="connsiteX0" fmla="*/ 8165930 w 8166764"/>
                      <a:gd name="connsiteY0" fmla="*/ 7337 h 2966825"/>
                      <a:gd name="connsiteX1" fmla="*/ 8166764 w 8166764"/>
                      <a:gd name="connsiteY1" fmla="*/ 1636654 h 2966825"/>
                      <a:gd name="connsiteX2" fmla="*/ 4127365 w 8166764"/>
                      <a:gd name="connsiteY2" fmla="*/ 2965904 h 2966825"/>
                      <a:gd name="connsiteX3" fmla="*/ 6307 w 8166764"/>
                      <a:gd name="connsiteY3" fmla="*/ 1517340 h 2966825"/>
                      <a:gd name="connsiteX4" fmla="*/ 532 w 8166764"/>
                      <a:gd name="connsiteY4" fmla="*/ 0 h 2966825"/>
                      <a:gd name="connsiteX5" fmla="*/ 4072283 w 8166764"/>
                      <a:gd name="connsiteY5" fmla="*/ 1465296 h 2966825"/>
                      <a:gd name="connsiteX6" fmla="*/ 8165930 w 8166764"/>
                      <a:gd name="connsiteY6" fmla="*/ 7337 h 2966825"/>
                      <a:gd name="connsiteX0" fmla="*/ 8168119 w 8168953"/>
                      <a:gd name="connsiteY0" fmla="*/ 7337 h 2966682"/>
                      <a:gd name="connsiteX1" fmla="*/ 8168953 w 8168953"/>
                      <a:gd name="connsiteY1" fmla="*/ 1636654 h 2966682"/>
                      <a:gd name="connsiteX2" fmla="*/ 4129554 w 8168953"/>
                      <a:gd name="connsiteY2" fmla="*/ 2965904 h 2966682"/>
                      <a:gd name="connsiteX3" fmla="*/ 0 w 8168953"/>
                      <a:gd name="connsiteY3" fmla="*/ 1527651 h 2966682"/>
                      <a:gd name="connsiteX4" fmla="*/ 2721 w 8168953"/>
                      <a:gd name="connsiteY4" fmla="*/ 0 h 2966682"/>
                      <a:gd name="connsiteX5" fmla="*/ 4074472 w 8168953"/>
                      <a:gd name="connsiteY5" fmla="*/ 1465296 h 2966682"/>
                      <a:gd name="connsiteX6" fmla="*/ 8168119 w 8168953"/>
                      <a:gd name="connsiteY6" fmla="*/ 7337 h 2966682"/>
                      <a:gd name="connsiteX0" fmla="*/ 8168119 w 8168953"/>
                      <a:gd name="connsiteY0" fmla="*/ 7337 h 3100377"/>
                      <a:gd name="connsiteX1" fmla="*/ 8168953 w 8168953"/>
                      <a:gd name="connsiteY1" fmla="*/ 1636654 h 3100377"/>
                      <a:gd name="connsiteX2" fmla="*/ 4118520 w 8168953"/>
                      <a:gd name="connsiteY2" fmla="*/ 3099826 h 3100377"/>
                      <a:gd name="connsiteX3" fmla="*/ 0 w 8168953"/>
                      <a:gd name="connsiteY3" fmla="*/ 1527651 h 3100377"/>
                      <a:gd name="connsiteX4" fmla="*/ 2721 w 8168953"/>
                      <a:gd name="connsiteY4" fmla="*/ 0 h 3100377"/>
                      <a:gd name="connsiteX5" fmla="*/ 4074472 w 8168953"/>
                      <a:gd name="connsiteY5" fmla="*/ 1465296 h 3100377"/>
                      <a:gd name="connsiteX6" fmla="*/ 8168119 w 8168953"/>
                      <a:gd name="connsiteY6" fmla="*/ 7337 h 3100377"/>
                      <a:gd name="connsiteX0" fmla="*/ 8168119 w 8168953"/>
                      <a:gd name="connsiteY0" fmla="*/ 7337 h 3100429"/>
                      <a:gd name="connsiteX1" fmla="*/ 8168953 w 8168953"/>
                      <a:gd name="connsiteY1" fmla="*/ 1636654 h 3100429"/>
                      <a:gd name="connsiteX2" fmla="*/ 4118520 w 8168953"/>
                      <a:gd name="connsiteY2" fmla="*/ 3099826 h 3100429"/>
                      <a:gd name="connsiteX3" fmla="*/ 0 w 8168953"/>
                      <a:gd name="connsiteY3" fmla="*/ 1527651 h 3100429"/>
                      <a:gd name="connsiteX4" fmla="*/ 2721 w 8168953"/>
                      <a:gd name="connsiteY4" fmla="*/ 0 h 3100429"/>
                      <a:gd name="connsiteX5" fmla="*/ 4074472 w 8168953"/>
                      <a:gd name="connsiteY5" fmla="*/ 1465296 h 3100429"/>
                      <a:gd name="connsiteX6" fmla="*/ 8168119 w 8168953"/>
                      <a:gd name="connsiteY6" fmla="*/ 7337 h 3100429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72202 w 8166683"/>
                      <a:gd name="connsiteY5" fmla="*/ 1465296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  <a:gd name="connsiteX0" fmla="*/ 8165849 w 8166683"/>
                      <a:gd name="connsiteY0" fmla="*/ 7337 h 3099826"/>
                      <a:gd name="connsiteX1" fmla="*/ 8166683 w 8166683"/>
                      <a:gd name="connsiteY1" fmla="*/ 1636654 h 3099826"/>
                      <a:gd name="connsiteX2" fmla="*/ 4116250 w 8166683"/>
                      <a:gd name="connsiteY2" fmla="*/ 3099826 h 3099826"/>
                      <a:gd name="connsiteX3" fmla="*/ 8764 w 8166683"/>
                      <a:gd name="connsiteY3" fmla="*/ 1634789 h 3099826"/>
                      <a:gd name="connsiteX4" fmla="*/ 451 w 8166683"/>
                      <a:gd name="connsiteY4" fmla="*/ 0 h 3099826"/>
                      <a:gd name="connsiteX5" fmla="*/ 4061168 w 8166683"/>
                      <a:gd name="connsiteY5" fmla="*/ 1438511 h 3099826"/>
                      <a:gd name="connsiteX6" fmla="*/ 8165849 w 8166683"/>
                      <a:gd name="connsiteY6" fmla="*/ 7337 h 3099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166683" h="3099826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bg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r>
                      <a:rPr lang="en-US" sz="1350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     </a:t>
                    </a:r>
                  </a:p>
                </p:txBody>
              </p:sp>
              <p:sp>
                <p:nvSpPr>
                  <p:cNvPr id="507" name="Oval 506">
                    <a:extLst>
                      <a:ext uri="{FF2B5EF4-FFF2-40B4-BE49-F238E27FC236}">
                        <a16:creationId xmlns:a16="http://schemas.microsoft.com/office/drawing/2014/main" id="{2CBAA525-1B94-A265-7172-948D95805BCB}"/>
                      </a:ext>
                    </a:extLst>
                  </p:cNvPr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r>
                      <a:rPr lang="en-US" sz="1350" dirty="0">
                        <a:solidFill>
                          <a:prstClr val="white"/>
                        </a:solidFill>
                        <a:latin typeface="Calibri" panose="020F0502020204030204"/>
                      </a:rPr>
                      <a:t>              </a:t>
                    </a:r>
                  </a:p>
                </p:txBody>
              </p:sp>
              <p:grpSp>
                <p:nvGrpSpPr>
                  <p:cNvPr id="508" name="Group 507">
                    <a:extLst>
                      <a:ext uri="{FF2B5EF4-FFF2-40B4-BE49-F238E27FC236}">
                        <a16:creationId xmlns:a16="http://schemas.microsoft.com/office/drawing/2014/main" id="{7902EF68-7BBB-D09A-2425-68BE2D36F39B}"/>
                      </a:ext>
                    </a:extLst>
                  </p:cNvPr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09" name="Freeform 466">
                      <a:extLst>
                        <a:ext uri="{FF2B5EF4-FFF2-40B4-BE49-F238E27FC236}">
                          <a16:creationId xmlns:a16="http://schemas.microsoft.com/office/drawing/2014/main" id="{336666F3-B07F-A3AD-1A49-0F973A1E3D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avLst/>
                      <a:gdLst>
                        <a:gd name="connsiteX0" fmla="*/ 3725333 w 4588933"/>
                        <a:gd name="connsiteY0" fmla="*/ 0 h 1049866"/>
                        <a:gd name="connsiteX1" fmla="*/ 4588933 w 4588933"/>
                        <a:gd name="connsiteY1" fmla="*/ 270933 h 1049866"/>
                        <a:gd name="connsiteX2" fmla="*/ 3962400 w 4588933"/>
                        <a:gd name="connsiteY2" fmla="*/ 541866 h 1049866"/>
                        <a:gd name="connsiteX3" fmla="*/ 3742267 w 4588933"/>
                        <a:gd name="connsiteY3" fmla="*/ 457200 h 1049866"/>
                        <a:gd name="connsiteX4" fmla="*/ 2269067 w 4588933"/>
                        <a:gd name="connsiteY4" fmla="*/ 1049866 h 1049866"/>
                        <a:gd name="connsiteX5" fmla="*/ 880533 w 4588933"/>
                        <a:gd name="connsiteY5" fmla="*/ 457200 h 1049866"/>
                        <a:gd name="connsiteX6" fmla="*/ 592667 w 4588933"/>
                        <a:gd name="connsiteY6" fmla="*/ 541866 h 1049866"/>
                        <a:gd name="connsiteX7" fmla="*/ 0 w 4588933"/>
                        <a:gd name="connsiteY7" fmla="*/ 254000 h 1049866"/>
                        <a:gd name="connsiteX8" fmla="*/ 880533 w 4588933"/>
                        <a:gd name="connsiteY8" fmla="*/ 16933 h 1049866"/>
                        <a:gd name="connsiteX9" fmla="*/ 2302933 w 4588933"/>
                        <a:gd name="connsiteY9" fmla="*/ 626533 h 1049866"/>
                        <a:gd name="connsiteX10" fmla="*/ 3725333 w 4588933"/>
                        <a:gd name="connsiteY10" fmla="*/ 0 h 1049866"/>
                        <a:gd name="connsiteX0" fmla="*/ 3725333 w 4641485"/>
                        <a:gd name="connsiteY0" fmla="*/ 0 h 1049866"/>
                        <a:gd name="connsiteX1" fmla="*/ 4641485 w 4641485"/>
                        <a:gd name="connsiteY1" fmla="*/ 239402 h 1049866"/>
                        <a:gd name="connsiteX2" fmla="*/ 3962400 w 4641485"/>
                        <a:gd name="connsiteY2" fmla="*/ 541866 h 1049866"/>
                        <a:gd name="connsiteX3" fmla="*/ 3742267 w 4641485"/>
                        <a:gd name="connsiteY3" fmla="*/ 457200 h 1049866"/>
                        <a:gd name="connsiteX4" fmla="*/ 2269067 w 4641485"/>
                        <a:gd name="connsiteY4" fmla="*/ 1049866 h 1049866"/>
                        <a:gd name="connsiteX5" fmla="*/ 880533 w 4641485"/>
                        <a:gd name="connsiteY5" fmla="*/ 457200 h 1049866"/>
                        <a:gd name="connsiteX6" fmla="*/ 592667 w 4641485"/>
                        <a:gd name="connsiteY6" fmla="*/ 541866 h 1049866"/>
                        <a:gd name="connsiteX7" fmla="*/ 0 w 4641485"/>
                        <a:gd name="connsiteY7" fmla="*/ 254000 h 1049866"/>
                        <a:gd name="connsiteX8" fmla="*/ 880533 w 4641485"/>
                        <a:gd name="connsiteY8" fmla="*/ 16933 h 1049866"/>
                        <a:gd name="connsiteX9" fmla="*/ 2302933 w 4641485"/>
                        <a:gd name="connsiteY9" fmla="*/ 626533 h 1049866"/>
                        <a:gd name="connsiteX10" fmla="*/ 3725333 w 4641485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73798 w 4673016"/>
                        <a:gd name="connsiteY3" fmla="*/ 45720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84308 w 4673016"/>
                        <a:gd name="connsiteY3" fmla="*/ 404648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34464 w 4673016"/>
                        <a:gd name="connsiteY9" fmla="*/ 62653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32979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794818 w 4673016"/>
                        <a:gd name="connsiteY3" fmla="*/ 436179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  <a:gd name="connsiteX0" fmla="*/ 3756864 w 4673016"/>
                        <a:gd name="connsiteY0" fmla="*/ 0 h 1049866"/>
                        <a:gd name="connsiteX1" fmla="*/ 4673016 w 4673016"/>
                        <a:gd name="connsiteY1" fmla="*/ 239402 h 1049866"/>
                        <a:gd name="connsiteX2" fmla="*/ 3993931 w 4673016"/>
                        <a:gd name="connsiteY2" fmla="*/ 541866 h 1049866"/>
                        <a:gd name="connsiteX3" fmla="*/ 3815839 w 4673016"/>
                        <a:gd name="connsiteY3" fmla="*/ 467710 h 1049866"/>
                        <a:gd name="connsiteX4" fmla="*/ 2300598 w 4673016"/>
                        <a:gd name="connsiteY4" fmla="*/ 1049866 h 1049866"/>
                        <a:gd name="connsiteX5" fmla="*/ 912064 w 4673016"/>
                        <a:gd name="connsiteY5" fmla="*/ 457200 h 1049866"/>
                        <a:gd name="connsiteX6" fmla="*/ 624198 w 4673016"/>
                        <a:gd name="connsiteY6" fmla="*/ 541866 h 1049866"/>
                        <a:gd name="connsiteX7" fmla="*/ 0 w 4673016"/>
                        <a:gd name="connsiteY7" fmla="*/ 275021 h 1049866"/>
                        <a:gd name="connsiteX8" fmla="*/ 912064 w 4673016"/>
                        <a:gd name="connsiteY8" fmla="*/ 16933 h 1049866"/>
                        <a:gd name="connsiteX9" fmla="*/ 2323954 w 4673016"/>
                        <a:gd name="connsiteY9" fmla="*/ 616023 h 1049866"/>
                        <a:gd name="connsiteX10" fmla="*/ 3756864 w 4673016"/>
                        <a:gd name="connsiteY10" fmla="*/ 0 h 104986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673016" h="104986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10" name="Freeform 467">
                      <a:extLst>
                        <a:ext uri="{FF2B5EF4-FFF2-40B4-BE49-F238E27FC236}">
                          <a16:creationId xmlns:a16="http://schemas.microsoft.com/office/drawing/2014/main" id="{5F59DBC5-42B6-B887-49E6-CA93375D7E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avLst/>
                      <a:gdLst>
                        <a:gd name="connsiteX0" fmla="*/ 21021 w 1744718"/>
                        <a:gd name="connsiteY0" fmla="*/ 0 h 903890"/>
                        <a:gd name="connsiteX1" fmla="*/ 1744718 w 1744718"/>
                        <a:gd name="connsiteY1" fmla="*/ 693683 h 903890"/>
                        <a:gd name="connsiteX2" fmla="*/ 1145628 w 1744718"/>
                        <a:gd name="connsiteY2" fmla="*/ 903890 h 903890"/>
                        <a:gd name="connsiteX3" fmla="*/ 0 w 1744718"/>
                        <a:gd name="connsiteY3" fmla="*/ 451945 h 903890"/>
                        <a:gd name="connsiteX4" fmla="*/ 21021 w 1744718"/>
                        <a:gd name="connsiteY4" fmla="*/ 0 h 9038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44718" h="903890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11" name="Freeform 468">
                      <a:extLst>
                        <a:ext uri="{FF2B5EF4-FFF2-40B4-BE49-F238E27FC236}">
                          <a16:creationId xmlns:a16="http://schemas.microsoft.com/office/drawing/2014/main" id="{B16043F7-AF32-AD53-A7EE-C68396976B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avLst/>
                      <a:gdLst>
                        <a:gd name="connsiteX0" fmla="*/ 1702676 w 1713187"/>
                        <a:gd name="connsiteY0" fmla="*/ 0 h 893380"/>
                        <a:gd name="connsiteX1" fmla="*/ 1713187 w 1713187"/>
                        <a:gd name="connsiteY1" fmla="*/ 472966 h 893380"/>
                        <a:gd name="connsiteX2" fmla="*/ 578069 w 1713187"/>
                        <a:gd name="connsiteY2" fmla="*/ 893380 h 893380"/>
                        <a:gd name="connsiteX3" fmla="*/ 0 w 1713187"/>
                        <a:gd name="connsiteY3" fmla="*/ 693683 h 893380"/>
                        <a:gd name="connsiteX4" fmla="*/ 1702676 w 1713187"/>
                        <a:gd name="connsiteY4" fmla="*/ 0 h 8933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713187" h="893380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  <p:sp>
                  <p:nvSpPr>
                    <p:cNvPr id="512" name="Freeform 469">
                      <a:extLst>
                        <a:ext uri="{FF2B5EF4-FFF2-40B4-BE49-F238E27FC236}">
                          <a16:creationId xmlns:a16="http://schemas.microsoft.com/office/drawing/2014/main" id="{86359798-1ACE-00F1-31BA-6DC314C518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avLst/>
                      <a:gdLst>
                        <a:gd name="connsiteX0" fmla="*/ 599089 w 4162096"/>
                        <a:gd name="connsiteY0" fmla="*/ 273269 h 1618593"/>
                        <a:gd name="connsiteX1" fmla="*/ 882869 w 4162096"/>
                        <a:gd name="connsiteY1" fmla="*/ 199697 h 1618593"/>
                        <a:gd name="connsiteX2" fmla="*/ 2312276 w 4162096"/>
                        <a:gd name="connsiteY2" fmla="*/ 798786 h 1618593"/>
                        <a:gd name="connsiteX3" fmla="*/ 3794234 w 4162096"/>
                        <a:gd name="connsiteY3" fmla="*/ 199697 h 1618593"/>
                        <a:gd name="connsiteX4" fmla="*/ 4014951 w 4162096"/>
                        <a:gd name="connsiteY4" fmla="*/ 273269 h 1618593"/>
                        <a:gd name="connsiteX5" fmla="*/ 3058510 w 4162096"/>
                        <a:gd name="connsiteY5" fmla="*/ 641131 h 1618593"/>
                        <a:gd name="connsiteX6" fmla="*/ 3026979 w 4162096"/>
                        <a:gd name="connsiteY6" fmla="*/ 1114097 h 1618593"/>
                        <a:gd name="connsiteX7" fmla="*/ 4162096 w 4162096"/>
                        <a:gd name="connsiteY7" fmla="*/ 1545021 h 1618593"/>
                        <a:gd name="connsiteX8" fmla="*/ 3878317 w 4162096"/>
                        <a:gd name="connsiteY8" fmla="*/ 1608083 h 1618593"/>
                        <a:gd name="connsiteX9" fmla="*/ 2301765 w 4162096"/>
                        <a:gd name="connsiteY9" fmla="*/ 945931 h 1618593"/>
                        <a:gd name="connsiteX10" fmla="*/ 693682 w 4162096"/>
                        <a:gd name="connsiteY10" fmla="*/ 1618593 h 1618593"/>
                        <a:gd name="connsiteX11" fmla="*/ 430924 w 4162096"/>
                        <a:gd name="connsiteY11" fmla="*/ 1524000 h 1618593"/>
                        <a:gd name="connsiteX12" fmla="*/ 1576551 w 4162096"/>
                        <a:gd name="connsiteY12" fmla="*/ 1082566 h 1618593"/>
                        <a:gd name="connsiteX13" fmla="*/ 1545020 w 4162096"/>
                        <a:gd name="connsiteY13" fmla="*/ 609600 h 1618593"/>
                        <a:gd name="connsiteX14" fmla="*/ 0 w 4162096"/>
                        <a:gd name="connsiteY14" fmla="*/ 0 h 1618593"/>
                        <a:gd name="connsiteX15" fmla="*/ 872358 w 4162096"/>
                        <a:gd name="connsiteY15" fmla="*/ 210207 h 1618593"/>
                        <a:gd name="connsiteX16" fmla="*/ 872358 w 4162096"/>
                        <a:gd name="connsiteY16" fmla="*/ 210207 h 1618593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15" fmla="*/ 441434 w 3731172"/>
                        <a:gd name="connsiteY15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441434 w 3731172"/>
                        <a:gd name="connsiteY14" fmla="*/ 10510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357351 w 3731172"/>
                        <a:gd name="connsiteY14" fmla="*/ 115613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0990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47144 w 3731172"/>
                        <a:gd name="connsiteY14" fmla="*/ 6306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14096 w 3731172"/>
                        <a:gd name="connsiteY13" fmla="*/ 420413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56137 w 3731172"/>
                        <a:gd name="connsiteY13" fmla="*/ 441434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882869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68165 w 3731172"/>
                        <a:gd name="connsiteY0" fmla="*/ 73572 h 1418896"/>
                        <a:gd name="connsiteX1" fmla="*/ 451945 w 3731172"/>
                        <a:gd name="connsiteY1" fmla="*/ 0 h 1418896"/>
                        <a:gd name="connsiteX2" fmla="*/ 1881352 w 3731172"/>
                        <a:gd name="connsiteY2" fmla="*/ 599089 h 1418896"/>
                        <a:gd name="connsiteX3" fmla="*/ 3363310 w 3731172"/>
                        <a:gd name="connsiteY3" fmla="*/ 0 h 1418896"/>
                        <a:gd name="connsiteX4" fmla="*/ 3584027 w 3731172"/>
                        <a:gd name="connsiteY4" fmla="*/ 73572 h 1418896"/>
                        <a:gd name="connsiteX5" fmla="*/ 2627586 w 3731172"/>
                        <a:gd name="connsiteY5" fmla="*/ 441434 h 1418896"/>
                        <a:gd name="connsiteX6" fmla="*/ 2596055 w 3731172"/>
                        <a:gd name="connsiteY6" fmla="*/ 914400 h 1418896"/>
                        <a:gd name="connsiteX7" fmla="*/ 3731172 w 3731172"/>
                        <a:gd name="connsiteY7" fmla="*/ 1345324 h 1418896"/>
                        <a:gd name="connsiteX8" fmla="*/ 3447393 w 3731172"/>
                        <a:gd name="connsiteY8" fmla="*/ 1408386 h 1418896"/>
                        <a:gd name="connsiteX9" fmla="*/ 1870841 w 3731172"/>
                        <a:gd name="connsiteY9" fmla="*/ 746234 h 1418896"/>
                        <a:gd name="connsiteX10" fmla="*/ 262758 w 3731172"/>
                        <a:gd name="connsiteY10" fmla="*/ 1418896 h 1418896"/>
                        <a:gd name="connsiteX11" fmla="*/ 0 w 3731172"/>
                        <a:gd name="connsiteY11" fmla="*/ 1324303 h 1418896"/>
                        <a:gd name="connsiteX12" fmla="*/ 1145627 w 3731172"/>
                        <a:gd name="connsiteY12" fmla="*/ 903890 h 1418896"/>
                        <a:gd name="connsiteX13" fmla="*/ 1145626 w 3731172"/>
                        <a:gd name="connsiteY13" fmla="*/ 451945 h 1418896"/>
                        <a:gd name="connsiteX14" fmla="*/ 189185 w 3731172"/>
                        <a:gd name="connsiteY14" fmla="*/ 84081 h 1418896"/>
                        <a:gd name="connsiteX15" fmla="*/ 168165 w 3731172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575034 w 3710151"/>
                        <a:gd name="connsiteY6" fmla="*/ 91440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06565 w 3710151"/>
                        <a:gd name="connsiteY6" fmla="*/ 924910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06565 w 3710151"/>
                        <a:gd name="connsiteY5" fmla="*/ 441434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5151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60331 w 3710151"/>
                        <a:gd name="connsiteY2" fmla="*/ 599089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124605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12460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47144 w 3710151"/>
                        <a:gd name="connsiteY0" fmla="*/ 73572 h 1418896"/>
                        <a:gd name="connsiteX1" fmla="*/ 430924 w 3710151"/>
                        <a:gd name="connsiteY1" fmla="*/ 0 h 1418896"/>
                        <a:gd name="connsiteX2" fmla="*/ 1838028 w 3710151"/>
                        <a:gd name="connsiteY2" fmla="*/ 591655 h 1418896"/>
                        <a:gd name="connsiteX3" fmla="*/ 3342289 w 3710151"/>
                        <a:gd name="connsiteY3" fmla="*/ 0 h 1418896"/>
                        <a:gd name="connsiteX4" fmla="*/ 3563006 w 3710151"/>
                        <a:gd name="connsiteY4" fmla="*/ 73572 h 1418896"/>
                        <a:gd name="connsiteX5" fmla="*/ 2617717 w 3710151"/>
                        <a:gd name="connsiteY5" fmla="*/ 448868 h 1418896"/>
                        <a:gd name="connsiteX6" fmla="*/ 2610282 w 3710151"/>
                        <a:gd name="connsiteY6" fmla="*/ 902607 h 1418896"/>
                        <a:gd name="connsiteX7" fmla="*/ 3710151 w 3710151"/>
                        <a:gd name="connsiteY7" fmla="*/ 1345324 h 1418896"/>
                        <a:gd name="connsiteX8" fmla="*/ 3426372 w 3710151"/>
                        <a:gd name="connsiteY8" fmla="*/ 1408386 h 1418896"/>
                        <a:gd name="connsiteX9" fmla="*/ 1849820 w 3710151"/>
                        <a:gd name="connsiteY9" fmla="*/ 746234 h 1418896"/>
                        <a:gd name="connsiteX10" fmla="*/ 241737 w 3710151"/>
                        <a:gd name="connsiteY10" fmla="*/ 1418896 h 1418896"/>
                        <a:gd name="connsiteX11" fmla="*/ 0 w 3710151"/>
                        <a:gd name="connsiteY11" fmla="*/ 1334814 h 1418896"/>
                        <a:gd name="connsiteX12" fmla="*/ 1098586 w 3710151"/>
                        <a:gd name="connsiteY12" fmla="*/ 903890 h 1418896"/>
                        <a:gd name="connsiteX13" fmla="*/ 1087434 w 3710151"/>
                        <a:gd name="connsiteY13" fmla="*/ 451945 h 1418896"/>
                        <a:gd name="connsiteX14" fmla="*/ 168164 w 3710151"/>
                        <a:gd name="connsiteY14" fmla="*/ 84081 h 1418896"/>
                        <a:gd name="connsiteX15" fmla="*/ 147144 w 3710151"/>
                        <a:gd name="connsiteY15" fmla="*/ 73572 h 1418896"/>
                        <a:gd name="connsiteX0" fmla="*/ 162012 w 3725019"/>
                        <a:gd name="connsiteY0" fmla="*/ 73572 h 1418896"/>
                        <a:gd name="connsiteX1" fmla="*/ 445792 w 3725019"/>
                        <a:gd name="connsiteY1" fmla="*/ 0 h 1418896"/>
                        <a:gd name="connsiteX2" fmla="*/ 1852896 w 3725019"/>
                        <a:gd name="connsiteY2" fmla="*/ 591655 h 1418896"/>
                        <a:gd name="connsiteX3" fmla="*/ 3357157 w 3725019"/>
                        <a:gd name="connsiteY3" fmla="*/ 0 h 1418896"/>
                        <a:gd name="connsiteX4" fmla="*/ 3577874 w 3725019"/>
                        <a:gd name="connsiteY4" fmla="*/ 73572 h 1418896"/>
                        <a:gd name="connsiteX5" fmla="*/ 2632585 w 3725019"/>
                        <a:gd name="connsiteY5" fmla="*/ 448868 h 1418896"/>
                        <a:gd name="connsiteX6" fmla="*/ 2625150 w 3725019"/>
                        <a:gd name="connsiteY6" fmla="*/ 902607 h 1418896"/>
                        <a:gd name="connsiteX7" fmla="*/ 3725019 w 3725019"/>
                        <a:gd name="connsiteY7" fmla="*/ 1345324 h 1418896"/>
                        <a:gd name="connsiteX8" fmla="*/ 3441240 w 3725019"/>
                        <a:gd name="connsiteY8" fmla="*/ 1408386 h 1418896"/>
                        <a:gd name="connsiteX9" fmla="*/ 1864688 w 3725019"/>
                        <a:gd name="connsiteY9" fmla="*/ 746234 h 1418896"/>
                        <a:gd name="connsiteX10" fmla="*/ 256605 w 3725019"/>
                        <a:gd name="connsiteY10" fmla="*/ 1418896 h 1418896"/>
                        <a:gd name="connsiteX11" fmla="*/ 0 w 3725019"/>
                        <a:gd name="connsiteY11" fmla="*/ 1331097 h 1418896"/>
                        <a:gd name="connsiteX12" fmla="*/ 1113454 w 3725019"/>
                        <a:gd name="connsiteY12" fmla="*/ 903890 h 1418896"/>
                        <a:gd name="connsiteX13" fmla="*/ 1102302 w 3725019"/>
                        <a:gd name="connsiteY13" fmla="*/ 451945 h 1418896"/>
                        <a:gd name="connsiteX14" fmla="*/ 183032 w 3725019"/>
                        <a:gd name="connsiteY14" fmla="*/ 84081 h 1418896"/>
                        <a:gd name="connsiteX15" fmla="*/ 162012 w 3725019"/>
                        <a:gd name="connsiteY15" fmla="*/ 73572 h 141889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3725019" h="1418896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685800"/>
                      <a:endParaRPr lang="en-US" sz="135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</p:grpSp>
            <p:pic>
              <p:nvPicPr>
                <p:cNvPr id="504" name="Picture 1065" descr="antenna_stylized">
                  <a:extLst>
                    <a:ext uri="{FF2B5EF4-FFF2-40B4-BE49-F238E27FC236}">
                      <a16:creationId xmlns:a16="http://schemas.microsoft.com/office/drawing/2014/main" id="{0538376B-6596-6A8A-1F3F-8F5E88013E0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505" name="Picture 1065" descr="antenna_stylized">
                  <a:extLst>
                    <a:ext uri="{FF2B5EF4-FFF2-40B4-BE49-F238E27FC236}">
                      <a16:creationId xmlns:a16="http://schemas.microsoft.com/office/drawing/2014/main" id="{128051DF-E70F-1705-A488-4257A562844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1C83BFAD-DD8F-5C56-A299-270C8F7E8B94}"/>
                </a:ext>
              </a:extLst>
            </p:cNvPr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00B33171-E8C7-07E5-2D32-243EFAA69F8E}"/>
                  </a:ext>
                </a:extLst>
              </p:cNvPr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479" name="Straight Connector 478">
                  <a:extLst>
                    <a:ext uri="{FF2B5EF4-FFF2-40B4-BE49-F238E27FC236}">
                      <a16:creationId xmlns:a16="http://schemas.microsoft.com/office/drawing/2014/main" id="{03C4B9AC-0206-F6AF-FB82-0CF01A7C89F1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80" name="Group 479">
                  <a:extLst>
                    <a:ext uri="{FF2B5EF4-FFF2-40B4-BE49-F238E27FC236}">
                      <a16:creationId xmlns:a16="http://schemas.microsoft.com/office/drawing/2014/main" id="{0BF3D74D-D149-63AD-85C7-A7E1C9BE18D2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481" name="Picture 480" descr="server_rack.png">
                    <a:extLst>
                      <a:ext uri="{FF2B5EF4-FFF2-40B4-BE49-F238E27FC236}">
                        <a16:creationId xmlns:a16="http://schemas.microsoft.com/office/drawing/2014/main" id="{1C6C0683-99FE-DDC7-7B25-8E899271887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482" name="Picture 481" descr="server_rack.png">
                    <a:extLst>
                      <a:ext uri="{FF2B5EF4-FFF2-40B4-BE49-F238E27FC236}">
                        <a16:creationId xmlns:a16="http://schemas.microsoft.com/office/drawing/2014/main" id="{3DBB888B-D9F7-DD8F-4BD4-D05B346237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483" name="Picture 482" descr="server_rack.png">
                    <a:extLst>
                      <a:ext uri="{FF2B5EF4-FFF2-40B4-BE49-F238E27FC236}">
                        <a16:creationId xmlns:a16="http://schemas.microsoft.com/office/drawing/2014/main" id="{7242C028-C0C0-0EC6-C0C8-7777AE54D1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471" name="Group 470">
                <a:extLst>
                  <a:ext uri="{FF2B5EF4-FFF2-40B4-BE49-F238E27FC236}">
                    <a16:creationId xmlns:a16="http://schemas.microsoft.com/office/drawing/2014/main" id="{9AD4777A-D789-2250-7B4C-9270DF5C0EDD}"/>
                  </a:ext>
                </a:extLst>
              </p:cNvPr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472" name="Freeform 447">
                  <a:extLst>
                    <a:ext uri="{FF2B5EF4-FFF2-40B4-BE49-F238E27FC236}">
                      <a16:creationId xmlns:a16="http://schemas.microsoft.com/office/drawing/2014/main" id="{C605E3CC-0FA0-DD81-2212-43681337C562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r>
                    <a:rPr lang="en-US" sz="135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     </a:t>
                  </a:r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912E0214-CE94-E933-42BC-BDF0DB24508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r>
                    <a:rPr lang="en-US" sz="1350" dirty="0">
                      <a:solidFill>
                        <a:prstClr val="white"/>
                      </a:solidFill>
                      <a:latin typeface="Calibri" panose="020F0502020204030204"/>
                    </a:rPr>
                    <a:t>              </a:t>
                  </a:r>
                </a:p>
              </p:txBody>
            </p:sp>
            <p:grpSp>
              <p:nvGrpSpPr>
                <p:cNvPr id="474" name="Group 473">
                  <a:extLst>
                    <a:ext uri="{FF2B5EF4-FFF2-40B4-BE49-F238E27FC236}">
                      <a16:creationId xmlns:a16="http://schemas.microsoft.com/office/drawing/2014/main" id="{0F453A1F-EC6C-A8AF-C860-C81A55B03ABF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75" name="Freeform 450">
                    <a:extLst>
                      <a:ext uri="{FF2B5EF4-FFF2-40B4-BE49-F238E27FC236}">
                        <a16:creationId xmlns:a16="http://schemas.microsoft.com/office/drawing/2014/main" id="{DE68BE39-8A6C-F466-B45E-8E60B2149A9E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476" name="Freeform 451">
                    <a:extLst>
                      <a:ext uri="{FF2B5EF4-FFF2-40B4-BE49-F238E27FC236}">
                        <a16:creationId xmlns:a16="http://schemas.microsoft.com/office/drawing/2014/main" id="{B74F07B8-CA8C-86CB-2EFA-EE088D344D98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477" name="Freeform 452">
                    <a:extLst>
                      <a:ext uri="{FF2B5EF4-FFF2-40B4-BE49-F238E27FC236}">
                        <a16:creationId xmlns:a16="http://schemas.microsoft.com/office/drawing/2014/main" id="{CA3C5C0E-AF17-B90F-EA63-F0C756C8ABE9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478" name="Freeform 453">
                    <a:extLst>
                      <a:ext uri="{FF2B5EF4-FFF2-40B4-BE49-F238E27FC236}">
                        <a16:creationId xmlns:a16="http://schemas.microsoft.com/office/drawing/2014/main" id="{280A6377-A7EB-986D-23F7-CA0BB150B237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685800"/>
                    <a:endParaRPr lang="en-US" sz="135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</p:grpSp>
      </p:grpSp>
      <p:grpSp>
        <p:nvGrpSpPr>
          <p:cNvPr id="600" name="Group 599">
            <a:extLst>
              <a:ext uri="{FF2B5EF4-FFF2-40B4-BE49-F238E27FC236}">
                <a16:creationId xmlns:a16="http://schemas.microsoft.com/office/drawing/2014/main" id="{EBF3D2AD-8270-E3B0-9851-8714645F0E7C}"/>
              </a:ext>
            </a:extLst>
          </p:cNvPr>
          <p:cNvGrpSpPr/>
          <p:nvPr/>
        </p:nvGrpSpPr>
        <p:grpSpPr>
          <a:xfrm>
            <a:off x="6521184" y="2134213"/>
            <a:ext cx="1994166" cy="2123580"/>
            <a:chOff x="17449127" y="2067553"/>
            <a:chExt cx="2658888" cy="2831440"/>
          </a:xfrm>
        </p:grpSpPr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E3CCA6B8-CC69-27C0-4662-9EE557A84ADA}"/>
                </a:ext>
              </a:extLst>
            </p:cNvPr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CB15F7D4-386D-3602-9AE7-3410985FC62A}"/>
                </a:ext>
              </a:extLst>
            </p:cNvPr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603" name="Freeform 4">
            <a:extLst>
              <a:ext uri="{FF2B5EF4-FFF2-40B4-BE49-F238E27FC236}">
                <a16:creationId xmlns:a16="http://schemas.microsoft.com/office/drawing/2014/main" id="{C9A40E61-A3A8-0AD5-613D-C6C2ACD3FA8D}"/>
              </a:ext>
            </a:extLst>
          </p:cNvPr>
          <p:cNvSpPr/>
          <p:nvPr/>
        </p:nvSpPr>
        <p:spPr>
          <a:xfrm>
            <a:off x="5368159" y="2000250"/>
            <a:ext cx="3413234" cy="3673366"/>
          </a:xfrm>
          <a:custGeom>
            <a:avLst/>
            <a:gdLst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713187 w 4656083"/>
              <a:gd name="connsiteY6" fmla="*/ 3100551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079531 w 4656083"/>
              <a:gd name="connsiteY7" fmla="*/ 3037489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132083 w 4656083"/>
              <a:gd name="connsiteY7" fmla="*/ 3090041 h 4939862"/>
              <a:gd name="connsiteX8" fmla="*/ 3552497 w 4656083"/>
              <a:gd name="connsiteY8" fmla="*/ 2858813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762704 w 4656083"/>
              <a:gd name="connsiteY9" fmla="*/ 258554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660635 w 4656083"/>
              <a:gd name="connsiteY6" fmla="*/ 245942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60635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375338 w 4656083"/>
              <a:gd name="connsiteY4" fmla="*/ 1418896 h 4939862"/>
              <a:gd name="connsiteX5" fmla="*/ 1692166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438400 w 4656083"/>
              <a:gd name="connsiteY4" fmla="*/ 1471447 h 4939862"/>
              <a:gd name="connsiteX5" fmla="*/ 1692166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0 w 4656083"/>
              <a:gd name="connsiteY0" fmla="*/ 0 h 4939862"/>
              <a:gd name="connsiteX1" fmla="*/ 0 w 4656083"/>
              <a:gd name="connsiteY1" fmla="*/ 0 h 4939862"/>
              <a:gd name="connsiteX2" fmla="*/ 94593 w 4656083"/>
              <a:gd name="connsiteY2" fmla="*/ 10510 h 4939862"/>
              <a:gd name="connsiteX3" fmla="*/ 2375338 w 4656083"/>
              <a:gd name="connsiteY3" fmla="*/ 42041 h 4939862"/>
              <a:gd name="connsiteX4" fmla="*/ 2438400 w 4656083"/>
              <a:gd name="connsiteY4" fmla="*/ 1471447 h 4939862"/>
              <a:gd name="connsiteX5" fmla="*/ 1692166 w 4656083"/>
              <a:gd name="connsiteY5" fmla="*/ 1923393 h 4939862"/>
              <a:gd name="connsiteX6" fmla="*/ 1555531 w 4656083"/>
              <a:gd name="connsiteY6" fmla="*/ 2469930 h 4939862"/>
              <a:gd name="connsiteX7" fmla="*/ 3132083 w 4656083"/>
              <a:gd name="connsiteY7" fmla="*/ 3090041 h 4939862"/>
              <a:gd name="connsiteX8" fmla="*/ 3605049 w 4656083"/>
              <a:gd name="connsiteY8" fmla="*/ 2869324 h 4939862"/>
              <a:gd name="connsiteX9" fmla="*/ 3804745 w 4656083"/>
              <a:gd name="connsiteY9" fmla="*/ 2596054 h 4939862"/>
              <a:gd name="connsiteX10" fmla="*/ 3825766 w 4656083"/>
              <a:gd name="connsiteY10" fmla="*/ 2259724 h 4939862"/>
              <a:gd name="connsiteX11" fmla="*/ 3783725 w 4656083"/>
              <a:gd name="connsiteY11" fmla="*/ 2060027 h 4939862"/>
              <a:gd name="connsiteX12" fmla="*/ 3689131 w 4656083"/>
              <a:gd name="connsiteY12" fmla="*/ 1881351 h 4939862"/>
              <a:gd name="connsiteX13" fmla="*/ 3447393 w 4656083"/>
              <a:gd name="connsiteY13" fmla="*/ 1723696 h 4939862"/>
              <a:gd name="connsiteX14" fmla="*/ 4498428 w 4656083"/>
              <a:gd name="connsiteY14" fmla="*/ 1587062 h 4939862"/>
              <a:gd name="connsiteX15" fmla="*/ 4656083 w 4656083"/>
              <a:gd name="connsiteY15" fmla="*/ 2921875 h 4939862"/>
              <a:gd name="connsiteX16" fmla="*/ 4508938 w 4656083"/>
              <a:gd name="connsiteY16" fmla="*/ 4561489 h 4939862"/>
              <a:gd name="connsiteX17" fmla="*/ 3499945 w 4656083"/>
              <a:gd name="connsiteY17" fmla="*/ 4939862 h 4939862"/>
              <a:gd name="connsiteX18" fmla="*/ 105104 w 4656083"/>
              <a:gd name="connsiteY18" fmla="*/ 4897820 h 4939862"/>
              <a:gd name="connsiteX19" fmla="*/ 0 w 4656083"/>
              <a:gd name="connsiteY19" fmla="*/ 0 h 4939862"/>
              <a:gd name="connsiteX0" fmla="*/ 126410 w 4656369"/>
              <a:gd name="connsiteY0" fmla="*/ 234571 h 4953715"/>
              <a:gd name="connsiteX1" fmla="*/ 286 w 4656369"/>
              <a:gd name="connsiteY1" fmla="*/ 13853 h 4953715"/>
              <a:gd name="connsiteX2" fmla="*/ 94879 w 4656369"/>
              <a:gd name="connsiteY2" fmla="*/ 24363 h 4953715"/>
              <a:gd name="connsiteX3" fmla="*/ 2375624 w 4656369"/>
              <a:gd name="connsiteY3" fmla="*/ 55894 h 4953715"/>
              <a:gd name="connsiteX4" fmla="*/ 2438686 w 4656369"/>
              <a:gd name="connsiteY4" fmla="*/ 1485300 h 4953715"/>
              <a:gd name="connsiteX5" fmla="*/ 1692452 w 4656369"/>
              <a:gd name="connsiteY5" fmla="*/ 1937246 h 4953715"/>
              <a:gd name="connsiteX6" fmla="*/ 1555817 w 4656369"/>
              <a:gd name="connsiteY6" fmla="*/ 2483783 h 4953715"/>
              <a:gd name="connsiteX7" fmla="*/ 3132369 w 4656369"/>
              <a:gd name="connsiteY7" fmla="*/ 3103894 h 4953715"/>
              <a:gd name="connsiteX8" fmla="*/ 3605335 w 4656369"/>
              <a:gd name="connsiteY8" fmla="*/ 2883177 h 4953715"/>
              <a:gd name="connsiteX9" fmla="*/ 3805031 w 4656369"/>
              <a:gd name="connsiteY9" fmla="*/ 2609907 h 4953715"/>
              <a:gd name="connsiteX10" fmla="*/ 3826052 w 4656369"/>
              <a:gd name="connsiteY10" fmla="*/ 2273577 h 4953715"/>
              <a:gd name="connsiteX11" fmla="*/ 3784011 w 4656369"/>
              <a:gd name="connsiteY11" fmla="*/ 2073880 h 4953715"/>
              <a:gd name="connsiteX12" fmla="*/ 3689417 w 4656369"/>
              <a:gd name="connsiteY12" fmla="*/ 1895204 h 4953715"/>
              <a:gd name="connsiteX13" fmla="*/ 3447679 w 4656369"/>
              <a:gd name="connsiteY13" fmla="*/ 1737549 h 4953715"/>
              <a:gd name="connsiteX14" fmla="*/ 4498714 w 4656369"/>
              <a:gd name="connsiteY14" fmla="*/ 1600915 h 4953715"/>
              <a:gd name="connsiteX15" fmla="*/ 4656369 w 4656369"/>
              <a:gd name="connsiteY15" fmla="*/ 2935728 h 4953715"/>
              <a:gd name="connsiteX16" fmla="*/ 4509224 w 4656369"/>
              <a:gd name="connsiteY16" fmla="*/ 4575342 h 4953715"/>
              <a:gd name="connsiteX17" fmla="*/ 3500231 w 4656369"/>
              <a:gd name="connsiteY17" fmla="*/ 4953715 h 4953715"/>
              <a:gd name="connsiteX18" fmla="*/ 105390 w 4656369"/>
              <a:gd name="connsiteY18" fmla="*/ 4911673 h 4953715"/>
              <a:gd name="connsiteX19" fmla="*/ 126410 w 4656369"/>
              <a:gd name="connsiteY19" fmla="*/ 234571 h 4953715"/>
              <a:gd name="connsiteX0" fmla="*/ 190699 w 4720658"/>
              <a:gd name="connsiteY0" fmla="*/ 417353 h 5136497"/>
              <a:gd name="connsiteX1" fmla="*/ 159168 w 4720658"/>
              <a:gd name="connsiteY1" fmla="*/ 207145 h 5136497"/>
              <a:gd name="connsiteX2" fmla="*/ 2439913 w 4720658"/>
              <a:gd name="connsiteY2" fmla="*/ 238676 h 5136497"/>
              <a:gd name="connsiteX3" fmla="*/ 2502975 w 4720658"/>
              <a:gd name="connsiteY3" fmla="*/ 1668082 h 5136497"/>
              <a:gd name="connsiteX4" fmla="*/ 1756741 w 4720658"/>
              <a:gd name="connsiteY4" fmla="*/ 2120028 h 5136497"/>
              <a:gd name="connsiteX5" fmla="*/ 1620106 w 4720658"/>
              <a:gd name="connsiteY5" fmla="*/ 2666565 h 5136497"/>
              <a:gd name="connsiteX6" fmla="*/ 3196658 w 4720658"/>
              <a:gd name="connsiteY6" fmla="*/ 3286676 h 5136497"/>
              <a:gd name="connsiteX7" fmla="*/ 3669624 w 4720658"/>
              <a:gd name="connsiteY7" fmla="*/ 3065959 h 5136497"/>
              <a:gd name="connsiteX8" fmla="*/ 3869320 w 4720658"/>
              <a:gd name="connsiteY8" fmla="*/ 2792689 h 5136497"/>
              <a:gd name="connsiteX9" fmla="*/ 3890341 w 4720658"/>
              <a:gd name="connsiteY9" fmla="*/ 2456359 h 5136497"/>
              <a:gd name="connsiteX10" fmla="*/ 3848300 w 4720658"/>
              <a:gd name="connsiteY10" fmla="*/ 2256662 h 5136497"/>
              <a:gd name="connsiteX11" fmla="*/ 3753706 w 4720658"/>
              <a:gd name="connsiteY11" fmla="*/ 2077986 h 5136497"/>
              <a:gd name="connsiteX12" fmla="*/ 3511968 w 4720658"/>
              <a:gd name="connsiteY12" fmla="*/ 1920331 h 5136497"/>
              <a:gd name="connsiteX13" fmla="*/ 4563003 w 4720658"/>
              <a:gd name="connsiteY13" fmla="*/ 1783697 h 5136497"/>
              <a:gd name="connsiteX14" fmla="*/ 4720658 w 4720658"/>
              <a:gd name="connsiteY14" fmla="*/ 3118510 h 5136497"/>
              <a:gd name="connsiteX15" fmla="*/ 4573513 w 4720658"/>
              <a:gd name="connsiteY15" fmla="*/ 4758124 h 5136497"/>
              <a:gd name="connsiteX16" fmla="*/ 3564520 w 4720658"/>
              <a:gd name="connsiteY16" fmla="*/ 5136497 h 5136497"/>
              <a:gd name="connsiteX17" fmla="*/ 169679 w 4720658"/>
              <a:gd name="connsiteY17" fmla="*/ 5094455 h 5136497"/>
              <a:gd name="connsiteX18" fmla="*/ 190699 w 4720658"/>
              <a:gd name="connsiteY18" fmla="*/ 417353 h 5136497"/>
              <a:gd name="connsiteX0" fmla="*/ 21020 w 4550979"/>
              <a:gd name="connsiteY0" fmla="*/ 476180 h 5195324"/>
              <a:gd name="connsiteX1" fmla="*/ 2270234 w 4550979"/>
              <a:gd name="connsiteY1" fmla="*/ 297503 h 5195324"/>
              <a:gd name="connsiteX2" fmla="*/ 2333296 w 4550979"/>
              <a:gd name="connsiteY2" fmla="*/ 1726909 h 5195324"/>
              <a:gd name="connsiteX3" fmla="*/ 1587062 w 4550979"/>
              <a:gd name="connsiteY3" fmla="*/ 2178855 h 5195324"/>
              <a:gd name="connsiteX4" fmla="*/ 1450427 w 4550979"/>
              <a:gd name="connsiteY4" fmla="*/ 2725392 h 5195324"/>
              <a:gd name="connsiteX5" fmla="*/ 3026979 w 4550979"/>
              <a:gd name="connsiteY5" fmla="*/ 3345503 h 5195324"/>
              <a:gd name="connsiteX6" fmla="*/ 3499945 w 4550979"/>
              <a:gd name="connsiteY6" fmla="*/ 3124786 h 5195324"/>
              <a:gd name="connsiteX7" fmla="*/ 3699641 w 4550979"/>
              <a:gd name="connsiteY7" fmla="*/ 2851516 h 5195324"/>
              <a:gd name="connsiteX8" fmla="*/ 3720662 w 4550979"/>
              <a:gd name="connsiteY8" fmla="*/ 2515186 h 5195324"/>
              <a:gd name="connsiteX9" fmla="*/ 3678621 w 4550979"/>
              <a:gd name="connsiteY9" fmla="*/ 2315489 h 5195324"/>
              <a:gd name="connsiteX10" fmla="*/ 3584027 w 4550979"/>
              <a:gd name="connsiteY10" fmla="*/ 2136813 h 5195324"/>
              <a:gd name="connsiteX11" fmla="*/ 3342289 w 4550979"/>
              <a:gd name="connsiteY11" fmla="*/ 1979158 h 5195324"/>
              <a:gd name="connsiteX12" fmla="*/ 4393324 w 4550979"/>
              <a:gd name="connsiteY12" fmla="*/ 1842524 h 5195324"/>
              <a:gd name="connsiteX13" fmla="*/ 4550979 w 4550979"/>
              <a:gd name="connsiteY13" fmla="*/ 3177337 h 5195324"/>
              <a:gd name="connsiteX14" fmla="*/ 4403834 w 4550979"/>
              <a:gd name="connsiteY14" fmla="*/ 4816951 h 5195324"/>
              <a:gd name="connsiteX15" fmla="*/ 3394841 w 4550979"/>
              <a:gd name="connsiteY15" fmla="*/ 5195324 h 5195324"/>
              <a:gd name="connsiteX16" fmla="*/ 0 w 4550979"/>
              <a:gd name="connsiteY16" fmla="*/ 5153282 h 5195324"/>
              <a:gd name="connsiteX17" fmla="*/ 21020 w 4550979"/>
              <a:gd name="connsiteY17" fmla="*/ 476180 h 5195324"/>
              <a:gd name="connsiteX0" fmla="*/ 21020 w 4550979"/>
              <a:gd name="connsiteY0" fmla="*/ 258442 h 4977586"/>
              <a:gd name="connsiteX1" fmla="*/ 2270234 w 4550979"/>
              <a:gd name="connsiteY1" fmla="*/ 79765 h 4977586"/>
              <a:gd name="connsiteX2" fmla="*/ 2333296 w 4550979"/>
              <a:gd name="connsiteY2" fmla="*/ 1509171 h 4977586"/>
              <a:gd name="connsiteX3" fmla="*/ 1587062 w 4550979"/>
              <a:gd name="connsiteY3" fmla="*/ 1961117 h 4977586"/>
              <a:gd name="connsiteX4" fmla="*/ 1450427 w 4550979"/>
              <a:gd name="connsiteY4" fmla="*/ 2507654 h 4977586"/>
              <a:gd name="connsiteX5" fmla="*/ 3026979 w 4550979"/>
              <a:gd name="connsiteY5" fmla="*/ 3127765 h 4977586"/>
              <a:gd name="connsiteX6" fmla="*/ 3499945 w 4550979"/>
              <a:gd name="connsiteY6" fmla="*/ 2907048 h 4977586"/>
              <a:gd name="connsiteX7" fmla="*/ 3699641 w 4550979"/>
              <a:gd name="connsiteY7" fmla="*/ 2633778 h 4977586"/>
              <a:gd name="connsiteX8" fmla="*/ 3720662 w 4550979"/>
              <a:gd name="connsiteY8" fmla="*/ 2297448 h 4977586"/>
              <a:gd name="connsiteX9" fmla="*/ 3678621 w 4550979"/>
              <a:gd name="connsiteY9" fmla="*/ 2097751 h 4977586"/>
              <a:gd name="connsiteX10" fmla="*/ 3584027 w 4550979"/>
              <a:gd name="connsiteY10" fmla="*/ 1919075 h 4977586"/>
              <a:gd name="connsiteX11" fmla="*/ 3342289 w 4550979"/>
              <a:gd name="connsiteY11" fmla="*/ 1761420 h 4977586"/>
              <a:gd name="connsiteX12" fmla="*/ 4393324 w 4550979"/>
              <a:gd name="connsiteY12" fmla="*/ 1624786 h 4977586"/>
              <a:gd name="connsiteX13" fmla="*/ 4550979 w 4550979"/>
              <a:gd name="connsiteY13" fmla="*/ 2959599 h 4977586"/>
              <a:gd name="connsiteX14" fmla="*/ 4403834 w 4550979"/>
              <a:gd name="connsiteY14" fmla="*/ 4599213 h 4977586"/>
              <a:gd name="connsiteX15" fmla="*/ 3394841 w 4550979"/>
              <a:gd name="connsiteY15" fmla="*/ 4977586 h 4977586"/>
              <a:gd name="connsiteX16" fmla="*/ 0 w 4550979"/>
              <a:gd name="connsiteY16" fmla="*/ 4935544 h 4977586"/>
              <a:gd name="connsiteX17" fmla="*/ 21020 w 4550979"/>
              <a:gd name="connsiteY17" fmla="*/ 258442 h 4977586"/>
              <a:gd name="connsiteX0" fmla="*/ 21020 w 4550979"/>
              <a:gd name="connsiteY0" fmla="*/ 178677 h 4897821"/>
              <a:gd name="connsiteX1" fmla="*/ 2270234 w 4550979"/>
              <a:gd name="connsiteY1" fmla="*/ 0 h 4897821"/>
              <a:gd name="connsiteX2" fmla="*/ 2333296 w 4550979"/>
              <a:gd name="connsiteY2" fmla="*/ 1429406 h 4897821"/>
              <a:gd name="connsiteX3" fmla="*/ 1587062 w 4550979"/>
              <a:gd name="connsiteY3" fmla="*/ 1881352 h 4897821"/>
              <a:gd name="connsiteX4" fmla="*/ 1450427 w 4550979"/>
              <a:gd name="connsiteY4" fmla="*/ 2427889 h 4897821"/>
              <a:gd name="connsiteX5" fmla="*/ 3026979 w 4550979"/>
              <a:gd name="connsiteY5" fmla="*/ 3048000 h 4897821"/>
              <a:gd name="connsiteX6" fmla="*/ 3499945 w 4550979"/>
              <a:gd name="connsiteY6" fmla="*/ 2827283 h 4897821"/>
              <a:gd name="connsiteX7" fmla="*/ 3699641 w 4550979"/>
              <a:gd name="connsiteY7" fmla="*/ 2554013 h 4897821"/>
              <a:gd name="connsiteX8" fmla="*/ 3720662 w 4550979"/>
              <a:gd name="connsiteY8" fmla="*/ 2217683 h 4897821"/>
              <a:gd name="connsiteX9" fmla="*/ 3678621 w 4550979"/>
              <a:gd name="connsiteY9" fmla="*/ 2017986 h 4897821"/>
              <a:gd name="connsiteX10" fmla="*/ 3584027 w 4550979"/>
              <a:gd name="connsiteY10" fmla="*/ 1839310 h 4897821"/>
              <a:gd name="connsiteX11" fmla="*/ 3342289 w 4550979"/>
              <a:gd name="connsiteY11" fmla="*/ 1681655 h 4897821"/>
              <a:gd name="connsiteX12" fmla="*/ 4393324 w 4550979"/>
              <a:gd name="connsiteY12" fmla="*/ 1545021 h 4897821"/>
              <a:gd name="connsiteX13" fmla="*/ 4550979 w 4550979"/>
              <a:gd name="connsiteY13" fmla="*/ 2879834 h 4897821"/>
              <a:gd name="connsiteX14" fmla="*/ 4403834 w 4550979"/>
              <a:gd name="connsiteY14" fmla="*/ 4519448 h 4897821"/>
              <a:gd name="connsiteX15" fmla="*/ 3394841 w 4550979"/>
              <a:gd name="connsiteY15" fmla="*/ 4897821 h 4897821"/>
              <a:gd name="connsiteX16" fmla="*/ 0 w 4550979"/>
              <a:gd name="connsiteY16" fmla="*/ 4855779 h 4897821"/>
              <a:gd name="connsiteX17" fmla="*/ 21020 w 4550979"/>
              <a:gd name="connsiteY17" fmla="*/ 178677 h 489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550979" h="4897821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312276" y="3139089"/>
                  <a:pt x="3026979" y="3048000"/>
                </a:cubicBezTo>
                <a:lnTo>
                  <a:pt x="3499945" y="2827283"/>
                </a:ln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7804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key network-core functions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9F794A73-327C-7843-6E06-3F88FD746151}"/>
              </a:ext>
            </a:extLst>
          </p:cNvPr>
          <p:cNvSpPr txBox="1">
            <a:spLocks/>
          </p:cNvSpPr>
          <p:nvPr/>
        </p:nvSpPr>
        <p:spPr>
          <a:xfrm>
            <a:off x="249401" y="2974261"/>
            <a:ext cx="2197958" cy="229744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>
              <a:buFont typeface="Arial" panose="020B0604020202020204" pitchFamily="34" charset="0"/>
              <a:buNone/>
            </a:pPr>
            <a:r>
              <a:rPr lang="en-US" altLang="en-US" sz="29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Forwarding</a:t>
            </a:r>
            <a:r>
              <a:rPr lang="en-US" altLang="en-US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local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action: move arriving packets from router’</a:t>
            </a:r>
            <a:r>
              <a:rPr lang="en-US" altLang="ja-JP" dirty="0">
                <a:ea typeface="ＭＳ Ｐゴシック" panose="020B0600070205080204" pitchFamily="34" charset="-128"/>
              </a:rPr>
              <a:t>s input link to appropriate router output link</a:t>
            </a:r>
          </a:p>
          <a:p>
            <a:endParaRPr lang="en-US" dirty="0"/>
          </a:p>
        </p:txBody>
      </p:sp>
      <p:sp>
        <p:nvSpPr>
          <p:cNvPr id="60" name="Freeform 2">
            <a:extLst>
              <a:ext uri="{FF2B5EF4-FFF2-40B4-BE49-F238E27FC236}">
                <a16:creationId xmlns:a16="http://schemas.microsoft.com/office/drawing/2014/main" id="{4DE59A31-A968-7156-4F43-7B4C6A021C4A}"/>
              </a:ext>
            </a:extLst>
          </p:cNvPr>
          <p:cNvSpPr>
            <a:spLocks/>
          </p:cNvSpPr>
          <p:nvPr/>
        </p:nvSpPr>
        <p:spPr bwMode="auto">
          <a:xfrm>
            <a:off x="3754540" y="4276503"/>
            <a:ext cx="2136653" cy="1110680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1" name="Freeform 6">
            <a:extLst>
              <a:ext uri="{FF2B5EF4-FFF2-40B4-BE49-F238E27FC236}">
                <a16:creationId xmlns:a16="http://schemas.microsoft.com/office/drawing/2014/main" id="{AE2A841F-F152-DA78-BF07-AC23E5EF3DBD}"/>
              </a:ext>
            </a:extLst>
          </p:cNvPr>
          <p:cNvSpPr>
            <a:spLocks/>
          </p:cNvSpPr>
          <p:nvPr/>
        </p:nvSpPr>
        <p:spPr bwMode="auto">
          <a:xfrm>
            <a:off x="4233320" y="4503877"/>
            <a:ext cx="407322" cy="221422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2" name="Freeform 91">
            <a:extLst>
              <a:ext uri="{FF2B5EF4-FFF2-40B4-BE49-F238E27FC236}">
                <a16:creationId xmlns:a16="http://schemas.microsoft.com/office/drawing/2014/main" id="{58BD419B-F53A-B309-AC07-656A746329F5}"/>
              </a:ext>
            </a:extLst>
          </p:cNvPr>
          <p:cNvSpPr>
            <a:spLocks/>
          </p:cNvSpPr>
          <p:nvPr/>
        </p:nvSpPr>
        <p:spPr bwMode="auto">
          <a:xfrm>
            <a:off x="5014616" y="4499116"/>
            <a:ext cx="378738" cy="230945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3" name="Freeform 92">
            <a:extLst>
              <a:ext uri="{FF2B5EF4-FFF2-40B4-BE49-F238E27FC236}">
                <a16:creationId xmlns:a16="http://schemas.microsoft.com/office/drawing/2014/main" id="{C7B877FB-D376-EA09-A57D-FC03061DAA95}"/>
              </a:ext>
            </a:extLst>
          </p:cNvPr>
          <p:cNvSpPr>
            <a:spLocks/>
          </p:cNvSpPr>
          <p:nvPr/>
        </p:nvSpPr>
        <p:spPr bwMode="auto">
          <a:xfrm>
            <a:off x="4215455" y="4793153"/>
            <a:ext cx="360873" cy="178566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4" name="Freeform 93">
            <a:extLst>
              <a:ext uri="{FF2B5EF4-FFF2-40B4-BE49-F238E27FC236}">
                <a16:creationId xmlns:a16="http://schemas.microsoft.com/office/drawing/2014/main" id="{B893ED34-AAF2-39A8-17BF-347F63EA7B34}"/>
              </a:ext>
            </a:extLst>
          </p:cNvPr>
          <p:cNvSpPr>
            <a:spLocks/>
          </p:cNvSpPr>
          <p:nvPr/>
        </p:nvSpPr>
        <p:spPr bwMode="auto">
          <a:xfrm>
            <a:off x="4926482" y="4775297"/>
            <a:ext cx="471636" cy="185708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5" name="Freeform 94">
            <a:extLst>
              <a:ext uri="{FF2B5EF4-FFF2-40B4-BE49-F238E27FC236}">
                <a16:creationId xmlns:a16="http://schemas.microsoft.com/office/drawing/2014/main" id="{0BA2EBF8-ECC2-D490-7189-920D40280FD8}"/>
              </a:ext>
            </a:extLst>
          </p:cNvPr>
          <p:cNvSpPr>
            <a:spLocks/>
          </p:cNvSpPr>
          <p:nvPr/>
        </p:nvSpPr>
        <p:spPr bwMode="auto">
          <a:xfrm>
            <a:off x="5426702" y="4815772"/>
            <a:ext cx="154830" cy="38094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6" name="Freeform 95">
            <a:extLst>
              <a:ext uri="{FF2B5EF4-FFF2-40B4-BE49-F238E27FC236}">
                <a16:creationId xmlns:a16="http://schemas.microsoft.com/office/drawing/2014/main" id="{DD8CF3E5-C442-53A1-DFF8-7AA7AF8B726C}"/>
              </a:ext>
            </a:extLst>
          </p:cNvPr>
          <p:cNvSpPr>
            <a:spLocks/>
          </p:cNvSpPr>
          <p:nvPr/>
        </p:nvSpPr>
        <p:spPr bwMode="auto">
          <a:xfrm>
            <a:off x="4500104" y="5215759"/>
            <a:ext cx="552624" cy="5595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7" name="Freeform 96">
            <a:extLst>
              <a:ext uri="{FF2B5EF4-FFF2-40B4-BE49-F238E27FC236}">
                <a16:creationId xmlns:a16="http://schemas.microsoft.com/office/drawing/2014/main" id="{4072405D-030E-46B9-A200-B37997F6F026}"/>
              </a:ext>
            </a:extLst>
          </p:cNvPr>
          <p:cNvSpPr>
            <a:spLocks/>
          </p:cNvSpPr>
          <p:nvPr/>
        </p:nvSpPr>
        <p:spPr bwMode="auto">
          <a:xfrm>
            <a:off x="4097546" y="4811011"/>
            <a:ext cx="145302" cy="319037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8" name="Text Box 100">
            <a:extLst>
              <a:ext uri="{FF2B5EF4-FFF2-40B4-BE49-F238E27FC236}">
                <a16:creationId xmlns:a16="http://schemas.microsoft.com/office/drawing/2014/main" id="{A8641725-D9EC-0BAF-06EB-6AC05555B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721" y="4443142"/>
            <a:ext cx="28084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>
                <a:solidFill>
                  <a:srgbClr val="000000"/>
                </a:solidFill>
                <a:cs typeface="Arial"/>
              </a:rPr>
              <a:t>1</a:t>
            </a:r>
          </a:p>
        </p:txBody>
      </p:sp>
      <p:sp>
        <p:nvSpPr>
          <p:cNvPr id="69" name="Text Box 101">
            <a:extLst>
              <a:ext uri="{FF2B5EF4-FFF2-40B4-BE49-F238E27FC236}">
                <a16:creationId xmlns:a16="http://schemas.microsoft.com/office/drawing/2014/main" id="{DD8C16C7-DE4F-5893-8232-9619624CC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8284" y="4753836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cs typeface="Arial"/>
              </a:rPr>
              <a:t>2</a:t>
            </a:r>
          </a:p>
        </p:txBody>
      </p:sp>
      <p:sp>
        <p:nvSpPr>
          <p:cNvPr id="70" name="Text Box 102">
            <a:extLst>
              <a:ext uri="{FF2B5EF4-FFF2-40B4-BE49-F238E27FC236}">
                <a16:creationId xmlns:a16="http://schemas.microsoft.com/office/drawing/2014/main" id="{15C7BBA7-1396-71FF-57A7-A7D9685A1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157" y="4808594"/>
            <a:ext cx="269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cs typeface="Arial"/>
              </a:rPr>
              <a:t>3</a:t>
            </a:r>
          </a:p>
        </p:txBody>
      </p:sp>
      <p:grpSp>
        <p:nvGrpSpPr>
          <p:cNvPr id="71" name="Group 1">
            <a:extLst>
              <a:ext uri="{FF2B5EF4-FFF2-40B4-BE49-F238E27FC236}">
                <a16:creationId xmlns:a16="http://schemas.microsoft.com/office/drawing/2014/main" id="{AEF49416-7334-DE10-4403-7E044CA797B1}"/>
              </a:ext>
            </a:extLst>
          </p:cNvPr>
          <p:cNvGrpSpPr>
            <a:grpSpLocks/>
          </p:cNvGrpSpPr>
          <p:nvPr/>
        </p:nvGrpSpPr>
        <p:grpSpPr bwMode="auto">
          <a:xfrm rot="19587632">
            <a:off x="2816769" y="5114364"/>
            <a:ext cx="1085330" cy="230832"/>
            <a:chOff x="2437928" y="4567629"/>
            <a:chExt cx="1446652" cy="307824"/>
          </a:xfrm>
        </p:grpSpPr>
        <p:sp>
          <p:nvSpPr>
            <p:cNvPr id="72" name="Rectangle 98">
              <a:extLst>
                <a:ext uri="{FF2B5EF4-FFF2-40B4-BE49-F238E27FC236}">
                  <a16:creationId xmlns:a16="http://schemas.microsoft.com/office/drawing/2014/main" id="{079D19E2-3551-280C-CF57-9790F329A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7928" y="4606491"/>
              <a:ext cx="1147455" cy="23811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73" name="Line 99">
              <a:extLst>
                <a:ext uri="{FF2B5EF4-FFF2-40B4-BE49-F238E27FC236}">
                  <a16:creationId xmlns:a16="http://schemas.microsoft.com/office/drawing/2014/main" id="{5C8F2285-3C25-904C-5F40-3C8BEE956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2418" y="4739659"/>
              <a:ext cx="422162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76" name="Rectangle 104">
              <a:extLst>
                <a:ext uri="{FF2B5EF4-FFF2-40B4-BE49-F238E27FC236}">
                  <a16:creationId xmlns:a16="http://schemas.microsoft.com/office/drawing/2014/main" id="{41491079-413D-1641-B0F6-78CCD2F2A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594" y="4610052"/>
              <a:ext cx="426923" cy="23970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77" name="Text Box 105">
              <a:extLst>
                <a:ext uri="{FF2B5EF4-FFF2-40B4-BE49-F238E27FC236}">
                  <a16:creationId xmlns:a16="http://schemas.microsoft.com/office/drawing/2014/main" id="{EDAA8861-2F47-7F1A-E326-050409A6A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9934">
              <a:off x="2985927" y="4567629"/>
              <a:ext cx="588010" cy="307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900" kern="0">
                  <a:solidFill>
                    <a:srgbClr val="000000"/>
                  </a:solidFill>
                  <a:cs typeface="Arial"/>
                </a:rPr>
                <a:t>0111</a:t>
              </a:r>
            </a:p>
          </p:txBody>
        </p:sp>
      </p:grpSp>
      <p:sp>
        <p:nvSpPr>
          <p:cNvPr id="78" name="Text Box 106">
            <a:extLst>
              <a:ext uri="{FF2B5EF4-FFF2-40B4-BE49-F238E27FC236}">
                <a16:creationId xmlns:a16="http://schemas.microsoft.com/office/drawing/2014/main" id="{A785B4DE-6CE7-B7EA-F1FE-B80284EE3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163" y="5615682"/>
            <a:ext cx="20697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  <a:latin typeface="Calibri" panose="020F0502020204030204"/>
                <a:cs typeface="Arial"/>
              </a:rPr>
              <a:t>destination address in arriving</a:t>
            </a:r>
          </a:p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  <a:latin typeface="Calibri" panose="020F0502020204030204"/>
                <a:cs typeface="Arial"/>
              </a:rPr>
              <a:t>p</a:t>
            </a:r>
            <a:r>
              <a:rPr lang="en-US" altLang="en-US" sz="1200" kern="0" dirty="0" err="1">
                <a:solidFill>
                  <a:srgbClr val="000000"/>
                </a:solidFill>
                <a:latin typeface="Calibri" panose="020F0502020204030204"/>
                <a:cs typeface="Arial"/>
              </a:rPr>
              <a:t>acket</a:t>
            </a:r>
            <a:r>
              <a:rPr lang="en-US" altLang="en-US" sz="1200" kern="0" dirty="0">
                <a:solidFill>
                  <a:srgbClr val="000000"/>
                </a:solidFill>
                <a:latin typeface="Calibri" panose="020F0502020204030204"/>
                <a:cs typeface="Arial"/>
              </a:rPr>
              <a:t>’</a:t>
            </a:r>
            <a:r>
              <a:rPr lang="en-US" altLang="ja-JP" sz="1200" kern="0" dirty="0">
                <a:solidFill>
                  <a:srgbClr val="000000"/>
                </a:solidFill>
                <a:latin typeface="Calibri" panose="020F0502020204030204"/>
                <a:cs typeface="Arial"/>
              </a:rPr>
              <a:t>s header</a:t>
            </a:r>
            <a:endParaRPr lang="en-US" altLang="en-US" sz="1200" kern="0" dirty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79" name="Line 107">
            <a:extLst>
              <a:ext uri="{FF2B5EF4-FFF2-40B4-BE49-F238E27FC236}">
                <a16:creationId xmlns:a16="http://schemas.microsoft.com/office/drawing/2014/main" id="{E80E6C6A-787B-CB40-084F-5699EA87A8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3773" y="4735979"/>
            <a:ext cx="1056134" cy="6856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0" name="Line 119">
            <a:extLst>
              <a:ext uri="{FF2B5EF4-FFF2-40B4-BE49-F238E27FC236}">
                <a16:creationId xmlns:a16="http://schemas.microsoft.com/office/drawing/2014/main" id="{E66CB83B-A013-D63E-E0CF-57E15F29D4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5443" y="5305042"/>
            <a:ext cx="0" cy="3761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1" name="Freeform 121">
            <a:extLst>
              <a:ext uri="{FF2B5EF4-FFF2-40B4-BE49-F238E27FC236}">
                <a16:creationId xmlns:a16="http://schemas.microsoft.com/office/drawing/2014/main" id="{64107FBA-F5BC-E5E4-6170-401F301B261B}"/>
              </a:ext>
            </a:extLst>
          </p:cNvPr>
          <p:cNvSpPr>
            <a:spLocks/>
          </p:cNvSpPr>
          <p:nvPr/>
        </p:nvSpPr>
        <p:spPr bwMode="auto">
          <a:xfrm flipH="1">
            <a:off x="5516370" y="4395383"/>
            <a:ext cx="433524" cy="278563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2" name="Freeform 122">
            <a:extLst>
              <a:ext uri="{FF2B5EF4-FFF2-40B4-BE49-F238E27FC236}">
                <a16:creationId xmlns:a16="http://schemas.microsoft.com/office/drawing/2014/main" id="{A1315E86-96DD-82D5-3F12-F2ABFCAA94CD}"/>
              </a:ext>
            </a:extLst>
          </p:cNvPr>
          <p:cNvSpPr>
            <a:spLocks/>
          </p:cNvSpPr>
          <p:nvPr/>
        </p:nvSpPr>
        <p:spPr bwMode="auto">
          <a:xfrm flipH="1">
            <a:off x="4766888" y="4145555"/>
            <a:ext cx="433524" cy="278563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3" name="Freeform 123">
            <a:extLst>
              <a:ext uri="{FF2B5EF4-FFF2-40B4-BE49-F238E27FC236}">
                <a16:creationId xmlns:a16="http://schemas.microsoft.com/office/drawing/2014/main" id="{19F141C6-F610-25A7-4BDF-1FF5C2758E05}"/>
              </a:ext>
            </a:extLst>
          </p:cNvPr>
          <p:cNvSpPr>
            <a:spLocks/>
          </p:cNvSpPr>
          <p:nvPr/>
        </p:nvSpPr>
        <p:spPr bwMode="auto">
          <a:xfrm flipH="1" flipV="1">
            <a:off x="5268299" y="5305042"/>
            <a:ext cx="407322" cy="278563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4" name="Freeform 124">
            <a:extLst>
              <a:ext uri="{FF2B5EF4-FFF2-40B4-BE49-F238E27FC236}">
                <a16:creationId xmlns:a16="http://schemas.microsoft.com/office/drawing/2014/main" id="{E29AA253-5C8A-35C2-D5FC-BF95D47F240A}"/>
              </a:ext>
            </a:extLst>
          </p:cNvPr>
          <p:cNvSpPr>
            <a:spLocks/>
          </p:cNvSpPr>
          <p:nvPr/>
        </p:nvSpPr>
        <p:spPr bwMode="auto">
          <a:xfrm flipH="1" flipV="1">
            <a:off x="4255949" y="5293138"/>
            <a:ext cx="407322" cy="278563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5" name="Freeform 125">
            <a:extLst>
              <a:ext uri="{FF2B5EF4-FFF2-40B4-BE49-F238E27FC236}">
                <a16:creationId xmlns:a16="http://schemas.microsoft.com/office/drawing/2014/main" id="{CAAEBC15-83F1-5311-EFCE-B41542F3DDB0}"/>
              </a:ext>
            </a:extLst>
          </p:cNvPr>
          <p:cNvSpPr>
            <a:spLocks/>
          </p:cNvSpPr>
          <p:nvPr/>
        </p:nvSpPr>
        <p:spPr bwMode="auto">
          <a:xfrm flipH="1" flipV="1">
            <a:off x="4734297" y="5062963"/>
            <a:ext cx="414450" cy="358241"/>
          </a:xfrm>
          <a:custGeom>
            <a:avLst/>
            <a:gdLst>
              <a:gd name="T0" fmla="*/ 0 w 1443"/>
              <a:gd name="T1" fmla="*/ 0 h 816"/>
              <a:gd name="T2" fmla="*/ 2147483647 w 1443"/>
              <a:gd name="T3" fmla="*/ 2147483647 h 816"/>
              <a:gd name="T4" fmla="*/ 2147483647 w 1443"/>
              <a:gd name="T5" fmla="*/ 2147483647 h 816"/>
              <a:gd name="T6" fmla="*/ 2147483647 w 1443"/>
              <a:gd name="T7" fmla="*/ 2147483647 h 816"/>
              <a:gd name="T8" fmla="*/ 0 w 1443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3"/>
              <a:gd name="T16" fmla="*/ 0 h 816"/>
              <a:gd name="T17" fmla="*/ 1443 w 1443"/>
              <a:gd name="T18" fmla="*/ 816 h 816"/>
              <a:gd name="connsiteX0" fmla="*/ 0 w 10117"/>
              <a:gd name="connsiteY0" fmla="*/ 0 h 10550"/>
              <a:gd name="connsiteX1" fmla="*/ 7574 w 10117"/>
              <a:gd name="connsiteY1" fmla="*/ 10355 h 10550"/>
              <a:gd name="connsiteX2" fmla="*/ 9265 w 10117"/>
              <a:gd name="connsiteY2" fmla="*/ 10429 h 10550"/>
              <a:gd name="connsiteX3" fmla="*/ 10117 w 10117"/>
              <a:gd name="connsiteY3" fmla="*/ 833 h 10550"/>
              <a:gd name="connsiteX4" fmla="*/ 0 w 10117"/>
              <a:gd name="connsiteY4" fmla="*/ 0 h 10550"/>
              <a:gd name="connsiteX0" fmla="*/ 0 w 10175"/>
              <a:gd name="connsiteY0" fmla="*/ 9 h 10559"/>
              <a:gd name="connsiteX1" fmla="*/ 7574 w 10175"/>
              <a:gd name="connsiteY1" fmla="*/ 10364 h 10559"/>
              <a:gd name="connsiteX2" fmla="*/ 9265 w 10175"/>
              <a:gd name="connsiteY2" fmla="*/ 10438 h 10559"/>
              <a:gd name="connsiteX3" fmla="*/ 10175 w 10175"/>
              <a:gd name="connsiteY3" fmla="*/ 0 h 10559"/>
              <a:gd name="connsiteX4" fmla="*/ 0 w 10175"/>
              <a:gd name="connsiteY4" fmla="*/ 9 h 10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75" h="10559">
                <a:moveTo>
                  <a:pt x="0" y="9"/>
                </a:moveTo>
                <a:cubicBezTo>
                  <a:pt x="3957" y="3502"/>
                  <a:pt x="6049" y="5781"/>
                  <a:pt x="7574" y="10364"/>
                </a:cubicBezTo>
                <a:cubicBezTo>
                  <a:pt x="8329" y="10279"/>
                  <a:pt x="8572" y="10781"/>
                  <a:pt x="9265" y="10438"/>
                </a:cubicBezTo>
                <a:cubicBezTo>
                  <a:pt x="8877" y="5033"/>
                  <a:pt x="9018" y="4253"/>
                  <a:pt x="10175" y="0"/>
                </a:cubicBezTo>
                <a:lnTo>
                  <a:pt x="0" y="9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lumMod val="85000"/>
                </a:scheme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86" name="Group 126">
            <a:extLst>
              <a:ext uri="{FF2B5EF4-FFF2-40B4-BE49-F238E27FC236}">
                <a16:creationId xmlns:a16="http://schemas.microsoft.com/office/drawing/2014/main" id="{DAC79804-F96D-D389-E429-E661F11F36E9}"/>
              </a:ext>
            </a:extLst>
          </p:cNvPr>
          <p:cNvGrpSpPr>
            <a:grpSpLocks/>
          </p:cNvGrpSpPr>
          <p:nvPr/>
        </p:nvGrpSpPr>
        <p:grpSpPr bwMode="auto">
          <a:xfrm>
            <a:off x="4772843" y="3812233"/>
            <a:ext cx="413277" cy="339275"/>
            <a:chOff x="2886" y="1668"/>
            <a:chExt cx="347" cy="285"/>
          </a:xfrm>
        </p:grpSpPr>
        <p:sp>
          <p:nvSpPr>
            <p:cNvPr id="87" name="Rectangle 127">
              <a:extLst>
                <a:ext uri="{FF2B5EF4-FFF2-40B4-BE49-F238E27FC236}">
                  <a16:creationId xmlns:a16="http://schemas.microsoft.com/office/drawing/2014/main" id="{B6957A7F-A3B5-8389-E7CE-2762919DF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88" name="Oval 128">
              <a:extLst>
                <a:ext uri="{FF2B5EF4-FFF2-40B4-BE49-F238E27FC236}">
                  <a16:creationId xmlns:a16="http://schemas.microsoft.com/office/drawing/2014/main" id="{59BA1A04-D182-FFFC-BE7F-C42C0058A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89" name="Rectangle 129">
              <a:extLst>
                <a:ext uri="{FF2B5EF4-FFF2-40B4-BE49-F238E27FC236}">
                  <a16:creationId xmlns:a16="http://schemas.microsoft.com/office/drawing/2014/main" id="{DF62C74C-4106-20BB-3C91-79326C757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90" name="Line 130">
              <a:extLst>
                <a:ext uri="{FF2B5EF4-FFF2-40B4-BE49-F238E27FC236}">
                  <a16:creationId xmlns:a16="http://schemas.microsoft.com/office/drawing/2014/main" id="{F1B23648-CAB6-82E5-3F1B-99CC53B78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91" name="Line 131">
              <a:extLst>
                <a:ext uri="{FF2B5EF4-FFF2-40B4-BE49-F238E27FC236}">
                  <a16:creationId xmlns:a16="http://schemas.microsoft.com/office/drawing/2014/main" id="{D0F6F469-1D30-65D3-34F0-5306EC5EB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92" name="Line 132">
              <a:extLst>
                <a:ext uri="{FF2B5EF4-FFF2-40B4-BE49-F238E27FC236}">
                  <a16:creationId xmlns:a16="http://schemas.microsoft.com/office/drawing/2014/main" id="{EF2FBF69-0A93-5020-D3B8-FEF30927E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93" name="AutoShape 133">
              <a:extLst>
                <a:ext uri="{FF2B5EF4-FFF2-40B4-BE49-F238E27FC236}">
                  <a16:creationId xmlns:a16="http://schemas.microsoft.com/office/drawing/2014/main" id="{68520ED4-59D1-3B1E-0F93-FBA72731A3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</p:grpSp>
      <p:grpSp>
        <p:nvGrpSpPr>
          <p:cNvPr id="94" name="Group 134">
            <a:extLst>
              <a:ext uri="{FF2B5EF4-FFF2-40B4-BE49-F238E27FC236}">
                <a16:creationId xmlns:a16="http://schemas.microsoft.com/office/drawing/2014/main" id="{4EB4FBC0-F719-2E25-CF6C-7CE64A73C3D2}"/>
              </a:ext>
            </a:extLst>
          </p:cNvPr>
          <p:cNvGrpSpPr>
            <a:grpSpLocks/>
          </p:cNvGrpSpPr>
          <p:nvPr/>
        </p:nvGrpSpPr>
        <p:grpSpPr bwMode="auto">
          <a:xfrm>
            <a:off x="5520455" y="4056787"/>
            <a:ext cx="413277" cy="339275"/>
            <a:chOff x="2886" y="1668"/>
            <a:chExt cx="347" cy="285"/>
          </a:xfrm>
        </p:grpSpPr>
        <p:sp>
          <p:nvSpPr>
            <p:cNvPr id="95" name="Rectangle 135">
              <a:extLst>
                <a:ext uri="{FF2B5EF4-FFF2-40B4-BE49-F238E27FC236}">
                  <a16:creationId xmlns:a16="http://schemas.microsoft.com/office/drawing/2014/main" id="{657444F1-471C-21AB-D741-513F9904B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96" name="Oval 136">
              <a:extLst>
                <a:ext uri="{FF2B5EF4-FFF2-40B4-BE49-F238E27FC236}">
                  <a16:creationId xmlns:a16="http://schemas.microsoft.com/office/drawing/2014/main" id="{5DD26865-9D8C-52A1-D84C-8AF7BE753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97" name="Rectangle 137">
              <a:extLst>
                <a:ext uri="{FF2B5EF4-FFF2-40B4-BE49-F238E27FC236}">
                  <a16:creationId xmlns:a16="http://schemas.microsoft.com/office/drawing/2014/main" id="{6B398570-A36C-3126-4060-E9A91E297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98" name="Line 138">
              <a:extLst>
                <a:ext uri="{FF2B5EF4-FFF2-40B4-BE49-F238E27FC236}">
                  <a16:creationId xmlns:a16="http://schemas.microsoft.com/office/drawing/2014/main" id="{36D61D9E-1AF3-20DA-2AFD-3C55AE9D35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99" name="Line 139">
              <a:extLst>
                <a:ext uri="{FF2B5EF4-FFF2-40B4-BE49-F238E27FC236}">
                  <a16:creationId xmlns:a16="http://schemas.microsoft.com/office/drawing/2014/main" id="{AF6C3665-AB88-B259-1D40-C8AF2CFEF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0" name="Line 140">
              <a:extLst>
                <a:ext uri="{FF2B5EF4-FFF2-40B4-BE49-F238E27FC236}">
                  <a16:creationId xmlns:a16="http://schemas.microsoft.com/office/drawing/2014/main" id="{870F122C-BF94-43EF-A891-44C9D3E28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1" name="AutoShape 141">
              <a:extLst>
                <a:ext uri="{FF2B5EF4-FFF2-40B4-BE49-F238E27FC236}">
                  <a16:creationId xmlns:a16="http://schemas.microsoft.com/office/drawing/2014/main" id="{69CD6901-5958-F11D-BAB8-EE137F1C9A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</p:grpSp>
      <p:sp>
        <p:nvSpPr>
          <p:cNvPr id="102" name="Rectangle 143">
            <a:extLst>
              <a:ext uri="{FF2B5EF4-FFF2-40B4-BE49-F238E27FC236}">
                <a16:creationId xmlns:a16="http://schemas.microsoft.com/office/drawing/2014/main" id="{9505D73F-960D-C301-F4C8-3A384F71F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5198" y="5574082"/>
            <a:ext cx="413277" cy="3392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350" kern="0">
              <a:solidFill>
                <a:srgbClr val="000000"/>
              </a:solidFill>
              <a:cs typeface="Arial"/>
            </a:endParaRPr>
          </a:p>
        </p:txBody>
      </p:sp>
      <p:sp>
        <p:nvSpPr>
          <p:cNvPr id="103" name="Oval 144">
            <a:extLst>
              <a:ext uri="{FF2B5EF4-FFF2-40B4-BE49-F238E27FC236}">
                <a16:creationId xmlns:a16="http://schemas.microsoft.com/office/drawing/2014/main" id="{86D19D7C-4A23-1875-883D-5BA231D61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827" y="5581224"/>
            <a:ext cx="373974" cy="880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350" kern="0">
              <a:solidFill>
                <a:srgbClr val="000000"/>
              </a:solidFill>
              <a:cs typeface="Arial"/>
            </a:endParaRPr>
          </a:p>
        </p:txBody>
      </p:sp>
      <p:sp>
        <p:nvSpPr>
          <p:cNvPr id="118" name="Rectangle 145">
            <a:extLst>
              <a:ext uri="{FF2B5EF4-FFF2-40B4-BE49-F238E27FC236}">
                <a16:creationId xmlns:a16="http://schemas.microsoft.com/office/drawing/2014/main" id="{7D3FDFB5-33A1-3706-C3F6-44FC16CDA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355" y="5713363"/>
            <a:ext cx="357300" cy="1857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350" kern="0">
              <a:solidFill>
                <a:srgbClr val="000000"/>
              </a:solidFill>
              <a:cs typeface="Arial"/>
            </a:endParaRPr>
          </a:p>
        </p:txBody>
      </p:sp>
      <p:sp>
        <p:nvSpPr>
          <p:cNvPr id="119" name="Line 146">
            <a:extLst>
              <a:ext uri="{FF2B5EF4-FFF2-40B4-BE49-F238E27FC236}">
                <a16:creationId xmlns:a16="http://schemas.microsoft.com/office/drawing/2014/main" id="{BAFC055E-126B-5ACA-7459-7415171BF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8634" y="5744314"/>
            <a:ext cx="1191" cy="15475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20" name="Line 147">
            <a:extLst>
              <a:ext uri="{FF2B5EF4-FFF2-40B4-BE49-F238E27FC236}">
                <a16:creationId xmlns:a16="http://schemas.microsoft.com/office/drawing/2014/main" id="{FD8DF5C4-AAB5-6517-950E-BB8B745F5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7355" y="5781218"/>
            <a:ext cx="357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21" name="Line 148">
            <a:extLst>
              <a:ext uri="{FF2B5EF4-FFF2-40B4-BE49-F238E27FC236}">
                <a16:creationId xmlns:a16="http://schemas.microsoft.com/office/drawing/2014/main" id="{4A1C85C6-2CAD-A883-4868-EFCD81989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6164" y="5745504"/>
            <a:ext cx="357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22" name="AutoShape 149">
            <a:extLst>
              <a:ext uri="{FF2B5EF4-FFF2-40B4-BE49-F238E27FC236}">
                <a16:creationId xmlns:a16="http://schemas.microsoft.com/office/drawing/2014/main" id="{16606F04-9CD1-262E-B207-240874AC90E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51721" y="5665733"/>
            <a:ext cx="34523" cy="48831"/>
          </a:xfrm>
          <a:prstGeom prst="rightArrow">
            <a:avLst>
              <a:gd name="adj1" fmla="val 51167"/>
              <a:gd name="adj2" fmla="val 39736"/>
            </a:avLst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350" kern="0">
              <a:solidFill>
                <a:srgbClr val="000000"/>
              </a:solidFill>
              <a:cs typeface="Arial"/>
            </a:endParaRPr>
          </a:p>
        </p:txBody>
      </p:sp>
      <p:grpSp>
        <p:nvGrpSpPr>
          <p:cNvPr id="123" name="Group 150">
            <a:extLst>
              <a:ext uri="{FF2B5EF4-FFF2-40B4-BE49-F238E27FC236}">
                <a16:creationId xmlns:a16="http://schemas.microsoft.com/office/drawing/2014/main" id="{21E3D59B-849B-A17A-6462-5596A239363E}"/>
              </a:ext>
            </a:extLst>
          </p:cNvPr>
          <p:cNvGrpSpPr>
            <a:grpSpLocks/>
          </p:cNvGrpSpPr>
          <p:nvPr/>
        </p:nvGrpSpPr>
        <p:grpSpPr bwMode="auto">
          <a:xfrm>
            <a:off x="4733540" y="5422389"/>
            <a:ext cx="413277" cy="339275"/>
            <a:chOff x="2886" y="1668"/>
            <a:chExt cx="347" cy="285"/>
          </a:xfrm>
        </p:grpSpPr>
        <p:sp>
          <p:nvSpPr>
            <p:cNvPr id="124" name="Rectangle 151">
              <a:extLst>
                <a:ext uri="{FF2B5EF4-FFF2-40B4-BE49-F238E27FC236}">
                  <a16:creationId xmlns:a16="http://schemas.microsoft.com/office/drawing/2014/main" id="{81067539-E979-C68B-6424-6A9FC553D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125" name="Oval 152">
              <a:extLst>
                <a:ext uri="{FF2B5EF4-FFF2-40B4-BE49-F238E27FC236}">
                  <a16:creationId xmlns:a16="http://schemas.microsoft.com/office/drawing/2014/main" id="{DFB645BE-BC9E-D638-8E9F-3442F30C2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126" name="Rectangle 153">
              <a:extLst>
                <a:ext uri="{FF2B5EF4-FFF2-40B4-BE49-F238E27FC236}">
                  <a16:creationId xmlns:a16="http://schemas.microsoft.com/office/drawing/2014/main" id="{8A74A3A3-7BCA-5007-B6D9-1E4332A41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127" name="Line 154">
              <a:extLst>
                <a:ext uri="{FF2B5EF4-FFF2-40B4-BE49-F238E27FC236}">
                  <a16:creationId xmlns:a16="http://schemas.microsoft.com/office/drawing/2014/main" id="{00827B28-F50A-4256-DCCE-6CB9D37BA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4" name="Line 155">
              <a:extLst>
                <a:ext uri="{FF2B5EF4-FFF2-40B4-BE49-F238E27FC236}">
                  <a16:creationId xmlns:a16="http://schemas.microsoft.com/office/drawing/2014/main" id="{8FE2EE32-9F52-B50B-636F-FDAA96FC8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5" name="Line 156">
              <a:extLst>
                <a:ext uri="{FF2B5EF4-FFF2-40B4-BE49-F238E27FC236}">
                  <a16:creationId xmlns:a16="http://schemas.microsoft.com/office/drawing/2014/main" id="{F7E8CA6C-88EF-1977-91F5-69EE8B780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6" name="AutoShape 157">
              <a:extLst>
                <a:ext uri="{FF2B5EF4-FFF2-40B4-BE49-F238E27FC236}">
                  <a16:creationId xmlns:a16="http://schemas.microsoft.com/office/drawing/2014/main" id="{53B13E7B-FE77-EBCD-0784-C23D206421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</p:grpSp>
      <p:grpSp>
        <p:nvGrpSpPr>
          <p:cNvPr id="607" name="Group 158">
            <a:extLst>
              <a:ext uri="{FF2B5EF4-FFF2-40B4-BE49-F238E27FC236}">
                <a16:creationId xmlns:a16="http://schemas.microsoft.com/office/drawing/2014/main" id="{037B4EF0-3837-19BA-BE79-B540547F1ABF}"/>
              </a:ext>
            </a:extLst>
          </p:cNvPr>
          <p:cNvGrpSpPr>
            <a:grpSpLocks/>
          </p:cNvGrpSpPr>
          <p:nvPr/>
        </p:nvGrpSpPr>
        <p:grpSpPr bwMode="auto">
          <a:xfrm>
            <a:off x="4241657" y="5553844"/>
            <a:ext cx="413277" cy="339275"/>
            <a:chOff x="2886" y="1668"/>
            <a:chExt cx="347" cy="285"/>
          </a:xfrm>
        </p:grpSpPr>
        <p:sp>
          <p:nvSpPr>
            <p:cNvPr id="608" name="Rectangle 159">
              <a:extLst>
                <a:ext uri="{FF2B5EF4-FFF2-40B4-BE49-F238E27FC236}">
                  <a16:creationId xmlns:a16="http://schemas.microsoft.com/office/drawing/2014/main" id="{D427F286-49F6-826C-066E-FA45D0551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609" name="Oval 160">
              <a:extLst>
                <a:ext uri="{FF2B5EF4-FFF2-40B4-BE49-F238E27FC236}">
                  <a16:creationId xmlns:a16="http://schemas.microsoft.com/office/drawing/2014/main" id="{34BFE877-4646-1CDA-9132-EBC884417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610" name="Rectangle 161">
              <a:extLst>
                <a:ext uri="{FF2B5EF4-FFF2-40B4-BE49-F238E27FC236}">
                  <a16:creationId xmlns:a16="http://schemas.microsoft.com/office/drawing/2014/main" id="{46E91882-569A-59EE-4BA2-F77E38B38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611" name="Line 162">
              <a:extLst>
                <a:ext uri="{FF2B5EF4-FFF2-40B4-BE49-F238E27FC236}">
                  <a16:creationId xmlns:a16="http://schemas.microsoft.com/office/drawing/2014/main" id="{99C39D77-16A9-9297-CD56-B43951B28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12" name="Line 163">
              <a:extLst>
                <a:ext uri="{FF2B5EF4-FFF2-40B4-BE49-F238E27FC236}">
                  <a16:creationId xmlns:a16="http://schemas.microsoft.com/office/drawing/2014/main" id="{409438B2-0EA8-40D7-43E5-3A70416EA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13" name="Line 164">
              <a:extLst>
                <a:ext uri="{FF2B5EF4-FFF2-40B4-BE49-F238E27FC236}">
                  <a16:creationId xmlns:a16="http://schemas.microsoft.com/office/drawing/2014/main" id="{C8CE3C5B-D5F6-6EB3-CA4E-FEAC62103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14" name="AutoShape 165">
              <a:extLst>
                <a:ext uri="{FF2B5EF4-FFF2-40B4-BE49-F238E27FC236}">
                  <a16:creationId xmlns:a16="http://schemas.microsoft.com/office/drawing/2014/main" id="{32B99807-FC61-B02C-4925-BFF283E5B8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</p:grpSp>
      <p:sp>
        <p:nvSpPr>
          <p:cNvPr id="615" name="Freeform 3">
            <a:extLst>
              <a:ext uri="{FF2B5EF4-FFF2-40B4-BE49-F238E27FC236}">
                <a16:creationId xmlns:a16="http://schemas.microsoft.com/office/drawing/2014/main" id="{8DC9461A-64FE-1514-1ED9-2476FA720771}"/>
              </a:ext>
            </a:extLst>
          </p:cNvPr>
          <p:cNvSpPr>
            <a:spLocks/>
          </p:cNvSpPr>
          <p:nvPr/>
        </p:nvSpPr>
        <p:spPr bwMode="auto">
          <a:xfrm rot="16200000">
            <a:off x="3266264" y="3515805"/>
            <a:ext cx="541096" cy="1721071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  <a:gd name="connsiteX0" fmla="*/ 0 w 10000"/>
              <a:gd name="connsiteY0" fmla="*/ 0 h 9714"/>
              <a:gd name="connsiteX1" fmla="*/ 3718 w 10000"/>
              <a:gd name="connsiteY1" fmla="*/ 8779 h 9714"/>
              <a:gd name="connsiteX2" fmla="*/ 9148 w 10000"/>
              <a:gd name="connsiteY2" fmla="*/ 9657 h 9714"/>
              <a:gd name="connsiteX3" fmla="*/ 10000 w 10000"/>
              <a:gd name="connsiteY3" fmla="*/ 61 h 9714"/>
              <a:gd name="connsiteX4" fmla="*/ 0 w 10000"/>
              <a:gd name="connsiteY4" fmla="*/ 0 h 9714"/>
              <a:gd name="connsiteX0" fmla="*/ 0 w 10000"/>
              <a:gd name="connsiteY0" fmla="*/ 0 h 9095"/>
              <a:gd name="connsiteX1" fmla="*/ 3718 w 10000"/>
              <a:gd name="connsiteY1" fmla="*/ 9037 h 9095"/>
              <a:gd name="connsiteX2" fmla="*/ 5712 w 10000"/>
              <a:gd name="connsiteY2" fmla="*/ 8929 h 9095"/>
              <a:gd name="connsiteX3" fmla="*/ 10000 w 10000"/>
              <a:gd name="connsiteY3" fmla="*/ 63 h 9095"/>
              <a:gd name="connsiteX4" fmla="*/ 0 w 10000"/>
              <a:gd name="connsiteY4" fmla="*/ 0 h 9095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8989"/>
              <a:gd name="connsiteY0" fmla="*/ 0 h 11618"/>
              <a:gd name="connsiteX1" fmla="*/ 2707 w 8989"/>
              <a:gd name="connsiteY1" fmla="*/ 11554 h 11618"/>
              <a:gd name="connsiteX2" fmla="*/ 4701 w 8989"/>
              <a:gd name="connsiteY2" fmla="*/ 11435 h 11618"/>
              <a:gd name="connsiteX3" fmla="*/ 8989 w 8989"/>
              <a:gd name="connsiteY3" fmla="*/ 1687 h 11618"/>
              <a:gd name="connsiteX4" fmla="*/ 0 w 8989"/>
              <a:gd name="connsiteY4" fmla="*/ 0 h 11618"/>
              <a:gd name="connsiteX0" fmla="*/ 0 w 9888"/>
              <a:gd name="connsiteY0" fmla="*/ 115 h 10115"/>
              <a:gd name="connsiteX1" fmla="*/ 3011 w 9888"/>
              <a:gd name="connsiteY1" fmla="*/ 10060 h 10115"/>
              <a:gd name="connsiteX2" fmla="*/ 5230 w 9888"/>
              <a:gd name="connsiteY2" fmla="*/ 9957 h 10115"/>
              <a:gd name="connsiteX3" fmla="*/ 9888 w 9888"/>
              <a:gd name="connsiteY3" fmla="*/ 0 h 10115"/>
              <a:gd name="connsiteX4" fmla="*/ 0 w 9888"/>
              <a:gd name="connsiteY4" fmla="*/ 115 h 10115"/>
              <a:gd name="connsiteX0" fmla="*/ 0 w 9829"/>
              <a:gd name="connsiteY0" fmla="*/ 0 h 10833"/>
              <a:gd name="connsiteX1" fmla="*/ 2874 w 9829"/>
              <a:gd name="connsiteY1" fmla="*/ 10779 h 10833"/>
              <a:gd name="connsiteX2" fmla="*/ 5118 w 9829"/>
              <a:gd name="connsiteY2" fmla="*/ 10677 h 10833"/>
              <a:gd name="connsiteX3" fmla="*/ 9829 w 9829"/>
              <a:gd name="connsiteY3" fmla="*/ 833 h 10833"/>
              <a:gd name="connsiteX4" fmla="*/ 0 w 9829"/>
              <a:gd name="connsiteY4" fmla="*/ 0 h 10833"/>
              <a:gd name="connsiteX0" fmla="*/ 0 w 10289"/>
              <a:gd name="connsiteY0" fmla="*/ 0 h 10000"/>
              <a:gd name="connsiteX1" fmla="*/ 2924 w 10289"/>
              <a:gd name="connsiteY1" fmla="*/ 9950 h 10000"/>
              <a:gd name="connsiteX2" fmla="*/ 5207 w 10289"/>
              <a:gd name="connsiteY2" fmla="*/ 9856 h 10000"/>
              <a:gd name="connsiteX3" fmla="*/ 10289 w 10289"/>
              <a:gd name="connsiteY3" fmla="*/ 54 h 10000"/>
              <a:gd name="connsiteX4" fmla="*/ 0 w 10289"/>
              <a:gd name="connsiteY4" fmla="*/ 0 h 10000"/>
              <a:gd name="connsiteX0" fmla="*/ 0 w 10289"/>
              <a:gd name="connsiteY0" fmla="*/ 0 h 10953"/>
              <a:gd name="connsiteX1" fmla="*/ 2924 w 10289"/>
              <a:gd name="connsiteY1" fmla="*/ 9950 h 10953"/>
              <a:gd name="connsiteX2" fmla="*/ 3723 w 10289"/>
              <a:gd name="connsiteY2" fmla="*/ 10695 h 10953"/>
              <a:gd name="connsiteX3" fmla="*/ 5207 w 10289"/>
              <a:gd name="connsiteY3" fmla="*/ 9856 h 10953"/>
              <a:gd name="connsiteX4" fmla="*/ 10289 w 10289"/>
              <a:gd name="connsiteY4" fmla="*/ 54 h 10953"/>
              <a:gd name="connsiteX5" fmla="*/ 0 w 10289"/>
              <a:gd name="connsiteY5" fmla="*/ 0 h 10953"/>
              <a:gd name="connsiteX0" fmla="*/ 0 w 10289"/>
              <a:gd name="connsiteY0" fmla="*/ 0 h 11138"/>
              <a:gd name="connsiteX1" fmla="*/ 2924 w 10289"/>
              <a:gd name="connsiteY1" fmla="*/ 9950 h 11138"/>
              <a:gd name="connsiteX2" fmla="*/ 5207 w 10289"/>
              <a:gd name="connsiteY2" fmla="*/ 9856 h 11138"/>
              <a:gd name="connsiteX3" fmla="*/ 10289 w 10289"/>
              <a:gd name="connsiteY3" fmla="*/ 54 h 11138"/>
              <a:gd name="connsiteX4" fmla="*/ 0 w 10289"/>
              <a:gd name="connsiteY4" fmla="*/ 0 h 11138"/>
              <a:gd name="connsiteX0" fmla="*/ 0 w 10289"/>
              <a:gd name="connsiteY0" fmla="*/ 0 h 10669"/>
              <a:gd name="connsiteX1" fmla="*/ 2924 w 10289"/>
              <a:gd name="connsiteY1" fmla="*/ 9950 h 10669"/>
              <a:gd name="connsiteX2" fmla="*/ 5207 w 10289"/>
              <a:gd name="connsiteY2" fmla="*/ 9856 h 10669"/>
              <a:gd name="connsiteX3" fmla="*/ 10289 w 10289"/>
              <a:gd name="connsiteY3" fmla="*/ 54 h 10669"/>
              <a:gd name="connsiteX4" fmla="*/ 0 w 10289"/>
              <a:gd name="connsiteY4" fmla="*/ 0 h 10669"/>
              <a:gd name="connsiteX0" fmla="*/ 0 w 10289"/>
              <a:gd name="connsiteY0" fmla="*/ 0 h 10734"/>
              <a:gd name="connsiteX1" fmla="*/ 2924 w 10289"/>
              <a:gd name="connsiteY1" fmla="*/ 9950 h 10734"/>
              <a:gd name="connsiteX2" fmla="*/ 4455 w 10289"/>
              <a:gd name="connsiteY2" fmla="*/ 10094 h 10734"/>
              <a:gd name="connsiteX3" fmla="*/ 10289 w 10289"/>
              <a:gd name="connsiteY3" fmla="*/ 54 h 10734"/>
              <a:gd name="connsiteX4" fmla="*/ 0 w 10289"/>
              <a:gd name="connsiteY4" fmla="*/ 0 h 10734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9960"/>
              <a:gd name="connsiteX1" fmla="*/ 2924 w 10289"/>
              <a:gd name="connsiteY1" fmla="*/ 9950 h 9960"/>
              <a:gd name="connsiteX2" fmla="*/ 4166 w 10289"/>
              <a:gd name="connsiteY2" fmla="*/ 9776 h 9960"/>
              <a:gd name="connsiteX3" fmla="*/ 10289 w 10289"/>
              <a:gd name="connsiteY3" fmla="*/ 54 h 9960"/>
              <a:gd name="connsiteX4" fmla="*/ 0 w 10289"/>
              <a:gd name="connsiteY4" fmla="*/ 0 h 9960"/>
              <a:gd name="connsiteX0" fmla="*/ 0 w 10000"/>
              <a:gd name="connsiteY0" fmla="*/ 0 h 10000"/>
              <a:gd name="connsiteX1" fmla="*/ 2842 w 10000"/>
              <a:gd name="connsiteY1" fmla="*/ 9990 h 10000"/>
              <a:gd name="connsiteX2" fmla="*/ 4049 w 10000"/>
              <a:gd name="connsiteY2" fmla="*/ 9815 h 10000"/>
              <a:gd name="connsiteX3" fmla="*/ 10000 w 10000"/>
              <a:gd name="connsiteY3" fmla="*/ 54 h 10000"/>
              <a:gd name="connsiteX4" fmla="*/ 0 w 10000"/>
              <a:gd name="connsiteY4" fmla="*/ 0 h 10000"/>
              <a:gd name="connsiteX0" fmla="*/ 0 w 10000"/>
              <a:gd name="connsiteY0" fmla="*/ 0 h 10400"/>
              <a:gd name="connsiteX1" fmla="*/ 2740 w 10000"/>
              <a:gd name="connsiteY1" fmla="*/ 10397 h 10400"/>
              <a:gd name="connsiteX2" fmla="*/ 4049 w 10000"/>
              <a:gd name="connsiteY2" fmla="*/ 9815 h 10400"/>
              <a:gd name="connsiteX3" fmla="*/ 10000 w 10000"/>
              <a:gd name="connsiteY3" fmla="*/ 54 h 10400"/>
              <a:gd name="connsiteX4" fmla="*/ 0 w 10000"/>
              <a:gd name="connsiteY4" fmla="*/ 0 h 10400"/>
              <a:gd name="connsiteX0" fmla="*/ 0 w 10000"/>
              <a:gd name="connsiteY0" fmla="*/ 0 h 10419"/>
              <a:gd name="connsiteX1" fmla="*/ 2740 w 10000"/>
              <a:gd name="connsiteY1" fmla="*/ 10397 h 10419"/>
              <a:gd name="connsiteX2" fmla="*/ 3599 w 10000"/>
              <a:gd name="connsiteY2" fmla="*/ 10338 h 10419"/>
              <a:gd name="connsiteX3" fmla="*/ 10000 w 10000"/>
              <a:gd name="connsiteY3" fmla="*/ 54 h 10419"/>
              <a:gd name="connsiteX4" fmla="*/ 0 w 10000"/>
              <a:gd name="connsiteY4" fmla="*/ 0 h 10419"/>
              <a:gd name="connsiteX0" fmla="*/ 0 w 10000"/>
              <a:gd name="connsiteY0" fmla="*/ 0 h 10397"/>
              <a:gd name="connsiteX1" fmla="*/ 2740 w 10000"/>
              <a:gd name="connsiteY1" fmla="*/ 10397 h 10397"/>
              <a:gd name="connsiteX2" fmla="*/ 3599 w 10000"/>
              <a:gd name="connsiteY2" fmla="*/ 10338 h 10397"/>
              <a:gd name="connsiteX3" fmla="*/ 10000 w 10000"/>
              <a:gd name="connsiteY3" fmla="*/ 54 h 10397"/>
              <a:gd name="connsiteX4" fmla="*/ 0 w 10000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75"/>
              <a:gd name="connsiteY0" fmla="*/ 0 h 10310"/>
              <a:gd name="connsiteX1" fmla="*/ 2801 w 10675"/>
              <a:gd name="connsiteY1" fmla="*/ 10310 h 10310"/>
              <a:gd name="connsiteX2" fmla="*/ 3660 w 10675"/>
              <a:gd name="connsiteY2" fmla="*/ 10251 h 10310"/>
              <a:gd name="connsiteX3" fmla="*/ 10675 w 10675"/>
              <a:gd name="connsiteY3" fmla="*/ 25 h 10310"/>
              <a:gd name="connsiteX4" fmla="*/ 0 w 10675"/>
              <a:gd name="connsiteY4" fmla="*/ 0 h 10310"/>
              <a:gd name="connsiteX0" fmla="*/ 0 w 6741"/>
              <a:gd name="connsiteY0" fmla="*/ 0 h 15505"/>
              <a:gd name="connsiteX1" fmla="*/ 2801 w 6741"/>
              <a:gd name="connsiteY1" fmla="*/ 10310 h 15505"/>
              <a:gd name="connsiteX2" fmla="*/ 3660 w 6741"/>
              <a:gd name="connsiteY2" fmla="*/ 10251 h 15505"/>
              <a:gd name="connsiteX3" fmla="*/ 6741 w 6741"/>
              <a:gd name="connsiteY3" fmla="*/ 14932 h 15505"/>
              <a:gd name="connsiteX4" fmla="*/ 0 w 6741"/>
              <a:gd name="connsiteY4" fmla="*/ 0 h 15505"/>
              <a:gd name="connsiteX0" fmla="*/ 5612 w 7164"/>
              <a:gd name="connsiteY0" fmla="*/ 0 h 10410"/>
              <a:gd name="connsiteX1" fmla="*/ 13 w 7164"/>
              <a:gd name="connsiteY1" fmla="*/ 7060 h 10410"/>
              <a:gd name="connsiteX2" fmla="*/ 1287 w 7164"/>
              <a:gd name="connsiteY2" fmla="*/ 7022 h 10410"/>
              <a:gd name="connsiteX3" fmla="*/ 5858 w 7164"/>
              <a:gd name="connsiteY3" fmla="*/ 10041 h 10410"/>
              <a:gd name="connsiteX4" fmla="*/ 5612 w 7164"/>
              <a:gd name="connsiteY4" fmla="*/ 0 h 10410"/>
              <a:gd name="connsiteX0" fmla="*/ 7932 w 10098"/>
              <a:gd name="connsiteY0" fmla="*/ 0 h 10001"/>
              <a:gd name="connsiteX1" fmla="*/ 116 w 10098"/>
              <a:gd name="connsiteY1" fmla="*/ 6782 h 10001"/>
              <a:gd name="connsiteX2" fmla="*/ 1894 w 10098"/>
              <a:gd name="connsiteY2" fmla="*/ 6745 h 10001"/>
              <a:gd name="connsiteX3" fmla="*/ 8275 w 10098"/>
              <a:gd name="connsiteY3" fmla="*/ 9646 h 10001"/>
              <a:gd name="connsiteX4" fmla="*/ 7932 w 10098"/>
              <a:gd name="connsiteY4" fmla="*/ 0 h 10001"/>
              <a:gd name="connsiteX0" fmla="*/ 7932 w 11399"/>
              <a:gd name="connsiteY0" fmla="*/ 0 h 10001"/>
              <a:gd name="connsiteX1" fmla="*/ 116 w 11399"/>
              <a:gd name="connsiteY1" fmla="*/ 6782 h 10001"/>
              <a:gd name="connsiteX2" fmla="*/ 1894 w 11399"/>
              <a:gd name="connsiteY2" fmla="*/ 6745 h 10001"/>
              <a:gd name="connsiteX3" fmla="*/ 8275 w 11399"/>
              <a:gd name="connsiteY3" fmla="*/ 9646 h 10001"/>
              <a:gd name="connsiteX4" fmla="*/ 7932 w 11399"/>
              <a:gd name="connsiteY4" fmla="*/ 0 h 10001"/>
              <a:gd name="connsiteX0" fmla="*/ 7932 w 8463"/>
              <a:gd name="connsiteY0" fmla="*/ 0 h 10001"/>
              <a:gd name="connsiteX1" fmla="*/ 116 w 8463"/>
              <a:gd name="connsiteY1" fmla="*/ 6782 h 10001"/>
              <a:gd name="connsiteX2" fmla="*/ 1894 w 8463"/>
              <a:gd name="connsiteY2" fmla="*/ 6745 h 10001"/>
              <a:gd name="connsiteX3" fmla="*/ 8275 w 8463"/>
              <a:gd name="connsiteY3" fmla="*/ 9646 h 10001"/>
              <a:gd name="connsiteX4" fmla="*/ 7932 w 8463"/>
              <a:gd name="connsiteY4" fmla="*/ 0 h 10001"/>
              <a:gd name="connsiteX0" fmla="*/ 10170 w 10376"/>
              <a:gd name="connsiteY0" fmla="*/ 0 h 9753"/>
              <a:gd name="connsiteX1" fmla="*/ 109 w 10376"/>
              <a:gd name="connsiteY1" fmla="*/ 6534 h 9753"/>
              <a:gd name="connsiteX2" fmla="*/ 2210 w 10376"/>
              <a:gd name="connsiteY2" fmla="*/ 6497 h 9753"/>
              <a:gd name="connsiteX3" fmla="*/ 9750 w 10376"/>
              <a:gd name="connsiteY3" fmla="*/ 9398 h 9753"/>
              <a:gd name="connsiteX4" fmla="*/ 10170 w 10376"/>
              <a:gd name="connsiteY4" fmla="*/ 0 h 9753"/>
              <a:gd name="connsiteX0" fmla="*/ 9801 w 9999"/>
              <a:gd name="connsiteY0" fmla="*/ 0 h 9636"/>
              <a:gd name="connsiteX1" fmla="*/ 105 w 9999"/>
              <a:gd name="connsiteY1" fmla="*/ 6699 h 9636"/>
              <a:gd name="connsiteX2" fmla="*/ 2130 w 9999"/>
              <a:gd name="connsiteY2" fmla="*/ 6662 h 9636"/>
              <a:gd name="connsiteX3" fmla="*/ 9397 w 9999"/>
              <a:gd name="connsiteY3" fmla="*/ 9636 h 9636"/>
              <a:gd name="connsiteX4" fmla="*/ 9801 w 9999"/>
              <a:gd name="connsiteY4" fmla="*/ 0 h 9636"/>
              <a:gd name="connsiteX0" fmla="*/ 9802 w 10000"/>
              <a:gd name="connsiteY0" fmla="*/ 0 h 10000"/>
              <a:gd name="connsiteX1" fmla="*/ 105 w 10000"/>
              <a:gd name="connsiteY1" fmla="*/ 6952 h 10000"/>
              <a:gd name="connsiteX2" fmla="*/ 2130 w 10000"/>
              <a:gd name="connsiteY2" fmla="*/ 6914 h 10000"/>
              <a:gd name="connsiteX3" fmla="*/ 9398 w 10000"/>
              <a:gd name="connsiteY3" fmla="*/ 10000 h 10000"/>
              <a:gd name="connsiteX4" fmla="*/ 9802 w 10000"/>
              <a:gd name="connsiteY4" fmla="*/ 0 h 10000"/>
              <a:gd name="connsiteX0" fmla="*/ 9697 w 9895"/>
              <a:gd name="connsiteY0" fmla="*/ 0 h 10000"/>
              <a:gd name="connsiteX1" fmla="*/ 0 w 9895"/>
              <a:gd name="connsiteY1" fmla="*/ 6952 h 10000"/>
              <a:gd name="connsiteX2" fmla="*/ 2025 w 9895"/>
              <a:gd name="connsiteY2" fmla="*/ 6914 h 10000"/>
              <a:gd name="connsiteX3" fmla="*/ 9293 w 9895"/>
              <a:gd name="connsiteY3" fmla="*/ 10000 h 10000"/>
              <a:gd name="connsiteX4" fmla="*/ 9697 w 9895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001"/>
              <a:gd name="connsiteY0" fmla="*/ 0 h 10000"/>
              <a:gd name="connsiteX1" fmla="*/ 0 w 10001"/>
              <a:gd name="connsiteY1" fmla="*/ 6952 h 10000"/>
              <a:gd name="connsiteX2" fmla="*/ 2314 w 10001"/>
              <a:gd name="connsiteY2" fmla="*/ 7860 h 10000"/>
              <a:gd name="connsiteX3" fmla="*/ 9392 w 10001"/>
              <a:gd name="connsiteY3" fmla="*/ 10000 h 10000"/>
              <a:gd name="connsiteX4" fmla="*/ 9800 w 10001"/>
              <a:gd name="connsiteY4" fmla="*/ 0 h 10000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2314 w 10148"/>
              <a:gd name="connsiteY2" fmla="*/ 7860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1653 w 10148"/>
              <a:gd name="connsiteY2" fmla="*/ 8453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9800 w 10148"/>
              <a:gd name="connsiteY0" fmla="*/ 0 h 10158"/>
              <a:gd name="connsiteX1" fmla="*/ 0 w 10148"/>
              <a:gd name="connsiteY1" fmla="*/ 6952 h 10158"/>
              <a:gd name="connsiteX2" fmla="*/ 1653 w 10148"/>
              <a:gd name="connsiteY2" fmla="*/ 8453 h 10158"/>
              <a:gd name="connsiteX3" fmla="*/ 9794 w 10148"/>
              <a:gd name="connsiteY3" fmla="*/ 10158 h 10158"/>
              <a:gd name="connsiteX4" fmla="*/ 9800 w 10148"/>
              <a:gd name="connsiteY4" fmla="*/ 0 h 10158"/>
              <a:gd name="connsiteX0" fmla="*/ 8194 w 8542"/>
              <a:gd name="connsiteY0" fmla="*/ 0 h 10158"/>
              <a:gd name="connsiteX1" fmla="*/ 0 w 8542"/>
              <a:gd name="connsiteY1" fmla="*/ 7601 h 10158"/>
              <a:gd name="connsiteX2" fmla="*/ 47 w 8542"/>
              <a:gd name="connsiteY2" fmla="*/ 8453 h 10158"/>
              <a:gd name="connsiteX3" fmla="*/ 8188 w 8542"/>
              <a:gd name="connsiteY3" fmla="*/ 10158 h 10158"/>
              <a:gd name="connsiteX4" fmla="*/ 8194 w 8542"/>
              <a:gd name="connsiteY4" fmla="*/ 0 h 10158"/>
              <a:gd name="connsiteX0" fmla="*/ 9538 w 9975"/>
              <a:gd name="connsiteY0" fmla="*/ 0 h 10128"/>
              <a:gd name="connsiteX1" fmla="*/ 0 w 9975"/>
              <a:gd name="connsiteY1" fmla="*/ 7611 h 10128"/>
              <a:gd name="connsiteX2" fmla="*/ 55 w 9975"/>
              <a:gd name="connsiteY2" fmla="*/ 8450 h 10128"/>
              <a:gd name="connsiteX3" fmla="*/ 9586 w 9975"/>
              <a:gd name="connsiteY3" fmla="*/ 10128 h 10128"/>
              <a:gd name="connsiteX4" fmla="*/ 9538 w 9975"/>
              <a:gd name="connsiteY4" fmla="*/ 0 h 10128"/>
              <a:gd name="connsiteX0" fmla="*/ 9562 w 9999"/>
              <a:gd name="connsiteY0" fmla="*/ 0 h 10000"/>
              <a:gd name="connsiteX1" fmla="*/ 0 w 9999"/>
              <a:gd name="connsiteY1" fmla="*/ 7515 h 10000"/>
              <a:gd name="connsiteX2" fmla="*/ 55 w 9999"/>
              <a:gd name="connsiteY2" fmla="*/ 8343 h 10000"/>
              <a:gd name="connsiteX3" fmla="*/ 9610 w 9999"/>
              <a:gd name="connsiteY3" fmla="*/ 10000 h 10000"/>
              <a:gd name="connsiteX4" fmla="*/ 9562 w 9999"/>
              <a:gd name="connsiteY4" fmla="*/ 0 h 10000"/>
              <a:gd name="connsiteX0" fmla="*/ 9563 w 10000"/>
              <a:gd name="connsiteY0" fmla="*/ 0 h 10126"/>
              <a:gd name="connsiteX1" fmla="*/ 0 w 10000"/>
              <a:gd name="connsiteY1" fmla="*/ 7515 h 10126"/>
              <a:gd name="connsiteX2" fmla="*/ 55 w 10000"/>
              <a:gd name="connsiteY2" fmla="*/ 8343 h 10126"/>
              <a:gd name="connsiteX3" fmla="*/ 9611 w 10000"/>
              <a:gd name="connsiteY3" fmla="*/ 10126 h 10126"/>
              <a:gd name="connsiteX4" fmla="*/ 9563 w 10000"/>
              <a:gd name="connsiteY4" fmla="*/ 0 h 10126"/>
              <a:gd name="connsiteX0" fmla="*/ 9563 w 10000"/>
              <a:gd name="connsiteY0" fmla="*/ 0 h 10126"/>
              <a:gd name="connsiteX1" fmla="*/ 0 w 10000"/>
              <a:gd name="connsiteY1" fmla="*/ 7515 h 10126"/>
              <a:gd name="connsiteX2" fmla="*/ 55 w 10000"/>
              <a:gd name="connsiteY2" fmla="*/ 8343 h 10126"/>
              <a:gd name="connsiteX3" fmla="*/ 9611 w 10000"/>
              <a:gd name="connsiteY3" fmla="*/ 10126 h 10126"/>
              <a:gd name="connsiteX4" fmla="*/ 9563 w 10000"/>
              <a:gd name="connsiteY4" fmla="*/ 0 h 10126"/>
              <a:gd name="connsiteX0" fmla="*/ 9563 w 9799"/>
              <a:gd name="connsiteY0" fmla="*/ 0 h 10126"/>
              <a:gd name="connsiteX1" fmla="*/ 0 w 9799"/>
              <a:gd name="connsiteY1" fmla="*/ 7515 h 10126"/>
              <a:gd name="connsiteX2" fmla="*/ 55 w 9799"/>
              <a:gd name="connsiteY2" fmla="*/ 8343 h 10126"/>
              <a:gd name="connsiteX3" fmla="*/ 9611 w 9799"/>
              <a:gd name="connsiteY3" fmla="*/ 10126 h 10126"/>
              <a:gd name="connsiteX4" fmla="*/ 9563 w 9799"/>
              <a:gd name="connsiteY4" fmla="*/ 0 h 1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9" h="10126">
                <a:moveTo>
                  <a:pt x="9563" y="0"/>
                </a:moveTo>
                <a:cubicBezTo>
                  <a:pt x="6380" y="3447"/>
                  <a:pt x="4378" y="4742"/>
                  <a:pt x="0" y="7515"/>
                </a:cubicBezTo>
                <a:cubicBezTo>
                  <a:pt x="19" y="7790"/>
                  <a:pt x="36" y="8067"/>
                  <a:pt x="55" y="8343"/>
                </a:cubicBezTo>
                <a:cubicBezTo>
                  <a:pt x="3592" y="8754"/>
                  <a:pt x="6787" y="8518"/>
                  <a:pt x="9611" y="10126"/>
                </a:cubicBezTo>
                <a:cubicBezTo>
                  <a:pt x="9580" y="4725"/>
                  <a:pt x="10082" y="3581"/>
                  <a:pt x="9563" y="0"/>
                </a:cubicBezTo>
                <a:close/>
              </a:path>
            </a:pathLst>
          </a:custGeom>
          <a:gradFill rotWithShape="1">
            <a:gsLst>
              <a:gs pos="75000">
                <a:schemeClr val="bg1">
                  <a:lumMod val="85000"/>
                </a:schemeClr>
              </a:gs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  <a:effectLst/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16" name="Rectangle 4">
            <a:extLst>
              <a:ext uri="{FF2B5EF4-FFF2-40B4-BE49-F238E27FC236}">
                <a16:creationId xmlns:a16="http://schemas.microsoft.com/office/drawing/2014/main" id="{8E270E16-77B4-9870-D2DD-FF3EFF674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839" y="2368188"/>
            <a:ext cx="1738313" cy="175021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350" kern="0">
              <a:solidFill>
                <a:srgbClr val="000000"/>
              </a:solidFill>
              <a:cs typeface="Arial"/>
            </a:endParaRPr>
          </a:p>
        </p:txBody>
      </p:sp>
      <p:sp>
        <p:nvSpPr>
          <p:cNvPr id="617" name="Oval 5">
            <a:extLst>
              <a:ext uri="{FF2B5EF4-FFF2-40B4-BE49-F238E27FC236}">
                <a16:creationId xmlns:a16="http://schemas.microsoft.com/office/drawing/2014/main" id="{85C256F3-A80D-FB64-2FA5-2DDB79EDD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6898" y="2407479"/>
            <a:ext cx="1571625" cy="4536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350" kern="0">
              <a:solidFill>
                <a:srgbClr val="000000"/>
              </a:solidFill>
              <a:latin typeface="+mj-lt"/>
              <a:cs typeface="Arial"/>
            </a:endParaRPr>
          </a:p>
        </p:txBody>
      </p:sp>
      <p:sp>
        <p:nvSpPr>
          <p:cNvPr id="618" name="Text Box 108">
            <a:extLst>
              <a:ext uri="{FF2B5EF4-FFF2-40B4-BE49-F238E27FC236}">
                <a16:creationId xmlns:a16="http://schemas.microsoft.com/office/drawing/2014/main" id="{606F9FF6-0B08-4E57-50A7-7A9559DB7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312" y="2487718"/>
            <a:ext cx="139779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  <a:latin typeface="+mj-lt"/>
                <a:cs typeface="Arial"/>
              </a:rPr>
              <a:t>routing algorithm</a:t>
            </a:r>
          </a:p>
        </p:txBody>
      </p:sp>
      <p:sp>
        <p:nvSpPr>
          <p:cNvPr id="619" name="Rectangle 109">
            <a:extLst>
              <a:ext uri="{FF2B5EF4-FFF2-40B4-BE49-F238E27FC236}">
                <a16:creationId xmlns:a16="http://schemas.microsoft.com/office/drawing/2014/main" id="{E2EACF24-274E-D5BB-2E09-B1BB19D6A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379" y="3027746"/>
            <a:ext cx="1503760" cy="101803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350" kern="0">
              <a:solidFill>
                <a:srgbClr val="000000"/>
              </a:solidFill>
              <a:latin typeface="+mj-lt"/>
              <a:cs typeface="Arial"/>
            </a:endParaRPr>
          </a:p>
        </p:txBody>
      </p:sp>
      <p:sp>
        <p:nvSpPr>
          <p:cNvPr id="620" name="Text Box 111">
            <a:extLst>
              <a:ext uri="{FF2B5EF4-FFF2-40B4-BE49-F238E27FC236}">
                <a16:creationId xmlns:a16="http://schemas.microsoft.com/office/drawing/2014/main" id="{017EAED5-A836-9D7D-D133-736606C2B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995" y="3236154"/>
            <a:ext cx="90963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>
                <a:solidFill>
                  <a:srgbClr val="000000"/>
                </a:solidFill>
                <a:latin typeface="+mj-lt"/>
                <a:cs typeface="Arial"/>
              </a:rPr>
              <a:t>header value</a:t>
            </a:r>
          </a:p>
        </p:txBody>
      </p:sp>
      <p:sp>
        <p:nvSpPr>
          <p:cNvPr id="621" name="Text Box 112">
            <a:extLst>
              <a:ext uri="{FF2B5EF4-FFF2-40B4-BE49-F238E27FC236}">
                <a16:creationId xmlns:a16="http://schemas.microsoft.com/office/drawing/2014/main" id="{5BF2A209-114F-64CC-9FF0-91C5D10DD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0095" y="3237344"/>
            <a:ext cx="78105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>
                <a:solidFill>
                  <a:srgbClr val="000000"/>
                </a:solidFill>
                <a:latin typeface="+mj-lt"/>
                <a:cs typeface="Arial"/>
              </a:rPr>
              <a:t>output link</a:t>
            </a:r>
          </a:p>
        </p:txBody>
      </p:sp>
      <p:sp>
        <p:nvSpPr>
          <p:cNvPr id="622" name="Line 113">
            <a:extLst>
              <a:ext uri="{FF2B5EF4-FFF2-40B4-BE49-F238E27FC236}">
                <a16:creationId xmlns:a16="http://schemas.microsoft.com/office/drawing/2014/main" id="{A2B8081A-AAA0-53A7-3E63-9C41D22CC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3914" y="3245679"/>
            <a:ext cx="5953" cy="800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+mj-lt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23" name="Text Box 114">
            <a:extLst>
              <a:ext uri="{FF2B5EF4-FFF2-40B4-BE49-F238E27FC236}">
                <a16:creationId xmlns:a16="http://schemas.microsoft.com/office/drawing/2014/main" id="{3274E03A-C388-2CCB-2F34-FAAB86D6A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750" y="3449276"/>
            <a:ext cx="4154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>
                <a:solidFill>
                  <a:srgbClr val="000000"/>
                </a:solidFill>
                <a:latin typeface="+mj-lt"/>
                <a:cs typeface="Arial"/>
              </a:rPr>
              <a:t>0100</a:t>
            </a:r>
          </a:p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>
                <a:solidFill>
                  <a:srgbClr val="000000"/>
                </a:solidFill>
                <a:latin typeface="+mj-lt"/>
                <a:cs typeface="Arial"/>
              </a:rPr>
              <a:t>0101</a:t>
            </a:r>
          </a:p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>
                <a:solidFill>
                  <a:srgbClr val="000000"/>
                </a:solidFill>
                <a:latin typeface="+mj-lt"/>
                <a:cs typeface="Arial"/>
              </a:rPr>
              <a:t>0111</a:t>
            </a:r>
          </a:p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>
                <a:solidFill>
                  <a:srgbClr val="000000"/>
                </a:solidFill>
                <a:latin typeface="+mj-lt"/>
                <a:cs typeface="Arial"/>
              </a:rPr>
              <a:t>1001</a:t>
            </a:r>
          </a:p>
        </p:txBody>
      </p:sp>
      <p:sp>
        <p:nvSpPr>
          <p:cNvPr id="624" name="Text Box 115">
            <a:extLst>
              <a:ext uri="{FF2B5EF4-FFF2-40B4-BE49-F238E27FC236}">
                <a16:creationId xmlns:a16="http://schemas.microsoft.com/office/drawing/2014/main" id="{DCA54AC1-1563-26E4-A261-813A40F20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2034" y="3449276"/>
            <a:ext cx="2487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>
                <a:solidFill>
                  <a:srgbClr val="000000"/>
                </a:solidFill>
                <a:latin typeface="+mj-lt"/>
                <a:cs typeface="Arial"/>
              </a:rPr>
              <a:t>3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>
                <a:solidFill>
                  <a:srgbClr val="000000"/>
                </a:solidFill>
                <a:latin typeface="+mj-lt"/>
                <a:cs typeface="Arial"/>
              </a:rPr>
              <a:t>2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>
                <a:solidFill>
                  <a:srgbClr val="000000"/>
                </a:solidFill>
                <a:latin typeface="+mj-lt"/>
                <a:cs typeface="Arial"/>
              </a:rPr>
              <a:t>2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>
                <a:solidFill>
                  <a:srgbClr val="000000"/>
                </a:solidFill>
                <a:latin typeface="+mj-lt"/>
                <a:cs typeface="Arial"/>
              </a:rPr>
              <a:t>1</a:t>
            </a:r>
          </a:p>
        </p:txBody>
      </p:sp>
      <p:sp>
        <p:nvSpPr>
          <p:cNvPr id="625" name="Line 116">
            <a:extLst>
              <a:ext uri="{FF2B5EF4-FFF2-40B4-BE49-F238E27FC236}">
                <a16:creationId xmlns:a16="http://schemas.microsoft.com/office/drawing/2014/main" id="{C06E917F-F2FA-E482-B88D-2F2CD0391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379" y="3438560"/>
            <a:ext cx="1504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+mj-lt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26" name="Line 117">
            <a:extLst>
              <a:ext uri="{FF2B5EF4-FFF2-40B4-BE49-F238E27FC236}">
                <a16:creationId xmlns:a16="http://schemas.microsoft.com/office/drawing/2014/main" id="{547B01B6-906A-C4DE-C879-E3052B2D40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1426" y="3252823"/>
            <a:ext cx="1504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+mj-lt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627" name="Content Placeholder 4">
            <a:extLst>
              <a:ext uri="{FF2B5EF4-FFF2-40B4-BE49-F238E27FC236}">
                <a16:creationId xmlns:a16="http://schemas.microsoft.com/office/drawing/2014/main" id="{F53ED24C-212F-EBD9-E9C2-C015F11EFA53}"/>
              </a:ext>
            </a:extLst>
          </p:cNvPr>
          <p:cNvSpPr txBox="1">
            <a:spLocks/>
          </p:cNvSpPr>
          <p:nvPr/>
        </p:nvSpPr>
        <p:spPr>
          <a:xfrm>
            <a:off x="6322712" y="2456286"/>
            <a:ext cx="2666561" cy="225468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35" indent="0" defTabSz="685800">
              <a:spcBef>
                <a:spcPts val="750"/>
              </a:spcBef>
              <a:buNone/>
            </a:pPr>
            <a:r>
              <a:rPr lang="en-US" altLang="en-US" sz="20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Routing</a:t>
            </a:r>
            <a:r>
              <a:rPr lang="en-US" altLang="en-US" sz="225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: </a:t>
            </a:r>
          </a:p>
          <a:p>
            <a:pPr marL="300038" indent="-214313" defTabSz="685800">
              <a:spcBef>
                <a:spcPts val="750"/>
              </a:spcBef>
            </a:pPr>
            <a:r>
              <a:rPr lang="en-US" altLang="en-US" sz="20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global</a:t>
            </a:r>
            <a:r>
              <a:rPr lang="en-US" altLang="en-US" sz="20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action: determine source-destination paths taken by packets</a:t>
            </a:r>
          </a:p>
          <a:p>
            <a:pPr marL="300038" indent="-214313" defTabSz="685800">
              <a:spcBef>
                <a:spcPts val="750"/>
              </a:spcBef>
            </a:pPr>
            <a:r>
              <a:rPr lang="en-US" altLang="en-US" sz="20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routing algorithms</a:t>
            </a:r>
          </a:p>
          <a:p>
            <a:pPr marL="264319" indent="-166688" defTabSz="685800">
              <a:spcBef>
                <a:spcPts val="750"/>
              </a:spcBef>
            </a:pP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28" name="Group 627">
            <a:extLst>
              <a:ext uri="{FF2B5EF4-FFF2-40B4-BE49-F238E27FC236}">
                <a16:creationId xmlns:a16="http://schemas.microsoft.com/office/drawing/2014/main" id="{B381CD7E-BA63-0D63-5F67-24915CC80F41}"/>
              </a:ext>
            </a:extLst>
          </p:cNvPr>
          <p:cNvGrpSpPr/>
          <p:nvPr/>
        </p:nvGrpSpPr>
        <p:grpSpPr>
          <a:xfrm>
            <a:off x="5287401" y="4641967"/>
            <a:ext cx="433524" cy="214280"/>
            <a:chOff x="7493876" y="2774731"/>
            <a:chExt cx="1481958" cy="894622"/>
          </a:xfrm>
        </p:grpSpPr>
        <p:sp>
          <p:nvSpPr>
            <p:cNvPr id="629" name="Freeform 768">
              <a:extLst>
                <a:ext uri="{FF2B5EF4-FFF2-40B4-BE49-F238E27FC236}">
                  <a16:creationId xmlns:a16="http://schemas.microsoft.com/office/drawing/2014/main" id="{185B0165-4AE1-FC36-093E-0732DE7D130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30" name="Oval 629">
              <a:extLst>
                <a:ext uri="{FF2B5EF4-FFF2-40B4-BE49-F238E27FC236}">
                  <a16:creationId xmlns:a16="http://schemas.microsoft.com/office/drawing/2014/main" id="{EC108AE6-4D24-FD9A-829C-A106EDF9679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31" name="Group 630">
              <a:extLst>
                <a:ext uri="{FF2B5EF4-FFF2-40B4-BE49-F238E27FC236}">
                  <a16:creationId xmlns:a16="http://schemas.microsoft.com/office/drawing/2014/main" id="{6E79B51E-DEEB-F019-436A-67E6002F9C5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2" name="Freeform 771">
                <a:extLst>
                  <a:ext uri="{FF2B5EF4-FFF2-40B4-BE49-F238E27FC236}">
                    <a16:creationId xmlns:a16="http://schemas.microsoft.com/office/drawing/2014/main" id="{3C9729F4-B198-86BF-915A-662382F356E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3" name="Freeform 772">
                <a:extLst>
                  <a:ext uri="{FF2B5EF4-FFF2-40B4-BE49-F238E27FC236}">
                    <a16:creationId xmlns:a16="http://schemas.microsoft.com/office/drawing/2014/main" id="{32F325C5-D9E3-3584-CFF6-F9F5E75082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4" name="Freeform 773">
                <a:extLst>
                  <a:ext uri="{FF2B5EF4-FFF2-40B4-BE49-F238E27FC236}">
                    <a16:creationId xmlns:a16="http://schemas.microsoft.com/office/drawing/2014/main" id="{1F02477E-E248-F028-0947-7678468E2BD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5" name="Freeform 774">
                <a:extLst>
                  <a:ext uri="{FF2B5EF4-FFF2-40B4-BE49-F238E27FC236}">
                    <a16:creationId xmlns:a16="http://schemas.microsoft.com/office/drawing/2014/main" id="{B62D536E-3B28-C20B-4319-736C1FFBE1B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B48854A3-3AB3-921A-4ADC-05650939465C}"/>
              </a:ext>
            </a:extLst>
          </p:cNvPr>
          <p:cNvGrpSpPr/>
          <p:nvPr/>
        </p:nvGrpSpPr>
        <p:grpSpPr>
          <a:xfrm>
            <a:off x="5011305" y="5132287"/>
            <a:ext cx="433524" cy="214280"/>
            <a:chOff x="7493876" y="2774731"/>
            <a:chExt cx="1481958" cy="894622"/>
          </a:xfrm>
        </p:grpSpPr>
        <p:sp>
          <p:nvSpPr>
            <p:cNvPr id="637" name="Freeform 776">
              <a:extLst>
                <a:ext uri="{FF2B5EF4-FFF2-40B4-BE49-F238E27FC236}">
                  <a16:creationId xmlns:a16="http://schemas.microsoft.com/office/drawing/2014/main" id="{9EA55662-0D08-944C-5C8F-75F83111242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DF6101A6-4409-E217-F236-C4B38B6D092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39" name="Group 638">
              <a:extLst>
                <a:ext uri="{FF2B5EF4-FFF2-40B4-BE49-F238E27FC236}">
                  <a16:creationId xmlns:a16="http://schemas.microsoft.com/office/drawing/2014/main" id="{5675B357-2EA2-967B-ECC9-906C9407D5C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2" name="Freeform 779">
                <a:extLst>
                  <a:ext uri="{FF2B5EF4-FFF2-40B4-BE49-F238E27FC236}">
                    <a16:creationId xmlns:a16="http://schemas.microsoft.com/office/drawing/2014/main" id="{3931EC79-DED1-4B53-DE38-D2159331023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3" name="Freeform 780">
                <a:extLst>
                  <a:ext uri="{FF2B5EF4-FFF2-40B4-BE49-F238E27FC236}">
                    <a16:creationId xmlns:a16="http://schemas.microsoft.com/office/drawing/2014/main" id="{250C0335-2DEE-94FD-9C22-A2EC6F24D46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4" name="Freeform 781">
                <a:extLst>
                  <a:ext uri="{FF2B5EF4-FFF2-40B4-BE49-F238E27FC236}">
                    <a16:creationId xmlns:a16="http://schemas.microsoft.com/office/drawing/2014/main" id="{C31DE56A-0304-A093-A7CA-C9209746FA1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5" name="Freeform 782">
                <a:extLst>
                  <a:ext uri="{FF2B5EF4-FFF2-40B4-BE49-F238E27FC236}">
                    <a16:creationId xmlns:a16="http://schemas.microsoft.com/office/drawing/2014/main" id="{770CF090-E8E3-9282-3E73-A302364BEDE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DF4DF60-2492-2B19-28EA-E63380587FB5}"/>
              </a:ext>
            </a:extLst>
          </p:cNvPr>
          <p:cNvGrpSpPr/>
          <p:nvPr/>
        </p:nvGrpSpPr>
        <p:grpSpPr>
          <a:xfrm>
            <a:off x="4143950" y="5095786"/>
            <a:ext cx="433524" cy="214280"/>
            <a:chOff x="7493876" y="2774731"/>
            <a:chExt cx="1481958" cy="894622"/>
          </a:xfrm>
        </p:grpSpPr>
        <p:sp>
          <p:nvSpPr>
            <p:cNvPr id="197" name="Freeform 784">
              <a:extLst>
                <a:ext uri="{FF2B5EF4-FFF2-40B4-BE49-F238E27FC236}">
                  <a16:creationId xmlns:a16="http://schemas.microsoft.com/office/drawing/2014/main" id="{5B6B237E-E656-B3B0-7C28-D70429BFD3D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D952025B-FD61-0614-5BA9-8515E22BB0C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552CA7C4-5BE8-3C45-DED2-03DB49F68F7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0" name="Freeform 787">
                <a:extLst>
                  <a:ext uri="{FF2B5EF4-FFF2-40B4-BE49-F238E27FC236}">
                    <a16:creationId xmlns:a16="http://schemas.microsoft.com/office/drawing/2014/main" id="{FA752D40-097B-2B28-E6A2-22EDA46240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1" name="Freeform 788">
                <a:extLst>
                  <a:ext uri="{FF2B5EF4-FFF2-40B4-BE49-F238E27FC236}">
                    <a16:creationId xmlns:a16="http://schemas.microsoft.com/office/drawing/2014/main" id="{B2BCD5AC-632B-0C75-E970-5FEDED175CA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2" name="Freeform 789">
                <a:extLst>
                  <a:ext uri="{FF2B5EF4-FFF2-40B4-BE49-F238E27FC236}">
                    <a16:creationId xmlns:a16="http://schemas.microsoft.com/office/drawing/2014/main" id="{65C02DA8-3C85-5D6E-86D4-A204F97E8B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3" name="Freeform 790">
                <a:extLst>
                  <a:ext uri="{FF2B5EF4-FFF2-40B4-BE49-F238E27FC236}">
                    <a16:creationId xmlns:a16="http://schemas.microsoft.com/office/drawing/2014/main" id="{F2E59316-5351-8DDA-0E87-68453AC95CA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5C4582E9-741B-1984-6144-49FF8D991D0C}"/>
              </a:ext>
            </a:extLst>
          </p:cNvPr>
          <p:cNvGrpSpPr/>
          <p:nvPr/>
        </p:nvGrpSpPr>
        <p:grpSpPr>
          <a:xfrm>
            <a:off x="4598075" y="4409236"/>
            <a:ext cx="433524" cy="214280"/>
            <a:chOff x="7493876" y="2774731"/>
            <a:chExt cx="1481958" cy="894622"/>
          </a:xfrm>
        </p:grpSpPr>
        <p:sp>
          <p:nvSpPr>
            <p:cNvPr id="205" name="Freeform 792">
              <a:extLst>
                <a:ext uri="{FF2B5EF4-FFF2-40B4-BE49-F238E27FC236}">
                  <a16:creationId xmlns:a16="http://schemas.microsoft.com/office/drawing/2014/main" id="{5F4E52D1-0B8E-0CC8-CAFB-0B3CC52E837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DA810886-99F3-0530-07FA-88F837CFFBC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991CA882-6529-8944-8D5B-F0D7EB86477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8" name="Freeform 795">
                <a:extLst>
                  <a:ext uri="{FF2B5EF4-FFF2-40B4-BE49-F238E27FC236}">
                    <a16:creationId xmlns:a16="http://schemas.microsoft.com/office/drawing/2014/main" id="{6B6750C8-ABBD-5185-C59D-0CA33E005F3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9" name="Freeform 796">
                <a:extLst>
                  <a:ext uri="{FF2B5EF4-FFF2-40B4-BE49-F238E27FC236}">
                    <a16:creationId xmlns:a16="http://schemas.microsoft.com/office/drawing/2014/main" id="{2DBF56A6-CC29-2E74-7B97-B64895400F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0" name="Freeform 797">
                <a:extLst>
                  <a:ext uri="{FF2B5EF4-FFF2-40B4-BE49-F238E27FC236}">
                    <a16:creationId xmlns:a16="http://schemas.microsoft.com/office/drawing/2014/main" id="{BBF8D462-F250-C4AB-1F98-2703E431E31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1" name="Freeform 798">
                <a:extLst>
                  <a:ext uri="{FF2B5EF4-FFF2-40B4-BE49-F238E27FC236}">
                    <a16:creationId xmlns:a16="http://schemas.microsoft.com/office/drawing/2014/main" id="{CADE822E-D603-68FD-F32C-C5190D761FC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63822C67-3F4D-80D7-0F2B-925EA0AD0415}"/>
              </a:ext>
            </a:extLst>
          </p:cNvPr>
          <p:cNvGrpSpPr/>
          <p:nvPr/>
        </p:nvGrpSpPr>
        <p:grpSpPr>
          <a:xfrm>
            <a:off x="4531070" y="4857616"/>
            <a:ext cx="433524" cy="214280"/>
            <a:chOff x="7493876" y="2774731"/>
            <a:chExt cx="1481958" cy="894622"/>
          </a:xfrm>
        </p:grpSpPr>
        <p:sp>
          <p:nvSpPr>
            <p:cNvPr id="213" name="Freeform 800">
              <a:extLst>
                <a:ext uri="{FF2B5EF4-FFF2-40B4-BE49-F238E27FC236}">
                  <a16:creationId xmlns:a16="http://schemas.microsoft.com/office/drawing/2014/main" id="{A3654568-F49E-5E71-03C0-4C199D9082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50EC6305-1EC9-A930-4D59-6FE2ED91F3C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6905A476-3EA1-ED4A-F84B-3CAC4CD3D27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6" name="Freeform 803">
                <a:extLst>
                  <a:ext uri="{FF2B5EF4-FFF2-40B4-BE49-F238E27FC236}">
                    <a16:creationId xmlns:a16="http://schemas.microsoft.com/office/drawing/2014/main" id="{1C05F463-9F2D-5D52-D774-7F8F35104E0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7" name="Freeform 804">
                <a:extLst>
                  <a:ext uri="{FF2B5EF4-FFF2-40B4-BE49-F238E27FC236}">
                    <a16:creationId xmlns:a16="http://schemas.microsoft.com/office/drawing/2014/main" id="{B30FC283-642B-DFF2-FB4F-66D2D2BDD3E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8" name="Freeform 805">
                <a:extLst>
                  <a:ext uri="{FF2B5EF4-FFF2-40B4-BE49-F238E27FC236}">
                    <a16:creationId xmlns:a16="http://schemas.microsoft.com/office/drawing/2014/main" id="{9E498E21-CAE0-B168-CFA1-519C543E885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9" name="Freeform 806">
                <a:extLst>
                  <a:ext uri="{FF2B5EF4-FFF2-40B4-BE49-F238E27FC236}">
                    <a16:creationId xmlns:a16="http://schemas.microsoft.com/office/drawing/2014/main" id="{59DBB258-51C1-50C2-5E94-3BB6DBB62DB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C7D54DAF-744B-18E8-8A5C-57DEB4C6162B}"/>
              </a:ext>
            </a:extLst>
          </p:cNvPr>
          <p:cNvGrpSpPr/>
          <p:nvPr/>
        </p:nvGrpSpPr>
        <p:grpSpPr>
          <a:xfrm>
            <a:off x="3821061" y="4640338"/>
            <a:ext cx="433524" cy="214280"/>
            <a:chOff x="7493876" y="2774731"/>
            <a:chExt cx="1481958" cy="894622"/>
          </a:xfrm>
        </p:grpSpPr>
        <p:sp>
          <p:nvSpPr>
            <p:cNvPr id="221" name="Freeform 808">
              <a:extLst>
                <a:ext uri="{FF2B5EF4-FFF2-40B4-BE49-F238E27FC236}">
                  <a16:creationId xmlns:a16="http://schemas.microsoft.com/office/drawing/2014/main" id="{5BD993AD-3561-3977-A4F5-44CB6BF4B3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637C7A69-94CE-0378-CE74-1D4D3A4D13A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97B0E6C1-6A3D-D35E-1084-C86308ED039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4" name="Freeform 811">
                <a:extLst>
                  <a:ext uri="{FF2B5EF4-FFF2-40B4-BE49-F238E27FC236}">
                    <a16:creationId xmlns:a16="http://schemas.microsoft.com/office/drawing/2014/main" id="{41AF831A-FF42-5920-6D54-567CD8D5CFE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5" name="Freeform 812">
                <a:extLst>
                  <a:ext uri="{FF2B5EF4-FFF2-40B4-BE49-F238E27FC236}">
                    <a16:creationId xmlns:a16="http://schemas.microsoft.com/office/drawing/2014/main" id="{A15EA1CE-9AF1-B7D4-0CFE-8E7CFAD4F63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" name="Freeform 813">
                <a:extLst>
                  <a:ext uri="{FF2B5EF4-FFF2-40B4-BE49-F238E27FC236}">
                    <a16:creationId xmlns:a16="http://schemas.microsoft.com/office/drawing/2014/main" id="{7DDF6E74-88B9-6352-3F35-332A4D9A993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7" name="Freeform 814">
                <a:extLst>
                  <a:ext uri="{FF2B5EF4-FFF2-40B4-BE49-F238E27FC236}">
                    <a16:creationId xmlns:a16="http://schemas.microsoft.com/office/drawing/2014/main" id="{BAED40B0-7C4F-7622-5D3D-85D9FE546C4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228" name="Freeform 120">
            <a:extLst>
              <a:ext uri="{FF2B5EF4-FFF2-40B4-BE49-F238E27FC236}">
                <a16:creationId xmlns:a16="http://schemas.microsoft.com/office/drawing/2014/main" id="{F2BF2B88-D12D-9933-4590-8DDA4B92BBB0}"/>
              </a:ext>
            </a:extLst>
          </p:cNvPr>
          <p:cNvSpPr>
            <a:spLocks/>
          </p:cNvSpPr>
          <p:nvPr/>
        </p:nvSpPr>
        <p:spPr bwMode="auto">
          <a:xfrm>
            <a:off x="3652009" y="4706327"/>
            <a:ext cx="781400" cy="252338"/>
          </a:xfrm>
          <a:custGeom>
            <a:avLst/>
            <a:gdLst>
              <a:gd name="T0" fmla="*/ 0 w 10844"/>
              <a:gd name="T1" fmla="*/ 2147483647 h 14797"/>
              <a:gd name="T2" fmla="*/ 2147483647 w 10844"/>
              <a:gd name="T3" fmla="*/ 2147483647 h 14797"/>
              <a:gd name="T4" fmla="*/ 2147483647 w 10844"/>
              <a:gd name="T5" fmla="*/ 2147483647 h 14797"/>
              <a:gd name="T6" fmla="*/ 0 60000 65536"/>
              <a:gd name="T7" fmla="*/ 0 60000 65536"/>
              <a:gd name="T8" fmla="*/ 0 60000 65536"/>
              <a:gd name="T9" fmla="*/ 0 w 10844"/>
              <a:gd name="T10" fmla="*/ 0 h 14797"/>
              <a:gd name="T11" fmla="*/ 10844 w 10844"/>
              <a:gd name="T12" fmla="*/ 14797 h 147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844" h="14797">
                <a:moveTo>
                  <a:pt x="0" y="14797"/>
                </a:moveTo>
                <a:cubicBezTo>
                  <a:pt x="2168" y="9517"/>
                  <a:pt x="5654" y="-1331"/>
                  <a:pt x="7042" y="135"/>
                </a:cubicBezTo>
                <a:cubicBezTo>
                  <a:pt x="8563" y="1950"/>
                  <a:pt x="9984" y="6698"/>
                  <a:pt x="10844" y="9978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29" name="Text Box 108">
            <a:extLst>
              <a:ext uri="{FF2B5EF4-FFF2-40B4-BE49-F238E27FC236}">
                <a16:creationId xmlns:a16="http://schemas.microsoft.com/office/drawing/2014/main" id="{09BBA027-59D8-2DC5-AB17-7E8FBCB88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3566" y="3029180"/>
            <a:ext cx="16363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  <a:latin typeface="+mj-lt"/>
                <a:cs typeface="Arial"/>
              </a:rPr>
              <a:t>l</a:t>
            </a:r>
            <a:r>
              <a:rPr lang="en-US" altLang="en-US" sz="1200" kern="0" dirty="0" err="1">
                <a:solidFill>
                  <a:srgbClr val="000000"/>
                </a:solidFill>
                <a:latin typeface="+mj-lt"/>
                <a:cs typeface="Arial"/>
              </a:rPr>
              <a:t>ocal</a:t>
            </a:r>
            <a:r>
              <a:rPr lang="en-US" altLang="en-US" sz="1200" kern="0" dirty="0">
                <a:solidFill>
                  <a:srgbClr val="000000"/>
                </a:solidFill>
                <a:latin typeface="+mj-lt"/>
                <a:cs typeface="Arial"/>
              </a:rPr>
              <a:t> forwarding table</a:t>
            </a:r>
          </a:p>
        </p:txBody>
      </p:sp>
      <p:cxnSp>
        <p:nvCxnSpPr>
          <p:cNvPr id="230" name="Straight Connector 421888">
            <a:extLst>
              <a:ext uri="{FF2B5EF4-FFF2-40B4-BE49-F238E27FC236}">
                <a16:creationId xmlns:a16="http://schemas.microsoft.com/office/drawing/2014/main" id="{9FB1C736-CBCC-558A-F554-142C6E0633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2319" y="3156137"/>
            <a:ext cx="961247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30F65E08-FEDC-D69E-405A-3F302D382677}"/>
              </a:ext>
            </a:extLst>
          </p:cNvPr>
          <p:cNvGrpSpPr/>
          <p:nvPr/>
        </p:nvGrpSpPr>
        <p:grpSpPr>
          <a:xfrm>
            <a:off x="2808597" y="3023324"/>
            <a:ext cx="1550424" cy="276999"/>
            <a:chOff x="6181202" y="4326532"/>
            <a:chExt cx="2067232" cy="369331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5BC425DD-06C4-7F9E-D210-5191B8EBF4E0}"/>
                </a:ext>
              </a:extLst>
            </p:cNvPr>
            <p:cNvSpPr/>
            <p:nvPr/>
          </p:nvSpPr>
          <p:spPr>
            <a:xfrm>
              <a:off x="6192122" y="4338108"/>
              <a:ext cx="2006600" cy="295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233" name="Text Box 110">
              <a:extLst>
                <a:ext uri="{FF2B5EF4-FFF2-40B4-BE49-F238E27FC236}">
                  <a16:creationId xmlns:a16="http://schemas.microsoft.com/office/drawing/2014/main" id="{6480414A-9C74-28B0-51EA-752FC12A7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1202" y="4326532"/>
              <a:ext cx="2067232" cy="369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prstClr val="white"/>
                  </a:solidFill>
                  <a:latin typeface="+mj-lt"/>
                  <a:cs typeface="Calibri" panose="020F0502020204030204" pitchFamily="34" charset="0"/>
                </a:rPr>
                <a:t>local forwarding table</a:t>
              </a:r>
            </a:p>
          </p:txBody>
        </p:sp>
      </p:grpSp>
      <p:grpSp>
        <p:nvGrpSpPr>
          <p:cNvPr id="640" name="Group 639">
            <a:extLst>
              <a:ext uri="{FF2B5EF4-FFF2-40B4-BE49-F238E27FC236}">
                <a16:creationId xmlns:a16="http://schemas.microsoft.com/office/drawing/2014/main" id="{73938A86-FF53-496D-35A8-A137C49EA063}"/>
              </a:ext>
            </a:extLst>
          </p:cNvPr>
          <p:cNvGrpSpPr/>
          <p:nvPr/>
        </p:nvGrpSpPr>
        <p:grpSpPr>
          <a:xfrm>
            <a:off x="2766898" y="2407479"/>
            <a:ext cx="1571625" cy="453628"/>
            <a:chOff x="3839579" y="1912090"/>
            <a:chExt cx="2095500" cy="604837"/>
          </a:xfrm>
        </p:grpSpPr>
        <p:sp>
          <p:nvSpPr>
            <p:cNvPr id="641" name="Oval 5">
              <a:extLst>
                <a:ext uri="{FF2B5EF4-FFF2-40B4-BE49-F238E27FC236}">
                  <a16:creationId xmlns:a16="http://schemas.microsoft.com/office/drawing/2014/main" id="{B016706E-D4F0-8BE5-65F9-BAE9EFCD5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9579" y="1912090"/>
              <a:ext cx="2095500" cy="60483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prstClr val="white"/>
                </a:solidFill>
                <a:latin typeface="+mj-lt"/>
                <a:cs typeface="Arial"/>
              </a:endParaRPr>
            </a:p>
          </p:txBody>
        </p:sp>
        <p:sp>
          <p:nvSpPr>
            <p:cNvPr id="642" name="Text Box 108">
              <a:extLst>
                <a:ext uri="{FF2B5EF4-FFF2-40B4-BE49-F238E27FC236}">
                  <a16:creationId xmlns:a16="http://schemas.microsoft.com/office/drawing/2014/main" id="{24E2E334-FA18-E4A8-CDC7-8AB150120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4815" y="2018581"/>
              <a:ext cx="1863725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350" kern="0" dirty="0">
                  <a:solidFill>
                    <a:prstClr val="white"/>
                  </a:solidFill>
                  <a:latin typeface="+mj-lt"/>
                  <a:cs typeface="Arial"/>
                </a:rPr>
                <a:t>routing algorithm</a:t>
              </a:r>
            </a:p>
          </p:txBody>
        </p:sp>
      </p:grpSp>
      <p:sp>
        <p:nvSpPr>
          <p:cNvPr id="643" name="AutoShape 118">
            <a:extLst>
              <a:ext uri="{FF2B5EF4-FFF2-40B4-BE49-F238E27FC236}">
                <a16:creationId xmlns:a16="http://schemas.microsoft.com/office/drawing/2014/main" id="{D0054F6B-F9B8-BA5F-EEC0-56439F8902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81273" y="2855154"/>
            <a:ext cx="180975" cy="204788"/>
          </a:xfrm>
          <a:prstGeom prst="rightArrow">
            <a:avLst>
              <a:gd name="adj1" fmla="val 51167"/>
              <a:gd name="adj2" fmla="val 39736"/>
            </a:avLst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350" kern="0">
              <a:solidFill>
                <a:srgbClr val="000000"/>
              </a:solidFill>
              <a:latin typeface="+mj-lt"/>
              <a:cs typeface="Arial"/>
            </a:endParaRPr>
          </a:p>
        </p:txBody>
      </p:sp>
      <p:grpSp>
        <p:nvGrpSpPr>
          <p:cNvPr id="644" name="Group 643">
            <a:extLst>
              <a:ext uri="{FF2B5EF4-FFF2-40B4-BE49-F238E27FC236}">
                <a16:creationId xmlns:a16="http://schemas.microsoft.com/office/drawing/2014/main" id="{F234A918-D563-1B59-6FBA-420C29C99FD0}"/>
              </a:ext>
            </a:extLst>
          </p:cNvPr>
          <p:cNvGrpSpPr/>
          <p:nvPr/>
        </p:nvGrpSpPr>
        <p:grpSpPr>
          <a:xfrm>
            <a:off x="4259454" y="3820284"/>
            <a:ext cx="1657591" cy="1850306"/>
            <a:chOff x="5679271" y="3642935"/>
            <a:chExt cx="2210121" cy="2467075"/>
          </a:xfrm>
        </p:grpSpPr>
        <p:sp>
          <p:nvSpPr>
            <p:cNvPr id="645" name="Oval 144">
              <a:extLst>
                <a:ext uri="{FF2B5EF4-FFF2-40B4-BE49-F238E27FC236}">
                  <a16:creationId xmlns:a16="http://schemas.microsoft.com/office/drawing/2014/main" id="{71FC3758-6D6C-2134-5BBE-AC0969D61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4350" y="5992553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646" name="Oval 144">
              <a:extLst>
                <a:ext uri="{FF2B5EF4-FFF2-40B4-BE49-F238E27FC236}">
                  <a16:creationId xmlns:a16="http://schemas.microsoft.com/office/drawing/2014/main" id="{863A4A4E-D9B7-AA25-0702-3DA9F8877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4311" y="5792457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647" name="Oval 144">
              <a:extLst>
                <a:ext uri="{FF2B5EF4-FFF2-40B4-BE49-F238E27FC236}">
                  <a16:creationId xmlns:a16="http://schemas.microsoft.com/office/drawing/2014/main" id="{6FB3CD0E-DF79-A75D-CFCD-FF38EE53E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9271" y="5968768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648" name="Oval 144">
              <a:extLst>
                <a:ext uri="{FF2B5EF4-FFF2-40B4-BE49-F238E27FC236}">
                  <a16:creationId xmlns:a16="http://schemas.microsoft.com/office/drawing/2014/main" id="{E0F6BF77-C852-C78F-48FD-A25848D8F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0760" y="3969843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649" name="Oval 144">
              <a:extLst>
                <a:ext uri="{FF2B5EF4-FFF2-40B4-BE49-F238E27FC236}">
                  <a16:creationId xmlns:a16="http://schemas.microsoft.com/office/drawing/2014/main" id="{58FCA206-C59A-EE54-752E-00C3AC8A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5551" y="3642935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>
                <a:solidFill>
                  <a:srgbClr val="000000"/>
                </a:solidFill>
                <a:cs typeface="Arial"/>
              </a:endParaRPr>
            </a:p>
          </p:txBody>
        </p:sp>
      </p:grpSp>
      <p:sp>
        <p:nvSpPr>
          <p:cNvPr id="650" name="Freeform 37">
            <a:extLst>
              <a:ext uri="{FF2B5EF4-FFF2-40B4-BE49-F238E27FC236}">
                <a16:creationId xmlns:a16="http://schemas.microsoft.com/office/drawing/2014/main" id="{EA9D51A6-0953-5EFC-E962-361AC951A0FF}"/>
              </a:ext>
            </a:extLst>
          </p:cNvPr>
          <p:cNvSpPr/>
          <p:nvPr/>
        </p:nvSpPr>
        <p:spPr>
          <a:xfrm>
            <a:off x="4311139" y="4669484"/>
            <a:ext cx="1817610" cy="299380"/>
          </a:xfrm>
          <a:custGeom>
            <a:avLst/>
            <a:gdLst>
              <a:gd name="connsiteX0" fmla="*/ 0 w 2417086"/>
              <a:gd name="connsiteY0" fmla="*/ 136686 h 393747"/>
              <a:gd name="connsiteX1" fmla="*/ 613863 w 2417086"/>
              <a:gd name="connsiteY1" fmla="*/ 392462 h 393747"/>
              <a:gd name="connsiteX2" fmla="*/ 1579419 w 2417086"/>
              <a:gd name="connsiteY2" fmla="*/ 40770 h 393747"/>
              <a:gd name="connsiteX3" fmla="*/ 2417086 w 2417086"/>
              <a:gd name="connsiteY3" fmla="*/ 21586 h 393747"/>
              <a:gd name="connsiteX0" fmla="*/ 0 w 2423480"/>
              <a:gd name="connsiteY0" fmla="*/ 153322 h 410383"/>
              <a:gd name="connsiteX1" fmla="*/ 613863 w 2423480"/>
              <a:gd name="connsiteY1" fmla="*/ 409098 h 410383"/>
              <a:gd name="connsiteX2" fmla="*/ 1579419 w 2423480"/>
              <a:gd name="connsiteY2" fmla="*/ 57406 h 410383"/>
              <a:gd name="connsiteX3" fmla="*/ 2423480 w 2423480"/>
              <a:gd name="connsiteY3" fmla="*/ 12644 h 410383"/>
              <a:gd name="connsiteX0" fmla="*/ 0 w 2423480"/>
              <a:gd name="connsiteY0" fmla="*/ 142112 h 399173"/>
              <a:gd name="connsiteX1" fmla="*/ 613863 w 2423480"/>
              <a:gd name="connsiteY1" fmla="*/ 397888 h 399173"/>
              <a:gd name="connsiteX2" fmla="*/ 1579419 w 2423480"/>
              <a:gd name="connsiteY2" fmla="*/ 46196 h 399173"/>
              <a:gd name="connsiteX3" fmla="*/ 2423480 w 2423480"/>
              <a:gd name="connsiteY3" fmla="*/ 1434 h 399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480" h="399173">
                <a:moveTo>
                  <a:pt x="0" y="142112"/>
                </a:moveTo>
                <a:cubicBezTo>
                  <a:pt x="175313" y="277993"/>
                  <a:pt x="350627" y="413874"/>
                  <a:pt x="613863" y="397888"/>
                </a:cubicBezTo>
                <a:cubicBezTo>
                  <a:pt x="877099" y="381902"/>
                  <a:pt x="1277816" y="112272"/>
                  <a:pt x="1579419" y="46196"/>
                </a:cubicBezTo>
                <a:cubicBezTo>
                  <a:pt x="1881022" y="-19880"/>
                  <a:pt x="2065394" y="5697"/>
                  <a:pt x="2423480" y="1434"/>
                </a:cubicBezTo>
              </a:path>
            </a:pathLst>
          </a:custGeom>
          <a:noFill/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651" name="Group 650">
            <a:extLst>
              <a:ext uri="{FF2B5EF4-FFF2-40B4-BE49-F238E27FC236}">
                <a16:creationId xmlns:a16="http://schemas.microsoft.com/office/drawing/2014/main" id="{DF439A8D-5A40-E8FC-5F3A-4719AA6C40F5}"/>
              </a:ext>
            </a:extLst>
          </p:cNvPr>
          <p:cNvGrpSpPr/>
          <p:nvPr/>
        </p:nvGrpSpPr>
        <p:grpSpPr>
          <a:xfrm>
            <a:off x="4200712" y="2633303"/>
            <a:ext cx="2139392" cy="3222800"/>
            <a:chOff x="5600948" y="2060294"/>
            <a:chExt cx="2852523" cy="4297067"/>
          </a:xfrm>
        </p:grpSpPr>
        <p:cxnSp>
          <p:nvCxnSpPr>
            <p:cNvPr id="652" name="Straight Connector 421894">
              <a:extLst>
                <a:ext uri="{FF2B5EF4-FFF2-40B4-BE49-F238E27FC236}">
                  <a16:creationId xmlns:a16="http://schemas.microsoft.com/office/drawing/2014/main" id="{ABF9F70C-F1B0-B50A-0D59-5F5092ED88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600948" y="2062812"/>
              <a:ext cx="2852523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3" name="Straight Connector 421894">
              <a:extLst>
                <a:ext uri="{FF2B5EF4-FFF2-40B4-BE49-F238E27FC236}">
                  <a16:creationId xmlns:a16="http://schemas.microsoft.com/office/drawing/2014/main" id="{EB466E19-055F-2141-1952-994A590376F1}"/>
                </a:ext>
              </a:extLst>
            </p:cNvPr>
            <p:cNvCxnSpPr>
              <a:cxnSpLocks noChangeShapeType="1"/>
              <a:endCxn id="88" idx="0"/>
            </p:cNvCxnSpPr>
            <p:nvPr/>
          </p:nvCxnSpPr>
          <p:spPr bwMode="auto">
            <a:xfrm flipH="1">
              <a:off x="6643279" y="2380113"/>
              <a:ext cx="1781930" cy="156938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4" name="Straight Connector 421894">
              <a:extLst>
                <a:ext uri="{FF2B5EF4-FFF2-40B4-BE49-F238E27FC236}">
                  <a16:creationId xmlns:a16="http://schemas.microsoft.com/office/drawing/2014/main" id="{5A810D90-8B33-9371-DC81-63225870FAC0}"/>
                </a:ext>
              </a:extLst>
            </p:cNvPr>
            <p:cNvCxnSpPr>
              <a:cxnSpLocks noChangeShapeType="1"/>
              <a:endCxn id="96" idx="0"/>
            </p:cNvCxnSpPr>
            <p:nvPr/>
          </p:nvCxnSpPr>
          <p:spPr bwMode="auto">
            <a:xfrm flipH="1">
              <a:off x="7640094" y="2367022"/>
              <a:ext cx="802721" cy="1908551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55" name="Group 654">
              <a:extLst>
                <a:ext uri="{FF2B5EF4-FFF2-40B4-BE49-F238E27FC236}">
                  <a16:creationId xmlns:a16="http://schemas.microsoft.com/office/drawing/2014/main" id="{640A69A7-426B-8A26-DFC2-03055BF0EB4C}"/>
                </a:ext>
              </a:extLst>
            </p:cNvPr>
            <p:cNvGrpSpPr/>
            <p:nvPr/>
          </p:nvGrpSpPr>
          <p:grpSpPr>
            <a:xfrm>
              <a:off x="6178773" y="2060294"/>
              <a:ext cx="2270746" cy="4297067"/>
              <a:chOff x="6178773" y="2060294"/>
              <a:chExt cx="2270746" cy="4297067"/>
            </a:xfrm>
          </p:grpSpPr>
          <p:sp>
            <p:nvSpPr>
              <p:cNvPr id="656" name="Freeform 26">
                <a:extLst>
                  <a:ext uri="{FF2B5EF4-FFF2-40B4-BE49-F238E27FC236}">
                    <a16:creationId xmlns:a16="http://schemas.microsoft.com/office/drawing/2014/main" id="{9F20EF37-05AC-E060-9FE4-DA27C7B74775}"/>
                  </a:ext>
                </a:extLst>
              </p:cNvPr>
              <p:cNvSpPr/>
              <p:nvPr/>
            </p:nvSpPr>
            <p:spPr>
              <a:xfrm>
                <a:off x="6852213" y="2060294"/>
                <a:ext cx="1597306" cy="3796496"/>
              </a:xfrm>
              <a:custGeom>
                <a:avLst/>
                <a:gdLst>
                  <a:gd name="connsiteX0" fmla="*/ 1597306 w 1597306"/>
                  <a:gd name="connsiteY0" fmla="*/ 0 h 3796496"/>
                  <a:gd name="connsiteX1" fmla="*/ 925974 w 1597306"/>
                  <a:gd name="connsiteY1" fmla="*/ 3784921 h 3796496"/>
                  <a:gd name="connsiteX2" fmla="*/ 0 w 1597306"/>
                  <a:gd name="connsiteY2" fmla="*/ 3796496 h 3796496"/>
                  <a:gd name="connsiteX3" fmla="*/ 0 w 1597306"/>
                  <a:gd name="connsiteY3" fmla="*/ 3796496 h 3796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7306" h="3796496">
                    <a:moveTo>
                      <a:pt x="1597306" y="0"/>
                    </a:moveTo>
                    <a:lnTo>
                      <a:pt x="925974" y="3784921"/>
                    </a:lnTo>
                    <a:lnTo>
                      <a:pt x="0" y="3796496"/>
                    </a:lnTo>
                    <a:lnTo>
                      <a:pt x="0" y="3796496"/>
                    </a:lnTo>
                  </a:path>
                </a:pathLst>
              </a:custGeom>
              <a:noFill/>
              <a:ln w="19050">
                <a:solidFill>
                  <a:srgbClr val="C0000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657" name="Straight Connector 421894">
                <a:extLst>
                  <a:ext uri="{FF2B5EF4-FFF2-40B4-BE49-F238E27FC236}">
                    <a16:creationId xmlns:a16="http://schemas.microsoft.com/office/drawing/2014/main" id="{3FB4EEF7-56BE-3EE4-6B0A-3DC5F084DCDF}"/>
                  </a:ext>
                </a:extLst>
              </p:cNvPr>
              <p:cNvCxnSpPr>
                <a:cxnSpLocks noChangeShapeType="1"/>
                <a:stCxn id="656" idx="1"/>
                <a:endCxn id="103" idx="6"/>
              </p:cNvCxnSpPr>
              <p:nvPr/>
            </p:nvCxnSpPr>
            <p:spPr bwMode="auto">
              <a:xfrm flipH="1">
                <a:off x="7535733" y="5845216"/>
                <a:ext cx="242453" cy="512145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58" name="Straight Connector 421894">
                <a:extLst>
                  <a:ext uri="{FF2B5EF4-FFF2-40B4-BE49-F238E27FC236}">
                    <a16:creationId xmlns:a16="http://schemas.microsoft.com/office/drawing/2014/main" id="{C6CBCE54-6CEF-BA92-F461-2F08CA4372A1}"/>
                  </a:ext>
                </a:extLst>
              </p:cNvPr>
              <p:cNvCxnSpPr>
                <a:cxnSpLocks noChangeShapeType="1"/>
                <a:stCxn id="656" idx="1"/>
              </p:cNvCxnSpPr>
              <p:nvPr/>
            </p:nvCxnSpPr>
            <p:spPr bwMode="auto">
              <a:xfrm flipH="1">
                <a:off x="6178773" y="5845215"/>
                <a:ext cx="1599414" cy="182258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659" name="Group 658">
            <a:extLst>
              <a:ext uri="{FF2B5EF4-FFF2-40B4-BE49-F238E27FC236}">
                <a16:creationId xmlns:a16="http://schemas.microsoft.com/office/drawing/2014/main" id="{B303B531-9379-9B16-EC0A-360A5A118A21}"/>
              </a:ext>
            </a:extLst>
          </p:cNvPr>
          <p:cNvGrpSpPr/>
          <p:nvPr/>
        </p:nvGrpSpPr>
        <p:grpSpPr>
          <a:xfrm>
            <a:off x="4274232" y="3952849"/>
            <a:ext cx="1637551" cy="1796228"/>
            <a:chOff x="5698975" y="3819688"/>
            <a:chExt cx="2183401" cy="2394971"/>
          </a:xfrm>
        </p:grpSpPr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12AD0FC3-659A-8327-AE7F-ADF75B7856B8}"/>
                </a:ext>
              </a:extLst>
            </p:cNvPr>
            <p:cNvSpPr/>
            <p:nvPr/>
          </p:nvSpPr>
          <p:spPr>
            <a:xfrm>
              <a:off x="7050700" y="6168940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EE97DA4F-DF13-5A48-B0ED-234F597BD48E}"/>
                </a:ext>
              </a:extLst>
            </p:cNvPr>
            <p:cNvSpPr/>
            <p:nvPr/>
          </p:nvSpPr>
          <p:spPr>
            <a:xfrm>
              <a:off x="6359921" y="596876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66411487-4698-E7C1-89C2-2462F7905A27}"/>
                </a:ext>
              </a:extLst>
            </p:cNvPr>
            <p:cNvSpPr/>
            <p:nvPr/>
          </p:nvSpPr>
          <p:spPr>
            <a:xfrm>
              <a:off x="5698975" y="6141541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00DF1C64-AF3F-ADB5-C510-682C4C9512A8}"/>
                </a:ext>
              </a:extLst>
            </p:cNvPr>
            <p:cNvSpPr/>
            <p:nvPr/>
          </p:nvSpPr>
          <p:spPr>
            <a:xfrm>
              <a:off x="7405975" y="4146032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64" name="Rectangle 663">
              <a:extLst>
                <a:ext uri="{FF2B5EF4-FFF2-40B4-BE49-F238E27FC236}">
                  <a16:creationId xmlns:a16="http://schemas.microsoft.com/office/drawing/2014/main" id="{9684741F-CBA9-1A3F-DF3B-DA57D29FB219}"/>
                </a:ext>
              </a:extLst>
            </p:cNvPr>
            <p:cNvSpPr/>
            <p:nvPr/>
          </p:nvSpPr>
          <p:spPr>
            <a:xfrm>
              <a:off x="6407517" y="381968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831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27" grpId="0"/>
      <p:bldP spid="228" grpId="0" animBg="1"/>
      <p:bldP spid="65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Packet-switching: store-and-forward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062EF-3492-F65C-DC38-FF99B5254EA6}"/>
              </a:ext>
            </a:extLst>
          </p:cNvPr>
          <p:cNvSpPr txBox="1">
            <a:spLocks/>
          </p:cNvSpPr>
          <p:nvPr/>
        </p:nvSpPr>
        <p:spPr>
          <a:xfrm>
            <a:off x="467804" y="3786991"/>
            <a:ext cx="5238312" cy="2564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195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Transmission delay: </a:t>
            </a:r>
            <a:r>
              <a:rPr lang="en-US" altLang="en-US" sz="1950" dirty="0">
                <a:ea typeface="ＭＳ Ｐゴシック" panose="020B0600070205080204" pitchFamily="34" charset="-128"/>
              </a:rPr>
              <a:t>takes 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L</a:t>
            </a:r>
            <a:r>
              <a:rPr lang="en-US" altLang="en-US" sz="1950" dirty="0">
                <a:ea typeface="ＭＳ Ｐゴシック" panose="020B0600070205080204" pitchFamily="34" charset="-128"/>
              </a:rPr>
              <a:t>/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1950" dirty="0">
                <a:ea typeface="ＭＳ Ｐゴシック" panose="020B0600070205080204" pitchFamily="34" charset="-128"/>
              </a:rPr>
              <a:t> seconds to transmit (push out) 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L</a:t>
            </a:r>
            <a:r>
              <a:rPr lang="en-US" altLang="en-US" sz="1950" dirty="0">
                <a:ea typeface="ＭＳ Ｐゴシック" panose="020B0600070205080204" pitchFamily="34" charset="-128"/>
              </a:rPr>
              <a:t>-bit packet into link at 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1950" dirty="0">
                <a:ea typeface="ＭＳ Ｐゴシック" panose="020B0600070205080204" pitchFamily="34" charset="-128"/>
              </a:rPr>
              <a:t> bps</a:t>
            </a:r>
          </a:p>
          <a:p>
            <a:pPr marL="215504" indent="-215504"/>
            <a:r>
              <a:rPr lang="en-US" altLang="en-US" sz="195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Store and forward:</a:t>
            </a:r>
            <a:r>
              <a:rPr lang="en-US" altLang="en-US" sz="195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entire</a:t>
            </a:r>
            <a:r>
              <a:rPr lang="en-US" altLang="en-US" sz="1950" dirty="0">
                <a:ea typeface="ＭＳ Ｐゴシック" panose="020B0600070205080204" pitchFamily="34" charset="-128"/>
              </a:rPr>
              <a:t> packet must  arrive at router before it can be transmitted on next link</a:t>
            </a:r>
          </a:p>
          <a:p>
            <a:pPr marL="215504" indent="-215504"/>
            <a:r>
              <a:rPr lang="en-US" altLang="en-US" sz="195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End-end delay: </a:t>
            </a:r>
            <a:r>
              <a:rPr lang="en-US" altLang="en-US" sz="1950" dirty="0">
                <a:ea typeface="ＭＳ Ｐゴシック" panose="020B0600070205080204" pitchFamily="34" charset="-128"/>
              </a:rPr>
              <a:t>2</a:t>
            </a:r>
            <a:r>
              <a:rPr lang="en-US" altLang="en-US" sz="1950" i="1" dirty="0">
                <a:ea typeface="ＭＳ Ｐゴシック" panose="020B0600070205080204" pitchFamily="34" charset="-128"/>
              </a:rPr>
              <a:t>L/R </a:t>
            </a:r>
            <a:r>
              <a:rPr lang="en-US" altLang="en-US" sz="1950" dirty="0">
                <a:ea typeface="ＭＳ Ｐゴシック" panose="020B0600070205080204" pitchFamily="34" charset="-128"/>
              </a:rPr>
              <a:t>(above), assuming zero propagation delay (more on delay shortly)</a:t>
            </a:r>
          </a:p>
          <a:p>
            <a:pPr marL="215504" indent="-215504">
              <a:spcBef>
                <a:spcPts val="300"/>
              </a:spcBef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marL="215504" indent="-215504">
              <a:spcBef>
                <a:spcPts val="300"/>
              </a:spcBef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marL="130969" indent="0">
              <a:spcBef>
                <a:spcPts val="300"/>
              </a:spcBef>
              <a:buSzPct val="75000"/>
              <a:buFont typeface="Arial" panose="020B0604020202020204" pitchFamily="34" charset="0"/>
              <a:buNone/>
            </a:pPr>
            <a:endParaRPr lang="en-US" altLang="en-US" dirty="0"/>
          </a:p>
          <a:p>
            <a:pPr>
              <a:spcBef>
                <a:spcPts val="300"/>
              </a:spcBef>
            </a:pP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53437D-A41C-8DA9-FF25-82F5E4140983}"/>
              </a:ext>
            </a:extLst>
          </p:cNvPr>
          <p:cNvSpPr txBox="1"/>
          <p:nvPr/>
        </p:nvSpPr>
        <p:spPr>
          <a:xfrm>
            <a:off x="1747113" y="3107144"/>
            <a:ext cx="70724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en-US" sz="1500" kern="0" dirty="0">
                <a:solidFill>
                  <a:prstClr val="black"/>
                </a:solidFill>
                <a:latin typeface="Calibri"/>
              </a:rPr>
              <a:t>source</a:t>
            </a:r>
          </a:p>
        </p:txBody>
      </p:sp>
      <p:grpSp>
        <p:nvGrpSpPr>
          <p:cNvPr id="61" name="Group 41">
            <a:extLst>
              <a:ext uri="{FF2B5EF4-FFF2-40B4-BE49-F238E27FC236}">
                <a16:creationId xmlns:a16="http://schemas.microsoft.com/office/drawing/2014/main" id="{15CA8F2C-EF89-429A-2F06-7212A90941F6}"/>
              </a:ext>
            </a:extLst>
          </p:cNvPr>
          <p:cNvGrpSpPr>
            <a:grpSpLocks/>
          </p:cNvGrpSpPr>
          <p:nvPr/>
        </p:nvGrpSpPr>
        <p:grpSpPr bwMode="auto">
          <a:xfrm>
            <a:off x="2364250" y="3151454"/>
            <a:ext cx="806054" cy="337881"/>
            <a:chOff x="1816230" y="6118900"/>
            <a:chExt cx="1843339" cy="739100"/>
          </a:xfrm>
        </p:grpSpPr>
        <p:pic>
          <p:nvPicPr>
            <p:cNvPr id="62" name="Picture 8">
              <a:extLst>
                <a:ext uri="{FF2B5EF4-FFF2-40B4-BE49-F238E27FC236}">
                  <a16:creationId xmlns:a16="http://schemas.microsoft.com/office/drawing/2014/main" id="{CD4E5415-0574-E7BF-FD00-DC8B3936F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93F8B9C-5D1F-25F8-EDCC-A73909548873}"/>
                </a:ext>
              </a:extLst>
            </p:cNvPr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cxnSp>
        <p:nvCxnSpPr>
          <p:cNvPr id="64" name="Straight Connector 42">
            <a:extLst>
              <a:ext uri="{FF2B5EF4-FFF2-40B4-BE49-F238E27FC236}">
                <a16:creationId xmlns:a16="http://schemas.microsoft.com/office/drawing/2014/main" id="{39E2B94F-2574-3040-D978-B6248037AD2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86960" y="3253591"/>
            <a:ext cx="1303734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5" name="Group 43">
            <a:extLst>
              <a:ext uri="{FF2B5EF4-FFF2-40B4-BE49-F238E27FC236}">
                <a16:creationId xmlns:a16="http://schemas.microsoft.com/office/drawing/2014/main" id="{0679536E-6A9F-959F-EE35-4F5AAF08E11B}"/>
              </a:ext>
            </a:extLst>
          </p:cNvPr>
          <p:cNvGrpSpPr>
            <a:grpSpLocks/>
          </p:cNvGrpSpPr>
          <p:nvPr/>
        </p:nvGrpSpPr>
        <p:grpSpPr bwMode="auto">
          <a:xfrm>
            <a:off x="4096609" y="3113098"/>
            <a:ext cx="794147" cy="288131"/>
            <a:chOff x="5142253" y="5649029"/>
            <a:chExt cx="1304545" cy="695633"/>
          </a:xfrm>
        </p:grpSpPr>
        <p:grpSp>
          <p:nvGrpSpPr>
            <p:cNvPr id="66" name="Group 92">
              <a:extLst>
                <a:ext uri="{FF2B5EF4-FFF2-40B4-BE49-F238E27FC236}">
                  <a16:creationId xmlns:a16="http://schemas.microsoft.com/office/drawing/2014/main" id="{4A0FCFD5-8A0E-F16E-51A2-92C5776021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69" name="Picture 95">
                <a:extLst>
                  <a:ext uri="{FF2B5EF4-FFF2-40B4-BE49-F238E27FC236}">
                    <a16:creationId xmlns:a16="http://schemas.microsoft.com/office/drawing/2014/main" id="{8BED0DA8-12D7-E2FD-9F00-7D95BD0CB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" name="Rectangle 96">
                <a:extLst>
                  <a:ext uri="{FF2B5EF4-FFF2-40B4-BE49-F238E27FC236}">
                    <a16:creationId xmlns:a16="http://schemas.microsoft.com/office/drawing/2014/main" id="{66143BC3-526F-9A2C-3C8A-91FF09DD12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1" name="Rectangle 97">
                <a:extLst>
                  <a:ext uri="{FF2B5EF4-FFF2-40B4-BE49-F238E27FC236}">
                    <a16:creationId xmlns:a16="http://schemas.microsoft.com/office/drawing/2014/main" id="{5240DF08-550B-0024-DFE6-AA2059728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2" name="Oval 98">
                <a:extLst>
                  <a:ext uri="{FF2B5EF4-FFF2-40B4-BE49-F238E27FC236}">
                    <a16:creationId xmlns:a16="http://schemas.microsoft.com/office/drawing/2014/main" id="{65D559AD-2DCA-A6B1-A3DF-C1E99978E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7" name="Rectangle 93">
              <a:extLst>
                <a:ext uri="{FF2B5EF4-FFF2-40B4-BE49-F238E27FC236}">
                  <a16:creationId xmlns:a16="http://schemas.microsoft.com/office/drawing/2014/main" id="{5FF48A4C-CE31-D363-889E-F8B983259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8" name="Rectangle 94">
              <a:extLst>
                <a:ext uri="{FF2B5EF4-FFF2-40B4-BE49-F238E27FC236}">
                  <a16:creationId xmlns:a16="http://schemas.microsoft.com/office/drawing/2014/main" id="{CF90633F-8B9A-586F-FBA4-48302D2C8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73" name="Group 44">
            <a:extLst>
              <a:ext uri="{FF2B5EF4-FFF2-40B4-BE49-F238E27FC236}">
                <a16:creationId xmlns:a16="http://schemas.microsoft.com/office/drawing/2014/main" id="{27F80DA7-32F7-3DB2-CD2C-B9242656729B}"/>
              </a:ext>
            </a:extLst>
          </p:cNvPr>
          <p:cNvGrpSpPr>
            <a:grpSpLocks/>
          </p:cNvGrpSpPr>
          <p:nvPr/>
        </p:nvGrpSpPr>
        <p:grpSpPr bwMode="auto">
          <a:xfrm>
            <a:off x="4062081" y="2303473"/>
            <a:ext cx="819150" cy="227409"/>
            <a:chOff x="5128542" y="4838701"/>
            <a:chExt cx="1300833" cy="530211"/>
          </a:xfrm>
        </p:grpSpPr>
        <p:pic>
          <p:nvPicPr>
            <p:cNvPr id="76" name="Picture 2">
              <a:extLst>
                <a:ext uri="{FF2B5EF4-FFF2-40B4-BE49-F238E27FC236}">
                  <a16:creationId xmlns:a16="http://schemas.microsoft.com/office/drawing/2014/main" id="{0BA25F0F-ADCF-531C-C79D-51C8D7C56D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Rectangle 90">
              <a:extLst>
                <a:ext uri="{FF2B5EF4-FFF2-40B4-BE49-F238E27FC236}">
                  <a16:creationId xmlns:a16="http://schemas.microsoft.com/office/drawing/2014/main" id="{A6FF2620-1744-2346-109B-1583B727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8" name="Rectangle 91">
              <a:extLst>
                <a:ext uri="{FF2B5EF4-FFF2-40B4-BE49-F238E27FC236}">
                  <a16:creationId xmlns:a16="http://schemas.microsoft.com/office/drawing/2014/main" id="{E72A256F-66C4-C4BA-F0D0-2C7B7EDFC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79" name="Group 45">
            <a:extLst>
              <a:ext uri="{FF2B5EF4-FFF2-40B4-BE49-F238E27FC236}">
                <a16:creationId xmlns:a16="http://schemas.microsoft.com/office/drawing/2014/main" id="{C626FFA9-1E9B-0F52-2675-93187C7EC5A2}"/>
              </a:ext>
            </a:extLst>
          </p:cNvPr>
          <p:cNvGrpSpPr>
            <a:grpSpLocks/>
          </p:cNvGrpSpPr>
          <p:nvPr/>
        </p:nvGrpSpPr>
        <p:grpSpPr bwMode="auto">
          <a:xfrm>
            <a:off x="2499981" y="2050467"/>
            <a:ext cx="819150" cy="492320"/>
            <a:chOff x="2387973" y="4309243"/>
            <a:chExt cx="1771787" cy="1282262"/>
          </a:xfrm>
        </p:grpSpPr>
        <p:pic>
          <p:nvPicPr>
            <p:cNvPr id="80" name="Picture 9">
              <a:extLst>
                <a:ext uri="{FF2B5EF4-FFF2-40B4-BE49-F238E27FC236}">
                  <a16:creationId xmlns:a16="http://schemas.microsoft.com/office/drawing/2014/main" id="{2A326052-7A7F-6DAD-71D2-E6FFFEF84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9CC53D2-3950-BCAE-30CF-7E915DCFB683}"/>
                </a:ext>
              </a:extLst>
            </p:cNvPr>
            <p:cNvSpPr/>
            <p:nvPr/>
          </p:nvSpPr>
          <p:spPr>
            <a:xfrm rot="11601822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BD9BDAE7-FB29-B78C-8941-DE683CAAD527}"/>
              </a:ext>
            </a:extLst>
          </p:cNvPr>
          <p:cNvSpPr txBox="1"/>
          <p:nvPr/>
        </p:nvSpPr>
        <p:spPr>
          <a:xfrm>
            <a:off x="3356041" y="3278594"/>
            <a:ext cx="6094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en-US" sz="1500" i="1" kern="0" dirty="0">
                <a:solidFill>
                  <a:prstClr val="black"/>
                </a:solidFill>
                <a:latin typeface="Calibri"/>
              </a:rPr>
              <a:t>R</a:t>
            </a:r>
            <a:r>
              <a:rPr lang="en-US" sz="1500" kern="0" dirty="0">
                <a:solidFill>
                  <a:prstClr val="black"/>
                </a:solidFill>
                <a:latin typeface="Calibri"/>
              </a:rPr>
              <a:t> bps</a:t>
            </a:r>
          </a:p>
        </p:txBody>
      </p:sp>
      <p:cxnSp>
        <p:nvCxnSpPr>
          <p:cNvPr id="83" name="Straight Connector 47">
            <a:extLst>
              <a:ext uri="{FF2B5EF4-FFF2-40B4-BE49-F238E27FC236}">
                <a16:creationId xmlns:a16="http://schemas.microsoft.com/office/drawing/2014/main" id="{768BED1E-B294-B470-080F-770729BCA7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80041" y="3257163"/>
            <a:ext cx="1303734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4" name="Group 100">
            <a:extLst>
              <a:ext uri="{FF2B5EF4-FFF2-40B4-BE49-F238E27FC236}">
                <a16:creationId xmlns:a16="http://schemas.microsoft.com/office/drawing/2014/main" id="{A641F67F-C947-532E-DD1B-5E10B55004D0}"/>
              </a:ext>
            </a:extLst>
          </p:cNvPr>
          <p:cNvGrpSpPr>
            <a:grpSpLocks/>
          </p:cNvGrpSpPr>
          <p:nvPr/>
        </p:nvGrpSpPr>
        <p:grpSpPr bwMode="auto">
          <a:xfrm>
            <a:off x="5613466" y="2651136"/>
            <a:ext cx="1108472" cy="963215"/>
            <a:chOff x="-44" y="1473"/>
            <a:chExt cx="981" cy="1105"/>
          </a:xfrm>
        </p:grpSpPr>
        <p:pic>
          <p:nvPicPr>
            <p:cNvPr id="85" name="Picture 101" descr="desktop_computer_stylized_medium">
              <a:extLst>
                <a:ext uri="{FF2B5EF4-FFF2-40B4-BE49-F238E27FC236}">
                  <a16:creationId xmlns:a16="http://schemas.microsoft.com/office/drawing/2014/main" id="{BE5C9E6D-87EF-E5D5-2E4D-1E79CF6E07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Freeform 102">
              <a:extLst>
                <a:ext uri="{FF2B5EF4-FFF2-40B4-BE49-F238E27FC236}">
                  <a16:creationId xmlns:a16="http://schemas.microsoft.com/office/drawing/2014/main" id="{D26AF956-057A-5C44-C411-253C34276F2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80"/>
              <a:ext cx="474" cy="505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defTabSz="685800">
                <a:defRPr/>
              </a:pPr>
              <a:endParaRPr lang="en-US" sz="1350" kern="0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7A7937B9-460F-7BA5-EAA1-A09B5CD0E69D}"/>
              </a:ext>
            </a:extLst>
          </p:cNvPr>
          <p:cNvSpPr txBox="1"/>
          <p:nvPr/>
        </p:nvSpPr>
        <p:spPr>
          <a:xfrm>
            <a:off x="6725510" y="3111513"/>
            <a:ext cx="106952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en-US" sz="1500" kern="0" dirty="0">
                <a:solidFill>
                  <a:prstClr val="black"/>
                </a:solidFill>
                <a:latin typeface="Calibri"/>
              </a:rPr>
              <a:t>destination</a:t>
            </a:r>
            <a:endParaRPr lang="en-US" sz="1350" kern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8" name="TextBox 52">
            <a:extLst>
              <a:ext uri="{FF2B5EF4-FFF2-40B4-BE49-F238E27FC236}">
                <a16:creationId xmlns:a16="http://schemas.microsoft.com/office/drawing/2014/main" id="{512D7ED0-C636-8B3A-866A-038C33059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228" y="3028563"/>
            <a:ext cx="2632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9" name="TextBox 53">
            <a:extLst>
              <a:ext uri="{FF2B5EF4-FFF2-40B4-BE49-F238E27FC236}">
                <a16:creationId xmlns:a16="http://schemas.microsoft.com/office/drawing/2014/main" id="{E0D17C7F-D82A-29FF-1741-284FB658E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91" y="3033326"/>
            <a:ext cx="2632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0" name="TextBox 54">
            <a:extLst>
              <a:ext uri="{FF2B5EF4-FFF2-40B4-BE49-F238E27FC236}">
                <a16:creationId xmlns:a16="http://schemas.microsoft.com/office/drawing/2014/main" id="{21A75639-DC1B-B746-CE7F-85EF04E7D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097" y="3030945"/>
            <a:ext cx="2632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</a:p>
        </p:txBody>
      </p:sp>
      <p:grpSp>
        <p:nvGrpSpPr>
          <p:cNvPr id="91" name="Group 55">
            <a:extLst>
              <a:ext uri="{FF2B5EF4-FFF2-40B4-BE49-F238E27FC236}">
                <a16:creationId xmlns:a16="http://schemas.microsoft.com/office/drawing/2014/main" id="{B5519396-E583-A9B3-26D3-B88002C1D7FD}"/>
              </a:ext>
            </a:extLst>
          </p:cNvPr>
          <p:cNvGrpSpPr>
            <a:grpSpLocks/>
          </p:cNvGrpSpPr>
          <p:nvPr/>
        </p:nvGrpSpPr>
        <p:grpSpPr bwMode="auto">
          <a:xfrm>
            <a:off x="2463073" y="2502307"/>
            <a:ext cx="2201465" cy="631031"/>
            <a:chOff x="593766" y="5264055"/>
            <a:chExt cx="3597129" cy="1011695"/>
          </a:xfrm>
        </p:grpSpPr>
        <p:grpSp>
          <p:nvGrpSpPr>
            <p:cNvPr id="92" name="Group 56">
              <a:extLst>
                <a:ext uri="{FF2B5EF4-FFF2-40B4-BE49-F238E27FC236}">
                  <a16:creationId xmlns:a16="http://schemas.microsoft.com/office/drawing/2014/main" id="{25E188AF-3102-A481-9ED0-96284942D0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7077" y="5264055"/>
              <a:ext cx="617671" cy="927313"/>
              <a:chOff x="2105936" y="5387204"/>
              <a:chExt cx="617671" cy="927313"/>
            </a:xfrm>
          </p:grpSpPr>
          <p:sp>
            <p:nvSpPr>
              <p:cNvPr id="127" name="Rectangle 77">
                <a:extLst>
                  <a:ext uri="{FF2B5EF4-FFF2-40B4-BE49-F238E27FC236}">
                    <a16:creationId xmlns:a16="http://schemas.microsoft.com/office/drawing/2014/main" id="{020DEBEF-A661-F3A8-92E4-A29FC27C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604" name="Freeform 674">
                <a:extLst>
                  <a:ext uri="{FF2B5EF4-FFF2-40B4-BE49-F238E27FC236}">
                    <a16:creationId xmlns:a16="http://schemas.microsoft.com/office/drawing/2014/main" id="{5DA0DC84-550A-A1B8-ADA7-55771796E28A}"/>
                  </a:ext>
                </a:extLst>
              </p:cNvPr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05" name="Freeform 675">
                <a:extLst>
                  <a:ext uri="{FF2B5EF4-FFF2-40B4-BE49-F238E27FC236}">
                    <a16:creationId xmlns:a16="http://schemas.microsoft.com/office/drawing/2014/main" id="{FD7DD650-446E-4EB8-0BCF-486024446ED2}"/>
                  </a:ext>
                </a:extLst>
              </p:cNvPr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06" name="Freeform 676">
                <a:extLst>
                  <a:ext uri="{FF2B5EF4-FFF2-40B4-BE49-F238E27FC236}">
                    <a16:creationId xmlns:a16="http://schemas.microsoft.com/office/drawing/2014/main" id="{8A4D8C27-DB0D-AE6F-500D-8D496A38AC52}"/>
                  </a:ext>
                </a:extLst>
              </p:cNvPr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cxnSp>
            <p:nvCxnSpPr>
              <p:cNvPr id="607" name="Straight Connector 81">
                <a:extLst>
                  <a:ext uri="{FF2B5EF4-FFF2-40B4-BE49-F238E27FC236}">
                    <a16:creationId xmlns:a16="http://schemas.microsoft.com/office/drawing/2014/main" id="{FEB34333-F654-F8F8-0EE7-AF76DDA99AD0}"/>
                  </a:ext>
                </a:extLst>
              </p:cNvPr>
              <p:cNvCxnSpPr>
                <a:cxnSpLocks noChangeShapeType="1"/>
                <a:stCxn id="606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8" name="Straight Connector 82">
                <a:extLst>
                  <a:ext uri="{FF2B5EF4-FFF2-40B4-BE49-F238E27FC236}">
                    <a16:creationId xmlns:a16="http://schemas.microsoft.com/office/drawing/2014/main" id="{6AA0E6B0-0F25-6DD2-1072-1E8A8390654E}"/>
                  </a:ext>
                </a:extLst>
              </p:cNvPr>
              <p:cNvCxnSpPr>
                <a:cxnSpLocks noChangeShapeType="1"/>
                <a:endCxn id="606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9" name="Straight Connector 83">
                <a:extLst>
                  <a:ext uri="{FF2B5EF4-FFF2-40B4-BE49-F238E27FC236}">
                    <a16:creationId xmlns:a16="http://schemas.microsoft.com/office/drawing/2014/main" id="{853B6578-B5B3-1F98-1392-C0E630831665}"/>
                  </a:ext>
                </a:extLst>
              </p:cNvPr>
              <p:cNvCxnSpPr>
                <a:cxnSpLocks noChangeShapeType="1"/>
                <a:endCxn id="606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0" name="Straight Connector 84">
                <a:extLst>
                  <a:ext uri="{FF2B5EF4-FFF2-40B4-BE49-F238E27FC236}">
                    <a16:creationId xmlns:a16="http://schemas.microsoft.com/office/drawing/2014/main" id="{8FE33ACE-8CC9-0AB6-9B0B-56B841C4A37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3" name="Group 57">
              <a:extLst>
                <a:ext uri="{FF2B5EF4-FFF2-40B4-BE49-F238E27FC236}">
                  <a16:creationId xmlns:a16="http://schemas.microsoft.com/office/drawing/2014/main" id="{FB93DBDE-EC5A-5FB3-2455-DD207FA9F8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6802" y="5273580"/>
              <a:ext cx="617671" cy="927313"/>
              <a:chOff x="2105936" y="5387204"/>
              <a:chExt cx="617671" cy="927313"/>
            </a:xfrm>
          </p:grpSpPr>
          <p:sp>
            <p:nvSpPr>
              <p:cNvPr id="119" name="Freeform 665">
                <a:extLst>
                  <a:ext uri="{FF2B5EF4-FFF2-40B4-BE49-F238E27FC236}">
                    <a16:creationId xmlns:a16="http://schemas.microsoft.com/office/drawing/2014/main" id="{4F2CAA6E-F69F-53C2-4E91-1515E85E6F64}"/>
                  </a:ext>
                </a:extLst>
              </p:cNvPr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20" name="Freeform 666">
                <a:extLst>
                  <a:ext uri="{FF2B5EF4-FFF2-40B4-BE49-F238E27FC236}">
                    <a16:creationId xmlns:a16="http://schemas.microsoft.com/office/drawing/2014/main" id="{13077131-92E9-5C11-E16E-14F34160684F}"/>
                  </a:ext>
                </a:extLst>
              </p:cNvPr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21" name="Rectangle 71">
                <a:extLst>
                  <a:ext uri="{FF2B5EF4-FFF2-40B4-BE49-F238E27FC236}">
                    <a16:creationId xmlns:a16="http://schemas.microsoft.com/office/drawing/2014/main" id="{434B3F6A-A06C-7BD5-F12E-15660A234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22" name="Freeform 668">
                <a:extLst>
                  <a:ext uri="{FF2B5EF4-FFF2-40B4-BE49-F238E27FC236}">
                    <a16:creationId xmlns:a16="http://schemas.microsoft.com/office/drawing/2014/main" id="{B50CB615-EFBE-CFBA-5538-C1BF4D82A6DA}"/>
                  </a:ext>
                </a:extLst>
              </p:cNvPr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cxnSp>
            <p:nvCxnSpPr>
              <p:cNvPr id="123" name="Straight Connector 73">
                <a:extLst>
                  <a:ext uri="{FF2B5EF4-FFF2-40B4-BE49-F238E27FC236}">
                    <a16:creationId xmlns:a16="http://schemas.microsoft.com/office/drawing/2014/main" id="{58552F45-922C-8BA1-2BCF-7F94EA38F39A}"/>
                  </a:ext>
                </a:extLst>
              </p:cNvPr>
              <p:cNvCxnSpPr>
                <a:cxnSpLocks noChangeShapeType="1"/>
                <a:stCxn id="122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4" name="Straight Connector 74">
                <a:extLst>
                  <a:ext uri="{FF2B5EF4-FFF2-40B4-BE49-F238E27FC236}">
                    <a16:creationId xmlns:a16="http://schemas.microsoft.com/office/drawing/2014/main" id="{52336CFC-7508-F7D0-ACAF-080CEA2DDAEC}"/>
                  </a:ext>
                </a:extLst>
              </p:cNvPr>
              <p:cNvCxnSpPr>
                <a:cxnSpLocks noChangeShapeType="1"/>
                <a:endCxn id="122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5" name="Straight Connector 75">
                <a:extLst>
                  <a:ext uri="{FF2B5EF4-FFF2-40B4-BE49-F238E27FC236}">
                    <a16:creationId xmlns:a16="http://schemas.microsoft.com/office/drawing/2014/main" id="{403E96F5-9DC4-48FF-9B49-F0C661791616}"/>
                  </a:ext>
                </a:extLst>
              </p:cNvPr>
              <p:cNvCxnSpPr>
                <a:cxnSpLocks noChangeShapeType="1"/>
                <a:endCxn id="122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6" name="Straight Connector 76">
                <a:extLst>
                  <a:ext uri="{FF2B5EF4-FFF2-40B4-BE49-F238E27FC236}">
                    <a16:creationId xmlns:a16="http://schemas.microsoft.com/office/drawing/2014/main" id="{6A74F260-9167-8AC2-A994-8052C24B343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4" name="Group 58">
              <a:extLst>
                <a:ext uri="{FF2B5EF4-FFF2-40B4-BE49-F238E27FC236}">
                  <a16:creationId xmlns:a16="http://schemas.microsoft.com/office/drawing/2014/main" id="{5723B2CB-65D9-0F9D-2372-270F2918E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1797" y="5294415"/>
              <a:ext cx="605641" cy="915203"/>
              <a:chOff x="335231" y="4405745"/>
              <a:chExt cx="1252537" cy="2138362"/>
            </a:xfrm>
          </p:grpSpPr>
          <p:sp>
            <p:nvSpPr>
              <p:cNvPr id="102" name="Freeform 662">
                <a:extLst>
                  <a:ext uri="{FF2B5EF4-FFF2-40B4-BE49-F238E27FC236}">
                    <a16:creationId xmlns:a16="http://schemas.microsoft.com/office/drawing/2014/main" id="{BEBFE122-C8EA-0BF6-9C14-9311BD6BE266}"/>
                  </a:ext>
                </a:extLst>
              </p:cNvPr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03" name="Freeform 663">
                <a:extLst>
                  <a:ext uri="{FF2B5EF4-FFF2-40B4-BE49-F238E27FC236}">
                    <a16:creationId xmlns:a16="http://schemas.microsoft.com/office/drawing/2014/main" id="{41ED1832-ED92-BFC0-E8A2-441B54D927D4}"/>
                  </a:ext>
                </a:extLst>
              </p:cNvPr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18" name="Rectangle 68">
                <a:extLst>
                  <a:ext uri="{FF2B5EF4-FFF2-40B4-BE49-F238E27FC236}">
                    <a16:creationId xmlns:a16="http://schemas.microsoft.com/office/drawing/2014/main" id="{13CD3C94-AC46-6158-EF78-55D712291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5" name="Rectangle 59">
              <a:extLst>
                <a:ext uri="{FF2B5EF4-FFF2-40B4-BE49-F238E27FC236}">
                  <a16:creationId xmlns:a16="http://schemas.microsoft.com/office/drawing/2014/main" id="{8479EA78-2B75-81B9-C16A-C26D0ED67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" name="Right Arrow 60">
              <a:extLst>
                <a:ext uri="{FF2B5EF4-FFF2-40B4-BE49-F238E27FC236}">
                  <a16:creationId xmlns:a16="http://schemas.microsoft.com/office/drawing/2014/main" id="{D7A3D6FC-39D4-5FE1-B289-00828B201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720" y="6056232"/>
              <a:ext cx="266527" cy="219518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97" name="Group 61">
              <a:extLst>
                <a:ext uri="{FF2B5EF4-FFF2-40B4-BE49-F238E27FC236}">
                  <a16:creationId xmlns:a16="http://schemas.microsoft.com/office/drawing/2014/main" id="{D98D93A5-A1DA-C167-1DFD-BE81CAF66B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766" y="5284519"/>
              <a:ext cx="605641" cy="915203"/>
              <a:chOff x="335231" y="4405745"/>
              <a:chExt cx="1252537" cy="2138362"/>
            </a:xfrm>
          </p:grpSpPr>
          <p:sp>
            <p:nvSpPr>
              <p:cNvPr id="99" name="Freeform 659">
                <a:extLst>
                  <a:ext uri="{FF2B5EF4-FFF2-40B4-BE49-F238E27FC236}">
                    <a16:creationId xmlns:a16="http://schemas.microsoft.com/office/drawing/2014/main" id="{2962E3F2-89A6-9079-1101-A0B320EB9BCE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00" name="Freeform 660">
                <a:extLst>
                  <a:ext uri="{FF2B5EF4-FFF2-40B4-BE49-F238E27FC236}">
                    <a16:creationId xmlns:a16="http://schemas.microsoft.com/office/drawing/2014/main" id="{2F15503B-ADF1-30F0-CA2C-5C5C621D5173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>
                  <a:defRPr/>
                </a:pPr>
                <a:endParaRPr lang="en-US" sz="1350" kern="0" dirty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01" name="Rectangle 65">
                <a:extLst>
                  <a:ext uri="{FF2B5EF4-FFF2-40B4-BE49-F238E27FC236}">
                    <a16:creationId xmlns:a16="http://schemas.microsoft.com/office/drawing/2014/main" id="{CD1351DA-A230-6A9B-2AA5-5908563DA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/>
                <a:endParaRPr lang="en-US" altLang="en-US" sz="135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8" name="Right Arrow 62">
              <a:extLst>
                <a:ext uri="{FF2B5EF4-FFF2-40B4-BE49-F238E27FC236}">
                  <a16:creationId xmlns:a16="http://schemas.microsoft.com/office/drawing/2014/main" id="{9FE05E72-C2E9-7FCF-A63E-EC5793588D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245926">
              <a:off x="3947358" y="5684800"/>
              <a:ext cx="267240" cy="219835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endParaRPr lang="en-US" altLang="en-US" sz="135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611" name="TextBox 610">
            <a:extLst>
              <a:ext uri="{FF2B5EF4-FFF2-40B4-BE49-F238E27FC236}">
                <a16:creationId xmlns:a16="http://schemas.microsoft.com/office/drawing/2014/main" id="{F4676DC7-0406-93D7-216A-4F61528DD2AF}"/>
              </a:ext>
            </a:extLst>
          </p:cNvPr>
          <p:cNvSpPr txBox="1"/>
          <p:nvPr/>
        </p:nvSpPr>
        <p:spPr>
          <a:xfrm>
            <a:off x="1448487" y="2558476"/>
            <a:ext cx="1015021" cy="434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>
              <a:lnSpc>
                <a:spcPts val="1275"/>
              </a:lnSpc>
              <a:defRPr/>
            </a:pPr>
            <a:r>
              <a:rPr lang="en-US" sz="1500" i="1" kern="0" dirty="0">
                <a:solidFill>
                  <a:prstClr val="black"/>
                </a:solidFill>
                <a:latin typeface="Calibri"/>
              </a:rPr>
              <a:t>L</a:t>
            </a:r>
            <a:r>
              <a:rPr lang="en-US" sz="1500" kern="0" dirty="0">
                <a:solidFill>
                  <a:prstClr val="black"/>
                </a:solidFill>
                <a:latin typeface="Calibri"/>
              </a:rPr>
              <a:t> bits</a:t>
            </a:r>
          </a:p>
          <a:p>
            <a:pPr defTabSz="685800">
              <a:lnSpc>
                <a:spcPts val="1275"/>
              </a:lnSpc>
              <a:defRPr/>
            </a:pPr>
            <a:r>
              <a:rPr lang="en-US" sz="1500" kern="0" dirty="0">
                <a:solidFill>
                  <a:prstClr val="black"/>
                </a:solidFill>
                <a:latin typeface="Calibri"/>
              </a:rPr>
              <a:t>per packet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9862155C-67D6-AE94-0361-1C18D83A1AA0}"/>
              </a:ext>
            </a:extLst>
          </p:cNvPr>
          <p:cNvSpPr txBox="1"/>
          <p:nvPr/>
        </p:nvSpPr>
        <p:spPr>
          <a:xfrm>
            <a:off x="5155075" y="3271451"/>
            <a:ext cx="6094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en-US" sz="1500" i="1" kern="0" dirty="0">
                <a:solidFill>
                  <a:prstClr val="black"/>
                </a:solidFill>
                <a:latin typeface="Calibri"/>
              </a:rPr>
              <a:t>R</a:t>
            </a:r>
            <a:r>
              <a:rPr lang="en-US" sz="1500" kern="0" dirty="0">
                <a:solidFill>
                  <a:prstClr val="black"/>
                </a:solidFill>
                <a:latin typeface="Calibri"/>
              </a:rPr>
              <a:t> bps</a:t>
            </a:r>
          </a:p>
        </p:txBody>
      </p: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4184202C-EF55-C7D3-7E1F-AF79506E6D65}"/>
              </a:ext>
            </a:extLst>
          </p:cNvPr>
          <p:cNvGrpSpPr/>
          <p:nvPr/>
        </p:nvGrpSpPr>
        <p:grpSpPr>
          <a:xfrm>
            <a:off x="5851003" y="4104432"/>
            <a:ext cx="2891459" cy="1721460"/>
            <a:chOff x="7836061" y="3795186"/>
            <a:chExt cx="3855279" cy="2295280"/>
          </a:xfrm>
        </p:grpSpPr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E9FB25A2-AB49-0A1B-D43E-42B48510CDFC}"/>
                </a:ext>
              </a:extLst>
            </p:cNvPr>
            <p:cNvSpPr/>
            <p:nvPr/>
          </p:nvSpPr>
          <p:spPr>
            <a:xfrm>
              <a:off x="7836061" y="3795186"/>
              <a:ext cx="3831220" cy="196900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15" name="Rectangle 4">
              <a:extLst>
                <a:ext uri="{FF2B5EF4-FFF2-40B4-BE49-F238E27FC236}">
                  <a16:creationId xmlns:a16="http://schemas.microsoft.com/office/drawing/2014/main" id="{34D03812-A5F8-17C8-DA4B-B76BBF744BB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836061" y="3858441"/>
              <a:ext cx="3855279" cy="2232025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64319" indent="-255985" defTabSz="685800">
                <a:spcBef>
                  <a:spcPts val="750"/>
                </a:spcBef>
                <a:buNone/>
                <a:defRPr/>
              </a:pPr>
              <a:r>
                <a:rPr lang="en-US" sz="1800" i="1" dirty="0">
                  <a:solidFill>
                    <a:srgbClr val="000099"/>
                  </a:solidFill>
                  <a:latin typeface="Calibri" panose="020F0502020204030204"/>
                </a:rPr>
                <a:t>One-hop numerical example:</a:t>
              </a:r>
            </a:p>
            <a:p>
              <a:pPr marL="173831" indent="-173831" defTabSz="685800">
                <a:spcBef>
                  <a:spcPts val="300"/>
                </a:spcBef>
                <a:buFont typeface="Wingdings" charset="0"/>
                <a:buChar char="§"/>
                <a:defRPr/>
              </a:pP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L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 = 10 Kbits</a:t>
              </a:r>
            </a:p>
            <a:p>
              <a:pPr marL="173831" indent="-173831" defTabSz="685800">
                <a:spcBef>
                  <a:spcPts val="300"/>
                </a:spcBef>
                <a:buFont typeface="Wingdings" charset="0"/>
                <a:buChar char="§"/>
                <a:defRPr/>
              </a:pP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R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 = 100 Mbps</a:t>
              </a:r>
            </a:p>
            <a:p>
              <a:pPr marL="173831" indent="-173831" defTabSz="685800">
                <a:spcBef>
                  <a:spcPts val="300"/>
                </a:spcBef>
                <a:buFont typeface="Wingdings" charset="0"/>
                <a:buChar char="§"/>
                <a:defRPr/>
              </a:pP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one-hop transmission delay = 0.1 </a:t>
              </a:r>
              <a:r>
                <a:rPr lang="en-US" sz="1800" dirty="0" err="1">
                  <a:solidFill>
                    <a:prstClr val="black"/>
                  </a:solidFill>
                  <a:latin typeface="Calibri" panose="020F0502020204030204"/>
                </a:rPr>
                <a:t>msec</a:t>
              </a:r>
              <a:endParaRPr lang="en-US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785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Packet-switching: queueing delay, loss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35BFC9-7F80-3D71-E9BE-987E7F4A1CE6}"/>
              </a:ext>
            </a:extLst>
          </p:cNvPr>
          <p:cNvSpPr txBox="1">
            <a:spLocks/>
          </p:cNvSpPr>
          <p:nvPr/>
        </p:nvSpPr>
        <p:spPr>
          <a:xfrm>
            <a:off x="1015210" y="3977903"/>
            <a:ext cx="7251965" cy="2078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95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Packet queuing and loss: </a:t>
            </a:r>
            <a:r>
              <a:rPr lang="en-US" altLang="en-US" sz="1950" dirty="0">
                <a:ea typeface="ＭＳ Ｐゴシック" panose="020B0600070205080204" pitchFamily="34" charset="-128"/>
              </a:rPr>
              <a:t>if arrival rate (in bps) to link exceeds transmission rate (bps) of link for a period of time:</a:t>
            </a:r>
          </a:p>
          <a:p>
            <a:pPr marL="215504" indent="-172641"/>
            <a:r>
              <a:rPr lang="en-US" altLang="en-US" sz="1950" dirty="0">
                <a:ea typeface="ＭＳ Ｐゴシック" panose="020B0600070205080204" pitchFamily="34" charset="-128"/>
              </a:rPr>
              <a:t>packets will queue, waiting to be transmitted on output link </a:t>
            </a:r>
          </a:p>
          <a:p>
            <a:pPr marL="215504" indent="-172641"/>
            <a:r>
              <a:rPr lang="en-US" altLang="en-US" sz="1950" dirty="0">
                <a:ea typeface="ＭＳ Ｐゴシック" panose="020B0600070205080204" pitchFamily="34" charset="-128"/>
              </a:rPr>
              <a:t>packets can be dropped (lost) if memory (buffer) in router fills up</a:t>
            </a:r>
          </a:p>
          <a:p>
            <a:pPr marL="215504" indent="-215504"/>
            <a:endParaRPr lang="en-US" altLang="en-US" sz="1950" dirty="0">
              <a:ea typeface="ＭＳ Ｐゴシック" panose="020B0600070205080204" pitchFamily="34" charset="-128"/>
            </a:endParaRPr>
          </a:p>
          <a:p>
            <a:pPr marL="130969" indent="0">
              <a:buSzPct val="75000"/>
              <a:buFont typeface="Arial" panose="020B0604020202020204" pitchFamily="34" charset="0"/>
              <a:buNone/>
            </a:pPr>
            <a:endParaRPr lang="en-US" altLang="en-US" sz="1950" dirty="0"/>
          </a:p>
          <a:p>
            <a:endParaRPr lang="en-US" sz="1950" dirty="0"/>
          </a:p>
        </p:txBody>
      </p:sp>
      <p:grpSp>
        <p:nvGrpSpPr>
          <p:cNvPr id="7" name="Group 105">
            <a:extLst>
              <a:ext uri="{FF2B5EF4-FFF2-40B4-BE49-F238E27FC236}">
                <a16:creationId xmlns:a16="http://schemas.microsoft.com/office/drawing/2014/main" id="{CB7ECB0A-248C-C9DB-7001-812F379EAC4D}"/>
              </a:ext>
            </a:extLst>
          </p:cNvPr>
          <p:cNvGrpSpPr>
            <a:grpSpLocks/>
          </p:cNvGrpSpPr>
          <p:nvPr/>
        </p:nvGrpSpPr>
        <p:grpSpPr bwMode="auto">
          <a:xfrm>
            <a:off x="6627154" y="2747873"/>
            <a:ext cx="584597" cy="509588"/>
            <a:chOff x="-44" y="1473"/>
            <a:chExt cx="981" cy="1105"/>
          </a:xfrm>
        </p:grpSpPr>
        <p:pic>
          <p:nvPicPr>
            <p:cNvPr id="8" name="Picture 106" descr="desktop_computer_stylized_medium">
              <a:extLst>
                <a:ext uri="{FF2B5EF4-FFF2-40B4-BE49-F238E27FC236}">
                  <a16:creationId xmlns:a16="http://schemas.microsoft.com/office/drawing/2014/main" id="{89E639C9-8734-CE5E-F0DE-A61038623F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Freeform 107">
              <a:extLst>
                <a:ext uri="{FF2B5EF4-FFF2-40B4-BE49-F238E27FC236}">
                  <a16:creationId xmlns:a16="http://schemas.microsoft.com/office/drawing/2014/main" id="{D696FF69-515D-4CDA-A1FA-21F875D8D22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10" name="Line 276">
            <a:extLst>
              <a:ext uri="{FF2B5EF4-FFF2-40B4-BE49-F238E27FC236}">
                <a16:creationId xmlns:a16="http://schemas.microsoft.com/office/drawing/2014/main" id="{21E72326-0892-C06E-C712-F7954D1CAD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6967" y="2456724"/>
            <a:ext cx="738344" cy="3232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Line 277">
            <a:extLst>
              <a:ext uri="{FF2B5EF4-FFF2-40B4-BE49-F238E27FC236}">
                <a16:creationId xmlns:a16="http://schemas.microsoft.com/office/drawing/2014/main" id="{351BB576-E36B-9243-01B8-996665EBBC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5254" y="2875899"/>
            <a:ext cx="541630" cy="35774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2" name="Line 278">
            <a:extLst>
              <a:ext uri="{FF2B5EF4-FFF2-40B4-BE49-F238E27FC236}">
                <a16:creationId xmlns:a16="http://schemas.microsoft.com/office/drawing/2014/main" id="{E5733354-4407-439C-3DBD-47A83188A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8032" y="2810977"/>
            <a:ext cx="1715376" cy="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" name="Line 279">
            <a:extLst>
              <a:ext uri="{FF2B5EF4-FFF2-40B4-BE49-F238E27FC236}">
                <a16:creationId xmlns:a16="http://schemas.microsoft.com/office/drawing/2014/main" id="{AA58ED05-2CEF-570F-7960-4F1607F4D5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24064" y="2947898"/>
            <a:ext cx="7144" cy="27265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4" name="Line 280">
            <a:extLst>
              <a:ext uri="{FF2B5EF4-FFF2-40B4-BE49-F238E27FC236}">
                <a16:creationId xmlns:a16="http://schemas.microsoft.com/office/drawing/2014/main" id="{99BB7BA6-8F87-E1EF-CFEE-9D246ECE46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3595" y="2534752"/>
            <a:ext cx="453629" cy="23098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5" name="Rectangle 287">
            <a:extLst>
              <a:ext uri="{FF2B5EF4-FFF2-40B4-BE49-F238E27FC236}">
                <a16:creationId xmlns:a16="http://schemas.microsoft.com/office/drawing/2014/main" id="{A105B230-7ECF-C9F3-C7D3-E58CA5625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861" y="2651433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16" name="Rectangle 288">
            <a:extLst>
              <a:ext uri="{FF2B5EF4-FFF2-40B4-BE49-F238E27FC236}">
                <a16:creationId xmlns:a16="http://schemas.microsoft.com/office/drawing/2014/main" id="{581A12DD-DF39-0339-CD6D-BE524FE6B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305" y="2651433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17" name="Rectangle 289">
            <a:extLst>
              <a:ext uri="{FF2B5EF4-FFF2-40B4-BE49-F238E27FC236}">
                <a16:creationId xmlns:a16="http://schemas.microsoft.com/office/drawing/2014/main" id="{3C6F3BA7-33F0-D780-9C61-D7B8D1617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749" y="2651433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18" name="Rectangle 290">
            <a:extLst>
              <a:ext uri="{FF2B5EF4-FFF2-40B4-BE49-F238E27FC236}">
                <a16:creationId xmlns:a16="http://schemas.microsoft.com/office/drawing/2014/main" id="{B7C28412-1087-1097-C14D-F918E3D02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192" y="2651433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19" name="Rectangle 291">
            <a:extLst>
              <a:ext uri="{FF2B5EF4-FFF2-40B4-BE49-F238E27FC236}">
                <a16:creationId xmlns:a16="http://schemas.microsoft.com/office/drawing/2014/main" id="{E93D2511-6E3E-0F9C-1929-F9944053D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636" y="2651433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0" name="Rectangle 292">
            <a:extLst>
              <a:ext uri="{FF2B5EF4-FFF2-40B4-BE49-F238E27FC236}">
                <a16:creationId xmlns:a16="http://schemas.microsoft.com/office/drawing/2014/main" id="{A9052E1C-1102-CEBB-C04A-7F26F6768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242" y="2651433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1" name="Rectangle 293">
            <a:extLst>
              <a:ext uri="{FF2B5EF4-FFF2-40B4-BE49-F238E27FC236}">
                <a16:creationId xmlns:a16="http://schemas.microsoft.com/office/drawing/2014/main" id="{F5C93880-26C2-249F-EF26-E7B442ED8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7986" y="2647861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2" name="Rectangle 299">
            <a:extLst>
              <a:ext uri="{FF2B5EF4-FFF2-40B4-BE49-F238E27FC236}">
                <a16:creationId xmlns:a16="http://schemas.microsoft.com/office/drawing/2014/main" id="{154FB8F4-6081-621F-DED1-2252AA953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6947" y="2994313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3" name="Line 302">
            <a:extLst>
              <a:ext uri="{FF2B5EF4-FFF2-40B4-BE49-F238E27FC236}">
                <a16:creationId xmlns:a16="http://schemas.microsoft.com/office/drawing/2014/main" id="{A08D7245-46BC-C235-C490-C5F9A0B3B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2611" y="2569279"/>
            <a:ext cx="79652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4" name="Text Box 303">
            <a:extLst>
              <a:ext uri="{FF2B5EF4-FFF2-40B4-BE49-F238E27FC236}">
                <a16:creationId xmlns:a16="http://schemas.microsoft.com/office/drawing/2014/main" id="{007C032B-C6F9-F9EA-D27A-5DFBC1DB1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557" y="2256106"/>
            <a:ext cx="29527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B050"/>
                </a:solidFill>
                <a:latin typeface="Calibri" panose="020F0502020204030204"/>
                <a:cs typeface="Arial"/>
              </a:rPr>
              <a:t>A</a:t>
            </a:r>
            <a:endParaRPr lang="en-US" altLang="en-US" sz="1800" dirty="0">
              <a:solidFill>
                <a:srgbClr val="00B05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5" name="Text Box 304">
            <a:extLst>
              <a:ext uri="{FF2B5EF4-FFF2-40B4-BE49-F238E27FC236}">
                <a16:creationId xmlns:a16="http://schemas.microsoft.com/office/drawing/2014/main" id="{2FBD4DB4-AD92-584D-976A-A2CD03265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0228" y="2968022"/>
            <a:ext cx="28886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99"/>
                </a:solidFill>
                <a:latin typeface="Calibri" panose="020F0502020204030204"/>
                <a:cs typeface="Arial"/>
              </a:rPr>
              <a:t>B</a:t>
            </a:r>
            <a:endParaRPr lang="en-US" altLang="en-US" sz="1800" dirty="0">
              <a:solidFill>
                <a:srgbClr val="000099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6" name="Text Box 305">
            <a:extLst>
              <a:ext uri="{FF2B5EF4-FFF2-40B4-BE49-F238E27FC236}">
                <a16:creationId xmlns:a16="http://schemas.microsoft.com/office/drawing/2014/main" id="{67AF1FD6-B099-7125-F42A-13025C1B7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472" y="2206315"/>
            <a:ext cx="28725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B050"/>
                </a:solidFill>
                <a:latin typeface="Calibri" panose="020F0502020204030204"/>
                <a:cs typeface="Arial"/>
              </a:rPr>
              <a:t>C</a:t>
            </a:r>
            <a:endParaRPr lang="en-US" altLang="en-US" sz="1800" dirty="0">
              <a:solidFill>
                <a:srgbClr val="00B05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7" name="Text Box 308">
            <a:extLst>
              <a:ext uri="{FF2B5EF4-FFF2-40B4-BE49-F238E27FC236}">
                <a16:creationId xmlns:a16="http://schemas.microsoft.com/office/drawing/2014/main" id="{FA2DF51E-2890-02F7-A74C-5CAA6954C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899" y="2106242"/>
            <a:ext cx="121975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i="1" dirty="0">
                <a:solidFill>
                  <a:srgbClr val="000000"/>
                </a:solidFill>
                <a:latin typeface="Calibri" panose="020F0502020204030204"/>
                <a:cs typeface="Arial"/>
              </a:rPr>
              <a:t>R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/>
                <a:cs typeface="Arial"/>
              </a:rPr>
              <a:t> = 100 Mb/s</a:t>
            </a:r>
          </a:p>
        </p:txBody>
      </p:sp>
      <p:sp>
        <p:nvSpPr>
          <p:cNvPr id="28" name="Text Box 309">
            <a:extLst>
              <a:ext uri="{FF2B5EF4-FFF2-40B4-BE49-F238E27FC236}">
                <a16:creationId xmlns:a16="http://schemas.microsoft.com/office/drawing/2014/main" id="{2BAC77F2-1703-2010-980E-5AC2FF8A6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289" y="2884148"/>
            <a:ext cx="11700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i="1" dirty="0">
                <a:solidFill>
                  <a:srgbClr val="000000"/>
                </a:solidFill>
                <a:latin typeface="Calibri" panose="020F0502020204030204"/>
                <a:cs typeface="Arial"/>
              </a:rPr>
              <a:t>R</a:t>
            </a:r>
            <a:r>
              <a:rPr lang="en-US" altLang="en-US" sz="1500" dirty="0">
                <a:solidFill>
                  <a:srgbClr val="000000"/>
                </a:solidFill>
                <a:latin typeface="Calibri" panose="020F0502020204030204"/>
                <a:cs typeface="Arial"/>
              </a:rPr>
              <a:t> = 1.5 Mb/s</a:t>
            </a:r>
            <a:endParaRPr lang="en-US" altLang="en-US" sz="1800" dirty="0">
              <a:solidFill>
                <a:srgbClr val="00CC99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29" name="Text Box 310">
            <a:extLst>
              <a:ext uri="{FF2B5EF4-FFF2-40B4-BE49-F238E27FC236}">
                <a16:creationId xmlns:a16="http://schemas.microsoft.com/office/drawing/2014/main" id="{A43243D7-7EFD-CE41-B271-8F049A537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64" y="325746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CC99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30" name="Line 281">
            <a:extLst>
              <a:ext uri="{FF2B5EF4-FFF2-40B4-BE49-F238E27FC236}">
                <a16:creationId xmlns:a16="http://schemas.microsoft.com/office/drawing/2014/main" id="{529E5A86-5634-9080-C407-76127CBD39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0954" y="3371761"/>
            <a:ext cx="7381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1" name="Line 283">
            <a:extLst>
              <a:ext uri="{FF2B5EF4-FFF2-40B4-BE49-F238E27FC236}">
                <a16:creationId xmlns:a16="http://schemas.microsoft.com/office/drawing/2014/main" id="{02AE3043-ED56-EF3F-844E-118CBC38CB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3154" y="3149115"/>
            <a:ext cx="712631" cy="12628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2" name="Text Box 306">
            <a:extLst>
              <a:ext uri="{FF2B5EF4-FFF2-40B4-BE49-F238E27FC236}">
                <a16:creationId xmlns:a16="http://schemas.microsoft.com/office/drawing/2014/main" id="{D10D3F24-98BB-4D32-A1CD-88BFCC57F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62" y="2784595"/>
            <a:ext cx="3036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  <a:latin typeface="Calibri" panose="020F0502020204030204"/>
                <a:cs typeface="Arial"/>
              </a:rPr>
              <a:t>D</a:t>
            </a:r>
            <a:endParaRPr lang="en-US" altLang="en-US" sz="1500" dirty="0">
              <a:solidFill>
                <a:srgbClr val="00CC99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33" name="Text Box 307">
            <a:extLst>
              <a:ext uri="{FF2B5EF4-FFF2-40B4-BE49-F238E27FC236}">
                <a16:creationId xmlns:a16="http://schemas.microsoft.com/office/drawing/2014/main" id="{A8E97581-D561-6515-4F5E-AF630ADA1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385" y="3071678"/>
            <a:ext cx="27924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A8"/>
                </a:solidFill>
                <a:latin typeface="Calibri" panose="020F0502020204030204"/>
                <a:cs typeface="Arial"/>
              </a:rPr>
              <a:t>E</a:t>
            </a:r>
            <a:endParaRPr lang="en-US" altLang="en-US" sz="1800" dirty="0">
              <a:solidFill>
                <a:srgbClr val="0000A8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34" name="Text Box 330">
            <a:extLst>
              <a:ext uri="{FF2B5EF4-FFF2-40B4-BE49-F238E27FC236}">
                <a16:creationId xmlns:a16="http://schemas.microsoft.com/office/drawing/2014/main" id="{6EB1AA0B-2D1A-DA92-B310-FBD9DEBDF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502" y="3346362"/>
            <a:ext cx="1765697" cy="447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solidFill>
                  <a:srgbClr val="C00000"/>
                </a:solidFill>
                <a:latin typeface="Calibri" panose="020F0502020204030204"/>
                <a:cs typeface="Arial"/>
              </a:rPr>
              <a:t>queue</a:t>
            </a:r>
            <a:r>
              <a:rPr lang="en-US" altLang="en-US" sz="1350" dirty="0">
                <a:solidFill>
                  <a:srgbClr val="000000"/>
                </a:solidFill>
                <a:latin typeface="Calibri" panose="020F0502020204030204"/>
                <a:cs typeface="Arial"/>
              </a:rPr>
              <a:t> of packets</a:t>
            </a:r>
          </a:p>
          <a:p>
            <a:pPr algn="ctr" defTabSz="6858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solidFill>
                  <a:srgbClr val="000000"/>
                </a:solidFill>
                <a:latin typeface="Calibri" panose="020F0502020204030204"/>
                <a:cs typeface="Arial"/>
              </a:rPr>
              <a:t>waiting for output link</a:t>
            </a:r>
            <a:endParaRPr lang="en-US" altLang="en-US" sz="1350" dirty="0">
              <a:solidFill>
                <a:srgbClr val="00CC99"/>
              </a:solidFill>
              <a:latin typeface="Calibri" panose="020F0502020204030204"/>
              <a:cs typeface="Arial"/>
            </a:endParaRPr>
          </a:p>
        </p:txBody>
      </p:sp>
      <p:pic>
        <p:nvPicPr>
          <p:cNvPr id="35" name="Picture 97" descr="desktop_computer_stylized_medium">
            <a:extLst>
              <a:ext uri="{FF2B5EF4-FFF2-40B4-BE49-F238E27FC236}">
                <a16:creationId xmlns:a16="http://schemas.microsoft.com/office/drawing/2014/main" id="{A7AB1B50-26D9-7B02-07F7-D673083C1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49664" y="2250192"/>
            <a:ext cx="58459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Freeform 98">
            <a:extLst>
              <a:ext uri="{FF2B5EF4-FFF2-40B4-BE49-F238E27FC236}">
                <a16:creationId xmlns:a16="http://schemas.microsoft.com/office/drawing/2014/main" id="{F0B1053C-8607-5FFA-89B7-8D1FDA46367B}"/>
              </a:ext>
            </a:extLst>
          </p:cNvPr>
          <p:cNvSpPr>
            <a:spLocks/>
          </p:cNvSpPr>
          <p:nvPr/>
        </p:nvSpPr>
        <p:spPr bwMode="auto">
          <a:xfrm flipH="1">
            <a:off x="2398758" y="2299076"/>
            <a:ext cx="284254" cy="233350"/>
          </a:xfrm>
          <a:custGeom>
            <a:avLst/>
            <a:gdLst>
              <a:gd name="T0" fmla="*/ 0 w 356"/>
              <a:gd name="T1" fmla="*/ 0 h 368"/>
              <a:gd name="T2" fmla="*/ 32377 w 356"/>
              <a:gd name="T3" fmla="*/ 2307 h 368"/>
              <a:gd name="T4" fmla="*/ 38409 w 356"/>
              <a:gd name="T5" fmla="*/ 48069 h 368"/>
              <a:gd name="T6" fmla="*/ 8465 w 356"/>
              <a:gd name="T7" fmla="*/ 60116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37" name="Group 99">
            <a:extLst>
              <a:ext uri="{FF2B5EF4-FFF2-40B4-BE49-F238E27FC236}">
                <a16:creationId xmlns:a16="http://schemas.microsoft.com/office/drawing/2014/main" id="{275944D3-74F3-1BE8-ED21-E38647BB3AA4}"/>
              </a:ext>
            </a:extLst>
          </p:cNvPr>
          <p:cNvGrpSpPr>
            <a:grpSpLocks/>
          </p:cNvGrpSpPr>
          <p:nvPr/>
        </p:nvGrpSpPr>
        <p:grpSpPr bwMode="auto">
          <a:xfrm>
            <a:off x="2368289" y="2981235"/>
            <a:ext cx="584597" cy="509588"/>
            <a:chOff x="-44" y="1473"/>
            <a:chExt cx="981" cy="1105"/>
          </a:xfrm>
        </p:grpSpPr>
        <p:pic>
          <p:nvPicPr>
            <p:cNvPr id="38" name="Picture 100" descr="desktop_computer_stylized_medium">
              <a:extLst>
                <a:ext uri="{FF2B5EF4-FFF2-40B4-BE49-F238E27FC236}">
                  <a16:creationId xmlns:a16="http://schemas.microsoft.com/office/drawing/2014/main" id="{E7EBC041-0BD2-0D75-A68D-655E165EAF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Freeform 101">
              <a:extLst>
                <a:ext uri="{FF2B5EF4-FFF2-40B4-BE49-F238E27FC236}">
                  <a16:creationId xmlns:a16="http://schemas.microsoft.com/office/drawing/2014/main" id="{7795DB24-89E7-C562-5788-20433053CB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40" name="Group 102">
            <a:extLst>
              <a:ext uri="{FF2B5EF4-FFF2-40B4-BE49-F238E27FC236}">
                <a16:creationId xmlns:a16="http://schemas.microsoft.com/office/drawing/2014/main" id="{DBDDF966-DAD5-D963-6D90-53F96E855537}"/>
              </a:ext>
            </a:extLst>
          </p:cNvPr>
          <p:cNvGrpSpPr>
            <a:grpSpLocks/>
          </p:cNvGrpSpPr>
          <p:nvPr/>
        </p:nvGrpSpPr>
        <p:grpSpPr bwMode="auto">
          <a:xfrm>
            <a:off x="7165317" y="3026479"/>
            <a:ext cx="584597" cy="509588"/>
            <a:chOff x="-44" y="1473"/>
            <a:chExt cx="981" cy="1105"/>
          </a:xfrm>
        </p:grpSpPr>
        <p:pic>
          <p:nvPicPr>
            <p:cNvPr id="41" name="Picture 103" descr="desktop_computer_stylized_medium">
              <a:extLst>
                <a:ext uri="{FF2B5EF4-FFF2-40B4-BE49-F238E27FC236}">
                  <a16:creationId xmlns:a16="http://schemas.microsoft.com/office/drawing/2014/main" id="{6080DCE5-4007-D69C-5476-119966E33B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104">
              <a:extLst>
                <a:ext uri="{FF2B5EF4-FFF2-40B4-BE49-F238E27FC236}">
                  <a16:creationId xmlns:a16="http://schemas.microsoft.com/office/drawing/2014/main" id="{71271F5A-3324-F37B-07A4-68B31FD5554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43" name="Group 108">
            <a:extLst>
              <a:ext uri="{FF2B5EF4-FFF2-40B4-BE49-F238E27FC236}">
                <a16:creationId xmlns:a16="http://schemas.microsoft.com/office/drawing/2014/main" id="{AF55B1B3-8B74-99DF-19E0-E6BEA77A4F64}"/>
              </a:ext>
            </a:extLst>
          </p:cNvPr>
          <p:cNvGrpSpPr>
            <a:grpSpLocks/>
          </p:cNvGrpSpPr>
          <p:nvPr/>
        </p:nvGrpSpPr>
        <p:grpSpPr bwMode="auto">
          <a:xfrm>
            <a:off x="6689067" y="2132320"/>
            <a:ext cx="584597" cy="509588"/>
            <a:chOff x="-44" y="1473"/>
            <a:chExt cx="981" cy="1105"/>
          </a:xfrm>
        </p:grpSpPr>
        <p:pic>
          <p:nvPicPr>
            <p:cNvPr id="44" name="Picture 109" descr="desktop_computer_stylized_medium">
              <a:extLst>
                <a:ext uri="{FF2B5EF4-FFF2-40B4-BE49-F238E27FC236}">
                  <a16:creationId xmlns:a16="http://schemas.microsoft.com/office/drawing/2014/main" id="{622B2D88-F970-1419-88AC-660E8A160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110">
              <a:extLst>
                <a:ext uri="{FF2B5EF4-FFF2-40B4-BE49-F238E27FC236}">
                  <a16:creationId xmlns:a16="http://schemas.microsoft.com/office/drawing/2014/main" id="{37C36C52-6F70-3DD9-A44F-EB46E1F8B62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698BC7-264E-28AA-73D3-A6E5B6D6A725}"/>
              </a:ext>
            </a:extLst>
          </p:cNvPr>
          <p:cNvGrpSpPr/>
          <p:nvPr/>
        </p:nvGrpSpPr>
        <p:grpSpPr>
          <a:xfrm>
            <a:off x="5696437" y="2630843"/>
            <a:ext cx="859871" cy="373909"/>
            <a:chOff x="7493876" y="2774731"/>
            <a:chExt cx="1481958" cy="894622"/>
          </a:xfrm>
        </p:grpSpPr>
        <p:sp>
          <p:nvSpPr>
            <p:cNvPr id="47" name="Freeform 363">
              <a:extLst>
                <a:ext uri="{FF2B5EF4-FFF2-40B4-BE49-F238E27FC236}">
                  <a16:creationId xmlns:a16="http://schemas.microsoft.com/office/drawing/2014/main" id="{7203945E-14C1-8392-AA8F-885A41804DA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1245CF0-2FCA-864C-5740-BC72C86ED05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851CF5A-B96E-7134-45AF-74C2B8EA34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" name="Freeform 366">
                <a:extLst>
                  <a:ext uri="{FF2B5EF4-FFF2-40B4-BE49-F238E27FC236}">
                    <a16:creationId xmlns:a16="http://schemas.microsoft.com/office/drawing/2014/main" id="{4A30FC26-FD7C-3EE7-F432-586BCCA490B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" name="Freeform 367">
                <a:extLst>
                  <a:ext uri="{FF2B5EF4-FFF2-40B4-BE49-F238E27FC236}">
                    <a16:creationId xmlns:a16="http://schemas.microsoft.com/office/drawing/2014/main" id="{9B08DD7D-2C55-A5A3-0DB0-5DC1DE835FF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" name="Freeform 368">
                <a:extLst>
                  <a:ext uri="{FF2B5EF4-FFF2-40B4-BE49-F238E27FC236}">
                    <a16:creationId xmlns:a16="http://schemas.microsoft.com/office/drawing/2014/main" id="{80DAA876-E265-1561-DFF4-C3E5094B1B9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" name="Freeform 369">
                <a:extLst>
                  <a:ext uri="{FF2B5EF4-FFF2-40B4-BE49-F238E27FC236}">
                    <a16:creationId xmlns:a16="http://schemas.microsoft.com/office/drawing/2014/main" id="{1A410AEB-8E9F-7B97-32C6-9C447D0522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B4AE1F0-B622-1EE1-9236-5A6415696A76}"/>
              </a:ext>
            </a:extLst>
          </p:cNvPr>
          <p:cNvGrpSpPr/>
          <p:nvPr/>
        </p:nvGrpSpPr>
        <p:grpSpPr>
          <a:xfrm>
            <a:off x="5715883" y="3146794"/>
            <a:ext cx="859871" cy="373909"/>
            <a:chOff x="7493876" y="2774731"/>
            <a:chExt cx="1481958" cy="894622"/>
          </a:xfrm>
        </p:grpSpPr>
        <p:sp>
          <p:nvSpPr>
            <p:cNvPr id="55" name="Freeform 371">
              <a:extLst>
                <a:ext uri="{FF2B5EF4-FFF2-40B4-BE49-F238E27FC236}">
                  <a16:creationId xmlns:a16="http://schemas.microsoft.com/office/drawing/2014/main" id="{BF2B3DAE-6B7C-4D12-4D8B-9601A6666BF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F210CD5-0D6E-1F13-86AC-2BF89DA535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46AC354-599E-A212-5962-E808CD87D81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" name="Freeform 374">
                <a:extLst>
                  <a:ext uri="{FF2B5EF4-FFF2-40B4-BE49-F238E27FC236}">
                    <a16:creationId xmlns:a16="http://schemas.microsoft.com/office/drawing/2014/main" id="{877A07F2-0000-1F57-86A8-D373D8071B7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Freeform 375">
                <a:extLst>
                  <a:ext uri="{FF2B5EF4-FFF2-40B4-BE49-F238E27FC236}">
                    <a16:creationId xmlns:a16="http://schemas.microsoft.com/office/drawing/2014/main" id="{B4366428-1AB8-743E-3798-2A222B2C18C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4" name="Freeform 376">
                <a:extLst>
                  <a:ext uri="{FF2B5EF4-FFF2-40B4-BE49-F238E27FC236}">
                    <a16:creationId xmlns:a16="http://schemas.microsoft.com/office/drawing/2014/main" id="{6FF453ED-8A72-4367-B15A-F4C8008E4EA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5" name="Freeform 377">
                <a:extLst>
                  <a:ext uri="{FF2B5EF4-FFF2-40B4-BE49-F238E27FC236}">
                    <a16:creationId xmlns:a16="http://schemas.microsoft.com/office/drawing/2014/main" id="{802C65B9-964D-9C88-7DA9-30C5197DFDE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100900E-6F72-29C9-9841-BE7C3492D4FA}"/>
              </a:ext>
            </a:extLst>
          </p:cNvPr>
          <p:cNvGrpSpPr/>
          <p:nvPr/>
        </p:nvGrpSpPr>
        <p:grpSpPr>
          <a:xfrm>
            <a:off x="3302317" y="2614661"/>
            <a:ext cx="859871" cy="373909"/>
            <a:chOff x="7493876" y="2774731"/>
            <a:chExt cx="1481958" cy="894622"/>
          </a:xfrm>
        </p:grpSpPr>
        <p:sp>
          <p:nvSpPr>
            <p:cNvPr id="105" name="Freeform 379">
              <a:extLst>
                <a:ext uri="{FF2B5EF4-FFF2-40B4-BE49-F238E27FC236}">
                  <a16:creationId xmlns:a16="http://schemas.microsoft.com/office/drawing/2014/main" id="{A128A5E3-F13C-582F-496E-964E36DC13E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70BFFF7-B9CA-4309-C03A-6DDCF271023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BB64EA6-C3F4-8D84-078A-D1BC3A2D8B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8" name="Freeform 382">
                <a:extLst>
                  <a:ext uri="{FF2B5EF4-FFF2-40B4-BE49-F238E27FC236}">
                    <a16:creationId xmlns:a16="http://schemas.microsoft.com/office/drawing/2014/main" id="{F9371360-0ECA-2AFB-62CE-C36C9673FF2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9" name="Freeform 383">
                <a:extLst>
                  <a:ext uri="{FF2B5EF4-FFF2-40B4-BE49-F238E27FC236}">
                    <a16:creationId xmlns:a16="http://schemas.microsoft.com/office/drawing/2014/main" id="{24D1007C-8E14-33E8-07BF-5C6717D624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0" name="Freeform 384">
                <a:extLst>
                  <a:ext uri="{FF2B5EF4-FFF2-40B4-BE49-F238E27FC236}">
                    <a16:creationId xmlns:a16="http://schemas.microsoft.com/office/drawing/2014/main" id="{099AA5EE-D330-4E4A-336B-0B1A09DB734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1" name="Freeform 385">
                <a:extLst>
                  <a:ext uri="{FF2B5EF4-FFF2-40B4-BE49-F238E27FC236}">
                    <a16:creationId xmlns:a16="http://schemas.microsoft.com/office/drawing/2014/main" id="{D6B3AC4A-CB4B-FBB3-AB75-BCF3E073B49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12" name="Line 230">
            <a:extLst>
              <a:ext uri="{FF2B5EF4-FFF2-40B4-BE49-F238E27FC236}">
                <a16:creationId xmlns:a16="http://schemas.microsoft.com/office/drawing/2014/main" id="{0A4105D1-A87A-628A-943A-6DD9D785D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226" y="2739539"/>
            <a:ext cx="0" cy="1714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113" name="Group 311">
            <a:extLst>
              <a:ext uri="{FF2B5EF4-FFF2-40B4-BE49-F238E27FC236}">
                <a16:creationId xmlns:a16="http://schemas.microsoft.com/office/drawing/2014/main" id="{DAA330D5-8A1A-EFCE-C631-4B3DB0654C0B}"/>
              </a:ext>
            </a:extLst>
          </p:cNvPr>
          <p:cNvGrpSpPr>
            <a:grpSpLocks/>
          </p:cNvGrpSpPr>
          <p:nvPr/>
        </p:nvGrpSpPr>
        <p:grpSpPr bwMode="auto">
          <a:xfrm>
            <a:off x="3643448" y="2708583"/>
            <a:ext cx="475059" cy="150019"/>
            <a:chOff x="1800" y="1425"/>
            <a:chExt cx="399" cy="126"/>
          </a:xfrm>
        </p:grpSpPr>
        <p:sp>
          <p:nvSpPr>
            <p:cNvPr id="114" name="Rectangle 294">
              <a:extLst>
                <a:ext uri="{FF2B5EF4-FFF2-40B4-BE49-F238E27FC236}">
                  <a16:creationId xmlns:a16="http://schemas.microsoft.com/office/drawing/2014/main" id="{DEB708F0-2C9A-623C-0925-A42CB000D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15" name="Rectangle 295">
              <a:extLst>
                <a:ext uri="{FF2B5EF4-FFF2-40B4-BE49-F238E27FC236}">
                  <a16:creationId xmlns:a16="http://schemas.microsoft.com/office/drawing/2014/main" id="{A0858B57-26C9-9668-FD9A-44EA4B0E9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16" name="Rectangle 296">
              <a:extLst>
                <a:ext uri="{FF2B5EF4-FFF2-40B4-BE49-F238E27FC236}">
                  <a16:creationId xmlns:a16="http://schemas.microsoft.com/office/drawing/2014/main" id="{FCC1FBA7-8209-002F-62F6-C50F4918A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  <p:sp>
          <p:nvSpPr>
            <p:cNvPr id="117" name="Rectangle 297">
              <a:extLst>
                <a:ext uri="{FF2B5EF4-FFF2-40B4-BE49-F238E27FC236}">
                  <a16:creationId xmlns:a16="http://schemas.microsoft.com/office/drawing/2014/main" id="{F68E0315-ED12-3FB8-AE6B-51DCB4A3F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>
                <a:solidFill>
                  <a:srgbClr val="000000"/>
                </a:solidFill>
                <a:latin typeface="Calibri" panose="020F0502020204030204"/>
                <a:cs typeface="Arial"/>
              </a:endParaRPr>
            </a:p>
          </p:txBody>
        </p:sp>
      </p:grpSp>
      <p:sp>
        <p:nvSpPr>
          <p:cNvPr id="576" name="Rectangle 298">
            <a:extLst>
              <a:ext uri="{FF2B5EF4-FFF2-40B4-BE49-F238E27FC236}">
                <a16:creationId xmlns:a16="http://schemas.microsoft.com/office/drawing/2014/main" id="{C6129C34-DEBE-3AF6-DD06-4BCE2470A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774" y="2575318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latin typeface="Calibri" panose="020F0502020204030204"/>
              <a:cs typeface="Arial"/>
            </a:endParaRPr>
          </a:p>
        </p:txBody>
      </p:sp>
      <p:sp>
        <p:nvSpPr>
          <p:cNvPr id="577" name="Line 300">
            <a:extLst>
              <a:ext uri="{FF2B5EF4-FFF2-40B4-BE49-F238E27FC236}">
                <a16:creationId xmlns:a16="http://schemas.microsoft.com/office/drawing/2014/main" id="{8046E83A-8CFA-A974-7B52-F82AE8072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7144" y="2696719"/>
            <a:ext cx="170332" cy="856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78" name="Line 301">
            <a:extLst>
              <a:ext uri="{FF2B5EF4-FFF2-40B4-BE49-F238E27FC236}">
                <a16:creationId xmlns:a16="http://schemas.microsoft.com/office/drawing/2014/main" id="{95AC55B0-FB81-BBB1-BC14-FB5AD782C0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7059" y="2961864"/>
            <a:ext cx="186177" cy="1167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79" name="Line 332">
            <a:extLst>
              <a:ext uri="{FF2B5EF4-FFF2-40B4-BE49-F238E27FC236}">
                <a16:creationId xmlns:a16="http://schemas.microsoft.com/office/drawing/2014/main" id="{BB54CF59-0554-DD77-261C-187C6FDB64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4195" y="2897891"/>
            <a:ext cx="12850" cy="481468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80" name="Line 332">
            <a:extLst>
              <a:ext uri="{FF2B5EF4-FFF2-40B4-BE49-F238E27FC236}">
                <a16:creationId xmlns:a16="http://schemas.microsoft.com/office/drawing/2014/main" id="{2553968A-0419-895A-C45B-A7D869ED5F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7811" y="2345844"/>
            <a:ext cx="0" cy="16581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81" name="Line 332">
            <a:extLst>
              <a:ext uri="{FF2B5EF4-FFF2-40B4-BE49-F238E27FC236}">
                <a16:creationId xmlns:a16="http://schemas.microsoft.com/office/drawing/2014/main" id="{430CEA2E-5CEA-D319-AE6F-F3F1B9A3C2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87589" y="2856713"/>
            <a:ext cx="0" cy="90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>
              <a:solidFill>
                <a:srgbClr val="000000"/>
              </a:solidFill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6494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Alternative to packet switching: circuit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55127-6D79-24DF-02ED-35B50D50C7D0}"/>
              </a:ext>
            </a:extLst>
          </p:cNvPr>
          <p:cNvSpPr txBox="1">
            <a:spLocks/>
          </p:cNvSpPr>
          <p:nvPr/>
        </p:nvSpPr>
        <p:spPr>
          <a:xfrm>
            <a:off x="611683" y="2286218"/>
            <a:ext cx="4269499" cy="39831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35" indent="-8335">
              <a:buFont typeface="Arial" panose="020B0604020202020204" pitchFamily="34" charset="0"/>
              <a:buNone/>
            </a:pPr>
            <a:r>
              <a:rPr lang="en-US" altLang="en-US" sz="2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End-end resources allocated to, reserved for “</a:t>
            </a:r>
            <a:r>
              <a:rPr lang="en-US" altLang="ja-JP" sz="2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call” between source and destination</a:t>
            </a: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in diagram, each link has four circuits. 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call gets 2</a:t>
            </a:r>
            <a:r>
              <a:rPr lang="en-US" altLang="en-US" sz="1800" baseline="30000" dirty="0">
                <a:ea typeface="ＭＳ Ｐゴシック" panose="020B0600070205080204" pitchFamily="34" charset="-128"/>
              </a:rPr>
              <a:t>nd</a:t>
            </a:r>
            <a:r>
              <a:rPr lang="en-US" altLang="en-US" sz="1800" dirty="0">
                <a:ea typeface="ＭＳ Ｐゴシック" panose="020B0600070205080204" pitchFamily="34" charset="-128"/>
              </a:rPr>
              <a:t> circuit in top link and 1</a:t>
            </a:r>
            <a:r>
              <a:rPr lang="en-US" altLang="en-US" sz="1800" baseline="30000" dirty="0">
                <a:ea typeface="ＭＳ Ｐゴシック" panose="020B0600070205080204" pitchFamily="34" charset="-128"/>
              </a:rPr>
              <a:t>st</a:t>
            </a:r>
            <a:r>
              <a:rPr lang="en-US" altLang="en-US" sz="1800" dirty="0">
                <a:ea typeface="ＭＳ Ｐゴシック" panose="020B0600070205080204" pitchFamily="34" charset="-128"/>
              </a:rPr>
              <a:t> circuit in right link.</a:t>
            </a: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dedicated resources: no sharing</a:t>
            </a:r>
          </a:p>
          <a:p>
            <a:pPr lvl="1"/>
            <a:r>
              <a:rPr lang="en-US" altLang="en-US" sz="1800" dirty="0">
                <a:ea typeface="Arial" panose="020B0604020202020204" pitchFamily="34" charset="0"/>
              </a:rPr>
              <a:t>circuit-like (guaranteed) performance</a:t>
            </a: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circuit segment idle if not used by call </a:t>
            </a:r>
            <a:r>
              <a:rPr lang="en-US" altLang="en-US" sz="22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(no sharing)</a:t>
            </a: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commonly used in traditional telephone networks</a:t>
            </a:r>
          </a:p>
          <a:p>
            <a:pPr marL="130969" indent="0">
              <a:buSzPct val="75000"/>
              <a:buFont typeface="Arial" panose="020B0604020202020204" pitchFamily="34" charset="0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8468528-A190-D1BC-6F3C-9931B0FD86F2}"/>
              </a:ext>
            </a:extLst>
          </p:cNvPr>
          <p:cNvSpPr/>
          <p:nvPr/>
        </p:nvSpPr>
        <p:spPr bwMode="auto">
          <a:xfrm>
            <a:off x="6318733" y="3202088"/>
            <a:ext cx="1124009" cy="47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68F70F1-BF88-66F9-1FD3-9A59A163E3CF}"/>
              </a:ext>
            </a:extLst>
          </p:cNvPr>
          <p:cNvSpPr/>
          <p:nvPr/>
        </p:nvSpPr>
        <p:spPr bwMode="auto">
          <a:xfrm>
            <a:off x="6318733" y="3249154"/>
            <a:ext cx="1124009" cy="470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74BA322-A3B5-3F6E-8B37-2A1576F0CCB8}"/>
              </a:ext>
            </a:extLst>
          </p:cNvPr>
          <p:cNvSpPr/>
          <p:nvPr/>
        </p:nvSpPr>
        <p:spPr bwMode="auto">
          <a:xfrm>
            <a:off x="6318733" y="3296222"/>
            <a:ext cx="1124009" cy="47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6D14F91-50AF-C213-2E99-908C4ED9C1F0}"/>
              </a:ext>
            </a:extLst>
          </p:cNvPr>
          <p:cNvSpPr/>
          <p:nvPr/>
        </p:nvSpPr>
        <p:spPr bwMode="auto">
          <a:xfrm>
            <a:off x="6318733" y="3343288"/>
            <a:ext cx="1124009" cy="470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4" name="Group 75">
            <a:extLst>
              <a:ext uri="{FF2B5EF4-FFF2-40B4-BE49-F238E27FC236}">
                <a16:creationId xmlns:a16="http://schemas.microsoft.com/office/drawing/2014/main" id="{C6A93DA8-6F5E-726A-DE4A-E499F2895C2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481863" y="3881948"/>
            <a:ext cx="1085225" cy="196172"/>
            <a:chOff x="4876800" y="1143000"/>
            <a:chExt cx="1752600" cy="30480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53B6C19-33A7-9EF9-E9EF-90615067F24D}"/>
                </a:ext>
              </a:extLst>
            </p:cNvPr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86E5BFF-F48C-F946-CF3F-EE26BBE35FF4}"/>
                </a:ext>
              </a:extLst>
            </p:cNvPr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F7AC95D-C235-A465-6F43-E07C1ED39130}"/>
                </a:ext>
              </a:extLst>
            </p:cNvPr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E969985-150E-8C22-405F-218471A8E042}"/>
                </a:ext>
              </a:extLst>
            </p:cNvPr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9" name="Group 80">
            <a:extLst>
              <a:ext uri="{FF2B5EF4-FFF2-40B4-BE49-F238E27FC236}">
                <a16:creationId xmlns:a16="http://schemas.microsoft.com/office/drawing/2014/main" id="{EB31D67D-D11B-FE16-1733-4014231960C5}"/>
              </a:ext>
            </a:extLst>
          </p:cNvPr>
          <p:cNvGrpSpPr>
            <a:grpSpLocks/>
          </p:cNvGrpSpPr>
          <p:nvPr/>
        </p:nvGrpSpPr>
        <p:grpSpPr bwMode="auto">
          <a:xfrm>
            <a:off x="6382356" y="4618124"/>
            <a:ext cx="1109429" cy="188267"/>
            <a:chOff x="4876800" y="1143000"/>
            <a:chExt cx="1752600" cy="3048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FDA12B4-93FF-42AB-C710-E9B369CC126D}"/>
                </a:ext>
              </a:extLst>
            </p:cNvPr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3F13302-2909-A14D-9C5E-581D33751FF2}"/>
                </a:ext>
              </a:extLst>
            </p:cNvPr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8557FE9-A588-F921-B48E-11481CEA60D4}"/>
                </a:ext>
              </a:extLst>
            </p:cNvPr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76C7D1C-834A-B388-7BCB-C102EB09062F}"/>
                </a:ext>
              </a:extLst>
            </p:cNvPr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en-US" sz="1350" dirty="0">
                <a:solidFill>
                  <a:srgbClr val="FFFFFF"/>
                </a:solidFill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ED6DBCFD-76C7-C50D-1864-1B19052BB2B8}"/>
              </a:ext>
            </a:extLst>
          </p:cNvPr>
          <p:cNvSpPr/>
          <p:nvPr/>
        </p:nvSpPr>
        <p:spPr bwMode="auto">
          <a:xfrm rot="5400000">
            <a:off x="7316992" y="3955512"/>
            <a:ext cx="1085225" cy="49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126312D-5C99-42B9-B248-7170961DCC19}"/>
              </a:ext>
            </a:extLst>
          </p:cNvPr>
          <p:cNvSpPr/>
          <p:nvPr/>
        </p:nvSpPr>
        <p:spPr bwMode="auto">
          <a:xfrm rot="5400000">
            <a:off x="7267950" y="3955512"/>
            <a:ext cx="1085225" cy="49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47DB143-79E1-CDAC-F1F4-3421B435C53D}"/>
              </a:ext>
            </a:extLst>
          </p:cNvPr>
          <p:cNvSpPr/>
          <p:nvPr/>
        </p:nvSpPr>
        <p:spPr bwMode="auto">
          <a:xfrm rot="5400000">
            <a:off x="7218907" y="3955512"/>
            <a:ext cx="1085225" cy="49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81A22AF-CF20-DB6F-D64D-EAC50C87A75B}"/>
              </a:ext>
            </a:extLst>
          </p:cNvPr>
          <p:cNvSpPr/>
          <p:nvPr/>
        </p:nvSpPr>
        <p:spPr bwMode="auto">
          <a:xfrm rot="5400000">
            <a:off x="7169864" y="3955512"/>
            <a:ext cx="1085225" cy="490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80" name="Group 100">
            <a:extLst>
              <a:ext uri="{FF2B5EF4-FFF2-40B4-BE49-F238E27FC236}">
                <a16:creationId xmlns:a16="http://schemas.microsoft.com/office/drawing/2014/main" id="{EFE1780F-4C53-060D-E8AF-881587D0FA74}"/>
              </a:ext>
            </a:extLst>
          </p:cNvPr>
          <p:cNvGrpSpPr>
            <a:grpSpLocks/>
          </p:cNvGrpSpPr>
          <p:nvPr/>
        </p:nvGrpSpPr>
        <p:grpSpPr bwMode="auto">
          <a:xfrm>
            <a:off x="7510432" y="2409501"/>
            <a:ext cx="526217" cy="426290"/>
            <a:chOff x="-44" y="1473"/>
            <a:chExt cx="981" cy="1105"/>
          </a:xfrm>
        </p:grpSpPr>
        <p:pic>
          <p:nvPicPr>
            <p:cNvPr id="81" name="Picture 101" descr="desktop_computer_stylized_medium">
              <a:extLst>
                <a:ext uri="{FF2B5EF4-FFF2-40B4-BE49-F238E27FC236}">
                  <a16:creationId xmlns:a16="http://schemas.microsoft.com/office/drawing/2014/main" id="{C6DC40F3-17B3-142D-6C41-4FA9A0DF1D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Freeform 102">
              <a:extLst>
                <a:ext uri="{FF2B5EF4-FFF2-40B4-BE49-F238E27FC236}">
                  <a16:creationId xmlns:a16="http://schemas.microsoft.com/office/drawing/2014/main" id="{DD96A39E-7ACA-30DD-EC8B-DC595EDAE33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5F8C0247-4EB9-1E54-B000-B22E3AD34746}"/>
              </a:ext>
            </a:extLst>
          </p:cNvPr>
          <p:cNvSpPr/>
          <p:nvPr/>
        </p:nvSpPr>
        <p:spPr bwMode="auto">
          <a:xfrm rot="2465437" flipV="1">
            <a:off x="7660120" y="4666535"/>
            <a:ext cx="436084" cy="4841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F0D7180-9744-A4EA-AF8C-DF6F659D4396}"/>
              </a:ext>
            </a:extLst>
          </p:cNvPr>
          <p:cNvSpPr/>
          <p:nvPr/>
        </p:nvSpPr>
        <p:spPr bwMode="auto">
          <a:xfrm>
            <a:off x="5329023" y="4722395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6297B06-D7B2-E66D-C450-7CF3CD028DCF}"/>
              </a:ext>
            </a:extLst>
          </p:cNvPr>
          <p:cNvSpPr/>
          <p:nvPr/>
        </p:nvSpPr>
        <p:spPr bwMode="auto">
          <a:xfrm rot="5400000">
            <a:off x="5791936" y="2897567"/>
            <a:ext cx="384874" cy="5234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DA8EF10-1FD3-FDC4-99CB-5D1CB309AEB4}"/>
              </a:ext>
            </a:extLst>
          </p:cNvPr>
          <p:cNvSpPr/>
          <p:nvPr/>
        </p:nvSpPr>
        <p:spPr bwMode="auto">
          <a:xfrm rot="5400000">
            <a:off x="5869444" y="5057425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74919AD-2A21-5DEF-9ED9-575E8E84B07A}"/>
              </a:ext>
            </a:extLst>
          </p:cNvPr>
          <p:cNvSpPr/>
          <p:nvPr/>
        </p:nvSpPr>
        <p:spPr bwMode="auto">
          <a:xfrm rot="5400000">
            <a:off x="7650972" y="5038816"/>
            <a:ext cx="370429" cy="5124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A1ACEB1-8283-E1B4-C8B0-FE1C9E968694}"/>
              </a:ext>
            </a:extLst>
          </p:cNvPr>
          <p:cNvSpPr/>
          <p:nvPr/>
        </p:nvSpPr>
        <p:spPr bwMode="auto">
          <a:xfrm rot="10800000">
            <a:off x="8161889" y="4707726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F6785F9-B9A8-A4E1-04E0-3E729965F8A1}"/>
              </a:ext>
            </a:extLst>
          </p:cNvPr>
          <p:cNvSpPr/>
          <p:nvPr/>
        </p:nvSpPr>
        <p:spPr bwMode="auto">
          <a:xfrm>
            <a:off x="5251969" y="3291722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EF6B31C-BC2A-A8EB-8301-92FB79D30C91}"/>
              </a:ext>
            </a:extLst>
          </p:cNvPr>
          <p:cNvSpPr/>
          <p:nvPr/>
        </p:nvSpPr>
        <p:spPr bwMode="auto">
          <a:xfrm>
            <a:off x="8108261" y="3276402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DFB9CED-535D-5FE0-0456-534D5845242B}"/>
              </a:ext>
            </a:extLst>
          </p:cNvPr>
          <p:cNvSpPr/>
          <p:nvPr/>
        </p:nvSpPr>
        <p:spPr bwMode="auto">
          <a:xfrm rot="5400000">
            <a:off x="7586496" y="2886950"/>
            <a:ext cx="370429" cy="51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92" name="Group 100">
            <a:extLst>
              <a:ext uri="{FF2B5EF4-FFF2-40B4-BE49-F238E27FC236}">
                <a16:creationId xmlns:a16="http://schemas.microsoft.com/office/drawing/2014/main" id="{1FCF894F-CB9A-0A4F-E671-CE949C19DCE8}"/>
              </a:ext>
            </a:extLst>
          </p:cNvPr>
          <p:cNvGrpSpPr>
            <a:grpSpLocks/>
          </p:cNvGrpSpPr>
          <p:nvPr/>
        </p:nvGrpSpPr>
        <p:grpSpPr bwMode="auto">
          <a:xfrm>
            <a:off x="7459974" y="5171357"/>
            <a:ext cx="527542" cy="426290"/>
            <a:chOff x="-44" y="1473"/>
            <a:chExt cx="981" cy="1105"/>
          </a:xfrm>
        </p:grpSpPr>
        <p:pic>
          <p:nvPicPr>
            <p:cNvPr id="93" name="Picture 101" descr="desktop_computer_stylized_medium">
              <a:extLst>
                <a:ext uri="{FF2B5EF4-FFF2-40B4-BE49-F238E27FC236}">
                  <a16:creationId xmlns:a16="http://schemas.microsoft.com/office/drawing/2014/main" id="{F7B6298B-3FE4-A8A5-D98D-783ACBDAB4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" name="Freeform 102">
              <a:extLst>
                <a:ext uri="{FF2B5EF4-FFF2-40B4-BE49-F238E27FC236}">
                  <a16:creationId xmlns:a16="http://schemas.microsoft.com/office/drawing/2014/main" id="{1DCB5B01-8744-2D9B-F3F2-F1C737D0B3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95" name="Group 100">
            <a:extLst>
              <a:ext uri="{FF2B5EF4-FFF2-40B4-BE49-F238E27FC236}">
                <a16:creationId xmlns:a16="http://schemas.microsoft.com/office/drawing/2014/main" id="{F71EA78F-DAF4-0EAE-BF95-5E474A054E5F}"/>
              </a:ext>
            </a:extLst>
          </p:cNvPr>
          <p:cNvGrpSpPr>
            <a:grpSpLocks/>
          </p:cNvGrpSpPr>
          <p:nvPr/>
        </p:nvGrpSpPr>
        <p:grpSpPr bwMode="auto">
          <a:xfrm>
            <a:off x="5670744" y="2434500"/>
            <a:ext cx="527542" cy="426290"/>
            <a:chOff x="-44" y="1473"/>
            <a:chExt cx="981" cy="1105"/>
          </a:xfrm>
        </p:grpSpPr>
        <p:pic>
          <p:nvPicPr>
            <p:cNvPr id="96" name="Picture 101" descr="desktop_computer_stylized_medium">
              <a:extLst>
                <a:ext uri="{FF2B5EF4-FFF2-40B4-BE49-F238E27FC236}">
                  <a16:creationId xmlns:a16="http://schemas.microsoft.com/office/drawing/2014/main" id="{BA5E9793-617A-B591-73C4-A5B8CE45A0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Freeform 102">
              <a:extLst>
                <a:ext uri="{FF2B5EF4-FFF2-40B4-BE49-F238E27FC236}">
                  <a16:creationId xmlns:a16="http://schemas.microsoft.com/office/drawing/2014/main" id="{E871B42D-5FDC-B2B7-7AEE-26C32BEB55F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E557128-F349-FC9C-458F-B7B2610BB5F1}"/>
              </a:ext>
            </a:extLst>
          </p:cNvPr>
          <p:cNvGrpSpPr/>
          <p:nvPr/>
        </p:nvGrpSpPr>
        <p:grpSpPr>
          <a:xfrm>
            <a:off x="5613514" y="3116811"/>
            <a:ext cx="709653" cy="370430"/>
            <a:chOff x="7493876" y="2774731"/>
            <a:chExt cx="1481958" cy="894622"/>
          </a:xfrm>
        </p:grpSpPr>
        <p:sp>
          <p:nvSpPr>
            <p:cNvPr id="99" name="Freeform 727">
              <a:extLst>
                <a:ext uri="{FF2B5EF4-FFF2-40B4-BE49-F238E27FC236}">
                  <a16:creationId xmlns:a16="http://schemas.microsoft.com/office/drawing/2014/main" id="{41005435-50D8-C8FD-4310-339A076E4BD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9F2BA3E-9B5B-2BA9-5C17-93DBA68B14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C63AE5A-C7B5-A68D-2521-1740C215194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" name="Freeform 730">
                <a:extLst>
                  <a:ext uri="{FF2B5EF4-FFF2-40B4-BE49-F238E27FC236}">
                    <a16:creationId xmlns:a16="http://schemas.microsoft.com/office/drawing/2014/main" id="{9DA5ECFF-5883-1435-C1A8-49F9855AEA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" name="Freeform 731">
                <a:extLst>
                  <a:ext uri="{FF2B5EF4-FFF2-40B4-BE49-F238E27FC236}">
                    <a16:creationId xmlns:a16="http://schemas.microsoft.com/office/drawing/2014/main" id="{620523FE-CE3D-5E0B-6C0B-EF47456C09F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8" name="Freeform 732">
                <a:extLst>
                  <a:ext uri="{FF2B5EF4-FFF2-40B4-BE49-F238E27FC236}">
                    <a16:creationId xmlns:a16="http://schemas.microsoft.com/office/drawing/2014/main" id="{65F6A99F-E8FB-A3C9-D8E5-2C1A2979D00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" name="Freeform 733">
                <a:extLst>
                  <a:ext uri="{FF2B5EF4-FFF2-40B4-BE49-F238E27FC236}">
                    <a16:creationId xmlns:a16="http://schemas.microsoft.com/office/drawing/2014/main" id="{B3740C58-AED4-181B-8FEA-6D5EB08A864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93C1D2C-81E6-9655-F317-7ED355AEB4F5}"/>
              </a:ext>
            </a:extLst>
          </p:cNvPr>
          <p:cNvGrpSpPr/>
          <p:nvPr/>
        </p:nvGrpSpPr>
        <p:grpSpPr>
          <a:xfrm>
            <a:off x="5675576" y="4515921"/>
            <a:ext cx="709653" cy="370430"/>
            <a:chOff x="7493876" y="2774731"/>
            <a:chExt cx="1481958" cy="894622"/>
          </a:xfrm>
        </p:grpSpPr>
        <p:sp>
          <p:nvSpPr>
            <p:cNvPr id="121" name="Freeform 735">
              <a:extLst>
                <a:ext uri="{FF2B5EF4-FFF2-40B4-BE49-F238E27FC236}">
                  <a16:creationId xmlns:a16="http://schemas.microsoft.com/office/drawing/2014/main" id="{30A5A592-631F-D687-3DEE-6605E61CD96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140F4C17-2DD7-0DA1-7EAB-CA48D9FD18C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A00B9E85-F96B-09A1-EA8E-30D5EFE2984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4" name="Freeform 738">
                <a:extLst>
                  <a:ext uri="{FF2B5EF4-FFF2-40B4-BE49-F238E27FC236}">
                    <a16:creationId xmlns:a16="http://schemas.microsoft.com/office/drawing/2014/main" id="{D11354D9-0764-3389-C798-B85F6271712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5" name="Freeform 739">
                <a:extLst>
                  <a:ext uri="{FF2B5EF4-FFF2-40B4-BE49-F238E27FC236}">
                    <a16:creationId xmlns:a16="http://schemas.microsoft.com/office/drawing/2014/main" id="{885FAB13-432E-841F-68FF-88F9E2F48B1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6" name="Freeform 740">
                <a:extLst>
                  <a:ext uri="{FF2B5EF4-FFF2-40B4-BE49-F238E27FC236}">
                    <a16:creationId xmlns:a16="http://schemas.microsoft.com/office/drawing/2014/main" id="{6DB0C7B6-B22E-709D-DB62-4A6DC795645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7" name="Freeform 741">
                <a:extLst>
                  <a:ext uri="{FF2B5EF4-FFF2-40B4-BE49-F238E27FC236}">
                    <a16:creationId xmlns:a16="http://schemas.microsoft.com/office/drawing/2014/main" id="{6A903A94-2D69-4DC1-76D7-7447E9BB9A9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82" name="Group 581">
            <a:extLst>
              <a:ext uri="{FF2B5EF4-FFF2-40B4-BE49-F238E27FC236}">
                <a16:creationId xmlns:a16="http://schemas.microsoft.com/office/drawing/2014/main" id="{D414193F-5B8D-4134-B326-EA1F1F58354F}"/>
              </a:ext>
            </a:extLst>
          </p:cNvPr>
          <p:cNvGrpSpPr/>
          <p:nvPr/>
        </p:nvGrpSpPr>
        <p:grpSpPr>
          <a:xfrm>
            <a:off x="7455735" y="4515921"/>
            <a:ext cx="709653" cy="370430"/>
            <a:chOff x="7493876" y="2774731"/>
            <a:chExt cx="1481958" cy="894622"/>
          </a:xfrm>
        </p:grpSpPr>
        <p:sp>
          <p:nvSpPr>
            <p:cNvPr id="583" name="Freeform 743">
              <a:extLst>
                <a:ext uri="{FF2B5EF4-FFF2-40B4-BE49-F238E27FC236}">
                  <a16:creationId xmlns:a16="http://schemas.microsoft.com/office/drawing/2014/main" id="{5C63A2D1-EE34-7A5C-8766-B1C52B804FD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308D1732-A8E9-3B02-A627-97BC7D206E8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8091497D-D191-D3D8-8094-457ECF3FF9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6" name="Freeform 746">
                <a:extLst>
                  <a:ext uri="{FF2B5EF4-FFF2-40B4-BE49-F238E27FC236}">
                    <a16:creationId xmlns:a16="http://schemas.microsoft.com/office/drawing/2014/main" id="{55174375-C227-79B4-A58F-5F9571CEE7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7" name="Freeform 747">
                <a:extLst>
                  <a:ext uri="{FF2B5EF4-FFF2-40B4-BE49-F238E27FC236}">
                    <a16:creationId xmlns:a16="http://schemas.microsoft.com/office/drawing/2014/main" id="{E3BB7336-814B-34BF-1C87-8CB21B6AA8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8" name="Freeform 748">
                <a:extLst>
                  <a:ext uri="{FF2B5EF4-FFF2-40B4-BE49-F238E27FC236}">
                    <a16:creationId xmlns:a16="http://schemas.microsoft.com/office/drawing/2014/main" id="{B0BEE4FD-5F2E-F279-0F73-9F82DF586F3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9" name="Freeform 749">
                <a:extLst>
                  <a:ext uri="{FF2B5EF4-FFF2-40B4-BE49-F238E27FC236}">
                    <a16:creationId xmlns:a16="http://schemas.microsoft.com/office/drawing/2014/main" id="{101496B5-CA17-8A9A-1A16-330516F2B4C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90" name="Group 589">
            <a:extLst>
              <a:ext uri="{FF2B5EF4-FFF2-40B4-BE49-F238E27FC236}">
                <a16:creationId xmlns:a16="http://schemas.microsoft.com/office/drawing/2014/main" id="{000EFD87-E3A2-65B6-77C5-A1467703A0C3}"/>
              </a:ext>
            </a:extLst>
          </p:cNvPr>
          <p:cNvGrpSpPr/>
          <p:nvPr/>
        </p:nvGrpSpPr>
        <p:grpSpPr>
          <a:xfrm>
            <a:off x="7416883" y="3101750"/>
            <a:ext cx="709653" cy="370430"/>
            <a:chOff x="7493876" y="2774731"/>
            <a:chExt cx="1481958" cy="894622"/>
          </a:xfrm>
        </p:grpSpPr>
        <p:sp>
          <p:nvSpPr>
            <p:cNvPr id="591" name="Freeform 751">
              <a:extLst>
                <a:ext uri="{FF2B5EF4-FFF2-40B4-BE49-F238E27FC236}">
                  <a16:creationId xmlns:a16="http://schemas.microsoft.com/office/drawing/2014/main" id="{6C9C1746-2A82-427B-339A-C95383E327B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92" name="Oval 591">
              <a:extLst>
                <a:ext uri="{FF2B5EF4-FFF2-40B4-BE49-F238E27FC236}">
                  <a16:creationId xmlns:a16="http://schemas.microsoft.com/office/drawing/2014/main" id="{4C3E64AC-3BCF-C4CA-D525-5795233FDC7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32240DF9-D4F6-B0F4-A705-D5D26B00966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4" name="Freeform 754">
                <a:extLst>
                  <a:ext uri="{FF2B5EF4-FFF2-40B4-BE49-F238E27FC236}">
                    <a16:creationId xmlns:a16="http://schemas.microsoft.com/office/drawing/2014/main" id="{6B9D0F22-E7A1-4236-A1E3-78BAB1FDC50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95" name="Freeform 755">
                <a:extLst>
                  <a:ext uri="{FF2B5EF4-FFF2-40B4-BE49-F238E27FC236}">
                    <a16:creationId xmlns:a16="http://schemas.microsoft.com/office/drawing/2014/main" id="{1EA48235-3825-A86D-3ACC-0F0208CEDB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96" name="Freeform 756">
                <a:extLst>
                  <a:ext uri="{FF2B5EF4-FFF2-40B4-BE49-F238E27FC236}">
                    <a16:creationId xmlns:a16="http://schemas.microsoft.com/office/drawing/2014/main" id="{FDBD1BED-C7CF-275F-B1F1-4F94164085C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97" name="Freeform 757">
                <a:extLst>
                  <a:ext uri="{FF2B5EF4-FFF2-40B4-BE49-F238E27FC236}">
                    <a16:creationId xmlns:a16="http://schemas.microsoft.com/office/drawing/2014/main" id="{BA420FB4-A043-0216-2F2D-29411EDBD8E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598" name="Rectangle 597">
            <a:extLst>
              <a:ext uri="{FF2B5EF4-FFF2-40B4-BE49-F238E27FC236}">
                <a16:creationId xmlns:a16="http://schemas.microsoft.com/office/drawing/2014/main" id="{7206E5B9-1D9E-45F2-CD1A-85F0EF79B4E1}"/>
              </a:ext>
            </a:extLst>
          </p:cNvPr>
          <p:cNvSpPr/>
          <p:nvPr/>
        </p:nvSpPr>
        <p:spPr bwMode="auto">
          <a:xfrm rot="1634516">
            <a:off x="5955628" y="3157680"/>
            <a:ext cx="401942" cy="5488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E9B942C3-CB4A-ED3B-F0BE-E25384A41EE7}"/>
              </a:ext>
            </a:extLst>
          </p:cNvPr>
          <p:cNvSpPr/>
          <p:nvPr/>
        </p:nvSpPr>
        <p:spPr bwMode="auto">
          <a:xfrm rot="2101064">
            <a:off x="7362969" y="3353901"/>
            <a:ext cx="401942" cy="5488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DC9EB2F4-BF44-983B-871D-111D19FBA4BA}"/>
              </a:ext>
            </a:extLst>
          </p:cNvPr>
          <p:cNvSpPr/>
          <p:nvPr/>
        </p:nvSpPr>
        <p:spPr bwMode="auto">
          <a:xfrm rot="4253584">
            <a:off x="7572745" y="4673168"/>
            <a:ext cx="410762" cy="56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en-US" sz="1350" dirty="0">
              <a:solidFill>
                <a:srgbClr val="FFFFFF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500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Circuit switching: FDM and TDM</a:t>
            </a:r>
          </a:p>
        </p:txBody>
      </p:sp>
      <p:grpSp>
        <p:nvGrpSpPr>
          <p:cNvPr id="601" name="Group 5">
            <a:extLst>
              <a:ext uri="{FF2B5EF4-FFF2-40B4-BE49-F238E27FC236}">
                <a16:creationId xmlns:a16="http://schemas.microsoft.com/office/drawing/2014/main" id="{9E564259-9FA9-E50B-E7EF-1C233BFE488F}"/>
              </a:ext>
            </a:extLst>
          </p:cNvPr>
          <p:cNvGrpSpPr>
            <a:grpSpLocks/>
          </p:cNvGrpSpPr>
          <p:nvPr/>
        </p:nvGrpSpPr>
        <p:grpSpPr bwMode="auto">
          <a:xfrm>
            <a:off x="4663618" y="2783383"/>
            <a:ext cx="4142185" cy="1514476"/>
            <a:chOff x="1369" y="1332"/>
            <a:chExt cx="3479" cy="1272"/>
          </a:xfrm>
        </p:grpSpPr>
        <p:sp>
          <p:nvSpPr>
            <p:cNvPr id="602" name="Line 6">
              <a:extLst>
                <a:ext uri="{FF2B5EF4-FFF2-40B4-BE49-F238E27FC236}">
                  <a16:creationId xmlns:a16="http://schemas.microsoft.com/office/drawing/2014/main" id="{6B00D3A2-4321-D0C1-503F-D18F90B27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1392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3" name="Text Box 7">
              <a:extLst>
                <a:ext uri="{FF2B5EF4-FFF2-40B4-BE49-F238E27FC236}">
                  <a16:creationId xmlns:a16="http://schemas.microsoft.com/office/drawing/2014/main" id="{97F54CD1-0295-84B6-CDBF-95A483AC2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49" y="1652"/>
              <a:ext cx="95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</a:rPr>
                <a:t>frequency</a:t>
              </a:r>
              <a:endParaRPr lang="fr-FR" altLang="en-US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4" name="Line 8">
              <a:extLst>
                <a:ext uri="{FF2B5EF4-FFF2-40B4-BE49-F238E27FC236}">
                  <a16:creationId xmlns:a16="http://schemas.microsoft.com/office/drawing/2014/main" id="{8F22074C-7F79-99C2-407F-6EB4D186A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208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5" name="Text Box 9">
              <a:extLst>
                <a:ext uri="{FF2B5EF4-FFF2-40B4-BE49-F238E27FC236}">
                  <a16:creationId xmlns:a16="http://schemas.microsoft.com/office/drawing/2014/main" id="{D79AE184-467A-3EE1-216D-9B0A41DCD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" y="2255"/>
              <a:ext cx="577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prstClr val="black"/>
                  </a:solidFill>
                  <a:latin typeface="Calibri" panose="020F0502020204030204"/>
                </a:rPr>
                <a:t>time</a:t>
              </a:r>
              <a:endParaRPr lang="fr-FR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6" name="Rectangle 10">
              <a:extLst>
                <a:ext uri="{FF2B5EF4-FFF2-40B4-BE49-F238E27FC236}">
                  <a16:creationId xmlns:a16="http://schemas.microsoft.com/office/drawing/2014/main" id="{71AD1F6F-D510-7C38-3FB1-2CB4ECE90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584"/>
              <a:ext cx="2880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607" name="Rectangle 11">
            <a:extLst>
              <a:ext uri="{FF2B5EF4-FFF2-40B4-BE49-F238E27FC236}">
                <a16:creationId xmlns:a16="http://schemas.microsoft.com/office/drawing/2014/main" id="{C21AA5B3-F1F7-58AB-AB80-16C1E36C6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677" y="3092945"/>
            <a:ext cx="3429000" cy="1714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8" name="Rectangle 12">
            <a:extLst>
              <a:ext uri="{FF2B5EF4-FFF2-40B4-BE49-F238E27FC236}">
                <a16:creationId xmlns:a16="http://schemas.microsoft.com/office/drawing/2014/main" id="{A205DF56-65FA-5591-D859-EF24301D6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677" y="3264395"/>
            <a:ext cx="3429000" cy="17145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9" name="Rectangle 13">
            <a:extLst>
              <a:ext uri="{FF2B5EF4-FFF2-40B4-BE49-F238E27FC236}">
                <a16:creationId xmlns:a16="http://schemas.microsoft.com/office/drawing/2014/main" id="{10F71836-2FAF-098A-07D2-D2A17E0EA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677" y="3435845"/>
            <a:ext cx="3429000" cy="17145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0" name="Rectangle 14">
            <a:extLst>
              <a:ext uri="{FF2B5EF4-FFF2-40B4-BE49-F238E27FC236}">
                <a16:creationId xmlns:a16="http://schemas.microsoft.com/office/drawing/2014/main" id="{8CF5EDCC-62E4-94E3-AE28-7A93D1763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677" y="3607295"/>
            <a:ext cx="3429000" cy="17145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611" name="Group 15">
            <a:extLst>
              <a:ext uri="{FF2B5EF4-FFF2-40B4-BE49-F238E27FC236}">
                <a16:creationId xmlns:a16="http://schemas.microsoft.com/office/drawing/2014/main" id="{A44CBE38-9A3F-29E8-CEC1-10C104D1F249}"/>
              </a:ext>
            </a:extLst>
          </p:cNvPr>
          <p:cNvGrpSpPr>
            <a:grpSpLocks/>
          </p:cNvGrpSpPr>
          <p:nvPr/>
        </p:nvGrpSpPr>
        <p:grpSpPr bwMode="auto">
          <a:xfrm>
            <a:off x="4675524" y="4509788"/>
            <a:ext cx="4120754" cy="1468040"/>
            <a:chOff x="1387" y="2956"/>
            <a:chExt cx="3461" cy="1233"/>
          </a:xfrm>
        </p:grpSpPr>
        <p:sp>
          <p:nvSpPr>
            <p:cNvPr id="612" name="Line 17">
              <a:extLst>
                <a:ext uri="{FF2B5EF4-FFF2-40B4-BE49-F238E27FC236}">
                  <a16:creationId xmlns:a16="http://schemas.microsoft.com/office/drawing/2014/main" id="{B5B58B64-1D65-147E-5A4E-AE0400D38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977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13" name="Text Box 18">
              <a:extLst>
                <a:ext uri="{FF2B5EF4-FFF2-40B4-BE49-F238E27FC236}">
                  <a16:creationId xmlns:a16="http://schemas.microsoft.com/office/drawing/2014/main" id="{D8C85D0C-2879-72B6-E5D5-BA37B8E76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67" y="3276"/>
              <a:ext cx="95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</a:rPr>
                <a:t>frequency</a:t>
              </a:r>
              <a:endParaRPr lang="fr-FR" altLang="en-US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14" name="Line 19">
              <a:extLst>
                <a:ext uri="{FF2B5EF4-FFF2-40B4-BE49-F238E27FC236}">
                  <a16:creationId xmlns:a16="http://schemas.microsoft.com/office/drawing/2014/main" id="{C0A85580-D4F1-B959-7C44-ECDCC56EC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793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15" name="Text Box 20">
              <a:extLst>
                <a:ext uri="{FF2B5EF4-FFF2-40B4-BE49-F238E27FC236}">
                  <a16:creationId xmlns:a16="http://schemas.microsoft.com/office/drawing/2014/main" id="{03230C20-9170-B485-BF67-1260BB4CA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" y="3840"/>
              <a:ext cx="577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prstClr val="black"/>
                  </a:solidFill>
                  <a:latin typeface="Calibri" panose="020F0502020204030204"/>
                </a:rPr>
                <a:t>time</a:t>
              </a:r>
              <a:endParaRPr lang="fr-FR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16" name="Rectangle 21">
              <a:extLst>
                <a:ext uri="{FF2B5EF4-FFF2-40B4-BE49-F238E27FC236}">
                  <a16:creationId xmlns:a16="http://schemas.microsoft.com/office/drawing/2014/main" id="{9AAA75C8-2DC2-C9C8-604B-497663F60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17" name="Group 22">
            <a:extLst>
              <a:ext uri="{FF2B5EF4-FFF2-40B4-BE49-F238E27FC236}">
                <a16:creationId xmlns:a16="http://schemas.microsoft.com/office/drawing/2014/main" id="{100DABE3-1D3B-D3B0-23F0-2C594EE823A7}"/>
              </a:ext>
            </a:extLst>
          </p:cNvPr>
          <p:cNvGrpSpPr>
            <a:grpSpLocks/>
          </p:cNvGrpSpPr>
          <p:nvPr/>
        </p:nvGrpSpPr>
        <p:grpSpPr bwMode="auto">
          <a:xfrm>
            <a:off x="5138677" y="4762201"/>
            <a:ext cx="2914650" cy="685800"/>
            <a:chOff x="1776" y="3168"/>
            <a:chExt cx="2448" cy="576"/>
          </a:xfrm>
        </p:grpSpPr>
        <p:sp>
          <p:nvSpPr>
            <p:cNvPr id="618" name="Rectangle 23">
              <a:extLst>
                <a:ext uri="{FF2B5EF4-FFF2-40B4-BE49-F238E27FC236}">
                  <a16:creationId xmlns:a16="http://schemas.microsoft.com/office/drawing/2014/main" id="{A3F90696-6E8C-41CF-F43D-C02BA8F6D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19" name="Rectangle 24">
              <a:extLst>
                <a:ext uri="{FF2B5EF4-FFF2-40B4-BE49-F238E27FC236}">
                  <a16:creationId xmlns:a16="http://schemas.microsoft.com/office/drawing/2014/main" id="{6407736D-AB5D-BCDE-8E45-9551177ED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0" name="Rectangle 25">
              <a:extLst>
                <a:ext uri="{FF2B5EF4-FFF2-40B4-BE49-F238E27FC236}">
                  <a16:creationId xmlns:a16="http://schemas.microsoft.com/office/drawing/2014/main" id="{D65BFAC4-936D-8E69-EC23-61E85E487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1" name="Rectangle 26">
              <a:extLst>
                <a:ext uri="{FF2B5EF4-FFF2-40B4-BE49-F238E27FC236}">
                  <a16:creationId xmlns:a16="http://schemas.microsoft.com/office/drawing/2014/main" id="{94AC4EDF-56EF-DF75-2FCB-47C3C27C5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2" name="Rectangle 27">
              <a:extLst>
                <a:ext uri="{FF2B5EF4-FFF2-40B4-BE49-F238E27FC236}">
                  <a16:creationId xmlns:a16="http://schemas.microsoft.com/office/drawing/2014/main" id="{4C057D4A-D440-882F-54D1-C20CEDC3D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23" name="Group 28">
            <a:extLst>
              <a:ext uri="{FF2B5EF4-FFF2-40B4-BE49-F238E27FC236}">
                <a16:creationId xmlns:a16="http://schemas.microsoft.com/office/drawing/2014/main" id="{6866E7F7-7D8F-AF5E-B260-B8EB9197EF12}"/>
              </a:ext>
            </a:extLst>
          </p:cNvPr>
          <p:cNvGrpSpPr>
            <a:grpSpLocks/>
          </p:cNvGrpSpPr>
          <p:nvPr/>
        </p:nvGrpSpPr>
        <p:grpSpPr bwMode="auto">
          <a:xfrm>
            <a:off x="5310127" y="4762201"/>
            <a:ext cx="2914650" cy="685800"/>
            <a:chOff x="1920" y="3168"/>
            <a:chExt cx="2448" cy="576"/>
          </a:xfrm>
        </p:grpSpPr>
        <p:sp>
          <p:nvSpPr>
            <p:cNvPr id="624" name="Rectangle 29">
              <a:extLst>
                <a:ext uri="{FF2B5EF4-FFF2-40B4-BE49-F238E27FC236}">
                  <a16:creationId xmlns:a16="http://schemas.microsoft.com/office/drawing/2014/main" id="{47B3E50C-27B7-8D85-D8DA-CBA953F65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5" name="Rectangle 30">
              <a:extLst>
                <a:ext uri="{FF2B5EF4-FFF2-40B4-BE49-F238E27FC236}">
                  <a16:creationId xmlns:a16="http://schemas.microsoft.com/office/drawing/2014/main" id="{00276E06-5B05-F385-4263-B0078B3A5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6" name="Rectangle 31">
              <a:extLst>
                <a:ext uri="{FF2B5EF4-FFF2-40B4-BE49-F238E27FC236}">
                  <a16:creationId xmlns:a16="http://schemas.microsoft.com/office/drawing/2014/main" id="{FE0A829B-52FE-FB88-3CBA-82FE0984B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7" name="Rectangle 32">
              <a:extLst>
                <a:ext uri="{FF2B5EF4-FFF2-40B4-BE49-F238E27FC236}">
                  <a16:creationId xmlns:a16="http://schemas.microsoft.com/office/drawing/2014/main" id="{A0B46B89-A5F1-2CCB-7A19-B70B9D49C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8" name="Rectangle 33">
              <a:extLst>
                <a:ext uri="{FF2B5EF4-FFF2-40B4-BE49-F238E27FC236}">
                  <a16:creationId xmlns:a16="http://schemas.microsoft.com/office/drawing/2014/main" id="{5C9C068B-3D9C-3757-2F3D-1E535546E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29" name="Group 34">
            <a:extLst>
              <a:ext uri="{FF2B5EF4-FFF2-40B4-BE49-F238E27FC236}">
                <a16:creationId xmlns:a16="http://schemas.microsoft.com/office/drawing/2014/main" id="{5D131EE4-BC83-19BA-9D31-1A6505552F4F}"/>
              </a:ext>
            </a:extLst>
          </p:cNvPr>
          <p:cNvGrpSpPr>
            <a:grpSpLocks/>
          </p:cNvGrpSpPr>
          <p:nvPr/>
        </p:nvGrpSpPr>
        <p:grpSpPr bwMode="auto">
          <a:xfrm>
            <a:off x="5481577" y="4762201"/>
            <a:ext cx="2914650" cy="685800"/>
            <a:chOff x="2064" y="3168"/>
            <a:chExt cx="2448" cy="576"/>
          </a:xfrm>
        </p:grpSpPr>
        <p:sp>
          <p:nvSpPr>
            <p:cNvPr id="630" name="Rectangle 35">
              <a:extLst>
                <a:ext uri="{FF2B5EF4-FFF2-40B4-BE49-F238E27FC236}">
                  <a16:creationId xmlns:a16="http://schemas.microsoft.com/office/drawing/2014/main" id="{F19A645D-8EB8-7948-191B-8CB291186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1" name="Rectangle 36">
              <a:extLst>
                <a:ext uri="{FF2B5EF4-FFF2-40B4-BE49-F238E27FC236}">
                  <a16:creationId xmlns:a16="http://schemas.microsoft.com/office/drawing/2014/main" id="{58ED6551-9BC3-2DCA-1121-A56B5BE36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2" name="Rectangle 37">
              <a:extLst>
                <a:ext uri="{FF2B5EF4-FFF2-40B4-BE49-F238E27FC236}">
                  <a16:creationId xmlns:a16="http://schemas.microsoft.com/office/drawing/2014/main" id="{C3418E85-5D1E-219D-09F4-11874E9A7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3" name="Rectangle 38">
              <a:extLst>
                <a:ext uri="{FF2B5EF4-FFF2-40B4-BE49-F238E27FC236}">
                  <a16:creationId xmlns:a16="http://schemas.microsoft.com/office/drawing/2014/main" id="{93ABBCDB-D786-135C-91A3-8E49FCDE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4" name="Rectangle 39">
              <a:extLst>
                <a:ext uri="{FF2B5EF4-FFF2-40B4-BE49-F238E27FC236}">
                  <a16:creationId xmlns:a16="http://schemas.microsoft.com/office/drawing/2014/main" id="{DBF13BB0-FFCA-09FD-6721-734023645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35" name="Group 40">
            <a:extLst>
              <a:ext uri="{FF2B5EF4-FFF2-40B4-BE49-F238E27FC236}">
                <a16:creationId xmlns:a16="http://schemas.microsoft.com/office/drawing/2014/main" id="{DB069FD6-923F-7F10-CE12-DF1D3FAB5BB5}"/>
              </a:ext>
            </a:extLst>
          </p:cNvPr>
          <p:cNvGrpSpPr>
            <a:grpSpLocks/>
          </p:cNvGrpSpPr>
          <p:nvPr/>
        </p:nvGrpSpPr>
        <p:grpSpPr bwMode="auto">
          <a:xfrm>
            <a:off x="5653027" y="4762201"/>
            <a:ext cx="2914650" cy="685800"/>
            <a:chOff x="2208" y="3168"/>
            <a:chExt cx="2448" cy="576"/>
          </a:xfrm>
        </p:grpSpPr>
        <p:sp>
          <p:nvSpPr>
            <p:cNvPr id="636" name="Rectangle 41">
              <a:extLst>
                <a:ext uri="{FF2B5EF4-FFF2-40B4-BE49-F238E27FC236}">
                  <a16:creationId xmlns:a16="http://schemas.microsoft.com/office/drawing/2014/main" id="{8FC7FA64-01E1-F936-3201-B48B92B1F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7" name="Rectangle 42">
              <a:extLst>
                <a:ext uri="{FF2B5EF4-FFF2-40B4-BE49-F238E27FC236}">
                  <a16:creationId xmlns:a16="http://schemas.microsoft.com/office/drawing/2014/main" id="{35469FAE-0849-7130-C4DE-84E407B04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8" name="Rectangle 43">
              <a:extLst>
                <a:ext uri="{FF2B5EF4-FFF2-40B4-BE49-F238E27FC236}">
                  <a16:creationId xmlns:a16="http://schemas.microsoft.com/office/drawing/2014/main" id="{A0FB2C7B-B645-0E97-9D6F-75CF29D8A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39" name="Rectangle 44">
              <a:extLst>
                <a:ext uri="{FF2B5EF4-FFF2-40B4-BE49-F238E27FC236}">
                  <a16:creationId xmlns:a16="http://schemas.microsoft.com/office/drawing/2014/main" id="{6A3DFA4D-BE4D-4BD9-298A-E2E5283BC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40" name="Rectangle 45">
              <a:extLst>
                <a:ext uri="{FF2B5EF4-FFF2-40B4-BE49-F238E27FC236}">
                  <a16:creationId xmlns:a16="http://schemas.microsoft.com/office/drawing/2014/main" id="{946536B9-8C2D-E034-EAAE-CEF112CF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41" name="Group 46">
            <a:extLst>
              <a:ext uri="{FF2B5EF4-FFF2-40B4-BE49-F238E27FC236}">
                <a16:creationId xmlns:a16="http://schemas.microsoft.com/office/drawing/2014/main" id="{4AE46195-269F-966A-8F30-E9D8543D9BCC}"/>
              </a:ext>
            </a:extLst>
          </p:cNvPr>
          <p:cNvGrpSpPr>
            <a:grpSpLocks/>
          </p:cNvGrpSpPr>
          <p:nvPr/>
        </p:nvGrpSpPr>
        <p:grpSpPr bwMode="auto">
          <a:xfrm>
            <a:off x="5138677" y="3264395"/>
            <a:ext cx="3429000" cy="342900"/>
            <a:chOff x="1776" y="1728"/>
            <a:chExt cx="2880" cy="288"/>
          </a:xfrm>
        </p:grpSpPr>
        <p:sp>
          <p:nvSpPr>
            <p:cNvPr id="642" name="Line 47">
              <a:extLst>
                <a:ext uri="{FF2B5EF4-FFF2-40B4-BE49-F238E27FC236}">
                  <a16:creationId xmlns:a16="http://schemas.microsoft.com/office/drawing/2014/main" id="{7DF39FB5-F2D1-7B18-6C75-2D469C557E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72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43" name="Line 48">
              <a:extLst>
                <a:ext uri="{FF2B5EF4-FFF2-40B4-BE49-F238E27FC236}">
                  <a16:creationId xmlns:a16="http://schemas.microsoft.com/office/drawing/2014/main" id="{8AB4DBC0-0AFA-37F5-17EB-17CF46FF12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87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44" name="Line 49">
              <a:extLst>
                <a:ext uri="{FF2B5EF4-FFF2-40B4-BE49-F238E27FC236}">
                  <a16:creationId xmlns:a16="http://schemas.microsoft.com/office/drawing/2014/main" id="{13BEA5BF-B3BB-98FD-E075-290F0896C1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01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45" name="Group 50">
            <a:extLst>
              <a:ext uri="{FF2B5EF4-FFF2-40B4-BE49-F238E27FC236}">
                <a16:creationId xmlns:a16="http://schemas.microsoft.com/office/drawing/2014/main" id="{6B5E4F31-5C94-EAC9-D728-90F94F7411DA}"/>
              </a:ext>
            </a:extLst>
          </p:cNvPr>
          <p:cNvGrpSpPr>
            <a:grpSpLocks/>
          </p:cNvGrpSpPr>
          <p:nvPr/>
        </p:nvGrpSpPr>
        <p:grpSpPr bwMode="auto">
          <a:xfrm>
            <a:off x="5310127" y="4762201"/>
            <a:ext cx="3086100" cy="685800"/>
            <a:chOff x="1920" y="3168"/>
            <a:chExt cx="2592" cy="576"/>
          </a:xfrm>
        </p:grpSpPr>
        <p:sp>
          <p:nvSpPr>
            <p:cNvPr id="646" name="Line 51">
              <a:extLst>
                <a:ext uri="{FF2B5EF4-FFF2-40B4-BE49-F238E27FC236}">
                  <a16:creationId xmlns:a16="http://schemas.microsoft.com/office/drawing/2014/main" id="{7E2785CE-3535-16A3-31FC-742623462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47" name="Line 52">
              <a:extLst>
                <a:ext uri="{FF2B5EF4-FFF2-40B4-BE49-F238E27FC236}">
                  <a16:creationId xmlns:a16="http://schemas.microsoft.com/office/drawing/2014/main" id="{F8A34372-1079-E81A-28D8-E12147DB2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48" name="Line 53">
              <a:extLst>
                <a:ext uri="{FF2B5EF4-FFF2-40B4-BE49-F238E27FC236}">
                  <a16:creationId xmlns:a16="http://schemas.microsoft.com/office/drawing/2014/main" id="{5C9D81D9-C89C-42C4-C0A2-CCAA44BC5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49" name="Line 54">
              <a:extLst>
                <a:ext uri="{FF2B5EF4-FFF2-40B4-BE49-F238E27FC236}">
                  <a16:creationId xmlns:a16="http://schemas.microsoft.com/office/drawing/2014/main" id="{ADB32AB4-C986-0329-2787-81CF29BE7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0" name="Line 55">
              <a:extLst>
                <a:ext uri="{FF2B5EF4-FFF2-40B4-BE49-F238E27FC236}">
                  <a16:creationId xmlns:a16="http://schemas.microsoft.com/office/drawing/2014/main" id="{2A56C725-04B2-AD84-7521-D1EFED095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1" name="Line 56">
              <a:extLst>
                <a:ext uri="{FF2B5EF4-FFF2-40B4-BE49-F238E27FC236}">
                  <a16:creationId xmlns:a16="http://schemas.microsoft.com/office/drawing/2014/main" id="{E30F7F28-747F-BAB3-40EE-60E406023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2" name="Line 57">
              <a:extLst>
                <a:ext uri="{FF2B5EF4-FFF2-40B4-BE49-F238E27FC236}">
                  <a16:creationId xmlns:a16="http://schemas.microsoft.com/office/drawing/2014/main" id="{CE9B0334-9AB4-ACA8-E00E-30542E024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3" name="Line 58">
              <a:extLst>
                <a:ext uri="{FF2B5EF4-FFF2-40B4-BE49-F238E27FC236}">
                  <a16:creationId xmlns:a16="http://schemas.microsoft.com/office/drawing/2014/main" id="{41EE3489-5C8D-382B-F4D1-0547004EE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4" name="Line 59">
              <a:extLst>
                <a:ext uri="{FF2B5EF4-FFF2-40B4-BE49-F238E27FC236}">
                  <a16:creationId xmlns:a16="http://schemas.microsoft.com/office/drawing/2014/main" id="{2D6C9EF8-F762-0D10-C95F-0678572F5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5" name="Line 60">
              <a:extLst>
                <a:ext uri="{FF2B5EF4-FFF2-40B4-BE49-F238E27FC236}">
                  <a16:creationId xmlns:a16="http://schemas.microsoft.com/office/drawing/2014/main" id="{97C905F2-4A5A-A987-C4EB-EFCA0EB20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6" name="Line 61">
              <a:extLst>
                <a:ext uri="{FF2B5EF4-FFF2-40B4-BE49-F238E27FC236}">
                  <a16:creationId xmlns:a16="http://schemas.microsoft.com/office/drawing/2014/main" id="{A8A9B46F-D34A-D154-A24D-9951BFA4B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7" name="Line 62">
              <a:extLst>
                <a:ext uri="{FF2B5EF4-FFF2-40B4-BE49-F238E27FC236}">
                  <a16:creationId xmlns:a16="http://schemas.microsoft.com/office/drawing/2014/main" id="{C0A3D3FA-9687-AE2A-848C-697DA6E60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8" name="Line 63">
              <a:extLst>
                <a:ext uri="{FF2B5EF4-FFF2-40B4-BE49-F238E27FC236}">
                  <a16:creationId xmlns:a16="http://schemas.microsoft.com/office/drawing/2014/main" id="{D430966A-A1F0-AC8A-021C-C3881AEC9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9" name="Line 64">
              <a:extLst>
                <a:ext uri="{FF2B5EF4-FFF2-40B4-BE49-F238E27FC236}">
                  <a16:creationId xmlns:a16="http://schemas.microsoft.com/office/drawing/2014/main" id="{9BDCDA7D-65EF-5D6F-7818-4E664D91A4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0" name="Line 65">
              <a:extLst>
                <a:ext uri="{FF2B5EF4-FFF2-40B4-BE49-F238E27FC236}">
                  <a16:creationId xmlns:a16="http://schemas.microsoft.com/office/drawing/2014/main" id="{0D7423A6-DC91-E169-E292-465DB4341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1" name="Line 66">
              <a:extLst>
                <a:ext uri="{FF2B5EF4-FFF2-40B4-BE49-F238E27FC236}">
                  <a16:creationId xmlns:a16="http://schemas.microsoft.com/office/drawing/2014/main" id="{B51814B7-4E51-C0E4-7ECC-E4B746513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2" name="Line 67">
              <a:extLst>
                <a:ext uri="{FF2B5EF4-FFF2-40B4-BE49-F238E27FC236}">
                  <a16:creationId xmlns:a16="http://schemas.microsoft.com/office/drawing/2014/main" id="{7E212A06-1C1C-FA0C-5722-1D1C1A085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3" name="Line 68">
              <a:extLst>
                <a:ext uri="{FF2B5EF4-FFF2-40B4-BE49-F238E27FC236}">
                  <a16:creationId xmlns:a16="http://schemas.microsoft.com/office/drawing/2014/main" id="{7A046436-077B-4A3E-7D16-CACA2D18A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4" name="Line 69">
              <a:extLst>
                <a:ext uri="{FF2B5EF4-FFF2-40B4-BE49-F238E27FC236}">
                  <a16:creationId xmlns:a16="http://schemas.microsoft.com/office/drawing/2014/main" id="{BAD6D461-C2FE-98A0-35E0-DAAF7095D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65" name="Group 70">
            <a:extLst>
              <a:ext uri="{FF2B5EF4-FFF2-40B4-BE49-F238E27FC236}">
                <a16:creationId xmlns:a16="http://schemas.microsoft.com/office/drawing/2014/main" id="{823173AC-703F-4284-D40F-BC34B190DD9B}"/>
              </a:ext>
            </a:extLst>
          </p:cNvPr>
          <p:cNvGrpSpPr>
            <a:grpSpLocks/>
          </p:cNvGrpSpPr>
          <p:nvPr/>
        </p:nvGrpSpPr>
        <p:grpSpPr bwMode="auto">
          <a:xfrm>
            <a:off x="5138677" y="3178670"/>
            <a:ext cx="3429000" cy="514350"/>
            <a:chOff x="1776" y="1656"/>
            <a:chExt cx="2880" cy="432"/>
          </a:xfrm>
        </p:grpSpPr>
        <p:sp>
          <p:nvSpPr>
            <p:cNvPr id="666" name="Line 71">
              <a:extLst>
                <a:ext uri="{FF2B5EF4-FFF2-40B4-BE49-F238E27FC236}">
                  <a16:creationId xmlns:a16="http://schemas.microsoft.com/office/drawing/2014/main" id="{61926B9A-78DC-D7B7-882A-35420EDCC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65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7" name="Line 72">
              <a:extLst>
                <a:ext uri="{FF2B5EF4-FFF2-40B4-BE49-F238E27FC236}">
                  <a16:creationId xmlns:a16="http://schemas.microsoft.com/office/drawing/2014/main" id="{C5BE45B1-74FB-1BD5-F2A0-53E714790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800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8" name="Line 73">
              <a:extLst>
                <a:ext uri="{FF2B5EF4-FFF2-40B4-BE49-F238E27FC236}">
                  <a16:creationId xmlns:a16="http://schemas.microsoft.com/office/drawing/2014/main" id="{0EF08471-9FF4-399C-97DF-B0F9FE317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94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9" name="Line 74">
              <a:extLst>
                <a:ext uri="{FF2B5EF4-FFF2-40B4-BE49-F238E27FC236}">
                  <a16:creationId xmlns:a16="http://schemas.microsoft.com/office/drawing/2014/main" id="{90A3DB44-6F3E-D01C-C396-59B5B2250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08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70" name="Group 75">
            <a:extLst>
              <a:ext uri="{FF2B5EF4-FFF2-40B4-BE49-F238E27FC236}">
                <a16:creationId xmlns:a16="http://schemas.microsoft.com/office/drawing/2014/main" id="{271519D5-4BEB-969B-F8DB-CB8DFF41681F}"/>
              </a:ext>
            </a:extLst>
          </p:cNvPr>
          <p:cNvGrpSpPr>
            <a:grpSpLocks/>
          </p:cNvGrpSpPr>
          <p:nvPr/>
        </p:nvGrpSpPr>
        <p:grpSpPr bwMode="auto">
          <a:xfrm>
            <a:off x="5224402" y="4762201"/>
            <a:ext cx="3257550" cy="685800"/>
            <a:chOff x="1848" y="3168"/>
            <a:chExt cx="2736" cy="576"/>
          </a:xfrm>
        </p:grpSpPr>
        <p:sp>
          <p:nvSpPr>
            <p:cNvPr id="671" name="Line 76">
              <a:extLst>
                <a:ext uri="{FF2B5EF4-FFF2-40B4-BE49-F238E27FC236}">
                  <a16:creationId xmlns:a16="http://schemas.microsoft.com/office/drawing/2014/main" id="{E528FBED-86CE-C712-05F5-187C6CB94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2" name="Line 77">
              <a:extLst>
                <a:ext uri="{FF2B5EF4-FFF2-40B4-BE49-F238E27FC236}">
                  <a16:creationId xmlns:a16="http://schemas.microsoft.com/office/drawing/2014/main" id="{6D680D2A-9F3B-3877-F484-0C133E2AC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3" name="Line 78">
              <a:extLst>
                <a:ext uri="{FF2B5EF4-FFF2-40B4-BE49-F238E27FC236}">
                  <a16:creationId xmlns:a16="http://schemas.microsoft.com/office/drawing/2014/main" id="{09B83272-0D5D-10F8-65C8-CA42B9FD1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4" name="Line 79">
              <a:extLst>
                <a:ext uri="{FF2B5EF4-FFF2-40B4-BE49-F238E27FC236}">
                  <a16:creationId xmlns:a16="http://schemas.microsoft.com/office/drawing/2014/main" id="{9BAFC3AC-DB50-95C0-A0C3-D6757D1BF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5" name="Line 80">
              <a:extLst>
                <a:ext uri="{FF2B5EF4-FFF2-40B4-BE49-F238E27FC236}">
                  <a16:creationId xmlns:a16="http://schemas.microsoft.com/office/drawing/2014/main" id="{D7374194-72CF-247F-6FCA-5442445D0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6" name="Line 81">
              <a:extLst>
                <a:ext uri="{FF2B5EF4-FFF2-40B4-BE49-F238E27FC236}">
                  <a16:creationId xmlns:a16="http://schemas.microsoft.com/office/drawing/2014/main" id="{864D401E-308C-2097-DE1A-CE677D716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7" name="Line 82">
              <a:extLst>
                <a:ext uri="{FF2B5EF4-FFF2-40B4-BE49-F238E27FC236}">
                  <a16:creationId xmlns:a16="http://schemas.microsoft.com/office/drawing/2014/main" id="{D61B1F99-635D-5DEA-318D-B47DED659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8" name="Line 83">
              <a:extLst>
                <a:ext uri="{FF2B5EF4-FFF2-40B4-BE49-F238E27FC236}">
                  <a16:creationId xmlns:a16="http://schemas.microsoft.com/office/drawing/2014/main" id="{6ABFDE5A-9978-E6D2-F4E2-5F7A54BFC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9" name="Line 84">
              <a:extLst>
                <a:ext uri="{FF2B5EF4-FFF2-40B4-BE49-F238E27FC236}">
                  <a16:creationId xmlns:a16="http://schemas.microsoft.com/office/drawing/2014/main" id="{2154EB90-A573-F39A-DF90-E9FCC7AA3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0" name="Line 85">
              <a:extLst>
                <a:ext uri="{FF2B5EF4-FFF2-40B4-BE49-F238E27FC236}">
                  <a16:creationId xmlns:a16="http://schemas.microsoft.com/office/drawing/2014/main" id="{56F26C1B-46B1-56D9-E7B0-1BD587019D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1" name="Line 86">
              <a:extLst>
                <a:ext uri="{FF2B5EF4-FFF2-40B4-BE49-F238E27FC236}">
                  <a16:creationId xmlns:a16="http://schemas.microsoft.com/office/drawing/2014/main" id="{6C0A9E45-6155-8CE6-19FF-D787F6043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2" name="Line 87">
              <a:extLst>
                <a:ext uri="{FF2B5EF4-FFF2-40B4-BE49-F238E27FC236}">
                  <a16:creationId xmlns:a16="http://schemas.microsoft.com/office/drawing/2014/main" id="{FB96741E-400B-CF36-AF6A-48E880190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3" name="Line 88">
              <a:extLst>
                <a:ext uri="{FF2B5EF4-FFF2-40B4-BE49-F238E27FC236}">
                  <a16:creationId xmlns:a16="http://schemas.microsoft.com/office/drawing/2014/main" id="{BFE453B9-066C-0F2E-EE6F-4240F5E70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4" name="Line 89">
              <a:extLst>
                <a:ext uri="{FF2B5EF4-FFF2-40B4-BE49-F238E27FC236}">
                  <a16:creationId xmlns:a16="http://schemas.microsoft.com/office/drawing/2014/main" id="{80103B8F-FA8D-E90C-B8EF-62D9B7888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5" name="Line 90">
              <a:extLst>
                <a:ext uri="{FF2B5EF4-FFF2-40B4-BE49-F238E27FC236}">
                  <a16:creationId xmlns:a16="http://schemas.microsoft.com/office/drawing/2014/main" id="{439128C3-036F-2FBC-0000-58F327FBA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6" name="Line 91">
              <a:extLst>
                <a:ext uri="{FF2B5EF4-FFF2-40B4-BE49-F238E27FC236}">
                  <a16:creationId xmlns:a16="http://schemas.microsoft.com/office/drawing/2014/main" id="{D4F0F7C2-F05E-F975-68FA-BCEFB82DB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7" name="Line 92">
              <a:extLst>
                <a:ext uri="{FF2B5EF4-FFF2-40B4-BE49-F238E27FC236}">
                  <a16:creationId xmlns:a16="http://schemas.microsoft.com/office/drawing/2014/main" id="{A3A1EA96-AB22-8D72-084C-DD3083188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8" name="Line 93">
              <a:extLst>
                <a:ext uri="{FF2B5EF4-FFF2-40B4-BE49-F238E27FC236}">
                  <a16:creationId xmlns:a16="http://schemas.microsoft.com/office/drawing/2014/main" id="{70CCF349-535A-2706-4C55-0384086AB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9" name="Line 94">
              <a:extLst>
                <a:ext uri="{FF2B5EF4-FFF2-40B4-BE49-F238E27FC236}">
                  <a16:creationId xmlns:a16="http://schemas.microsoft.com/office/drawing/2014/main" id="{A613661E-167F-7C00-7111-06C6DCA68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90" name="Line 95">
              <a:extLst>
                <a:ext uri="{FF2B5EF4-FFF2-40B4-BE49-F238E27FC236}">
                  <a16:creationId xmlns:a16="http://schemas.microsoft.com/office/drawing/2014/main" id="{E3675768-D0FE-DC62-915C-F88DD235F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91" name="Group 100">
            <a:extLst>
              <a:ext uri="{FF2B5EF4-FFF2-40B4-BE49-F238E27FC236}">
                <a16:creationId xmlns:a16="http://schemas.microsoft.com/office/drawing/2014/main" id="{168BF4BC-7A9E-2FEE-49DC-AC0B9F0843D1}"/>
              </a:ext>
            </a:extLst>
          </p:cNvPr>
          <p:cNvGrpSpPr>
            <a:grpSpLocks/>
          </p:cNvGrpSpPr>
          <p:nvPr/>
        </p:nvGrpSpPr>
        <p:grpSpPr bwMode="auto">
          <a:xfrm>
            <a:off x="6738877" y="2488108"/>
            <a:ext cx="1828800" cy="415530"/>
            <a:chOff x="3648" y="266"/>
            <a:chExt cx="1536" cy="349"/>
          </a:xfrm>
        </p:grpSpPr>
        <p:sp>
          <p:nvSpPr>
            <p:cNvPr id="692" name="Text Box 101">
              <a:extLst>
                <a:ext uri="{FF2B5EF4-FFF2-40B4-BE49-F238E27FC236}">
                  <a16:creationId xmlns:a16="http://schemas.microsoft.com/office/drawing/2014/main" id="{B6EBA361-68AB-A733-4468-69330DFFF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66"/>
              <a:ext cx="80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</a:rPr>
                <a:t>4 users</a:t>
              </a:r>
              <a:endParaRPr lang="fr-FR" altLang="en-US" sz="21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93" name="Rectangle 102">
              <a:extLst>
                <a:ext uri="{FF2B5EF4-FFF2-40B4-BE49-F238E27FC236}">
                  <a16:creationId xmlns:a16="http://schemas.microsoft.com/office/drawing/2014/main" id="{3626D15F-7F91-E91B-FECC-5414A2138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52"/>
              <a:ext cx="144" cy="144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94" name="Rectangle 103">
              <a:extLst>
                <a:ext uri="{FF2B5EF4-FFF2-40B4-BE49-F238E27FC236}">
                  <a16:creationId xmlns:a16="http://schemas.microsoft.com/office/drawing/2014/main" id="{56A4394A-E2D0-8201-A98A-3DDF07BB9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52"/>
              <a:ext cx="144" cy="144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95" name="Rectangle 104">
              <a:extLst>
                <a:ext uri="{FF2B5EF4-FFF2-40B4-BE49-F238E27FC236}">
                  <a16:creationId xmlns:a16="http://schemas.microsoft.com/office/drawing/2014/main" id="{94F939CF-4DCC-0A00-FF38-84FCD5478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52"/>
              <a:ext cx="144" cy="144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96" name="Rectangle 105">
              <a:extLst>
                <a:ext uri="{FF2B5EF4-FFF2-40B4-BE49-F238E27FC236}">
                  <a16:creationId xmlns:a16="http://schemas.microsoft.com/office/drawing/2014/main" id="{77248692-FF4E-7901-C4E2-B2E9A3903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352"/>
              <a:ext cx="144" cy="144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21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697" name="Content Placeholder 2">
            <a:extLst>
              <a:ext uri="{FF2B5EF4-FFF2-40B4-BE49-F238E27FC236}">
                <a16:creationId xmlns:a16="http://schemas.microsoft.com/office/drawing/2014/main" id="{4FB63C6A-0DF2-D070-027C-E7C3832C34E5}"/>
              </a:ext>
            </a:extLst>
          </p:cNvPr>
          <p:cNvSpPr txBox="1">
            <a:spLocks/>
          </p:cNvSpPr>
          <p:nvPr/>
        </p:nvSpPr>
        <p:spPr>
          <a:xfrm>
            <a:off x="576323" y="2349985"/>
            <a:ext cx="3995677" cy="2152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35" indent="-8335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F</a:t>
            </a:r>
            <a:r>
              <a:rPr lang="en-US" altLang="zh-CN" sz="2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en-US" sz="2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equency Division Multiplexing (FDM)</a:t>
            </a:r>
            <a:endParaRPr lang="en-US" altLang="ja-JP" sz="2000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 marL="264319" indent="-166688" defTabSz="685800">
              <a:spcBef>
                <a:spcPts val="450"/>
              </a:spcBef>
              <a:buClr>
                <a:srgbClr val="0000A3"/>
              </a:buClr>
              <a:buFont typeface="Wingdings" pitchFamily="2" charset="2"/>
              <a:buChar char="§"/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optical, electromagnetic frequencies divided into (narrow) frequency bands</a:t>
            </a:r>
          </a:p>
          <a:p>
            <a:pPr marL="264319" indent="-166688" defTabSz="685800">
              <a:spcBef>
                <a:spcPts val="450"/>
              </a:spcBef>
              <a:buClr>
                <a:srgbClr val="0000A3"/>
              </a:buClr>
              <a:buFont typeface="Wingdings" pitchFamily="2" charset="2"/>
              <a:buChar char="§"/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each call allocated its own band, can transmit at max rate of that narrow band </a:t>
            </a:r>
          </a:p>
          <a:p>
            <a:endParaRPr lang="en-US" dirty="0"/>
          </a:p>
        </p:txBody>
      </p:sp>
      <p:sp>
        <p:nvSpPr>
          <p:cNvPr id="698" name="Content Placeholder 2">
            <a:extLst>
              <a:ext uri="{FF2B5EF4-FFF2-40B4-BE49-F238E27FC236}">
                <a16:creationId xmlns:a16="http://schemas.microsoft.com/office/drawing/2014/main" id="{AC945090-EFA2-4A96-0052-68D46E7D4690}"/>
              </a:ext>
            </a:extLst>
          </p:cNvPr>
          <p:cNvSpPr txBox="1">
            <a:spLocks/>
          </p:cNvSpPr>
          <p:nvPr/>
        </p:nvSpPr>
        <p:spPr>
          <a:xfrm>
            <a:off x="618950" y="4381835"/>
            <a:ext cx="3957077" cy="185127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35" indent="-8335" defTabSz="685800">
              <a:spcBef>
                <a:spcPts val="450"/>
              </a:spcBef>
              <a:buNone/>
            </a:pPr>
            <a:r>
              <a:rPr lang="en-US" altLang="en-US" sz="20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Time Division Multiplexing (TDM)</a:t>
            </a:r>
            <a:endParaRPr lang="en-US" altLang="ja-JP" sz="2000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spcBef>
                <a:spcPts val="450"/>
              </a:spcBef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time divided into slots</a:t>
            </a:r>
          </a:p>
          <a:p>
            <a:pPr marL="264319" indent="-166688" defTabSz="685800">
              <a:spcBef>
                <a:spcPts val="450"/>
              </a:spcBef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each call allocated periodic slot(s), can transmit at maximum rate of (wider) frequency band, but only  during its time slot(s)</a:t>
            </a:r>
            <a:endParaRPr lang="en-US" sz="1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4657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" grpId="0" animBg="1"/>
      <p:bldP spid="608" grpId="0" animBg="1"/>
      <p:bldP spid="609" grpId="0" animBg="1"/>
      <p:bldP spid="610" grpId="0" animBg="1"/>
      <p:bldP spid="69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Packet switching versus circuit switching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4F8C242F-5D28-C8EB-BD76-8D04D2AB8A3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67751" y="2567854"/>
                <a:ext cx="4866558" cy="1671523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3831" indent="-173831" defTabSz="685800">
                  <a:spcBef>
                    <a:spcPts val="450"/>
                  </a:spcBef>
                  <a:buSzPct val="75000"/>
                  <a:buNone/>
                  <a:tabLst>
                    <a:tab pos="425054" algn="l"/>
                  </a:tabLst>
                </a:pPr>
                <a:r>
                  <a:rPr lang="en-US" altLang="en-US" sz="2100" dirty="0">
                    <a:solidFill>
                      <a:prstClr val="black"/>
                    </a:solidFill>
                    <a:latin typeface="Calibri" panose="020F0502020204030204"/>
                    <a:ea typeface="ＭＳ Ｐゴシック" panose="020B0600070205080204" pitchFamily="34" charset="-128"/>
                  </a:rPr>
                  <a:t>Example: </a:t>
                </a:r>
                <a:r>
                  <a:rPr lang="en-US" altLang="en-US" sz="1600" i="1" dirty="0">
                    <a:solidFill>
                      <a:prstClr val="black"/>
                    </a:solidFill>
                    <a:latin typeface="Calibri" panose="020F0502020204030204"/>
                    <a:ea typeface="ＭＳ Ｐゴシック" panose="020B0600070205080204" pitchFamily="34" charset="-128"/>
                  </a:rPr>
                  <a:t>assume traffic intensity can be 1</a:t>
                </a:r>
              </a:p>
              <a:p>
                <a:pPr marL="171450" indent="-171450" defTabSz="685800">
                  <a:spcBef>
                    <a:spcPts val="450"/>
                  </a:spcBef>
                  <a:tabLst>
                    <a:tab pos="425054" algn="l"/>
                  </a:tabLst>
                </a:pPr>
                <a:r>
                  <a:rPr lang="en-US" altLang="en-US" sz="1600" dirty="0">
                    <a:solidFill>
                      <a:prstClr val="black"/>
                    </a:solidFill>
                    <a:latin typeface="Calibri" panose="020F0502020204030204"/>
                    <a:ea typeface="ＭＳ Ｐゴシック" panose="020B0600070205080204" pitchFamily="34" charset="-128"/>
                  </a:rPr>
                  <a:t>1 Gb/s link </a:t>
                </a:r>
                <a14:m>
                  <m:oMath xmlns:m="http://schemas.openxmlformats.org/officeDocument/2006/math">
                    <m:r>
                      <a:rPr lang="en-US" alt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𝐺𝑏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6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  <a:p>
                <a:pPr marL="171450" indent="-171450" defTabSz="685800">
                  <a:spcBef>
                    <a:spcPts val="450"/>
                  </a:spcBef>
                  <a:tabLst>
                    <a:tab pos="425054" algn="l"/>
                  </a:tabLst>
                </a:pPr>
                <a:r>
                  <a:rPr lang="en-US" altLang="en-US" sz="1600" dirty="0">
                    <a:solidFill>
                      <a:prstClr val="black"/>
                    </a:solidFill>
                    <a:latin typeface="Calibri" panose="020F0502020204030204"/>
                    <a:ea typeface="Arial" panose="020B0604020202020204" pitchFamily="34" charset="0"/>
                  </a:rPr>
                  <a:t>with 35 users </a:t>
                </a:r>
                <a14:m>
                  <m:oMath xmlns:m="http://schemas.openxmlformats.org/officeDocument/2006/math">
                    <m:r>
                      <a:rPr lang="en-US" alt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=35)</m:t>
                    </m:r>
                  </m:oMath>
                </a14:m>
                <a:r>
                  <a:rPr lang="en-US" altLang="en-US" sz="1600" dirty="0">
                    <a:solidFill>
                      <a:prstClr val="black"/>
                    </a:solidFill>
                    <a:latin typeface="Calibri" panose="020F0502020204030204"/>
                    <a:ea typeface="Arial" panose="020B0604020202020204" pitchFamily="34" charset="0"/>
                  </a:rPr>
                  <a:t>, </a:t>
                </a:r>
                <a:r>
                  <a:rPr lang="en-US" altLang="en-US" sz="1600" dirty="0">
                    <a:solidFill>
                      <a:prstClr val="black"/>
                    </a:solidFill>
                    <a:latin typeface="Calibri" panose="020F0502020204030204"/>
                    <a:ea typeface="ＭＳ Ｐゴシック" panose="020B0600070205080204" pitchFamily="34" charset="-128"/>
                  </a:rPr>
                  <a:t>each user: </a:t>
                </a:r>
              </a:p>
              <a:p>
                <a:pPr marL="385763" lvl="1" indent="-163116" defTabSz="685800">
                  <a:spcBef>
                    <a:spcPts val="450"/>
                  </a:spcBef>
                  <a:buFontTx/>
                  <a:buChar char="•"/>
                  <a:tabLst>
                    <a:tab pos="425054" algn="l"/>
                  </a:tabLst>
                </a:pPr>
                <a:r>
                  <a:rPr lang="en-US" altLang="en-US" sz="1600" dirty="0">
                    <a:solidFill>
                      <a:prstClr val="black"/>
                    </a:solidFill>
                    <a:latin typeface="Calibri" panose="020F0502020204030204"/>
                    <a:ea typeface="Arial" panose="020B0604020202020204" pitchFamily="34" charset="0"/>
                  </a:rPr>
                  <a:t>100 Mb/s when </a:t>
                </a:r>
                <a:r>
                  <a:rPr lang="ja-JP" altLang="en-US" sz="1600" dirty="0">
                    <a:solidFill>
                      <a:prstClr val="black"/>
                    </a:solidFill>
                    <a:latin typeface="Calibri" panose="020F0502020204030204"/>
                    <a:ea typeface="ＭＳ Ｐゴシック" panose="020B0600070205080204" pitchFamily="34" charset="-128"/>
                  </a:rPr>
                  <a:t>“</a:t>
                </a:r>
                <a:r>
                  <a:rPr lang="en-US" altLang="ja-JP" sz="1600" dirty="0">
                    <a:solidFill>
                      <a:prstClr val="black"/>
                    </a:solidFill>
                    <a:latin typeface="Calibri" panose="020F0502020204030204"/>
                    <a:ea typeface="ＭＳ Ｐゴシック" panose="020B0600070205080204" pitchFamily="34" charset="-128"/>
                  </a:rPr>
                  <a:t>active</a:t>
                </a:r>
                <a:r>
                  <a:rPr lang="ja-JP" altLang="en-US" sz="1600" dirty="0">
                    <a:solidFill>
                      <a:prstClr val="black"/>
                    </a:solidFill>
                    <a:latin typeface="Calibri" panose="020F0502020204030204"/>
                    <a:ea typeface="ＭＳ Ｐゴシック" panose="020B0600070205080204" pitchFamily="34" charset="-128"/>
                  </a:rPr>
                  <a:t>” </a:t>
                </a:r>
                <a14:m>
                  <m:oMath xmlns:m="http://schemas.openxmlformats.org/officeDocument/2006/math">
                    <m:r>
                      <a:rPr lang="en-US" alt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𝑀𝑏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16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  <a:p>
                <a:pPr marL="385763" lvl="1" indent="-163116" defTabSz="685800">
                  <a:spcBef>
                    <a:spcPts val="450"/>
                  </a:spcBef>
                  <a:buFontTx/>
                  <a:buChar char="•"/>
                  <a:tabLst>
                    <a:tab pos="425054" algn="l"/>
                  </a:tabLst>
                </a:pPr>
                <a:r>
                  <a:rPr lang="en-US" altLang="en-US" sz="1600" dirty="0">
                    <a:solidFill>
                      <a:prstClr val="black"/>
                    </a:solidFill>
                    <a:ea typeface="Arial" panose="020B0604020202020204" pitchFamily="34" charset="0"/>
                  </a:rPr>
                  <a:t>for a period of time, active 10% </a:t>
                </a:r>
                <a14:m>
                  <m:oMath xmlns:m="http://schemas.openxmlformats.org/officeDocument/2006/math">
                    <m:r>
                      <a:rPr lang="en-US" altLang="en-US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en-US" sz="1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=0.1)</m:t>
                    </m:r>
                  </m:oMath>
                </a14:m>
                <a:endParaRPr lang="en-US" altLang="en-US" sz="1600" dirty="0">
                  <a:solidFill>
                    <a:prstClr val="black"/>
                  </a:solidFill>
                  <a:latin typeface="Calibri" panose="020F0502020204030204"/>
                  <a:ea typeface="Arial" panose="020B0604020202020204" pitchFamily="34" charset="0"/>
                </a:endParaRPr>
              </a:p>
              <a:p>
                <a:pPr marL="425054" lvl="1" indent="-164306" defTabSz="685800">
                  <a:spcBef>
                    <a:spcPts val="375"/>
                  </a:spcBef>
                  <a:tabLst>
                    <a:tab pos="425054" algn="l"/>
                  </a:tabLst>
                </a:pPr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  <a:ea typeface="Arial" panose="020B0604020202020204" pitchFamily="34" charset="0"/>
                </a:endParaRPr>
              </a:p>
              <a:p>
                <a:pPr marL="173831" indent="-173831" defTabSz="685800">
                  <a:spcBef>
                    <a:spcPts val="750"/>
                  </a:spcBef>
                  <a:tabLst>
                    <a:tab pos="425054" algn="l"/>
                  </a:tabLst>
                </a:pPr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4F8C242F-5D28-C8EB-BD76-8D04D2AB8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51" y="2567854"/>
                <a:ext cx="4866558" cy="1671523"/>
              </a:xfrm>
              <a:prstGeom prst="rect">
                <a:avLst/>
              </a:prstGeom>
              <a:blipFill>
                <a:blip r:embed="rId2"/>
                <a:stretch>
                  <a:fillRect l="-2005" t="-4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38B70D9E-AE21-77AC-AB12-1D0C6422A94A}"/>
              </a:ext>
            </a:extLst>
          </p:cNvPr>
          <p:cNvSpPr txBox="1">
            <a:spLocks noChangeArrowheads="1"/>
          </p:cNvSpPr>
          <p:nvPr/>
        </p:nvSpPr>
        <p:spPr>
          <a:xfrm>
            <a:off x="1477566" y="2024879"/>
            <a:ext cx="6536531" cy="4572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packet switching allows more users to use network!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897AB01-7473-FB70-8E51-A43CEA2C75FC}"/>
              </a:ext>
            </a:extLst>
          </p:cNvPr>
          <p:cNvGrpSpPr/>
          <p:nvPr/>
        </p:nvGrpSpPr>
        <p:grpSpPr>
          <a:xfrm>
            <a:off x="4927172" y="2370026"/>
            <a:ext cx="3881995" cy="1503760"/>
            <a:chOff x="4847879" y="2996499"/>
            <a:chExt cx="3881995" cy="1503760"/>
          </a:xfrm>
        </p:grpSpPr>
        <p:sp>
          <p:nvSpPr>
            <p:cNvPr id="7" name="Line 15">
              <a:extLst>
                <a:ext uri="{FF2B5EF4-FFF2-40B4-BE49-F238E27FC236}">
                  <a16:creationId xmlns:a16="http://schemas.microsoft.com/office/drawing/2014/main" id="{2FE0BCCC-4C3C-93CC-EFC7-A79F84643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7948" y="3367974"/>
              <a:ext cx="628650" cy="3429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5DEB1F3B-4D03-E8B6-1A3C-D80C24F85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6598" y="3710874"/>
              <a:ext cx="1528763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Line 17">
              <a:extLst>
                <a:ext uri="{FF2B5EF4-FFF2-40B4-BE49-F238E27FC236}">
                  <a16:creationId xmlns:a16="http://schemas.microsoft.com/office/drawing/2014/main" id="{A746B580-BE49-4D70-C3B9-78B6AAC9B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26598" y="3825174"/>
              <a:ext cx="1528763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17345018-F464-AB67-057D-35B7B1DA1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5098" y="3825174"/>
              <a:ext cx="571500" cy="4572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Text Box 19">
              <a:extLst>
                <a:ext uri="{FF2B5EF4-FFF2-40B4-BE49-F238E27FC236}">
                  <a16:creationId xmlns:a16="http://schemas.microsoft.com/office/drawing/2014/main" id="{9E4BF996-1285-8EA9-D6DB-B9CB5CBD9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4674" y="3527729"/>
              <a:ext cx="677621" cy="5410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ct val="80000"/>
                </a:lnSpc>
              </a:pPr>
              <a:r>
                <a:rPr lang="en-US" altLang="en-US" sz="1800" i="1" dirty="0">
                  <a:solidFill>
                    <a:srgbClr val="000099"/>
                  </a:solidFill>
                  <a:latin typeface="Calibri" panose="020F0502020204030204"/>
                </a:rPr>
                <a:t>N</a:t>
              </a:r>
              <a:r>
                <a:rPr lang="en-US" altLang="en-US" sz="1800" dirty="0">
                  <a:solidFill>
                    <a:srgbClr val="000099"/>
                  </a:solidFill>
                  <a:latin typeface="Calibri" panose="020F0502020204030204"/>
                </a:rPr>
                <a:t> </a:t>
              </a:r>
            </a:p>
            <a:p>
              <a:pPr algn="ctr" defTabSz="685800">
                <a:lnSpc>
                  <a:spcPct val="80000"/>
                </a:lnSpc>
              </a:pPr>
              <a:r>
                <a:rPr lang="en-US" altLang="en-US" sz="1800" dirty="0">
                  <a:solidFill>
                    <a:srgbClr val="000099"/>
                  </a:solidFill>
                  <a:latin typeface="Calibri" panose="020F0502020204030204"/>
                </a:rPr>
                <a:t>users</a:t>
              </a:r>
            </a:p>
          </p:txBody>
        </p:sp>
        <p:sp>
          <p:nvSpPr>
            <p:cNvPr id="12" name="Text Box 20">
              <a:extLst>
                <a:ext uri="{FF2B5EF4-FFF2-40B4-BE49-F238E27FC236}">
                  <a16:creationId xmlns:a16="http://schemas.microsoft.com/office/drawing/2014/main" id="{4AAECABF-89E1-ADD1-CABD-5F8D790922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3754" y="3784521"/>
              <a:ext cx="104612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1 Gbps link</a:t>
              </a:r>
            </a:p>
          </p:txBody>
        </p:sp>
        <p:sp>
          <p:nvSpPr>
            <p:cNvPr id="13" name="Line 47">
              <a:extLst>
                <a:ext uri="{FF2B5EF4-FFF2-40B4-BE49-F238E27FC236}">
                  <a16:creationId xmlns:a16="http://schemas.microsoft.com/office/drawing/2014/main" id="{12B73BBD-E970-E281-22AB-06A12EDDC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1479" y="3771596"/>
              <a:ext cx="1057275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Text Box 34">
              <a:extLst>
                <a:ext uri="{FF2B5EF4-FFF2-40B4-BE49-F238E27FC236}">
                  <a16:creationId xmlns:a16="http://schemas.microsoft.com/office/drawing/2014/main" id="{9FAEC6A4-681E-3780-1E71-418B808C1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273514">
              <a:off x="4939675" y="3510301"/>
              <a:ext cx="604653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 b="1" dirty="0">
                  <a:solidFill>
                    <a:prstClr val="black"/>
                  </a:solidFill>
                </a:rPr>
                <a:t>…..</a:t>
              </a:r>
            </a:p>
          </p:txBody>
        </p:sp>
        <p:grpSp>
          <p:nvGrpSpPr>
            <p:cNvPr id="15" name="Group 37">
              <a:extLst>
                <a:ext uri="{FF2B5EF4-FFF2-40B4-BE49-F238E27FC236}">
                  <a16:creationId xmlns:a16="http://schemas.microsoft.com/office/drawing/2014/main" id="{D3558156-77E3-9ED6-4C22-A3FCFEB3AC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7879" y="2996499"/>
              <a:ext cx="584597" cy="509588"/>
              <a:chOff x="-44" y="1473"/>
              <a:chExt cx="981" cy="1105"/>
            </a:xfrm>
          </p:grpSpPr>
          <p:pic>
            <p:nvPicPr>
              <p:cNvPr id="16" name="Picture 38" descr="desktop_computer_stylized_medium">
                <a:extLst>
                  <a:ext uri="{FF2B5EF4-FFF2-40B4-BE49-F238E27FC236}">
                    <a16:creationId xmlns:a16="http://schemas.microsoft.com/office/drawing/2014/main" id="{DA56942E-45E1-9F90-0C7A-E73717EAEB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Freeform 39">
                <a:extLst>
                  <a:ext uri="{FF2B5EF4-FFF2-40B4-BE49-F238E27FC236}">
                    <a16:creationId xmlns:a16="http://schemas.microsoft.com/office/drawing/2014/main" id="{D0E94C5A-DEA8-9EFC-9886-5BE8E8A1D97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8" name="Group 40">
              <a:extLst>
                <a:ext uri="{FF2B5EF4-FFF2-40B4-BE49-F238E27FC236}">
                  <a16:creationId xmlns:a16="http://schemas.microsoft.com/office/drawing/2014/main" id="{44E40DFB-0E6D-2B87-6E6B-318643F403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1451" y="3990671"/>
              <a:ext cx="584597" cy="509588"/>
              <a:chOff x="-44" y="1473"/>
              <a:chExt cx="981" cy="1105"/>
            </a:xfrm>
          </p:grpSpPr>
          <p:pic>
            <p:nvPicPr>
              <p:cNvPr id="19" name="Picture 41" descr="desktop_computer_stylized_medium">
                <a:extLst>
                  <a:ext uri="{FF2B5EF4-FFF2-40B4-BE49-F238E27FC236}">
                    <a16:creationId xmlns:a16="http://schemas.microsoft.com/office/drawing/2014/main" id="{0DDD5394-D141-F35A-5615-3F3C3A5088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Freeform 42">
                <a:extLst>
                  <a:ext uri="{FF2B5EF4-FFF2-40B4-BE49-F238E27FC236}">
                    <a16:creationId xmlns:a16="http://schemas.microsoft.com/office/drawing/2014/main" id="{0512CA8F-DA50-35A3-7935-17B1F5BAE1B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9A4CF-04B3-7BA4-A108-EBF4E9EADBC6}"/>
                </a:ext>
              </a:extLst>
            </p:cNvPr>
            <p:cNvGrpSpPr/>
            <p:nvPr/>
          </p:nvGrpSpPr>
          <p:grpSpPr>
            <a:xfrm>
              <a:off x="6204856" y="3564795"/>
              <a:ext cx="869088" cy="429309"/>
              <a:chOff x="7493876" y="2774731"/>
              <a:chExt cx="1481958" cy="894622"/>
            </a:xfrm>
          </p:grpSpPr>
          <p:sp>
            <p:nvSpPr>
              <p:cNvPr id="23" name="Freeform 209">
                <a:extLst>
                  <a:ext uri="{FF2B5EF4-FFF2-40B4-BE49-F238E27FC236}">
                    <a16:creationId xmlns:a16="http://schemas.microsoft.com/office/drawing/2014/main" id="{85081F3D-AD6B-76C5-8CB2-C48F7E544EE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0DBF558-C06C-B0E5-CEE1-23622FA5841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73274F4-7B8A-B28B-9010-73EB52ED678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" name="Freeform 212">
                  <a:extLst>
                    <a:ext uri="{FF2B5EF4-FFF2-40B4-BE49-F238E27FC236}">
                      <a16:creationId xmlns:a16="http://schemas.microsoft.com/office/drawing/2014/main" id="{23EC678D-5843-D632-D458-12C7E22D484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7" name="Freeform 213">
                  <a:extLst>
                    <a:ext uri="{FF2B5EF4-FFF2-40B4-BE49-F238E27FC236}">
                      <a16:creationId xmlns:a16="http://schemas.microsoft.com/office/drawing/2014/main" id="{D0A5D538-373E-88FA-514E-AF2DC11643C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8" name="Freeform 214">
                  <a:extLst>
                    <a:ext uri="{FF2B5EF4-FFF2-40B4-BE49-F238E27FC236}">
                      <a16:creationId xmlns:a16="http://schemas.microsoft.com/office/drawing/2014/main" id="{0DECE10A-7F9E-5595-F223-C76201D2B15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9" name="Freeform 215">
                  <a:extLst>
                    <a:ext uri="{FF2B5EF4-FFF2-40B4-BE49-F238E27FC236}">
                      <a16:creationId xmlns:a16="http://schemas.microsoft.com/office/drawing/2014/main" id="{BDDBF46F-5996-C480-48C7-D5FA77835F1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3">
                <a:extLst>
                  <a:ext uri="{FF2B5EF4-FFF2-40B4-BE49-F238E27FC236}">
                    <a16:creationId xmlns:a16="http://schemas.microsoft.com/office/drawing/2014/main" id="{6D332823-3C01-A859-9C89-F867BCC04D6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57101" y="4239377"/>
                <a:ext cx="4322298" cy="2334384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352425" indent="-22225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000A3"/>
                  </a:buClr>
                  <a:buFont typeface="Wingdings" pitchFamily="2" charset="2"/>
                  <a:buChar char="§"/>
                  <a:tabLst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95325" indent="-231775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00A8"/>
                  </a:buClr>
                  <a:buFont typeface="Arial" panose="020B0604020202020204" pitchFamily="34" charset="0"/>
                  <a:buChar char="•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3831" indent="-173831" defTabSz="685800">
                  <a:spcBef>
                    <a:spcPts val="750"/>
                  </a:spcBef>
                  <a:tabLst>
                    <a:tab pos="425054" algn="l"/>
                  </a:tabLst>
                </a:pPr>
                <a:r>
                  <a:rPr lang="en-US" altLang="en-US" sz="1800" i="1" dirty="0">
                    <a:solidFill>
                      <a:srgbClr val="CC0000"/>
                    </a:solidFill>
                    <a:latin typeface="Calibri" panose="020F0502020204030204"/>
                    <a:ea typeface="ＭＳ Ｐゴシック" panose="020B0600070205080204" pitchFamily="34" charset="-128"/>
                  </a:rPr>
                  <a:t>circuit-switching can support at most:</a:t>
                </a:r>
                <a:r>
                  <a:rPr lang="en-US" altLang="en-US" sz="1800" dirty="0">
                    <a:solidFill>
                      <a:prstClr val="black"/>
                    </a:solidFill>
                    <a:latin typeface="Calibri" panose="020F0502020204030204"/>
                    <a:ea typeface="ＭＳ Ｐゴシック" panose="020B060007020508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1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alt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altLang="en-US" sz="1600" dirty="0">
                    <a:solidFill>
                      <a:prstClr val="black"/>
                    </a:solidFill>
                    <a:latin typeface="Calibri" panose="020F0502020204030204"/>
                    <a:ea typeface="Arial" panose="020B0604020202020204" pitchFamily="34" charset="0"/>
                  </a:rPr>
                  <a:t> users (</a:t>
                </a:r>
                <a:r>
                  <a:rPr lang="en-US" altLang="en-US" sz="1600" dirty="0">
                    <a:solidFill>
                      <a:prstClr val="black"/>
                    </a:solidFill>
                    <a:ea typeface="Arial" panose="020B0604020202020204" pitchFamily="34" charset="0"/>
                  </a:rPr>
                  <a:t>for the period of time)</a:t>
                </a:r>
                <a:endParaRPr lang="en-US" altLang="en-US" sz="1600" dirty="0">
                  <a:solidFill>
                    <a:prstClr val="black"/>
                  </a:solidFill>
                  <a:latin typeface="Calibri" panose="020F0502020204030204"/>
                  <a:ea typeface="Arial" panose="020B0604020202020204" pitchFamily="34" charset="0"/>
                </a:endParaRPr>
              </a:p>
              <a:p>
                <a:pPr marL="173831" indent="-173831" defTabSz="685800">
                  <a:spcBef>
                    <a:spcPts val="750"/>
                  </a:spcBef>
                  <a:tabLst>
                    <a:tab pos="425054" algn="l"/>
                  </a:tabLst>
                </a:pPr>
                <a:r>
                  <a:rPr lang="en-US" altLang="en-US" sz="1800" i="1" dirty="0">
                    <a:solidFill>
                      <a:srgbClr val="CC0000"/>
                    </a:solidFill>
                    <a:ea typeface="ＭＳ Ｐゴシック" panose="020B0600070205080204" pitchFamily="34" charset="-128"/>
                  </a:rPr>
                  <a:t>packet switching can support all the 35 users (for the period of time) if no more than 10 active users at any given time:</a:t>
                </a:r>
                <a:r>
                  <a:rPr lang="en-US" altLang="en-US" sz="1600" dirty="0">
                    <a:solidFill>
                      <a:prstClr val="black"/>
                    </a:solidFill>
                    <a:ea typeface="Arial" panose="020B0604020202020204" pitchFamily="34" charset="0"/>
                  </a:rPr>
                  <a:t>    the probability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altLang="en-US" sz="1600" dirty="0">
                    <a:solidFill>
                      <a:prstClr val="black"/>
                    </a:solidFill>
                    <a:ea typeface="Arial" panose="020B0604020202020204" pitchFamily="34" charset="0"/>
                  </a:rPr>
                  <a:t> is high</a:t>
                </a:r>
              </a:p>
              <a:p>
                <a:pPr marL="385763" lvl="1" indent="-163116" defTabSz="685800">
                  <a:spcBef>
                    <a:spcPts val="450"/>
                  </a:spcBef>
                  <a:buFontTx/>
                  <a:buChar char="•"/>
                  <a:tabLst>
                    <a:tab pos="425054" algn="l"/>
                  </a:tabLst>
                </a:pPr>
                <a:r>
                  <a:rPr lang="en-US" altLang="en-US" sz="1600" dirty="0">
                    <a:solidFill>
                      <a:prstClr val="black"/>
                    </a:solidFill>
                    <a:latin typeface="Calibri" panose="020F0502020204030204"/>
                    <a:ea typeface="Arial" panose="020B0604020202020204" pitchFamily="34" charset="0"/>
                  </a:rPr>
                  <a:t>Which is the probability that the arrival rate does not exceed the departure rate </a:t>
                </a:r>
              </a:p>
            </p:txBody>
          </p:sp>
        </mc:Choice>
        <mc:Fallback xmlns="">
          <p:sp>
            <p:nvSpPr>
              <p:cNvPr id="30" name="Rectangle 3">
                <a:extLst>
                  <a:ext uri="{FF2B5EF4-FFF2-40B4-BE49-F238E27FC236}">
                    <a16:creationId xmlns:a16="http://schemas.microsoft.com/office/drawing/2014/main" id="{6D332823-3C01-A859-9C89-F867BCC04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01" y="4239377"/>
                <a:ext cx="4322298" cy="2334384"/>
              </a:xfrm>
              <a:prstGeom prst="rect">
                <a:avLst/>
              </a:prstGeom>
              <a:blipFill>
                <a:blip r:embed="rId4"/>
                <a:stretch>
                  <a:fillRect l="-1410" t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D924A95-1071-E817-2A44-EC10710C2BF7}"/>
                  </a:ext>
                </a:extLst>
              </p:cNvPr>
              <p:cNvSpPr txBox="1"/>
              <p:nvPr/>
            </p:nvSpPr>
            <p:spPr>
              <a:xfrm>
                <a:off x="5279358" y="4153583"/>
                <a:ext cx="3746947" cy="22652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en-US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en-US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en-US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en-US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altLang="en-US" sz="1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en-US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0.9996</m:t>
                    </m:r>
                  </m:oMath>
                </a14:m>
                <a:r>
                  <a:rPr lang="en-US" altLang="en-US" sz="1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 where: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en-US" sz="1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en-US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en-US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</m:t>
                        </m:r>
                      </m:sup>
                    </m:sSup>
                  </m:oMath>
                </a14:m>
                <a:r>
                  <a:rPr lang="en-US" sz="1400" dirty="0"/>
                  <a:t>    (no active)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en-US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en-US" sz="1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400" dirty="0"/>
                  <a:t>    (1 active)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1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en-US" sz="1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en-US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en-US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1400" dirty="0"/>
                  <a:t>    (2 active)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/>
                  <a:t>…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altLang="en-US" sz="1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1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en-US" sz="1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en-US" sz="1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en-US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alt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en-US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</m:t>
                        </m:r>
                      </m:sup>
                    </m:sSup>
                  </m:oMath>
                </a14:m>
                <a:r>
                  <a:rPr lang="en-US" sz="1400" dirty="0"/>
                  <a:t>  (10 active)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D924A95-1071-E817-2A44-EC10710C2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58" y="4153583"/>
                <a:ext cx="3746947" cy="2265236"/>
              </a:xfrm>
              <a:prstGeom prst="rect">
                <a:avLst/>
              </a:prstGeom>
              <a:blipFill>
                <a:blip r:embed="rId5"/>
                <a:stretch>
                  <a:fillRect l="-488"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62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Packet switching versus circuit switching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83A491FB-0D8D-C2E4-B0E3-098E3589FD13}"/>
              </a:ext>
            </a:extLst>
          </p:cNvPr>
          <p:cNvSpPr txBox="1">
            <a:spLocks noChangeArrowheads="1"/>
          </p:cNvSpPr>
          <p:nvPr/>
        </p:nvSpPr>
        <p:spPr>
          <a:xfrm>
            <a:off x="662409" y="2529387"/>
            <a:ext cx="7852941" cy="34861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great for “</a:t>
            </a:r>
            <a:r>
              <a:rPr lang="en-US" altLang="en-US" sz="1700" dirty="0" err="1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bursty</a:t>
            </a: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” data – sometimes has data to send, but at other times not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resource sharing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simpler, no call setup</a:t>
            </a: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17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excessive congestion possible:</a:t>
            </a: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packet delay and loss due to buffer overflow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protocols needed for stable and reliable data transfer, congestion control</a:t>
            </a:r>
          </a:p>
          <a:p>
            <a:pPr marL="215504" indent="-215504" defTabSz="685800">
              <a:spcBef>
                <a:spcPts val="750"/>
              </a:spcBef>
            </a:pPr>
            <a:endParaRPr lang="en-US" altLang="en-US" sz="1700" i="1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17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Q:</a:t>
            </a:r>
            <a:r>
              <a:rPr lang="en-US" altLang="en-US" sz="17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 How to provide circuit-like behavior?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bandwidth guarantees traditionally used for audio/video applications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still an unsolved problem</a:t>
            </a:r>
          </a:p>
          <a:p>
            <a:pPr marL="511969" lvl="1" indent="-169069" defTabSz="685800">
              <a:spcBef>
                <a:spcPts val="375"/>
              </a:spcBef>
            </a:pPr>
            <a:r>
              <a:rPr lang="en-US" altLang="en-US" sz="17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overprovisioning often used</a:t>
            </a:r>
          </a:p>
          <a:p>
            <a:pPr marL="511969" lvl="1" indent="-169069" defTabSz="685800">
              <a:spcBef>
                <a:spcPts val="375"/>
              </a:spcBef>
            </a:pPr>
            <a:endParaRPr lang="en-US" altLang="en-US" sz="1700" dirty="0">
              <a:solidFill>
                <a:prstClr val="black"/>
              </a:solidFill>
              <a:latin typeface="Calibri" panose="020F0502020204030204"/>
              <a:ea typeface="Arial" panose="020B0604020202020204" pitchFamily="34" charset="0"/>
            </a:endParaRPr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441BE7E2-4226-8A0C-8063-53227F31FAD0}"/>
              </a:ext>
            </a:extLst>
          </p:cNvPr>
          <p:cNvSpPr txBox="1">
            <a:spLocks noChangeArrowheads="1"/>
          </p:cNvSpPr>
          <p:nvPr/>
        </p:nvSpPr>
        <p:spPr>
          <a:xfrm>
            <a:off x="544538" y="2136480"/>
            <a:ext cx="5715000" cy="4572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</a:pPr>
            <a:r>
              <a:rPr lang="en-US" altLang="en-US" sz="20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Is packet switching a “</a:t>
            </a:r>
            <a:r>
              <a:rPr lang="en-US" altLang="ja-JP" sz="20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slam dunk winner”?</a:t>
            </a:r>
            <a:endParaRPr lang="en-US" altLang="en-US" sz="2000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9968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Internet: a “network of networks”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CA804-FB46-8400-3846-DE626A0638E5}"/>
              </a:ext>
            </a:extLst>
          </p:cNvPr>
          <p:cNvSpPr txBox="1">
            <a:spLocks/>
          </p:cNvSpPr>
          <p:nvPr/>
        </p:nvSpPr>
        <p:spPr>
          <a:xfrm>
            <a:off x="611683" y="2149688"/>
            <a:ext cx="7565831" cy="3463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044" indent="-25241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2000" dirty="0"/>
              <a:t>Hosts connect to Internet via </a:t>
            </a:r>
            <a:r>
              <a:rPr lang="en-US" altLang="en-US" sz="2000" dirty="0">
                <a:solidFill>
                  <a:srgbClr val="C00000"/>
                </a:solidFill>
              </a:rPr>
              <a:t>access </a:t>
            </a:r>
            <a:r>
              <a:rPr lang="en-US" altLang="en-US" sz="2000" dirty="0"/>
              <a:t>Internet Service Providers (ISPs)</a:t>
            </a:r>
          </a:p>
          <a:p>
            <a:pPr marL="635794" lvl="2" indent="-202406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dirty="0"/>
              <a:t>residential, enterprise (company, university, commercial) ISPs</a:t>
            </a:r>
          </a:p>
          <a:p>
            <a:pPr marL="350044" indent="-25241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2000" dirty="0"/>
              <a:t>Access ISPs in turn must be interconnected</a:t>
            </a:r>
          </a:p>
          <a:p>
            <a:pPr marL="635794" lvl="2" indent="-202406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dirty="0"/>
              <a:t>so that any two hosts can send packets to each other</a:t>
            </a:r>
          </a:p>
          <a:p>
            <a:pPr marL="350044" indent="-25241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2000" dirty="0"/>
              <a:t>Resulting network of networks is very complex</a:t>
            </a:r>
          </a:p>
          <a:p>
            <a:pPr marL="635794" lvl="2" indent="-202406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dirty="0"/>
              <a:t>evolution was driven by </a:t>
            </a:r>
            <a:r>
              <a:rPr lang="en-US" altLang="en-US" dirty="0">
                <a:solidFill>
                  <a:srgbClr val="C00000"/>
                </a:solidFill>
              </a:rPr>
              <a:t>economics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C00000"/>
                </a:solidFill>
              </a:rPr>
              <a:t>national policies</a:t>
            </a:r>
          </a:p>
          <a:p>
            <a:pPr marL="350044" indent="-252413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altLang="en-US" sz="2000" dirty="0"/>
              <a:t>Let’</a:t>
            </a:r>
            <a:r>
              <a:rPr lang="en-US" altLang="ja-JP" sz="2000" dirty="0"/>
              <a:t>s take a stepwise approach to describe current Internet structure</a:t>
            </a:r>
            <a:endParaRPr lang="en-US" altLang="en-US" sz="2000" dirty="0"/>
          </a:p>
          <a:p>
            <a:pPr marL="130969" indent="0">
              <a:buSzPct val="75000"/>
              <a:buFont typeface="Arial" panose="020B0604020202020204" pitchFamily="34" charset="0"/>
              <a:buNone/>
            </a:pPr>
            <a:endParaRPr lang="en-US" alt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813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Internet: a “network of networks”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771FBC-6C96-9400-FBF7-1FFFFBB380E8}"/>
              </a:ext>
            </a:extLst>
          </p:cNvPr>
          <p:cNvSpPr txBox="1">
            <a:spLocks noChangeArrowheads="1"/>
          </p:cNvSpPr>
          <p:nvPr/>
        </p:nvSpPr>
        <p:spPr>
          <a:xfrm>
            <a:off x="726164" y="2146714"/>
            <a:ext cx="7744579" cy="385826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SzPct val="75000"/>
              <a:buNone/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Question: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given 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millions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of access ISPs, how to connect them together?</a:t>
            </a: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E22F05B2-3980-A948-6563-4A11A0B624CE}"/>
              </a:ext>
            </a:extLst>
          </p:cNvPr>
          <p:cNvGrpSpPr>
            <a:grpSpLocks/>
          </p:cNvGrpSpPr>
          <p:nvPr/>
        </p:nvGrpSpPr>
        <p:grpSpPr bwMode="auto">
          <a:xfrm>
            <a:off x="1203404" y="2630858"/>
            <a:ext cx="6362152" cy="3442588"/>
            <a:chOff x="139538" y="1890271"/>
            <a:chExt cx="8481726" cy="4590472"/>
          </a:xfrm>
        </p:grpSpPr>
        <p:grpSp>
          <p:nvGrpSpPr>
            <p:cNvPr id="8" name="Group 2">
              <a:extLst>
                <a:ext uri="{FF2B5EF4-FFF2-40B4-BE49-F238E27FC236}">
                  <a16:creationId xmlns:a16="http://schemas.microsoft.com/office/drawing/2014/main" id="{D1B8F1B4-0ED9-F58A-005C-9F1CBB17B2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0" name="Freeform 84">
                <a:extLst>
                  <a:ext uri="{FF2B5EF4-FFF2-40B4-BE49-F238E27FC236}">
                    <a16:creationId xmlns:a16="http://schemas.microsoft.com/office/drawing/2014/main" id="{4BB23D14-C4D4-8187-F608-C2BEBA7B8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1" name="TextBox 1">
                <a:extLst>
                  <a:ext uri="{FF2B5EF4-FFF2-40B4-BE49-F238E27FC236}">
                    <a16:creationId xmlns:a16="http://schemas.microsoft.com/office/drawing/2014/main" id="{3786E3E7-13F9-A4DB-192C-4428A867D8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9" name="Group 131">
              <a:extLst>
                <a:ext uri="{FF2B5EF4-FFF2-40B4-BE49-F238E27FC236}">
                  <a16:creationId xmlns:a16="http://schemas.microsoft.com/office/drawing/2014/main" id="{F6A22324-FFEC-892B-5296-6321165900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8" name="Freeform 84">
                <a:extLst>
                  <a:ext uri="{FF2B5EF4-FFF2-40B4-BE49-F238E27FC236}">
                    <a16:creationId xmlns:a16="http://schemas.microsoft.com/office/drawing/2014/main" id="{C896F8B2-E6AD-2CFE-81F8-838C12A27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TextBox 133">
                <a:extLst>
                  <a:ext uri="{FF2B5EF4-FFF2-40B4-BE49-F238E27FC236}">
                    <a16:creationId xmlns:a16="http://schemas.microsoft.com/office/drawing/2014/main" id="{A51CE63D-2603-E40E-FFEE-5B718BDF21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0" name="Group 135">
              <a:extLst>
                <a:ext uri="{FF2B5EF4-FFF2-40B4-BE49-F238E27FC236}">
                  <a16:creationId xmlns:a16="http://schemas.microsoft.com/office/drawing/2014/main" id="{E5F15A5E-01B9-9A1A-8EBC-54B81A196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6" name="Freeform 84">
                <a:extLst>
                  <a:ext uri="{FF2B5EF4-FFF2-40B4-BE49-F238E27FC236}">
                    <a16:creationId xmlns:a16="http://schemas.microsoft.com/office/drawing/2014/main" id="{6A6BE8E0-BEE2-EE4E-CA48-D95780BED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" name="TextBox 137">
                <a:extLst>
                  <a:ext uri="{FF2B5EF4-FFF2-40B4-BE49-F238E27FC236}">
                    <a16:creationId xmlns:a16="http://schemas.microsoft.com/office/drawing/2014/main" id="{3E81A1D0-DF88-8154-4668-C20F35E137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1" name="Group 138">
              <a:extLst>
                <a:ext uri="{FF2B5EF4-FFF2-40B4-BE49-F238E27FC236}">
                  <a16:creationId xmlns:a16="http://schemas.microsoft.com/office/drawing/2014/main" id="{EF0CDE6E-43B3-E444-D2EF-F00D6D11D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4" name="Freeform 84">
                <a:extLst>
                  <a:ext uri="{FF2B5EF4-FFF2-40B4-BE49-F238E27FC236}">
                    <a16:creationId xmlns:a16="http://schemas.microsoft.com/office/drawing/2014/main" id="{46DC3DC3-A363-5E6F-B579-73A2CC280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5" name="TextBox 140">
                <a:extLst>
                  <a:ext uri="{FF2B5EF4-FFF2-40B4-BE49-F238E27FC236}">
                    <a16:creationId xmlns:a16="http://schemas.microsoft.com/office/drawing/2014/main" id="{0091C846-6511-CEFC-B8EF-DE62513718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2" name="Group 141">
              <a:extLst>
                <a:ext uri="{FF2B5EF4-FFF2-40B4-BE49-F238E27FC236}">
                  <a16:creationId xmlns:a16="http://schemas.microsoft.com/office/drawing/2014/main" id="{20597F4D-1AFC-6654-9FC6-B1D5B97D8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2" name="Freeform 84">
                <a:extLst>
                  <a:ext uri="{FF2B5EF4-FFF2-40B4-BE49-F238E27FC236}">
                    <a16:creationId xmlns:a16="http://schemas.microsoft.com/office/drawing/2014/main" id="{17B68D6E-03DD-B86B-554C-E8499A8D8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3" name="TextBox 143">
                <a:extLst>
                  <a:ext uri="{FF2B5EF4-FFF2-40B4-BE49-F238E27FC236}">
                    <a16:creationId xmlns:a16="http://schemas.microsoft.com/office/drawing/2014/main" id="{87EC310F-0DA5-BF48-2D54-0076956316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3" name="Group 144">
              <a:extLst>
                <a:ext uri="{FF2B5EF4-FFF2-40B4-BE49-F238E27FC236}">
                  <a16:creationId xmlns:a16="http://schemas.microsoft.com/office/drawing/2014/main" id="{3D0ABD31-0423-4946-87A6-DE4CB0772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0" name="Freeform 84">
                <a:extLst>
                  <a:ext uri="{FF2B5EF4-FFF2-40B4-BE49-F238E27FC236}">
                    <a16:creationId xmlns:a16="http://schemas.microsoft.com/office/drawing/2014/main" id="{C77CEEAA-6E93-F8D1-8CE4-75F48DFC4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1" name="TextBox 146">
                <a:extLst>
                  <a:ext uri="{FF2B5EF4-FFF2-40B4-BE49-F238E27FC236}">
                    <a16:creationId xmlns:a16="http://schemas.microsoft.com/office/drawing/2014/main" id="{50A4C52F-C305-8859-6BAB-0FCBA52F91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4" name="Group 147">
              <a:extLst>
                <a:ext uri="{FF2B5EF4-FFF2-40B4-BE49-F238E27FC236}">
                  <a16:creationId xmlns:a16="http://schemas.microsoft.com/office/drawing/2014/main" id="{6088910E-2421-BBB9-16F1-BDAE6BA78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8" name="Freeform 84">
                <a:extLst>
                  <a:ext uri="{FF2B5EF4-FFF2-40B4-BE49-F238E27FC236}">
                    <a16:creationId xmlns:a16="http://schemas.microsoft.com/office/drawing/2014/main" id="{9E2A321B-BDCD-1C2A-2C4A-D72008E14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9" name="TextBox 149">
                <a:extLst>
                  <a:ext uri="{FF2B5EF4-FFF2-40B4-BE49-F238E27FC236}">
                    <a16:creationId xmlns:a16="http://schemas.microsoft.com/office/drawing/2014/main" id="{9352B963-B57A-2949-74A5-55ED417F49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5" name="Group 150">
              <a:extLst>
                <a:ext uri="{FF2B5EF4-FFF2-40B4-BE49-F238E27FC236}">
                  <a16:creationId xmlns:a16="http://schemas.microsoft.com/office/drawing/2014/main" id="{882AC801-86D3-063D-0A21-FDD529024C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6" name="Freeform 84">
                <a:extLst>
                  <a:ext uri="{FF2B5EF4-FFF2-40B4-BE49-F238E27FC236}">
                    <a16:creationId xmlns:a16="http://schemas.microsoft.com/office/drawing/2014/main" id="{590C05A6-A900-20A1-4810-C6BE4F3A3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7" name="TextBox 152">
                <a:extLst>
                  <a:ext uri="{FF2B5EF4-FFF2-40B4-BE49-F238E27FC236}">
                    <a16:creationId xmlns:a16="http://schemas.microsoft.com/office/drawing/2014/main" id="{C7490E04-804F-A942-40E7-520873998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6" name="Group 153">
              <a:extLst>
                <a:ext uri="{FF2B5EF4-FFF2-40B4-BE49-F238E27FC236}">
                  <a16:creationId xmlns:a16="http://schemas.microsoft.com/office/drawing/2014/main" id="{E0791CB3-D384-FEDB-A592-B3813BFAF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4" name="Freeform 84">
                <a:extLst>
                  <a:ext uri="{FF2B5EF4-FFF2-40B4-BE49-F238E27FC236}">
                    <a16:creationId xmlns:a16="http://schemas.microsoft.com/office/drawing/2014/main" id="{E4726205-14F5-3066-4483-3BB4F0D40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5" name="TextBox 155">
                <a:extLst>
                  <a:ext uri="{FF2B5EF4-FFF2-40B4-BE49-F238E27FC236}">
                    <a16:creationId xmlns:a16="http://schemas.microsoft.com/office/drawing/2014/main" id="{C1EBFDB7-E489-A922-8DA0-343FA83D10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7" name="Group 156">
              <a:extLst>
                <a:ext uri="{FF2B5EF4-FFF2-40B4-BE49-F238E27FC236}">
                  <a16:creationId xmlns:a16="http://schemas.microsoft.com/office/drawing/2014/main" id="{3EA09953-79CE-1B69-8B17-E270396D7F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5862618E-CF15-29F8-5F52-957885374A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3" name="TextBox 158">
                <a:extLst>
                  <a:ext uri="{FF2B5EF4-FFF2-40B4-BE49-F238E27FC236}">
                    <a16:creationId xmlns:a16="http://schemas.microsoft.com/office/drawing/2014/main" id="{7D579BFB-3FF4-8C6F-4E56-E1E4D33678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8" name="Group 160">
              <a:extLst>
                <a:ext uri="{FF2B5EF4-FFF2-40B4-BE49-F238E27FC236}">
                  <a16:creationId xmlns:a16="http://schemas.microsoft.com/office/drawing/2014/main" id="{6AF41394-A071-5090-859E-AC36931AE8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0" name="Freeform 84">
                <a:extLst>
                  <a:ext uri="{FF2B5EF4-FFF2-40B4-BE49-F238E27FC236}">
                    <a16:creationId xmlns:a16="http://schemas.microsoft.com/office/drawing/2014/main" id="{51FCE7E3-AD3C-8B27-9076-C6F0C4D49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1" name="TextBox 162">
                <a:extLst>
                  <a:ext uri="{FF2B5EF4-FFF2-40B4-BE49-F238E27FC236}">
                    <a16:creationId xmlns:a16="http://schemas.microsoft.com/office/drawing/2014/main" id="{5D505010-F744-FD4B-477A-D249D3E341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19" name="Group 163">
              <a:extLst>
                <a:ext uri="{FF2B5EF4-FFF2-40B4-BE49-F238E27FC236}">
                  <a16:creationId xmlns:a16="http://schemas.microsoft.com/office/drawing/2014/main" id="{AE7FF210-1D96-172A-9B7E-779785FC64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8" name="Freeform 84">
                <a:extLst>
                  <a:ext uri="{FF2B5EF4-FFF2-40B4-BE49-F238E27FC236}">
                    <a16:creationId xmlns:a16="http://schemas.microsoft.com/office/drawing/2014/main" id="{D479C0D3-A585-CA7E-2B08-32438A568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9" name="TextBox 165">
                <a:extLst>
                  <a:ext uri="{FF2B5EF4-FFF2-40B4-BE49-F238E27FC236}">
                    <a16:creationId xmlns:a16="http://schemas.microsoft.com/office/drawing/2014/main" id="{930510FD-7B72-1F76-681D-A925C2B058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0" name="Group 166">
              <a:extLst>
                <a:ext uri="{FF2B5EF4-FFF2-40B4-BE49-F238E27FC236}">
                  <a16:creationId xmlns:a16="http://schemas.microsoft.com/office/drawing/2014/main" id="{41F4FDA7-7A2F-D602-511E-52C3EA665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6" name="Freeform 84">
                <a:extLst>
                  <a:ext uri="{FF2B5EF4-FFF2-40B4-BE49-F238E27FC236}">
                    <a16:creationId xmlns:a16="http://schemas.microsoft.com/office/drawing/2014/main" id="{F786B8A3-67CD-82FF-49C4-59BC1E1F79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7" name="TextBox 168">
                <a:extLst>
                  <a:ext uri="{FF2B5EF4-FFF2-40B4-BE49-F238E27FC236}">
                    <a16:creationId xmlns:a16="http://schemas.microsoft.com/office/drawing/2014/main" id="{0DC28325-840F-AB17-F9E8-6B914591C0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" name="Group 169">
              <a:extLst>
                <a:ext uri="{FF2B5EF4-FFF2-40B4-BE49-F238E27FC236}">
                  <a16:creationId xmlns:a16="http://schemas.microsoft.com/office/drawing/2014/main" id="{9DFB40B3-B4BA-C7BB-DDB2-8F1302EA3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4" name="Freeform 84">
                <a:extLst>
                  <a:ext uri="{FF2B5EF4-FFF2-40B4-BE49-F238E27FC236}">
                    <a16:creationId xmlns:a16="http://schemas.microsoft.com/office/drawing/2014/main" id="{A4198361-DE05-54FB-FFCB-7A752CF09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5" name="TextBox 171">
                <a:extLst>
                  <a:ext uri="{FF2B5EF4-FFF2-40B4-BE49-F238E27FC236}">
                    <a16:creationId xmlns:a16="http://schemas.microsoft.com/office/drawing/2014/main" id="{9529FE99-B4C3-2099-BB7A-9073615DC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2" name="Group 172">
              <a:extLst>
                <a:ext uri="{FF2B5EF4-FFF2-40B4-BE49-F238E27FC236}">
                  <a16:creationId xmlns:a16="http://schemas.microsoft.com/office/drawing/2014/main" id="{4DC47DD6-A09D-C568-6D23-2C5EFF701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2" name="Freeform 84">
                <a:extLst>
                  <a:ext uri="{FF2B5EF4-FFF2-40B4-BE49-F238E27FC236}">
                    <a16:creationId xmlns:a16="http://schemas.microsoft.com/office/drawing/2014/main" id="{DE0628B3-447D-75EB-88EB-89B0EAB77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TextBox 174">
                <a:extLst>
                  <a:ext uri="{FF2B5EF4-FFF2-40B4-BE49-F238E27FC236}">
                    <a16:creationId xmlns:a16="http://schemas.microsoft.com/office/drawing/2014/main" id="{BA1B3632-D409-5DF5-4F4B-125EFCD9CC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3" name="Group 175">
              <a:extLst>
                <a:ext uri="{FF2B5EF4-FFF2-40B4-BE49-F238E27FC236}">
                  <a16:creationId xmlns:a16="http://schemas.microsoft.com/office/drawing/2014/main" id="{5C5F13BB-DE74-75A8-775A-9C2D0C2A30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0" name="Freeform 84">
                <a:extLst>
                  <a:ext uri="{FF2B5EF4-FFF2-40B4-BE49-F238E27FC236}">
                    <a16:creationId xmlns:a16="http://schemas.microsoft.com/office/drawing/2014/main" id="{034C5635-146E-72C1-1475-4B8C33F2F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1" name="TextBox 177">
                <a:extLst>
                  <a:ext uri="{FF2B5EF4-FFF2-40B4-BE49-F238E27FC236}">
                    <a16:creationId xmlns:a16="http://schemas.microsoft.com/office/drawing/2014/main" id="{253DFFD1-87A0-AF11-3DFC-9857B985F4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8D254280-C764-2330-B319-99BE0B9C1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5" name="TextBox 179">
              <a:extLst>
                <a:ext uri="{FF2B5EF4-FFF2-40B4-BE49-F238E27FC236}">
                  <a16:creationId xmlns:a16="http://schemas.microsoft.com/office/drawing/2014/main" id="{C2787351-786F-3646-9D5D-16E910448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6" name="TextBox 180">
              <a:extLst>
                <a:ext uri="{FF2B5EF4-FFF2-40B4-BE49-F238E27FC236}">
                  <a16:creationId xmlns:a16="http://schemas.microsoft.com/office/drawing/2014/main" id="{A6238611-BA71-0E65-02CB-05B61996E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7" name="TextBox 181">
              <a:extLst>
                <a:ext uri="{FF2B5EF4-FFF2-40B4-BE49-F238E27FC236}">
                  <a16:creationId xmlns:a16="http://schemas.microsoft.com/office/drawing/2014/main" id="{974B2E05-4C9C-BB8E-6DA3-8D7010DD0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8" name="TextBox 182">
              <a:extLst>
                <a:ext uri="{FF2B5EF4-FFF2-40B4-BE49-F238E27FC236}">
                  <a16:creationId xmlns:a16="http://schemas.microsoft.com/office/drawing/2014/main" id="{B2D1E6C8-03BA-6356-295F-E82B9F2E0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9" name="TextBox 183">
              <a:extLst>
                <a:ext uri="{FF2B5EF4-FFF2-40B4-BE49-F238E27FC236}">
                  <a16:creationId xmlns:a16="http://schemas.microsoft.com/office/drawing/2014/main" id="{B667B66D-2F4A-627D-22C9-4372D5B06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4111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2B24822-9840-A1EE-BBDA-BA25687DA99E}"/>
              </a:ext>
            </a:extLst>
          </p:cNvPr>
          <p:cNvGrpSpPr/>
          <p:nvPr/>
        </p:nvGrpSpPr>
        <p:grpSpPr>
          <a:xfrm>
            <a:off x="726164" y="2146714"/>
            <a:ext cx="7744579" cy="3926732"/>
            <a:chOff x="726164" y="2146714"/>
            <a:chExt cx="7744579" cy="3926732"/>
          </a:xfrm>
        </p:grpSpPr>
        <p:grpSp>
          <p:nvGrpSpPr>
            <p:cNvPr id="3" name="Group 25">
              <a:extLst>
                <a:ext uri="{FF2B5EF4-FFF2-40B4-BE49-F238E27FC236}">
                  <a16:creationId xmlns:a16="http://schemas.microsoft.com/office/drawing/2014/main" id="{333CFF7A-D480-347C-BDA0-3D015708EA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5588" y="2973988"/>
              <a:ext cx="5532478" cy="2849662"/>
              <a:chOff x="872724" y="2295063"/>
              <a:chExt cx="7377172" cy="3800521"/>
            </a:xfrm>
          </p:grpSpPr>
          <p:cxnSp>
            <p:nvCxnSpPr>
              <p:cNvPr id="62" name="Straight Connector 7">
                <a:extLst>
                  <a:ext uri="{FF2B5EF4-FFF2-40B4-BE49-F238E27FC236}">
                    <a16:creationId xmlns:a16="http://schemas.microsoft.com/office/drawing/2014/main" id="{F8A6F5B7-031D-8095-1394-FE5849499D2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661409" y="2570969"/>
                <a:ext cx="577293" cy="28026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" name="Straight Connector 188">
                <a:extLst>
                  <a:ext uri="{FF2B5EF4-FFF2-40B4-BE49-F238E27FC236}">
                    <a16:creationId xmlns:a16="http://schemas.microsoft.com/office/drawing/2014/main" id="{A3C4FD2D-A651-DD53-EB8B-EAC1D81A441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509155" y="3032403"/>
                <a:ext cx="171469" cy="2327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4" name="Straight Connector 190">
                <a:extLst>
                  <a:ext uri="{FF2B5EF4-FFF2-40B4-BE49-F238E27FC236}">
                    <a16:creationId xmlns:a16="http://schemas.microsoft.com/office/drawing/2014/main" id="{8AD847E2-A2C1-7374-4A9F-9F6476E9854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185287" y="3451504"/>
                <a:ext cx="495337" cy="19080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5" name="Straight Connector 192">
                <a:extLst>
                  <a:ext uri="{FF2B5EF4-FFF2-40B4-BE49-F238E27FC236}">
                    <a16:creationId xmlns:a16="http://schemas.microsoft.com/office/drawing/2014/main" id="{771CC8DF-E94A-F4D5-3C0C-5FF45530E3E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181567" y="4298698"/>
                <a:ext cx="499057" cy="10608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Straight Connector 195">
                <a:extLst>
                  <a:ext uri="{FF2B5EF4-FFF2-40B4-BE49-F238E27FC236}">
                    <a16:creationId xmlns:a16="http://schemas.microsoft.com/office/drawing/2014/main" id="{9E44A17F-AB49-553D-0A1A-1BE4F06C9F9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386886" y="4980292"/>
                <a:ext cx="293738" cy="3792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" name="Straight Connector 197">
                <a:extLst>
                  <a:ext uri="{FF2B5EF4-FFF2-40B4-BE49-F238E27FC236}">
                    <a16:creationId xmlns:a16="http://schemas.microsoft.com/office/drawing/2014/main" id="{F8F4B33E-5DA1-7A0E-DB2D-0F4AB2549A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661409" y="5373637"/>
                <a:ext cx="1526432" cy="5930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" name="Straight Connector 199">
                <a:extLst>
                  <a:ext uri="{FF2B5EF4-FFF2-40B4-BE49-F238E27FC236}">
                    <a16:creationId xmlns:a16="http://schemas.microsoft.com/office/drawing/2014/main" id="{02892725-0EF7-4BF8-392A-A70CAC0E8B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680624" y="5359527"/>
                <a:ext cx="2723702" cy="7030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9" name="Straight Connector 201">
                <a:extLst>
                  <a:ext uri="{FF2B5EF4-FFF2-40B4-BE49-F238E27FC236}">
                    <a16:creationId xmlns:a16="http://schemas.microsoft.com/office/drawing/2014/main" id="{3C7E3BBA-8EB0-1FF4-97B1-8A52E3BF24B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680624" y="5359527"/>
                <a:ext cx="3605885" cy="6190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0" name="Straight Connector 203">
                <a:extLst>
                  <a:ext uri="{FF2B5EF4-FFF2-40B4-BE49-F238E27FC236}">
                    <a16:creationId xmlns:a16="http://schemas.microsoft.com/office/drawing/2014/main" id="{F0B1D6A9-A617-5619-B3AD-19700B35F73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680624" y="5184745"/>
                <a:ext cx="6569272" cy="1747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" name="Straight Connector 204">
                <a:extLst>
                  <a:ext uri="{FF2B5EF4-FFF2-40B4-BE49-F238E27FC236}">
                    <a16:creationId xmlns:a16="http://schemas.microsoft.com/office/drawing/2014/main" id="{CD5CC172-B044-1A99-0785-748A149F32A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680624" y="5359527"/>
                <a:ext cx="5742435" cy="4867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2" name="Straight Connector 207">
                <a:extLst>
                  <a:ext uri="{FF2B5EF4-FFF2-40B4-BE49-F238E27FC236}">
                    <a16:creationId xmlns:a16="http://schemas.microsoft.com/office/drawing/2014/main" id="{6F2499F1-A15B-3F7E-1A9C-BC631C5BFC8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680624" y="4311835"/>
                <a:ext cx="6338019" cy="10476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3" name="Straight Connector 209">
                <a:extLst>
                  <a:ext uri="{FF2B5EF4-FFF2-40B4-BE49-F238E27FC236}">
                    <a16:creationId xmlns:a16="http://schemas.microsoft.com/office/drawing/2014/main" id="{081D1DD1-DDB7-59CE-3B55-C662DCD8EB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680624" y="3273553"/>
                <a:ext cx="5749312" cy="20859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4" name="Straight Connector 211">
                <a:extLst>
                  <a:ext uri="{FF2B5EF4-FFF2-40B4-BE49-F238E27FC236}">
                    <a16:creationId xmlns:a16="http://schemas.microsoft.com/office/drawing/2014/main" id="{830153AB-2E0F-E49D-A694-D4CAB19E60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680624" y="2784308"/>
                <a:ext cx="4942318" cy="2575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5" name="Straight Connector 213">
                <a:extLst>
                  <a:ext uri="{FF2B5EF4-FFF2-40B4-BE49-F238E27FC236}">
                    <a16:creationId xmlns:a16="http://schemas.microsoft.com/office/drawing/2014/main" id="{7CB670CA-83FA-416D-D621-7F063758D27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680624" y="2295063"/>
                <a:ext cx="2971398" cy="3064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215">
                <a:extLst>
                  <a:ext uri="{FF2B5EF4-FFF2-40B4-BE49-F238E27FC236}">
                    <a16:creationId xmlns:a16="http://schemas.microsoft.com/office/drawing/2014/main" id="{E759BAFB-C383-4B8E-C25E-0ED34EEF593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680624" y="2295321"/>
                <a:ext cx="2025496" cy="3064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7" name="TextBox 24">
                <a:extLst>
                  <a:ext uri="{FF2B5EF4-FFF2-40B4-BE49-F238E27FC236}">
                    <a16:creationId xmlns:a16="http://schemas.microsoft.com/office/drawing/2014/main" id="{67CE63B7-B917-2AA1-0078-08B1AFF883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710989">
                <a:off x="829081" y="4099067"/>
                <a:ext cx="425866" cy="3385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1050">
                    <a:solidFill>
                      <a:prstClr val="black"/>
                    </a:solidFill>
                  </a:rPr>
                  <a:t>…</a:t>
                </a:r>
              </a:p>
            </p:txBody>
          </p:sp>
          <p:sp>
            <p:nvSpPr>
              <p:cNvPr id="78" name="TextBox 218">
                <a:extLst>
                  <a:ext uri="{FF2B5EF4-FFF2-40B4-BE49-F238E27FC236}">
                    <a16:creationId xmlns:a16="http://schemas.microsoft.com/office/drawing/2014/main" id="{138D8580-4B22-E112-3548-8FC1F9CE63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7515077">
                <a:off x="4480660" y="5713361"/>
                <a:ext cx="425866" cy="3385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1050">
                    <a:solidFill>
                      <a:prstClr val="black"/>
                    </a:solidFill>
                  </a:rPr>
                  <a:t>…</a:t>
                </a:r>
              </a:p>
            </p:txBody>
          </p:sp>
          <p:sp>
            <p:nvSpPr>
              <p:cNvPr id="79" name="TextBox 219">
                <a:extLst>
                  <a:ext uri="{FF2B5EF4-FFF2-40B4-BE49-F238E27FC236}">
                    <a16:creationId xmlns:a16="http://schemas.microsoft.com/office/drawing/2014/main" id="{27BA0228-52D4-CB61-7A85-8FCF499E3C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3940343">
                <a:off x="6361506" y="3830805"/>
                <a:ext cx="554139" cy="4924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1800">
                    <a:solidFill>
                      <a:prstClr val="black"/>
                    </a:solidFill>
                  </a:rPr>
                  <a:t>…</a:t>
                </a:r>
              </a:p>
            </p:txBody>
          </p:sp>
          <p:sp>
            <p:nvSpPr>
              <p:cNvPr id="80" name="TextBox 220">
                <a:extLst>
                  <a:ext uri="{FF2B5EF4-FFF2-40B4-BE49-F238E27FC236}">
                    <a16:creationId xmlns:a16="http://schemas.microsoft.com/office/drawing/2014/main" id="{608E78CF-9643-AEF9-73FE-C6A22E9127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048420">
                <a:off x="4452195" y="2669232"/>
                <a:ext cx="554037" cy="492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1800">
                    <a:solidFill>
                      <a:prstClr val="black"/>
                    </a:solidFill>
                  </a:rPr>
                  <a:t>…</a:t>
                </a:r>
              </a:p>
            </p:txBody>
          </p:sp>
          <p:sp>
            <p:nvSpPr>
              <p:cNvPr id="81" name="TextBox 221">
                <a:extLst>
                  <a:ext uri="{FF2B5EF4-FFF2-40B4-BE49-F238E27FC236}">
                    <a16:creationId xmlns:a16="http://schemas.microsoft.com/office/drawing/2014/main" id="{2B991A3F-9DC9-B993-4667-DB747353BF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1283864">
                <a:off x="2159183" y="2671930"/>
                <a:ext cx="554037" cy="492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1800">
                    <a:solidFill>
                      <a:prstClr val="black"/>
                    </a:solidFill>
                  </a:rPr>
                  <a:t>…</a:t>
                </a:r>
              </a:p>
            </p:txBody>
          </p:sp>
        </p:grpSp>
        <p:grpSp>
          <p:nvGrpSpPr>
            <p:cNvPr id="82" name="Group 223">
              <a:extLst>
                <a:ext uri="{FF2B5EF4-FFF2-40B4-BE49-F238E27FC236}">
                  <a16:creationId xmlns:a16="http://schemas.microsoft.com/office/drawing/2014/main" id="{8F865AA5-2E56-15F8-7EEA-2FFC7A94D1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1683" y="2956910"/>
              <a:ext cx="5320904" cy="2771775"/>
              <a:chOff x="862570" y="2361120"/>
              <a:chExt cx="7094553" cy="3695520"/>
            </a:xfrm>
          </p:grpSpPr>
          <p:cxnSp>
            <p:nvCxnSpPr>
              <p:cNvPr id="83" name="Straight Connector 224">
                <a:extLst>
                  <a:ext uri="{FF2B5EF4-FFF2-40B4-BE49-F238E27FC236}">
                    <a16:creationId xmlns:a16="http://schemas.microsoft.com/office/drawing/2014/main" id="{AB454839-F843-693F-258F-C6DDB443F1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446332" y="2897188"/>
                <a:ext cx="4736982" cy="2535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25">
                <a:extLst>
                  <a:ext uri="{FF2B5EF4-FFF2-40B4-BE49-F238E27FC236}">
                    <a16:creationId xmlns:a16="http://schemas.microsoft.com/office/drawing/2014/main" id="{2329C963-0F05-0ADB-5087-D0156EFED1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972043" y="2885760"/>
                <a:ext cx="3213953" cy="3041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26">
                <a:extLst>
                  <a:ext uri="{FF2B5EF4-FFF2-40B4-BE49-F238E27FC236}">
                    <a16:creationId xmlns:a16="http://schemas.microsoft.com/office/drawing/2014/main" id="{70B36A04-557E-5767-61E9-72BFE9AC4A6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4328465" y="2877120"/>
                <a:ext cx="1866171" cy="31795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27">
                <a:extLst>
                  <a:ext uri="{FF2B5EF4-FFF2-40B4-BE49-F238E27FC236}">
                    <a16:creationId xmlns:a16="http://schemas.microsoft.com/office/drawing/2014/main" id="{98D73A43-4A56-B393-936D-E34EA2ADB62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270184" y="2877120"/>
                <a:ext cx="915812" cy="30585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7" name="Straight Connector 228">
                <a:extLst>
                  <a:ext uri="{FF2B5EF4-FFF2-40B4-BE49-F238E27FC236}">
                    <a16:creationId xmlns:a16="http://schemas.microsoft.com/office/drawing/2014/main" id="{64E9DF7F-A0AA-75B4-8F07-3246A3B1D6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67438" y="2901156"/>
                <a:ext cx="1141702" cy="2801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29">
                <a:extLst>
                  <a:ext uri="{FF2B5EF4-FFF2-40B4-BE49-F238E27FC236}">
                    <a16:creationId xmlns:a16="http://schemas.microsoft.com/office/drawing/2014/main" id="{E582248C-6296-B6A1-4472-A5430B8E6C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71406" y="2889250"/>
                <a:ext cx="1785717" cy="23552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30">
                <a:extLst>
                  <a:ext uri="{FF2B5EF4-FFF2-40B4-BE49-F238E27FC236}">
                    <a16:creationId xmlns:a16="http://schemas.microsoft.com/office/drawing/2014/main" id="{CADAC8CC-2684-09A2-C9D4-0FAAF442D40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79344" y="2881313"/>
                <a:ext cx="1587707" cy="13868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231">
                <a:extLst>
                  <a:ext uri="{FF2B5EF4-FFF2-40B4-BE49-F238E27FC236}">
                    <a16:creationId xmlns:a16="http://schemas.microsoft.com/office/drawing/2014/main" id="{888AB5D9-2A4F-145B-2B6E-EECB738BEE4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79344" y="2897188"/>
                <a:ext cx="602786" cy="2909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232">
                <a:extLst>
                  <a:ext uri="{FF2B5EF4-FFF2-40B4-BE49-F238E27FC236}">
                    <a16:creationId xmlns:a16="http://schemas.microsoft.com/office/drawing/2014/main" id="{1FB8A5AC-E8E8-66C9-5198-2E1D654687A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584546" y="2364240"/>
                <a:ext cx="1558252" cy="512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233">
                <a:extLst>
                  <a:ext uri="{FF2B5EF4-FFF2-40B4-BE49-F238E27FC236}">
                    <a16:creationId xmlns:a16="http://schemas.microsoft.com/office/drawing/2014/main" id="{532F6014-E451-C910-FFC7-BEF5535262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1549" y="2361120"/>
                <a:ext cx="2485808" cy="533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234">
                <a:extLst>
                  <a:ext uri="{FF2B5EF4-FFF2-40B4-BE49-F238E27FC236}">
                    <a16:creationId xmlns:a16="http://schemas.microsoft.com/office/drawing/2014/main" id="{9EFC0574-ADE0-6E6C-D917-73383356EBF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81460" y="2548080"/>
                <a:ext cx="4078617" cy="337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235">
                <a:extLst>
                  <a:ext uri="{FF2B5EF4-FFF2-40B4-BE49-F238E27FC236}">
                    <a16:creationId xmlns:a16="http://schemas.microsoft.com/office/drawing/2014/main" id="{B8DF9D5F-25AC-B2C1-DD05-A8D71B8BE1C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309418" y="2903040"/>
                <a:ext cx="4842020" cy="30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5" name="Straight Connector 236">
                <a:extLst>
                  <a:ext uri="{FF2B5EF4-FFF2-40B4-BE49-F238E27FC236}">
                    <a16:creationId xmlns:a16="http://schemas.microsoft.com/office/drawing/2014/main" id="{08E8B145-5FA1-9E63-5E92-B933C17E035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4801" y="2894400"/>
                <a:ext cx="5242556" cy="3770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6" name="Straight Connector 237">
                <a:extLst>
                  <a:ext uri="{FF2B5EF4-FFF2-40B4-BE49-F238E27FC236}">
                    <a16:creationId xmlns:a16="http://schemas.microsoft.com/office/drawing/2014/main" id="{2C401B07-0E85-57E8-BCA7-7D3E084D7EA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62570" y="2901156"/>
                <a:ext cx="5296930" cy="13866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7" name="Straight Connector 238">
                <a:extLst>
                  <a:ext uri="{FF2B5EF4-FFF2-40B4-BE49-F238E27FC236}">
                    <a16:creationId xmlns:a16="http://schemas.microsoft.com/office/drawing/2014/main" id="{75733A3D-03E8-D733-A73E-B6CB81431AA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101367" y="2901156"/>
                <a:ext cx="5077977" cy="20260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8" name="Group 239">
              <a:extLst>
                <a:ext uri="{FF2B5EF4-FFF2-40B4-BE49-F238E27FC236}">
                  <a16:creationId xmlns:a16="http://schemas.microsoft.com/office/drawing/2014/main" id="{A6E537D2-4CA5-7D05-9AC3-9F3F7A79A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1452" y="2876044"/>
              <a:ext cx="5368529" cy="2849165"/>
              <a:chOff x="799176" y="2251902"/>
              <a:chExt cx="7158126" cy="3799069"/>
            </a:xfrm>
          </p:grpSpPr>
          <p:cxnSp>
            <p:nvCxnSpPr>
              <p:cNvPr id="99" name="Straight Connector 240">
                <a:extLst>
                  <a:ext uri="{FF2B5EF4-FFF2-40B4-BE49-F238E27FC236}">
                    <a16:creationId xmlns:a16="http://schemas.microsoft.com/office/drawing/2014/main" id="{B5E2AD15-CCDA-00A5-CA92-F6DDAD47159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12365" y="2732956"/>
                <a:ext cx="3121627" cy="32043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0" name="Straight Connector 241">
                <a:extLst>
                  <a:ext uri="{FF2B5EF4-FFF2-40B4-BE49-F238E27FC236}">
                    <a16:creationId xmlns:a16="http://schemas.microsoft.com/office/drawing/2014/main" id="{77442C41-8462-4D1D-D032-C0CC159F1B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09682" y="2721528"/>
                <a:ext cx="2384511" cy="3329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" name="Straight Connector 242">
                <a:extLst>
                  <a:ext uri="{FF2B5EF4-FFF2-40B4-BE49-F238E27FC236}">
                    <a16:creationId xmlns:a16="http://schemas.microsoft.com/office/drawing/2014/main" id="{B209EDDB-EFC0-86CA-02CB-55368D2D81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01042" y="2712888"/>
                <a:ext cx="1091382" cy="31978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" name="Straight Connector 243">
                <a:extLst>
                  <a:ext uri="{FF2B5EF4-FFF2-40B4-BE49-F238E27FC236}">
                    <a16:creationId xmlns:a16="http://schemas.microsoft.com/office/drawing/2014/main" id="{6553F53C-0392-5500-DDF1-6EC713EA7BD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471306" y="2712888"/>
                <a:ext cx="538376" cy="2698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" name="Straight Connector 244">
                <a:extLst>
                  <a:ext uri="{FF2B5EF4-FFF2-40B4-BE49-F238E27FC236}">
                    <a16:creationId xmlns:a16="http://schemas.microsoft.com/office/drawing/2014/main" id="{A1120BF1-A3E7-6FB0-186D-24697D1D55E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007181" y="2736924"/>
                <a:ext cx="1021059" cy="20695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" name="Straight Connector 245">
                <a:extLst>
                  <a:ext uri="{FF2B5EF4-FFF2-40B4-BE49-F238E27FC236}">
                    <a16:creationId xmlns:a16="http://schemas.microsoft.com/office/drawing/2014/main" id="{39C6B5A7-B991-2B6E-C596-1F014B5E2D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799176" y="2725018"/>
                <a:ext cx="1225097" cy="14135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5" name="Straight Connector 246">
                <a:extLst>
                  <a:ext uri="{FF2B5EF4-FFF2-40B4-BE49-F238E27FC236}">
                    <a16:creationId xmlns:a16="http://schemas.microsoft.com/office/drawing/2014/main" id="{926D55A3-E9D2-CC53-45C2-5FF33B40927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932218" y="2704755"/>
                <a:ext cx="1107153" cy="588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6" name="Straight Connector 247">
                <a:extLst>
                  <a:ext uri="{FF2B5EF4-FFF2-40B4-BE49-F238E27FC236}">
                    <a16:creationId xmlns:a16="http://schemas.microsoft.com/office/drawing/2014/main" id="{3E06EA29-AC1A-47C3-ABA2-2C518E70A58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293642" y="2704755"/>
                <a:ext cx="745729" cy="2167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" name="Straight Connector 248">
                <a:extLst>
                  <a:ext uri="{FF2B5EF4-FFF2-40B4-BE49-F238E27FC236}">
                    <a16:creationId xmlns:a16="http://schemas.microsoft.com/office/drawing/2014/main" id="{544B676F-D2E1-E332-1ED8-3E328AF61F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52880" y="2251902"/>
                <a:ext cx="1141349" cy="4609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8" name="Straight Connector 249">
                <a:extLst>
                  <a:ext uri="{FF2B5EF4-FFF2-40B4-BE49-F238E27FC236}">
                    <a16:creationId xmlns:a16="http://schemas.microsoft.com/office/drawing/2014/main" id="{45006098-6CC5-5656-6B1B-007A2F05AA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018321" y="2332076"/>
                <a:ext cx="2284094" cy="3980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9" name="Straight Connector 250">
                <a:extLst>
                  <a:ext uri="{FF2B5EF4-FFF2-40B4-BE49-F238E27FC236}">
                    <a16:creationId xmlns:a16="http://schemas.microsoft.com/office/drawing/2014/main" id="{E3BC705F-F971-0C39-AF9D-303D742C2F3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035602" y="2721528"/>
                <a:ext cx="4016700" cy="141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0" name="Straight Connector 251">
                <a:extLst>
                  <a:ext uri="{FF2B5EF4-FFF2-40B4-BE49-F238E27FC236}">
                    <a16:creationId xmlns:a16="http://schemas.microsoft.com/office/drawing/2014/main" id="{BD171E36-69A0-909B-6E5A-28BCE9ADD6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044240" y="2738808"/>
                <a:ext cx="4755057" cy="5290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1" name="Straight Connector 252">
                <a:extLst>
                  <a:ext uri="{FF2B5EF4-FFF2-40B4-BE49-F238E27FC236}">
                    <a16:creationId xmlns:a16="http://schemas.microsoft.com/office/drawing/2014/main" id="{C28799DC-1FCE-03AA-5568-375022BF438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018321" y="2730168"/>
                <a:ext cx="5710381" cy="15549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2" name="Straight Connector 253">
                <a:extLst>
                  <a:ext uri="{FF2B5EF4-FFF2-40B4-BE49-F238E27FC236}">
                    <a16:creationId xmlns:a16="http://schemas.microsoft.com/office/drawing/2014/main" id="{F24AE2D4-577A-C416-317F-534D2F1439C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036178" y="2736924"/>
                <a:ext cx="5921124" cy="2462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3" name="Straight Connector 254">
                <a:extLst>
                  <a:ext uri="{FF2B5EF4-FFF2-40B4-BE49-F238E27FC236}">
                    <a16:creationId xmlns:a16="http://schemas.microsoft.com/office/drawing/2014/main" id="{D77BD76F-4241-330D-0167-E4A6C575821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016335" y="2736924"/>
                <a:ext cx="5165304" cy="3000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4" name="Rectangle 3">
              <a:extLst>
                <a:ext uri="{FF2B5EF4-FFF2-40B4-BE49-F238E27FC236}">
                  <a16:creationId xmlns:a16="http://schemas.microsoft.com/office/drawing/2014/main" id="{6475BA41-4E41-E854-A79C-7788B2E2C13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26164" y="2146714"/>
              <a:ext cx="7744579" cy="385826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925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685800">
                <a:spcBef>
                  <a:spcPts val="750"/>
                </a:spcBef>
                <a:buSzPct val="75000"/>
                <a:buNone/>
              </a:pPr>
              <a:r>
                <a:rPr lang="en-US" altLang="en-US" sz="2100" i="1" dirty="0">
                  <a:solidFill>
                    <a:srgbClr val="CC0000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Question: </a:t>
              </a: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given </a:t>
              </a:r>
              <a:r>
                <a:rPr lang="en-US" altLang="en-US" sz="2100" i="1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millions</a:t>
              </a: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 of access ISPs, how to connect them together?</a:t>
              </a:r>
            </a:p>
          </p:txBody>
        </p:sp>
        <p:grpSp>
          <p:nvGrpSpPr>
            <p:cNvPr id="115" name="Group 5">
              <a:extLst>
                <a:ext uri="{FF2B5EF4-FFF2-40B4-BE49-F238E27FC236}">
                  <a16:creationId xmlns:a16="http://schemas.microsoft.com/office/drawing/2014/main" id="{CD0B9CF5-D693-F149-C155-859FAC63B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3404" y="2630858"/>
              <a:ext cx="6362152" cy="3442588"/>
              <a:chOff x="139538" y="1890271"/>
              <a:chExt cx="8481726" cy="4590472"/>
            </a:xfrm>
          </p:grpSpPr>
          <p:grpSp>
            <p:nvGrpSpPr>
              <p:cNvPr id="116" name="Group 2">
                <a:extLst>
                  <a:ext uri="{FF2B5EF4-FFF2-40B4-BE49-F238E27FC236}">
                    <a16:creationId xmlns:a16="http://schemas.microsoft.com/office/drawing/2014/main" id="{3A756351-FD37-ADC9-3A94-C5ECAF3E74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9396" y="22976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68" name="Freeform 84">
                  <a:extLst>
                    <a:ext uri="{FF2B5EF4-FFF2-40B4-BE49-F238E27FC236}">
                      <a16:creationId xmlns:a16="http://schemas.microsoft.com/office/drawing/2014/main" id="{D829B377-8929-64F8-2047-9DF0B94D2A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69" name="TextBox 1">
                  <a:extLst>
                    <a:ext uri="{FF2B5EF4-FFF2-40B4-BE49-F238E27FC236}">
                      <a16:creationId xmlns:a16="http://schemas.microsoft.com/office/drawing/2014/main" id="{27D7BE04-6816-B049-34BF-8A8C78768A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17" name="Group 131">
                <a:extLst>
                  <a:ext uri="{FF2B5EF4-FFF2-40B4-BE49-F238E27FC236}">
                    <a16:creationId xmlns:a16="http://schemas.microsoft.com/office/drawing/2014/main" id="{7F8B8500-3391-C6A4-6CE7-BAEB500187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3696" y="30977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66" name="Freeform 84">
                  <a:extLst>
                    <a:ext uri="{FF2B5EF4-FFF2-40B4-BE49-F238E27FC236}">
                      <a16:creationId xmlns:a16="http://schemas.microsoft.com/office/drawing/2014/main" id="{F3E1B91F-EE8B-1347-03B5-DE9E46F599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67" name="TextBox 133">
                  <a:extLst>
                    <a:ext uri="{FF2B5EF4-FFF2-40B4-BE49-F238E27FC236}">
                      <a16:creationId xmlns:a16="http://schemas.microsoft.com/office/drawing/2014/main" id="{A6716E85-0CDF-AB7D-6BC1-D8C6760D45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18" name="Group 135">
                <a:extLst>
                  <a:ext uri="{FF2B5EF4-FFF2-40B4-BE49-F238E27FC236}">
                    <a16:creationId xmlns:a16="http://schemas.microsoft.com/office/drawing/2014/main" id="{39BF73E2-586C-134C-6C82-4C471EEDF8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37896" y="25516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64" name="Freeform 84">
                  <a:extLst>
                    <a:ext uri="{FF2B5EF4-FFF2-40B4-BE49-F238E27FC236}">
                      <a16:creationId xmlns:a16="http://schemas.microsoft.com/office/drawing/2014/main" id="{24466815-0DC8-35EF-421C-9ABCE82224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65" name="TextBox 137">
                  <a:extLst>
                    <a:ext uri="{FF2B5EF4-FFF2-40B4-BE49-F238E27FC236}">
                      <a16:creationId xmlns:a16="http://schemas.microsoft.com/office/drawing/2014/main" id="{F6B64BC8-9637-C913-7AB0-8F95CCB2A4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19" name="Group 138">
                <a:extLst>
                  <a:ext uri="{FF2B5EF4-FFF2-40B4-BE49-F238E27FC236}">
                    <a16:creationId xmlns:a16="http://schemas.microsoft.com/office/drawing/2014/main" id="{0419508A-D705-999E-0864-4A2436C344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5196" y="54091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62" name="Freeform 84">
                  <a:extLst>
                    <a:ext uri="{FF2B5EF4-FFF2-40B4-BE49-F238E27FC236}">
                      <a16:creationId xmlns:a16="http://schemas.microsoft.com/office/drawing/2014/main" id="{E9649B99-5563-C338-AC8D-946B3F631F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63" name="TextBox 140">
                  <a:extLst>
                    <a:ext uri="{FF2B5EF4-FFF2-40B4-BE49-F238E27FC236}">
                      <a16:creationId xmlns:a16="http://schemas.microsoft.com/office/drawing/2014/main" id="{AFB9A073-2A84-D382-75D3-7AFA414707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0" name="Group 141">
                <a:extLst>
                  <a:ext uri="{FF2B5EF4-FFF2-40B4-BE49-F238E27FC236}">
                    <a16:creationId xmlns:a16="http://schemas.microsoft.com/office/drawing/2014/main" id="{50A37F31-F8B9-81D8-54B5-3EB2A57C2A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6096" y="47868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60" name="Freeform 84">
                  <a:extLst>
                    <a:ext uri="{FF2B5EF4-FFF2-40B4-BE49-F238E27FC236}">
                      <a16:creationId xmlns:a16="http://schemas.microsoft.com/office/drawing/2014/main" id="{13A74E10-2227-F157-B9B4-9E9FA9C24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61" name="TextBox 143">
                  <a:extLst>
                    <a:ext uri="{FF2B5EF4-FFF2-40B4-BE49-F238E27FC236}">
                      <a16:creationId xmlns:a16="http://schemas.microsoft.com/office/drawing/2014/main" id="{64A1A2CE-DCA7-C582-22B1-BD64E33AC8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 dirty="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1" name="Group 144">
                <a:extLst>
                  <a:ext uri="{FF2B5EF4-FFF2-40B4-BE49-F238E27FC236}">
                    <a16:creationId xmlns:a16="http://schemas.microsoft.com/office/drawing/2014/main" id="{8AE19760-A522-06F0-1639-1DEE3BB2BC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96" y="41264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58" name="Freeform 84">
                  <a:extLst>
                    <a:ext uri="{FF2B5EF4-FFF2-40B4-BE49-F238E27FC236}">
                      <a16:creationId xmlns:a16="http://schemas.microsoft.com/office/drawing/2014/main" id="{E44F1E99-36B9-D3A5-6E24-CD8941D105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9" name="TextBox 146">
                  <a:extLst>
                    <a:ext uri="{FF2B5EF4-FFF2-40B4-BE49-F238E27FC236}">
                      <a16:creationId xmlns:a16="http://schemas.microsoft.com/office/drawing/2014/main" id="{95F934A0-2590-E720-1F76-BEEB1C3B3F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2" name="Group 147">
                <a:extLst>
                  <a:ext uri="{FF2B5EF4-FFF2-40B4-BE49-F238E27FC236}">
                    <a16:creationId xmlns:a16="http://schemas.microsoft.com/office/drawing/2014/main" id="{1A7287C7-9451-9C12-0C03-D1BB4B3D87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87196" y="29834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56" name="Freeform 84">
                  <a:extLst>
                    <a:ext uri="{FF2B5EF4-FFF2-40B4-BE49-F238E27FC236}">
                      <a16:creationId xmlns:a16="http://schemas.microsoft.com/office/drawing/2014/main" id="{077980C7-17D8-645D-3847-0A30E991AA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7" name="TextBox 149">
                  <a:extLst>
                    <a:ext uri="{FF2B5EF4-FFF2-40B4-BE49-F238E27FC236}">
                      <a16:creationId xmlns:a16="http://schemas.microsoft.com/office/drawing/2014/main" id="{2D204C78-5059-18E7-EBA7-EADC75AA26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3" name="Group 150">
                <a:extLst>
                  <a:ext uri="{FF2B5EF4-FFF2-40B4-BE49-F238E27FC236}">
                    <a16:creationId xmlns:a16="http://schemas.microsoft.com/office/drawing/2014/main" id="{B8ABA75C-9E45-2194-9632-6BA2EE7F44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9596" y="20563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54" name="Freeform 84">
                  <a:extLst>
                    <a:ext uri="{FF2B5EF4-FFF2-40B4-BE49-F238E27FC236}">
                      <a16:creationId xmlns:a16="http://schemas.microsoft.com/office/drawing/2014/main" id="{AFAF335A-0F83-EF0F-C7EF-70E0372686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5" name="TextBox 152">
                  <a:extLst>
                    <a:ext uri="{FF2B5EF4-FFF2-40B4-BE49-F238E27FC236}">
                      <a16:creationId xmlns:a16="http://schemas.microsoft.com/office/drawing/2014/main" id="{EA789402-B99B-62E2-DE9E-E784210517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4" name="Group 153">
                <a:extLst>
                  <a:ext uri="{FF2B5EF4-FFF2-40B4-BE49-F238E27FC236}">
                    <a16:creationId xmlns:a16="http://schemas.microsoft.com/office/drawing/2014/main" id="{8B8C03DB-48C7-F327-A24D-F32F69B812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4696" y="27040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52" name="Freeform 84">
                  <a:extLst>
                    <a:ext uri="{FF2B5EF4-FFF2-40B4-BE49-F238E27FC236}">
                      <a16:creationId xmlns:a16="http://schemas.microsoft.com/office/drawing/2014/main" id="{E119DFC5-A261-2F35-E340-0D19CF8A3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3" name="TextBox 155">
                  <a:extLst>
                    <a:ext uri="{FF2B5EF4-FFF2-40B4-BE49-F238E27FC236}">
                      <a16:creationId xmlns:a16="http://schemas.microsoft.com/office/drawing/2014/main" id="{18AFBC11-5233-2A0F-180D-69A5A8521F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5" name="Group 156">
                <a:extLst>
                  <a:ext uri="{FF2B5EF4-FFF2-40B4-BE49-F238E27FC236}">
                    <a16:creationId xmlns:a16="http://schemas.microsoft.com/office/drawing/2014/main" id="{1B8554AE-2A27-F208-0B89-26938EA346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43996" y="20309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50" name="Freeform 84">
                  <a:extLst>
                    <a:ext uri="{FF2B5EF4-FFF2-40B4-BE49-F238E27FC236}">
                      <a16:creationId xmlns:a16="http://schemas.microsoft.com/office/drawing/2014/main" id="{2B4DCCBF-BFA7-9090-F461-BEC1C3DDFB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51" name="TextBox 158">
                  <a:extLst>
                    <a:ext uri="{FF2B5EF4-FFF2-40B4-BE49-F238E27FC236}">
                      <a16:creationId xmlns:a16="http://schemas.microsoft.com/office/drawing/2014/main" id="{FBBF42E0-F958-8810-F701-3736C2A0CF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6" name="Group 160">
                <a:extLst>
                  <a:ext uri="{FF2B5EF4-FFF2-40B4-BE49-F238E27FC236}">
                    <a16:creationId xmlns:a16="http://schemas.microsoft.com/office/drawing/2014/main" id="{83B8B971-F63B-0B60-B3E9-22FCBFE5BE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4696" y="56631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48" name="Freeform 84">
                  <a:extLst>
                    <a:ext uri="{FF2B5EF4-FFF2-40B4-BE49-F238E27FC236}">
                      <a16:creationId xmlns:a16="http://schemas.microsoft.com/office/drawing/2014/main" id="{C3C04605-3E56-714B-194E-58113CA35E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9" name="TextBox 162">
                  <a:extLst>
                    <a:ext uri="{FF2B5EF4-FFF2-40B4-BE49-F238E27FC236}">
                      <a16:creationId xmlns:a16="http://schemas.microsoft.com/office/drawing/2014/main" id="{881971D0-1EBD-565E-05A9-58651639ED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7" name="Group 163">
                <a:extLst>
                  <a:ext uri="{FF2B5EF4-FFF2-40B4-BE49-F238E27FC236}">
                    <a16:creationId xmlns:a16="http://schemas.microsoft.com/office/drawing/2014/main" id="{A426188C-CDD0-776F-A14B-24FD361D4D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2896" y="50154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46" name="Freeform 84">
                  <a:extLst>
                    <a:ext uri="{FF2B5EF4-FFF2-40B4-BE49-F238E27FC236}">
                      <a16:creationId xmlns:a16="http://schemas.microsoft.com/office/drawing/2014/main" id="{95DAAC31-533D-378D-E309-8BF2CAD205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7" name="TextBox 165">
                  <a:extLst>
                    <a:ext uri="{FF2B5EF4-FFF2-40B4-BE49-F238E27FC236}">
                      <a16:creationId xmlns:a16="http://schemas.microsoft.com/office/drawing/2014/main" id="{0FA00778-BC02-3F84-1D16-EE1732E28E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8" name="Group 166">
                <a:extLst>
                  <a:ext uri="{FF2B5EF4-FFF2-40B4-BE49-F238E27FC236}">
                    <a16:creationId xmlns:a16="http://schemas.microsoft.com/office/drawing/2014/main" id="{B4F82D74-2FBA-2933-091C-128701D104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4296" y="41010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44" name="Freeform 84">
                  <a:extLst>
                    <a:ext uri="{FF2B5EF4-FFF2-40B4-BE49-F238E27FC236}">
                      <a16:creationId xmlns:a16="http://schemas.microsoft.com/office/drawing/2014/main" id="{972387C1-E6A6-5483-7095-FEB46B9D8D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5" name="TextBox 168">
                  <a:extLst>
                    <a:ext uri="{FF2B5EF4-FFF2-40B4-BE49-F238E27FC236}">
                      <a16:creationId xmlns:a16="http://schemas.microsoft.com/office/drawing/2014/main" id="{F937DF3C-13D0-D88C-0BAE-E1E926F0E7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29" name="Group 169">
                <a:extLst>
                  <a:ext uri="{FF2B5EF4-FFF2-40B4-BE49-F238E27FC236}">
                    <a16:creationId xmlns:a16="http://schemas.microsoft.com/office/drawing/2014/main" id="{60B02696-35A8-E19C-F84B-62D5810612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69496" y="59044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42" name="Freeform 84">
                  <a:extLst>
                    <a:ext uri="{FF2B5EF4-FFF2-40B4-BE49-F238E27FC236}">
                      <a16:creationId xmlns:a16="http://schemas.microsoft.com/office/drawing/2014/main" id="{F2FD933B-27BA-A299-ED4C-DB6A52F386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3" name="TextBox 171">
                  <a:extLst>
                    <a:ext uri="{FF2B5EF4-FFF2-40B4-BE49-F238E27FC236}">
                      <a16:creationId xmlns:a16="http://schemas.microsoft.com/office/drawing/2014/main" id="{E50C9A13-0E54-07B8-1CD6-AFF4C4633A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30" name="Group 172">
                <a:extLst>
                  <a:ext uri="{FF2B5EF4-FFF2-40B4-BE49-F238E27FC236}">
                    <a16:creationId xmlns:a16="http://schemas.microsoft.com/office/drawing/2014/main" id="{FDDF44D6-1741-4B2D-A281-B8DEB0C7D8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5096" y="60441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40" name="Freeform 84">
                  <a:extLst>
                    <a:ext uri="{FF2B5EF4-FFF2-40B4-BE49-F238E27FC236}">
                      <a16:creationId xmlns:a16="http://schemas.microsoft.com/office/drawing/2014/main" id="{41BC2B7F-669E-D62D-6E4A-A378CCBB61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1" name="TextBox 174">
                  <a:extLst>
                    <a:ext uri="{FF2B5EF4-FFF2-40B4-BE49-F238E27FC236}">
                      <a16:creationId xmlns:a16="http://schemas.microsoft.com/office/drawing/2014/main" id="{43CF4E9C-7500-6A29-C54D-F8FD1D01A0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grpSp>
            <p:nvGrpSpPr>
              <p:cNvPr id="131" name="Group 175">
                <a:extLst>
                  <a:ext uri="{FF2B5EF4-FFF2-40B4-BE49-F238E27FC236}">
                    <a16:creationId xmlns:a16="http://schemas.microsoft.com/office/drawing/2014/main" id="{D66CD85D-D632-C728-8941-0998287955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5896" y="5891755"/>
                <a:ext cx="678368" cy="418253"/>
                <a:chOff x="3053396" y="4304255"/>
                <a:chExt cx="678368" cy="418253"/>
              </a:xfrm>
            </p:grpSpPr>
            <p:sp>
              <p:nvSpPr>
                <p:cNvPr id="138" name="Freeform 84">
                  <a:extLst>
                    <a:ext uri="{FF2B5EF4-FFF2-40B4-BE49-F238E27FC236}">
                      <a16:creationId xmlns:a16="http://schemas.microsoft.com/office/drawing/2014/main" id="{A14456CD-F9F1-5FAA-4715-20C7E6B086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/>
                  <a:endParaRPr lang="en-US" sz="135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39" name="TextBox 177">
                  <a:extLst>
                    <a:ext uri="{FF2B5EF4-FFF2-40B4-BE49-F238E27FC236}">
                      <a16:creationId xmlns:a16="http://schemas.microsoft.com/office/drawing/2014/main" id="{0769C528-3A84-A606-5AFF-563D52E067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8085" y="4323258"/>
                  <a:ext cx="643679" cy="3967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access</a:t>
                  </a:r>
                </a:p>
                <a:p>
                  <a:pPr algn="ctr" defTabSz="685800">
                    <a:lnSpc>
                      <a:spcPts val="750"/>
                    </a:lnSpc>
                  </a:pPr>
                  <a:r>
                    <a:rPr lang="en-US" altLang="en-US" sz="750">
                      <a:solidFill>
                        <a:prstClr val="black"/>
                      </a:solidFill>
                    </a:rPr>
                    <a:t>net</a:t>
                  </a:r>
                </a:p>
              </p:txBody>
            </p:sp>
          </p:grpSp>
          <p:sp>
            <p:nvSpPr>
              <p:cNvPr id="132" name="TextBox 4">
                <a:extLst>
                  <a:ext uri="{FF2B5EF4-FFF2-40B4-BE49-F238E27FC236}">
                    <a16:creationId xmlns:a16="http://schemas.microsoft.com/office/drawing/2014/main" id="{D2585480-F374-31F1-F71A-18A1DAEABE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053502">
                <a:off x="5112763" y="1940390"/>
                <a:ext cx="605212" cy="55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2100">
                    <a:solidFill>
                      <a:srgbClr val="0000FF"/>
                    </a:solidFill>
                  </a:rPr>
                  <a:t>…</a:t>
                </a:r>
              </a:p>
            </p:txBody>
          </p:sp>
          <p:sp>
            <p:nvSpPr>
              <p:cNvPr id="133" name="TextBox 179">
                <a:extLst>
                  <a:ext uri="{FF2B5EF4-FFF2-40B4-BE49-F238E27FC236}">
                    <a16:creationId xmlns:a16="http://schemas.microsoft.com/office/drawing/2014/main" id="{100D9BDA-705B-8F5D-4DEC-06B688D80C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829263">
                <a:off x="7398699" y="3413648"/>
                <a:ext cx="605340" cy="5539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2100">
                    <a:solidFill>
                      <a:srgbClr val="0000FF"/>
                    </a:solidFill>
                  </a:rPr>
                  <a:t>…</a:t>
                </a:r>
              </a:p>
            </p:txBody>
          </p:sp>
          <p:sp>
            <p:nvSpPr>
              <p:cNvPr id="134" name="TextBox 180">
                <a:extLst>
                  <a:ext uri="{FF2B5EF4-FFF2-40B4-BE49-F238E27FC236}">
                    <a16:creationId xmlns:a16="http://schemas.microsoft.com/office/drawing/2014/main" id="{F24EA374-D3F8-500B-2F0F-E3ECCCC73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9845918">
                <a:off x="6067505" y="5926703"/>
                <a:ext cx="605212" cy="55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2100">
                    <a:solidFill>
                      <a:srgbClr val="0000FF"/>
                    </a:solidFill>
                  </a:rPr>
                  <a:t>…</a:t>
                </a:r>
              </a:p>
            </p:txBody>
          </p:sp>
          <p:sp>
            <p:nvSpPr>
              <p:cNvPr id="135" name="TextBox 181">
                <a:extLst>
                  <a:ext uri="{FF2B5EF4-FFF2-40B4-BE49-F238E27FC236}">
                    <a16:creationId xmlns:a16="http://schemas.microsoft.com/office/drawing/2014/main" id="{D30548CB-AEDE-E577-673E-CA6C4739D6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1651262">
                <a:off x="1700050" y="5830061"/>
                <a:ext cx="605212" cy="55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2100">
                    <a:solidFill>
                      <a:srgbClr val="0000FF"/>
                    </a:solidFill>
                  </a:rPr>
                  <a:t>…</a:t>
                </a:r>
              </a:p>
            </p:txBody>
          </p:sp>
          <p:sp>
            <p:nvSpPr>
              <p:cNvPr id="136" name="TextBox 182">
                <a:extLst>
                  <a:ext uri="{FF2B5EF4-FFF2-40B4-BE49-F238E27FC236}">
                    <a16:creationId xmlns:a16="http://schemas.microsoft.com/office/drawing/2014/main" id="{887E7515-6469-AA9F-16EB-65675667EF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607303">
                <a:off x="113830" y="3523674"/>
                <a:ext cx="605340" cy="5539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2100">
                    <a:solidFill>
                      <a:srgbClr val="0000FF"/>
                    </a:solidFill>
                  </a:rPr>
                  <a:t>…</a:t>
                </a:r>
              </a:p>
            </p:txBody>
          </p:sp>
          <p:sp>
            <p:nvSpPr>
              <p:cNvPr id="137" name="TextBox 183">
                <a:extLst>
                  <a:ext uri="{FF2B5EF4-FFF2-40B4-BE49-F238E27FC236}">
                    <a16:creationId xmlns:a16="http://schemas.microsoft.com/office/drawing/2014/main" id="{189C276B-EC52-D749-4828-0883FC69F3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0582737">
                <a:off x="2299640" y="1890271"/>
                <a:ext cx="605212" cy="55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2100">
                    <a:solidFill>
                      <a:srgbClr val="0000FF"/>
                    </a:solidFill>
                  </a:rPr>
                  <a:t>…</a:t>
                </a: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2A211C04-54EF-09D4-1861-EBAEA9C19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657" y="3729056"/>
              <a:ext cx="3201590" cy="923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</a:rPr>
                <a:t>connecting each access ISP to each other directly </a:t>
              </a:r>
              <a:r>
                <a:rPr lang="en-US" altLang="en-US" sz="1800" i="1" dirty="0">
                  <a:solidFill>
                    <a:srgbClr val="CC0000"/>
                  </a:solidFill>
                  <a:latin typeface="Calibri" panose="020F0502020204030204"/>
                </a:rPr>
                <a:t>doesn’t scale: </a:t>
              </a:r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</a:rPr>
                <a:t>O(</a:t>
              </a:r>
              <a:r>
                <a:rPr lang="en-US" altLang="en-US" sz="1800" i="1" dirty="0">
                  <a:solidFill>
                    <a:prstClr val="black"/>
                  </a:solidFill>
                  <a:latin typeface="Calibri" panose="020F0502020204030204"/>
                </a:rPr>
                <a:t>N</a:t>
              </a:r>
              <a:r>
                <a:rPr lang="en-US" altLang="en-US" sz="1800" baseline="30000" dirty="0">
                  <a:solidFill>
                    <a:prstClr val="black"/>
                  </a:solidFill>
                  <a:latin typeface="Calibri" panose="020F0502020204030204"/>
                </a:rPr>
                <a:t>2</a:t>
              </a:r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</a:rPr>
                <a:t>) connections.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Internet: a “network of networks”</a:t>
            </a:r>
          </a:p>
        </p:txBody>
      </p:sp>
    </p:spTree>
    <p:extLst>
      <p:ext uri="{BB962C8B-B14F-4D97-AF65-F5344CB8AC3E}">
        <p14:creationId xmlns:p14="http://schemas.microsoft.com/office/powerpoint/2010/main" val="443239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8808B53B-9954-A075-418D-7BD1DF6FC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299" y="2052047"/>
            <a:ext cx="61531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defRPr/>
            </a:pPr>
            <a:r>
              <a:rPr lang="en-US" sz="1800" i="1" dirty="0">
                <a:solidFill>
                  <a:srgbClr val="CC0000"/>
                </a:solidFill>
                <a:latin typeface="Calibri" panose="020F0502020204030204"/>
              </a:rPr>
              <a:t>Option: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connect each access ISP to one global transit ISP? </a:t>
            </a:r>
          </a:p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defRPr/>
            </a:pPr>
            <a:r>
              <a:rPr lang="en-US" sz="1800" i="1" dirty="0">
                <a:solidFill>
                  <a:srgbClr val="C00000"/>
                </a:solidFill>
                <a:latin typeface="Calibri" panose="020F0502020204030204"/>
              </a:rPr>
              <a:t>Customer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and </a:t>
            </a:r>
            <a:r>
              <a:rPr lang="en-US" sz="1800" i="1" dirty="0">
                <a:solidFill>
                  <a:srgbClr val="C00000"/>
                </a:solidFill>
                <a:latin typeface="Calibri" panose="020F0502020204030204"/>
              </a:rPr>
              <a:t>provider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ISPs have economic agreement.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601F53-D3AD-9CA3-2E75-168BBC2561F5}"/>
              </a:ext>
            </a:extLst>
          </p:cNvPr>
          <p:cNvGrpSpPr/>
          <p:nvPr/>
        </p:nvGrpSpPr>
        <p:grpSpPr>
          <a:xfrm>
            <a:off x="1722256" y="2941070"/>
            <a:ext cx="5382815" cy="2812775"/>
            <a:chOff x="2298266" y="2316723"/>
            <a:chExt cx="7177087" cy="3750366"/>
          </a:xfrm>
        </p:grpSpPr>
        <p:sp>
          <p:nvSpPr>
            <p:cNvPr id="8" name="Oval 3">
              <a:extLst>
                <a:ext uri="{FF2B5EF4-FFF2-40B4-BE49-F238E27FC236}">
                  <a16:creationId xmlns:a16="http://schemas.microsoft.com/office/drawing/2014/main" id="{6CE948A0-EF9B-A70A-3950-15E250FF0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4557" y="3143854"/>
              <a:ext cx="3864121" cy="1970736"/>
            </a:xfrm>
            <a:prstGeom prst="ellipse">
              <a:avLst/>
            </a:prstGeom>
            <a:solidFill>
              <a:srgbClr val="3C6CD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</a:endParaRPr>
            </a:p>
          </p:txBody>
        </p:sp>
        <p:cxnSp>
          <p:nvCxnSpPr>
            <p:cNvPr id="9" name="Straight Connector 10">
              <a:extLst>
                <a:ext uri="{FF2B5EF4-FFF2-40B4-BE49-F238E27FC236}">
                  <a16:creationId xmlns:a16="http://schemas.microsoft.com/office/drawing/2014/main" id="{DBF2583A-6556-0FD2-7C17-80B32086AA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4178" y="3581064"/>
              <a:ext cx="1223963" cy="968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Straight Connector 297">
              <a:extLst>
                <a:ext uri="{FF2B5EF4-FFF2-40B4-BE49-F238E27FC236}">
                  <a16:creationId xmlns:a16="http://schemas.microsoft.com/office/drawing/2014/main" id="{6CD1BC6E-1352-F15B-2A47-BE006F8F84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87591" y="3984289"/>
              <a:ext cx="139700" cy="1127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Straight Connector 298">
              <a:extLst>
                <a:ext uri="{FF2B5EF4-FFF2-40B4-BE49-F238E27FC236}">
                  <a16:creationId xmlns:a16="http://schemas.microsoft.com/office/drawing/2014/main" id="{18905D6C-8607-2CCF-BBCA-B4A776FF21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57403" y="4260514"/>
              <a:ext cx="280988" cy="619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Straight Connector 299">
              <a:extLst>
                <a:ext uri="{FF2B5EF4-FFF2-40B4-BE49-F238E27FC236}">
                  <a16:creationId xmlns:a16="http://schemas.microsoft.com/office/drawing/2014/main" id="{96ED1611-FB6A-87DF-3311-BBC5D32346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214503" y="4022389"/>
              <a:ext cx="223838" cy="14922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Straight Connector 300">
              <a:extLst>
                <a:ext uri="{FF2B5EF4-FFF2-40B4-BE49-F238E27FC236}">
                  <a16:creationId xmlns:a16="http://schemas.microsoft.com/office/drawing/2014/main" id="{8E71F770-4C21-C95A-4038-84FEC08A3D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54141" y="4427202"/>
              <a:ext cx="238125" cy="13335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Connector 301">
              <a:extLst>
                <a:ext uri="{FF2B5EF4-FFF2-40B4-BE49-F238E27FC236}">
                  <a16:creationId xmlns:a16="http://schemas.microsoft.com/office/drawing/2014/main" id="{937D543C-57AD-A4E6-8615-110264A0FC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06641" y="4327189"/>
              <a:ext cx="292100" cy="3429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Connector 302">
              <a:extLst>
                <a:ext uri="{FF2B5EF4-FFF2-40B4-BE49-F238E27FC236}">
                  <a16:creationId xmlns:a16="http://schemas.microsoft.com/office/drawing/2014/main" id="{92906326-399C-1B30-3B92-36390E2CB1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374966" y="4308139"/>
              <a:ext cx="412750" cy="1682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Straight Connector 303">
              <a:extLst>
                <a:ext uri="{FF2B5EF4-FFF2-40B4-BE49-F238E27FC236}">
                  <a16:creationId xmlns:a16="http://schemas.microsoft.com/office/drawing/2014/main" id="{8558C9C6-9AC3-5B61-4914-0903E8FE62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359091" y="3836652"/>
              <a:ext cx="328612" cy="2667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Straight Connector 304">
              <a:extLst>
                <a:ext uri="{FF2B5EF4-FFF2-40B4-BE49-F238E27FC236}">
                  <a16:creationId xmlns:a16="http://schemas.microsoft.com/office/drawing/2014/main" id="{CD3F4CF8-8CA2-6181-7C15-1B929714E4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155766" y="3660439"/>
              <a:ext cx="261937" cy="11906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Box 39958">
              <a:extLst>
                <a:ext uri="{FF2B5EF4-FFF2-40B4-BE49-F238E27FC236}">
                  <a16:creationId xmlns:a16="http://schemas.microsoft.com/office/drawing/2014/main" id="{864A662B-E5C5-ABF1-5026-277B6750E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9407" y="3644564"/>
              <a:ext cx="1019937" cy="86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r>
                <a:rPr lang="en-US" altLang="en-US" sz="1800" i="1" dirty="0">
                  <a:solidFill>
                    <a:prstClr val="white"/>
                  </a:solidFill>
                  <a:latin typeface="Calibri" panose="020F0502020204030204"/>
                </a:rPr>
                <a:t>global</a:t>
              </a:r>
              <a:br>
                <a:rPr lang="en-US" altLang="en-US" sz="1800" i="1" dirty="0">
                  <a:solidFill>
                    <a:prstClr val="white"/>
                  </a:solidFill>
                  <a:latin typeface="Calibri" panose="020F0502020204030204"/>
                </a:rPr>
              </a:br>
              <a:r>
                <a:rPr lang="en-US" altLang="en-US" sz="1800" i="1" dirty="0">
                  <a:solidFill>
                    <a:prstClr val="white"/>
                  </a:solidFill>
                  <a:latin typeface="Calibri" panose="020F0502020204030204"/>
                </a:rPr>
                <a:t>ISP</a:t>
              </a:r>
            </a:p>
          </p:txBody>
        </p:sp>
        <p:cxnSp>
          <p:nvCxnSpPr>
            <p:cNvPr id="19" name="Straight Connector 307">
              <a:extLst>
                <a:ext uri="{FF2B5EF4-FFF2-40B4-BE49-F238E27FC236}">
                  <a16:creationId xmlns:a16="http://schemas.microsoft.com/office/drawing/2014/main" id="{3F603168-0054-5C04-D6B6-DCAE7F9FA5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98266" y="4320839"/>
              <a:ext cx="1971675" cy="21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Straight Connector 308">
              <a:extLst>
                <a:ext uri="{FF2B5EF4-FFF2-40B4-BE49-F238E27FC236}">
                  <a16:creationId xmlns:a16="http://schemas.microsoft.com/office/drawing/2014/main" id="{6B05A30A-9581-F712-8BB0-BEFE94009D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25278" y="4633577"/>
              <a:ext cx="1744663" cy="411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Straight Connector 309">
              <a:extLst>
                <a:ext uri="{FF2B5EF4-FFF2-40B4-BE49-F238E27FC236}">
                  <a16:creationId xmlns:a16="http://schemas.microsoft.com/office/drawing/2014/main" id="{E8788EF9-25C0-D79B-CCEA-69328B094F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28503" y="4682789"/>
              <a:ext cx="1431925" cy="755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Straight Connector 310">
              <a:extLst>
                <a:ext uri="{FF2B5EF4-FFF2-40B4-BE49-F238E27FC236}">
                  <a16:creationId xmlns:a16="http://schemas.microsoft.com/office/drawing/2014/main" id="{1F3A1F01-22FE-D59D-0BE8-8003C52BF5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520766" y="4703427"/>
              <a:ext cx="57150" cy="1211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Straight Connector 311">
              <a:extLst>
                <a:ext uri="{FF2B5EF4-FFF2-40B4-BE49-F238E27FC236}">
                  <a16:creationId xmlns:a16="http://schemas.microsoft.com/office/drawing/2014/main" id="{66D33AD3-A069-68FC-7172-FAFB132D7D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747903" y="4932027"/>
              <a:ext cx="6350" cy="1135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Connector 312">
              <a:extLst>
                <a:ext uri="{FF2B5EF4-FFF2-40B4-BE49-F238E27FC236}">
                  <a16:creationId xmlns:a16="http://schemas.microsoft.com/office/drawing/2014/main" id="{47DB22E4-44CF-6D73-0250-6EEEF88848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055878" y="4881227"/>
              <a:ext cx="506413" cy="1058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Connector 313">
              <a:extLst>
                <a:ext uri="{FF2B5EF4-FFF2-40B4-BE49-F238E27FC236}">
                  <a16:creationId xmlns:a16="http://schemas.microsoft.com/office/drawing/2014/main" id="{7D6B642B-DB75-1B9D-1BE4-CD6936205B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173478" y="4646277"/>
              <a:ext cx="1512888" cy="1082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Connector 314">
              <a:extLst>
                <a:ext uri="{FF2B5EF4-FFF2-40B4-BE49-F238E27FC236}">
                  <a16:creationId xmlns:a16="http://schemas.microsoft.com/office/drawing/2014/main" id="{5DE80D3A-CEE1-8486-4FE6-7E57981E95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30628" y="4524039"/>
              <a:ext cx="2244725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Connector 315">
              <a:extLst>
                <a:ext uri="{FF2B5EF4-FFF2-40B4-BE49-F238E27FC236}">
                  <a16:creationId xmlns:a16="http://schemas.microsoft.com/office/drawing/2014/main" id="{C58DD657-B99F-1D70-7841-E832A9997C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71891" y="4219239"/>
              <a:ext cx="2076450" cy="193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Connector 316">
              <a:extLst>
                <a:ext uri="{FF2B5EF4-FFF2-40B4-BE49-F238E27FC236}">
                  <a16:creationId xmlns:a16="http://schemas.microsoft.com/office/drawing/2014/main" id="{27B998E2-BF23-0C8B-C9FE-B1B0C6C244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92503" y="3287377"/>
              <a:ext cx="1422400" cy="454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Connector 317">
              <a:extLst>
                <a:ext uri="{FF2B5EF4-FFF2-40B4-BE49-F238E27FC236}">
                  <a16:creationId xmlns:a16="http://schemas.microsoft.com/office/drawing/2014/main" id="{A177481E-2A00-6553-53BB-60D5D33B36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816291" y="2863514"/>
              <a:ext cx="898525" cy="728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Straight Connector 318">
              <a:extLst>
                <a:ext uri="{FF2B5EF4-FFF2-40B4-BE49-F238E27FC236}">
                  <a16:creationId xmlns:a16="http://schemas.microsoft.com/office/drawing/2014/main" id="{CBD159C5-9D25-0E03-B08C-D486AE8981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81266" y="2441239"/>
              <a:ext cx="555625" cy="1125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Straight Connector 22">
              <a:extLst>
                <a:ext uri="{FF2B5EF4-FFF2-40B4-BE49-F238E27FC236}">
                  <a16:creationId xmlns:a16="http://schemas.microsoft.com/office/drawing/2014/main" id="{F3DCCA82-735F-B218-FD2D-A7E23BFA82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93653" y="2638089"/>
              <a:ext cx="1230313" cy="796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Straight Connector 305">
              <a:extLst>
                <a:ext uri="{FF2B5EF4-FFF2-40B4-BE49-F238E27FC236}">
                  <a16:creationId xmlns:a16="http://schemas.microsoft.com/office/drawing/2014/main" id="{F3ACD936-AF71-055D-87AC-604A3139A3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49116" y="2969877"/>
              <a:ext cx="1885950" cy="519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Straight Connector 306">
              <a:extLst>
                <a:ext uri="{FF2B5EF4-FFF2-40B4-BE49-F238E27FC236}">
                  <a16:creationId xmlns:a16="http://schemas.microsoft.com/office/drawing/2014/main" id="{EC08F451-3CAC-FC07-4B5C-7A266C8498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1766" y="3338177"/>
              <a:ext cx="2273300" cy="260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F2A9CC2-0EF8-4E05-BDE5-0720B7DD72A6}"/>
                </a:ext>
              </a:extLst>
            </p:cNvPr>
            <p:cNvGrpSpPr/>
            <p:nvPr/>
          </p:nvGrpSpPr>
          <p:grpSpPr>
            <a:xfrm>
              <a:off x="4279891" y="4448623"/>
              <a:ext cx="626338" cy="344849"/>
              <a:chOff x="7493876" y="2774731"/>
              <a:chExt cx="1481958" cy="894622"/>
            </a:xfrm>
          </p:grpSpPr>
          <p:sp>
            <p:nvSpPr>
              <p:cNvPr id="202" name="Freeform 170">
                <a:extLst>
                  <a:ext uri="{FF2B5EF4-FFF2-40B4-BE49-F238E27FC236}">
                    <a16:creationId xmlns:a16="http://schemas.microsoft.com/office/drawing/2014/main" id="{4DE30C8D-0227-2D49-E163-C054E75B5B3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3995D959-A5F1-8B01-8623-0C48DB711F4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204" name="Group 203">
                <a:extLst>
                  <a:ext uri="{FF2B5EF4-FFF2-40B4-BE49-F238E27FC236}">
                    <a16:creationId xmlns:a16="http://schemas.microsoft.com/office/drawing/2014/main" id="{A4BA4695-7DA6-D21F-15DF-A86CFB03F8E8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5" name="Freeform 173">
                  <a:extLst>
                    <a:ext uri="{FF2B5EF4-FFF2-40B4-BE49-F238E27FC236}">
                      <a16:creationId xmlns:a16="http://schemas.microsoft.com/office/drawing/2014/main" id="{BD4EFCCB-B78B-DF48-9D11-103248DE43D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06" name="Freeform 174">
                  <a:extLst>
                    <a:ext uri="{FF2B5EF4-FFF2-40B4-BE49-F238E27FC236}">
                      <a16:creationId xmlns:a16="http://schemas.microsoft.com/office/drawing/2014/main" id="{2D0F0ED5-880E-D90F-A7C7-DF8479751DA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07" name="Freeform 175">
                  <a:extLst>
                    <a:ext uri="{FF2B5EF4-FFF2-40B4-BE49-F238E27FC236}">
                      <a16:creationId xmlns:a16="http://schemas.microsoft.com/office/drawing/2014/main" id="{223F926F-BA63-5D91-0D8F-C2A885DC294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08" name="Freeform 176">
                  <a:extLst>
                    <a:ext uri="{FF2B5EF4-FFF2-40B4-BE49-F238E27FC236}">
                      <a16:creationId xmlns:a16="http://schemas.microsoft.com/office/drawing/2014/main" id="{57AEC7DF-6532-0145-44DD-8BD6C393D84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E1E7452-23B0-FB83-7506-C31026A60E64}"/>
                </a:ext>
              </a:extLst>
            </p:cNvPr>
            <p:cNvGrpSpPr/>
            <p:nvPr/>
          </p:nvGrpSpPr>
          <p:grpSpPr>
            <a:xfrm>
              <a:off x="6344372" y="3546134"/>
              <a:ext cx="626338" cy="344849"/>
              <a:chOff x="7493876" y="2774731"/>
              <a:chExt cx="1481958" cy="894622"/>
            </a:xfrm>
          </p:grpSpPr>
          <p:sp>
            <p:nvSpPr>
              <p:cNvPr id="195" name="Freeform 186">
                <a:extLst>
                  <a:ext uri="{FF2B5EF4-FFF2-40B4-BE49-F238E27FC236}">
                    <a16:creationId xmlns:a16="http://schemas.microsoft.com/office/drawing/2014/main" id="{513417F3-D6E7-BBEC-AFEA-01993E3CB60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08332D1C-581A-1D25-419B-49262018DFC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567A9DDA-6A33-8C41-2FCE-97156680D2A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8" name="Freeform 189">
                  <a:extLst>
                    <a:ext uri="{FF2B5EF4-FFF2-40B4-BE49-F238E27FC236}">
                      <a16:creationId xmlns:a16="http://schemas.microsoft.com/office/drawing/2014/main" id="{43EFC33C-9452-89DA-CD6D-CE5A204DE0A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9" name="Freeform 190">
                  <a:extLst>
                    <a:ext uri="{FF2B5EF4-FFF2-40B4-BE49-F238E27FC236}">
                      <a16:creationId xmlns:a16="http://schemas.microsoft.com/office/drawing/2014/main" id="{7DE15087-6C68-26DF-F04F-D434643F174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00" name="Freeform 191">
                  <a:extLst>
                    <a:ext uri="{FF2B5EF4-FFF2-40B4-BE49-F238E27FC236}">
                      <a16:creationId xmlns:a16="http://schemas.microsoft.com/office/drawing/2014/main" id="{98C5A559-61B0-5E2A-48D7-152222BC273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01" name="Freeform 192">
                  <a:extLst>
                    <a:ext uri="{FF2B5EF4-FFF2-40B4-BE49-F238E27FC236}">
                      <a16:creationId xmlns:a16="http://schemas.microsoft.com/office/drawing/2014/main" id="{23DC7070-CE38-2CB2-1528-9C58ADA9940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5EEB963-D352-10C3-1F6A-D3EA203BD2A8}"/>
                </a:ext>
              </a:extLst>
            </p:cNvPr>
            <p:cNvGrpSpPr/>
            <p:nvPr/>
          </p:nvGrpSpPr>
          <p:grpSpPr>
            <a:xfrm>
              <a:off x="6727154" y="4298718"/>
              <a:ext cx="626338" cy="344849"/>
              <a:chOff x="7493876" y="2774731"/>
              <a:chExt cx="1481958" cy="894622"/>
            </a:xfrm>
          </p:grpSpPr>
          <p:sp>
            <p:nvSpPr>
              <p:cNvPr id="188" name="Freeform 194">
                <a:extLst>
                  <a:ext uri="{FF2B5EF4-FFF2-40B4-BE49-F238E27FC236}">
                    <a16:creationId xmlns:a16="http://schemas.microsoft.com/office/drawing/2014/main" id="{2FBDE6C0-C674-D1C2-C10F-7324749F102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7102441C-317E-45A6-7204-74096A3C0C5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98296672-BDC1-652E-B5BF-F35BB5E4D8F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1" name="Freeform 197">
                  <a:extLst>
                    <a:ext uri="{FF2B5EF4-FFF2-40B4-BE49-F238E27FC236}">
                      <a16:creationId xmlns:a16="http://schemas.microsoft.com/office/drawing/2014/main" id="{9EC20FC1-5256-9015-70F8-2455638EA53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2" name="Freeform 198">
                  <a:extLst>
                    <a:ext uri="{FF2B5EF4-FFF2-40B4-BE49-F238E27FC236}">
                      <a16:creationId xmlns:a16="http://schemas.microsoft.com/office/drawing/2014/main" id="{D0329142-5629-61D3-436C-58255E87BA1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3" name="Freeform 199">
                  <a:extLst>
                    <a:ext uri="{FF2B5EF4-FFF2-40B4-BE49-F238E27FC236}">
                      <a16:creationId xmlns:a16="http://schemas.microsoft.com/office/drawing/2014/main" id="{2E3FA107-BD51-1334-2120-2D108CBD691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94" name="Freeform 200">
                  <a:extLst>
                    <a:ext uri="{FF2B5EF4-FFF2-40B4-BE49-F238E27FC236}">
                      <a16:creationId xmlns:a16="http://schemas.microsoft.com/office/drawing/2014/main" id="{32E78698-F919-67B9-F60B-B0249D594A0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C739826-5DB3-3B15-138D-B8D297422F37}"/>
                </a:ext>
              </a:extLst>
            </p:cNvPr>
            <p:cNvGrpSpPr/>
            <p:nvPr/>
          </p:nvGrpSpPr>
          <p:grpSpPr>
            <a:xfrm>
              <a:off x="5837682" y="4055837"/>
              <a:ext cx="626338" cy="344849"/>
              <a:chOff x="7493876" y="2774731"/>
              <a:chExt cx="1481958" cy="894622"/>
            </a:xfrm>
          </p:grpSpPr>
          <p:sp>
            <p:nvSpPr>
              <p:cNvPr id="181" name="Freeform 202">
                <a:extLst>
                  <a:ext uri="{FF2B5EF4-FFF2-40B4-BE49-F238E27FC236}">
                    <a16:creationId xmlns:a16="http://schemas.microsoft.com/office/drawing/2014/main" id="{8D8B9D92-9DD0-4309-9733-475D7625C1E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BD221D47-D013-952F-CEB4-48ACC02C1DF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8B66C24C-9E3D-F2E7-0D1E-3C60DDB4D1D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4" name="Freeform 205">
                  <a:extLst>
                    <a:ext uri="{FF2B5EF4-FFF2-40B4-BE49-F238E27FC236}">
                      <a16:creationId xmlns:a16="http://schemas.microsoft.com/office/drawing/2014/main" id="{EE5F8F5A-58D9-47C1-84E8-840735DD46A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5" name="Freeform 206">
                  <a:extLst>
                    <a:ext uri="{FF2B5EF4-FFF2-40B4-BE49-F238E27FC236}">
                      <a16:creationId xmlns:a16="http://schemas.microsoft.com/office/drawing/2014/main" id="{F82D81A4-13B1-34D3-A14B-C5F463FE9FD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6" name="Freeform 207">
                  <a:extLst>
                    <a:ext uri="{FF2B5EF4-FFF2-40B4-BE49-F238E27FC236}">
                      <a16:creationId xmlns:a16="http://schemas.microsoft.com/office/drawing/2014/main" id="{E7A7943C-E3A0-9012-483D-7D1ACDAE6BA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7" name="Freeform 208">
                  <a:extLst>
                    <a:ext uri="{FF2B5EF4-FFF2-40B4-BE49-F238E27FC236}">
                      <a16:creationId xmlns:a16="http://schemas.microsoft.com/office/drawing/2014/main" id="{F5E167F0-1A99-57D8-CECB-2EBCFE4B55F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36BACF1-23F8-1C97-9B0C-9CC1D3FF6E3E}"/>
                </a:ext>
              </a:extLst>
            </p:cNvPr>
            <p:cNvGrpSpPr/>
            <p:nvPr/>
          </p:nvGrpSpPr>
          <p:grpSpPr>
            <a:xfrm>
              <a:off x="5550814" y="4588885"/>
              <a:ext cx="626338" cy="344849"/>
              <a:chOff x="7493876" y="2774731"/>
              <a:chExt cx="1481958" cy="894622"/>
            </a:xfrm>
          </p:grpSpPr>
          <p:sp>
            <p:nvSpPr>
              <p:cNvPr id="174" name="Freeform 210">
                <a:extLst>
                  <a:ext uri="{FF2B5EF4-FFF2-40B4-BE49-F238E27FC236}">
                    <a16:creationId xmlns:a16="http://schemas.microsoft.com/office/drawing/2014/main" id="{0897CCD0-57D1-CB55-FEE8-B4D917DA04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FBF3A02E-B316-62E7-6BFF-631B717238C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855BF92E-1FF6-2CE5-2BA8-911BF7E688D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77" name="Freeform 213">
                  <a:extLst>
                    <a:ext uri="{FF2B5EF4-FFF2-40B4-BE49-F238E27FC236}">
                      <a16:creationId xmlns:a16="http://schemas.microsoft.com/office/drawing/2014/main" id="{2183803B-54A6-259C-55F2-89B250FAC50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8" name="Freeform 214">
                  <a:extLst>
                    <a:ext uri="{FF2B5EF4-FFF2-40B4-BE49-F238E27FC236}">
                      <a16:creationId xmlns:a16="http://schemas.microsoft.com/office/drawing/2014/main" id="{E4E0B9DF-6717-CCCC-956B-D1B50372745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9" name="Freeform 215">
                  <a:extLst>
                    <a:ext uri="{FF2B5EF4-FFF2-40B4-BE49-F238E27FC236}">
                      <a16:creationId xmlns:a16="http://schemas.microsoft.com/office/drawing/2014/main" id="{D67802C0-3FBA-D54A-8A77-9561EF9AB5E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80" name="Freeform 216">
                  <a:extLst>
                    <a:ext uri="{FF2B5EF4-FFF2-40B4-BE49-F238E27FC236}">
                      <a16:creationId xmlns:a16="http://schemas.microsoft.com/office/drawing/2014/main" id="{530B7FEF-202F-5BB4-E80D-52856EB37B7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04166EB-A37A-6D9D-E9C8-F00AF2D2B53E}"/>
                </a:ext>
              </a:extLst>
            </p:cNvPr>
            <p:cNvGrpSpPr/>
            <p:nvPr/>
          </p:nvGrpSpPr>
          <p:grpSpPr>
            <a:xfrm>
              <a:off x="4962853" y="4139117"/>
              <a:ext cx="626338" cy="344849"/>
              <a:chOff x="7493876" y="2774731"/>
              <a:chExt cx="1481958" cy="894622"/>
            </a:xfrm>
          </p:grpSpPr>
          <p:sp>
            <p:nvSpPr>
              <p:cNvPr id="57" name="Freeform 218">
                <a:extLst>
                  <a:ext uri="{FF2B5EF4-FFF2-40B4-BE49-F238E27FC236}">
                    <a16:creationId xmlns:a16="http://schemas.microsoft.com/office/drawing/2014/main" id="{67F0DBC0-F0A3-2890-F300-E6FBB403A5E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5F835FC-A530-3944-10E3-D539280A49C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E70E49B4-FB85-413B-77CC-D2C0AD8522C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" name="Freeform 221">
                  <a:extLst>
                    <a:ext uri="{FF2B5EF4-FFF2-40B4-BE49-F238E27FC236}">
                      <a16:creationId xmlns:a16="http://schemas.microsoft.com/office/drawing/2014/main" id="{67ABC04B-33EA-B1C6-F941-F9C2381D626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1" name="Freeform 222">
                  <a:extLst>
                    <a:ext uri="{FF2B5EF4-FFF2-40B4-BE49-F238E27FC236}">
                      <a16:creationId xmlns:a16="http://schemas.microsoft.com/office/drawing/2014/main" id="{893F656A-5659-1146-B81C-5B988FB7EAF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2" name="Freeform 223">
                  <a:extLst>
                    <a:ext uri="{FF2B5EF4-FFF2-40B4-BE49-F238E27FC236}">
                      <a16:creationId xmlns:a16="http://schemas.microsoft.com/office/drawing/2014/main" id="{B27D6903-8112-323F-1AD5-0572D4C38FA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73" name="Freeform 224">
                  <a:extLst>
                    <a:ext uri="{FF2B5EF4-FFF2-40B4-BE49-F238E27FC236}">
                      <a16:creationId xmlns:a16="http://schemas.microsoft.com/office/drawing/2014/main" id="{3E123142-172E-7AE7-48B5-1A918D02B40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43C27CD-E638-9B0E-982B-967F1F705449}"/>
                </a:ext>
              </a:extLst>
            </p:cNvPr>
            <p:cNvGrpSpPr/>
            <p:nvPr/>
          </p:nvGrpSpPr>
          <p:grpSpPr>
            <a:xfrm>
              <a:off x="5243803" y="3734721"/>
              <a:ext cx="626338" cy="344849"/>
              <a:chOff x="7493876" y="2774731"/>
              <a:chExt cx="1481958" cy="894622"/>
            </a:xfrm>
          </p:grpSpPr>
          <p:sp>
            <p:nvSpPr>
              <p:cNvPr id="50" name="Freeform 226">
                <a:extLst>
                  <a:ext uri="{FF2B5EF4-FFF2-40B4-BE49-F238E27FC236}">
                    <a16:creationId xmlns:a16="http://schemas.microsoft.com/office/drawing/2014/main" id="{8B464E15-355F-3798-FB0F-164F4C35721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8F59CF9-1031-5DC8-CD62-905DA1751F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B3D1443-4845-0C7F-EBCF-5B511E84800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" name="Freeform 229">
                  <a:extLst>
                    <a:ext uri="{FF2B5EF4-FFF2-40B4-BE49-F238E27FC236}">
                      <a16:creationId xmlns:a16="http://schemas.microsoft.com/office/drawing/2014/main" id="{B1CD22DA-C0F3-CD73-B7B6-76203F7FABD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4" name="Freeform 230">
                  <a:extLst>
                    <a:ext uri="{FF2B5EF4-FFF2-40B4-BE49-F238E27FC236}">
                      <a16:creationId xmlns:a16="http://schemas.microsoft.com/office/drawing/2014/main" id="{EB80DD3D-188F-149E-ECB4-DA3DF2638CF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5" name="Freeform 231">
                  <a:extLst>
                    <a:ext uri="{FF2B5EF4-FFF2-40B4-BE49-F238E27FC236}">
                      <a16:creationId xmlns:a16="http://schemas.microsoft.com/office/drawing/2014/main" id="{A172D47F-378A-26C1-FE09-774BFE4E444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6" name="Freeform 232">
                  <a:extLst>
                    <a:ext uri="{FF2B5EF4-FFF2-40B4-BE49-F238E27FC236}">
                      <a16:creationId xmlns:a16="http://schemas.microsoft.com/office/drawing/2014/main" id="{2D515A5C-12BA-E0E4-3015-7E03BAD4B4A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  <p:cxnSp>
          <p:nvCxnSpPr>
            <p:cNvPr id="41" name="Straight Connector 318">
              <a:extLst>
                <a:ext uri="{FF2B5EF4-FFF2-40B4-BE49-F238E27FC236}">
                  <a16:creationId xmlns:a16="http://schemas.microsoft.com/office/drawing/2014/main" id="{4486ACF6-3FB4-D122-AB4A-5358FA01E3E4}"/>
                </a:ext>
              </a:extLst>
            </p:cNvPr>
            <p:cNvCxnSpPr>
              <a:cxnSpLocks noChangeShapeType="1"/>
              <a:endCxn id="46" idx="9"/>
            </p:cNvCxnSpPr>
            <p:nvPr/>
          </p:nvCxnSpPr>
          <p:spPr bwMode="auto">
            <a:xfrm flipH="1">
              <a:off x="4883204" y="2316723"/>
              <a:ext cx="105898" cy="11266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25A06F1-C7CE-A2D1-6F72-6142D7396648}"/>
                </a:ext>
              </a:extLst>
            </p:cNvPr>
            <p:cNvGrpSpPr/>
            <p:nvPr/>
          </p:nvGrpSpPr>
          <p:grpSpPr>
            <a:xfrm>
              <a:off x="4570926" y="3361080"/>
              <a:ext cx="626338" cy="344849"/>
              <a:chOff x="7493876" y="2774731"/>
              <a:chExt cx="1481958" cy="894622"/>
            </a:xfrm>
          </p:grpSpPr>
          <p:sp>
            <p:nvSpPr>
              <p:cNvPr id="43" name="Freeform 178">
                <a:extLst>
                  <a:ext uri="{FF2B5EF4-FFF2-40B4-BE49-F238E27FC236}">
                    <a16:creationId xmlns:a16="http://schemas.microsoft.com/office/drawing/2014/main" id="{19A33F5F-B045-1BFD-1F03-B03BD56281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     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14F4CBB-EC0A-BE5E-AD70-39F892FF216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r>
                  <a:rPr lang="en-US" sz="1350" dirty="0">
                    <a:solidFill>
                      <a:prstClr val="white"/>
                    </a:solidFill>
                    <a:latin typeface="Calibri" panose="020F0502020204030204"/>
                  </a:rPr>
                  <a:t>              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DC95B2C7-436C-BA0F-083A-E2AEC2B5F91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" name="Freeform 181">
                  <a:extLst>
                    <a:ext uri="{FF2B5EF4-FFF2-40B4-BE49-F238E27FC236}">
                      <a16:creationId xmlns:a16="http://schemas.microsoft.com/office/drawing/2014/main" id="{EF95E881-3343-DD7D-90A6-324D6A28871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7" name="Freeform 182">
                  <a:extLst>
                    <a:ext uri="{FF2B5EF4-FFF2-40B4-BE49-F238E27FC236}">
                      <a16:creationId xmlns:a16="http://schemas.microsoft.com/office/drawing/2014/main" id="{64D66CEE-0670-E7DA-226A-10AE4DE08FF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8" name="Freeform 183">
                  <a:extLst>
                    <a:ext uri="{FF2B5EF4-FFF2-40B4-BE49-F238E27FC236}">
                      <a16:creationId xmlns:a16="http://schemas.microsoft.com/office/drawing/2014/main" id="{9604FDB4-4457-5A22-4282-81BBC0214CD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9" name="Freeform 184">
                  <a:extLst>
                    <a:ext uri="{FF2B5EF4-FFF2-40B4-BE49-F238E27FC236}">
                      <a16:creationId xmlns:a16="http://schemas.microsoft.com/office/drawing/2014/main" id="{11124E4B-577B-00CD-B1C4-6B3A667C487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grpSp>
        <p:nvGrpSpPr>
          <p:cNvPr id="209" name="Group 5">
            <a:extLst>
              <a:ext uri="{FF2B5EF4-FFF2-40B4-BE49-F238E27FC236}">
                <a16:creationId xmlns:a16="http://schemas.microsoft.com/office/drawing/2014/main" id="{61D0CB2D-2AE4-AEB4-FE79-AF5F59F7B10D}"/>
              </a:ext>
            </a:extLst>
          </p:cNvPr>
          <p:cNvGrpSpPr>
            <a:grpSpLocks/>
          </p:cNvGrpSpPr>
          <p:nvPr/>
        </p:nvGrpSpPr>
        <p:grpSpPr bwMode="auto">
          <a:xfrm>
            <a:off x="1201960" y="2630858"/>
            <a:ext cx="6362152" cy="3442588"/>
            <a:chOff x="139538" y="1890271"/>
            <a:chExt cx="8481726" cy="4590472"/>
          </a:xfrm>
        </p:grpSpPr>
        <p:grpSp>
          <p:nvGrpSpPr>
            <p:cNvPr id="210" name="Group 2">
              <a:extLst>
                <a:ext uri="{FF2B5EF4-FFF2-40B4-BE49-F238E27FC236}">
                  <a16:creationId xmlns:a16="http://schemas.microsoft.com/office/drawing/2014/main" id="{D98B6D06-C306-D2DC-D8ED-E17A2DE44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262" name="Freeform 84">
                <a:extLst>
                  <a:ext uri="{FF2B5EF4-FFF2-40B4-BE49-F238E27FC236}">
                    <a16:creationId xmlns:a16="http://schemas.microsoft.com/office/drawing/2014/main" id="{051E3966-5E44-575A-C0EA-E76D1DD44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63" name="TextBox 1">
                <a:extLst>
                  <a:ext uri="{FF2B5EF4-FFF2-40B4-BE49-F238E27FC236}">
                    <a16:creationId xmlns:a16="http://schemas.microsoft.com/office/drawing/2014/main" id="{1BECBECA-5B01-4DD2-671B-F0CCB2180C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1" name="Group 131">
              <a:extLst>
                <a:ext uri="{FF2B5EF4-FFF2-40B4-BE49-F238E27FC236}">
                  <a16:creationId xmlns:a16="http://schemas.microsoft.com/office/drawing/2014/main" id="{EE0BFC71-DDB8-62ED-A247-AE6984E8F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260" name="Freeform 84">
                <a:extLst>
                  <a:ext uri="{FF2B5EF4-FFF2-40B4-BE49-F238E27FC236}">
                    <a16:creationId xmlns:a16="http://schemas.microsoft.com/office/drawing/2014/main" id="{C6103586-8D8F-EC32-6B77-DEC119B21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61" name="TextBox 133">
                <a:extLst>
                  <a:ext uri="{FF2B5EF4-FFF2-40B4-BE49-F238E27FC236}">
                    <a16:creationId xmlns:a16="http://schemas.microsoft.com/office/drawing/2014/main" id="{B70AB07C-E7E2-6F16-9E8D-74661804E8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2" name="Group 135">
              <a:extLst>
                <a:ext uri="{FF2B5EF4-FFF2-40B4-BE49-F238E27FC236}">
                  <a16:creationId xmlns:a16="http://schemas.microsoft.com/office/drawing/2014/main" id="{CD1F0610-0135-5EEC-0DD3-BC6D213412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258" name="Freeform 84">
                <a:extLst>
                  <a:ext uri="{FF2B5EF4-FFF2-40B4-BE49-F238E27FC236}">
                    <a16:creationId xmlns:a16="http://schemas.microsoft.com/office/drawing/2014/main" id="{08ED23DF-1B14-3AA6-8BA8-62FBA2F0C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9" name="TextBox 137">
                <a:extLst>
                  <a:ext uri="{FF2B5EF4-FFF2-40B4-BE49-F238E27FC236}">
                    <a16:creationId xmlns:a16="http://schemas.microsoft.com/office/drawing/2014/main" id="{CDD121AC-1D73-C2B1-15F1-9570602A32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3" name="Group 138">
              <a:extLst>
                <a:ext uri="{FF2B5EF4-FFF2-40B4-BE49-F238E27FC236}">
                  <a16:creationId xmlns:a16="http://schemas.microsoft.com/office/drawing/2014/main" id="{25ACBDCE-AF3C-A9B9-1247-A29BEE82CE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256" name="Freeform 84">
                <a:extLst>
                  <a:ext uri="{FF2B5EF4-FFF2-40B4-BE49-F238E27FC236}">
                    <a16:creationId xmlns:a16="http://schemas.microsoft.com/office/drawing/2014/main" id="{08209385-AB54-E11C-1D67-701AFFF67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7" name="TextBox 140">
                <a:extLst>
                  <a:ext uri="{FF2B5EF4-FFF2-40B4-BE49-F238E27FC236}">
                    <a16:creationId xmlns:a16="http://schemas.microsoft.com/office/drawing/2014/main" id="{7C94843D-1213-2F7D-D0B5-81B0BF138E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4" name="Group 141">
              <a:extLst>
                <a:ext uri="{FF2B5EF4-FFF2-40B4-BE49-F238E27FC236}">
                  <a16:creationId xmlns:a16="http://schemas.microsoft.com/office/drawing/2014/main" id="{83BBCEC4-7139-D509-B716-3FE9A95CDB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254" name="Freeform 84">
                <a:extLst>
                  <a:ext uri="{FF2B5EF4-FFF2-40B4-BE49-F238E27FC236}">
                    <a16:creationId xmlns:a16="http://schemas.microsoft.com/office/drawing/2014/main" id="{33F7AEB2-CB6D-1C64-D4BD-40A5C4350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5" name="TextBox 143">
                <a:extLst>
                  <a:ext uri="{FF2B5EF4-FFF2-40B4-BE49-F238E27FC236}">
                    <a16:creationId xmlns:a16="http://schemas.microsoft.com/office/drawing/2014/main" id="{4CB6F811-15B3-7683-13A7-AA896C5655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5" name="Group 144">
              <a:extLst>
                <a:ext uri="{FF2B5EF4-FFF2-40B4-BE49-F238E27FC236}">
                  <a16:creationId xmlns:a16="http://schemas.microsoft.com/office/drawing/2014/main" id="{2D940374-8C3E-D2A3-8C03-3755107DC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252" name="Freeform 84">
                <a:extLst>
                  <a:ext uri="{FF2B5EF4-FFF2-40B4-BE49-F238E27FC236}">
                    <a16:creationId xmlns:a16="http://schemas.microsoft.com/office/drawing/2014/main" id="{C07E0563-5F82-9982-29BF-AEE914656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3" name="TextBox 146">
                <a:extLst>
                  <a:ext uri="{FF2B5EF4-FFF2-40B4-BE49-F238E27FC236}">
                    <a16:creationId xmlns:a16="http://schemas.microsoft.com/office/drawing/2014/main" id="{3746B113-1506-B52E-F68B-F2E1EA4CF7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6" name="Group 147">
              <a:extLst>
                <a:ext uri="{FF2B5EF4-FFF2-40B4-BE49-F238E27FC236}">
                  <a16:creationId xmlns:a16="http://schemas.microsoft.com/office/drawing/2014/main" id="{54FBA5BA-34A5-1CF6-A70C-7F18C50BAA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250" name="Freeform 84">
                <a:extLst>
                  <a:ext uri="{FF2B5EF4-FFF2-40B4-BE49-F238E27FC236}">
                    <a16:creationId xmlns:a16="http://schemas.microsoft.com/office/drawing/2014/main" id="{D115B66F-E9A9-90C1-2F0D-4DC72E522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1" name="TextBox 149">
                <a:extLst>
                  <a:ext uri="{FF2B5EF4-FFF2-40B4-BE49-F238E27FC236}">
                    <a16:creationId xmlns:a16="http://schemas.microsoft.com/office/drawing/2014/main" id="{6076C215-53E0-6358-E6CC-DB0D97067A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7" name="Group 150">
              <a:extLst>
                <a:ext uri="{FF2B5EF4-FFF2-40B4-BE49-F238E27FC236}">
                  <a16:creationId xmlns:a16="http://schemas.microsoft.com/office/drawing/2014/main" id="{25CFFAFB-87A6-B364-B3BC-2E80A8CE62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248" name="Freeform 84">
                <a:extLst>
                  <a:ext uri="{FF2B5EF4-FFF2-40B4-BE49-F238E27FC236}">
                    <a16:creationId xmlns:a16="http://schemas.microsoft.com/office/drawing/2014/main" id="{150C4652-6750-192C-B158-AAC45F88D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9" name="TextBox 152">
                <a:extLst>
                  <a:ext uri="{FF2B5EF4-FFF2-40B4-BE49-F238E27FC236}">
                    <a16:creationId xmlns:a16="http://schemas.microsoft.com/office/drawing/2014/main" id="{F60D2860-6CE5-53F6-97CA-300995B891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8" name="Group 153">
              <a:extLst>
                <a:ext uri="{FF2B5EF4-FFF2-40B4-BE49-F238E27FC236}">
                  <a16:creationId xmlns:a16="http://schemas.microsoft.com/office/drawing/2014/main" id="{D35D17FE-10ED-B25E-650B-070C33DB44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246" name="Freeform 84">
                <a:extLst>
                  <a:ext uri="{FF2B5EF4-FFF2-40B4-BE49-F238E27FC236}">
                    <a16:creationId xmlns:a16="http://schemas.microsoft.com/office/drawing/2014/main" id="{BA0115D9-3558-B2C3-FC2B-9D3B44CD8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7" name="TextBox 155">
                <a:extLst>
                  <a:ext uri="{FF2B5EF4-FFF2-40B4-BE49-F238E27FC236}">
                    <a16:creationId xmlns:a16="http://schemas.microsoft.com/office/drawing/2014/main" id="{185261D3-7F30-7ABD-8FB3-61E8725E1F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19" name="Group 156">
              <a:extLst>
                <a:ext uri="{FF2B5EF4-FFF2-40B4-BE49-F238E27FC236}">
                  <a16:creationId xmlns:a16="http://schemas.microsoft.com/office/drawing/2014/main" id="{615F9E4F-D388-CB61-AC4A-149065EB5B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244" name="Freeform 84">
                <a:extLst>
                  <a:ext uri="{FF2B5EF4-FFF2-40B4-BE49-F238E27FC236}">
                    <a16:creationId xmlns:a16="http://schemas.microsoft.com/office/drawing/2014/main" id="{DDA65240-4270-1929-4516-FD0CF477E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5" name="TextBox 158">
                <a:extLst>
                  <a:ext uri="{FF2B5EF4-FFF2-40B4-BE49-F238E27FC236}">
                    <a16:creationId xmlns:a16="http://schemas.microsoft.com/office/drawing/2014/main" id="{231B60C3-BA76-355A-6450-6151748F1E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20" name="Group 160">
              <a:extLst>
                <a:ext uri="{FF2B5EF4-FFF2-40B4-BE49-F238E27FC236}">
                  <a16:creationId xmlns:a16="http://schemas.microsoft.com/office/drawing/2014/main" id="{39BD8507-59EE-1FA2-8623-7D33664B5E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242" name="Freeform 84">
                <a:extLst>
                  <a:ext uri="{FF2B5EF4-FFF2-40B4-BE49-F238E27FC236}">
                    <a16:creationId xmlns:a16="http://schemas.microsoft.com/office/drawing/2014/main" id="{0E74E8FE-3CBE-1156-FD0B-5C3A72FED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3" name="TextBox 162">
                <a:extLst>
                  <a:ext uri="{FF2B5EF4-FFF2-40B4-BE49-F238E27FC236}">
                    <a16:creationId xmlns:a16="http://schemas.microsoft.com/office/drawing/2014/main" id="{F781086C-1CFD-8A10-C4AE-F4858818C1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21" name="Group 163">
              <a:extLst>
                <a:ext uri="{FF2B5EF4-FFF2-40B4-BE49-F238E27FC236}">
                  <a16:creationId xmlns:a16="http://schemas.microsoft.com/office/drawing/2014/main" id="{A29F0724-EAEB-4091-270F-2746E2FDE8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240" name="Freeform 84">
                <a:extLst>
                  <a:ext uri="{FF2B5EF4-FFF2-40B4-BE49-F238E27FC236}">
                    <a16:creationId xmlns:a16="http://schemas.microsoft.com/office/drawing/2014/main" id="{7D1DEEAC-7BA0-06EC-E4B5-85BE6AF23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1" name="TextBox 165">
                <a:extLst>
                  <a:ext uri="{FF2B5EF4-FFF2-40B4-BE49-F238E27FC236}">
                    <a16:creationId xmlns:a16="http://schemas.microsoft.com/office/drawing/2014/main" id="{99DDFD6E-9B98-C5B2-4491-34E7AD4DC2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22" name="Group 166">
              <a:extLst>
                <a:ext uri="{FF2B5EF4-FFF2-40B4-BE49-F238E27FC236}">
                  <a16:creationId xmlns:a16="http://schemas.microsoft.com/office/drawing/2014/main" id="{C8AF7E16-CFC8-6598-1F2A-056D336203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238" name="Freeform 84">
                <a:extLst>
                  <a:ext uri="{FF2B5EF4-FFF2-40B4-BE49-F238E27FC236}">
                    <a16:creationId xmlns:a16="http://schemas.microsoft.com/office/drawing/2014/main" id="{50B77828-E875-1EEC-F6C9-37F89CC2C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9" name="TextBox 168">
                <a:extLst>
                  <a:ext uri="{FF2B5EF4-FFF2-40B4-BE49-F238E27FC236}">
                    <a16:creationId xmlns:a16="http://schemas.microsoft.com/office/drawing/2014/main" id="{268D8740-DA6C-92E8-9877-5E35CE9CC5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23" name="Group 169">
              <a:extLst>
                <a:ext uri="{FF2B5EF4-FFF2-40B4-BE49-F238E27FC236}">
                  <a16:creationId xmlns:a16="http://schemas.microsoft.com/office/drawing/2014/main" id="{2F48ED8F-F94B-D1DB-C6B5-AAFA8AE40B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236" name="Freeform 84">
                <a:extLst>
                  <a:ext uri="{FF2B5EF4-FFF2-40B4-BE49-F238E27FC236}">
                    <a16:creationId xmlns:a16="http://schemas.microsoft.com/office/drawing/2014/main" id="{62120DD3-D7CB-4CA4-2B36-0078DD028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7" name="TextBox 171">
                <a:extLst>
                  <a:ext uri="{FF2B5EF4-FFF2-40B4-BE49-F238E27FC236}">
                    <a16:creationId xmlns:a16="http://schemas.microsoft.com/office/drawing/2014/main" id="{4A1A3466-6207-795A-9235-7CC297D362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24" name="Group 172">
              <a:extLst>
                <a:ext uri="{FF2B5EF4-FFF2-40B4-BE49-F238E27FC236}">
                  <a16:creationId xmlns:a16="http://schemas.microsoft.com/office/drawing/2014/main" id="{FBF588CA-402F-3FED-F032-F232F536FE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234" name="Freeform 84">
                <a:extLst>
                  <a:ext uri="{FF2B5EF4-FFF2-40B4-BE49-F238E27FC236}">
                    <a16:creationId xmlns:a16="http://schemas.microsoft.com/office/drawing/2014/main" id="{B83FD248-EEC3-6EA7-3F94-ACFEC61AF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5" name="TextBox 174">
                <a:extLst>
                  <a:ext uri="{FF2B5EF4-FFF2-40B4-BE49-F238E27FC236}">
                    <a16:creationId xmlns:a16="http://schemas.microsoft.com/office/drawing/2014/main" id="{B5F3CCEE-F0A3-950B-71E9-C12B7109FF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225" name="Group 175">
              <a:extLst>
                <a:ext uri="{FF2B5EF4-FFF2-40B4-BE49-F238E27FC236}">
                  <a16:creationId xmlns:a16="http://schemas.microsoft.com/office/drawing/2014/main" id="{89D535C5-04FD-D913-D66C-6592F4C506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232" name="Freeform 84">
                <a:extLst>
                  <a:ext uri="{FF2B5EF4-FFF2-40B4-BE49-F238E27FC236}">
                    <a16:creationId xmlns:a16="http://schemas.microsoft.com/office/drawing/2014/main" id="{49E89E1E-C619-3E77-B0DB-101703CFA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33" name="TextBox 177">
                <a:extLst>
                  <a:ext uri="{FF2B5EF4-FFF2-40B4-BE49-F238E27FC236}">
                    <a16:creationId xmlns:a16="http://schemas.microsoft.com/office/drawing/2014/main" id="{59E1A53F-C386-3088-9C69-8F5972CFC0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sp>
          <p:nvSpPr>
            <p:cNvPr id="226" name="TextBox 4">
              <a:extLst>
                <a:ext uri="{FF2B5EF4-FFF2-40B4-BE49-F238E27FC236}">
                  <a16:creationId xmlns:a16="http://schemas.microsoft.com/office/drawing/2014/main" id="{3E0FEF1A-0FEF-915F-9259-BBAA63989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27" name="TextBox 179">
              <a:extLst>
                <a:ext uri="{FF2B5EF4-FFF2-40B4-BE49-F238E27FC236}">
                  <a16:creationId xmlns:a16="http://schemas.microsoft.com/office/drawing/2014/main" id="{25D00C04-A98D-B3AF-F794-D44B10EB0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28" name="TextBox 180">
              <a:extLst>
                <a:ext uri="{FF2B5EF4-FFF2-40B4-BE49-F238E27FC236}">
                  <a16:creationId xmlns:a16="http://schemas.microsoft.com/office/drawing/2014/main" id="{4AA7C255-234D-4B8F-BE32-3E64C3D6A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29" name="TextBox 181">
              <a:extLst>
                <a:ext uri="{FF2B5EF4-FFF2-40B4-BE49-F238E27FC236}">
                  <a16:creationId xmlns:a16="http://schemas.microsoft.com/office/drawing/2014/main" id="{584BFBB5-3E35-4B6A-69E6-3228BFC44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30" name="TextBox 182">
              <a:extLst>
                <a:ext uri="{FF2B5EF4-FFF2-40B4-BE49-F238E27FC236}">
                  <a16:creationId xmlns:a16="http://schemas.microsoft.com/office/drawing/2014/main" id="{AEFEA03C-95DC-F711-5222-7A9259EE5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231" name="TextBox 183">
              <a:extLst>
                <a:ext uri="{FF2B5EF4-FFF2-40B4-BE49-F238E27FC236}">
                  <a16:creationId xmlns:a16="http://schemas.microsoft.com/office/drawing/2014/main" id="{D31B3523-BC39-2D9C-94D3-35A9395F7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Internet: a “network of networks”</a:t>
            </a:r>
          </a:p>
        </p:txBody>
      </p:sp>
    </p:spTree>
    <p:extLst>
      <p:ext uri="{BB962C8B-B14F-4D97-AF65-F5344CB8AC3E}">
        <p14:creationId xmlns:p14="http://schemas.microsoft.com/office/powerpoint/2010/main" val="393395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Internet: a “network of networks”</a:t>
            </a:r>
          </a:p>
        </p:txBody>
      </p:sp>
      <p:sp>
        <p:nvSpPr>
          <p:cNvPr id="358" name="Oval 3">
            <a:extLst>
              <a:ext uri="{FF2B5EF4-FFF2-40B4-BE49-F238E27FC236}">
                <a16:creationId xmlns:a16="http://schemas.microsoft.com/office/drawing/2014/main" id="{AB79F2FA-EC9F-15B4-7E4F-99114AB29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300" y="3290849"/>
            <a:ext cx="2606279" cy="1035844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cs typeface="Arial"/>
            </a:endParaRPr>
          </a:p>
        </p:txBody>
      </p:sp>
      <p:cxnSp>
        <p:nvCxnSpPr>
          <p:cNvPr id="359" name="Straight Connector 10">
            <a:extLst>
              <a:ext uri="{FF2B5EF4-FFF2-40B4-BE49-F238E27FC236}">
                <a16:creationId xmlns:a16="http://schemas.microsoft.com/office/drawing/2014/main" id="{4F186B5C-FE75-9093-4C5C-83273CCF58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81273" y="3473014"/>
            <a:ext cx="859631" cy="5476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" name="Straight Connector 297">
            <a:extLst>
              <a:ext uri="{FF2B5EF4-FFF2-40B4-BE49-F238E27FC236}">
                <a16:creationId xmlns:a16="http://schemas.microsoft.com/office/drawing/2014/main" id="{59A14FC5-2C4C-9DAD-3D03-23ED990D2F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6567" y="3698042"/>
            <a:ext cx="97631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1" name="Straight Connector 298">
            <a:extLst>
              <a:ext uri="{FF2B5EF4-FFF2-40B4-BE49-F238E27FC236}">
                <a16:creationId xmlns:a16="http://schemas.microsoft.com/office/drawing/2014/main" id="{A4B18563-F878-0D39-223F-789F8AECB5F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64641" y="3851632"/>
            <a:ext cx="197644" cy="345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2" name="Straight Connector 299">
            <a:extLst>
              <a:ext uri="{FF2B5EF4-FFF2-40B4-BE49-F238E27FC236}">
                <a16:creationId xmlns:a16="http://schemas.microsoft.com/office/drawing/2014/main" id="{DCFCE7A9-1EA0-1339-6A16-FC16EA9EF99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24135" y="3719474"/>
            <a:ext cx="157163" cy="8215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3" name="Straight Connector 300">
            <a:extLst>
              <a:ext uri="{FF2B5EF4-FFF2-40B4-BE49-F238E27FC236}">
                <a16:creationId xmlns:a16="http://schemas.microsoft.com/office/drawing/2014/main" id="{40C05316-19D0-D367-2961-EE0C1766603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70531" y="3944501"/>
            <a:ext cx="166688" cy="7381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4" name="Straight Connector 301">
            <a:extLst>
              <a:ext uri="{FF2B5EF4-FFF2-40B4-BE49-F238E27FC236}">
                <a16:creationId xmlns:a16="http://schemas.microsoft.com/office/drawing/2014/main" id="{E5902661-7AAE-B03A-A24E-4AC63DC9A8F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39662" y="3888542"/>
            <a:ext cx="204788" cy="1905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5" name="Straight Connector 302">
            <a:extLst>
              <a:ext uri="{FF2B5EF4-FFF2-40B4-BE49-F238E27FC236}">
                <a16:creationId xmlns:a16="http://schemas.microsoft.com/office/drawing/2014/main" id="{ED3064B2-98EB-AF6A-BBF5-2CEF788AA5C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38522" y="3877826"/>
            <a:ext cx="290513" cy="940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6" name="Straight Connector 303">
            <a:extLst>
              <a:ext uri="{FF2B5EF4-FFF2-40B4-BE49-F238E27FC236}">
                <a16:creationId xmlns:a16="http://schemas.microsoft.com/office/drawing/2014/main" id="{0EA74A31-998D-28C9-E004-3BE00A39983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7807" y="3615888"/>
            <a:ext cx="230981" cy="1488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7" name="Straight Connector 304">
            <a:extLst>
              <a:ext uri="{FF2B5EF4-FFF2-40B4-BE49-F238E27FC236}">
                <a16:creationId xmlns:a16="http://schemas.microsoft.com/office/drawing/2014/main" id="{7D89AFAB-8785-93B9-3092-46739F8932A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82463" y="3518258"/>
            <a:ext cx="184547" cy="654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" name="TextBox 39958">
            <a:extLst>
              <a:ext uri="{FF2B5EF4-FFF2-40B4-BE49-F238E27FC236}">
                <a16:creationId xmlns:a16="http://schemas.microsoft.com/office/drawing/2014/main" id="{D2175E2D-24C1-AF83-E225-AB4AE275E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554" y="3549214"/>
            <a:ext cx="6511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i="1" kern="0" dirty="0">
                <a:solidFill>
                  <a:prstClr val="white"/>
                </a:solidFill>
                <a:latin typeface="Calibri" panose="020F0502020204030204"/>
                <a:cs typeface="Arial"/>
              </a:rPr>
              <a:t>ISP A</a:t>
            </a:r>
          </a:p>
        </p:txBody>
      </p: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BBC4FB51-4376-0764-640F-DF26C877DB3F}"/>
              </a:ext>
            </a:extLst>
          </p:cNvPr>
          <p:cNvGrpSpPr/>
          <p:nvPr/>
        </p:nvGrpSpPr>
        <p:grpSpPr>
          <a:xfrm>
            <a:off x="3584906" y="3750141"/>
            <a:ext cx="406004" cy="167267"/>
            <a:chOff x="7493876" y="2774731"/>
            <a:chExt cx="1481958" cy="894622"/>
          </a:xfrm>
        </p:grpSpPr>
        <p:sp>
          <p:nvSpPr>
            <p:cNvPr id="370" name="Freeform 1037">
              <a:extLst>
                <a:ext uri="{FF2B5EF4-FFF2-40B4-BE49-F238E27FC236}">
                  <a16:creationId xmlns:a16="http://schemas.microsoft.com/office/drawing/2014/main" id="{E2D2B0B4-EE3F-CC87-95D5-FEF6F17125D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52B1D0DF-05DA-CA05-78CA-FEAFEC8457B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372" name="Group 371">
              <a:extLst>
                <a:ext uri="{FF2B5EF4-FFF2-40B4-BE49-F238E27FC236}">
                  <a16:creationId xmlns:a16="http://schemas.microsoft.com/office/drawing/2014/main" id="{80E04FE0-B314-9E69-40B9-87D9729F4B4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3" name="Freeform 1040">
                <a:extLst>
                  <a:ext uri="{FF2B5EF4-FFF2-40B4-BE49-F238E27FC236}">
                    <a16:creationId xmlns:a16="http://schemas.microsoft.com/office/drawing/2014/main" id="{B195B0F1-5546-F64F-D026-ED6BD1A48BC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74" name="Freeform 1041">
                <a:extLst>
                  <a:ext uri="{FF2B5EF4-FFF2-40B4-BE49-F238E27FC236}">
                    <a16:creationId xmlns:a16="http://schemas.microsoft.com/office/drawing/2014/main" id="{14F24982-E09E-979D-F2A1-7E6DB9A7966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75" name="Freeform 1042">
                <a:extLst>
                  <a:ext uri="{FF2B5EF4-FFF2-40B4-BE49-F238E27FC236}">
                    <a16:creationId xmlns:a16="http://schemas.microsoft.com/office/drawing/2014/main" id="{EE5B7FCD-E0B3-08BA-EFC9-B908FA6813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76" name="Freeform 1043">
                <a:extLst>
                  <a:ext uri="{FF2B5EF4-FFF2-40B4-BE49-F238E27FC236}">
                    <a16:creationId xmlns:a16="http://schemas.microsoft.com/office/drawing/2014/main" id="{66306140-A125-50AC-4200-FBD5E2F0D1B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76569510-82EC-568A-9D47-147A4FB579A1}"/>
              </a:ext>
            </a:extLst>
          </p:cNvPr>
          <p:cNvGrpSpPr/>
          <p:nvPr/>
        </p:nvGrpSpPr>
        <p:grpSpPr>
          <a:xfrm>
            <a:off x="4093303" y="3933496"/>
            <a:ext cx="406004" cy="167267"/>
            <a:chOff x="7493876" y="2774731"/>
            <a:chExt cx="1481958" cy="894622"/>
          </a:xfrm>
        </p:grpSpPr>
        <p:sp>
          <p:nvSpPr>
            <p:cNvPr id="378" name="Freeform 1030">
              <a:extLst>
                <a:ext uri="{FF2B5EF4-FFF2-40B4-BE49-F238E27FC236}">
                  <a16:creationId xmlns:a16="http://schemas.microsoft.com/office/drawing/2014/main" id="{09F4B57B-59AA-A50D-02B4-242FAEDEC9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5C99E92D-BBA2-4068-4D32-491CED8725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2C8F4282-CD77-CD89-7580-A8E7351E8B9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1" name="Freeform 1033">
                <a:extLst>
                  <a:ext uri="{FF2B5EF4-FFF2-40B4-BE49-F238E27FC236}">
                    <a16:creationId xmlns:a16="http://schemas.microsoft.com/office/drawing/2014/main" id="{43660DC9-6522-423F-E854-9AD1B44DED6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82" name="Freeform 1034">
                <a:extLst>
                  <a:ext uri="{FF2B5EF4-FFF2-40B4-BE49-F238E27FC236}">
                    <a16:creationId xmlns:a16="http://schemas.microsoft.com/office/drawing/2014/main" id="{A2B5D383-52BC-EF56-805D-18AF05C2174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83" name="Freeform 1035">
                <a:extLst>
                  <a:ext uri="{FF2B5EF4-FFF2-40B4-BE49-F238E27FC236}">
                    <a16:creationId xmlns:a16="http://schemas.microsoft.com/office/drawing/2014/main" id="{AEBCF434-7075-F94B-2D3B-43F865FCB9B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84" name="Freeform 1036">
                <a:extLst>
                  <a:ext uri="{FF2B5EF4-FFF2-40B4-BE49-F238E27FC236}">
                    <a16:creationId xmlns:a16="http://schemas.microsoft.com/office/drawing/2014/main" id="{7DC117DD-115D-9A54-4BE3-A4B4CC42AB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75624D9A-7B52-116B-526B-9538A6A4C7EE}"/>
              </a:ext>
            </a:extLst>
          </p:cNvPr>
          <p:cNvGrpSpPr/>
          <p:nvPr/>
        </p:nvGrpSpPr>
        <p:grpSpPr>
          <a:xfrm>
            <a:off x="3171219" y="3566784"/>
            <a:ext cx="406004" cy="167267"/>
            <a:chOff x="7493876" y="2774731"/>
            <a:chExt cx="1481958" cy="894622"/>
          </a:xfrm>
        </p:grpSpPr>
        <p:sp>
          <p:nvSpPr>
            <p:cNvPr id="386" name="Freeform 1023">
              <a:extLst>
                <a:ext uri="{FF2B5EF4-FFF2-40B4-BE49-F238E27FC236}">
                  <a16:creationId xmlns:a16="http://schemas.microsoft.com/office/drawing/2014/main" id="{BD6F016E-317C-4376-F58F-6F886B6A905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FAEF963B-3ED7-1A04-B34E-D06DADEE2C0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388" name="Group 387">
              <a:extLst>
                <a:ext uri="{FF2B5EF4-FFF2-40B4-BE49-F238E27FC236}">
                  <a16:creationId xmlns:a16="http://schemas.microsoft.com/office/drawing/2014/main" id="{F5216888-1839-40E0-DFB7-DAAE0B9BF1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9" name="Freeform 1026">
                <a:extLst>
                  <a:ext uri="{FF2B5EF4-FFF2-40B4-BE49-F238E27FC236}">
                    <a16:creationId xmlns:a16="http://schemas.microsoft.com/office/drawing/2014/main" id="{D013418F-0844-3569-09B7-F8AA2ACA530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90" name="Freeform 1027">
                <a:extLst>
                  <a:ext uri="{FF2B5EF4-FFF2-40B4-BE49-F238E27FC236}">
                    <a16:creationId xmlns:a16="http://schemas.microsoft.com/office/drawing/2014/main" id="{594369ED-9551-A905-8BEC-7C9F880F4BE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91" name="Freeform 1028">
                <a:extLst>
                  <a:ext uri="{FF2B5EF4-FFF2-40B4-BE49-F238E27FC236}">
                    <a16:creationId xmlns:a16="http://schemas.microsoft.com/office/drawing/2014/main" id="{A0192A47-7E42-57CD-5E18-7E90F05077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92" name="Freeform 1029">
                <a:extLst>
                  <a:ext uri="{FF2B5EF4-FFF2-40B4-BE49-F238E27FC236}">
                    <a16:creationId xmlns:a16="http://schemas.microsoft.com/office/drawing/2014/main" id="{206A33C7-5805-5136-75D1-1460F54BC40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1C3AF0D8-59C4-B3A3-00C3-4488AED45246}"/>
              </a:ext>
            </a:extLst>
          </p:cNvPr>
          <p:cNvGrpSpPr/>
          <p:nvPr/>
        </p:nvGrpSpPr>
        <p:grpSpPr>
          <a:xfrm>
            <a:off x="2979474" y="3792487"/>
            <a:ext cx="406004" cy="167267"/>
            <a:chOff x="7493876" y="2774731"/>
            <a:chExt cx="1481958" cy="894622"/>
          </a:xfrm>
        </p:grpSpPr>
        <p:sp>
          <p:nvSpPr>
            <p:cNvPr id="394" name="Freeform 1016">
              <a:extLst>
                <a:ext uri="{FF2B5EF4-FFF2-40B4-BE49-F238E27FC236}">
                  <a16:creationId xmlns:a16="http://schemas.microsoft.com/office/drawing/2014/main" id="{F87D010A-1BF4-7FFA-CFBE-F7926F7F6D2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4B537170-B294-3A11-5933-1BC33550844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A5343232-E5BA-3241-4105-EAB400737F7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97" name="Freeform 1019">
                <a:extLst>
                  <a:ext uri="{FF2B5EF4-FFF2-40B4-BE49-F238E27FC236}">
                    <a16:creationId xmlns:a16="http://schemas.microsoft.com/office/drawing/2014/main" id="{6EF8FF96-1775-01CE-88F2-0583DE63654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98" name="Freeform 1020">
                <a:extLst>
                  <a:ext uri="{FF2B5EF4-FFF2-40B4-BE49-F238E27FC236}">
                    <a16:creationId xmlns:a16="http://schemas.microsoft.com/office/drawing/2014/main" id="{D2458100-2EAB-648F-0582-FAE9E36B97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99" name="Freeform 1021">
                <a:extLst>
                  <a:ext uri="{FF2B5EF4-FFF2-40B4-BE49-F238E27FC236}">
                    <a16:creationId xmlns:a16="http://schemas.microsoft.com/office/drawing/2014/main" id="{FA96993C-E26E-2B85-8D89-83A3D194D98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00" name="Freeform 1022">
                <a:extLst>
                  <a:ext uri="{FF2B5EF4-FFF2-40B4-BE49-F238E27FC236}">
                    <a16:creationId xmlns:a16="http://schemas.microsoft.com/office/drawing/2014/main" id="{AC472C6F-83A9-90E1-9293-47F3E245011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A9201598-1DA1-3515-F94E-98C2D2C71264}"/>
              </a:ext>
            </a:extLst>
          </p:cNvPr>
          <p:cNvGrpSpPr/>
          <p:nvPr/>
        </p:nvGrpSpPr>
        <p:grpSpPr>
          <a:xfrm>
            <a:off x="2516650" y="3959262"/>
            <a:ext cx="406004" cy="167267"/>
            <a:chOff x="7493876" y="2774731"/>
            <a:chExt cx="1481958" cy="894622"/>
          </a:xfrm>
        </p:grpSpPr>
        <p:sp>
          <p:nvSpPr>
            <p:cNvPr id="402" name="Freeform 1009">
              <a:extLst>
                <a:ext uri="{FF2B5EF4-FFF2-40B4-BE49-F238E27FC236}">
                  <a16:creationId xmlns:a16="http://schemas.microsoft.com/office/drawing/2014/main" id="{AD03D4D9-41BD-E4C8-7556-E39A79FC32B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755857F7-6CDA-F364-7098-DE21A5C6DEC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3762A98C-D76A-B672-7FA2-1079E6222EA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5" name="Freeform 1012">
                <a:extLst>
                  <a:ext uri="{FF2B5EF4-FFF2-40B4-BE49-F238E27FC236}">
                    <a16:creationId xmlns:a16="http://schemas.microsoft.com/office/drawing/2014/main" id="{177CCECA-17B8-2CC7-0987-B0F0DDF8B7F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06" name="Freeform 1013">
                <a:extLst>
                  <a:ext uri="{FF2B5EF4-FFF2-40B4-BE49-F238E27FC236}">
                    <a16:creationId xmlns:a16="http://schemas.microsoft.com/office/drawing/2014/main" id="{C1B3C160-DD6D-9EB8-19FA-3814C5D6AC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07" name="Freeform 1014">
                <a:extLst>
                  <a:ext uri="{FF2B5EF4-FFF2-40B4-BE49-F238E27FC236}">
                    <a16:creationId xmlns:a16="http://schemas.microsoft.com/office/drawing/2014/main" id="{57367C9C-F686-A3E0-151B-1F20F8ADB1B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08" name="Freeform 1015">
                <a:extLst>
                  <a:ext uri="{FF2B5EF4-FFF2-40B4-BE49-F238E27FC236}">
                    <a16:creationId xmlns:a16="http://schemas.microsoft.com/office/drawing/2014/main" id="{DD5E8FA6-B29D-1A17-85E1-D6A946AE97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0DDB063D-B739-B7EB-BD4E-491C82260FBF}"/>
              </a:ext>
            </a:extLst>
          </p:cNvPr>
          <p:cNvGrpSpPr/>
          <p:nvPr/>
        </p:nvGrpSpPr>
        <p:grpSpPr>
          <a:xfrm>
            <a:off x="3300215" y="4073833"/>
            <a:ext cx="406004" cy="167267"/>
            <a:chOff x="7493876" y="2774731"/>
            <a:chExt cx="1481958" cy="894622"/>
          </a:xfrm>
        </p:grpSpPr>
        <p:sp>
          <p:nvSpPr>
            <p:cNvPr id="410" name="Freeform 1002">
              <a:extLst>
                <a:ext uri="{FF2B5EF4-FFF2-40B4-BE49-F238E27FC236}">
                  <a16:creationId xmlns:a16="http://schemas.microsoft.com/office/drawing/2014/main" id="{D4FF26E6-3E81-EEC6-BFB6-9CED1CD3DE9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4F836140-3528-8B1C-C027-8617230898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9D9472DA-8793-2F63-6167-4257CB30DAD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3" name="Freeform 1005">
                <a:extLst>
                  <a:ext uri="{FF2B5EF4-FFF2-40B4-BE49-F238E27FC236}">
                    <a16:creationId xmlns:a16="http://schemas.microsoft.com/office/drawing/2014/main" id="{5C994A97-BACD-40A3-32CA-BAD38C9E196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14" name="Freeform 1006">
                <a:extLst>
                  <a:ext uri="{FF2B5EF4-FFF2-40B4-BE49-F238E27FC236}">
                    <a16:creationId xmlns:a16="http://schemas.microsoft.com/office/drawing/2014/main" id="{95953FD8-636F-FFF7-1D24-76EC7AECF9B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15" name="Freeform 1007">
                <a:extLst>
                  <a:ext uri="{FF2B5EF4-FFF2-40B4-BE49-F238E27FC236}">
                    <a16:creationId xmlns:a16="http://schemas.microsoft.com/office/drawing/2014/main" id="{C1E1A2A6-845D-BB3B-E246-F9A8DDC5912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16" name="Freeform 1008">
                <a:extLst>
                  <a:ext uri="{FF2B5EF4-FFF2-40B4-BE49-F238E27FC236}">
                    <a16:creationId xmlns:a16="http://schemas.microsoft.com/office/drawing/2014/main" id="{7C1BD2B1-4754-4689-5726-8F2CF7C820D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417" name="Oval 3">
            <a:extLst>
              <a:ext uri="{FF2B5EF4-FFF2-40B4-BE49-F238E27FC236}">
                <a16:creationId xmlns:a16="http://schemas.microsoft.com/office/drawing/2014/main" id="{F40554A4-6F72-3231-A15A-C738A59A8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756" y="4399320"/>
            <a:ext cx="2206229" cy="992981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cs typeface="Arial"/>
            </a:endParaRPr>
          </a:p>
        </p:txBody>
      </p:sp>
      <p:cxnSp>
        <p:nvCxnSpPr>
          <p:cNvPr id="418" name="Straight Connector 10">
            <a:extLst>
              <a:ext uri="{FF2B5EF4-FFF2-40B4-BE49-F238E27FC236}">
                <a16:creationId xmlns:a16="http://schemas.microsoft.com/office/drawing/2014/main" id="{44BA89D1-1F54-EDAA-5CB5-304A996D66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80044" y="4574342"/>
            <a:ext cx="727472" cy="511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" name="Straight Connector 297">
            <a:extLst>
              <a:ext uri="{FF2B5EF4-FFF2-40B4-BE49-F238E27FC236}">
                <a16:creationId xmlns:a16="http://schemas.microsoft.com/office/drawing/2014/main" id="{E067A9EF-B831-1E05-9C62-892F0937A5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7473" y="4789845"/>
            <a:ext cx="82153" cy="59531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" name="Straight Connector 298">
            <a:extLst>
              <a:ext uri="{FF2B5EF4-FFF2-40B4-BE49-F238E27FC236}">
                <a16:creationId xmlns:a16="http://schemas.microsoft.com/office/drawing/2014/main" id="{F1C18190-7C39-9FD1-DAF9-E68A2B100F6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20550" y="4936292"/>
            <a:ext cx="166688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1" name="Straight Connector 299">
            <a:extLst>
              <a:ext uri="{FF2B5EF4-FFF2-40B4-BE49-F238E27FC236}">
                <a16:creationId xmlns:a16="http://schemas.microsoft.com/office/drawing/2014/main" id="{11AF0052-46D4-99BA-DD49-7E7F89DAD68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15763" y="4810086"/>
            <a:ext cx="133350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" name="Straight Connector 300">
            <a:extLst>
              <a:ext uri="{FF2B5EF4-FFF2-40B4-BE49-F238E27FC236}">
                <a16:creationId xmlns:a16="http://schemas.microsoft.com/office/drawing/2014/main" id="{CE165F7E-A5A0-DDC9-C698-FD050CD14CD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01450" y="5025588"/>
            <a:ext cx="141685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3" name="Straight Connector 301">
            <a:extLst>
              <a:ext uri="{FF2B5EF4-FFF2-40B4-BE49-F238E27FC236}">
                <a16:creationId xmlns:a16="http://schemas.microsoft.com/office/drawing/2014/main" id="{081CEF47-B762-28CC-28DD-513FA592A0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68188" y="4972011"/>
            <a:ext cx="173831" cy="18335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4" name="Straight Connector 302">
            <a:extLst>
              <a:ext uri="{FF2B5EF4-FFF2-40B4-BE49-F238E27FC236}">
                <a16:creationId xmlns:a16="http://schemas.microsoft.com/office/drawing/2014/main" id="{D1E941CB-ED40-A347-2EA9-C62D451EACF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506325" y="4962486"/>
            <a:ext cx="245269" cy="892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5" name="Straight Connector 303">
            <a:extLst>
              <a:ext uri="{FF2B5EF4-FFF2-40B4-BE49-F238E27FC236}">
                <a16:creationId xmlns:a16="http://schemas.microsoft.com/office/drawing/2014/main" id="{0F1DCA5E-05A7-DBC2-EDA3-8621DA3C73A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6800" y="4711264"/>
            <a:ext cx="195263" cy="1416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6" name="Straight Connector 304">
            <a:extLst>
              <a:ext uri="{FF2B5EF4-FFF2-40B4-BE49-F238E27FC236}">
                <a16:creationId xmlns:a16="http://schemas.microsoft.com/office/drawing/2014/main" id="{6BE19505-E9A3-9621-89C7-FC763C76F31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81235" y="4617205"/>
            <a:ext cx="155972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7" name="TextBox 39958">
            <a:extLst>
              <a:ext uri="{FF2B5EF4-FFF2-40B4-BE49-F238E27FC236}">
                <a16:creationId xmlns:a16="http://schemas.microsoft.com/office/drawing/2014/main" id="{1F2EEACF-F64D-4089-29F8-E842E88D8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960" y="4646970"/>
            <a:ext cx="6383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i="1" kern="0" dirty="0">
                <a:solidFill>
                  <a:prstClr val="white"/>
                </a:solidFill>
                <a:latin typeface="Calibri" panose="020F0502020204030204"/>
                <a:cs typeface="Arial"/>
              </a:rPr>
              <a:t>ISP C</a:t>
            </a:r>
          </a:p>
        </p:txBody>
      </p:sp>
      <p:sp>
        <p:nvSpPr>
          <p:cNvPr id="428" name="Oval 3">
            <a:extLst>
              <a:ext uri="{FF2B5EF4-FFF2-40B4-BE49-F238E27FC236}">
                <a16:creationId xmlns:a16="http://schemas.microsoft.com/office/drawing/2014/main" id="{BAA2A054-5EEE-E4A3-2796-A27284648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285" y="3983792"/>
            <a:ext cx="2414588" cy="1007269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cs typeface="Arial"/>
            </a:endParaRPr>
          </a:p>
        </p:txBody>
      </p:sp>
      <p:cxnSp>
        <p:nvCxnSpPr>
          <p:cNvPr id="429" name="Straight Connector 10">
            <a:extLst>
              <a:ext uri="{FF2B5EF4-FFF2-40B4-BE49-F238E27FC236}">
                <a16:creationId xmlns:a16="http://schemas.microsoft.com/office/drawing/2014/main" id="{FBB3563D-F6D5-98F6-393E-9237FB2060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74391" y="4161195"/>
            <a:ext cx="796528" cy="523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" name="Straight Connector 297">
            <a:extLst>
              <a:ext uri="{FF2B5EF4-FFF2-40B4-BE49-F238E27FC236}">
                <a16:creationId xmlns:a16="http://schemas.microsoft.com/office/drawing/2014/main" id="{7B73CD6A-4A0E-826A-4BD2-57CF67C183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7537" y="4379079"/>
            <a:ext cx="90488" cy="619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" name="Straight Connector 298">
            <a:extLst>
              <a:ext uri="{FF2B5EF4-FFF2-40B4-BE49-F238E27FC236}">
                <a16:creationId xmlns:a16="http://schemas.microsoft.com/office/drawing/2014/main" id="{953DCC98-E355-E531-990B-A11F6B1DED0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7519" y="4529098"/>
            <a:ext cx="182166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2" name="Straight Connector 299">
            <a:extLst>
              <a:ext uri="{FF2B5EF4-FFF2-40B4-BE49-F238E27FC236}">
                <a16:creationId xmlns:a16="http://schemas.microsoft.com/office/drawing/2014/main" id="{D03FA0C0-0519-C9F5-0B88-47914CE356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13682" y="4400511"/>
            <a:ext cx="146447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3" name="Straight Connector 300">
            <a:extLst>
              <a:ext uri="{FF2B5EF4-FFF2-40B4-BE49-F238E27FC236}">
                <a16:creationId xmlns:a16="http://schemas.microsoft.com/office/drawing/2014/main" id="{2FB12DAD-2071-9F32-6582-DF200FA6A45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79129" y="4619586"/>
            <a:ext cx="154781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4" name="Straight Connector 301">
            <a:extLst>
              <a:ext uri="{FF2B5EF4-FFF2-40B4-BE49-F238E27FC236}">
                <a16:creationId xmlns:a16="http://schemas.microsoft.com/office/drawing/2014/main" id="{87F9D2FF-2447-24DB-32E4-2F81E28264B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99444" y="4564817"/>
            <a:ext cx="190500" cy="1857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5" name="Straight Connector 302">
            <a:extLst>
              <a:ext uri="{FF2B5EF4-FFF2-40B4-BE49-F238E27FC236}">
                <a16:creationId xmlns:a16="http://schemas.microsoft.com/office/drawing/2014/main" id="{83F57A8A-F9C6-B615-2842-71338C5B8DE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947107" y="4549338"/>
            <a:ext cx="269081" cy="904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6" name="Straight Connector 303">
            <a:extLst>
              <a:ext uri="{FF2B5EF4-FFF2-40B4-BE49-F238E27FC236}">
                <a16:creationId xmlns:a16="http://schemas.microsoft.com/office/drawing/2014/main" id="{130F7D20-B66B-F366-3946-2542D3C36D6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59012" y="4299307"/>
            <a:ext cx="214313" cy="14406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7" name="Straight Connector 304">
            <a:extLst>
              <a:ext uri="{FF2B5EF4-FFF2-40B4-BE49-F238E27FC236}">
                <a16:creationId xmlns:a16="http://schemas.microsoft.com/office/drawing/2014/main" id="{81CD7F18-FB00-BAA0-4761-A7BC25421B1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75582" y="4204058"/>
            <a:ext cx="170260" cy="6429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8" name="TextBox 39958">
            <a:extLst>
              <a:ext uri="{FF2B5EF4-FFF2-40B4-BE49-F238E27FC236}">
                <a16:creationId xmlns:a16="http://schemas.microsoft.com/office/drawing/2014/main" id="{A9FB6232-03B2-B9E3-615F-AAC6A54F2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6204" y="4233823"/>
            <a:ext cx="643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i="1" kern="0" dirty="0">
                <a:solidFill>
                  <a:prstClr val="white"/>
                </a:solidFill>
                <a:latin typeface="Calibri" panose="020F0502020204030204"/>
                <a:cs typeface="Arial"/>
              </a:rPr>
              <a:t>ISP B</a:t>
            </a:r>
          </a:p>
        </p:txBody>
      </p:sp>
      <p:cxnSp>
        <p:nvCxnSpPr>
          <p:cNvPr id="439" name="Straight Connector 12">
            <a:extLst>
              <a:ext uri="{FF2B5EF4-FFF2-40B4-BE49-F238E27FC236}">
                <a16:creationId xmlns:a16="http://schemas.microsoft.com/office/drawing/2014/main" id="{29974886-8175-8430-128F-52263E9F770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50266" y="3203932"/>
            <a:ext cx="178594" cy="1964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" name="Straight Connector 500">
            <a:extLst>
              <a:ext uri="{FF2B5EF4-FFF2-40B4-BE49-F238E27FC236}">
                <a16:creationId xmlns:a16="http://schemas.microsoft.com/office/drawing/2014/main" id="{772397EC-80B4-C63A-5A51-067EC656A5B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91862" y="3383717"/>
            <a:ext cx="623888" cy="464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1" name="Straight Connector 501">
            <a:extLst>
              <a:ext uri="{FF2B5EF4-FFF2-40B4-BE49-F238E27FC236}">
                <a16:creationId xmlns:a16="http://schemas.microsoft.com/office/drawing/2014/main" id="{8EB5AD54-C12D-E149-F762-3CD8BED635D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89444" y="3476586"/>
            <a:ext cx="977504" cy="20835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2" name="Straight Connector 502">
            <a:extLst>
              <a:ext uri="{FF2B5EF4-FFF2-40B4-BE49-F238E27FC236}">
                <a16:creationId xmlns:a16="http://schemas.microsoft.com/office/drawing/2014/main" id="{14E0232B-D5D9-16A0-6B2B-46A0364739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00410" y="3055105"/>
            <a:ext cx="230981" cy="4298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3" name="Straight Connector 503">
            <a:extLst>
              <a:ext uri="{FF2B5EF4-FFF2-40B4-BE49-F238E27FC236}">
                <a16:creationId xmlns:a16="http://schemas.microsoft.com/office/drawing/2014/main" id="{09AF71AE-A250-CE4A-5A8A-ACFE91F3631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82601" y="3038436"/>
            <a:ext cx="288131" cy="4345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4" name="Straight Connector 504">
            <a:extLst>
              <a:ext uri="{FF2B5EF4-FFF2-40B4-BE49-F238E27FC236}">
                <a16:creationId xmlns:a16="http://schemas.microsoft.com/office/drawing/2014/main" id="{2376BB86-A331-9E95-7A7B-FB8CAEDB0A7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1154" y="3421817"/>
            <a:ext cx="161925" cy="78462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5" name="Straight Connector 505">
            <a:extLst>
              <a:ext uri="{FF2B5EF4-FFF2-40B4-BE49-F238E27FC236}">
                <a16:creationId xmlns:a16="http://schemas.microsoft.com/office/drawing/2014/main" id="{7D602CEB-F34C-8D59-76C5-EC220632437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16188" y="3684945"/>
            <a:ext cx="180975" cy="519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6" name="Straight Connector 507">
            <a:extLst>
              <a:ext uri="{FF2B5EF4-FFF2-40B4-BE49-F238E27FC236}">
                <a16:creationId xmlns:a16="http://schemas.microsoft.com/office/drawing/2014/main" id="{41F98451-7C23-3A49-3BD3-BD910A7223E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54313" y="4676736"/>
            <a:ext cx="597694" cy="4607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7" name="Straight Connector 509">
            <a:extLst>
              <a:ext uri="{FF2B5EF4-FFF2-40B4-BE49-F238E27FC236}">
                <a16:creationId xmlns:a16="http://schemas.microsoft.com/office/drawing/2014/main" id="{E7F40DFB-D272-76AB-04F1-905395619D4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52922" y="4767223"/>
            <a:ext cx="214313" cy="87034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8" name="Straight Connector 510">
            <a:extLst>
              <a:ext uri="{FF2B5EF4-FFF2-40B4-BE49-F238E27FC236}">
                <a16:creationId xmlns:a16="http://schemas.microsoft.com/office/drawing/2014/main" id="{7C0E3AA4-5B0D-BD29-22E5-7C10027033B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14710" y="5030351"/>
            <a:ext cx="278606" cy="7298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9" name="Straight Connector 511">
            <a:extLst>
              <a:ext uri="{FF2B5EF4-FFF2-40B4-BE49-F238E27FC236}">
                <a16:creationId xmlns:a16="http://schemas.microsoft.com/office/drawing/2014/main" id="{A1F5906A-A871-1DF5-09DD-D77641F033A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221767" y="5141080"/>
            <a:ext cx="183356" cy="4964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" name="Straight Connector 512">
            <a:extLst>
              <a:ext uri="{FF2B5EF4-FFF2-40B4-BE49-F238E27FC236}">
                <a16:creationId xmlns:a16="http://schemas.microsoft.com/office/drawing/2014/main" id="{7585B7DE-535A-9B4D-5444-765A3561B70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6162" y="5117267"/>
            <a:ext cx="301229" cy="15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1" name="Straight Connector 513">
            <a:extLst>
              <a:ext uri="{FF2B5EF4-FFF2-40B4-BE49-F238E27FC236}">
                <a16:creationId xmlns:a16="http://schemas.microsoft.com/office/drawing/2014/main" id="{C2F7F94C-449C-06A1-8554-FC1ECD28C7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01362" y="5010111"/>
            <a:ext cx="338138" cy="869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2" name="Straight Connector 514">
            <a:extLst>
              <a:ext uri="{FF2B5EF4-FFF2-40B4-BE49-F238E27FC236}">
                <a16:creationId xmlns:a16="http://schemas.microsoft.com/office/drawing/2014/main" id="{29CD7A59-9DD0-A4A8-A75B-E5226E7677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29912" y="4529098"/>
            <a:ext cx="747713" cy="35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3" name="Straight Connector 508">
            <a:extLst>
              <a:ext uri="{FF2B5EF4-FFF2-40B4-BE49-F238E27FC236}">
                <a16:creationId xmlns:a16="http://schemas.microsoft.com/office/drawing/2014/main" id="{9FE81EA3-2A2E-3182-57F9-6531707C31E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735175" y="4788655"/>
            <a:ext cx="785813" cy="725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4" name="Straight Connector 506">
            <a:extLst>
              <a:ext uri="{FF2B5EF4-FFF2-40B4-BE49-F238E27FC236}">
                <a16:creationId xmlns:a16="http://schemas.microsoft.com/office/drawing/2014/main" id="{C022B1B6-BEF3-09E1-1523-339FEBF7FF5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37656" y="4480282"/>
            <a:ext cx="406004" cy="18692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708F5BE-7D22-333B-AEAE-E7BBAC87AE8E}"/>
              </a:ext>
            </a:extLst>
          </p:cNvPr>
          <p:cNvGrpSpPr/>
          <p:nvPr/>
        </p:nvGrpSpPr>
        <p:grpSpPr>
          <a:xfrm>
            <a:off x="3894469" y="3459627"/>
            <a:ext cx="406004" cy="167267"/>
            <a:chOff x="7493876" y="2774731"/>
            <a:chExt cx="1481958" cy="894622"/>
          </a:xfrm>
        </p:grpSpPr>
        <p:sp>
          <p:nvSpPr>
            <p:cNvPr id="456" name="Freeform 995">
              <a:extLst>
                <a:ext uri="{FF2B5EF4-FFF2-40B4-BE49-F238E27FC236}">
                  <a16:creationId xmlns:a16="http://schemas.microsoft.com/office/drawing/2014/main" id="{A4FE7446-BA65-9D16-5E65-6DEC9040F74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0A56EE92-81E0-A324-F8F7-C7A3B6C87FC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C9E8E191-02A6-C5B5-1CB9-44A70AA2FD6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998">
                <a:extLst>
                  <a:ext uri="{FF2B5EF4-FFF2-40B4-BE49-F238E27FC236}">
                    <a16:creationId xmlns:a16="http://schemas.microsoft.com/office/drawing/2014/main" id="{3A0F6AFC-B4BC-1338-3C69-C318E8EB0A8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0" name="Freeform 999">
                <a:extLst>
                  <a:ext uri="{FF2B5EF4-FFF2-40B4-BE49-F238E27FC236}">
                    <a16:creationId xmlns:a16="http://schemas.microsoft.com/office/drawing/2014/main" id="{D68791F9-788D-CAB1-010A-31C1A1429E2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1" name="Freeform 1000">
                <a:extLst>
                  <a:ext uri="{FF2B5EF4-FFF2-40B4-BE49-F238E27FC236}">
                    <a16:creationId xmlns:a16="http://schemas.microsoft.com/office/drawing/2014/main" id="{C6A16D01-D5A2-BB39-D897-9680A29FA72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2" name="Freeform 1001">
                <a:extLst>
                  <a:ext uri="{FF2B5EF4-FFF2-40B4-BE49-F238E27FC236}">
                    <a16:creationId xmlns:a16="http://schemas.microsoft.com/office/drawing/2014/main" id="{5053E2F4-B47C-2F9A-9D97-61F69B1E4D2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32BD33B7-666C-B981-18B6-F3240C1FA294}"/>
              </a:ext>
            </a:extLst>
          </p:cNvPr>
          <p:cNvGrpSpPr/>
          <p:nvPr/>
        </p:nvGrpSpPr>
        <p:grpSpPr>
          <a:xfrm>
            <a:off x="2716404" y="3384908"/>
            <a:ext cx="406004" cy="167267"/>
            <a:chOff x="7493876" y="2774731"/>
            <a:chExt cx="1481958" cy="894622"/>
          </a:xfrm>
        </p:grpSpPr>
        <p:sp>
          <p:nvSpPr>
            <p:cNvPr id="464" name="Freeform 988">
              <a:extLst>
                <a:ext uri="{FF2B5EF4-FFF2-40B4-BE49-F238E27FC236}">
                  <a16:creationId xmlns:a16="http://schemas.microsoft.com/office/drawing/2014/main" id="{63CFC729-8413-7D08-A0E6-F690B3018B5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3C5EF0E3-F2C0-0FAB-D991-FF2A722156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7A47ABEB-D5F0-9640-B0AE-B16FCE627FE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991">
                <a:extLst>
                  <a:ext uri="{FF2B5EF4-FFF2-40B4-BE49-F238E27FC236}">
                    <a16:creationId xmlns:a16="http://schemas.microsoft.com/office/drawing/2014/main" id="{293429E3-998E-5F86-31E9-0B3499E79F4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8" name="Freeform 992">
                <a:extLst>
                  <a:ext uri="{FF2B5EF4-FFF2-40B4-BE49-F238E27FC236}">
                    <a16:creationId xmlns:a16="http://schemas.microsoft.com/office/drawing/2014/main" id="{8C76C3FB-E621-0DC7-99E1-036B5857172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9" name="Freeform 993">
                <a:extLst>
                  <a:ext uri="{FF2B5EF4-FFF2-40B4-BE49-F238E27FC236}">
                    <a16:creationId xmlns:a16="http://schemas.microsoft.com/office/drawing/2014/main" id="{327CD9AE-0DDB-D117-C697-55EC48329BC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0" name="Freeform 994">
                <a:extLst>
                  <a:ext uri="{FF2B5EF4-FFF2-40B4-BE49-F238E27FC236}">
                    <a16:creationId xmlns:a16="http://schemas.microsoft.com/office/drawing/2014/main" id="{C24EF4D7-6577-8867-0E01-E0320146379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0504C26D-D137-9F3A-A084-D0821B70084D}"/>
              </a:ext>
            </a:extLst>
          </p:cNvPr>
          <p:cNvGrpSpPr/>
          <p:nvPr/>
        </p:nvGrpSpPr>
        <p:grpSpPr>
          <a:xfrm>
            <a:off x="5947106" y="4158524"/>
            <a:ext cx="406004" cy="167267"/>
            <a:chOff x="7493876" y="2774731"/>
            <a:chExt cx="1481958" cy="894622"/>
          </a:xfrm>
        </p:grpSpPr>
        <p:sp>
          <p:nvSpPr>
            <p:cNvPr id="472" name="Freeform 974">
              <a:extLst>
                <a:ext uri="{FF2B5EF4-FFF2-40B4-BE49-F238E27FC236}">
                  <a16:creationId xmlns:a16="http://schemas.microsoft.com/office/drawing/2014/main" id="{A11F8F38-EC56-3742-9EC3-1E586FACF00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479AF3AD-FF9B-6486-5AAA-79732553947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459112DD-92B0-BDB7-5848-A8270ED2FF0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977">
                <a:extLst>
                  <a:ext uri="{FF2B5EF4-FFF2-40B4-BE49-F238E27FC236}">
                    <a16:creationId xmlns:a16="http://schemas.microsoft.com/office/drawing/2014/main" id="{0C41B607-D8EE-917C-1DC3-6A46FFC4805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6" name="Freeform 978">
                <a:extLst>
                  <a:ext uri="{FF2B5EF4-FFF2-40B4-BE49-F238E27FC236}">
                    <a16:creationId xmlns:a16="http://schemas.microsoft.com/office/drawing/2014/main" id="{FB20EA6A-AA09-1FB9-F9F1-95A69A3C16D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7" name="Freeform 979">
                <a:extLst>
                  <a:ext uri="{FF2B5EF4-FFF2-40B4-BE49-F238E27FC236}">
                    <a16:creationId xmlns:a16="http://schemas.microsoft.com/office/drawing/2014/main" id="{36DD5B42-D9DD-29B6-57F4-9AF4DE1FF7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8" name="Freeform 980">
                <a:extLst>
                  <a:ext uri="{FF2B5EF4-FFF2-40B4-BE49-F238E27FC236}">
                    <a16:creationId xmlns:a16="http://schemas.microsoft.com/office/drawing/2014/main" id="{5277434E-55CE-4045-5F4B-B20A52CE195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011FC706-891C-5CDB-92C6-250881989AFC}"/>
              </a:ext>
            </a:extLst>
          </p:cNvPr>
          <p:cNvGrpSpPr/>
          <p:nvPr/>
        </p:nvGrpSpPr>
        <p:grpSpPr>
          <a:xfrm>
            <a:off x="6137011" y="4579839"/>
            <a:ext cx="406004" cy="167267"/>
            <a:chOff x="7493876" y="2774731"/>
            <a:chExt cx="1481958" cy="894622"/>
          </a:xfrm>
        </p:grpSpPr>
        <p:sp>
          <p:nvSpPr>
            <p:cNvPr id="480" name="Freeform 967">
              <a:extLst>
                <a:ext uri="{FF2B5EF4-FFF2-40B4-BE49-F238E27FC236}">
                  <a16:creationId xmlns:a16="http://schemas.microsoft.com/office/drawing/2014/main" id="{A1B1A295-5481-AED1-02E5-2893AC154F0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8C039E4D-E932-08FE-A06B-96215B7972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6E088D15-6ECD-C32D-9459-7215BD73053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970">
                <a:extLst>
                  <a:ext uri="{FF2B5EF4-FFF2-40B4-BE49-F238E27FC236}">
                    <a16:creationId xmlns:a16="http://schemas.microsoft.com/office/drawing/2014/main" id="{44A7BAF2-EBEB-A7D6-1C5C-AFDAA8EC95F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4" name="Freeform 971">
                <a:extLst>
                  <a:ext uri="{FF2B5EF4-FFF2-40B4-BE49-F238E27FC236}">
                    <a16:creationId xmlns:a16="http://schemas.microsoft.com/office/drawing/2014/main" id="{4DDD1731-6E48-1B59-275C-B1B0F6E9086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5" name="Freeform 972">
                <a:extLst>
                  <a:ext uri="{FF2B5EF4-FFF2-40B4-BE49-F238E27FC236}">
                    <a16:creationId xmlns:a16="http://schemas.microsoft.com/office/drawing/2014/main" id="{17131874-1EA5-75D4-98AC-55BCE6E07BC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6" name="Freeform 973">
                <a:extLst>
                  <a:ext uri="{FF2B5EF4-FFF2-40B4-BE49-F238E27FC236}">
                    <a16:creationId xmlns:a16="http://schemas.microsoft.com/office/drawing/2014/main" id="{BE0A3102-78A3-C416-90A9-95B1723BA3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28290277-F05F-FC23-B89F-B22B6164335F}"/>
              </a:ext>
            </a:extLst>
          </p:cNvPr>
          <p:cNvGrpSpPr/>
          <p:nvPr/>
        </p:nvGrpSpPr>
        <p:grpSpPr>
          <a:xfrm>
            <a:off x="5602255" y="4412723"/>
            <a:ext cx="406004" cy="167267"/>
            <a:chOff x="7493876" y="2774731"/>
            <a:chExt cx="1481958" cy="894622"/>
          </a:xfrm>
        </p:grpSpPr>
        <p:sp>
          <p:nvSpPr>
            <p:cNvPr id="488" name="Freeform 960">
              <a:extLst>
                <a:ext uri="{FF2B5EF4-FFF2-40B4-BE49-F238E27FC236}">
                  <a16:creationId xmlns:a16="http://schemas.microsoft.com/office/drawing/2014/main" id="{275B6A8F-ECF3-B6C8-C3FD-DE723D769EA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8B07620C-F2D8-00E1-930E-AE2105F0099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843691AE-7DCE-B6A0-05B0-9AA4E30699D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91" name="Freeform 963">
                <a:extLst>
                  <a:ext uri="{FF2B5EF4-FFF2-40B4-BE49-F238E27FC236}">
                    <a16:creationId xmlns:a16="http://schemas.microsoft.com/office/drawing/2014/main" id="{8775FE9D-19E0-3A80-6729-F1808BB93D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2" name="Freeform 964">
                <a:extLst>
                  <a:ext uri="{FF2B5EF4-FFF2-40B4-BE49-F238E27FC236}">
                    <a16:creationId xmlns:a16="http://schemas.microsoft.com/office/drawing/2014/main" id="{EF83FBE2-2491-9CEF-CFEE-47BEB7757D8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3" name="Freeform 965">
                <a:extLst>
                  <a:ext uri="{FF2B5EF4-FFF2-40B4-BE49-F238E27FC236}">
                    <a16:creationId xmlns:a16="http://schemas.microsoft.com/office/drawing/2014/main" id="{9DBC73DE-F2AD-5E1F-CAC9-91A6126E0D6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4" name="Freeform 966">
                <a:extLst>
                  <a:ext uri="{FF2B5EF4-FFF2-40B4-BE49-F238E27FC236}">
                    <a16:creationId xmlns:a16="http://schemas.microsoft.com/office/drawing/2014/main" id="{737F1B80-E7CE-BC2F-6856-74377A92750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CAC4D136-78BF-E971-FEB5-46F91DDC1D73}"/>
              </a:ext>
            </a:extLst>
          </p:cNvPr>
          <p:cNvGrpSpPr/>
          <p:nvPr/>
        </p:nvGrpSpPr>
        <p:grpSpPr>
          <a:xfrm>
            <a:off x="5234517" y="4248432"/>
            <a:ext cx="406004" cy="167267"/>
            <a:chOff x="7493876" y="2774731"/>
            <a:chExt cx="1481958" cy="894622"/>
          </a:xfrm>
        </p:grpSpPr>
        <p:sp>
          <p:nvSpPr>
            <p:cNvPr id="496" name="Freeform 953">
              <a:extLst>
                <a:ext uri="{FF2B5EF4-FFF2-40B4-BE49-F238E27FC236}">
                  <a16:creationId xmlns:a16="http://schemas.microsoft.com/office/drawing/2014/main" id="{D8C8EC2E-7971-15AA-74E0-93A2B87397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97" name="Oval 496">
              <a:extLst>
                <a:ext uri="{FF2B5EF4-FFF2-40B4-BE49-F238E27FC236}">
                  <a16:creationId xmlns:a16="http://schemas.microsoft.com/office/drawing/2014/main" id="{D42C1516-3ED9-427F-EDB8-F5ECD3251D5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6839975B-DA69-F220-F3D5-894FF3D1749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99" name="Freeform 956">
                <a:extLst>
                  <a:ext uri="{FF2B5EF4-FFF2-40B4-BE49-F238E27FC236}">
                    <a16:creationId xmlns:a16="http://schemas.microsoft.com/office/drawing/2014/main" id="{DF3D7C70-F3D2-0705-5E05-2C518F29285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0" name="Freeform 957">
                <a:extLst>
                  <a:ext uri="{FF2B5EF4-FFF2-40B4-BE49-F238E27FC236}">
                    <a16:creationId xmlns:a16="http://schemas.microsoft.com/office/drawing/2014/main" id="{53EFBEF0-92B7-0D47-A7E3-502C977ECEE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1" name="Freeform 958">
                <a:extLst>
                  <a:ext uri="{FF2B5EF4-FFF2-40B4-BE49-F238E27FC236}">
                    <a16:creationId xmlns:a16="http://schemas.microsoft.com/office/drawing/2014/main" id="{3C3B4665-54F7-F3B7-43BA-4BF05A0F07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2" name="Freeform 959">
                <a:extLst>
                  <a:ext uri="{FF2B5EF4-FFF2-40B4-BE49-F238E27FC236}">
                    <a16:creationId xmlns:a16="http://schemas.microsoft.com/office/drawing/2014/main" id="{BF1CE5EB-65A5-3886-A8F1-BCE669E3DEB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663FF687-ADF2-7F8F-915C-A7F6BF767DA3}"/>
              </a:ext>
            </a:extLst>
          </p:cNvPr>
          <p:cNvGrpSpPr/>
          <p:nvPr/>
        </p:nvGrpSpPr>
        <p:grpSpPr>
          <a:xfrm>
            <a:off x="5042712" y="4478802"/>
            <a:ext cx="406004" cy="167267"/>
            <a:chOff x="7493876" y="2774731"/>
            <a:chExt cx="1481958" cy="894622"/>
          </a:xfrm>
        </p:grpSpPr>
        <p:sp>
          <p:nvSpPr>
            <p:cNvPr id="504" name="Freeform 946">
              <a:extLst>
                <a:ext uri="{FF2B5EF4-FFF2-40B4-BE49-F238E27FC236}">
                  <a16:creationId xmlns:a16="http://schemas.microsoft.com/office/drawing/2014/main" id="{8728F4D1-BF89-9A38-6B14-1069F85F4CA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05" name="Oval 504">
              <a:extLst>
                <a:ext uri="{FF2B5EF4-FFF2-40B4-BE49-F238E27FC236}">
                  <a16:creationId xmlns:a16="http://schemas.microsoft.com/office/drawing/2014/main" id="{7B1ABBA5-A620-0277-7D68-FFCE166C701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06" name="Group 505">
              <a:extLst>
                <a:ext uri="{FF2B5EF4-FFF2-40B4-BE49-F238E27FC236}">
                  <a16:creationId xmlns:a16="http://schemas.microsoft.com/office/drawing/2014/main" id="{C2BB5B48-A870-BAA9-A6AB-7E993E87DC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7" name="Freeform 949">
                <a:extLst>
                  <a:ext uri="{FF2B5EF4-FFF2-40B4-BE49-F238E27FC236}">
                    <a16:creationId xmlns:a16="http://schemas.microsoft.com/office/drawing/2014/main" id="{CDD90342-9DFA-5CFD-30CB-AA51FFFEFF9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8" name="Freeform 950">
                <a:extLst>
                  <a:ext uri="{FF2B5EF4-FFF2-40B4-BE49-F238E27FC236}">
                    <a16:creationId xmlns:a16="http://schemas.microsoft.com/office/drawing/2014/main" id="{D2613225-03CA-660E-B2F4-1C1CC9E62BE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9" name="Freeform 951">
                <a:extLst>
                  <a:ext uri="{FF2B5EF4-FFF2-40B4-BE49-F238E27FC236}">
                    <a16:creationId xmlns:a16="http://schemas.microsoft.com/office/drawing/2014/main" id="{BFB06D54-5F52-7126-A136-F6F217F20D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0" name="Freeform 952">
                <a:extLst>
                  <a:ext uri="{FF2B5EF4-FFF2-40B4-BE49-F238E27FC236}">
                    <a16:creationId xmlns:a16="http://schemas.microsoft.com/office/drawing/2014/main" id="{854A0DBB-5AA1-6EAF-25B2-843321754A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84F97515-EFD5-B8A0-1654-984451EF28D0}"/>
              </a:ext>
            </a:extLst>
          </p:cNvPr>
          <p:cNvGrpSpPr/>
          <p:nvPr/>
        </p:nvGrpSpPr>
        <p:grpSpPr>
          <a:xfrm>
            <a:off x="4683634" y="4659017"/>
            <a:ext cx="406004" cy="167267"/>
            <a:chOff x="7493876" y="2774731"/>
            <a:chExt cx="1481958" cy="894622"/>
          </a:xfrm>
        </p:grpSpPr>
        <p:sp>
          <p:nvSpPr>
            <p:cNvPr id="512" name="Freeform 939">
              <a:extLst>
                <a:ext uri="{FF2B5EF4-FFF2-40B4-BE49-F238E27FC236}">
                  <a16:creationId xmlns:a16="http://schemas.microsoft.com/office/drawing/2014/main" id="{A6DA2EBE-F673-DF80-EF2B-0A497753441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18753322-F114-5DBC-75AA-21C34C4779F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14" name="Group 513">
              <a:extLst>
                <a:ext uri="{FF2B5EF4-FFF2-40B4-BE49-F238E27FC236}">
                  <a16:creationId xmlns:a16="http://schemas.microsoft.com/office/drawing/2014/main" id="{F7926F8F-BA47-6BED-1322-689FCE4AA51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5" name="Freeform 942">
                <a:extLst>
                  <a:ext uri="{FF2B5EF4-FFF2-40B4-BE49-F238E27FC236}">
                    <a16:creationId xmlns:a16="http://schemas.microsoft.com/office/drawing/2014/main" id="{54DFA144-1FE7-037C-C6C1-3DF8591DA35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6" name="Freeform 943">
                <a:extLst>
                  <a:ext uri="{FF2B5EF4-FFF2-40B4-BE49-F238E27FC236}">
                    <a16:creationId xmlns:a16="http://schemas.microsoft.com/office/drawing/2014/main" id="{A92B4759-405B-FA34-A50F-4CA8602342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7" name="Freeform 944">
                <a:extLst>
                  <a:ext uri="{FF2B5EF4-FFF2-40B4-BE49-F238E27FC236}">
                    <a16:creationId xmlns:a16="http://schemas.microsoft.com/office/drawing/2014/main" id="{A83E0AF1-4A45-7D6B-96AA-4C47AAE4DF2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8" name="Freeform 945">
                <a:extLst>
                  <a:ext uri="{FF2B5EF4-FFF2-40B4-BE49-F238E27FC236}">
                    <a16:creationId xmlns:a16="http://schemas.microsoft.com/office/drawing/2014/main" id="{8F92DA68-9F19-7447-D191-405E34D1637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E64BFCA9-0C86-D99A-FBF2-1D6A58AB7038}"/>
              </a:ext>
            </a:extLst>
          </p:cNvPr>
          <p:cNvGrpSpPr/>
          <p:nvPr/>
        </p:nvGrpSpPr>
        <p:grpSpPr>
          <a:xfrm>
            <a:off x="5468278" y="4697262"/>
            <a:ext cx="406004" cy="167267"/>
            <a:chOff x="7493876" y="2774731"/>
            <a:chExt cx="1481958" cy="894622"/>
          </a:xfrm>
        </p:grpSpPr>
        <p:sp>
          <p:nvSpPr>
            <p:cNvPr id="520" name="Freeform 932">
              <a:extLst>
                <a:ext uri="{FF2B5EF4-FFF2-40B4-BE49-F238E27FC236}">
                  <a16:creationId xmlns:a16="http://schemas.microsoft.com/office/drawing/2014/main" id="{9299C916-51D9-B80A-0F44-25B189833C6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B6D5FAA3-6832-1FED-5F2F-09DF3E866BB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22" name="Group 521">
              <a:extLst>
                <a:ext uri="{FF2B5EF4-FFF2-40B4-BE49-F238E27FC236}">
                  <a16:creationId xmlns:a16="http://schemas.microsoft.com/office/drawing/2014/main" id="{84025461-2699-EF4F-D291-90B6E76ED4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3" name="Freeform 935">
                <a:extLst>
                  <a:ext uri="{FF2B5EF4-FFF2-40B4-BE49-F238E27FC236}">
                    <a16:creationId xmlns:a16="http://schemas.microsoft.com/office/drawing/2014/main" id="{BD9A4421-FF50-E5B2-D6EC-C16C961C883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4" name="Freeform 936">
                <a:extLst>
                  <a:ext uri="{FF2B5EF4-FFF2-40B4-BE49-F238E27FC236}">
                    <a16:creationId xmlns:a16="http://schemas.microsoft.com/office/drawing/2014/main" id="{60D00F16-6462-96F8-996A-0C39D977AFC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5" name="Freeform 937">
                <a:extLst>
                  <a:ext uri="{FF2B5EF4-FFF2-40B4-BE49-F238E27FC236}">
                    <a16:creationId xmlns:a16="http://schemas.microsoft.com/office/drawing/2014/main" id="{B7D3201C-1EBC-B50D-7F37-AFA4D45CF5E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6" name="Freeform 938">
                <a:extLst>
                  <a:ext uri="{FF2B5EF4-FFF2-40B4-BE49-F238E27FC236}">
                    <a16:creationId xmlns:a16="http://schemas.microsoft.com/office/drawing/2014/main" id="{18CFE1F4-6A3F-8A23-222B-6C6958BB28D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1A99462F-4058-1C90-0523-97369B213AA8}"/>
              </a:ext>
            </a:extLst>
          </p:cNvPr>
          <p:cNvGrpSpPr/>
          <p:nvPr/>
        </p:nvGrpSpPr>
        <p:grpSpPr>
          <a:xfrm>
            <a:off x="3426070" y="4576814"/>
            <a:ext cx="406004" cy="167267"/>
            <a:chOff x="7493876" y="2774731"/>
            <a:chExt cx="1481958" cy="894622"/>
          </a:xfrm>
        </p:grpSpPr>
        <p:sp>
          <p:nvSpPr>
            <p:cNvPr id="528" name="Freeform 925">
              <a:extLst>
                <a:ext uri="{FF2B5EF4-FFF2-40B4-BE49-F238E27FC236}">
                  <a16:creationId xmlns:a16="http://schemas.microsoft.com/office/drawing/2014/main" id="{7CA0D866-44D3-B8F3-28E6-C80EDFACFE5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29" name="Oval 528">
              <a:extLst>
                <a:ext uri="{FF2B5EF4-FFF2-40B4-BE49-F238E27FC236}">
                  <a16:creationId xmlns:a16="http://schemas.microsoft.com/office/drawing/2014/main" id="{F16DDB02-99DD-8632-0B06-390E5D1072A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30" name="Group 529">
              <a:extLst>
                <a:ext uri="{FF2B5EF4-FFF2-40B4-BE49-F238E27FC236}">
                  <a16:creationId xmlns:a16="http://schemas.microsoft.com/office/drawing/2014/main" id="{20E5F8E1-C9AF-F46F-84B1-B9A3AA081A8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1" name="Freeform 928">
                <a:extLst>
                  <a:ext uri="{FF2B5EF4-FFF2-40B4-BE49-F238E27FC236}">
                    <a16:creationId xmlns:a16="http://schemas.microsoft.com/office/drawing/2014/main" id="{9E637592-3F05-F576-4EEA-27D9C83AA7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2" name="Freeform 929">
                <a:extLst>
                  <a:ext uri="{FF2B5EF4-FFF2-40B4-BE49-F238E27FC236}">
                    <a16:creationId xmlns:a16="http://schemas.microsoft.com/office/drawing/2014/main" id="{14AD6415-8860-9039-E19C-5D622DCAE9C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3" name="Freeform 930">
                <a:extLst>
                  <a:ext uri="{FF2B5EF4-FFF2-40B4-BE49-F238E27FC236}">
                    <a16:creationId xmlns:a16="http://schemas.microsoft.com/office/drawing/2014/main" id="{BB179207-E714-DE57-0DD4-6BC50039E5F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4" name="Freeform 931">
                <a:extLst>
                  <a:ext uri="{FF2B5EF4-FFF2-40B4-BE49-F238E27FC236}">
                    <a16:creationId xmlns:a16="http://schemas.microsoft.com/office/drawing/2014/main" id="{74A17F82-DE37-4FD2-F4EA-E1821D34B7B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6B3F66C5-D9B8-8E98-5DEE-749A85EFB411}"/>
              </a:ext>
            </a:extLst>
          </p:cNvPr>
          <p:cNvGrpSpPr/>
          <p:nvPr/>
        </p:nvGrpSpPr>
        <p:grpSpPr>
          <a:xfrm>
            <a:off x="3609314" y="4962486"/>
            <a:ext cx="406004" cy="167267"/>
            <a:chOff x="7493876" y="2774731"/>
            <a:chExt cx="1481958" cy="894622"/>
          </a:xfrm>
        </p:grpSpPr>
        <p:sp>
          <p:nvSpPr>
            <p:cNvPr id="536" name="Freeform 918">
              <a:extLst>
                <a:ext uri="{FF2B5EF4-FFF2-40B4-BE49-F238E27FC236}">
                  <a16:creationId xmlns:a16="http://schemas.microsoft.com/office/drawing/2014/main" id="{0C3F7200-A2E9-AA9E-C895-E9FBD29FC40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2A72C1E3-798A-B063-FF13-56757C2F000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07278C49-5A52-8941-0B8E-125B70097AF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9" name="Freeform 921">
                <a:extLst>
                  <a:ext uri="{FF2B5EF4-FFF2-40B4-BE49-F238E27FC236}">
                    <a16:creationId xmlns:a16="http://schemas.microsoft.com/office/drawing/2014/main" id="{EF9DD1B0-A7B7-18D8-B233-A9D67F7A2AD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40" name="Freeform 922">
                <a:extLst>
                  <a:ext uri="{FF2B5EF4-FFF2-40B4-BE49-F238E27FC236}">
                    <a16:creationId xmlns:a16="http://schemas.microsoft.com/office/drawing/2014/main" id="{9C03C156-0776-8A51-FA6E-EAC0CC23AD5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41" name="Freeform 923">
                <a:extLst>
                  <a:ext uri="{FF2B5EF4-FFF2-40B4-BE49-F238E27FC236}">
                    <a16:creationId xmlns:a16="http://schemas.microsoft.com/office/drawing/2014/main" id="{4BC13E82-32B5-F018-1DB6-A9F485E3170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42" name="Freeform 924">
                <a:extLst>
                  <a:ext uri="{FF2B5EF4-FFF2-40B4-BE49-F238E27FC236}">
                    <a16:creationId xmlns:a16="http://schemas.microsoft.com/office/drawing/2014/main" id="{C045D51A-46B4-6C62-B025-198EE72D3D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3BB29775-DD01-A58A-A8D1-202869ECD3D8}"/>
              </a:ext>
            </a:extLst>
          </p:cNvPr>
          <p:cNvGrpSpPr/>
          <p:nvPr/>
        </p:nvGrpSpPr>
        <p:grpSpPr>
          <a:xfrm>
            <a:off x="3165211" y="4823883"/>
            <a:ext cx="406004" cy="167267"/>
            <a:chOff x="7493876" y="2774731"/>
            <a:chExt cx="1481958" cy="894622"/>
          </a:xfrm>
        </p:grpSpPr>
        <p:sp>
          <p:nvSpPr>
            <p:cNvPr id="544" name="Freeform 911">
              <a:extLst>
                <a:ext uri="{FF2B5EF4-FFF2-40B4-BE49-F238E27FC236}">
                  <a16:creationId xmlns:a16="http://schemas.microsoft.com/office/drawing/2014/main" id="{11C9EF70-145D-F197-6426-42409559BED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E0997944-0F63-6F48-D494-DA3C2FB6CB5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5D1BB66E-2F0A-36F8-5893-ADFEE06F7C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" name="Freeform 914">
                <a:extLst>
                  <a:ext uri="{FF2B5EF4-FFF2-40B4-BE49-F238E27FC236}">
                    <a16:creationId xmlns:a16="http://schemas.microsoft.com/office/drawing/2014/main" id="{DFE8FA63-28D1-5DE7-56AF-A33C51C592E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48" name="Freeform 915">
                <a:extLst>
                  <a:ext uri="{FF2B5EF4-FFF2-40B4-BE49-F238E27FC236}">
                    <a16:creationId xmlns:a16="http://schemas.microsoft.com/office/drawing/2014/main" id="{F1F8095A-EFA6-5599-F022-C5475A372EE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49" name="Freeform 916">
                <a:extLst>
                  <a:ext uri="{FF2B5EF4-FFF2-40B4-BE49-F238E27FC236}">
                    <a16:creationId xmlns:a16="http://schemas.microsoft.com/office/drawing/2014/main" id="{12617A80-7B29-E279-40C8-BD8A5144F67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0" name="Freeform 917">
                <a:extLst>
                  <a:ext uri="{FF2B5EF4-FFF2-40B4-BE49-F238E27FC236}">
                    <a16:creationId xmlns:a16="http://schemas.microsoft.com/office/drawing/2014/main" id="{CDEB442D-0FB2-4E67-62BD-AF24FD1B17C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51" name="Group 550">
            <a:extLst>
              <a:ext uri="{FF2B5EF4-FFF2-40B4-BE49-F238E27FC236}">
                <a16:creationId xmlns:a16="http://schemas.microsoft.com/office/drawing/2014/main" id="{CDD3BEDD-8310-1920-5E3A-015B91F4E62A}"/>
              </a:ext>
            </a:extLst>
          </p:cNvPr>
          <p:cNvGrpSpPr/>
          <p:nvPr/>
        </p:nvGrpSpPr>
        <p:grpSpPr>
          <a:xfrm>
            <a:off x="2469290" y="4486286"/>
            <a:ext cx="406004" cy="167267"/>
            <a:chOff x="7493876" y="2774731"/>
            <a:chExt cx="1481958" cy="894622"/>
          </a:xfrm>
        </p:grpSpPr>
        <p:sp>
          <p:nvSpPr>
            <p:cNvPr id="552" name="Freeform 904">
              <a:extLst>
                <a:ext uri="{FF2B5EF4-FFF2-40B4-BE49-F238E27FC236}">
                  <a16:creationId xmlns:a16="http://schemas.microsoft.com/office/drawing/2014/main" id="{5FB08593-F50E-80F8-B7E3-1183B4D952D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8048EE63-17D9-B2CC-0993-83C9EA8D04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DADB0A26-F09A-DE5B-00FE-7EC0E14538F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5" name="Freeform 907">
                <a:extLst>
                  <a:ext uri="{FF2B5EF4-FFF2-40B4-BE49-F238E27FC236}">
                    <a16:creationId xmlns:a16="http://schemas.microsoft.com/office/drawing/2014/main" id="{7F9AADB3-137D-9F26-7CF9-B8838E887DA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6" name="Freeform 908">
                <a:extLst>
                  <a:ext uri="{FF2B5EF4-FFF2-40B4-BE49-F238E27FC236}">
                    <a16:creationId xmlns:a16="http://schemas.microsoft.com/office/drawing/2014/main" id="{B254B2B3-1434-974B-C84E-26410072A59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7" name="Freeform 909">
                <a:extLst>
                  <a:ext uri="{FF2B5EF4-FFF2-40B4-BE49-F238E27FC236}">
                    <a16:creationId xmlns:a16="http://schemas.microsoft.com/office/drawing/2014/main" id="{AD04C818-7DA4-F099-93A9-63A3966D54B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58" name="Freeform 910">
                <a:extLst>
                  <a:ext uri="{FF2B5EF4-FFF2-40B4-BE49-F238E27FC236}">
                    <a16:creationId xmlns:a16="http://schemas.microsoft.com/office/drawing/2014/main" id="{47FEB827-6995-B796-65D3-E7B2F8D48C0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4C9353C8-47BC-8955-EC8F-5CD1D5E5072E}"/>
              </a:ext>
            </a:extLst>
          </p:cNvPr>
          <p:cNvGrpSpPr/>
          <p:nvPr/>
        </p:nvGrpSpPr>
        <p:grpSpPr>
          <a:xfrm>
            <a:off x="2805064" y="4677347"/>
            <a:ext cx="406004" cy="167267"/>
            <a:chOff x="7493876" y="2774731"/>
            <a:chExt cx="1481958" cy="894622"/>
          </a:xfrm>
        </p:grpSpPr>
        <p:sp>
          <p:nvSpPr>
            <p:cNvPr id="560" name="Freeform 897">
              <a:extLst>
                <a:ext uri="{FF2B5EF4-FFF2-40B4-BE49-F238E27FC236}">
                  <a16:creationId xmlns:a16="http://schemas.microsoft.com/office/drawing/2014/main" id="{D18EF107-205D-2B42-0619-9755DF0E9C4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61" name="Oval 560">
              <a:extLst>
                <a:ext uri="{FF2B5EF4-FFF2-40B4-BE49-F238E27FC236}">
                  <a16:creationId xmlns:a16="http://schemas.microsoft.com/office/drawing/2014/main" id="{13B554C7-7177-11E2-ED33-CC832FB81EF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62" name="Group 561">
              <a:extLst>
                <a:ext uri="{FF2B5EF4-FFF2-40B4-BE49-F238E27FC236}">
                  <a16:creationId xmlns:a16="http://schemas.microsoft.com/office/drawing/2014/main" id="{EB8AD626-7CB5-AB2D-27F5-0425B0A855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63" name="Freeform 900">
                <a:extLst>
                  <a:ext uri="{FF2B5EF4-FFF2-40B4-BE49-F238E27FC236}">
                    <a16:creationId xmlns:a16="http://schemas.microsoft.com/office/drawing/2014/main" id="{D769D6F2-FD28-ADEC-B447-3687328EF3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64" name="Freeform 901">
                <a:extLst>
                  <a:ext uri="{FF2B5EF4-FFF2-40B4-BE49-F238E27FC236}">
                    <a16:creationId xmlns:a16="http://schemas.microsoft.com/office/drawing/2014/main" id="{CC8CA37B-2697-581A-6A3F-662E8DD46B6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65" name="Freeform 902">
                <a:extLst>
                  <a:ext uri="{FF2B5EF4-FFF2-40B4-BE49-F238E27FC236}">
                    <a16:creationId xmlns:a16="http://schemas.microsoft.com/office/drawing/2014/main" id="{D262B05E-0438-14BD-4575-A419EF80C0D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66" name="Freeform 903">
                <a:extLst>
                  <a:ext uri="{FF2B5EF4-FFF2-40B4-BE49-F238E27FC236}">
                    <a16:creationId xmlns:a16="http://schemas.microsoft.com/office/drawing/2014/main" id="{CC9B15B1-7E9E-DC0D-8BA6-C37892BF0D2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67" name="Group 566">
            <a:extLst>
              <a:ext uri="{FF2B5EF4-FFF2-40B4-BE49-F238E27FC236}">
                <a16:creationId xmlns:a16="http://schemas.microsoft.com/office/drawing/2014/main" id="{7D39F020-5FB5-F79E-6CE9-0DBE2BFE95DB}"/>
              </a:ext>
            </a:extLst>
          </p:cNvPr>
          <p:cNvGrpSpPr/>
          <p:nvPr/>
        </p:nvGrpSpPr>
        <p:grpSpPr>
          <a:xfrm>
            <a:off x="2625559" y="4880889"/>
            <a:ext cx="406004" cy="167267"/>
            <a:chOff x="7493876" y="2774731"/>
            <a:chExt cx="1481958" cy="894622"/>
          </a:xfrm>
        </p:grpSpPr>
        <p:sp>
          <p:nvSpPr>
            <p:cNvPr id="568" name="Freeform 890">
              <a:extLst>
                <a:ext uri="{FF2B5EF4-FFF2-40B4-BE49-F238E27FC236}">
                  <a16:creationId xmlns:a16="http://schemas.microsoft.com/office/drawing/2014/main" id="{E7D6490B-0836-810E-B568-740A613CD83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69" name="Oval 568">
              <a:extLst>
                <a:ext uri="{FF2B5EF4-FFF2-40B4-BE49-F238E27FC236}">
                  <a16:creationId xmlns:a16="http://schemas.microsoft.com/office/drawing/2014/main" id="{FFBF2297-706F-F315-0F05-46E07A7D8B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70" name="Group 569">
              <a:extLst>
                <a:ext uri="{FF2B5EF4-FFF2-40B4-BE49-F238E27FC236}">
                  <a16:creationId xmlns:a16="http://schemas.microsoft.com/office/drawing/2014/main" id="{036F61DB-7269-E3AA-A327-0027E11E89D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1" name="Freeform 893">
                <a:extLst>
                  <a:ext uri="{FF2B5EF4-FFF2-40B4-BE49-F238E27FC236}">
                    <a16:creationId xmlns:a16="http://schemas.microsoft.com/office/drawing/2014/main" id="{97DAEA40-7408-935B-26F6-2B656457DCF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72" name="Freeform 894">
                <a:extLst>
                  <a:ext uri="{FF2B5EF4-FFF2-40B4-BE49-F238E27FC236}">
                    <a16:creationId xmlns:a16="http://schemas.microsoft.com/office/drawing/2014/main" id="{38BDC4DD-57DD-3431-8DAC-3365D424B9F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73" name="Freeform 895">
                <a:extLst>
                  <a:ext uri="{FF2B5EF4-FFF2-40B4-BE49-F238E27FC236}">
                    <a16:creationId xmlns:a16="http://schemas.microsoft.com/office/drawing/2014/main" id="{F9338267-456F-1991-955C-DB7C3EC225C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74" name="Freeform 896">
                <a:extLst>
                  <a:ext uri="{FF2B5EF4-FFF2-40B4-BE49-F238E27FC236}">
                    <a16:creationId xmlns:a16="http://schemas.microsoft.com/office/drawing/2014/main" id="{6A903DBA-A584-236A-1736-DAE3FA42D8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75" name="Group 574">
            <a:extLst>
              <a:ext uri="{FF2B5EF4-FFF2-40B4-BE49-F238E27FC236}">
                <a16:creationId xmlns:a16="http://schemas.microsoft.com/office/drawing/2014/main" id="{26EB5DBF-F720-8CF2-466E-12A0CE11333F}"/>
              </a:ext>
            </a:extLst>
          </p:cNvPr>
          <p:cNvGrpSpPr/>
          <p:nvPr/>
        </p:nvGrpSpPr>
        <p:grpSpPr>
          <a:xfrm>
            <a:off x="2242477" y="5020690"/>
            <a:ext cx="406004" cy="167267"/>
            <a:chOff x="7493876" y="2774731"/>
            <a:chExt cx="1481958" cy="894622"/>
          </a:xfrm>
        </p:grpSpPr>
        <p:sp>
          <p:nvSpPr>
            <p:cNvPr id="576" name="Freeform 883">
              <a:extLst>
                <a:ext uri="{FF2B5EF4-FFF2-40B4-BE49-F238E27FC236}">
                  <a16:creationId xmlns:a16="http://schemas.microsoft.com/office/drawing/2014/main" id="{2E72F492-D272-AD63-7898-A4DCA73DC34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386DC3BE-4785-1E05-3A59-DCCA388240B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78" name="Group 577">
              <a:extLst>
                <a:ext uri="{FF2B5EF4-FFF2-40B4-BE49-F238E27FC236}">
                  <a16:creationId xmlns:a16="http://schemas.microsoft.com/office/drawing/2014/main" id="{CCF3FBD6-48E7-02B0-0265-7F04CD3CCBE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9" name="Freeform 886">
                <a:extLst>
                  <a:ext uri="{FF2B5EF4-FFF2-40B4-BE49-F238E27FC236}">
                    <a16:creationId xmlns:a16="http://schemas.microsoft.com/office/drawing/2014/main" id="{F7A6607A-DE0D-E3B6-7071-90EA7E0A01C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0" name="Freeform 887">
                <a:extLst>
                  <a:ext uri="{FF2B5EF4-FFF2-40B4-BE49-F238E27FC236}">
                    <a16:creationId xmlns:a16="http://schemas.microsoft.com/office/drawing/2014/main" id="{44DF12A3-8282-7DC3-7766-E42F20B2DAC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1" name="Freeform 888">
                <a:extLst>
                  <a:ext uri="{FF2B5EF4-FFF2-40B4-BE49-F238E27FC236}">
                    <a16:creationId xmlns:a16="http://schemas.microsoft.com/office/drawing/2014/main" id="{D176CC44-BCD4-B0AE-EEEA-626ABB686C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2" name="Freeform 889">
                <a:extLst>
                  <a:ext uri="{FF2B5EF4-FFF2-40B4-BE49-F238E27FC236}">
                    <a16:creationId xmlns:a16="http://schemas.microsoft.com/office/drawing/2014/main" id="{2EB01626-2C79-745F-E1C8-16C87706B08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2E55BC08-5068-DC17-A426-11FC692331D0}"/>
              </a:ext>
            </a:extLst>
          </p:cNvPr>
          <p:cNvGrpSpPr/>
          <p:nvPr/>
        </p:nvGrpSpPr>
        <p:grpSpPr>
          <a:xfrm>
            <a:off x="3017911" y="5087598"/>
            <a:ext cx="406004" cy="167267"/>
            <a:chOff x="7493876" y="2774731"/>
            <a:chExt cx="1481958" cy="894622"/>
          </a:xfrm>
        </p:grpSpPr>
        <p:sp>
          <p:nvSpPr>
            <p:cNvPr id="584" name="Freeform 876">
              <a:extLst>
                <a:ext uri="{FF2B5EF4-FFF2-40B4-BE49-F238E27FC236}">
                  <a16:creationId xmlns:a16="http://schemas.microsoft.com/office/drawing/2014/main" id="{3045BF17-8F3D-F197-9E32-8B25FB48224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85" name="Oval 584">
              <a:extLst>
                <a:ext uri="{FF2B5EF4-FFF2-40B4-BE49-F238E27FC236}">
                  <a16:creationId xmlns:a16="http://schemas.microsoft.com/office/drawing/2014/main" id="{0285EBBB-BD26-C00C-7FF0-71AD843A2D4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86" name="Group 585">
              <a:extLst>
                <a:ext uri="{FF2B5EF4-FFF2-40B4-BE49-F238E27FC236}">
                  <a16:creationId xmlns:a16="http://schemas.microsoft.com/office/drawing/2014/main" id="{6E79346F-D4B0-00DB-5F2C-DD158CD0105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7" name="Freeform 879">
                <a:extLst>
                  <a:ext uri="{FF2B5EF4-FFF2-40B4-BE49-F238E27FC236}">
                    <a16:creationId xmlns:a16="http://schemas.microsoft.com/office/drawing/2014/main" id="{DC335971-0941-1B4A-9A43-5836354BDBF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8" name="Freeform 880">
                <a:extLst>
                  <a:ext uri="{FF2B5EF4-FFF2-40B4-BE49-F238E27FC236}">
                    <a16:creationId xmlns:a16="http://schemas.microsoft.com/office/drawing/2014/main" id="{6A55C726-1582-40AB-E17C-9F6C51E2391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89" name="Freeform 881">
                <a:extLst>
                  <a:ext uri="{FF2B5EF4-FFF2-40B4-BE49-F238E27FC236}">
                    <a16:creationId xmlns:a16="http://schemas.microsoft.com/office/drawing/2014/main" id="{A583F7E8-5147-0E2B-6048-FB51D7C62A7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90" name="Freeform 882">
                <a:extLst>
                  <a:ext uri="{FF2B5EF4-FFF2-40B4-BE49-F238E27FC236}">
                    <a16:creationId xmlns:a16="http://schemas.microsoft.com/office/drawing/2014/main" id="{8AC9174C-2A7F-6BBA-C2ED-B3C7B0E082B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91" name="Group 5">
            <a:extLst>
              <a:ext uri="{FF2B5EF4-FFF2-40B4-BE49-F238E27FC236}">
                <a16:creationId xmlns:a16="http://schemas.microsoft.com/office/drawing/2014/main" id="{6D0CDE45-FD96-BA67-0230-174404BA317F}"/>
              </a:ext>
            </a:extLst>
          </p:cNvPr>
          <p:cNvGrpSpPr>
            <a:grpSpLocks/>
          </p:cNvGrpSpPr>
          <p:nvPr/>
        </p:nvGrpSpPr>
        <p:grpSpPr bwMode="auto">
          <a:xfrm>
            <a:off x="1203404" y="2631085"/>
            <a:ext cx="6362152" cy="3442588"/>
            <a:chOff x="139538" y="1890271"/>
            <a:chExt cx="8481726" cy="4590472"/>
          </a:xfrm>
        </p:grpSpPr>
        <p:grpSp>
          <p:nvGrpSpPr>
            <p:cNvPr id="592" name="Group 2">
              <a:extLst>
                <a:ext uri="{FF2B5EF4-FFF2-40B4-BE49-F238E27FC236}">
                  <a16:creationId xmlns:a16="http://schemas.microsoft.com/office/drawing/2014/main" id="{65DA2A35-43EA-18C2-2C7C-8A92AD7FF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44" name="Freeform 84">
                <a:extLst>
                  <a:ext uri="{FF2B5EF4-FFF2-40B4-BE49-F238E27FC236}">
                    <a16:creationId xmlns:a16="http://schemas.microsoft.com/office/drawing/2014/main" id="{E9222128-1567-62B6-D0ED-482F9A0F79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45" name="TextBox 1">
                <a:extLst>
                  <a:ext uri="{FF2B5EF4-FFF2-40B4-BE49-F238E27FC236}">
                    <a16:creationId xmlns:a16="http://schemas.microsoft.com/office/drawing/2014/main" id="{9A2F4AE6-27A0-2F41-CD62-4635D31E0D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593" name="Group 131">
              <a:extLst>
                <a:ext uri="{FF2B5EF4-FFF2-40B4-BE49-F238E27FC236}">
                  <a16:creationId xmlns:a16="http://schemas.microsoft.com/office/drawing/2014/main" id="{D3EF3FB9-768B-2837-7875-3D5AF63BCE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642" name="Freeform 84">
                <a:extLst>
                  <a:ext uri="{FF2B5EF4-FFF2-40B4-BE49-F238E27FC236}">
                    <a16:creationId xmlns:a16="http://schemas.microsoft.com/office/drawing/2014/main" id="{02DE3B3A-DD70-1339-0917-A0E7E12E2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43" name="TextBox 133">
                <a:extLst>
                  <a:ext uri="{FF2B5EF4-FFF2-40B4-BE49-F238E27FC236}">
                    <a16:creationId xmlns:a16="http://schemas.microsoft.com/office/drawing/2014/main" id="{5509A6FF-0DE9-8DA5-F1A5-7295151AAB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594" name="Group 135">
              <a:extLst>
                <a:ext uri="{FF2B5EF4-FFF2-40B4-BE49-F238E27FC236}">
                  <a16:creationId xmlns:a16="http://schemas.microsoft.com/office/drawing/2014/main" id="{D7245925-42AF-83DF-D57F-ABE8BAC15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640" name="Freeform 84">
                <a:extLst>
                  <a:ext uri="{FF2B5EF4-FFF2-40B4-BE49-F238E27FC236}">
                    <a16:creationId xmlns:a16="http://schemas.microsoft.com/office/drawing/2014/main" id="{C6A0A8CB-9322-511D-12E4-8E2CFE91F3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41" name="TextBox 137">
                <a:extLst>
                  <a:ext uri="{FF2B5EF4-FFF2-40B4-BE49-F238E27FC236}">
                    <a16:creationId xmlns:a16="http://schemas.microsoft.com/office/drawing/2014/main" id="{1083F3E0-E789-C801-B011-CC5C734133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595" name="Group 138">
              <a:extLst>
                <a:ext uri="{FF2B5EF4-FFF2-40B4-BE49-F238E27FC236}">
                  <a16:creationId xmlns:a16="http://schemas.microsoft.com/office/drawing/2014/main" id="{E6A2CBFC-1878-5EB1-3ECA-CE78CD700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638" name="Freeform 84">
                <a:extLst>
                  <a:ext uri="{FF2B5EF4-FFF2-40B4-BE49-F238E27FC236}">
                    <a16:creationId xmlns:a16="http://schemas.microsoft.com/office/drawing/2014/main" id="{187619A6-08A3-17D8-5EF4-E543FDE79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9" name="TextBox 140">
                <a:extLst>
                  <a:ext uri="{FF2B5EF4-FFF2-40B4-BE49-F238E27FC236}">
                    <a16:creationId xmlns:a16="http://schemas.microsoft.com/office/drawing/2014/main" id="{0797D90B-D6E1-42D4-D4C8-59309065A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596" name="Group 141">
              <a:extLst>
                <a:ext uri="{FF2B5EF4-FFF2-40B4-BE49-F238E27FC236}">
                  <a16:creationId xmlns:a16="http://schemas.microsoft.com/office/drawing/2014/main" id="{17E1F6FA-9832-1BBF-CDA7-5E0E1E6210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636" name="Freeform 84">
                <a:extLst>
                  <a:ext uri="{FF2B5EF4-FFF2-40B4-BE49-F238E27FC236}">
                    <a16:creationId xmlns:a16="http://schemas.microsoft.com/office/drawing/2014/main" id="{0BCEC495-BFDE-7EAD-1892-598B092B6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7" name="TextBox 143">
                <a:extLst>
                  <a:ext uri="{FF2B5EF4-FFF2-40B4-BE49-F238E27FC236}">
                    <a16:creationId xmlns:a16="http://schemas.microsoft.com/office/drawing/2014/main" id="{FFBD61B1-01FE-4A15-27C7-35954BFCB3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597" name="Group 144">
              <a:extLst>
                <a:ext uri="{FF2B5EF4-FFF2-40B4-BE49-F238E27FC236}">
                  <a16:creationId xmlns:a16="http://schemas.microsoft.com/office/drawing/2014/main" id="{B4FC32D9-BE34-31AE-6E04-D7C0347A2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634" name="Freeform 84">
                <a:extLst>
                  <a:ext uri="{FF2B5EF4-FFF2-40B4-BE49-F238E27FC236}">
                    <a16:creationId xmlns:a16="http://schemas.microsoft.com/office/drawing/2014/main" id="{624D980C-7069-8A52-16DC-81E6FF124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5" name="TextBox 146">
                <a:extLst>
                  <a:ext uri="{FF2B5EF4-FFF2-40B4-BE49-F238E27FC236}">
                    <a16:creationId xmlns:a16="http://schemas.microsoft.com/office/drawing/2014/main" id="{25C0482F-4357-7C09-7A2E-3A6C62648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598" name="Group 147">
              <a:extLst>
                <a:ext uri="{FF2B5EF4-FFF2-40B4-BE49-F238E27FC236}">
                  <a16:creationId xmlns:a16="http://schemas.microsoft.com/office/drawing/2014/main" id="{CC16DE88-A5A7-0265-39EC-255379A7CF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632" name="Freeform 84">
                <a:extLst>
                  <a:ext uri="{FF2B5EF4-FFF2-40B4-BE49-F238E27FC236}">
                    <a16:creationId xmlns:a16="http://schemas.microsoft.com/office/drawing/2014/main" id="{4C8292F3-50E3-70E2-1DEE-B8D16C710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3" name="TextBox 149">
                <a:extLst>
                  <a:ext uri="{FF2B5EF4-FFF2-40B4-BE49-F238E27FC236}">
                    <a16:creationId xmlns:a16="http://schemas.microsoft.com/office/drawing/2014/main" id="{0D701B2D-6847-876B-FB81-7479D24151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599" name="Group 150">
              <a:extLst>
                <a:ext uri="{FF2B5EF4-FFF2-40B4-BE49-F238E27FC236}">
                  <a16:creationId xmlns:a16="http://schemas.microsoft.com/office/drawing/2014/main" id="{EECF265A-E30E-7D9B-1E41-9A319869BB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630" name="Freeform 84">
                <a:extLst>
                  <a:ext uri="{FF2B5EF4-FFF2-40B4-BE49-F238E27FC236}">
                    <a16:creationId xmlns:a16="http://schemas.microsoft.com/office/drawing/2014/main" id="{3F7F6FA7-3E35-F664-732F-E8C7F438F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1" name="TextBox 152">
                <a:extLst>
                  <a:ext uri="{FF2B5EF4-FFF2-40B4-BE49-F238E27FC236}">
                    <a16:creationId xmlns:a16="http://schemas.microsoft.com/office/drawing/2014/main" id="{0E4E8B31-8372-E55E-32ED-3BFF880232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600" name="Group 153">
              <a:extLst>
                <a:ext uri="{FF2B5EF4-FFF2-40B4-BE49-F238E27FC236}">
                  <a16:creationId xmlns:a16="http://schemas.microsoft.com/office/drawing/2014/main" id="{83221DB4-1EB8-3633-06AA-3241618F5F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628" name="Freeform 84">
                <a:extLst>
                  <a:ext uri="{FF2B5EF4-FFF2-40B4-BE49-F238E27FC236}">
                    <a16:creationId xmlns:a16="http://schemas.microsoft.com/office/drawing/2014/main" id="{7502316F-1169-F93D-7FCD-8424D3E50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9" name="TextBox 155">
                <a:extLst>
                  <a:ext uri="{FF2B5EF4-FFF2-40B4-BE49-F238E27FC236}">
                    <a16:creationId xmlns:a16="http://schemas.microsoft.com/office/drawing/2014/main" id="{7B88AE2B-66FA-F4B6-E487-ED7A3232C6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601" name="Group 156">
              <a:extLst>
                <a:ext uri="{FF2B5EF4-FFF2-40B4-BE49-F238E27FC236}">
                  <a16:creationId xmlns:a16="http://schemas.microsoft.com/office/drawing/2014/main" id="{C756BA2A-7DF8-3DF6-13BC-BABD21A6CC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626" name="Freeform 84">
                <a:extLst>
                  <a:ext uri="{FF2B5EF4-FFF2-40B4-BE49-F238E27FC236}">
                    <a16:creationId xmlns:a16="http://schemas.microsoft.com/office/drawing/2014/main" id="{325590F5-6179-13A4-3B98-7C8A81EB9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7" name="TextBox 158">
                <a:extLst>
                  <a:ext uri="{FF2B5EF4-FFF2-40B4-BE49-F238E27FC236}">
                    <a16:creationId xmlns:a16="http://schemas.microsoft.com/office/drawing/2014/main" id="{7FE47C0C-C377-8976-CAE9-CAB8CB39F9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 dirty="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602" name="Group 160">
              <a:extLst>
                <a:ext uri="{FF2B5EF4-FFF2-40B4-BE49-F238E27FC236}">
                  <a16:creationId xmlns:a16="http://schemas.microsoft.com/office/drawing/2014/main" id="{64F2455E-4BE6-5EF8-5D24-A13F0DE16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624" name="Freeform 84">
                <a:extLst>
                  <a:ext uri="{FF2B5EF4-FFF2-40B4-BE49-F238E27FC236}">
                    <a16:creationId xmlns:a16="http://schemas.microsoft.com/office/drawing/2014/main" id="{47267B7F-DC88-5294-500D-A4C14C9B83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5" name="TextBox 162">
                <a:extLst>
                  <a:ext uri="{FF2B5EF4-FFF2-40B4-BE49-F238E27FC236}">
                    <a16:creationId xmlns:a16="http://schemas.microsoft.com/office/drawing/2014/main" id="{96EBB9F4-A3D0-5C8B-966B-4BCA5D9249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603" name="Group 163">
              <a:extLst>
                <a:ext uri="{FF2B5EF4-FFF2-40B4-BE49-F238E27FC236}">
                  <a16:creationId xmlns:a16="http://schemas.microsoft.com/office/drawing/2014/main" id="{7E7E7713-B43D-E522-0AEC-F7399D5AD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622" name="Freeform 84">
                <a:extLst>
                  <a:ext uri="{FF2B5EF4-FFF2-40B4-BE49-F238E27FC236}">
                    <a16:creationId xmlns:a16="http://schemas.microsoft.com/office/drawing/2014/main" id="{D0A35ADB-619E-D258-9BC6-E6EA535D7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3" name="TextBox 165">
                <a:extLst>
                  <a:ext uri="{FF2B5EF4-FFF2-40B4-BE49-F238E27FC236}">
                    <a16:creationId xmlns:a16="http://schemas.microsoft.com/office/drawing/2014/main" id="{F1A14B3D-80FE-3B16-09E8-0763712721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604" name="Group 166">
              <a:extLst>
                <a:ext uri="{FF2B5EF4-FFF2-40B4-BE49-F238E27FC236}">
                  <a16:creationId xmlns:a16="http://schemas.microsoft.com/office/drawing/2014/main" id="{FFF48C17-CC2C-59D2-0005-19032A7CC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620" name="Freeform 84">
                <a:extLst>
                  <a:ext uri="{FF2B5EF4-FFF2-40B4-BE49-F238E27FC236}">
                    <a16:creationId xmlns:a16="http://schemas.microsoft.com/office/drawing/2014/main" id="{302DEA70-11FD-2848-5ED9-51E7183C9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1" name="TextBox 168">
                <a:extLst>
                  <a:ext uri="{FF2B5EF4-FFF2-40B4-BE49-F238E27FC236}">
                    <a16:creationId xmlns:a16="http://schemas.microsoft.com/office/drawing/2014/main" id="{CC555DF2-17C4-D725-207D-B18CECF3EC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605" name="Group 169">
              <a:extLst>
                <a:ext uri="{FF2B5EF4-FFF2-40B4-BE49-F238E27FC236}">
                  <a16:creationId xmlns:a16="http://schemas.microsoft.com/office/drawing/2014/main" id="{60F4C05A-57DA-0150-1411-D191EFD63B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618" name="Freeform 84">
                <a:extLst>
                  <a:ext uri="{FF2B5EF4-FFF2-40B4-BE49-F238E27FC236}">
                    <a16:creationId xmlns:a16="http://schemas.microsoft.com/office/drawing/2014/main" id="{C3FAFD02-7DD9-8643-36E8-6549E5328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19" name="TextBox 171">
                <a:extLst>
                  <a:ext uri="{FF2B5EF4-FFF2-40B4-BE49-F238E27FC236}">
                    <a16:creationId xmlns:a16="http://schemas.microsoft.com/office/drawing/2014/main" id="{F15E6B40-C0BC-F36C-9148-D3BC437AA0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606" name="Group 172">
              <a:extLst>
                <a:ext uri="{FF2B5EF4-FFF2-40B4-BE49-F238E27FC236}">
                  <a16:creationId xmlns:a16="http://schemas.microsoft.com/office/drawing/2014/main" id="{26B6240A-04C4-E410-7121-20AFFC0895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616" name="Freeform 84">
                <a:extLst>
                  <a:ext uri="{FF2B5EF4-FFF2-40B4-BE49-F238E27FC236}">
                    <a16:creationId xmlns:a16="http://schemas.microsoft.com/office/drawing/2014/main" id="{6914263C-62A0-41D8-895F-A626CF845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17" name="TextBox 174">
                <a:extLst>
                  <a:ext uri="{FF2B5EF4-FFF2-40B4-BE49-F238E27FC236}">
                    <a16:creationId xmlns:a16="http://schemas.microsoft.com/office/drawing/2014/main" id="{A86985AB-17ED-939C-42A4-F76F5AB1D8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grpSp>
          <p:nvGrpSpPr>
            <p:cNvPr id="607" name="Group 175">
              <a:extLst>
                <a:ext uri="{FF2B5EF4-FFF2-40B4-BE49-F238E27FC236}">
                  <a16:creationId xmlns:a16="http://schemas.microsoft.com/office/drawing/2014/main" id="{3E105512-5AB4-9689-B985-1D4309E55C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614" name="Freeform 84">
                <a:extLst>
                  <a:ext uri="{FF2B5EF4-FFF2-40B4-BE49-F238E27FC236}">
                    <a16:creationId xmlns:a16="http://schemas.microsoft.com/office/drawing/2014/main" id="{C30444B6-AC09-3096-7DE1-47BD03719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15" name="TextBox 177">
                <a:extLst>
                  <a:ext uri="{FF2B5EF4-FFF2-40B4-BE49-F238E27FC236}">
                    <a16:creationId xmlns:a16="http://schemas.microsoft.com/office/drawing/2014/main" id="{86B4594F-700A-6A3D-A208-9B2353DD60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access</a:t>
                </a:r>
              </a:p>
              <a:p>
                <a:pPr algn="ctr" defTabSz="685800">
                  <a:lnSpc>
                    <a:spcPts val="750"/>
                  </a:lnSpc>
                </a:pPr>
                <a:r>
                  <a:rPr lang="en-US" altLang="en-US" sz="750">
                    <a:solidFill>
                      <a:prstClr val="black"/>
                    </a:solidFill>
                  </a:rPr>
                  <a:t>net</a:t>
                </a:r>
              </a:p>
            </p:txBody>
          </p:sp>
        </p:grpSp>
        <p:sp>
          <p:nvSpPr>
            <p:cNvPr id="608" name="TextBox 4">
              <a:extLst>
                <a:ext uri="{FF2B5EF4-FFF2-40B4-BE49-F238E27FC236}">
                  <a16:creationId xmlns:a16="http://schemas.microsoft.com/office/drawing/2014/main" id="{EEAB50BB-59F2-DD99-7342-108D1FDA7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609" name="TextBox 179">
              <a:extLst>
                <a:ext uri="{FF2B5EF4-FFF2-40B4-BE49-F238E27FC236}">
                  <a16:creationId xmlns:a16="http://schemas.microsoft.com/office/drawing/2014/main" id="{AD1A1D5F-0DB5-CC24-261F-11381FF07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610" name="TextBox 180">
              <a:extLst>
                <a:ext uri="{FF2B5EF4-FFF2-40B4-BE49-F238E27FC236}">
                  <a16:creationId xmlns:a16="http://schemas.microsoft.com/office/drawing/2014/main" id="{9534B4F1-A079-EF71-9D88-D67525FBC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611" name="TextBox 181">
              <a:extLst>
                <a:ext uri="{FF2B5EF4-FFF2-40B4-BE49-F238E27FC236}">
                  <a16:creationId xmlns:a16="http://schemas.microsoft.com/office/drawing/2014/main" id="{89058453-4812-726E-162B-293111F7B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612" name="TextBox 182">
              <a:extLst>
                <a:ext uri="{FF2B5EF4-FFF2-40B4-BE49-F238E27FC236}">
                  <a16:creationId xmlns:a16="http://schemas.microsoft.com/office/drawing/2014/main" id="{CE0159AC-F4B1-B4D2-A4D5-7159A4766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613" name="TextBox 183">
              <a:extLst>
                <a:ext uri="{FF2B5EF4-FFF2-40B4-BE49-F238E27FC236}">
                  <a16:creationId xmlns:a16="http://schemas.microsoft.com/office/drawing/2014/main" id="{A8D4EA0D-C36E-65BA-90AE-922BB7A1E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646" name="Rectangle 3">
            <a:extLst>
              <a:ext uri="{FF2B5EF4-FFF2-40B4-BE49-F238E27FC236}">
                <a16:creationId xmlns:a16="http://schemas.microsoft.com/office/drawing/2014/main" id="{BB897B34-4251-0859-466A-3FD9C51F7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282" y="2076158"/>
            <a:ext cx="7290594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if one global ISP is viable business, there will be competitors ….</a:t>
            </a:r>
          </a:p>
        </p:txBody>
      </p:sp>
      <p:grpSp>
        <p:nvGrpSpPr>
          <p:cNvPr id="647" name="Group 646">
            <a:extLst>
              <a:ext uri="{FF2B5EF4-FFF2-40B4-BE49-F238E27FC236}">
                <a16:creationId xmlns:a16="http://schemas.microsoft.com/office/drawing/2014/main" id="{6C15A7F3-31FE-98DC-DF15-D36E93C599C7}"/>
              </a:ext>
            </a:extLst>
          </p:cNvPr>
          <p:cNvGrpSpPr/>
          <p:nvPr/>
        </p:nvGrpSpPr>
        <p:grpSpPr>
          <a:xfrm>
            <a:off x="4821898" y="4092825"/>
            <a:ext cx="406004" cy="167267"/>
            <a:chOff x="7493876" y="2774731"/>
            <a:chExt cx="1481958" cy="894622"/>
          </a:xfrm>
        </p:grpSpPr>
        <p:sp>
          <p:nvSpPr>
            <p:cNvPr id="648" name="Freeform 1045">
              <a:extLst>
                <a:ext uri="{FF2B5EF4-FFF2-40B4-BE49-F238E27FC236}">
                  <a16:creationId xmlns:a16="http://schemas.microsoft.com/office/drawing/2014/main" id="{3C65C64C-5842-CDEC-4C9E-7E81DEC07C8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49" name="Oval 648">
              <a:extLst>
                <a:ext uri="{FF2B5EF4-FFF2-40B4-BE49-F238E27FC236}">
                  <a16:creationId xmlns:a16="http://schemas.microsoft.com/office/drawing/2014/main" id="{13937B6C-7F76-4079-F89A-E0DF8B0F00F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50" name="Group 649">
              <a:extLst>
                <a:ext uri="{FF2B5EF4-FFF2-40B4-BE49-F238E27FC236}">
                  <a16:creationId xmlns:a16="http://schemas.microsoft.com/office/drawing/2014/main" id="{99A7BE1F-35A9-1E98-E0DB-F372C4C4DA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1" name="Freeform 1048">
                <a:extLst>
                  <a:ext uri="{FF2B5EF4-FFF2-40B4-BE49-F238E27FC236}">
                    <a16:creationId xmlns:a16="http://schemas.microsoft.com/office/drawing/2014/main" id="{057A70B4-4FA3-9494-4CEE-FE4045760B8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2" name="Freeform 1049">
                <a:extLst>
                  <a:ext uri="{FF2B5EF4-FFF2-40B4-BE49-F238E27FC236}">
                    <a16:creationId xmlns:a16="http://schemas.microsoft.com/office/drawing/2014/main" id="{778816BC-0510-1C94-9C8A-84CB54BF5AF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3" name="Freeform 1050">
                <a:extLst>
                  <a:ext uri="{FF2B5EF4-FFF2-40B4-BE49-F238E27FC236}">
                    <a16:creationId xmlns:a16="http://schemas.microsoft.com/office/drawing/2014/main" id="{2CE36831-E317-F5B2-9635-FEE334328D1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4" name="Freeform 1051">
                <a:extLst>
                  <a:ext uri="{FF2B5EF4-FFF2-40B4-BE49-F238E27FC236}">
                    <a16:creationId xmlns:a16="http://schemas.microsoft.com/office/drawing/2014/main" id="{4DEC59E0-2370-266A-1667-49CDD5E8469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3185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Internet: a “network of networks”</a:t>
            </a:r>
          </a:p>
        </p:txBody>
      </p:sp>
      <p:sp>
        <p:nvSpPr>
          <p:cNvPr id="378" name="Oval 3">
            <a:extLst>
              <a:ext uri="{FF2B5EF4-FFF2-40B4-BE49-F238E27FC236}">
                <a16:creationId xmlns:a16="http://schemas.microsoft.com/office/drawing/2014/main" id="{AF223910-0517-1C78-2FF2-93A299397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300" y="3290622"/>
            <a:ext cx="2606279" cy="1035844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cs typeface="Arial"/>
            </a:endParaRPr>
          </a:p>
        </p:txBody>
      </p:sp>
      <p:cxnSp>
        <p:nvCxnSpPr>
          <p:cNvPr id="379" name="Straight Connector 10">
            <a:extLst>
              <a:ext uri="{FF2B5EF4-FFF2-40B4-BE49-F238E27FC236}">
                <a16:creationId xmlns:a16="http://schemas.microsoft.com/office/drawing/2014/main" id="{A8AF42B1-A68B-5EF5-51D4-ED1633774B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81273" y="3472787"/>
            <a:ext cx="859631" cy="5476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0" name="Straight Connector 297">
            <a:extLst>
              <a:ext uri="{FF2B5EF4-FFF2-40B4-BE49-F238E27FC236}">
                <a16:creationId xmlns:a16="http://schemas.microsoft.com/office/drawing/2014/main" id="{D4CF4371-113D-7CC7-ADC7-C58340114B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6567" y="3697815"/>
            <a:ext cx="97631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1" name="Straight Connector 298">
            <a:extLst>
              <a:ext uri="{FF2B5EF4-FFF2-40B4-BE49-F238E27FC236}">
                <a16:creationId xmlns:a16="http://schemas.microsoft.com/office/drawing/2014/main" id="{FB2A4BBD-9272-3801-920E-918168D8286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64641" y="3851405"/>
            <a:ext cx="197644" cy="345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2" name="Straight Connector 299">
            <a:extLst>
              <a:ext uri="{FF2B5EF4-FFF2-40B4-BE49-F238E27FC236}">
                <a16:creationId xmlns:a16="http://schemas.microsoft.com/office/drawing/2014/main" id="{8D80758E-438C-EEAE-34DF-57E012BB4A7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24135" y="3719247"/>
            <a:ext cx="157163" cy="8215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3" name="Straight Connector 300">
            <a:extLst>
              <a:ext uri="{FF2B5EF4-FFF2-40B4-BE49-F238E27FC236}">
                <a16:creationId xmlns:a16="http://schemas.microsoft.com/office/drawing/2014/main" id="{5518CDC0-CB53-AD70-07AB-5176291D5A2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70531" y="3944274"/>
            <a:ext cx="166688" cy="7381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4" name="Straight Connector 301">
            <a:extLst>
              <a:ext uri="{FF2B5EF4-FFF2-40B4-BE49-F238E27FC236}">
                <a16:creationId xmlns:a16="http://schemas.microsoft.com/office/drawing/2014/main" id="{B12AD653-6ED0-A0F6-3995-F6021022BC2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39662" y="3888315"/>
            <a:ext cx="204788" cy="1905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5" name="Straight Connector 302">
            <a:extLst>
              <a:ext uri="{FF2B5EF4-FFF2-40B4-BE49-F238E27FC236}">
                <a16:creationId xmlns:a16="http://schemas.microsoft.com/office/drawing/2014/main" id="{0017E780-6AB1-413A-C97A-E057B8FFCD3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38522" y="3877599"/>
            <a:ext cx="290513" cy="9406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6" name="Straight Connector 303">
            <a:extLst>
              <a:ext uri="{FF2B5EF4-FFF2-40B4-BE49-F238E27FC236}">
                <a16:creationId xmlns:a16="http://schemas.microsoft.com/office/drawing/2014/main" id="{C12C7FAE-F740-D7B6-90BB-308C3D90B84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27807" y="3615661"/>
            <a:ext cx="230981" cy="148829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7" name="Straight Connector 304">
            <a:extLst>
              <a:ext uri="{FF2B5EF4-FFF2-40B4-BE49-F238E27FC236}">
                <a16:creationId xmlns:a16="http://schemas.microsoft.com/office/drawing/2014/main" id="{46D1C7B1-D50D-CDF2-2595-E8A983016BA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082463" y="3518031"/>
            <a:ext cx="184547" cy="654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8" name="TextBox 39958">
            <a:extLst>
              <a:ext uri="{FF2B5EF4-FFF2-40B4-BE49-F238E27FC236}">
                <a16:creationId xmlns:a16="http://schemas.microsoft.com/office/drawing/2014/main" id="{FC92C15F-1069-E669-180D-95613C22E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554" y="3548987"/>
            <a:ext cx="6511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i="1" kern="0" dirty="0">
                <a:solidFill>
                  <a:prstClr val="white"/>
                </a:solidFill>
                <a:latin typeface="Calibri" panose="020F0502020204030204"/>
                <a:cs typeface="Arial"/>
              </a:rPr>
              <a:t>ISP A</a:t>
            </a:r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0DF79D70-9B18-398A-8BF2-B69874647B25}"/>
              </a:ext>
            </a:extLst>
          </p:cNvPr>
          <p:cNvGrpSpPr/>
          <p:nvPr/>
        </p:nvGrpSpPr>
        <p:grpSpPr>
          <a:xfrm>
            <a:off x="3584906" y="3749914"/>
            <a:ext cx="406004" cy="167267"/>
            <a:chOff x="7493876" y="2774731"/>
            <a:chExt cx="1481958" cy="894622"/>
          </a:xfrm>
        </p:grpSpPr>
        <p:sp>
          <p:nvSpPr>
            <p:cNvPr id="390" name="Freeform 1037">
              <a:extLst>
                <a:ext uri="{FF2B5EF4-FFF2-40B4-BE49-F238E27FC236}">
                  <a16:creationId xmlns:a16="http://schemas.microsoft.com/office/drawing/2014/main" id="{7C956AEC-A3D2-B81C-8A1A-5F0DA8640D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799E72DF-63C8-29DB-936A-E252F65E2E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D5DF70FE-933E-60A6-84CB-88A3EB1447E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93" name="Freeform 1040">
                <a:extLst>
                  <a:ext uri="{FF2B5EF4-FFF2-40B4-BE49-F238E27FC236}">
                    <a16:creationId xmlns:a16="http://schemas.microsoft.com/office/drawing/2014/main" id="{5E072017-32AE-0236-5A94-A7CA96AC876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94" name="Freeform 1041">
                <a:extLst>
                  <a:ext uri="{FF2B5EF4-FFF2-40B4-BE49-F238E27FC236}">
                    <a16:creationId xmlns:a16="http://schemas.microsoft.com/office/drawing/2014/main" id="{67634FD4-CDEF-43CF-0064-ECB604ADCBA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95" name="Freeform 1042">
                <a:extLst>
                  <a:ext uri="{FF2B5EF4-FFF2-40B4-BE49-F238E27FC236}">
                    <a16:creationId xmlns:a16="http://schemas.microsoft.com/office/drawing/2014/main" id="{420429A6-E580-CA90-A1A0-BAB041976BA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96" name="Freeform 1043">
                <a:extLst>
                  <a:ext uri="{FF2B5EF4-FFF2-40B4-BE49-F238E27FC236}">
                    <a16:creationId xmlns:a16="http://schemas.microsoft.com/office/drawing/2014/main" id="{A043B871-58E6-C412-BC68-6C4537BA400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E981D25B-9779-9054-8AF3-35DA98033CED}"/>
              </a:ext>
            </a:extLst>
          </p:cNvPr>
          <p:cNvGrpSpPr/>
          <p:nvPr/>
        </p:nvGrpSpPr>
        <p:grpSpPr>
          <a:xfrm>
            <a:off x="3171219" y="3566557"/>
            <a:ext cx="406004" cy="167267"/>
            <a:chOff x="7493876" y="2774731"/>
            <a:chExt cx="1481958" cy="894622"/>
          </a:xfrm>
        </p:grpSpPr>
        <p:sp>
          <p:nvSpPr>
            <p:cNvPr id="398" name="Freeform 1023">
              <a:extLst>
                <a:ext uri="{FF2B5EF4-FFF2-40B4-BE49-F238E27FC236}">
                  <a16:creationId xmlns:a16="http://schemas.microsoft.com/office/drawing/2014/main" id="{736C5059-4B4C-EA06-6669-8569C96FA79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2E702729-1500-C54A-9814-1CC1C56DFFD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276F39C5-5898-C88D-0A21-4F654FE97E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1" name="Freeform 1026">
                <a:extLst>
                  <a:ext uri="{FF2B5EF4-FFF2-40B4-BE49-F238E27FC236}">
                    <a16:creationId xmlns:a16="http://schemas.microsoft.com/office/drawing/2014/main" id="{DE94FA5B-62B0-8B95-40EF-679A820EC8A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02" name="Freeform 1027">
                <a:extLst>
                  <a:ext uri="{FF2B5EF4-FFF2-40B4-BE49-F238E27FC236}">
                    <a16:creationId xmlns:a16="http://schemas.microsoft.com/office/drawing/2014/main" id="{68E6CF79-CB6A-F4B1-976D-0BBF5C67240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03" name="Freeform 1028">
                <a:extLst>
                  <a:ext uri="{FF2B5EF4-FFF2-40B4-BE49-F238E27FC236}">
                    <a16:creationId xmlns:a16="http://schemas.microsoft.com/office/drawing/2014/main" id="{578D132E-3E4B-B643-5089-03656C386F5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04" name="Freeform 1029">
                <a:extLst>
                  <a:ext uri="{FF2B5EF4-FFF2-40B4-BE49-F238E27FC236}">
                    <a16:creationId xmlns:a16="http://schemas.microsoft.com/office/drawing/2014/main" id="{7F489799-1053-E570-E746-5193584990D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459A1BD5-F0E2-B338-0FE1-A269C47D128D}"/>
              </a:ext>
            </a:extLst>
          </p:cNvPr>
          <p:cNvGrpSpPr/>
          <p:nvPr/>
        </p:nvGrpSpPr>
        <p:grpSpPr>
          <a:xfrm>
            <a:off x="2979474" y="3792260"/>
            <a:ext cx="406004" cy="167267"/>
            <a:chOff x="7493876" y="2774731"/>
            <a:chExt cx="1481958" cy="894622"/>
          </a:xfrm>
        </p:grpSpPr>
        <p:sp>
          <p:nvSpPr>
            <p:cNvPr id="406" name="Freeform 1016">
              <a:extLst>
                <a:ext uri="{FF2B5EF4-FFF2-40B4-BE49-F238E27FC236}">
                  <a16:creationId xmlns:a16="http://schemas.microsoft.com/office/drawing/2014/main" id="{23A1AF1B-A683-9476-DD50-E0FE6E60394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776BCB94-75A4-7B59-041B-70FC7D8AA3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08" name="Group 407">
              <a:extLst>
                <a:ext uri="{FF2B5EF4-FFF2-40B4-BE49-F238E27FC236}">
                  <a16:creationId xmlns:a16="http://schemas.microsoft.com/office/drawing/2014/main" id="{CCE930D8-D3FB-EEA7-5B8F-89824C5F453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9" name="Freeform 1019">
                <a:extLst>
                  <a:ext uri="{FF2B5EF4-FFF2-40B4-BE49-F238E27FC236}">
                    <a16:creationId xmlns:a16="http://schemas.microsoft.com/office/drawing/2014/main" id="{4F2D85B8-4ED9-D527-A3B3-FFD96C578B6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10" name="Freeform 1020">
                <a:extLst>
                  <a:ext uri="{FF2B5EF4-FFF2-40B4-BE49-F238E27FC236}">
                    <a16:creationId xmlns:a16="http://schemas.microsoft.com/office/drawing/2014/main" id="{922C033D-AE8C-93D6-9B9F-D1418DC1D91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11" name="Freeform 1021">
                <a:extLst>
                  <a:ext uri="{FF2B5EF4-FFF2-40B4-BE49-F238E27FC236}">
                    <a16:creationId xmlns:a16="http://schemas.microsoft.com/office/drawing/2014/main" id="{990E7F1C-D850-4E93-758B-0660F6F1B22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12" name="Freeform 1022">
                <a:extLst>
                  <a:ext uri="{FF2B5EF4-FFF2-40B4-BE49-F238E27FC236}">
                    <a16:creationId xmlns:a16="http://schemas.microsoft.com/office/drawing/2014/main" id="{00D71D73-9C14-5E63-A834-F6C705DDEBB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413" name="Oval 3">
            <a:extLst>
              <a:ext uri="{FF2B5EF4-FFF2-40B4-BE49-F238E27FC236}">
                <a16:creationId xmlns:a16="http://schemas.microsoft.com/office/drawing/2014/main" id="{4B7CF170-1227-1096-4339-D0B23F863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756" y="4399093"/>
            <a:ext cx="2206229" cy="992981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cs typeface="Arial"/>
            </a:endParaRPr>
          </a:p>
        </p:txBody>
      </p:sp>
      <p:cxnSp>
        <p:nvCxnSpPr>
          <p:cNvPr id="414" name="Straight Connector 10">
            <a:extLst>
              <a:ext uri="{FF2B5EF4-FFF2-40B4-BE49-F238E27FC236}">
                <a16:creationId xmlns:a16="http://schemas.microsoft.com/office/drawing/2014/main" id="{16E6D860-571C-EA3F-FC7D-541FBEE73B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80044" y="4574115"/>
            <a:ext cx="727472" cy="511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5" name="Straight Connector 297">
            <a:extLst>
              <a:ext uri="{FF2B5EF4-FFF2-40B4-BE49-F238E27FC236}">
                <a16:creationId xmlns:a16="http://schemas.microsoft.com/office/drawing/2014/main" id="{D4827A47-F229-8A11-76B4-03EA392575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7473" y="4789618"/>
            <a:ext cx="82153" cy="59531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6" name="Straight Connector 298">
            <a:extLst>
              <a:ext uri="{FF2B5EF4-FFF2-40B4-BE49-F238E27FC236}">
                <a16:creationId xmlns:a16="http://schemas.microsoft.com/office/drawing/2014/main" id="{DE473EFA-B45C-34BD-BA36-F469DF66EA6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20550" y="4936065"/>
            <a:ext cx="166688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7" name="Straight Connector 299">
            <a:extLst>
              <a:ext uri="{FF2B5EF4-FFF2-40B4-BE49-F238E27FC236}">
                <a16:creationId xmlns:a16="http://schemas.microsoft.com/office/drawing/2014/main" id="{B4096232-09AC-8719-EE37-7E367D90C28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15763" y="4809859"/>
            <a:ext cx="133350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8" name="Straight Connector 300">
            <a:extLst>
              <a:ext uri="{FF2B5EF4-FFF2-40B4-BE49-F238E27FC236}">
                <a16:creationId xmlns:a16="http://schemas.microsoft.com/office/drawing/2014/main" id="{153C47CF-B723-69ED-84AF-B42A325325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01450" y="5025361"/>
            <a:ext cx="141685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" name="Straight Connector 301">
            <a:extLst>
              <a:ext uri="{FF2B5EF4-FFF2-40B4-BE49-F238E27FC236}">
                <a16:creationId xmlns:a16="http://schemas.microsoft.com/office/drawing/2014/main" id="{46948F04-EB06-B699-818B-679B367151E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68188" y="4971784"/>
            <a:ext cx="173831" cy="18335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" name="Straight Connector 302">
            <a:extLst>
              <a:ext uri="{FF2B5EF4-FFF2-40B4-BE49-F238E27FC236}">
                <a16:creationId xmlns:a16="http://schemas.microsoft.com/office/drawing/2014/main" id="{7E6FBF59-0DD6-D039-9EF9-55D0362D002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506325" y="4962259"/>
            <a:ext cx="245269" cy="8929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1" name="Straight Connector 303">
            <a:extLst>
              <a:ext uri="{FF2B5EF4-FFF2-40B4-BE49-F238E27FC236}">
                <a16:creationId xmlns:a16="http://schemas.microsoft.com/office/drawing/2014/main" id="{98750AB3-6B9F-0090-1286-623E623A876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6800" y="4711037"/>
            <a:ext cx="195263" cy="14168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2" name="Straight Connector 304">
            <a:extLst>
              <a:ext uri="{FF2B5EF4-FFF2-40B4-BE49-F238E27FC236}">
                <a16:creationId xmlns:a16="http://schemas.microsoft.com/office/drawing/2014/main" id="{57A0761C-422C-8912-3366-0DD25276434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81235" y="4616978"/>
            <a:ext cx="155972" cy="6310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3" name="TextBox 39958">
            <a:extLst>
              <a:ext uri="{FF2B5EF4-FFF2-40B4-BE49-F238E27FC236}">
                <a16:creationId xmlns:a16="http://schemas.microsoft.com/office/drawing/2014/main" id="{C562C50B-9332-84CF-6EA7-A3F980338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4960" y="4646743"/>
            <a:ext cx="6383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i="1" kern="0" dirty="0">
                <a:solidFill>
                  <a:prstClr val="white"/>
                </a:solidFill>
                <a:latin typeface="Calibri" panose="020F0502020204030204"/>
                <a:cs typeface="Arial"/>
              </a:rPr>
              <a:t>ISP C</a:t>
            </a:r>
          </a:p>
        </p:txBody>
      </p:sp>
      <p:sp>
        <p:nvSpPr>
          <p:cNvPr id="424" name="Oval 3">
            <a:extLst>
              <a:ext uri="{FF2B5EF4-FFF2-40B4-BE49-F238E27FC236}">
                <a16:creationId xmlns:a16="http://schemas.microsoft.com/office/drawing/2014/main" id="{7265A9F9-85A8-2B74-F9B0-D30E4EDF2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285" y="3983565"/>
            <a:ext cx="2414588" cy="1007269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>
              <a:solidFill>
                <a:srgbClr val="000000"/>
              </a:solidFill>
              <a:cs typeface="Arial"/>
            </a:endParaRPr>
          </a:p>
        </p:txBody>
      </p:sp>
      <p:cxnSp>
        <p:nvCxnSpPr>
          <p:cNvPr id="425" name="Straight Connector 10">
            <a:extLst>
              <a:ext uri="{FF2B5EF4-FFF2-40B4-BE49-F238E27FC236}">
                <a16:creationId xmlns:a16="http://schemas.microsoft.com/office/drawing/2014/main" id="{E50B12AD-EEA9-35F5-6CD2-AB478EBE41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74391" y="4160968"/>
            <a:ext cx="796528" cy="523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6" name="Straight Connector 297">
            <a:extLst>
              <a:ext uri="{FF2B5EF4-FFF2-40B4-BE49-F238E27FC236}">
                <a16:creationId xmlns:a16="http://schemas.microsoft.com/office/drawing/2014/main" id="{D590BD1D-8153-F64A-E72D-EEE4433ADC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7537" y="4378852"/>
            <a:ext cx="90488" cy="619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7" name="Straight Connector 298">
            <a:extLst>
              <a:ext uri="{FF2B5EF4-FFF2-40B4-BE49-F238E27FC236}">
                <a16:creationId xmlns:a16="http://schemas.microsoft.com/office/drawing/2014/main" id="{3FD9E45E-BF6E-428A-B718-E3CBE5FABEB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37519" y="4528871"/>
            <a:ext cx="182166" cy="333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8" name="Straight Connector 299">
            <a:extLst>
              <a:ext uri="{FF2B5EF4-FFF2-40B4-BE49-F238E27FC236}">
                <a16:creationId xmlns:a16="http://schemas.microsoft.com/office/drawing/2014/main" id="{9E856DC3-5329-1A17-7AD5-EFB0E43C4A1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13682" y="4400284"/>
            <a:ext cx="146447" cy="7977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9" name="Straight Connector 300">
            <a:extLst>
              <a:ext uri="{FF2B5EF4-FFF2-40B4-BE49-F238E27FC236}">
                <a16:creationId xmlns:a16="http://schemas.microsoft.com/office/drawing/2014/main" id="{DBD9952C-AA69-57F3-8BBF-26CC3BE8E5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79129" y="4619359"/>
            <a:ext cx="154781" cy="71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" name="Straight Connector 301">
            <a:extLst>
              <a:ext uri="{FF2B5EF4-FFF2-40B4-BE49-F238E27FC236}">
                <a16:creationId xmlns:a16="http://schemas.microsoft.com/office/drawing/2014/main" id="{D35EC0CB-03D8-C058-7D5D-545E5A3F24C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99444" y="4564590"/>
            <a:ext cx="190500" cy="1857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1" name="Straight Connector 302">
            <a:extLst>
              <a:ext uri="{FF2B5EF4-FFF2-40B4-BE49-F238E27FC236}">
                <a16:creationId xmlns:a16="http://schemas.microsoft.com/office/drawing/2014/main" id="{C535C81F-612A-DEDA-AE0D-DC62E2A1DD7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947107" y="4549111"/>
            <a:ext cx="269081" cy="904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2" name="Straight Connector 303">
            <a:extLst>
              <a:ext uri="{FF2B5EF4-FFF2-40B4-BE49-F238E27FC236}">
                <a16:creationId xmlns:a16="http://schemas.microsoft.com/office/drawing/2014/main" id="{34FC75DC-A0F0-DEB8-4318-C19745A1362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59012" y="4299080"/>
            <a:ext cx="214313" cy="144066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3" name="Straight Connector 304">
            <a:extLst>
              <a:ext uri="{FF2B5EF4-FFF2-40B4-BE49-F238E27FC236}">
                <a16:creationId xmlns:a16="http://schemas.microsoft.com/office/drawing/2014/main" id="{FA0B3FC0-FD79-F232-4811-2276ECE4E51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175582" y="4203831"/>
            <a:ext cx="170260" cy="64294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4" name="TextBox 39958">
            <a:extLst>
              <a:ext uri="{FF2B5EF4-FFF2-40B4-BE49-F238E27FC236}">
                <a16:creationId xmlns:a16="http://schemas.microsoft.com/office/drawing/2014/main" id="{4A805248-7550-112B-B276-A2830F603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6204" y="4233596"/>
            <a:ext cx="643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i="1" kern="0" dirty="0">
                <a:solidFill>
                  <a:prstClr val="white"/>
                </a:solidFill>
                <a:latin typeface="Calibri" panose="020F0502020204030204"/>
                <a:cs typeface="Arial"/>
              </a:rPr>
              <a:t>ISP B</a:t>
            </a:r>
          </a:p>
        </p:txBody>
      </p:sp>
      <p:cxnSp>
        <p:nvCxnSpPr>
          <p:cNvPr id="435" name="Straight Connector 12">
            <a:extLst>
              <a:ext uri="{FF2B5EF4-FFF2-40B4-BE49-F238E27FC236}">
                <a16:creationId xmlns:a16="http://schemas.microsoft.com/office/drawing/2014/main" id="{94608876-6E71-7566-D603-B91AD1605C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50266" y="3203705"/>
            <a:ext cx="178594" cy="1964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6" name="Straight Connector 502">
            <a:extLst>
              <a:ext uri="{FF2B5EF4-FFF2-40B4-BE49-F238E27FC236}">
                <a16:creationId xmlns:a16="http://schemas.microsoft.com/office/drawing/2014/main" id="{4B774F91-2508-A420-0FA6-9EA96C1546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00410" y="3054878"/>
            <a:ext cx="230981" cy="4298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7" name="Straight Connector 503">
            <a:extLst>
              <a:ext uri="{FF2B5EF4-FFF2-40B4-BE49-F238E27FC236}">
                <a16:creationId xmlns:a16="http://schemas.microsoft.com/office/drawing/2014/main" id="{AA8E246C-DC80-7509-896C-777CAF3508A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82601" y="3038209"/>
            <a:ext cx="288131" cy="4345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8" name="Straight Connector 504">
            <a:extLst>
              <a:ext uri="{FF2B5EF4-FFF2-40B4-BE49-F238E27FC236}">
                <a16:creationId xmlns:a16="http://schemas.microsoft.com/office/drawing/2014/main" id="{EEC6418E-494B-C57F-0F16-303FE875D2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41154" y="3421590"/>
            <a:ext cx="161925" cy="78462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9" name="Straight Connector 505">
            <a:extLst>
              <a:ext uri="{FF2B5EF4-FFF2-40B4-BE49-F238E27FC236}">
                <a16:creationId xmlns:a16="http://schemas.microsoft.com/office/drawing/2014/main" id="{07AA6124-03EE-1958-7799-F9AFE7AB7FF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16188" y="3684718"/>
            <a:ext cx="180975" cy="519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" name="Straight Connector 507">
            <a:extLst>
              <a:ext uri="{FF2B5EF4-FFF2-40B4-BE49-F238E27FC236}">
                <a16:creationId xmlns:a16="http://schemas.microsoft.com/office/drawing/2014/main" id="{8888F653-C61E-729F-FF79-CF9F44A37F0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54313" y="4676509"/>
            <a:ext cx="597694" cy="4607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1" name="Straight Connector 512">
            <a:extLst>
              <a:ext uri="{FF2B5EF4-FFF2-40B4-BE49-F238E27FC236}">
                <a16:creationId xmlns:a16="http://schemas.microsoft.com/office/drawing/2014/main" id="{571C8CA7-4144-728B-3FF5-7BB9A587925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6162" y="5117040"/>
            <a:ext cx="301229" cy="15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2" name="Straight Connector 513">
            <a:extLst>
              <a:ext uri="{FF2B5EF4-FFF2-40B4-BE49-F238E27FC236}">
                <a16:creationId xmlns:a16="http://schemas.microsoft.com/office/drawing/2014/main" id="{D556B1E7-B2DF-2BFB-0691-228490803A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01362" y="5009884"/>
            <a:ext cx="338138" cy="869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3" name="Straight Connector 508">
            <a:extLst>
              <a:ext uri="{FF2B5EF4-FFF2-40B4-BE49-F238E27FC236}">
                <a16:creationId xmlns:a16="http://schemas.microsoft.com/office/drawing/2014/main" id="{EFC481C2-780A-8650-C34C-017D2D163F4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735175" y="4788428"/>
            <a:ext cx="785813" cy="7250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4" name="Straight Connector 506">
            <a:extLst>
              <a:ext uri="{FF2B5EF4-FFF2-40B4-BE49-F238E27FC236}">
                <a16:creationId xmlns:a16="http://schemas.microsoft.com/office/drawing/2014/main" id="{E7F9C9C9-32B2-41F7-3540-6AD08542251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37656" y="4480055"/>
            <a:ext cx="406004" cy="18692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5B1434A1-94EB-2CDB-84AC-D71710C3F0D8}"/>
              </a:ext>
            </a:extLst>
          </p:cNvPr>
          <p:cNvGrpSpPr/>
          <p:nvPr/>
        </p:nvGrpSpPr>
        <p:grpSpPr>
          <a:xfrm>
            <a:off x="3894469" y="3459400"/>
            <a:ext cx="406004" cy="167267"/>
            <a:chOff x="7493876" y="2774731"/>
            <a:chExt cx="1481958" cy="894622"/>
          </a:xfrm>
        </p:grpSpPr>
        <p:sp>
          <p:nvSpPr>
            <p:cNvPr id="446" name="Freeform 995">
              <a:extLst>
                <a:ext uri="{FF2B5EF4-FFF2-40B4-BE49-F238E27FC236}">
                  <a16:creationId xmlns:a16="http://schemas.microsoft.com/office/drawing/2014/main" id="{66C5DCB5-A0D8-DBD7-C8F2-86C414F0A9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7EBD7E18-B9FB-65E9-BDEA-CE6F7995EAA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48" name="Group 447">
              <a:extLst>
                <a:ext uri="{FF2B5EF4-FFF2-40B4-BE49-F238E27FC236}">
                  <a16:creationId xmlns:a16="http://schemas.microsoft.com/office/drawing/2014/main" id="{A861DBD1-16AC-9500-2D59-A90DBA75112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9" name="Freeform 998">
                <a:extLst>
                  <a:ext uri="{FF2B5EF4-FFF2-40B4-BE49-F238E27FC236}">
                    <a16:creationId xmlns:a16="http://schemas.microsoft.com/office/drawing/2014/main" id="{59EE4812-2ACE-2866-0CD8-63F565E196A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0" name="Freeform 999">
                <a:extLst>
                  <a:ext uri="{FF2B5EF4-FFF2-40B4-BE49-F238E27FC236}">
                    <a16:creationId xmlns:a16="http://schemas.microsoft.com/office/drawing/2014/main" id="{26CC09BB-8522-57FD-6ACF-B13EF00B77E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1" name="Freeform 1000">
                <a:extLst>
                  <a:ext uri="{FF2B5EF4-FFF2-40B4-BE49-F238E27FC236}">
                    <a16:creationId xmlns:a16="http://schemas.microsoft.com/office/drawing/2014/main" id="{6FB42450-884C-78C0-2AC1-B3A598E6D96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2" name="Freeform 1001">
                <a:extLst>
                  <a:ext uri="{FF2B5EF4-FFF2-40B4-BE49-F238E27FC236}">
                    <a16:creationId xmlns:a16="http://schemas.microsoft.com/office/drawing/2014/main" id="{B18E1A84-4787-4F3C-86E2-FCDA1FC1D38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B81EBDB2-6C84-24AD-8048-5D23FDC52A69}"/>
              </a:ext>
            </a:extLst>
          </p:cNvPr>
          <p:cNvGrpSpPr/>
          <p:nvPr/>
        </p:nvGrpSpPr>
        <p:grpSpPr>
          <a:xfrm>
            <a:off x="2716404" y="3384681"/>
            <a:ext cx="406004" cy="167267"/>
            <a:chOff x="7493876" y="2774731"/>
            <a:chExt cx="1481958" cy="894622"/>
          </a:xfrm>
        </p:grpSpPr>
        <p:sp>
          <p:nvSpPr>
            <p:cNvPr id="454" name="Freeform 988">
              <a:extLst>
                <a:ext uri="{FF2B5EF4-FFF2-40B4-BE49-F238E27FC236}">
                  <a16:creationId xmlns:a16="http://schemas.microsoft.com/office/drawing/2014/main" id="{FFCA8AA0-22C9-D8D0-6E7D-CEBC7FA9C6E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55" name="Oval 454">
              <a:extLst>
                <a:ext uri="{FF2B5EF4-FFF2-40B4-BE49-F238E27FC236}">
                  <a16:creationId xmlns:a16="http://schemas.microsoft.com/office/drawing/2014/main" id="{9D48F6F9-DA70-552F-9A1D-58F8C6CE9C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56" name="Group 455">
              <a:extLst>
                <a:ext uri="{FF2B5EF4-FFF2-40B4-BE49-F238E27FC236}">
                  <a16:creationId xmlns:a16="http://schemas.microsoft.com/office/drawing/2014/main" id="{2E59B690-47E8-549E-E86B-E2642D4C7BB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7" name="Freeform 991">
                <a:extLst>
                  <a:ext uri="{FF2B5EF4-FFF2-40B4-BE49-F238E27FC236}">
                    <a16:creationId xmlns:a16="http://schemas.microsoft.com/office/drawing/2014/main" id="{C75C0D88-9F4D-B26F-91DB-191C92689AF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8" name="Freeform 992">
                <a:extLst>
                  <a:ext uri="{FF2B5EF4-FFF2-40B4-BE49-F238E27FC236}">
                    <a16:creationId xmlns:a16="http://schemas.microsoft.com/office/drawing/2014/main" id="{B8841574-F2ED-71FC-4F1E-25837224C34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59" name="Freeform 993">
                <a:extLst>
                  <a:ext uri="{FF2B5EF4-FFF2-40B4-BE49-F238E27FC236}">
                    <a16:creationId xmlns:a16="http://schemas.microsoft.com/office/drawing/2014/main" id="{B994A7C8-0164-8047-9D44-E5E44DA53CE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0" name="Freeform 994">
                <a:extLst>
                  <a:ext uri="{FF2B5EF4-FFF2-40B4-BE49-F238E27FC236}">
                    <a16:creationId xmlns:a16="http://schemas.microsoft.com/office/drawing/2014/main" id="{AD78C6BA-67DC-5955-25A9-F34D463E4C4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41524207-5882-5070-4223-1E952654E2CD}"/>
              </a:ext>
            </a:extLst>
          </p:cNvPr>
          <p:cNvGrpSpPr/>
          <p:nvPr/>
        </p:nvGrpSpPr>
        <p:grpSpPr>
          <a:xfrm>
            <a:off x="6137011" y="4579612"/>
            <a:ext cx="406004" cy="167267"/>
            <a:chOff x="7493876" y="2774731"/>
            <a:chExt cx="1481958" cy="894622"/>
          </a:xfrm>
        </p:grpSpPr>
        <p:sp>
          <p:nvSpPr>
            <p:cNvPr id="462" name="Freeform 967">
              <a:extLst>
                <a:ext uri="{FF2B5EF4-FFF2-40B4-BE49-F238E27FC236}">
                  <a16:creationId xmlns:a16="http://schemas.microsoft.com/office/drawing/2014/main" id="{8BF9AB30-D5FF-36FC-2223-7640CD4BB1D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1F147512-D9B4-3B2C-C81D-776C668CE34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64" name="Group 463">
              <a:extLst>
                <a:ext uri="{FF2B5EF4-FFF2-40B4-BE49-F238E27FC236}">
                  <a16:creationId xmlns:a16="http://schemas.microsoft.com/office/drawing/2014/main" id="{EE7CD8F9-81AF-9B0C-C5EC-2101BD9E370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5" name="Freeform 970">
                <a:extLst>
                  <a:ext uri="{FF2B5EF4-FFF2-40B4-BE49-F238E27FC236}">
                    <a16:creationId xmlns:a16="http://schemas.microsoft.com/office/drawing/2014/main" id="{6618A07E-98BC-5B06-D9C5-D76DDAB2F7C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6" name="Freeform 971">
                <a:extLst>
                  <a:ext uri="{FF2B5EF4-FFF2-40B4-BE49-F238E27FC236}">
                    <a16:creationId xmlns:a16="http://schemas.microsoft.com/office/drawing/2014/main" id="{5437CCFE-D599-FCC5-7719-C79F0793C7D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7" name="Freeform 972">
                <a:extLst>
                  <a:ext uri="{FF2B5EF4-FFF2-40B4-BE49-F238E27FC236}">
                    <a16:creationId xmlns:a16="http://schemas.microsoft.com/office/drawing/2014/main" id="{8B887700-09B3-4EB2-F5D7-C17630AC9FF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8" name="Freeform 973">
                <a:extLst>
                  <a:ext uri="{FF2B5EF4-FFF2-40B4-BE49-F238E27FC236}">
                    <a16:creationId xmlns:a16="http://schemas.microsoft.com/office/drawing/2014/main" id="{8C6CC981-2B51-BEE6-5C11-9DDB529534B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57BC18BF-A492-5D00-BB75-78D443477F22}"/>
              </a:ext>
            </a:extLst>
          </p:cNvPr>
          <p:cNvGrpSpPr/>
          <p:nvPr/>
        </p:nvGrpSpPr>
        <p:grpSpPr>
          <a:xfrm>
            <a:off x="5602255" y="4412496"/>
            <a:ext cx="406004" cy="167267"/>
            <a:chOff x="7493876" y="2774731"/>
            <a:chExt cx="1481958" cy="894622"/>
          </a:xfrm>
        </p:grpSpPr>
        <p:sp>
          <p:nvSpPr>
            <p:cNvPr id="470" name="Freeform 960">
              <a:extLst>
                <a:ext uri="{FF2B5EF4-FFF2-40B4-BE49-F238E27FC236}">
                  <a16:creationId xmlns:a16="http://schemas.microsoft.com/office/drawing/2014/main" id="{683CCC30-4F8B-8F7F-54AE-E9C4B8D6C23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71" name="Oval 470">
              <a:extLst>
                <a:ext uri="{FF2B5EF4-FFF2-40B4-BE49-F238E27FC236}">
                  <a16:creationId xmlns:a16="http://schemas.microsoft.com/office/drawing/2014/main" id="{69C12EC2-7081-3BA7-05E0-09D6C9859D2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BAA9B13B-EBB2-4DD1-E297-2905304ED99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3" name="Freeform 963">
                <a:extLst>
                  <a:ext uri="{FF2B5EF4-FFF2-40B4-BE49-F238E27FC236}">
                    <a16:creationId xmlns:a16="http://schemas.microsoft.com/office/drawing/2014/main" id="{0EC57632-0803-81A9-8954-20FBCE0F166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4" name="Freeform 964">
                <a:extLst>
                  <a:ext uri="{FF2B5EF4-FFF2-40B4-BE49-F238E27FC236}">
                    <a16:creationId xmlns:a16="http://schemas.microsoft.com/office/drawing/2014/main" id="{8D3BE885-2572-120F-76CD-5DC0AD2CBE9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5" name="Freeform 965">
                <a:extLst>
                  <a:ext uri="{FF2B5EF4-FFF2-40B4-BE49-F238E27FC236}">
                    <a16:creationId xmlns:a16="http://schemas.microsoft.com/office/drawing/2014/main" id="{038176A0-5514-980D-26C6-D2F89AB8D6C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6" name="Freeform 966">
                <a:extLst>
                  <a:ext uri="{FF2B5EF4-FFF2-40B4-BE49-F238E27FC236}">
                    <a16:creationId xmlns:a16="http://schemas.microsoft.com/office/drawing/2014/main" id="{7E598C9D-15C3-2CBC-C1D8-2F6502E35DE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FAB54F68-C0DA-8875-6D71-01232F4DE699}"/>
              </a:ext>
            </a:extLst>
          </p:cNvPr>
          <p:cNvGrpSpPr/>
          <p:nvPr/>
        </p:nvGrpSpPr>
        <p:grpSpPr>
          <a:xfrm>
            <a:off x="5234517" y="4248205"/>
            <a:ext cx="406004" cy="167267"/>
            <a:chOff x="7493876" y="2774731"/>
            <a:chExt cx="1481958" cy="894622"/>
          </a:xfrm>
        </p:grpSpPr>
        <p:sp>
          <p:nvSpPr>
            <p:cNvPr id="478" name="Freeform 953">
              <a:extLst>
                <a:ext uri="{FF2B5EF4-FFF2-40B4-BE49-F238E27FC236}">
                  <a16:creationId xmlns:a16="http://schemas.microsoft.com/office/drawing/2014/main" id="{90F607A0-734D-93CC-5A45-DCF96668CE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79" name="Oval 478">
              <a:extLst>
                <a:ext uri="{FF2B5EF4-FFF2-40B4-BE49-F238E27FC236}">
                  <a16:creationId xmlns:a16="http://schemas.microsoft.com/office/drawing/2014/main" id="{2D2ADDD3-0813-C285-EAA1-7650ECFB83A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80" name="Group 479">
              <a:extLst>
                <a:ext uri="{FF2B5EF4-FFF2-40B4-BE49-F238E27FC236}">
                  <a16:creationId xmlns:a16="http://schemas.microsoft.com/office/drawing/2014/main" id="{583F95F9-BF77-2BB2-F6FB-63465F79A9B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1" name="Freeform 956">
                <a:extLst>
                  <a:ext uri="{FF2B5EF4-FFF2-40B4-BE49-F238E27FC236}">
                    <a16:creationId xmlns:a16="http://schemas.microsoft.com/office/drawing/2014/main" id="{3AD8D876-CB7F-823A-C368-7172C274DB5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2" name="Freeform 957">
                <a:extLst>
                  <a:ext uri="{FF2B5EF4-FFF2-40B4-BE49-F238E27FC236}">
                    <a16:creationId xmlns:a16="http://schemas.microsoft.com/office/drawing/2014/main" id="{C6BA3F28-B88C-AA89-270F-E48B566765F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3" name="Freeform 958">
                <a:extLst>
                  <a:ext uri="{FF2B5EF4-FFF2-40B4-BE49-F238E27FC236}">
                    <a16:creationId xmlns:a16="http://schemas.microsoft.com/office/drawing/2014/main" id="{D4AEE276-FECA-69A9-6368-DB48C20CCF0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4" name="Freeform 959">
                <a:extLst>
                  <a:ext uri="{FF2B5EF4-FFF2-40B4-BE49-F238E27FC236}">
                    <a16:creationId xmlns:a16="http://schemas.microsoft.com/office/drawing/2014/main" id="{931ACF7B-3107-32A5-C1F3-087F5936481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D0390C5D-1827-ADB1-9A8E-251CAE06CA03}"/>
              </a:ext>
            </a:extLst>
          </p:cNvPr>
          <p:cNvGrpSpPr/>
          <p:nvPr/>
        </p:nvGrpSpPr>
        <p:grpSpPr>
          <a:xfrm>
            <a:off x="5042712" y="4478575"/>
            <a:ext cx="406004" cy="167267"/>
            <a:chOff x="7493876" y="2774731"/>
            <a:chExt cx="1481958" cy="894622"/>
          </a:xfrm>
        </p:grpSpPr>
        <p:sp>
          <p:nvSpPr>
            <p:cNvPr id="486" name="Freeform 946">
              <a:extLst>
                <a:ext uri="{FF2B5EF4-FFF2-40B4-BE49-F238E27FC236}">
                  <a16:creationId xmlns:a16="http://schemas.microsoft.com/office/drawing/2014/main" id="{D1D4932D-C840-EAE7-7FF6-983A0CD59DD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A345BC16-EAD9-53B7-0004-ED206CC928C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5FEDC1DD-B47F-B0EB-8EC7-C94BBC3DC91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9" name="Freeform 949">
                <a:extLst>
                  <a:ext uri="{FF2B5EF4-FFF2-40B4-BE49-F238E27FC236}">
                    <a16:creationId xmlns:a16="http://schemas.microsoft.com/office/drawing/2014/main" id="{637A1746-D185-F2FF-B503-5797708B8A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0" name="Freeform 950">
                <a:extLst>
                  <a:ext uri="{FF2B5EF4-FFF2-40B4-BE49-F238E27FC236}">
                    <a16:creationId xmlns:a16="http://schemas.microsoft.com/office/drawing/2014/main" id="{3234E2C5-ED76-536C-D0FE-AA34853FCB0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1" name="Freeform 951">
                <a:extLst>
                  <a:ext uri="{FF2B5EF4-FFF2-40B4-BE49-F238E27FC236}">
                    <a16:creationId xmlns:a16="http://schemas.microsoft.com/office/drawing/2014/main" id="{A1175602-6F63-59CF-B360-9E43197672A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2" name="Freeform 952">
                <a:extLst>
                  <a:ext uri="{FF2B5EF4-FFF2-40B4-BE49-F238E27FC236}">
                    <a16:creationId xmlns:a16="http://schemas.microsoft.com/office/drawing/2014/main" id="{C6659BF1-E2FF-8AD3-ABEF-CE2818CBCFF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F3E60AEE-9273-BBAE-F0ED-132089F4F991}"/>
              </a:ext>
            </a:extLst>
          </p:cNvPr>
          <p:cNvGrpSpPr/>
          <p:nvPr/>
        </p:nvGrpSpPr>
        <p:grpSpPr>
          <a:xfrm>
            <a:off x="5468278" y="4697035"/>
            <a:ext cx="406004" cy="167267"/>
            <a:chOff x="7493876" y="2774731"/>
            <a:chExt cx="1481958" cy="894622"/>
          </a:xfrm>
        </p:grpSpPr>
        <p:sp>
          <p:nvSpPr>
            <p:cNvPr id="494" name="Freeform 932">
              <a:extLst>
                <a:ext uri="{FF2B5EF4-FFF2-40B4-BE49-F238E27FC236}">
                  <a16:creationId xmlns:a16="http://schemas.microsoft.com/office/drawing/2014/main" id="{3913FD77-0CAC-E829-38CE-0E1862C046A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95" name="Oval 494">
              <a:extLst>
                <a:ext uri="{FF2B5EF4-FFF2-40B4-BE49-F238E27FC236}">
                  <a16:creationId xmlns:a16="http://schemas.microsoft.com/office/drawing/2014/main" id="{19D41ADC-2258-4710-1631-1BE1DCE2481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96" name="Group 495">
              <a:extLst>
                <a:ext uri="{FF2B5EF4-FFF2-40B4-BE49-F238E27FC236}">
                  <a16:creationId xmlns:a16="http://schemas.microsoft.com/office/drawing/2014/main" id="{04109C02-9E2D-3210-6B48-56E23D75484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97" name="Freeform 935">
                <a:extLst>
                  <a:ext uri="{FF2B5EF4-FFF2-40B4-BE49-F238E27FC236}">
                    <a16:creationId xmlns:a16="http://schemas.microsoft.com/office/drawing/2014/main" id="{4516AAD4-21E6-5727-FAEF-3465B89B348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8" name="Freeform 936">
                <a:extLst>
                  <a:ext uri="{FF2B5EF4-FFF2-40B4-BE49-F238E27FC236}">
                    <a16:creationId xmlns:a16="http://schemas.microsoft.com/office/drawing/2014/main" id="{38AEE592-F397-99A9-BED1-1847705EB2C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99" name="Freeform 937">
                <a:extLst>
                  <a:ext uri="{FF2B5EF4-FFF2-40B4-BE49-F238E27FC236}">
                    <a16:creationId xmlns:a16="http://schemas.microsoft.com/office/drawing/2014/main" id="{AC752606-DB6C-FC03-4E83-4EE0F0B01CA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0" name="Freeform 938">
                <a:extLst>
                  <a:ext uri="{FF2B5EF4-FFF2-40B4-BE49-F238E27FC236}">
                    <a16:creationId xmlns:a16="http://schemas.microsoft.com/office/drawing/2014/main" id="{0D69372E-5003-49E0-E00E-E861033F40F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4BE42F20-3B05-5F79-BBCD-751BCBE0D7F6}"/>
              </a:ext>
            </a:extLst>
          </p:cNvPr>
          <p:cNvGrpSpPr/>
          <p:nvPr/>
        </p:nvGrpSpPr>
        <p:grpSpPr>
          <a:xfrm>
            <a:off x="3165211" y="4823656"/>
            <a:ext cx="406004" cy="167267"/>
            <a:chOff x="7493876" y="2774731"/>
            <a:chExt cx="1481958" cy="894622"/>
          </a:xfrm>
        </p:grpSpPr>
        <p:sp>
          <p:nvSpPr>
            <p:cNvPr id="502" name="Freeform 911">
              <a:extLst>
                <a:ext uri="{FF2B5EF4-FFF2-40B4-BE49-F238E27FC236}">
                  <a16:creationId xmlns:a16="http://schemas.microsoft.com/office/drawing/2014/main" id="{5B80738D-50C4-2EDA-F311-4F2058D1ABB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03" name="Oval 502">
              <a:extLst>
                <a:ext uri="{FF2B5EF4-FFF2-40B4-BE49-F238E27FC236}">
                  <a16:creationId xmlns:a16="http://schemas.microsoft.com/office/drawing/2014/main" id="{CDBF827E-D06E-6DA8-3A11-A4F79BEEDC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04" name="Group 503">
              <a:extLst>
                <a:ext uri="{FF2B5EF4-FFF2-40B4-BE49-F238E27FC236}">
                  <a16:creationId xmlns:a16="http://schemas.microsoft.com/office/drawing/2014/main" id="{94A7C09D-53BE-252B-ACF8-62A7151CE28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5" name="Freeform 914">
                <a:extLst>
                  <a:ext uri="{FF2B5EF4-FFF2-40B4-BE49-F238E27FC236}">
                    <a16:creationId xmlns:a16="http://schemas.microsoft.com/office/drawing/2014/main" id="{A502D4B7-D877-73D5-2527-4DE7C0E8577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6" name="Freeform 915">
                <a:extLst>
                  <a:ext uri="{FF2B5EF4-FFF2-40B4-BE49-F238E27FC236}">
                    <a16:creationId xmlns:a16="http://schemas.microsoft.com/office/drawing/2014/main" id="{42633690-4ED2-49E3-39F9-9F537D84C45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7" name="Freeform 916">
                <a:extLst>
                  <a:ext uri="{FF2B5EF4-FFF2-40B4-BE49-F238E27FC236}">
                    <a16:creationId xmlns:a16="http://schemas.microsoft.com/office/drawing/2014/main" id="{80757CBE-682B-B3CB-D67E-F7F29164D7E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08" name="Freeform 917">
                <a:extLst>
                  <a:ext uri="{FF2B5EF4-FFF2-40B4-BE49-F238E27FC236}">
                    <a16:creationId xmlns:a16="http://schemas.microsoft.com/office/drawing/2014/main" id="{E0401143-5E9F-AF86-8CC6-A8D4929370E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8168863F-ACDD-8030-BE20-70DF7761DD8F}"/>
              </a:ext>
            </a:extLst>
          </p:cNvPr>
          <p:cNvGrpSpPr/>
          <p:nvPr/>
        </p:nvGrpSpPr>
        <p:grpSpPr>
          <a:xfrm>
            <a:off x="2805064" y="4677120"/>
            <a:ext cx="406004" cy="167267"/>
            <a:chOff x="7493876" y="2774731"/>
            <a:chExt cx="1481958" cy="894622"/>
          </a:xfrm>
        </p:grpSpPr>
        <p:sp>
          <p:nvSpPr>
            <p:cNvPr id="510" name="Freeform 897">
              <a:extLst>
                <a:ext uri="{FF2B5EF4-FFF2-40B4-BE49-F238E27FC236}">
                  <a16:creationId xmlns:a16="http://schemas.microsoft.com/office/drawing/2014/main" id="{42027070-57FA-23D5-49E9-66B02C1BDB9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D571CE19-C81A-73D1-CEA9-8CE0E55C73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12" name="Group 511">
              <a:extLst>
                <a:ext uri="{FF2B5EF4-FFF2-40B4-BE49-F238E27FC236}">
                  <a16:creationId xmlns:a16="http://schemas.microsoft.com/office/drawing/2014/main" id="{E3143654-1B59-D035-D3E5-3D5443BCDB5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3" name="Freeform 900">
                <a:extLst>
                  <a:ext uri="{FF2B5EF4-FFF2-40B4-BE49-F238E27FC236}">
                    <a16:creationId xmlns:a16="http://schemas.microsoft.com/office/drawing/2014/main" id="{7264A071-8842-E5B3-0BDC-189F4A00EF9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4" name="Freeform 901">
                <a:extLst>
                  <a:ext uri="{FF2B5EF4-FFF2-40B4-BE49-F238E27FC236}">
                    <a16:creationId xmlns:a16="http://schemas.microsoft.com/office/drawing/2014/main" id="{A32E8ADF-B1FD-CF1B-F0F6-53CC652F09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5" name="Freeform 902">
                <a:extLst>
                  <a:ext uri="{FF2B5EF4-FFF2-40B4-BE49-F238E27FC236}">
                    <a16:creationId xmlns:a16="http://schemas.microsoft.com/office/drawing/2014/main" id="{68864FF8-8FC0-616A-41AE-AE3DD0FBC89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16" name="Freeform 903">
                <a:extLst>
                  <a:ext uri="{FF2B5EF4-FFF2-40B4-BE49-F238E27FC236}">
                    <a16:creationId xmlns:a16="http://schemas.microsoft.com/office/drawing/2014/main" id="{DDFAE394-51CA-86A5-6AA3-1948465B98B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061E490D-DDBA-AA2A-1DD3-8F2F0FF214B7}"/>
              </a:ext>
            </a:extLst>
          </p:cNvPr>
          <p:cNvGrpSpPr/>
          <p:nvPr/>
        </p:nvGrpSpPr>
        <p:grpSpPr>
          <a:xfrm>
            <a:off x="2625559" y="4880662"/>
            <a:ext cx="406004" cy="167267"/>
            <a:chOff x="7493876" y="2774731"/>
            <a:chExt cx="1481958" cy="894622"/>
          </a:xfrm>
        </p:grpSpPr>
        <p:sp>
          <p:nvSpPr>
            <p:cNvPr id="518" name="Freeform 890">
              <a:extLst>
                <a:ext uri="{FF2B5EF4-FFF2-40B4-BE49-F238E27FC236}">
                  <a16:creationId xmlns:a16="http://schemas.microsoft.com/office/drawing/2014/main" id="{BC06F84D-B341-1A77-0E3F-A6B5B1749E5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A84F75C8-A65B-02FB-99DF-D02249EE53C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4AB57476-B33F-CBA4-C15F-D7CCBBA74E3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1" name="Freeform 893">
                <a:extLst>
                  <a:ext uri="{FF2B5EF4-FFF2-40B4-BE49-F238E27FC236}">
                    <a16:creationId xmlns:a16="http://schemas.microsoft.com/office/drawing/2014/main" id="{B27C5275-74CA-12CB-EA55-3510CA7A794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2" name="Freeform 894">
                <a:extLst>
                  <a:ext uri="{FF2B5EF4-FFF2-40B4-BE49-F238E27FC236}">
                    <a16:creationId xmlns:a16="http://schemas.microsoft.com/office/drawing/2014/main" id="{C94F119A-5278-06D6-A28C-5E42A69F689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3" name="Freeform 895">
                <a:extLst>
                  <a:ext uri="{FF2B5EF4-FFF2-40B4-BE49-F238E27FC236}">
                    <a16:creationId xmlns:a16="http://schemas.microsoft.com/office/drawing/2014/main" id="{EEADF83B-7BAC-9556-90EF-9D25696D77D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24" name="Freeform 896">
                <a:extLst>
                  <a:ext uri="{FF2B5EF4-FFF2-40B4-BE49-F238E27FC236}">
                    <a16:creationId xmlns:a16="http://schemas.microsoft.com/office/drawing/2014/main" id="{27F26F60-0DB3-13E8-F549-EA89D98865A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7A2CE845-737A-5DB3-5DB8-A6041B30DF26}"/>
              </a:ext>
            </a:extLst>
          </p:cNvPr>
          <p:cNvGrpSpPr/>
          <p:nvPr/>
        </p:nvGrpSpPr>
        <p:grpSpPr>
          <a:xfrm>
            <a:off x="2242477" y="5020463"/>
            <a:ext cx="406004" cy="167267"/>
            <a:chOff x="7493876" y="2774731"/>
            <a:chExt cx="1481958" cy="894622"/>
          </a:xfrm>
        </p:grpSpPr>
        <p:sp>
          <p:nvSpPr>
            <p:cNvPr id="526" name="Freeform 883">
              <a:extLst>
                <a:ext uri="{FF2B5EF4-FFF2-40B4-BE49-F238E27FC236}">
                  <a16:creationId xmlns:a16="http://schemas.microsoft.com/office/drawing/2014/main" id="{F498A8A5-151F-E3E3-1498-3271DEB625F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A7E85A99-EE47-C020-0EDC-2D7460530E4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28" name="Group 527">
              <a:extLst>
                <a:ext uri="{FF2B5EF4-FFF2-40B4-BE49-F238E27FC236}">
                  <a16:creationId xmlns:a16="http://schemas.microsoft.com/office/drawing/2014/main" id="{ED5BB078-1523-7852-9827-BFA21515F06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9" name="Freeform 886">
                <a:extLst>
                  <a:ext uri="{FF2B5EF4-FFF2-40B4-BE49-F238E27FC236}">
                    <a16:creationId xmlns:a16="http://schemas.microsoft.com/office/drawing/2014/main" id="{8DB4B3B1-441A-9063-D220-8557427ECED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0" name="Freeform 887">
                <a:extLst>
                  <a:ext uri="{FF2B5EF4-FFF2-40B4-BE49-F238E27FC236}">
                    <a16:creationId xmlns:a16="http://schemas.microsoft.com/office/drawing/2014/main" id="{D11E5DCA-BE15-AFB3-C7D8-F67DC0FA552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1" name="Freeform 888">
                <a:extLst>
                  <a:ext uri="{FF2B5EF4-FFF2-40B4-BE49-F238E27FC236}">
                    <a16:creationId xmlns:a16="http://schemas.microsoft.com/office/drawing/2014/main" id="{42789858-0DBA-5160-C2BD-0EBD1225EC1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2" name="Freeform 889">
                <a:extLst>
                  <a:ext uri="{FF2B5EF4-FFF2-40B4-BE49-F238E27FC236}">
                    <a16:creationId xmlns:a16="http://schemas.microsoft.com/office/drawing/2014/main" id="{4931DA0D-2F1F-E38C-50C5-A90A680137E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7CD5B835-9FD8-7E75-F51B-C0D59BB4D4A3}"/>
              </a:ext>
            </a:extLst>
          </p:cNvPr>
          <p:cNvGrpSpPr/>
          <p:nvPr/>
        </p:nvGrpSpPr>
        <p:grpSpPr>
          <a:xfrm>
            <a:off x="3017911" y="5087371"/>
            <a:ext cx="406004" cy="167267"/>
            <a:chOff x="7493876" y="2774731"/>
            <a:chExt cx="1481958" cy="894622"/>
          </a:xfrm>
        </p:grpSpPr>
        <p:sp>
          <p:nvSpPr>
            <p:cNvPr id="534" name="Freeform 876">
              <a:extLst>
                <a:ext uri="{FF2B5EF4-FFF2-40B4-BE49-F238E27FC236}">
                  <a16:creationId xmlns:a16="http://schemas.microsoft.com/office/drawing/2014/main" id="{0015C20E-2951-FBF6-0DC8-6A33AC618EB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35" name="Oval 534">
              <a:extLst>
                <a:ext uri="{FF2B5EF4-FFF2-40B4-BE49-F238E27FC236}">
                  <a16:creationId xmlns:a16="http://schemas.microsoft.com/office/drawing/2014/main" id="{209747F4-CF9C-B8A3-9C06-60C45D2A7C0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36" name="Group 535">
              <a:extLst>
                <a:ext uri="{FF2B5EF4-FFF2-40B4-BE49-F238E27FC236}">
                  <a16:creationId xmlns:a16="http://schemas.microsoft.com/office/drawing/2014/main" id="{726B8435-32C0-E547-4B57-F8E4600DDB4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7" name="Freeform 879">
                <a:extLst>
                  <a:ext uri="{FF2B5EF4-FFF2-40B4-BE49-F238E27FC236}">
                    <a16:creationId xmlns:a16="http://schemas.microsoft.com/office/drawing/2014/main" id="{14E15D2D-406E-5738-952C-E9E79E0988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8" name="Freeform 880">
                <a:extLst>
                  <a:ext uri="{FF2B5EF4-FFF2-40B4-BE49-F238E27FC236}">
                    <a16:creationId xmlns:a16="http://schemas.microsoft.com/office/drawing/2014/main" id="{E7099F7B-7B9F-1481-857F-EC921F69B0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9" name="Freeform 881">
                <a:extLst>
                  <a:ext uri="{FF2B5EF4-FFF2-40B4-BE49-F238E27FC236}">
                    <a16:creationId xmlns:a16="http://schemas.microsoft.com/office/drawing/2014/main" id="{6E51E3BA-42C2-A40E-B3EC-6EF8B352904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40" name="Freeform 882">
                <a:extLst>
                  <a:ext uri="{FF2B5EF4-FFF2-40B4-BE49-F238E27FC236}">
                    <a16:creationId xmlns:a16="http://schemas.microsoft.com/office/drawing/2014/main" id="{D0FD6D44-120F-1790-9ACC-B909F83301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41" name="Group 2">
            <a:extLst>
              <a:ext uri="{FF2B5EF4-FFF2-40B4-BE49-F238E27FC236}">
                <a16:creationId xmlns:a16="http://schemas.microsoft.com/office/drawing/2014/main" id="{2367087A-EF41-114E-421A-95F9D9B198D4}"/>
              </a:ext>
            </a:extLst>
          </p:cNvPr>
          <p:cNvGrpSpPr>
            <a:grpSpLocks/>
          </p:cNvGrpSpPr>
          <p:nvPr/>
        </p:nvGrpSpPr>
        <p:grpSpPr bwMode="auto">
          <a:xfrm>
            <a:off x="2245939" y="2936372"/>
            <a:ext cx="508844" cy="313666"/>
            <a:chOff x="3053396" y="4304255"/>
            <a:chExt cx="678368" cy="418253"/>
          </a:xfrm>
        </p:grpSpPr>
        <p:sp>
          <p:nvSpPr>
            <p:cNvPr id="542" name="Freeform 84">
              <a:extLst>
                <a:ext uri="{FF2B5EF4-FFF2-40B4-BE49-F238E27FC236}">
                  <a16:creationId xmlns:a16="http://schemas.microsoft.com/office/drawing/2014/main" id="{CCB6B51B-B9C8-EF2B-B741-9DDE425B4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3" name="TextBox 1">
              <a:extLst>
                <a:ext uri="{FF2B5EF4-FFF2-40B4-BE49-F238E27FC236}">
                  <a16:creationId xmlns:a16="http://schemas.microsoft.com/office/drawing/2014/main" id="{BBB61692-ED66-CE6B-D344-C4DA6396F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44" name="Group 135">
            <a:extLst>
              <a:ext uri="{FF2B5EF4-FFF2-40B4-BE49-F238E27FC236}">
                <a16:creationId xmlns:a16="http://schemas.microsoft.com/office/drawing/2014/main" id="{3944D807-96D0-603F-F85A-C6C50FE4BA28}"/>
              </a:ext>
            </a:extLst>
          </p:cNvPr>
          <p:cNvGrpSpPr>
            <a:grpSpLocks/>
          </p:cNvGrpSpPr>
          <p:nvPr/>
        </p:nvGrpSpPr>
        <p:grpSpPr bwMode="auto">
          <a:xfrm>
            <a:off x="5627769" y="3126857"/>
            <a:ext cx="508844" cy="313666"/>
            <a:chOff x="3053396" y="4304255"/>
            <a:chExt cx="678368" cy="418253"/>
          </a:xfrm>
        </p:grpSpPr>
        <p:sp>
          <p:nvSpPr>
            <p:cNvPr id="545" name="Freeform 84">
              <a:extLst>
                <a:ext uri="{FF2B5EF4-FFF2-40B4-BE49-F238E27FC236}">
                  <a16:creationId xmlns:a16="http://schemas.microsoft.com/office/drawing/2014/main" id="{C60F114B-728D-E4F1-E5D7-B14FEF6DD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6" name="TextBox 137">
              <a:extLst>
                <a:ext uri="{FF2B5EF4-FFF2-40B4-BE49-F238E27FC236}">
                  <a16:creationId xmlns:a16="http://schemas.microsoft.com/office/drawing/2014/main" id="{71551C2E-FA41-29C6-1F1C-8270D3C97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47" name="Group 138">
            <a:extLst>
              <a:ext uri="{FF2B5EF4-FFF2-40B4-BE49-F238E27FC236}">
                <a16:creationId xmlns:a16="http://schemas.microsoft.com/office/drawing/2014/main" id="{885F6660-DA10-3D51-AA99-A99605D3BB6A}"/>
              </a:ext>
            </a:extLst>
          </p:cNvPr>
          <p:cNvGrpSpPr>
            <a:grpSpLocks/>
          </p:cNvGrpSpPr>
          <p:nvPr/>
        </p:nvGrpSpPr>
        <p:grpSpPr bwMode="auto">
          <a:xfrm>
            <a:off x="1807730" y="5269817"/>
            <a:ext cx="508844" cy="313666"/>
            <a:chOff x="3053396" y="4304255"/>
            <a:chExt cx="678368" cy="418253"/>
          </a:xfrm>
        </p:grpSpPr>
        <p:sp>
          <p:nvSpPr>
            <p:cNvPr id="548" name="Freeform 84">
              <a:extLst>
                <a:ext uri="{FF2B5EF4-FFF2-40B4-BE49-F238E27FC236}">
                  <a16:creationId xmlns:a16="http://schemas.microsoft.com/office/drawing/2014/main" id="{19F06931-4711-EA9D-6CFD-2DF31DB9B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9" name="TextBox 140">
              <a:extLst>
                <a:ext uri="{FF2B5EF4-FFF2-40B4-BE49-F238E27FC236}">
                  <a16:creationId xmlns:a16="http://schemas.microsoft.com/office/drawing/2014/main" id="{1C234C3E-F36B-6445-F82E-4FE8948AC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 dirty="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 dirty="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50" name="Group 141">
            <a:extLst>
              <a:ext uri="{FF2B5EF4-FFF2-40B4-BE49-F238E27FC236}">
                <a16:creationId xmlns:a16="http://schemas.microsoft.com/office/drawing/2014/main" id="{E867E8FA-D19D-BA17-A2AC-B680A9CF5CA1}"/>
              </a:ext>
            </a:extLst>
          </p:cNvPr>
          <p:cNvGrpSpPr>
            <a:grpSpLocks/>
          </p:cNvGrpSpPr>
          <p:nvPr/>
        </p:nvGrpSpPr>
        <p:grpSpPr bwMode="auto">
          <a:xfrm>
            <a:off x="1493363" y="4803128"/>
            <a:ext cx="508844" cy="313666"/>
            <a:chOff x="3053396" y="4304255"/>
            <a:chExt cx="678368" cy="418253"/>
          </a:xfrm>
        </p:grpSpPr>
        <p:sp>
          <p:nvSpPr>
            <p:cNvPr id="551" name="Freeform 84">
              <a:extLst>
                <a:ext uri="{FF2B5EF4-FFF2-40B4-BE49-F238E27FC236}">
                  <a16:creationId xmlns:a16="http://schemas.microsoft.com/office/drawing/2014/main" id="{CBA5C820-F264-2CCC-0DA4-465871875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52" name="TextBox 143">
              <a:extLst>
                <a:ext uri="{FF2B5EF4-FFF2-40B4-BE49-F238E27FC236}">
                  <a16:creationId xmlns:a16="http://schemas.microsoft.com/office/drawing/2014/main" id="{B4D8176B-A448-90D9-DE95-734AB3778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 dirty="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 dirty="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53" name="Group 144">
            <a:extLst>
              <a:ext uri="{FF2B5EF4-FFF2-40B4-BE49-F238E27FC236}">
                <a16:creationId xmlns:a16="http://schemas.microsoft.com/office/drawing/2014/main" id="{A4FA649B-A5FC-A3D1-C472-5F08E185C523}"/>
              </a:ext>
            </a:extLst>
          </p:cNvPr>
          <p:cNvGrpSpPr>
            <a:grpSpLocks/>
          </p:cNvGrpSpPr>
          <p:nvPr/>
        </p:nvGrpSpPr>
        <p:grpSpPr bwMode="auto">
          <a:xfrm>
            <a:off x="1321889" y="4307866"/>
            <a:ext cx="508844" cy="313666"/>
            <a:chOff x="3053396" y="4304255"/>
            <a:chExt cx="678368" cy="418253"/>
          </a:xfrm>
        </p:grpSpPr>
        <p:sp>
          <p:nvSpPr>
            <p:cNvPr id="554" name="Freeform 84">
              <a:extLst>
                <a:ext uri="{FF2B5EF4-FFF2-40B4-BE49-F238E27FC236}">
                  <a16:creationId xmlns:a16="http://schemas.microsoft.com/office/drawing/2014/main" id="{CC4A077B-FAA0-6148-AC97-8F27037E8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55" name="TextBox 146">
              <a:extLst>
                <a:ext uri="{FF2B5EF4-FFF2-40B4-BE49-F238E27FC236}">
                  <a16:creationId xmlns:a16="http://schemas.microsoft.com/office/drawing/2014/main" id="{2E821C68-E1CB-BC98-A03B-B31C73E30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56" name="Group 147">
            <a:extLst>
              <a:ext uri="{FF2B5EF4-FFF2-40B4-BE49-F238E27FC236}">
                <a16:creationId xmlns:a16="http://schemas.microsoft.com/office/drawing/2014/main" id="{247D6971-85A1-B49B-CE56-D45855A2A36D}"/>
              </a:ext>
            </a:extLst>
          </p:cNvPr>
          <p:cNvGrpSpPr>
            <a:grpSpLocks/>
          </p:cNvGrpSpPr>
          <p:nvPr/>
        </p:nvGrpSpPr>
        <p:grpSpPr bwMode="auto">
          <a:xfrm>
            <a:off x="6189820" y="3450682"/>
            <a:ext cx="508844" cy="313666"/>
            <a:chOff x="3053396" y="4304255"/>
            <a:chExt cx="678368" cy="418253"/>
          </a:xfrm>
        </p:grpSpPr>
        <p:sp>
          <p:nvSpPr>
            <p:cNvPr id="557" name="Freeform 84">
              <a:extLst>
                <a:ext uri="{FF2B5EF4-FFF2-40B4-BE49-F238E27FC236}">
                  <a16:creationId xmlns:a16="http://schemas.microsoft.com/office/drawing/2014/main" id="{B771FBEA-319A-10D5-9D88-CBBF0AB54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58" name="TextBox 149">
              <a:extLst>
                <a:ext uri="{FF2B5EF4-FFF2-40B4-BE49-F238E27FC236}">
                  <a16:creationId xmlns:a16="http://schemas.microsoft.com/office/drawing/2014/main" id="{AA76ABD2-8B11-6230-8552-3920CF474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59" name="Group 150">
            <a:extLst>
              <a:ext uri="{FF2B5EF4-FFF2-40B4-BE49-F238E27FC236}">
                <a16:creationId xmlns:a16="http://schemas.microsoft.com/office/drawing/2014/main" id="{49EBDE48-A764-123E-ED9C-1B201ECFAC63}"/>
              </a:ext>
            </a:extLst>
          </p:cNvPr>
          <p:cNvGrpSpPr>
            <a:grpSpLocks/>
          </p:cNvGrpSpPr>
          <p:nvPr/>
        </p:nvGrpSpPr>
        <p:grpSpPr bwMode="auto">
          <a:xfrm>
            <a:off x="3446251" y="2755410"/>
            <a:ext cx="508844" cy="313666"/>
            <a:chOff x="3053396" y="4304255"/>
            <a:chExt cx="678368" cy="418253"/>
          </a:xfrm>
        </p:grpSpPr>
        <p:sp>
          <p:nvSpPr>
            <p:cNvPr id="560" name="Freeform 84">
              <a:extLst>
                <a:ext uri="{FF2B5EF4-FFF2-40B4-BE49-F238E27FC236}">
                  <a16:creationId xmlns:a16="http://schemas.microsoft.com/office/drawing/2014/main" id="{199DA925-BA0E-ACE4-C900-5C09D23E0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1" name="TextBox 152">
              <a:extLst>
                <a:ext uri="{FF2B5EF4-FFF2-40B4-BE49-F238E27FC236}">
                  <a16:creationId xmlns:a16="http://schemas.microsoft.com/office/drawing/2014/main" id="{3002CF94-3812-1345-8A6E-E3A805A97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62" name="Group 156">
            <a:extLst>
              <a:ext uri="{FF2B5EF4-FFF2-40B4-BE49-F238E27FC236}">
                <a16:creationId xmlns:a16="http://schemas.microsoft.com/office/drawing/2014/main" id="{B3124493-9A4A-3E6B-CA85-B1693D0F63E2}"/>
              </a:ext>
            </a:extLst>
          </p:cNvPr>
          <p:cNvGrpSpPr>
            <a:grpSpLocks/>
          </p:cNvGrpSpPr>
          <p:nvPr/>
        </p:nvGrpSpPr>
        <p:grpSpPr bwMode="auto">
          <a:xfrm>
            <a:off x="4132143" y="2736362"/>
            <a:ext cx="508844" cy="313666"/>
            <a:chOff x="3053396" y="4304255"/>
            <a:chExt cx="678368" cy="418253"/>
          </a:xfrm>
        </p:grpSpPr>
        <p:sp>
          <p:nvSpPr>
            <p:cNvPr id="563" name="Freeform 84">
              <a:extLst>
                <a:ext uri="{FF2B5EF4-FFF2-40B4-BE49-F238E27FC236}">
                  <a16:creationId xmlns:a16="http://schemas.microsoft.com/office/drawing/2014/main" id="{E61140D9-DADF-5DC5-8B66-B83BB9B3C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4" name="TextBox 158">
              <a:extLst>
                <a:ext uri="{FF2B5EF4-FFF2-40B4-BE49-F238E27FC236}">
                  <a16:creationId xmlns:a16="http://schemas.microsoft.com/office/drawing/2014/main" id="{0066E5CB-3055-1F1C-7CC9-0F1243849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 dirty="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 dirty="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65" name="Group 160">
            <a:extLst>
              <a:ext uri="{FF2B5EF4-FFF2-40B4-BE49-F238E27FC236}">
                <a16:creationId xmlns:a16="http://schemas.microsoft.com/office/drawing/2014/main" id="{CD34E7E4-3F2B-3A43-DA4C-E8CB74FD9525}"/>
              </a:ext>
            </a:extLst>
          </p:cNvPr>
          <p:cNvGrpSpPr>
            <a:grpSpLocks/>
          </p:cNvGrpSpPr>
          <p:nvPr/>
        </p:nvGrpSpPr>
        <p:grpSpPr bwMode="auto">
          <a:xfrm>
            <a:off x="6427977" y="5460303"/>
            <a:ext cx="508844" cy="313666"/>
            <a:chOff x="3053396" y="4304255"/>
            <a:chExt cx="678368" cy="418253"/>
          </a:xfrm>
        </p:grpSpPr>
        <p:sp>
          <p:nvSpPr>
            <p:cNvPr id="566" name="Freeform 84">
              <a:extLst>
                <a:ext uri="{FF2B5EF4-FFF2-40B4-BE49-F238E27FC236}">
                  <a16:creationId xmlns:a16="http://schemas.microsoft.com/office/drawing/2014/main" id="{48069AE8-7B5A-0230-D69D-18E346CB1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7" name="TextBox 162">
              <a:extLst>
                <a:ext uri="{FF2B5EF4-FFF2-40B4-BE49-F238E27FC236}">
                  <a16:creationId xmlns:a16="http://schemas.microsoft.com/office/drawing/2014/main" id="{CC853CC5-3C0E-2E11-1377-558968CF4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68" name="Group 163">
            <a:extLst>
              <a:ext uri="{FF2B5EF4-FFF2-40B4-BE49-F238E27FC236}">
                <a16:creationId xmlns:a16="http://schemas.microsoft.com/office/drawing/2014/main" id="{B18F3B1B-C181-F4BA-1EDF-D995143BF533}"/>
              </a:ext>
            </a:extLst>
          </p:cNvPr>
          <p:cNvGrpSpPr>
            <a:grpSpLocks/>
          </p:cNvGrpSpPr>
          <p:nvPr/>
        </p:nvGrpSpPr>
        <p:grpSpPr bwMode="auto">
          <a:xfrm>
            <a:off x="7056712" y="4974565"/>
            <a:ext cx="508844" cy="313666"/>
            <a:chOff x="3053396" y="4304255"/>
            <a:chExt cx="678368" cy="418253"/>
          </a:xfrm>
        </p:grpSpPr>
        <p:sp>
          <p:nvSpPr>
            <p:cNvPr id="569" name="Freeform 84">
              <a:extLst>
                <a:ext uri="{FF2B5EF4-FFF2-40B4-BE49-F238E27FC236}">
                  <a16:creationId xmlns:a16="http://schemas.microsoft.com/office/drawing/2014/main" id="{80858847-858A-42EF-EA9C-60A8904FB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70" name="TextBox 165">
              <a:extLst>
                <a:ext uri="{FF2B5EF4-FFF2-40B4-BE49-F238E27FC236}">
                  <a16:creationId xmlns:a16="http://schemas.microsoft.com/office/drawing/2014/main" id="{3E991C70-6A70-1E85-F9D8-8B7AFB098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571" name="Group 166">
            <a:extLst>
              <a:ext uri="{FF2B5EF4-FFF2-40B4-BE49-F238E27FC236}">
                <a16:creationId xmlns:a16="http://schemas.microsoft.com/office/drawing/2014/main" id="{377A843D-583C-BEB7-EE54-9FAAA496C446}"/>
              </a:ext>
            </a:extLst>
          </p:cNvPr>
          <p:cNvGrpSpPr>
            <a:grpSpLocks/>
          </p:cNvGrpSpPr>
          <p:nvPr/>
        </p:nvGrpSpPr>
        <p:grpSpPr bwMode="auto">
          <a:xfrm>
            <a:off x="6885239" y="4288818"/>
            <a:ext cx="508844" cy="313666"/>
            <a:chOff x="3053396" y="4304255"/>
            <a:chExt cx="678368" cy="418253"/>
          </a:xfrm>
        </p:grpSpPr>
        <p:sp>
          <p:nvSpPr>
            <p:cNvPr id="572" name="Freeform 84">
              <a:extLst>
                <a:ext uri="{FF2B5EF4-FFF2-40B4-BE49-F238E27FC236}">
                  <a16:creationId xmlns:a16="http://schemas.microsoft.com/office/drawing/2014/main" id="{F9D132B7-8578-4642-D15B-9AB74391F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73" name="TextBox 168">
              <a:extLst>
                <a:ext uri="{FF2B5EF4-FFF2-40B4-BE49-F238E27FC236}">
                  <a16:creationId xmlns:a16="http://schemas.microsoft.com/office/drawing/2014/main" id="{1DE0E40D-51E7-CC81-ADA0-68E58E91B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sp>
        <p:nvSpPr>
          <p:cNvPr id="574" name="TextBox 4">
            <a:extLst>
              <a:ext uri="{FF2B5EF4-FFF2-40B4-BE49-F238E27FC236}">
                <a16:creationId xmlns:a16="http://schemas.microsoft.com/office/drawing/2014/main" id="{396D0B06-AD7C-D098-6F97-531DAEF9DC80}"/>
              </a:ext>
            </a:extLst>
          </p:cNvPr>
          <p:cNvSpPr txBox="1">
            <a:spLocks noChangeArrowheads="1"/>
          </p:cNvSpPr>
          <p:nvPr/>
        </p:nvSpPr>
        <p:spPr bwMode="auto">
          <a:xfrm rot="1053502">
            <a:off x="4933826" y="2668443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575" name="TextBox 179">
            <a:extLst>
              <a:ext uri="{FF2B5EF4-FFF2-40B4-BE49-F238E27FC236}">
                <a16:creationId xmlns:a16="http://schemas.microsoft.com/office/drawing/2014/main" id="{1F92F53A-9A6C-93C8-B7C5-08962DD6BDA1}"/>
              </a:ext>
            </a:extLst>
          </p:cNvPr>
          <p:cNvSpPr txBox="1">
            <a:spLocks noChangeArrowheads="1"/>
          </p:cNvSpPr>
          <p:nvPr/>
        </p:nvSpPr>
        <p:spPr bwMode="auto">
          <a:xfrm rot="2829263">
            <a:off x="6648556" y="3773258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576" name="TextBox 180">
            <a:extLst>
              <a:ext uri="{FF2B5EF4-FFF2-40B4-BE49-F238E27FC236}">
                <a16:creationId xmlns:a16="http://schemas.microsoft.com/office/drawing/2014/main" id="{77A82B6A-A315-9542-79EC-E7FD7EAFD8AE}"/>
              </a:ext>
            </a:extLst>
          </p:cNvPr>
          <p:cNvSpPr txBox="1">
            <a:spLocks noChangeArrowheads="1"/>
          </p:cNvSpPr>
          <p:nvPr/>
        </p:nvSpPr>
        <p:spPr bwMode="auto">
          <a:xfrm rot="9845918">
            <a:off x="5649978" y="5657947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577" name="TextBox 181">
            <a:extLst>
              <a:ext uri="{FF2B5EF4-FFF2-40B4-BE49-F238E27FC236}">
                <a16:creationId xmlns:a16="http://schemas.microsoft.com/office/drawing/2014/main" id="{585A7EBD-52DB-E6C3-4117-28A95D556608}"/>
              </a:ext>
            </a:extLst>
          </p:cNvPr>
          <p:cNvSpPr txBox="1">
            <a:spLocks noChangeArrowheads="1"/>
          </p:cNvSpPr>
          <p:nvPr/>
        </p:nvSpPr>
        <p:spPr bwMode="auto">
          <a:xfrm rot="11651262">
            <a:off x="2373945" y="5585471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578" name="TextBox 182">
            <a:extLst>
              <a:ext uri="{FF2B5EF4-FFF2-40B4-BE49-F238E27FC236}">
                <a16:creationId xmlns:a16="http://schemas.microsoft.com/office/drawing/2014/main" id="{91A4FC45-E7CF-A8CD-9653-AE2545153BCB}"/>
              </a:ext>
            </a:extLst>
          </p:cNvPr>
          <p:cNvSpPr txBox="1">
            <a:spLocks noChangeArrowheads="1"/>
          </p:cNvSpPr>
          <p:nvPr/>
        </p:nvSpPr>
        <p:spPr bwMode="auto">
          <a:xfrm rot="16607303">
            <a:off x="1184169" y="3855771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sp>
        <p:nvSpPr>
          <p:cNvPr id="579" name="TextBox 183">
            <a:extLst>
              <a:ext uri="{FF2B5EF4-FFF2-40B4-BE49-F238E27FC236}">
                <a16:creationId xmlns:a16="http://schemas.microsoft.com/office/drawing/2014/main" id="{6E193A9C-C42F-1EC4-1F79-6658F2DD3FBB}"/>
              </a:ext>
            </a:extLst>
          </p:cNvPr>
          <p:cNvSpPr txBox="1">
            <a:spLocks noChangeArrowheads="1"/>
          </p:cNvSpPr>
          <p:nvPr/>
        </p:nvSpPr>
        <p:spPr bwMode="auto">
          <a:xfrm rot="20582737">
            <a:off x="2823699" y="2630857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2100">
                <a:solidFill>
                  <a:srgbClr val="0000FF"/>
                </a:solidFill>
              </a:rPr>
              <a:t>…</a:t>
            </a:r>
          </a:p>
        </p:txBody>
      </p:sp>
      <p:grpSp>
        <p:nvGrpSpPr>
          <p:cNvPr id="580" name="Group 20">
            <a:extLst>
              <a:ext uri="{FF2B5EF4-FFF2-40B4-BE49-F238E27FC236}">
                <a16:creationId xmlns:a16="http://schemas.microsoft.com/office/drawing/2014/main" id="{27183529-26BE-117D-3E75-EB192376DADE}"/>
              </a:ext>
            </a:extLst>
          </p:cNvPr>
          <p:cNvGrpSpPr>
            <a:grpSpLocks/>
          </p:cNvGrpSpPr>
          <p:nvPr/>
        </p:nvGrpSpPr>
        <p:grpSpPr bwMode="auto">
          <a:xfrm>
            <a:off x="4302435" y="3378398"/>
            <a:ext cx="1713906" cy="794025"/>
            <a:chOff x="4696844" y="2871032"/>
            <a:chExt cx="2285491" cy="1058803"/>
          </a:xfrm>
        </p:grpSpPr>
        <p:grpSp>
          <p:nvGrpSpPr>
            <p:cNvPr id="581" name="Group 16">
              <a:extLst>
                <a:ext uri="{FF2B5EF4-FFF2-40B4-BE49-F238E27FC236}">
                  <a16:creationId xmlns:a16="http://schemas.microsoft.com/office/drawing/2014/main" id="{9EA7F4A4-FC98-77E6-E65F-BF0C8CD60C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7190" y="2871032"/>
              <a:ext cx="596839" cy="369369"/>
              <a:chOff x="5573768" y="2726239"/>
              <a:chExt cx="596839" cy="369369"/>
            </a:xfrm>
          </p:grpSpPr>
          <p:sp>
            <p:nvSpPr>
              <p:cNvPr id="584" name="Oval 14">
                <a:extLst>
                  <a:ext uri="{FF2B5EF4-FFF2-40B4-BE49-F238E27FC236}">
                    <a16:creationId xmlns:a16="http://schemas.microsoft.com/office/drawing/2014/main" id="{89490DAD-ED22-DA55-5789-848B70A4F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585" name="TextBox 15">
                <a:extLst>
                  <a:ext uri="{FF2B5EF4-FFF2-40B4-BE49-F238E27FC236}">
                    <a16:creationId xmlns:a16="http://schemas.microsoft.com/office/drawing/2014/main" id="{D4F08B95-FD77-49B4-BF8B-16B6F8B176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6" y="2726239"/>
                <a:ext cx="577581" cy="36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r>
                  <a:rPr lang="en-US" altLang="en-US" sz="1200" dirty="0">
                    <a:solidFill>
                      <a:prstClr val="white"/>
                    </a:solidFill>
                  </a:rPr>
                  <a:t>IXP</a:t>
                </a:r>
              </a:p>
            </p:txBody>
          </p:sp>
        </p:grpSp>
        <p:cxnSp>
          <p:nvCxnSpPr>
            <p:cNvPr id="582" name="Straight Connector 18">
              <a:extLst>
                <a:ext uri="{FF2B5EF4-FFF2-40B4-BE49-F238E27FC236}">
                  <a16:creationId xmlns:a16="http://schemas.microsoft.com/office/drawing/2014/main" id="{57D6ECC3-F755-47E9-69A2-4687C2C77E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6844" y="3073933"/>
              <a:ext cx="980347" cy="35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" name="Straight Connector 516">
              <a:extLst>
                <a:ext uri="{FF2B5EF4-FFF2-40B4-BE49-F238E27FC236}">
                  <a16:creationId xmlns:a16="http://schemas.microsoft.com/office/drawing/2014/main" id="{4AA2D89D-3EC3-22B3-DDC5-8B8E79116B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49979" y="3144548"/>
              <a:ext cx="832356" cy="78528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86" name="Group 39939">
            <a:extLst>
              <a:ext uri="{FF2B5EF4-FFF2-40B4-BE49-F238E27FC236}">
                <a16:creationId xmlns:a16="http://schemas.microsoft.com/office/drawing/2014/main" id="{051A805B-AFA2-5E4B-57AC-4CF0E1132669}"/>
              </a:ext>
            </a:extLst>
          </p:cNvPr>
          <p:cNvGrpSpPr>
            <a:grpSpLocks/>
          </p:cNvGrpSpPr>
          <p:nvPr/>
        </p:nvGrpSpPr>
        <p:grpSpPr bwMode="auto">
          <a:xfrm>
            <a:off x="2706828" y="4023473"/>
            <a:ext cx="2209323" cy="1013932"/>
            <a:chOff x="2746064" y="4201015"/>
            <a:chExt cx="2944318" cy="1353987"/>
          </a:xfrm>
        </p:grpSpPr>
        <p:cxnSp>
          <p:nvCxnSpPr>
            <p:cNvPr id="587" name="Straight Connector 7">
              <a:extLst>
                <a:ext uri="{FF2B5EF4-FFF2-40B4-BE49-F238E27FC236}">
                  <a16:creationId xmlns:a16="http://schemas.microsoft.com/office/drawing/2014/main" id="{90991359-91C2-A6ED-8360-6F908335A8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01531" y="4201015"/>
              <a:ext cx="588851" cy="2127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8" name="Straight Connector 415">
              <a:extLst>
                <a:ext uri="{FF2B5EF4-FFF2-40B4-BE49-F238E27FC236}">
                  <a16:creationId xmlns:a16="http://schemas.microsoft.com/office/drawing/2014/main" id="{754C46C9-0535-F110-55D0-57D772C387FD}"/>
                </a:ext>
              </a:extLst>
            </p:cNvPr>
            <p:cNvCxnSpPr>
              <a:cxnSpLocks noChangeShapeType="1"/>
              <a:stCxn id="645" idx="5"/>
            </p:cNvCxnSpPr>
            <p:nvPr/>
          </p:nvCxnSpPr>
          <p:spPr bwMode="auto">
            <a:xfrm flipH="1">
              <a:off x="2746064" y="4251495"/>
              <a:ext cx="54551" cy="601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9" name="Straight Connector 523">
              <a:extLst>
                <a:ext uri="{FF2B5EF4-FFF2-40B4-BE49-F238E27FC236}">
                  <a16:creationId xmlns:a16="http://schemas.microsoft.com/office/drawing/2014/main" id="{B786B0A9-0DF4-5CF5-E1C0-F0FFE002FE5E}"/>
                </a:ext>
              </a:extLst>
            </p:cNvPr>
            <p:cNvCxnSpPr>
              <a:cxnSpLocks noChangeShapeType="1"/>
              <a:endCxn id="638" idx="3"/>
            </p:cNvCxnSpPr>
            <p:nvPr/>
          </p:nvCxnSpPr>
          <p:spPr bwMode="auto">
            <a:xfrm flipV="1">
              <a:off x="4424422" y="5164264"/>
              <a:ext cx="1074473" cy="39073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90" name="Straight Connector 515">
            <a:extLst>
              <a:ext uri="{FF2B5EF4-FFF2-40B4-BE49-F238E27FC236}">
                <a16:creationId xmlns:a16="http://schemas.microsoft.com/office/drawing/2014/main" id="{6E217B61-DE8C-7A12-DC9B-888CEFD740FC}"/>
              </a:ext>
            </a:extLst>
          </p:cNvPr>
          <p:cNvCxnSpPr>
            <a:cxnSpLocks noChangeShapeType="1"/>
            <a:stCxn id="614" idx="2"/>
          </p:cNvCxnSpPr>
          <p:nvPr/>
        </p:nvCxnSpPr>
        <p:spPr bwMode="auto">
          <a:xfrm flipV="1">
            <a:off x="3737160" y="4436002"/>
            <a:ext cx="231860" cy="23078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1" name="Straight Connector 519">
            <a:extLst>
              <a:ext uri="{FF2B5EF4-FFF2-40B4-BE49-F238E27FC236}">
                <a16:creationId xmlns:a16="http://schemas.microsoft.com/office/drawing/2014/main" id="{0BCA9BF1-0E44-D6A9-5F0B-66D29A7295A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40136" y="4146717"/>
            <a:ext cx="697376" cy="2753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2" name="Straight Connector 520">
            <a:extLst>
              <a:ext uri="{FF2B5EF4-FFF2-40B4-BE49-F238E27FC236}">
                <a16:creationId xmlns:a16="http://schemas.microsoft.com/office/drawing/2014/main" id="{4D6E79ED-A44D-255E-3413-65BB075AF1DE}"/>
              </a:ext>
            </a:extLst>
          </p:cNvPr>
          <p:cNvCxnSpPr>
            <a:cxnSpLocks noChangeShapeType="1"/>
            <a:stCxn id="606" idx="2"/>
          </p:cNvCxnSpPr>
          <p:nvPr/>
        </p:nvCxnSpPr>
        <p:spPr bwMode="auto">
          <a:xfrm>
            <a:off x="3611305" y="4163810"/>
            <a:ext cx="357715" cy="20812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B3450EED-C427-F426-AAA0-62D701A41D4B}"/>
              </a:ext>
            </a:extLst>
          </p:cNvPr>
          <p:cNvGrpSpPr/>
          <p:nvPr/>
        </p:nvGrpSpPr>
        <p:grpSpPr>
          <a:xfrm>
            <a:off x="5947106" y="4158297"/>
            <a:ext cx="406004" cy="167267"/>
            <a:chOff x="7493876" y="2774731"/>
            <a:chExt cx="1481958" cy="894622"/>
          </a:xfrm>
        </p:grpSpPr>
        <p:sp>
          <p:nvSpPr>
            <p:cNvPr id="594" name="Freeform 974">
              <a:extLst>
                <a:ext uri="{FF2B5EF4-FFF2-40B4-BE49-F238E27FC236}">
                  <a16:creationId xmlns:a16="http://schemas.microsoft.com/office/drawing/2014/main" id="{EB9DAEB5-F6EA-1586-2815-C08AD42DA42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A9458B2B-11D0-B53B-F109-CFFA559897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F9148A8A-B76A-0C4C-DA55-C4453664EB6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977">
                <a:extLst>
                  <a:ext uri="{FF2B5EF4-FFF2-40B4-BE49-F238E27FC236}">
                    <a16:creationId xmlns:a16="http://schemas.microsoft.com/office/drawing/2014/main" id="{63DF194E-7A4D-A663-D5BE-BEA4404609A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98" name="Freeform 978">
                <a:extLst>
                  <a:ext uri="{FF2B5EF4-FFF2-40B4-BE49-F238E27FC236}">
                    <a16:creationId xmlns:a16="http://schemas.microsoft.com/office/drawing/2014/main" id="{6FDF9D8D-660C-F918-3687-4E906629FBB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99" name="Freeform 979">
                <a:extLst>
                  <a:ext uri="{FF2B5EF4-FFF2-40B4-BE49-F238E27FC236}">
                    <a16:creationId xmlns:a16="http://schemas.microsoft.com/office/drawing/2014/main" id="{A087AEEF-47F0-2424-435C-42DDBB82869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00" name="Freeform 980">
                <a:extLst>
                  <a:ext uri="{FF2B5EF4-FFF2-40B4-BE49-F238E27FC236}">
                    <a16:creationId xmlns:a16="http://schemas.microsoft.com/office/drawing/2014/main" id="{337572B2-3901-BAAC-8FFC-16B07C16D2B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6BDE5525-A3D4-AC7C-7097-AD64127C3D8F}"/>
              </a:ext>
            </a:extLst>
          </p:cNvPr>
          <p:cNvGrpSpPr/>
          <p:nvPr/>
        </p:nvGrpSpPr>
        <p:grpSpPr>
          <a:xfrm>
            <a:off x="3300215" y="4073606"/>
            <a:ext cx="406004" cy="167267"/>
            <a:chOff x="7493876" y="2774731"/>
            <a:chExt cx="1481958" cy="894622"/>
          </a:xfrm>
        </p:grpSpPr>
        <p:sp>
          <p:nvSpPr>
            <p:cNvPr id="602" name="Freeform 1002">
              <a:extLst>
                <a:ext uri="{FF2B5EF4-FFF2-40B4-BE49-F238E27FC236}">
                  <a16:creationId xmlns:a16="http://schemas.microsoft.com/office/drawing/2014/main" id="{1780047B-618B-D182-96BC-9643EDA6285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804115F7-3309-5C9A-7E03-7DDFE845C4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306246A4-5287-227E-30B7-422B4E7FC90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1005">
                <a:extLst>
                  <a:ext uri="{FF2B5EF4-FFF2-40B4-BE49-F238E27FC236}">
                    <a16:creationId xmlns:a16="http://schemas.microsoft.com/office/drawing/2014/main" id="{DF576F68-6722-AFA5-1D6B-9EFA44E375A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06" name="Freeform 1006">
                <a:extLst>
                  <a:ext uri="{FF2B5EF4-FFF2-40B4-BE49-F238E27FC236}">
                    <a16:creationId xmlns:a16="http://schemas.microsoft.com/office/drawing/2014/main" id="{1EA7B6E0-009A-A417-8EBA-C91D34B53AF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07" name="Freeform 1007">
                <a:extLst>
                  <a:ext uri="{FF2B5EF4-FFF2-40B4-BE49-F238E27FC236}">
                    <a16:creationId xmlns:a16="http://schemas.microsoft.com/office/drawing/2014/main" id="{D237815E-C7D4-2CF5-DF47-489767044DE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08" name="Freeform 1008">
                <a:extLst>
                  <a:ext uri="{FF2B5EF4-FFF2-40B4-BE49-F238E27FC236}">
                    <a16:creationId xmlns:a16="http://schemas.microsoft.com/office/drawing/2014/main" id="{305688E6-C1B9-FC0D-617C-873A8A8D409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09" name="Group 608">
            <a:extLst>
              <a:ext uri="{FF2B5EF4-FFF2-40B4-BE49-F238E27FC236}">
                <a16:creationId xmlns:a16="http://schemas.microsoft.com/office/drawing/2014/main" id="{E43092F9-6E0A-F5EF-165F-7729F5748769}"/>
              </a:ext>
            </a:extLst>
          </p:cNvPr>
          <p:cNvGrpSpPr/>
          <p:nvPr/>
        </p:nvGrpSpPr>
        <p:grpSpPr>
          <a:xfrm>
            <a:off x="3426070" y="4576587"/>
            <a:ext cx="406004" cy="167267"/>
            <a:chOff x="7493876" y="2774731"/>
            <a:chExt cx="1481958" cy="894622"/>
          </a:xfrm>
        </p:grpSpPr>
        <p:sp>
          <p:nvSpPr>
            <p:cNvPr id="610" name="Freeform 925">
              <a:extLst>
                <a:ext uri="{FF2B5EF4-FFF2-40B4-BE49-F238E27FC236}">
                  <a16:creationId xmlns:a16="http://schemas.microsoft.com/office/drawing/2014/main" id="{F4CBBFF6-1769-F34B-424A-635339ABBE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11" name="Oval 610">
              <a:extLst>
                <a:ext uri="{FF2B5EF4-FFF2-40B4-BE49-F238E27FC236}">
                  <a16:creationId xmlns:a16="http://schemas.microsoft.com/office/drawing/2014/main" id="{234F5B8F-6A41-12D6-45AE-5E776F00A50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12" name="Group 611">
              <a:extLst>
                <a:ext uri="{FF2B5EF4-FFF2-40B4-BE49-F238E27FC236}">
                  <a16:creationId xmlns:a16="http://schemas.microsoft.com/office/drawing/2014/main" id="{82C3989F-2006-2EE3-B4B9-F4A72E11503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3" name="Freeform 928">
                <a:extLst>
                  <a:ext uri="{FF2B5EF4-FFF2-40B4-BE49-F238E27FC236}">
                    <a16:creationId xmlns:a16="http://schemas.microsoft.com/office/drawing/2014/main" id="{E9FFFB8D-83F3-579F-0BCB-1DCC8727A4E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14" name="Freeform 929">
                <a:extLst>
                  <a:ext uri="{FF2B5EF4-FFF2-40B4-BE49-F238E27FC236}">
                    <a16:creationId xmlns:a16="http://schemas.microsoft.com/office/drawing/2014/main" id="{9BD32C45-E7B5-9F8D-4EB8-3D4AB843F1B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15" name="Freeform 930">
                <a:extLst>
                  <a:ext uri="{FF2B5EF4-FFF2-40B4-BE49-F238E27FC236}">
                    <a16:creationId xmlns:a16="http://schemas.microsoft.com/office/drawing/2014/main" id="{4F800127-C662-FDE4-E8F6-645F8462FBD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16" name="Freeform 931">
                <a:extLst>
                  <a:ext uri="{FF2B5EF4-FFF2-40B4-BE49-F238E27FC236}">
                    <a16:creationId xmlns:a16="http://schemas.microsoft.com/office/drawing/2014/main" id="{C3D11B63-82F9-1834-E8BB-2BD7A810F80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FB441D9C-1BEF-FD59-5712-8933E3BC124D}"/>
              </a:ext>
            </a:extLst>
          </p:cNvPr>
          <p:cNvGrpSpPr/>
          <p:nvPr/>
        </p:nvGrpSpPr>
        <p:grpSpPr>
          <a:xfrm>
            <a:off x="4821898" y="4092598"/>
            <a:ext cx="406004" cy="167267"/>
            <a:chOff x="7493876" y="2774731"/>
            <a:chExt cx="1481958" cy="894622"/>
          </a:xfrm>
        </p:grpSpPr>
        <p:sp>
          <p:nvSpPr>
            <p:cNvPr id="618" name="Freeform 981">
              <a:extLst>
                <a:ext uri="{FF2B5EF4-FFF2-40B4-BE49-F238E27FC236}">
                  <a16:creationId xmlns:a16="http://schemas.microsoft.com/office/drawing/2014/main" id="{8E57D6D4-74CD-EE14-D098-3AE5061A51D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19" name="Oval 618">
              <a:extLst>
                <a:ext uri="{FF2B5EF4-FFF2-40B4-BE49-F238E27FC236}">
                  <a16:creationId xmlns:a16="http://schemas.microsoft.com/office/drawing/2014/main" id="{E3A075E8-D1F7-BC9B-7AE9-483BD2C363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20" name="Group 619">
              <a:extLst>
                <a:ext uri="{FF2B5EF4-FFF2-40B4-BE49-F238E27FC236}">
                  <a16:creationId xmlns:a16="http://schemas.microsoft.com/office/drawing/2014/main" id="{65C21761-2F6E-8591-7191-2A8950923D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1" name="Freeform 984">
                <a:extLst>
                  <a:ext uri="{FF2B5EF4-FFF2-40B4-BE49-F238E27FC236}">
                    <a16:creationId xmlns:a16="http://schemas.microsoft.com/office/drawing/2014/main" id="{036902CC-1EBF-9A6E-8886-7C6DDC2B1FD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2" name="Freeform 985">
                <a:extLst>
                  <a:ext uri="{FF2B5EF4-FFF2-40B4-BE49-F238E27FC236}">
                    <a16:creationId xmlns:a16="http://schemas.microsoft.com/office/drawing/2014/main" id="{F9315E73-E12F-2A4A-3C01-65BCAED5EF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3" name="Freeform 986">
                <a:extLst>
                  <a:ext uri="{FF2B5EF4-FFF2-40B4-BE49-F238E27FC236}">
                    <a16:creationId xmlns:a16="http://schemas.microsoft.com/office/drawing/2014/main" id="{03778957-E145-B72C-B7EC-4CC5B7AB01B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4" name="Freeform 987">
                <a:extLst>
                  <a:ext uri="{FF2B5EF4-FFF2-40B4-BE49-F238E27FC236}">
                    <a16:creationId xmlns:a16="http://schemas.microsoft.com/office/drawing/2014/main" id="{B810964F-A0B2-4ED4-C46B-AE4F046081D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25" name="Group 624">
            <a:extLst>
              <a:ext uri="{FF2B5EF4-FFF2-40B4-BE49-F238E27FC236}">
                <a16:creationId xmlns:a16="http://schemas.microsoft.com/office/drawing/2014/main" id="{AD606D5B-0A05-4760-A83F-2044B1D7A18A}"/>
              </a:ext>
            </a:extLst>
          </p:cNvPr>
          <p:cNvGrpSpPr/>
          <p:nvPr/>
        </p:nvGrpSpPr>
        <p:grpSpPr>
          <a:xfrm>
            <a:off x="4093303" y="3933269"/>
            <a:ext cx="406004" cy="167267"/>
            <a:chOff x="7493876" y="2774731"/>
            <a:chExt cx="1481958" cy="894622"/>
          </a:xfrm>
        </p:grpSpPr>
        <p:sp>
          <p:nvSpPr>
            <p:cNvPr id="626" name="Freeform 1030">
              <a:extLst>
                <a:ext uri="{FF2B5EF4-FFF2-40B4-BE49-F238E27FC236}">
                  <a16:creationId xmlns:a16="http://schemas.microsoft.com/office/drawing/2014/main" id="{1D582EA3-F2B1-6FEB-38B4-E7CB3576949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27" name="Oval 626">
              <a:extLst>
                <a:ext uri="{FF2B5EF4-FFF2-40B4-BE49-F238E27FC236}">
                  <a16:creationId xmlns:a16="http://schemas.microsoft.com/office/drawing/2014/main" id="{1C44673F-AD8C-DA26-430D-8E19D96B0A2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28" name="Group 627">
              <a:extLst>
                <a:ext uri="{FF2B5EF4-FFF2-40B4-BE49-F238E27FC236}">
                  <a16:creationId xmlns:a16="http://schemas.microsoft.com/office/drawing/2014/main" id="{43AA367B-64C4-6F68-6CF0-B55BF0F9452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9" name="Freeform 1033">
                <a:extLst>
                  <a:ext uri="{FF2B5EF4-FFF2-40B4-BE49-F238E27FC236}">
                    <a16:creationId xmlns:a16="http://schemas.microsoft.com/office/drawing/2014/main" id="{5A0FCCBE-C2F9-74FB-E58E-AA9B078A433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0" name="Freeform 1034">
                <a:extLst>
                  <a:ext uri="{FF2B5EF4-FFF2-40B4-BE49-F238E27FC236}">
                    <a16:creationId xmlns:a16="http://schemas.microsoft.com/office/drawing/2014/main" id="{474639FF-C843-6C59-0314-FDBE942DDE0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1" name="Freeform 1035">
                <a:extLst>
                  <a:ext uri="{FF2B5EF4-FFF2-40B4-BE49-F238E27FC236}">
                    <a16:creationId xmlns:a16="http://schemas.microsoft.com/office/drawing/2014/main" id="{7995704E-8473-4677-E728-0D33E8F78B6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2" name="Freeform 1036">
                <a:extLst>
                  <a:ext uri="{FF2B5EF4-FFF2-40B4-BE49-F238E27FC236}">
                    <a16:creationId xmlns:a16="http://schemas.microsoft.com/office/drawing/2014/main" id="{87E07405-A715-8D91-5410-F2E40CC7EF2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33" name="Group 518">
            <a:extLst>
              <a:ext uri="{FF2B5EF4-FFF2-40B4-BE49-F238E27FC236}">
                <a16:creationId xmlns:a16="http://schemas.microsoft.com/office/drawing/2014/main" id="{334854B4-DE2C-D4FC-08C2-C9E8AD87837B}"/>
              </a:ext>
            </a:extLst>
          </p:cNvPr>
          <p:cNvGrpSpPr>
            <a:grpSpLocks/>
          </p:cNvGrpSpPr>
          <p:nvPr/>
        </p:nvGrpSpPr>
        <p:grpSpPr bwMode="auto">
          <a:xfrm>
            <a:off x="3839758" y="4292857"/>
            <a:ext cx="421509" cy="276999"/>
            <a:chOff x="5634518" y="2652249"/>
            <a:chExt cx="561639" cy="368918"/>
          </a:xfrm>
        </p:grpSpPr>
        <p:sp>
          <p:nvSpPr>
            <p:cNvPr id="634" name="Oval 521">
              <a:extLst>
                <a:ext uri="{FF2B5EF4-FFF2-40B4-BE49-F238E27FC236}">
                  <a16:creationId xmlns:a16="http://schemas.microsoft.com/office/drawing/2014/main" id="{582994C1-D271-4DA9-1953-4FD5C8FDB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</a:endParaRPr>
            </a:p>
          </p:txBody>
        </p:sp>
        <p:sp>
          <p:nvSpPr>
            <p:cNvPr id="635" name="TextBox 522">
              <a:extLst>
                <a:ext uri="{FF2B5EF4-FFF2-40B4-BE49-F238E27FC236}">
                  <a16:creationId xmlns:a16="http://schemas.microsoft.com/office/drawing/2014/main" id="{8FF9C430-5490-A137-F106-ED9AAC2DE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5246" y="2652249"/>
              <a:ext cx="510911" cy="368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200" dirty="0">
                  <a:solidFill>
                    <a:prstClr val="white"/>
                  </a:solidFill>
                  <a:latin typeface="Calibri" panose="020F0502020204030204"/>
                </a:rPr>
                <a:t>IXP</a:t>
              </a:r>
            </a:p>
          </p:txBody>
        </p:sp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AE1586F3-06F8-9BC2-07D6-698664E9036E}"/>
              </a:ext>
            </a:extLst>
          </p:cNvPr>
          <p:cNvGrpSpPr/>
          <p:nvPr/>
        </p:nvGrpSpPr>
        <p:grpSpPr>
          <a:xfrm>
            <a:off x="4683634" y="4658790"/>
            <a:ext cx="406004" cy="167267"/>
            <a:chOff x="7493876" y="2774731"/>
            <a:chExt cx="1481958" cy="894622"/>
          </a:xfrm>
        </p:grpSpPr>
        <p:sp>
          <p:nvSpPr>
            <p:cNvPr id="637" name="Freeform 939">
              <a:extLst>
                <a:ext uri="{FF2B5EF4-FFF2-40B4-BE49-F238E27FC236}">
                  <a16:creationId xmlns:a16="http://schemas.microsoft.com/office/drawing/2014/main" id="{447822E4-431E-2A3F-900B-C335E512069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17C7060C-CBAD-E927-4499-457E0237AFC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39" name="Group 638">
              <a:extLst>
                <a:ext uri="{FF2B5EF4-FFF2-40B4-BE49-F238E27FC236}">
                  <a16:creationId xmlns:a16="http://schemas.microsoft.com/office/drawing/2014/main" id="{A77E281D-CB12-72EF-8E27-0F48BB407E4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0" name="Freeform 942">
                <a:extLst>
                  <a:ext uri="{FF2B5EF4-FFF2-40B4-BE49-F238E27FC236}">
                    <a16:creationId xmlns:a16="http://schemas.microsoft.com/office/drawing/2014/main" id="{8EFA44B1-D528-A1DA-4730-2C4B810C549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1" name="Freeform 943">
                <a:extLst>
                  <a:ext uri="{FF2B5EF4-FFF2-40B4-BE49-F238E27FC236}">
                    <a16:creationId xmlns:a16="http://schemas.microsoft.com/office/drawing/2014/main" id="{5574B62E-B3C1-66DC-6948-DDA3A930F50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2" name="Freeform 944">
                <a:extLst>
                  <a:ext uri="{FF2B5EF4-FFF2-40B4-BE49-F238E27FC236}">
                    <a16:creationId xmlns:a16="http://schemas.microsoft.com/office/drawing/2014/main" id="{F0E6134B-B8EA-71F5-4C00-B2C1FD0D82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3" name="Freeform 945">
                <a:extLst>
                  <a:ext uri="{FF2B5EF4-FFF2-40B4-BE49-F238E27FC236}">
                    <a16:creationId xmlns:a16="http://schemas.microsoft.com/office/drawing/2014/main" id="{18E31E9D-E7D4-4D67-26DE-400EB05B48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44" name="Group 643">
            <a:extLst>
              <a:ext uri="{FF2B5EF4-FFF2-40B4-BE49-F238E27FC236}">
                <a16:creationId xmlns:a16="http://schemas.microsoft.com/office/drawing/2014/main" id="{84A8F8D3-E311-EDF4-07F4-5CA9BCD61935}"/>
              </a:ext>
            </a:extLst>
          </p:cNvPr>
          <p:cNvGrpSpPr/>
          <p:nvPr/>
        </p:nvGrpSpPr>
        <p:grpSpPr>
          <a:xfrm>
            <a:off x="2516650" y="3959035"/>
            <a:ext cx="406004" cy="167267"/>
            <a:chOff x="7493876" y="2774731"/>
            <a:chExt cx="1481958" cy="894622"/>
          </a:xfrm>
        </p:grpSpPr>
        <p:sp>
          <p:nvSpPr>
            <p:cNvPr id="645" name="Freeform 1009">
              <a:extLst>
                <a:ext uri="{FF2B5EF4-FFF2-40B4-BE49-F238E27FC236}">
                  <a16:creationId xmlns:a16="http://schemas.microsoft.com/office/drawing/2014/main" id="{F8437383-37D4-4732-5AE9-9CC7D922311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46" name="Oval 645">
              <a:extLst>
                <a:ext uri="{FF2B5EF4-FFF2-40B4-BE49-F238E27FC236}">
                  <a16:creationId xmlns:a16="http://schemas.microsoft.com/office/drawing/2014/main" id="{6D73EB3B-92B3-3C39-0C3C-5F7E05B9B6B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47" name="Group 646">
              <a:extLst>
                <a:ext uri="{FF2B5EF4-FFF2-40B4-BE49-F238E27FC236}">
                  <a16:creationId xmlns:a16="http://schemas.microsoft.com/office/drawing/2014/main" id="{09525D90-E710-896F-7353-C2BB46DAF62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8" name="Freeform 1012">
                <a:extLst>
                  <a:ext uri="{FF2B5EF4-FFF2-40B4-BE49-F238E27FC236}">
                    <a16:creationId xmlns:a16="http://schemas.microsoft.com/office/drawing/2014/main" id="{079080AE-4551-D7AB-8DFB-574FB77918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9" name="Freeform 1013">
                <a:extLst>
                  <a:ext uri="{FF2B5EF4-FFF2-40B4-BE49-F238E27FC236}">
                    <a16:creationId xmlns:a16="http://schemas.microsoft.com/office/drawing/2014/main" id="{08CAFE3E-ACC7-5DDF-5290-E13D8B8B276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0" name="Freeform 1014">
                <a:extLst>
                  <a:ext uri="{FF2B5EF4-FFF2-40B4-BE49-F238E27FC236}">
                    <a16:creationId xmlns:a16="http://schemas.microsoft.com/office/drawing/2014/main" id="{F1E0FF48-BED4-DF52-A725-71F4188A8F1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1" name="Freeform 1015">
                <a:extLst>
                  <a:ext uri="{FF2B5EF4-FFF2-40B4-BE49-F238E27FC236}">
                    <a16:creationId xmlns:a16="http://schemas.microsoft.com/office/drawing/2014/main" id="{3475DCA1-E014-1033-B88A-B857F5161F1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652" name="Straight Connector 500">
            <a:extLst>
              <a:ext uri="{FF2B5EF4-FFF2-40B4-BE49-F238E27FC236}">
                <a16:creationId xmlns:a16="http://schemas.microsoft.com/office/drawing/2014/main" id="{22C00475-A5BB-A4B6-7798-54D89B8E7A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66805" y="3465643"/>
            <a:ext cx="28575" cy="2321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3" name="Straight Connector 501">
            <a:extLst>
              <a:ext uri="{FF2B5EF4-FFF2-40B4-BE49-F238E27FC236}">
                <a16:creationId xmlns:a16="http://schemas.microsoft.com/office/drawing/2014/main" id="{BCF4ABE1-9F96-A92D-A45B-557E65FFBB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01309" y="3676384"/>
            <a:ext cx="92869" cy="159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4" name="Straight Connector 514">
            <a:extLst>
              <a:ext uri="{FF2B5EF4-FFF2-40B4-BE49-F238E27FC236}">
                <a16:creationId xmlns:a16="http://schemas.microsoft.com/office/drawing/2014/main" id="{AFF3350A-9BFF-F193-E73C-E5D220934F4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1778" y="4499105"/>
            <a:ext cx="152400" cy="59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" name="Straight Connector 39941">
            <a:extLst>
              <a:ext uri="{FF2B5EF4-FFF2-40B4-BE49-F238E27FC236}">
                <a16:creationId xmlns:a16="http://schemas.microsoft.com/office/drawing/2014/main" id="{B0C09FFE-0176-30F2-ECF8-926413E4264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38256" y="4090721"/>
            <a:ext cx="32266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56" name="Group 153">
            <a:extLst>
              <a:ext uri="{FF2B5EF4-FFF2-40B4-BE49-F238E27FC236}">
                <a16:creationId xmlns:a16="http://schemas.microsoft.com/office/drawing/2014/main" id="{A19DD910-B9CC-E779-39D1-DC2411511ED4}"/>
              </a:ext>
            </a:extLst>
          </p:cNvPr>
          <p:cNvGrpSpPr>
            <a:grpSpLocks/>
          </p:cNvGrpSpPr>
          <p:nvPr/>
        </p:nvGrpSpPr>
        <p:grpSpPr bwMode="auto">
          <a:xfrm>
            <a:off x="1664836" y="3241149"/>
            <a:ext cx="508844" cy="313666"/>
            <a:chOff x="3053396" y="4304255"/>
            <a:chExt cx="678368" cy="418253"/>
          </a:xfrm>
        </p:grpSpPr>
        <p:sp>
          <p:nvSpPr>
            <p:cNvPr id="657" name="Freeform 84">
              <a:extLst>
                <a:ext uri="{FF2B5EF4-FFF2-40B4-BE49-F238E27FC236}">
                  <a16:creationId xmlns:a16="http://schemas.microsoft.com/office/drawing/2014/main" id="{B6F5804E-E13F-F7F6-294C-95267D860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8" name="TextBox 155">
              <a:extLst>
                <a:ext uri="{FF2B5EF4-FFF2-40B4-BE49-F238E27FC236}">
                  <a16:creationId xmlns:a16="http://schemas.microsoft.com/office/drawing/2014/main" id="{A42D23CC-DD75-70B3-2230-BB5D4FA97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 dirty="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 dirty="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659" name="Group 131">
            <a:extLst>
              <a:ext uri="{FF2B5EF4-FFF2-40B4-BE49-F238E27FC236}">
                <a16:creationId xmlns:a16="http://schemas.microsoft.com/office/drawing/2014/main" id="{6CE03D00-D03D-1A4F-7923-5D01A3709DE8}"/>
              </a:ext>
            </a:extLst>
          </p:cNvPr>
          <p:cNvGrpSpPr>
            <a:grpSpLocks/>
          </p:cNvGrpSpPr>
          <p:nvPr/>
        </p:nvGrpSpPr>
        <p:grpSpPr bwMode="auto">
          <a:xfrm>
            <a:off x="1379047" y="3536400"/>
            <a:ext cx="508844" cy="313666"/>
            <a:chOff x="3053396" y="4304255"/>
            <a:chExt cx="678368" cy="418253"/>
          </a:xfrm>
        </p:grpSpPr>
        <p:sp>
          <p:nvSpPr>
            <p:cNvPr id="660" name="Freeform 84">
              <a:extLst>
                <a:ext uri="{FF2B5EF4-FFF2-40B4-BE49-F238E27FC236}">
                  <a16:creationId xmlns:a16="http://schemas.microsoft.com/office/drawing/2014/main" id="{DAC0AE41-3ECB-6E87-37E7-14489B299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61" name="TextBox 133">
              <a:extLst>
                <a:ext uri="{FF2B5EF4-FFF2-40B4-BE49-F238E27FC236}">
                  <a16:creationId xmlns:a16="http://schemas.microsoft.com/office/drawing/2014/main" id="{C1C94CF4-34F0-C4E3-9E39-F6A79A88B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cxnSp>
        <p:nvCxnSpPr>
          <p:cNvPr id="662" name="Straight Connector 524">
            <a:extLst>
              <a:ext uri="{FF2B5EF4-FFF2-40B4-BE49-F238E27FC236}">
                <a16:creationId xmlns:a16="http://schemas.microsoft.com/office/drawing/2014/main" id="{29E96B1F-AC0A-556F-0806-DD6EA5F881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01388" y="4321107"/>
            <a:ext cx="420684" cy="224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59FE8934-CC13-4199-722E-042205305C8F}"/>
              </a:ext>
            </a:extLst>
          </p:cNvPr>
          <p:cNvGrpSpPr/>
          <p:nvPr/>
        </p:nvGrpSpPr>
        <p:grpSpPr>
          <a:xfrm>
            <a:off x="2469290" y="4486059"/>
            <a:ext cx="406004" cy="167267"/>
            <a:chOff x="7493876" y="2774731"/>
            <a:chExt cx="1481958" cy="894622"/>
          </a:xfrm>
        </p:grpSpPr>
        <p:sp>
          <p:nvSpPr>
            <p:cNvPr id="664" name="Freeform 904">
              <a:extLst>
                <a:ext uri="{FF2B5EF4-FFF2-40B4-BE49-F238E27FC236}">
                  <a16:creationId xmlns:a16="http://schemas.microsoft.com/office/drawing/2014/main" id="{BB692316-723B-B33D-0B7C-B0DD7FD6103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4952F875-65AF-09AE-5EE7-59B16156C5D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66" name="Group 665">
              <a:extLst>
                <a:ext uri="{FF2B5EF4-FFF2-40B4-BE49-F238E27FC236}">
                  <a16:creationId xmlns:a16="http://schemas.microsoft.com/office/drawing/2014/main" id="{0DAFFB9D-F96D-F0D8-E216-3CE9F2DCE67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67" name="Freeform 907">
                <a:extLst>
                  <a:ext uri="{FF2B5EF4-FFF2-40B4-BE49-F238E27FC236}">
                    <a16:creationId xmlns:a16="http://schemas.microsoft.com/office/drawing/2014/main" id="{975B6115-DD44-5DC7-8594-0687B854DE7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8" name="Freeform 908">
                <a:extLst>
                  <a:ext uri="{FF2B5EF4-FFF2-40B4-BE49-F238E27FC236}">
                    <a16:creationId xmlns:a16="http://schemas.microsoft.com/office/drawing/2014/main" id="{DFD132D0-ED37-082F-87DE-948E684214A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9" name="Freeform 909">
                <a:extLst>
                  <a:ext uri="{FF2B5EF4-FFF2-40B4-BE49-F238E27FC236}">
                    <a16:creationId xmlns:a16="http://schemas.microsoft.com/office/drawing/2014/main" id="{4CE483FE-E061-02E4-5CDA-ADAB0148775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70" name="Freeform 910">
                <a:extLst>
                  <a:ext uri="{FF2B5EF4-FFF2-40B4-BE49-F238E27FC236}">
                    <a16:creationId xmlns:a16="http://schemas.microsoft.com/office/drawing/2014/main" id="{CBE6DC1E-97DA-6BDA-ABAA-EA8106C8C5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671" name="Straight Connector 510">
            <a:extLst>
              <a:ext uri="{FF2B5EF4-FFF2-40B4-BE49-F238E27FC236}">
                <a16:creationId xmlns:a16="http://schemas.microsoft.com/office/drawing/2014/main" id="{2DA82BE5-663F-C4BF-4E5C-6E8A07AA32C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884349" y="5081916"/>
            <a:ext cx="278606" cy="7298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72" name="Group 671">
            <a:extLst>
              <a:ext uri="{FF2B5EF4-FFF2-40B4-BE49-F238E27FC236}">
                <a16:creationId xmlns:a16="http://schemas.microsoft.com/office/drawing/2014/main" id="{837B69EF-AC8A-B74D-C2FC-0A2BD0706038}"/>
              </a:ext>
            </a:extLst>
          </p:cNvPr>
          <p:cNvGrpSpPr/>
          <p:nvPr/>
        </p:nvGrpSpPr>
        <p:grpSpPr>
          <a:xfrm>
            <a:off x="3346186" y="5288963"/>
            <a:ext cx="1662113" cy="400172"/>
            <a:chOff x="4461581" y="5447247"/>
            <a:chExt cx="2216150" cy="533562"/>
          </a:xfrm>
        </p:grpSpPr>
        <p:cxnSp>
          <p:nvCxnSpPr>
            <p:cNvPr id="673" name="Straight Connector 509">
              <a:extLst>
                <a:ext uri="{FF2B5EF4-FFF2-40B4-BE49-F238E27FC236}">
                  <a16:creationId xmlns:a16="http://schemas.microsoft.com/office/drawing/2014/main" id="{3338D344-3B65-2A54-CE5A-8670A55208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157031" y="5810947"/>
              <a:ext cx="520700" cy="169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4" name="Oval 33">
              <a:extLst>
                <a:ext uri="{FF2B5EF4-FFF2-40B4-BE49-F238E27FC236}">
                  <a16:creationId xmlns:a16="http://schemas.microsoft.com/office/drawing/2014/main" id="{9CD8817B-4DA1-225A-7615-2308241AB8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800" kern="0" dirty="0">
                <a:solidFill>
                  <a:prstClr val="black">
                    <a:lumMod val="65000"/>
                    <a:lumOff val="35000"/>
                  </a:prstClr>
                </a:solidFill>
                <a:cs typeface="Arial"/>
              </a:endParaRPr>
            </a:p>
          </p:txBody>
        </p:sp>
        <p:cxnSp>
          <p:nvCxnSpPr>
            <p:cNvPr id="675" name="Straight Connector 511">
              <a:extLst>
                <a:ext uri="{FF2B5EF4-FFF2-40B4-BE49-F238E27FC236}">
                  <a16:creationId xmlns:a16="http://schemas.microsoft.com/office/drawing/2014/main" id="{D4A01AD3-ED51-C39F-EC21-CBB7451598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61581" y="5815709"/>
              <a:ext cx="306387" cy="165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6" name="TextBox 9">
              <a:extLst>
                <a:ext uri="{FF2B5EF4-FFF2-40B4-BE49-F238E27FC236}">
                  <a16:creationId xmlns:a16="http://schemas.microsoft.com/office/drawing/2014/main" id="{7690498B-B5D7-7678-D6A2-186D4BACA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2400" y="5488195"/>
              <a:ext cx="164617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500" i="1" dirty="0">
                  <a:solidFill>
                    <a:prstClr val="black"/>
                  </a:solidFill>
                </a:rPr>
                <a:t>regional ISP</a:t>
              </a:r>
            </a:p>
          </p:txBody>
        </p:sp>
      </p:grpSp>
      <p:grpSp>
        <p:nvGrpSpPr>
          <p:cNvPr id="677" name="Group 175">
            <a:extLst>
              <a:ext uri="{FF2B5EF4-FFF2-40B4-BE49-F238E27FC236}">
                <a16:creationId xmlns:a16="http://schemas.microsoft.com/office/drawing/2014/main" id="{6AFC9892-3623-475F-202A-76009E852383}"/>
              </a:ext>
            </a:extLst>
          </p:cNvPr>
          <p:cNvGrpSpPr>
            <a:grpSpLocks/>
          </p:cNvGrpSpPr>
          <p:nvPr/>
        </p:nvGrpSpPr>
        <p:grpSpPr bwMode="auto">
          <a:xfrm>
            <a:off x="3150936" y="5631739"/>
            <a:ext cx="508844" cy="313666"/>
            <a:chOff x="3053396" y="4304255"/>
            <a:chExt cx="678368" cy="418253"/>
          </a:xfrm>
        </p:grpSpPr>
        <p:sp>
          <p:nvSpPr>
            <p:cNvPr id="678" name="Freeform 84">
              <a:extLst>
                <a:ext uri="{FF2B5EF4-FFF2-40B4-BE49-F238E27FC236}">
                  <a16:creationId xmlns:a16="http://schemas.microsoft.com/office/drawing/2014/main" id="{3F80CA16-6C69-CA8A-C855-767DEAD02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79" name="TextBox 177">
              <a:extLst>
                <a:ext uri="{FF2B5EF4-FFF2-40B4-BE49-F238E27FC236}">
                  <a16:creationId xmlns:a16="http://schemas.microsoft.com/office/drawing/2014/main" id="{3F705177-6B9F-27CE-9990-04144AAF9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680" name="Group 172">
            <a:extLst>
              <a:ext uri="{FF2B5EF4-FFF2-40B4-BE49-F238E27FC236}">
                <a16:creationId xmlns:a16="http://schemas.microsoft.com/office/drawing/2014/main" id="{887C5BA3-07BD-092D-84BA-E9BE493C8FC9}"/>
              </a:ext>
            </a:extLst>
          </p:cNvPr>
          <p:cNvGrpSpPr>
            <a:grpSpLocks/>
          </p:cNvGrpSpPr>
          <p:nvPr/>
        </p:nvGrpSpPr>
        <p:grpSpPr bwMode="auto">
          <a:xfrm>
            <a:off x="4065459" y="5746030"/>
            <a:ext cx="508844" cy="313666"/>
            <a:chOff x="3053396" y="4304255"/>
            <a:chExt cx="678368" cy="418253"/>
          </a:xfrm>
        </p:grpSpPr>
        <p:sp>
          <p:nvSpPr>
            <p:cNvPr id="681" name="Freeform 84">
              <a:extLst>
                <a:ext uri="{FF2B5EF4-FFF2-40B4-BE49-F238E27FC236}">
                  <a16:creationId xmlns:a16="http://schemas.microsoft.com/office/drawing/2014/main" id="{0212A0FE-D10E-C4F7-1E26-8BB6E2754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2" name="TextBox 174">
              <a:extLst>
                <a:ext uri="{FF2B5EF4-FFF2-40B4-BE49-F238E27FC236}">
                  <a16:creationId xmlns:a16="http://schemas.microsoft.com/office/drawing/2014/main" id="{027190B9-EEE9-4B5F-3C41-1FC9B3B8D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683" name="Group 169">
            <a:extLst>
              <a:ext uri="{FF2B5EF4-FFF2-40B4-BE49-F238E27FC236}">
                <a16:creationId xmlns:a16="http://schemas.microsoft.com/office/drawing/2014/main" id="{5DD99224-DFE2-60E2-8E2E-5324148FBBF9}"/>
              </a:ext>
            </a:extLst>
          </p:cNvPr>
          <p:cNvGrpSpPr>
            <a:grpSpLocks/>
          </p:cNvGrpSpPr>
          <p:nvPr/>
        </p:nvGrpSpPr>
        <p:grpSpPr bwMode="auto">
          <a:xfrm>
            <a:off x="4751351" y="5641263"/>
            <a:ext cx="508844" cy="313666"/>
            <a:chOff x="3053396" y="4304255"/>
            <a:chExt cx="678368" cy="418253"/>
          </a:xfrm>
        </p:grpSpPr>
        <p:sp>
          <p:nvSpPr>
            <p:cNvPr id="684" name="Freeform 84">
              <a:extLst>
                <a:ext uri="{FF2B5EF4-FFF2-40B4-BE49-F238E27FC236}">
                  <a16:creationId xmlns:a16="http://schemas.microsoft.com/office/drawing/2014/main" id="{F5A6996D-0A7B-E4C3-5009-FC6AC2880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85" name="TextBox 171">
              <a:extLst>
                <a:ext uri="{FF2B5EF4-FFF2-40B4-BE49-F238E27FC236}">
                  <a16:creationId xmlns:a16="http://schemas.microsoft.com/office/drawing/2014/main" id="{99A1E007-DEE7-4548-F859-1F90C706C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083" y="4323258"/>
              <a:ext cx="643681" cy="396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access</a:t>
              </a:r>
            </a:p>
            <a:p>
              <a:pPr algn="ctr" defTabSz="685800">
                <a:lnSpc>
                  <a:spcPts val="750"/>
                </a:lnSpc>
              </a:pPr>
              <a:r>
                <a:rPr lang="en-US" altLang="en-US" sz="750">
                  <a:solidFill>
                    <a:prstClr val="black"/>
                  </a:solidFill>
                </a:rPr>
                <a:t>net</a:t>
              </a:r>
            </a:p>
          </p:txBody>
        </p:sp>
      </p:grpSp>
      <p:grpSp>
        <p:nvGrpSpPr>
          <p:cNvPr id="686" name="Group 685">
            <a:extLst>
              <a:ext uri="{FF2B5EF4-FFF2-40B4-BE49-F238E27FC236}">
                <a16:creationId xmlns:a16="http://schemas.microsoft.com/office/drawing/2014/main" id="{195D5815-76CB-8BB6-7B2C-C7FB75B1EA96}"/>
              </a:ext>
            </a:extLst>
          </p:cNvPr>
          <p:cNvGrpSpPr/>
          <p:nvPr/>
        </p:nvGrpSpPr>
        <p:grpSpPr>
          <a:xfrm>
            <a:off x="3609314" y="4962259"/>
            <a:ext cx="406004" cy="167267"/>
            <a:chOff x="7493876" y="2774731"/>
            <a:chExt cx="1481958" cy="894622"/>
          </a:xfrm>
        </p:grpSpPr>
        <p:sp>
          <p:nvSpPr>
            <p:cNvPr id="687" name="Freeform 918">
              <a:extLst>
                <a:ext uri="{FF2B5EF4-FFF2-40B4-BE49-F238E27FC236}">
                  <a16:creationId xmlns:a16="http://schemas.microsoft.com/office/drawing/2014/main" id="{58F145CA-2909-24D4-BC58-FB5DC8D3A2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AE75AA5B-C00B-90B6-BF69-974ED7A9272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89" name="Group 688">
              <a:extLst>
                <a:ext uri="{FF2B5EF4-FFF2-40B4-BE49-F238E27FC236}">
                  <a16:creationId xmlns:a16="http://schemas.microsoft.com/office/drawing/2014/main" id="{2A305CFA-0088-EF50-235B-415CEFF8BCB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0" name="Freeform 921">
                <a:extLst>
                  <a:ext uri="{FF2B5EF4-FFF2-40B4-BE49-F238E27FC236}">
                    <a16:creationId xmlns:a16="http://schemas.microsoft.com/office/drawing/2014/main" id="{0B950292-0FDE-4332-9D66-568A0258B7C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91" name="Freeform 922">
                <a:extLst>
                  <a:ext uri="{FF2B5EF4-FFF2-40B4-BE49-F238E27FC236}">
                    <a16:creationId xmlns:a16="http://schemas.microsoft.com/office/drawing/2014/main" id="{DC15D3B3-A37F-DB38-7126-60F2E6B523E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92" name="Freeform 923">
                <a:extLst>
                  <a:ext uri="{FF2B5EF4-FFF2-40B4-BE49-F238E27FC236}">
                    <a16:creationId xmlns:a16="http://schemas.microsoft.com/office/drawing/2014/main" id="{12DB61F0-2AC6-4BC7-623B-026784E24DE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93" name="Freeform 924">
                <a:extLst>
                  <a:ext uri="{FF2B5EF4-FFF2-40B4-BE49-F238E27FC236}">
                    <a16:creationId xmlns:a16="http://schemas.microsoft.com/office/drawing/2014/main" id="{FD9344F4-B098-FD5E-5E91-F683AB4AF2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694" name="Oval 33">
            <a:extLst>
              <a:ext uri="{FF2B5EF4-FFF2-40B4-BE49-F238E27FC236}">
                <a16:creationId xmlns:a16="http://schemas.microsoft.com/office/drawing/2014/main" id="{7C0815AC-4FAE-DF0B-25CC-FF33D33D84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22941" y="4019482"/>
            <a:ext cx="939403" cy="285750"/>
          </a:xfrm>
          <a:prstGeom prst="ellipse">
            <a:avLst/>
          </a:prstGeom>
          <a:solidFill>
            <a:srgbClr val="CCCCFF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prstClr val="black">
                  <a:lumMod val="65000"/>
                  <a:lumOff val="35000"/>
                </a:prstClr>
              </a:solidFill>
              <a:cs typeface="Arial"/>
            </a:endParaRPr>
          </a:p>
        </p:txBody>
      </p:sp>
      <p:cxnSp>
        <p:nvCxnSpPr>
          <p:cNvPr id="701" name="Straight Connector 509">
            <a:extLst>
              <a:ext uri="{FF2B5EF4-FFF2-40B4-BE49-F238E27FC236}">
                <a16:creationId xmlns:a16="http://schemas.microsoft.com/office/drawing/2014/main" id="{6CC4BE50-45E2-B38C-C94C-EF87B039495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52922" y="4850085"/>
            <a:ext cx="214313" cy="87034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02" name="Group 39945">
            <a:extLst>
              <a:ext uri="{FF2B5EF4-FFF2-40B4-BE49-F238E27FC236}">
                <a16:creationId xmlns:a16="http://schemas.microsoft.com/office/drawing/2014/main" id="{5BFBD500-B736-379E-FAEC-93AE78F97BD0}"/>
              </a:ext>
            </a:extLst>
          </p:cNvPr>
          <p:cNvGrpSpPr>
            <a:grpSpLocks/>
          </p:cNvGrpSpPr>
          <p:nvPr/>
        </p:nvGrpSpPr>
        <p:grpSpPr bwMode="auto">
          <a:xfrm>
            <a:off x="4512654" y="4875212"/>
            <a:ext cx="2312411" cy="1484616"/>
            <a:chOff x="4484500" y="4965838"/>
            <a:chExt cx="3082561" cy="1978194"/>
          </a:xfrm>
        </p:grpSpPr>
        <p:sp>
          <p:nvSpPr>
            <p:cNvPr id="703" name="TextBox 39940">
              <a:extLst>
                <a:ext uri="{FF2B5EF4-FFF2-40B4-BE49-F238E27FC236}">
                  <a16:creationId xmlns:a16="http://schemas.microsoft.com/office/drawing/2014/main" id="{5F8F9E1E-5806-DC40-300F-B2793720D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811" y="6451911"/>
              <a:ext cx="1699250" cy="49212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 i="1" dirty="0">
                  <a:solidFill>
                    <a:srgbClr val="CC0000"/>
                  </a:solidFill>
                  <a:latin typeface="Calibri" panose="020F0502020204030204"/>
                </a:rPr>
                <a:t>peering link</a:t>
              </a:r>
            </a:p>
          </p:txBody>
        </p:sp>
        <p:cxnSp>
          <p:nvCxnSpPr>
            <p:cNvPr id="704" name="Straight Connector 39943">
              <a:extLst>
                <a:ext uri="{FF2B5EF4-FFF2-40B4-BE49-F238E27FC236}">
                  <a16:creationId xmlns:a16="http://schemas.microsoft.com/office/drawing/2014/main" id="{3EF686DA-0B63-E30F-A200-0C6251A22D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84500" y="4965838"/>
              <a:ext cx="1505194" cy="159841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05" name="Group 39950">
            <a:extLst>
              <a:ext uri="{FF2B5EF4-FFF2-40B4-BE49-F238E27FC236}">
                <a16:creationId xmlns:a16="http://schemas.microsoft.com/office/drawing/2014/main" id="{DA305F86-182C-0EEF-8F2F-369E45225A59}"/>
              </a:ext>
            </a:extLst>
          </p:cNvPr>
          <p:cNvGrpSpPr>
            <a:grpSpLocks/>
          </p:cNvGrpSpPr>
          <p:nvPr/>
        </p:nvGrpSpPr>
        <p:grpSpPr bwMode="auto">
          <a:xfrm>
            <a:off x="4713811" y="2522415"/>
            <a:ext cx="2450671" cy="874776"/>
            <a:chOff x="5270500" y="1701800"/>
            <a:chExt cx="3266538" cy="1165614"/>
          </a:xfrm>
        </p:grpSpPr>
        <p:sp>
          <p:nvSpPr>
            <p:cNvPr id="706" name="TextBox 39946">
              <a:extLst>
                <a:ext uri="{FF2B5EF4-FFF2-40B4-BE49-F238E27FC236}">
                  <a16:creationId xmlns:a16="http://schemas.microsoft.com/office/drawing/2014/main" id="{A60F01CC-0E72-E210-7C84-78BC61B07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500" y="1701800"/>
              <a:ext cx="3266538" cy="492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1800" i="1" dirty="0">
                  <a:solidFill>
                    <a:srgbClr val="CC0000"/>
                  </a:solidFill>
                  <a:latin typeface="Calibri" panose="020F0502020204030204"/>
                </a:rPr>
                <a:t>Internet exchange point </a:t>
              </a:r>
            </a:p>
          </p:txBody>
        </p:sp>
        <p:cxnSp>
          <p:nvCxnSpPr>
            <p:cNvPr id="707" name="Straight Connector 39948">
              <a:extLst>
                <a:ext uri="{FF2B5EF4-FFF2-40B4-BE49-F238E27FC236}">
                  <a16:creationId xmlns:a16="http://schemas.microsoft.com/office/drawing/2014/main" id="{A0FB13F2-2E5A-4908-42F5-4FC8B1A2C8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141884" y="2155382"/>
              <a:ext cx="219911" cy="71203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09" name="Rectangle 3">
            <a:extLst>
              <a:ext uri="{FF2B5EF4-FFF2-40B4-BE49-F238E27FC236}">
                <a16:creationId xmlns:a16="http://schemas.microsoft.com/office/drawing/2014/main" id="{22B49ECA-4A11-8BEF-F36F-9EFBFE717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4282" y="1964141"/>
            <a:ext cx="7290594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if one global ISP is viable business, there will be competitors …. who will want to be connected and regional networks may arise to connect access nets to ISPs </a:t>
            </a:r>
          </a:p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endParaRPr lang="en-US" altLang="en-US" sz="18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8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418-5A61-A4BB-2F5D-288FFAE8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Core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80C19-4233-1C25-C589-D7C122B9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BC14B-6525-F2B8-C1A3-50F3A31F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542975"/>
          </a:xfrm>
        </p:spPr>
        <p:txBody>
          <a:bodyPr/>
          <a:lstStyle/>
          <a:p>
            <a:r>
              <a:rPr lang="en-US" dirty="0"/>
              <a:t>Internet: a “network of networks”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28BB20D-E1AA-7A6D-F632-C209455FA5BB}"/>
              </a:ext>
            </a:extLst>
          </p:cNvPr>
          <p:cNvCxnSpPr>
            <a:endCxn id="729" idx="0"/>
          </p:cNvCxnSpPr>
          <p:nvPr/>
        </p:nvCxnSpPr>
        <p:spPr bwMode="auto">
          <a:xfrm rot="5400000">
            <a:off x="1299532" y="3432603"/>
            <a:ext cx="1665758" cy="23098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2315CF0-2561-0AB2-8F6A-66E580E2D798}"/>
              </a:ext>
            </a:extLst>
          </p:cNvPr>
          <p:cNvCxnSpPr>
            <a:stCxn id="726" idx="4"/>
          </p:cNvCxnSpPr>
          <p:nvPr/>
        </p:nvCxnSpPr>
        <p:spPr bwMode="auto">
          <a:xfrm rot="5400000">
            <a:off x="3323635" y="4293070"/>
            <a:ext cx="355988" cy="73819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6116251-1487-F397-A302-2F2B67FED7F0}"/>
              </a:ext>
            </a:extLst>
          </p:cNvPr>
          <p:cNvCxnSpPr>
            <a:stCxn id="726" idx="3"/>
          </p:cNvCxnSpPr>
          <p:nvPr/>
        </p:nvCxnSpPr>
        <p:spPr bwMode="auto">
          <a:xfrm rot="5400000">
            <a:off x="2685676" y="4180176"/>
            <a:ext cx="437709" cy="21788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F694862-BD03-9EBF-AC7B-8E54C924B0C1}"/>
              </a:ext>
            </a:extLst>
          </p:cNvPr>
          <p:cNvCxnSpPr/>
          <p:nvPr/>
        </p:nvCxnSpPr>
        <p:spPr bwMode="auto">
          <a:xfrm rot="16200000" flipH="1">
            <a:off x="1607229" y="3604330"/>
            <a:ext cx="1719492" cy="19526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A1856C4-0709-7ACC-3867-9954AE26554B}"/>
              </a:ext>
            </a:extLst>
          </p:cNvPr>
          <p:cNvCxnSpPr>
            <a:cxnSpLocks/>
          </p:cNvCxnSpPr>
          <p:nvPr/>
        </p:nvCxnSpPr>
        <p:spPr bwMode="auto">
          <a:xfrm flipH="1">
            <a:off x="2216945" y="3487025"/>
            <a:ext cx="578643" cy="1074684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5BA1F2B-D190-E8D9-7164-3B2D88C6B84E}"/>
              </a:ext>
            </a:extLst>
          </p:cNvPr>
          <p:cNvCxnSpPr>
            <a:endCxn id="732" idx="0"/>
          </p:cNvCxnSpPr>
          <p:nvPr/>
        </p:nvCxnSpPr>
        <p:spPr bwMode="auto">
          <a:xfrm>
            <a:off x="3889773" y="4004834"/>
            <a:ext cx="316706" cy="376139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CDB92F2-B902-DFB1-AAEA-B713593B3201}"/>
              </a:ext>
            </a:extLst>
          </p:cNvPr>
          <p:cNvCxnSpPr>
            <a:stCxn id="727" idx="2"/>
            <a:endCxn id="726" idx="6"/>
          </p:cNvCxnSpPr>
          <p:nvPr/>
        </p:nvCxnSpPr>
        <p:spPr bwMode="auto">
          <a:xfrm rot="10800000">
            <a:off x="4282679" y="3873239"/>
            <a:ext cx="398859" cy="0"/>
          </a:xfrm>
          <a:prstGeom prst="line">
            <a:avLst/>
          </a:prstGeom>
          <a:noFill/>
          <a:ln w="9525" cap="flat" cmpd="sng" algn="ctr">
            <a:noFill/>
            <a:prstDash val="solid"/>
          </a:ln>
          <a:effectLst/>
        </p:spPr>
      </p:cxnSp>
      <p:cxnSp>
        <p:nvCxnSpPr>
          <p:cNvPr id="695" name="Straight Connector 694">
            <a:extLst>
              <a:ext uri="{FF2B5EF4-FFF2-40B4-BE49-F238E27FC236}">
                <a16:creationId xmlns:a16="http://schemas.microsoft.com/office/drawing/2014/main" id="{DD04776D-2555-5B7F-5B7B-0D8EB2F1F4E7}"/>
              </a:ext>
            </a:extLst>
          </p:cNvPr>
          <p:cNvCxnSpPr/>
          <p:nvPr/>
        </p:nvCxnSpPr>
        <p:spPr bwMode="auto">
          <a:xfrm rot="5400000">
            <a:off x="4814513" y="4188013"/>
            <a:ext cx="437710" cy="21788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696" name="Straight Connector 695">
            <a:extLst>
              <a:ext uri="{FF2B5EF4-FFF2-40B4-BE49-F238E27FC236}">
                <a16:creationId xmlns:a16="http://schemas.microsoft.com/office/drawing/2014/main" id="{73B90373-32C2-DF38-EF59-1EB8A27F7F8B}"/>
              </a:ext>
            </a:extLst>
          </p:cNvPr>
          <p:cNvCxnSpPr/>
          <p:nvPr/>
        </p:nvCxnSpPr>
        <p:spPr bwMode="auto">
          <a:xfrm rot="16200000" flipH="1">
            <a:off x="5371208" y="4293462"/>
            <a:ext cx="383975" cy="60722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697" name="Straight Connector 696">
            <a:extLst>
              <a:ext uri="{FF2B5EF4-FFF2-40B4-BE49-F238E27FC236}">
                <a16:creationId xmlns:a16="http://schemas.microsoft.com/office/drawing/2014/main" id="{7D81AFEC-34AC-D75C-2D8F-0C3A193BB294}"/>
              </a:ext>
            </a:extLst>
          </p:cNvPr>
          <p:cNvCxnSpPr>
            <a:stCxn id="727" idx="5"/>
          </p:cNvCxnSpPr>
          <p:nvPr/>
        </p:nvCxnSpPr>
        <p:spPr bwMode="auto">
          <a:xfrm>
            <a:off x="5950744" y="4070265"/>
            <a:ext cx="309563" cy="50375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698" name="Straight Connector 697">
            <a:extLst>
              <a:ext uri="{FF2B5EF4-FFF2-40B4-BE49-F238E27FC236}">
                <a16:creationId xmlns:a16="http://schemas.microsoft.com/office/drawing/2014/main" id="{6A04BC2C-6115-D041-BE5C-1CDB2CC4F4B4}"/>
              </a:ext>
            </a:extLst>
          </p:cNvPr>
          <p:cNvCxnSpPr>
            <a:cxnSpLocks/>
            <a:endCxn id="734" idx="7"/>
          </p:cNvCxnSpPr>
          <p:nvPr/>
        </p:nvCxnSpPr>
        <p:spPr bwMode="auto">
          <a:xfrm>
            <a:off x="6150151" y="2904347"/>
            <a:ext cx="471023" cy="1541874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699" name="Straight Connector 698">
            <a:extLst>
              <a:ext uri="{FF2B5EF4-FFF2-40B4-BE49-F238E27FC236}">
                <a16:creationId xmlns:a16="http://schemas.microsoft.com/office/drawing/2014/main" id="{01599054-7B9C-D746-E272-6228E2846F2F}"/>
              </a:ext>
            </a:extLst>
          </p:cNvPr>
          <p:cNvCxnSpPr/>
          <p:nvPr/>
        </p:nvCxnSpPr>
        <p:spPr bwMode="auto">
          <a:xfrm rot="10800000">
            <a:off x="3220641" y="2615879"/>
            <a:ext cx="398859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4AE72FF2-6AC3-0240-52C0-412CB0EE5F3D}"/>
              </a:ext>
            </a:extLst>
          </p:cNvPr>
          <p:cNvCxnSpPr/>
          <p:nvPr/>
        </p:nvCxnSpPr>
        <p:spPr bwMode="auto">
          <a:xfrm rot="10800000">
            <a:off x="4985148" y="2615879"/>
            <a:ext cx="397669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708" name="Arc 707">
            <a:extLst>
              <a:ext uri="{FF2B5EF4-FFF2-40B4-BE49-F238E27FC236}">
                <a16:creationId xmlns:a16="http://schemas.microsoft.com/office/drawing/2014/main" id="{EE9FB8B6-44E7-2519-3438-DBA4AF72D182}"/>
              </a:ext>
            </a:extLst>
          </p:cNvPr>
          <p:cNvSpPr/>
          <p:nvPr/>
        </p:nvSpPr>
        <p:spPr bwMode="auto">
          <a:xfrm>
            <a:off x="2551510" y="2186006"/>
            <a:ext cx="3345656" cy="322405"/>
          </a:xfrm>
          <a:prstGeom prst="arc">
            <a:avLst>
              <a:gd name="adj1" fmla="val 10681875"/>
              <a:gd name="adj2" fmla="val 0"/>
            </a:avLst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Gill Sans MT"/>
              <a:cs typeface="Arial"/>
            </a:endParaRPr>
          </a:p>
        </p:txBody>
      </p:sp>
      <p:cxnSp>
        <p:nvCxnSpPr>
          <p:cNvPr id="710" name="Straight Connector 709">
            <a:extLst>
              <a:ext uri="{FF2B5EF4-FFF2-40B4-BE49-F238E27FC236}">
                <a16:creationId xmlns:a16="http://schemas.microsoft.com/office/drawing/2014/main" id="{4DDCDA96-0B4C-B059-8271-3B1B1AECC39D}"/>
              </a:ext>
            </a:extLst>
          </p:cNvPr>
          <p:cNvCxnSpPr/>
          <p:nvPr/>
        </p:nvCxnSpPr>
        <p:spPr bwMode="auto">
          <a:xfrm rot="16200000" flipH="1">
            <a:off x="6439546" y="2854511"/>
            <a:ext cx="376139" cy="244079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11" name="Straight Connector 710">
            <a:extLst>
              <a:ext uri="{FF2B5EF4-FFF2-40B4-BE49-F238E27FC236}">
                <a16:creationId xmlns:a16="http://schemas.microsoft.com/office/drawing/2014/main" id="{EE38BCA4-0024-B839-3458-866CB8605527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542707" y="2911740"/>
            <a:ext cx="322405" cy="18335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12" name="Straight Connector 711">
            <a:extLst>
              <a:ext uri="{FF2B5EF4-FFF2-40B4-BE49-F238E27FC236}">
                <a16:creationId xmlns:a16="http://schemas.microsoft.com/office/drawing/2014/main" id="{CD2C7569-E295-587F-2B11-5A3BDC23A513}"/>
              </a:ext>
            </a:extLst>
          </p:cNvPr>
          <p:cNvCxnSpPr/>
          <p:nvPr/>
        </p:nvCxnSpPr>
        <p:spPr bwMode="auto">
          <a:xfrm rot="16200000" flipH="1">
            <a:off x="2968356" y="3449676"/>
            <a:ext cx="322405" cy="18216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13" name="Straight Connector 712">
            <a:extLst>
              <a:ext uri="{FF2B5EF4-FFF2-40B4-BE49-F238E27FC236}">
                <a16:creationId xmlns:a16="http://schemas.microsoft.com/office/drawing/2014/main" id="{11BD38AE-545B-50AC-9C83-16A0C2F16703}"/>
              </a:ext>
            </a:extLst>
          </p:cNvPr>
          <p:cNvCxnSpPr/>
          <p:nvPr/>
        </p:nvCxnSpPr>
        <p:spPr bwMode="auto">
          <a:xfrm rot="10800000" flipV="1">
            <a:off x="3038475" y="2734748"/>
            <a:ext cx="2372916" cy="54517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14" name="Straight Connector 713">
            <a:extLst>
              <a:ext uri="{FF2B5EF4-FFF2-40B4-BE49-F238E27FC236}">
                <a16:creationId xmlns:a16="http://schemas.microsoft.com/office/drawing/2014/main" id="{112AACC5-34D7-DDB2-416C-582E15B7ACD3}"/>
              </a:ext>
            </a:extLst>
          </p:cNvPr>
          <p:cNvCxnSpPr/>
          <p:nvPr/>
        </p:nvCxnSpPr>
        <p:spPr bwMode="auto">
          <a:xfrm rot="16200000" flipH="1">
            <a:off x="4594031" y="2867810"/>
            <a:ext cx="355988" cy="30480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15" name="Straight Connector 714">
            <a:extLst>
              <a:ext uri="{FF2B5EF4-FFF2-40B4-BE49-F238E27FC236}">
                <a16:creationId xmlns:a16="http://schemas.microsoft.com/office/drawing/2014/main" id="{FE401302-A076-3CBC-DB99-52CF59D37B02}"/>
              </a:ext>
            </a:extLst>
          </p:cNvPr>
          <p:cNvCxnSpPr/>
          <p:nvPr/>
        </p:nvCxnSpPr>
        <p:spPr bwMode="auto">
          <a:xfrm rot="5400000">
            <a:off x="3548084" y="3183905"/>
            <a:ext cx="806012" cy="122634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16" name="Straight Connector 715">
            <a:extLst>
              <a:ext uri="{FF2B5EF4-FFF2-40B4-BE49-F238E27FC236}">
                <a16:creationId xmlns:a16="http://schemas.microsoft.com/office/drawing/2014/main" id="{93BC1636-F77C-8B55-C075-0339BAF20EB3}"/>
              </a:ext>
            </a:extLst>
          </p:cNvPr>
          <p:cNvCxnSpPr/>
          <p:nvPr/>
        </p:nvCxnSpPr>
        <p:spPr bwMode="auto">
          <a:xfrm rot="16200000" flipH="1">
            <a:off x="4938401" y="3480037"/>
            <a:ext cx="214937" cy="121444"/>
          </a:xfrm>
          <a:prstGeom prst="line">
            <a:avLst/>
          </a:prstGeom>
          <a:noFill/>
          <a:ln w="9525" cap="flat" cmpd="sng" algn="ctr">
            <a:noFill/>
            <a:prstDash val="solid"/>
          </a:ln>
          <a:effectLst/>
        </p:spPr>
      </p:cxnSp>
      <p:cxnSp>
        <p:nvCxnSpPr>
          <p:cNvPr id="717" name="Straight Connector 716">
            <a:extLst>
              <a:ext uri="{FF2B5EF4-FFF2-40B4-BE49-F238E27FC236}">
                <a16:creationId xmlns:a16="http://schemas.microsoft.com/office/drawing/2014/main" id="{66E0510C-9BB6-21E8-83C2-0CCEB9C49732}"/>
              </a:ext>
            </a:extLst>
          </p:cNvPr>
          <p:cNvCxnSpPr/>
          <p:nvPr/>
        </p:nvCxnSpPr>
        <p:spPr bwMode="auto">
          <a:xfrm rot="10800000" flipV="1">
            <a:off x="4073129" y="3379558"/>
            <a:ext cx="608409" cy="38397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A687A469-D201-ECD3-4071-819F124E9E55}"/>
              </a:ext>
            </a:extLst>
          </p:cNvPr>
          <p:cNvCxnSpPr>
            <a:stCxn id="724" idx="5"/>
          </p:cNvCxnSpPr>
          <p:nvPr/>
        </p:nvCxnSpPr>
        <p:spPr bwMode="auto">
          <a:xfrm rot="16200000" flipH="1">
            <a:off x="3368485" y="2485825"/>
            <a:ext cx="1036621" cy="1710929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19" name="Straight Connector 718">
            <a:extLst>
              <a:ext uri="{FF2B5EF4-FFF2-40B4-BE49-F238E27FC236}">
                <a16:creationId xmlns:a16="http://schemas.microsoft.com/office/drawing/2014/main" id="{3371A6E7-735C-6C48-76A1-A7FFAEA211BC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6508509" y="3910335"/>
            <a:ext cx="1028785" cy="18216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20" name="Straight Connector 719">
            <a:extLst>
              <a:ext uri="{FF2B5EF4-FFF2-40B4-BE49-F238E27FC236}">
                <a16:creationId xmlns:a16="http://schemas.microsoft.com/office/drawing/2014/main" id="{C052A81A-8E0C-9E46-5D80-0E56A4200A70}"/>
              </a:ext>
            </a:extLst>
          </p:cNvPr>
          <p:cNvCxnSpPr/>
          <p:nvPr/>
        </p:nvCxnSpPr>
        <p:spPr bwMode="auto">
          <a:xfrm rot="5400000">
            <a:off x="5751790" y="3571680"/>
            <a:ext cx="1082519" cy="91321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21" name="Straight Connector 720">
            <a:extLst>
              <a:ext uri="{FF2B5EF4-FFF2-40B4-BE49-F238E27FC236}">
                <a16:creationId xmlns:a16="http://schemas.microsoft.com/office/drawing/2014/main" id="{5B7652C2-8EDE-5ED4-FB4B-0C1368800839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715001" y="3325822"/>
            <a:ext cx="973931" cy="330242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22" name="Straight Connector 721">
            <a:extLst>
              <a:ext uri="{FF2B5EF4-FFF2-40B4-BE49-F238E27FC236}">
                <a16:creationId xmlns:a16="http://schemas.microsoft.com/office/drawing/2014/main" id="{85D26497-C493-568F-1CBE-F80C5F8C0934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167313" y="2842216"/>
            <a:ext cx="622697" cy="42987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723" name="Straight Connector 722">
            <a:extLst>
              <a:ext uri="{FF2B5EF4-FFF2-40B4-BE49-F238E27FC236}">
                <a16:creationId xmlns:a16="http://schemas.microsoft.com/office/drawing/2014/main" id="{83AE7377-3450-C3EA-C4C9-45314529036F}"/>
              </a:ext>
            </a:extLst>
          </p:cNvPr>
          <p:cNvCxnSpPr/>
          <p:nvPr/>
        </p:nvCxnSpPr>
        <p:spPr bwMode="auto">
          <a:xfrm>
            <a:off x="4882754" y="2740345"/>
            <a:ext cx="1825228" cy="48360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724" name="Oval 34">
            <a:extLst>
              <a:ext uri="{FF2B5EF4-FFF2-40B4-BE49-F238E27FC236}">
                <a16:creationId xmlns:a16="http://schemas.microsoft.com/office/drawing/2014/main" id="{93F78CE9-52D9-5B74-F0B5-492F5E521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935" y="2347208"/>
            <a:ext cx="1488281" cy="557492"/>
          </a:xfrm>
          <a:prstGeom prst="ellipse">
            <a:avLst/>
          </a:prstGeom>
          <a:solidFill>
            <a:srgbClr val="0000A8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kern="0">
                <a:solidFill>
                  <a:srgbClr val="FFFFFF"/>
                </a:solidFill>
                <a:cs typeface="Arial"/>
              </a:rPr>
              <a:t>Tier 1 ISP</a:t>
            </a:r>
            <a:endParaRPr lang="en-US" altLang="en-US" sz="1800" kern="0">
              <a:solidFill>
                <a:srgbClr val="000000"/>
              </a:solidFill>
              <a:cs typeface="Arial"/>
            </a:endParaRPr>
          </a:p>
        </p:txBody>
      </p:sp>
      <p:sp>
        <p:nvSpPr>
          <p:cNvPr id="725" name="Oval 34">
            <a:extLst>
              <a:ext uri="{FF2B5EF4-FFF2-40B4-BE49-F238E27FC236}">
                <a16:creationId xmlns:a16="http://schemas.microsoft.com/office/drawing/2014/main" id="{52D14145-5423-AEE8-0FCC-D0685F245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442" y="2347208"/>
            <a:ext cx="1487090" cy="557492"/>
          </a:xfrm>
          <a:prstGeom prst="ellipse">
            <a:avLst/>
          </a:prstGeom>
          <a:solidFill>
            <a:srgbClr val="0000A8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kern="0" dirty="0">
                <a:solidFill>
                  <a:srgbClr val="FFFFFF"/>
                </a:solidFill>
                <a:cs typeface="Arial"/>
              </a:rPr>
              <a:t>Tier 1 ISP</a:t>
            </a:r>
            <a:endParaRPr lang="en-US" altLang="en-US" sz="1800" kern="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726" name="Oval 33">
            <a:extLst>
              <a:ext uri="{FF2B5EF4-FFF2-40B4-BE49-F238E27FC236}">
                <a16:creationId xmlns:a16="http://schemas.microsoft.com/office/drawing/2014/main" id="{C6545B62-84F9-F124-55BC-E2F6E6089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594493"/>
            <a:ext cx="1487091" cy="557492"/>
          </a:xfrm>
          <a:prstGeom prst="ellipse">
            <a:avLst/>
          </a:prstGeom>
          <a:solidFill>
            <a:srgbClr val="CCCCFF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kern="0" dirty="0">
                <a:solidFill>
                  <a:prstClr val="black">
                    <a:lumMod val="65000"/>
                    <a:lumOff val="35000"/>
                  </a:prstClr>
                </a:solidFill>
                <a:cs typeface="Arial"/>
              </a:rPr>
              <a:t>Regional ISP</a:t>
            </a:r>
          </a:p>
        </p:txBody>
      </p:sp>
      <p:sp>
        <p:nvSpPr>
          <p:cNvPr id="727" name="Oval 33">
            <a:extLst>
              <a:ext uri="{FF2B5EF4-FFF2-40B4-BE49-F238E27FC236}">
                <a16:creationId xmlns:a16="http://schemas.microsoft.com/office/drawing/2014/main" id="{EFCDC08F-96C6-E465-093B-029C8D87D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3594493"/>
            <a:ext cx="1487091" cy="557492"/>
          </a:xfrm>
          <a:prstGeom prst="ellipse">
            <a:avLst/>
          </a:prstGeom>
          <a:solidFill>
            <a:srgbClr val="CCCCFF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kern="0" dirty="0">
                <a:solidFill>
                  <a:prstClr val="black">
                    <a:lumMod val="65000"/>
                    <a:lumOff val="35000"/>
                  </a:prstClr>
                </a:solidFill>
                <a:cs typeface="Arial"/>
              </a:rPr>
              <a:t>Regional ISP</a:t>
            </a:r>
          </a:p>
        </p:txBody>
      </p:sp>
      <p:sp>
        <p:nvSpPr>
          <p:cNvPr id="728" name="Oval 76">
            <a:extLst>
              <a:ext uri="{FF2B5EF4-FFF2-40B4-BE49-F238E27FC236}">
                <a16:creationId xmlns:a16="http://schemas.microsoft.com/office/drawing/2014/main" id="{4BA9B6F3-9142-ED65-576C-911D8994E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0066" y="4380972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ISP</a:t>
            </a:r>
          </a:p>
        </p:txBody>
      </p:sp>
      <p:sp>
        <p:nvSpPr>
          <p:cNvPr id="729" name="Oval 76">
            <a:extLst>
              <a:ext uri="{FF2B5EF4-FFF2-40B4-BE49-F238E27FC236}">
                <a16:creationId xmlns:a16="http://schemas.microsoft.com/office/drawing/2014/main" id="{32E04B60-C262-EC4E-BB37-1D003CFCE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212" y="4380972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ISP</a:t>
            </a:r>
          </a:p>
        </p:txBody>
      </p:sp>
      <p:sp>
        <p:nvSpPr>
          <p:cNvPr id="730" name="Oval 76">
            <a:extLst>
              <a:ext uri="{FF2B5EF4-FFF2-40B4-BE49-F238E27FC236}">
                <a16:creationId xmlns:a16="http://schemas.microsoft.com/office/drawing/2014/main" id="{9CF854A7-63FB-9D36-2BB2-FB84DCFC2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0669" y="4380972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ISP</a:t>
            </a:r>
          </a:p>
        </p:txBody>
      </p:sp>
      <p:sp>
        <p:nvSpPr>
          <p:cNvPr id="731" name="Oval 76">
            <a:extLst>
              <a:ext uri="{FF2B5EF4-FFF2-40B4-BE49-F238E27FC236}">
                <a16:creationId xmlns:a16="http://schemas.microsoft.com/office/drawing/2014/main" id="{0FCE6CF2-8B60-0199-616A-CCB1AC032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25" y="4380972"/>
            <a:ext cx="634604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ISP</a:t>
            </a:r>
          </a:p>
        </p:txBody>
      </p:sp>
      <p:sp>
        <p:nvSpPr>
          <p:cNvPr id="732" name="Oval 76">
            <a:extLst>
              <a:ext uri="{FF2B5EF4-FFF2-40B4-BE49-F238E27FC236}">
                <a16:creationId xmlns:a16="http://schemas.microsoft.com/office/drawing/2014/main" id="{95E86078-736D-87FD-097B-6910C4800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773" y="4380972"/>
            <a:ext cx="63460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ISP</a:t>
            </a:r>
          </a:p>
        </p:txBody>
      </p:sp>
      <p:sp>
        <p:nvSpPr>
          <p:cNvPr id="733" name="Oval 76">
            <a:extLst>
              <a:ext uri="{FF2B5EF4-FFF2-40B4-BE49-F238E27FC236}">
                <a16:creationId xmlns:a16="http://schemas.microsoft.com/office/drawing/2014/main" id="{A0AD12A9-BECB-3E75-A815-59DC5CB3F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919" y="4380972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ISP</a:t>
            </a:r>
          </a:p>
        </p:txBody>
      </p:sp>
      <p:sp>
        <p:nvSpPr>
          <p:cNvPr id="734" name="Oval 76">
            <a:extLst>
              <a:ext uri="{FF2B5EF4-FFF2-40B4-BE49-F238E27FC236}">
                <a16:creationId xmlns:a16="http://schemas.microsoft.com/office/drawing/2014/main" id="{81C29AB4-A99D-FD2E-2B53-8B88362B3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522" y="4380972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ISP</a:t>
            </a:r>
          </a:p>
        </p:txBody>
      </p:sp>
      <p:sp>
        <p:nvSpPr>
          <p:cNvPr id="735" name="Oval 76">
            <a:extLst>
              <a:ext uri="{FF2B5EF4-FFF2-40B4-BE49-F238E27FC236}">
                <a16:creationId xmlns:a16="http://schemas.microsoft.com/office/drawing/2014/main" id="{614CE6A0-8960-8A17-0DFF-B18E32816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5" y="4380972"/>
            <a:ext cx="633413" cy="445546"/>
          </a:xfrm>
          <a:prstGeom prst="ellipse">
            <a:avLst/>
          </a:prstGeom>
          <a:solidFill>
            <a:srgbClr val="9CDFF9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access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>
                <a:solidFill>
                  <a:srgbClr val="000000"/>
                </a:solidFill>
                <a:latin typeface="Calibri" panose="020F0502020204030204"/>
                <a:cs typeface="Arial"/>
              </a:rPr>
              <a:t>ISP</a:t>
            </a:r>
          </a:p>
        </p:txBody>
      </p:sp>
      <p:grpSp>
        <p:nvGrpSpPr>
          <p:cNvPr id="736" name="Group 735">
            <a:extLst>
              <a:ext uri="{FF2B5EF4-FFF2-40B4-BE49-F238E27FC236}">
                <a16:creationId xmlns:a16="http://schemas.microsoft.com/office/drawing/2014/main" id="{FB5D0276-671B-F171-7E48-1782ED17EC8D}"/>
              </a:ext>
            </a:extLst>
          </p:cNvPr>
          <p:cNvGrpSpPr/>
          <p:nvPr/>
        </p:nvGrpSpPr>
        <p:grpSpPr>
          <a:xfrm>
            <a:off x="2610151" y="3119513"/>
            <a:ext cx="651863" cy="423335"/>
            <a:chOff x="553316" y="2997818"/>
            <a:chExt cx="869150" cy="600329"/>
          </a:xfrm>
        </p:grpSpPr>
        <p:sp>
          <p:nvSpPr>
            <p:cNvPr id="737" name="Oval 14">
              <a:extLst>
                <a:ext uri="{FF2B5EF4-FFF2-40B4-BE49-F238E27FC236}">
                  <a16:creationId xmlns:a16="http://schemas.microsoft.com/office/drawing/2014/main" id="{E59C5E70-AEB3-D0ED-E9F4-4C99FFC53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16" y="2997818"/>
              <a:ext cx="869150" cy="523220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38" name="TextBox 15">
              <a:extLst>
                <a:ext uri="{FF2B5EF4-FFF2-40B4-BE49-F238E27FC236}">
                  <a16:creationId xmlns:a16="http://schemas.microsoft.com/office/drawing/2014/main" id="{28546E2A-02BC-E17E-0383-7BE15556CB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27" y="3008932"/>
              <a:ext cx="707886" cy="589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 dirty="0">
                  <a:solidFill>
                    <a:prstClr val="white"/>
                  </a:solidFill>
                  <a:latin typeface="Calibri" panose="020F0502020204030204"/>
                </a:rPr>
                <a:t>IXP</a:t>
              </a:r>
              <a:endParaRPr lang="en-US" altLang="en-US" sz="12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39" name="Group 738">
            <a:extLst>
              <a:ext uri="{FF2B5EF4-FFF2-40B4-BE49-F238E27FC236}">
                <a16:creationId xmlns:a16="http://schemas.microsoft.com/office/drawing/2014/main" id="{E97E5508-F74A-92CB-FA40-45BE5FC28F8F}"/>
              </a:ext>
            </a:extLst>
          </p:cNvPr>
          <p:cNvGrpSpPr/>
          <p:nvPr/>
        </p:nvGrpSpPr>
        <p:grpSpPr>
          <a:xfrm>
            <a:off x="4630345" y="3123782"/>
            <a:ext cx="651863" cy="423335"/>
            <a:chOff x="553316" y="2997818"/>
            <a:chExt cx="869150" cy="600329"/>
          </a:xfrm>
        </p:grpSpPr>
        <p:sp>
          <p:nvSpPr>
            <p:cNvPr id="740" name="Oval 14">
              <a:extLst>
                <a:ext uri="{FF2B5EF4-FFF2-40B4-BE49-F238E27FC236}">
                  <a16:creationId xmlns:a16="http://schemas.microsoft.com/office/drawing/2014/main" id="{4AE0B710-D078-C605-76F3-A809099AD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16" y="2997818"/>
              <a:ext cx="869150" cy="523220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41" name="TextBox 15">
              <a:extLst>
                <a:ext uri="{FF2B5EF4-FFF2-40B4-BE49-F238E27FC236}">
                  <a16:creationId xmlns:a16="http://schemas.microsoft.com/office/drawing/2014/main" id="{B6C2836B-349C-8718-4DC4-191553400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27" y="3008932"/>
              <a:ext cx="707886" cy="589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 dirty="0">
                  <a:solidFill>
                    <a:prstClr val="white"/>
                  </a:solidFill>
                  <a:latin typeface="Calibri" panose="020F0502020204030204"/>
                </a:rPr>
                <a:t>IXP</a:t>
              </a:r>
              <a:endParaRPr lang="en-US" altLang="en-US" sz="12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742" name="Group 741">
            <a:extLst>
              <a:ext uri="{FF2B5EF4-FFF2-40B4-BE49-F238E27FC236}">
                <a16:creationId xmlns:a16="http://schemas.microsoft.com/office/drawing/2014/main" id="{870A82BD-CB17-0D9C-D7F6-79BE9C7043D4}"/>
              </a:ext>
            </a:extLst>
          </p:cNvPr>
          <p:cNvGrpSpPr/>
          <p:nvPr/>
        </p:nvGrpSpPr>
        <p:grpSpPr>
          <a:xfrm>
            <a:off x="6605887" y="3136304"/>
            <a:ext cx="651863" cy="423335"/>
            <a:chOff x="553316" y="2997818"/>
            <a:chExt cx="869150" cy="600329"/>
          </a:xfrm>
        </p:grpSpPr>
        <p:sp>
          <p:nvSpPr>
            <p:cNvPr id="743" name="Oval 14">
              <a:extLst>
                <a:ext uri="{FF2B5EF4-FFF2-40B4-BE49-F238E27FC236}">
                  <a16:creationId xmlns:a16="http://schemas.microsoft.com/office/drawing/2014/main" id="{B7CFE882-06C5-3A87-2E65-765397B05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316" y="2997818"/>
              <a:ext cx="869150" cy="523220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44" name="TextBox 15">
              <a:extLst>
                <a:ext uri="{FF2B5EF4-FFF2-40B4-BE49-F238E27FC236}">
                  <a16:creationId xmlns:a16="http://schemas.microsoft.com/office/drawing/2014/main" id="{AC3CF390-7BB8-2970-ACF1-BBA38C359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27" y="3008932"/>
              <a:ext cx="707886" cy="589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r>
                <a:rPr lang="en-US" altLang="en-US" sz="2100" dirty="0">
                  <a:solidFill>
                    <a:prstClr val="white"/>
                  </a:solidFill>
                  <a:latin typeface="Calibri" panose="020F0502020204030204"/>
                </a:rPr>
                <a:t>IXP</a:t>
              </a:r>
              <a:endParaRPr lang="en-US" altLang="en-US" sz="12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745" name="Rectangle 3">
            <a:extLst>
              <a:ext uri="{FF2B5EF4-FFF2-40B4-BE49-F238E27FC236}">
                <a16:creationId xmlns:a16="http://schemas.microsoft.com/office/drawing/2014/main" id="{D30A92ED-CE47-865A-E700-B4CAC7846F0C}"/>
              </a:ext>
            </a:extLst>
          </p:cNvPr>
          <p:cNvSpPr txBox="1">
            <a:spLocks noChangeArrowheads="1"/>
          </p:cNvSpPr>
          <p:nvPr/>
        </p:nvSpPr>
        <p:spPr>
          <a:xfrm>
            <a:off x="399082" y="4985942"/>
            <a:ext cx="8462525" cy="137040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625" indent="0" defTabSz="685800">
              <a:spcBef>
                <a:spcPts val="750"/>
              </a:spcBef>
              <a:buNone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At “center”: small # of well-connected large networks</a:t>
            </a:r>
          </a:p>
          <a:p>
            <a:pPr marL="345281" lvl="1" indent="-210741" defTabSz="685800">
              <a:spcBef>
                <a:spcPts val="375"/>
              </a:spcBef>
              <a:buFont typeface="Wingdings" pitchFamily="2" charset="2"/>
              <a:buChar char="§"/>
              <a:tabLst>
                <a:tab pos="252413" algn="l"/>
              </a:tabLst>
            </a:pPr>
            <a:r>
              <a:rPr lang="en-US" altLang="ja-JP" sz="18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“tier-1” commercial ISPs</a:t>
            </a:r>
            <a:r>
              <a:rPr lang="en-US" altLang="ja-JP" sz="1800" dirty="0">
                <a:solidFill>
                  <a:srgbClr val="FF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ja-JP" sz="15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(e.g., Level 3, Sprint, AT&amp;T, NTT), 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national &amp; international coverage</a:t>
            </a:r>
          </a:p>
          <a:p>
            <a:pPr marL="345281" lvl="1" indent="-210741" defTabSz="685800">
              <a:spcBef>
                <a:spcPts val="375"/>
              </a:spcBef>
              <a:buFont typeface="Wingdings" pitchFamily="2" charset="2"/>
              <a:buChar char="§"/>
              <a:tabLst>
                <a:tab pos="252413" algn="l"/>
              </a:tabLst>
            </a:pPr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  <a:ea typeface="Arial" panose="020B0604020202020204" pitchFamily="34" charset="0"/>
              </a:rPr>
              <a:t>content provider networks </a:t>
            </a: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(e.g., Google, Facebook):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private network that connects its data centers to Internet, often bypassing tier-1, regional ISPs</a:t>
            </a:r>
          </a:p>
          <a:p>
            <a:pPr marL="511969" lvl="1" indent="-169069" defTabSz="685800">
              <a:spcBef>
                <a:spcPts val="375"/>
              </a:spcBef>
              <a:buNone/>
            </a:pPr>
            <a:endParaRPr lang="en-US" altLang="en-US" sz="1500" dirty="0">
              <a:solidFill>
                <a:prstClr val="black"/>
              </a:solidFill>
              <a:latin typeface="Calibri" panose="020F0502020204030204"/>
              <a:ea typeface="Arial" panose="020B0604020202020204" pitchFamily="34" charset="0"/>
            </a:endParaRPr>
          </a:p>
        </p:txBody>
      </p:sp>
      <p:sp>
        <p:nvSpPr>
          <p:cNvPr id="746" name="Oval 11">
            <a:extLst>
              <a:ext uri="{FF2B5EF4-FFF2-40B4-BE49-F238E27FC236}">
                <a16:creationId xmlns:a16="http://schemas.microsoft.com/office/drawing/2014/main" id="{1ADF46DB-2344-A5A4-9C1E-9071A3BC6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23" y="2322785"/>
            <a:ext cx="1511068" cy="547058"/>
          </a:xfrm>
          <a:prstGeom prst="ellipse">
            <a:avLst/>
          </a:prstGeom>
          <a:solidFill>
            <a:srgbClr val="FF6600">
              <a:alpha val="70195"/>
            </a:srgbClr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800" dirty="0">
                <a:solidFill>
                  <a:prstClr val="black"/>
                </a:solidFill>
              </a:rPr>
              <a:t>     </a:t>
            </a:r>
          </a:p>
        </p:txBody>
      </p:sp>
      <p:sp>
        <p:nvSpPr>
          <p:cNvPr id="747" name="TextBox 746">
            <a:extLst>
              <a:ext uri="{FF2B5EF4-FFF2-40B4-BE49-F238E27FC236}">
                <a16:creationId xmlns:a16="http://schemas.microsoft.com/office/drawing/2014/main" id="{A509AA9F-7CBC-88F5-7A0F-5ECC6B2434A8}"/>
              </a:ext>
            </a:extLst>
          </p:cNvPr>
          <p:cNvSpPr txBox="1"/>
          <p:nvPr/>
        </p:nvSpPr>
        <p:spPr>
          <a:xfrm>
            <a:off x="5564123" y="2343826"/>
            <a:ext cx="118333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700" dirty="0">
                <a:solidFill>
                  <a:prstClr val="white"/>
                </a:solidFill>
                <a:latin typeface="Calibri" panose="020F0502020204030204"/>
              </a:rPr>
              <a:t>Google</a:t>
            </a: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3718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5DE9-7171-ABE8-14FC-CDF4D427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469"/>
            <a:ext cx="7886700" cy="7450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CF3F-2EF3-BC1A-AE92-1417AE1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DBBE3-FC6B-25D4-1813-2EBD68F50C41}"/>
              </a:ext>
            </a:extLst>
          </p:cNvPr>
          <p:cNvSpPr txBox="1"/>
          <p:nvPr/>
        </p:nvSpPr>
        <p:spPr>
          <a:xfrm>
            <a:off x="628651" y="4626393"/>
            <a:ext cx="735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Acknowledgment</a:t>
            </a:r>
          </a:p>
          <a:p>
            <a:endParaRPr lang="en-US" sz="1200" dirty="0"/>
          </a:p>
          <a:p>
            <a:r>
              <a:rPr lang="en-US" sz="1200" dirty="0"/>
              <a:t>The materials for this course are in part based upon the materials from a number of people/sources,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Kurose and Ross text: Computer Networking: A Top-Down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Tanenbaum &amp; Wetherall text: Computer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Murat Yuksel: </a:t>
            </a:r>
            <a:r>
              <a:rPr lang="en-US" sz="1200" dirty="0">
                <a:hlinkClick r:id="rId2"/>
              </a:rPr>
              <a:t>https://www.ece.ucf.edu/~yuksem/teaching/EEL-4781-Fall-2020.html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Raj Jain: </a:t>
            </a:r>
            <a:r>
              <a:rPr lang="en-US" sz="1200" dirty="0">
                <a:hlinkClick r:id="rId3"/>
              </a:rPr>
              <a:t>https://www.cse.wustl.edu/~jain/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52515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107621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</a:t>
            </a:r>
            <a:r>
              <a:rPr lang="en-US" dirty="0">
                <a:ea typeface="ＭＳ Ｐゴシック" panose="020B0600070205080204" pitchFamily="34" charset="-128"/>
              </a:rPr>
              <a:t>onvoy analogy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035B-463A-1E40-A130-AE9AA3E3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/>
              <a:t>Introduction: 1-</a:t>
            </a:r>
            <a:fld id="{C4204591-24BD-A542-B9D5-F8D8A88D2FEE}" type="slidenum">
              <a:rPr lang="en-US" smtClean="0"/>
              <a:pPr defTabSz="685800"/>
              <a:t>31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41B12F5C-6331-1347-85AF-E2E9F4F4F811}"/>
              </a:ext>
            </a:extLst>
          </p:cNvPr>
          <p:cNvSpPr txBox="1">
            <a:spLocks noChangeArrowheads="1"/>
          </p:cNvSpPr>
          <p:nvPr/>
        </p:nvSpPr>
        <p:spPr>
          <a:xfrm>
            <a:off x="696861" y="3101454"/>
            <a:ext cx="4032878" cy="248840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cars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propagate” at  </a:t>
            </a:r>
            <a:r>
              <a:rPr lang="en-US" altLang="ja-JP" sz="21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  <a:ea typeface="ＭＳ Ｐゴシック" panose="020B0600070205080204" pitchFamily="34" charset="-128"/>
              </a:rPr>
              <a:t>100 km/</a:t>
            </a:r>
            <a:r>
              <a:rPr lang="en-US" altLang="ja-JP" sz="2100" dirty="0" err="1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  <a:ea typeface="ＭＳ Ｐゴシック" panose="020B0600070205080204" pitchFamily="34" charset="-128"/>
              </a:rPr>
              <a:t>hr</a:t>
            </a:r>
            <a:endParaRPr lang="en-US" altLang="ja-JP" sz="2100" dirty="0">
              <a:solidFill>
                <a:prstClr val="black"/>
              </a:solidFill>
              <a:highlight>
                <a:srgbClr val="FFFF00"/>
              </a:highlight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toll booth takes </a:t>
            </a:r>
            <a:r>
              <a:rPr lang="en-US" altLang="en-US" sz="21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  <a:ea typeface="ＭＳ Ｐゴシック" panose="020B0600070205080204" pitchFamily="34" charset="-128"/>
              </a:rPr>
              <a:t>12 sec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to service car (bit transmission time)</a:t>
            </a: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car ~ bit; convoy ~ packet</a:t>
            </a: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Q:</a:t>
            </a:r>
            <a:r>
              <a:rPr lang="en-US" altLang="en-US" sz="21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 How long until Convoy is lined up before 2nd toll booth?</a:t>
            </a:r>
          </a:p>
          <a:p>
            <a:pPr marL="215504" indent="-215504" defTabSz="685800">
              <a:spcBef>
                <a:spcPts val="750"/>
              </a:spcBef>
              <a:buNone/>
            </a:pPr>
            <a:endParaRPr lang="en-US" altLang="en-US" sz="1800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761B03B4-E470-8748-91D1-0F853F7B927D}"/>
              </a:ext>
            </a:extLst>
          </p:cNvPr>
          <p:cNvSpPr txBox="1">
            <a:spLocks noChangeArrowheads="1"/>
          </p:cNvSpPr>
          <p:nvPr/>
        </p:nvSpPr>
        <p:spPr>
          <a:xfrm>
            <a:off x="5082164" y="3112169"/>
            <a:ext cx="3656256" cy="252412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time to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push” entire </a:t>
            </a:r>
            <a:r>
              <a:rPr lang="en-US" altLang="ja-JP" sz="21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Convoy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through toll booth onto highway = 12*10 = 120 sec</a:t>
            </a: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time for last car to propagate from 1st to 2nd toll both: 100km/(100km/</a:t>
            </a:r>
            <a:r>
              <a:rPr lang="en-US" altLang="en-US" sz="2100" dirty="0" err="1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hr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) = 1 </a:t>
            </a:r>
            <a:r>
              <a:rPr lang="en-US" altLang="en-US" sz="2100" dirty="0" err="1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hr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A:</a:t>
            </a:r>
            <a:r>
              <a:rPr lang="en-US" altLang="en-US" sz="21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 62 minutes</a:t>
            </a:r>
          </a:p>
        </p:txBody>
      </p:sp>
      <p:grpSp>
        <p:nvGrpSpPr>
          <p:cNvPr id="62" name="Group 43">
            <a:extLst>
              <a:ext uri="{FF2B5EF4-FFF2-40B4-BE49-F238E27FC236}">
                <a16:creationId xmlns:a16="http://schemas.microsoft.com/office/drawing/2014/main" id="{A680721C-C41B-034D-A8A4-9579FCA6E54B}"/>
              </a:ext>
            </a:extLst>
          </p:cNvPr>
          <p:cNvGrpSpPr>
            <a:grpSpLocks/>
          </p:cNvGrpSpPr>
          <p:nvPr/>
        </p:nvGrpSpPr>
        <p:grpSpPr bwMode="auto">
          <a:xfrm>
            <a:off x="5369123" y="1922429"/>
            <a:ext cx="1595438" cy="796528"/>
            <a:chOff x="1190" y="938"/>
            <a:chExt cx="1340" cy="669"/>
          </a:xfrm>
        </p:grpSpPr>
        <p:sp>
          <p:nvSpPr>
            <p:cNvPr id="118" name="Rectangle 44">
              <a:extLst>
                <a:ext uri="{FF2B5EF4-FFF2-40B4-BE49-F238E27FC236}">
                  <a16:creationId xmlns:a16="http://schemas.microsoft.com/office/drawing/2014/main" id="{0075AD55-9B7E-3845-84B9-5FC47820E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9" name="Text Box 45">
              <a:extLst>
                <a:ext uri="{FF2B5EF4-FFF2-40B4-BE49-F238E27FC236}">
                  <a16:creationId xmlns:a16="http://schemas.microsoft.com/office/drawing/2014/main" id="{A5BF8F48-588A-9542-B2DC-B2F53BE28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1355"/>
              <a:ext cx="1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r>
                <a:rPr lang="en-US" altLang="en-US" sz="1350" dirty="0">
                  <a:solidFill>
                    <a:prstClr val="black"/>
                  </a:solidFill>
                  <a:latin typeface="Calibri" panose="020F0502020204030204"/>
                </a:rPr>
                <a:t>toll booth</a:t>
              </a:r>
            </a:p>
          </p:txBody>
        </p:sp>
      </p:grpSp>
      <p:grpSp>
        <p:nvGrpSpPr>
          <p:cNvPr id="64" name="Group 46">
            <a:extLst>
              <a:ext uri="{FF2B5EF4-FFF2-40B4-BE49-F238E27FC236}">
                <a16:creationId xmlns:a16="http://schemas.microsoft.com/office/drawing/2014/main" id="{1E0845E3-4965-264F-85B3-251A72857D5C}"/>
              </a:ext>
            </a:extLst>
          </p:cNvPr>
          <p:cNvGrpSpPr>
            <a:grpSpLocks/>
          </p:cNvGrpSpPr>
          <p:nvPr/>
        </p:nvGrpSpPr>
        <p:grpSpPr bwMode="auto">
          <a:xfrm>
            <a:off x="3125986" y="1922430"/>
            <a:ext cx="1757363" cy="1050133"/>
            <a:chOff x="1103" y="938"/>
            <a:chExt cx="1476" cy="882"/>
          </a:xfrm>
        </p:grpSpPr>
        <p:sp>
          <p:nvSpPr>
            <p:cNvPr id="112" name="Rectangle 47">
              <a:extLst>
                <a:ext uri="{FF2B5EF4-FFF2-40B4-BE49-F238E27FC236}">
                  <a16:creationId xmlns:a16="http://schemas.microsoft.com/office/drawing/2014/main" id="{26085591-8185-6B44-97FE-F1C550916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3" name="Text Box 48">
              <a:extLst>
                <a:ext uri="{FF2B5EF4-FFF2-40B4-BE49-F238E27FC236}">
                  <a16:creationId xmlns:a16="http://schemas.microsoft.com/office/drawing/2014/main" id="{538D52FE-8983-DE48-A549-A9D77BEDF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3" y="1355"/>
              <a:ext cx="147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toll  booth</a:t>
              </a:r>
            </a:p>
            <a:p>
              <a:pPr algn="ctr" defTabSz="685800"/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(aka router)</a:t>
              </a:r>
              <a:endParaRPr lang="en-US" alt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67" name="Text Box 50">
            <a:extLst>
              <a:ext uri="{FF2B5EF4-FFF2-40B4-BE49-F238E27FC236}">
                <a16:creationId xmlns:a16="http://schemas.microsoft.com/office/drawing/2014/main" id="{6DCA78D0-71A5-3D48-8C60-11F6F7514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667" y="2416539"/>
            <a:ext cx="165852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ten-car Convoy</a:t>
            </a:r>
          </a:p>
          <a:p>
            <a:pPr defTabSz="685800"/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(aka 10-bit packet)</a:t>
            </a:r>
          </a:p>
        </p:txBody>
      </p:sp>
      <p:sp>
        <p:nvSpPr>
          <p:cNvPr id="68" name="Line 51">
            <a:extLst>
              <a:ext uri="{FF2B5EF4-FFF2-40B4-BE49-F238E27FC236}">
                <a16:creationId xmlns:a16="http://schemas.microsoft.com/office/drawing/2014/main" id="{031381B0-A607-BB42-A9DA-33BCE08F52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9411" y="2154602"/>
            <a:ext cx="4941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Box 52">
            <a:extLst>
              <a:ext uri="{FF2B5EF4-FFF2-40B4-BE49-F238E27FC236}">
                <a16:creationId xmlns:a16="http://schemas.microsoft.com/office/drawing/2014/main" id="{1547177C-C201-3046-8515-06AE257E4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3520" y="2004583"/>
            <a:ext cx="809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500">
                <a:solidFill>
                  <a:prstClr val="black"/>
                </a:solidFill>
                <a:latin typeface="Calibri" panose="020F0502020204030204"/>
              </a:rPr>
              <a:t>100 km</a:t>
            </a:r>
          </a:p>
        </p:txBody>
      </p:sp>
      <p:sp>
        <p:nvSpPr>
          <p:cNvPr id="71" name="Line 53">
            <a:extLst>
              <a:ext uri="{FF2B5EF4-FFF2-40B4-BE49-F238E27FC236}">
                <a16:creationId xmlns:a16="http://schemas.microsoft.com/office/drawing/2014/main" id="{E0D9E0AD-E82D-CF4F-8D2E-4728AAE394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03739" y="2153411"/>
            <a:ext cx="466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Box 54">
            <a:extLst>
              <a:ext uri="{FF2B5EF4-FFF2-40B4-BE49-F238E27FC236}">
                <a16:creationId xmlns:a16="http://schemas.microsoft.com/office/drawing/2014/main" id="{9CD8914C-2542-8F4E-AF73-59E7EC661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464" y="2004583"/>
            <a:ext cx="809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500">
                <a:solidFill>
                  <a:prstClr val="black"/>
                </a:solidFill>
                <a:latin typeface="Calibri" panose="020F0502020204030204"/>
              </a:rPr>
              <a:t>100 km</a:t>
            </a:r>
          </a:p>
        </p:txBody>
      </p:sp>
      <p:sp>
        <p:nvSpPr>
          <p:cNvPr id="73" name="Line 55">
            <a:extLst>
              <a:ext uri="{FF2B5EF4-FFF2-40B4-BE49-F238E27FC236}">
                <a16:creationId xmlns:a16="http://schemas.microsoft.com/office/drawing/2014/main" id="{169E470E-C0E6-F24E-B1E7-18A05B9767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2534" y="2153411"/>
            <a:ext cx="3521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Oval 56">
            <a:extLst>
              <a:ext uri="{FF2B5EF4-FFF2-40B4-BE49-F238E27FC236}">
                <a16:creationId xmlns:a16="http://schemas.microsoft.com/office/drawing/2014/main" id="{F868A4D3-B48D-C848-B37D-F3B07B765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533" y="215460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Oval 57">
            <a:extLst>
              <a:ext uri="{FF2B5EF4-FFF2-40B4-BE49-F238E27FC236}">
                <a16:creationId xmlns:a16="http://schemas.microsoft.com/office/drawing/2014/main" id="{56EAFA29-975D-474A-97BF-AFC41E8AC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833" y="215460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Oval 58">
            <a:extLst>
              <a:ext uri="{FF2B5EF4-FFF2-40B4-BE49-F238E27FC236}">
                <a16:creationId xmlns:a16="http://schemas.microsoft.com/office/drawing/2014/main" id="{0E771CCE-C6A6-1E4D-A15A-E66651C3A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711" y="215460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8" name="Picture 59" descr="MCj03985170000[1]">
            <a:extLst>
              <a:ext uri="{FF2B5EF4-FFF2-40B4-BE49-F238E27FC236}">
                <a16:creationId xmlns:a16="http://schemas.microsoft.com/office/drawing/2014/main" id="{9CEB139B-515D-B54C-9C5C-AEB0E8CB6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30673" y="2087927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60" descr="MCj03985170000[1]">
            <a:extLst>
              <a:ext uri="{FF2B5EF4-FFF2-40B4-BE49-F238E27FC236}">
                <a16:creationId xmlns:a16="http://schemas.microsoft.com/office/drawing/2014/main" id="{6ACBF8D8-9A26-364E-A17B-BFCD2AA9A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80555" y="2084355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" name="Group 61">
            <a:extLst>
              <a:ext uri="{FF2B5EF4-FFF2-40B4-BE49-F238E27FC236}">
                <a16:creationId xmlns:a16="http://schemas.microsoft.com/office/drawing/2014/main" id="{A95B855D-1C6D-414B-9F22-7729104A5F20}"/>
              </a:ext>
            </a:extLst>
          </p:cNvPr>
          <p:cNvGrpSpPr>
            <a:grpSpLocks/>
          </p:cNvGrpSpPr>
          <p:nvPr/>
        </p:nvGrpSpPr>
        <p:grpSpPr bwMode="auto">
          <a:xfrm>
            <a:off x="3520082" y="1855755"/>
            <a:ext cx="344091" cy="583406"/>
            <a:chOff x="2365" y="1352"/>
            <a:chExt cx="1022" cy="1616"/>
          </a:xfrm>
        </p:grpSpPr>
        <p:pic>
          <p:nvPicPr>
            <p:cNvPr id="110" name="Picture 62">
              <a:extLst>
                <a:ext uri="{FF2B5EF4-FFF2-40B4-BE49-F238E27FC236}">
                  <a16:creationId xmlns:a16="http://schemas.microsoft.com/office/drawing/2014/main" id="{EB674B22-7E46-2C44-AF9F-1E555966BB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" name="Rectangle 63">
              <a:extLst>
                <a:ext uri="{FF2B5EF4-FFF2-40B4-BE49-F238E27FC236}">
                  <a16:creationId xmlns:a16="http://schemas.microsoft.com/office/drawing/2014/main" id="{F01353DF-CFF9-1647-A044-1F49D6785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2129"/>
              <a:ext cx="367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105" name="Picture 64" descr="MCj03985170000[1]">
            <a:extLst>
              <a:ext uri="{FF2B5EF4-FFF2-40B4-BE49-F238E27FC236}">
                <a16:creationId xmlns:a16="http://schemas.microsoft.com/office/drawing/2014/main" id="{2A0D7193-16A0-CF44-BE21-F6AC69F7B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03364" y="2103405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" name="Group 65">
            <a:extLst>
              <a:ext uri="{FF2B5EF4-FFF2-40B4-BE49-F238E27FC236}">
                <a16:creationId xmlns:a16="http://schemas.microsoft.com/office/drawing/2014/main" id="{164B693F-1E0D-484C-BAAB-59C095BE0057}"/>
              </a:ext>
            </a:extLst>
          </p:cNvPr>
          <p:cNvGrpSpPr>
            <a:grpSpLocks/>
          </p:cNvGrpSpPr>
          <p:nvPr/>
        </p:nvGrpSpPr>
        <p:grpSpPr bwMode="auto">
          <a:xfrm>
            <a:off x="5712023" y="1877186"/>
            <a:ext cx="344091" cy="583406"/>
            <a:chOff x="2365" y="1352"/>
            <a:chExt cx="1022" cy="1616"/>
          </a:xfrm>
        </p:grpSpPr>
        <p:pic>
          <p:nvPicPr>
            <p:cNvPr id="108" name="Picture 66">
              <a:extLst>
                <a:ext uri="{FF2B5EF4-FFF2-40B4-BE49-F238E27FC236}">
                  <a16:creationId xmlns:a16="http://schemas.microsoft.com/office/drawing/2014/main" id="{3F538F10-B988-2C46-8412-F651183076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" name="Rectangle 67">
              <a:extLst>
                <a:ext uri="{FF2B5EF4-FFF2-40B4-BE49-F238E27FC236}">
                  <a16:creationId xmlns:a16="http://schemas.microsoft.com/office/drawing/2014/main" id="{DDC87F5E-7874-804E-8DFC-06A9845A6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2129"/>
              <a:ext cx="367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7" name="Line 68">
            <a:extLst>
              <a:ext uri="{FF2B5EF4-FFF2-40B4-BE49-F238E27FC236}">
                <a16:creationId xmlns:a16="http://schemas.microsoft.com/office/drawing/2014/main" id="{0CAD04D0-792F-5E49-A514-B73659DD9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3145" y="2153411"/>
            <a:ext cx="650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7551CFE6-10AE-1342-89E5-DB20C72CDEB2}"/>
              </a:ext>
            </a:extLst>
          </p:cNvPr>
          <p:cNvSpPr/>
          <p:nvPr/>
        </p:nvSpPr>
        <p:spPr>
          <a:xfrm rot="5400000">
            <a:off x="2532483" y="1468183"/>
            <a:ext cx="80915" cy="189428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C4953D-CFF5-3E44-D343-21BFEDA9E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190" y="251950"/>
            <a:ext cx="1030831" cy="154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2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107621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</a:t>
            </a:r>
            <a:r>
              <a:rPr lang="en-US" dirty="0">
                <a:ea typeface="ＭＳ Ｐゴシック" panose="020B0600070205080204" pitchFamily="34" charset="-128"/>
              </a:rPr>
              <a:t>onvoy analogy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035B-463A-1E40-A130-AE9AA3E3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25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/>
              <a:t>Introduction: 1-</a:t>
            </a:r>
            <a:fld id="{C4204591-24BD-A542-B9D5-F8D8A88D2FEE}" type="slidenum">
              <a:rPr lang="en-US" smtClean="0"/>
              <a:pPr defTabSz="685800"/>
              <a:t>32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62" name="Group 43">
            <a:extLst>
              <a:ext uri="{FF2B5EF4-FFF2-40B4-BE49-F238E27FC236}">
                <a16:creationId xmlns:a16="http://schemas.microsoft.com/office/drawing/2014/main" id="{A680721C-C41B-034D-A8A4-9579FCA6E54B}"/>
              </a:ext>
            </a:extLst>
          </p:cNvPr>
          <p:cNvGrpSpPr>
            <a:grpSpLocks/>
          </p:cNvGrpSpPr>
          <p:nvPr/>
        </p:nvGrpSpPr>
        <p:grpSpPr bwMode="auto">
          <a:xfrm>
            <a:off x="5369123" y="1922429"/>
            <a:ext cx="1595438" cy="796528"/>
            <a:chOff x="1190" y="938"/>
            <a:chExt cx="1340" cy="669"/>
          </a:xfrm>
        </p:grpSpPr>
        <p:sp>
          <p:nvSpPr>
            <p:cNvPr id="118" name="Rectangle 44">
              <a:extLst>
                <a:ext uri="{FF2B5EF4-FFF2-40B4-BE49-F238E27FC236}">
                  <a16:creationId xmlns:a16="http://schemas.microsoft.com/office/drawing/2014/main" id="{0075AD55-9B7E-3845-84B9-5FC47820E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9" name="Text Box 45">
              <a:extLst>
                <a:ext uri="{FF2B5EF4-FFF2-40B4-BE49-F238E27FC236}">
                  <a16:creationId xmlns:a16="http://schemas.microsoft.com/office/drawing/2014/main" id="{A5BF8F48-588A-9542-B2DC-B2F53BE28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1355"/>
              <a:ext cx="1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r>
                <a:rPr lang="en-US" altLang="en-US" sz="1350" dirty="0">
                  <a:solidFill>
                    <a:prstClr val="black"/>
                  </a:solidFill>
                  <a:latin typeface="Calibri" panose="020F0502020204030204"/>
                </a:rPr>
                <a:t>toll booth</a:t>
              </a:r>
            </a:p>
          </p:txBody>
        </p:sp>
      </p:grpSp>
      <p:grpSp>
        <p:nvGrpSpPr>
          <p:cNvPr id="64" name="Group 46">
            <a:extLst>
              <a:ext uri="{FF2B5EF4-FFF2-40B4-BE49-F238E27FC236}">
                <a16:creationId xmlns:a16="http://schemas.microsoft.com/office/drawing/2014/main" id="{1E0845E3-4965-264F-85B3-251A72857D5C}"/>
              </a:ext>
            </a:extLst>
          </p:cNvPr>
          <p:cNvGrpSpPr>
            <a:grpSpLocks/>
          </p:cNvGrpSpPr>
          <p:nvPr/>
        </p:nvGrpSpPr>
        <p:grpSpPr bwMode="auto">
          <a:xfrm>
            <a:off x="3125986" y="1922430"/>
            <a:ext cx="1757363" cy="1050133"/>
            <a:chOff x="1103" y="938"/>
            <a:chExt cx="1476" cy="882"/>
          </a:xfrm>
        </p:grpSpPr>
        <p:sp>
          <p:nvSpPr>
            <p:cNvPr id="112" name="Rectangle 47">
              <a:extLst>
                <a:ext uri="{FF2B5EF4-FFF2-40B4-BE49-F238E27FC236}">
                  <a16:creationId xmlns:a16="http://schemas.microsoft.com/office/drawing/2014/main" id="{26085591-8185-6B44-97FE-F1C550916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3" name="Text Box 48">
              <a:extLst>
                <a:ext uri="{FF2B5EF4-FFF2-40B4-BE49-F238E27FC236}">
                  <a16:creationId xmlns:a16="http://schemas.microsoft.com/office/drawing/2014/main" id="{538D52FE-8983-DE48-A549-A9D77BEDF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3" y="1355"/>
              <a:ext cx="147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/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toll  booth</a:t>
              </a:r>
            </a:p>
            <a:p>
              <a:pPr algn="ctr" defTabSz="685800"/>
              <a:r>
                <a:rPr lang="en-US" altLang="en-US" sz="1500" dirty="0">
                  <a:solidFill>
                    <a:prstClr val="black"/>
                  </a:solidFill>
                  <a:latin typeface="Calibri" panose="020F0502020204030204"/>
                </a:rPr>
                <a:t>(aka router)</a:t>
              </a:r>
              <a:endParaRPr lang="en-US" alt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68" name="Line 51">
            <a:extLst>
              <a:ext uri="{FF2B5EF4-FFF2-40B4-BE49-F238E27FC236}">
                <a16:creationId xmlns:a16="http://schemas.microsoft.com/office/drawing/2014/main" id="{031381B0-A607-BB42-A9DA-33BCE08F52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9411" y="2154602"/>
            <a:ext cx="4941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Box 52">
            <a:extLst>
              <a:ext uri="{FF2B5EF4-FFF2-40B4-BE49-F238E27FC236}">
                <a16:creationId xmlns:a16="http://schemas.microsoft.com/office/drawing/2014/main" id="{1547177C-C201-3046-8515-06AE257E4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3520" y="2004583"/>
            <a:ext cx="809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500">
                <a:solidFill>
                  <a:prstClr val="black"/>
                </a:solidFill>
                <a:latin typeface="Calibri" panose="020F0502020204030204"/>
              </a:rPr>
              <a:t>100 km</a:t>
            </a:r>
          </a:p>
        </p:txBody>
      </p:sp>
      <p:sp>
        <p:nvSpPr>
          <p:cNvPr id="71" name="Line 53">
            <a:extLst>
              <a:ext uri="{FF2B5EF4-FFF2-40B4-BE49-F238E27FC236}">
                <a16:creationId xmlns:a16="http://schemas.microsoft.com/office/drawing/2014/main" id="{E0D9E0AD-E82D-CF4F-8D2E-4728AAE394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03739" y="2153411"/>
            <a:ext cx="466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Box 54">
            <a:extLst>
              <a:ext uri="{FF2B5EF4-FFF2-40B4-BE49-F238E27FC236}">
                <a16:creationId xmlns:a16="http://schemas.microsoft.com/office/drawing/2014/main" id="{9CD8914C-2542-8F4E-AF73-59E7EC661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464" y="2004583"/>
            <a:ext cx="809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500">
                <a:solidFill>
                  <a:prstClr val="black"/>
                </a:solidFill>
                <a:latin typeface="Calibri" panose="020F0502020204030204"/>
              </a:rPr>
              <a:t>100 km</a:t>
            </a:r>
          </a:p>
        </p:txBody>
      </p:sp>
      <p:sp>
        <p:nvSpPr>
          <p:cNvPr id="73" name="Line 55">
            <a:extLst>
              <a:ext uri="{FF2B5EF4-FFF2-40B4-BE49-F238E27FC236}">
                <a16:creationId xmlns:a16="http://schemas.microsoft.com/office/drawing/2014/main" id="{169E470E-C0E6-F24E-B1E7-18A05B9767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2534" y="2153411"/>
            <a:ext cx="3521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Oval 56">
            <a:extLst>
              <a:ext uri="{FF2B5EF4-FFF2-40B4-BE49-F238E27FC236}">
                <a16:creationId xmlns:a16="http://schemas.microsoft.com/office/drawing/2014/main" id="{F868A4D3-B48D-C848-B37D-F3B07B765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533" y="215460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Oval 57">
            <a:extLst>
              <a:ext uri="{FF2B5EF4-FFF2-40B4-BE49-F238E27FC236}">
                <a16:creationId xmlns:a16="http://schemas.microsoft.com/office/drawing/2014/main" id="{56EAFA29-975D-474A-97BF-AFC41E8AC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833" y="215460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Oval 58">
            <a:extLst>
              <a:ext uri="{FF2B5EF4-FFF2-40B4-BE49-F238E27FC236}">
                <a16:creationId xmlns:a16="http://schemas.microsoft.com/office/drawing/2014/main" id="{0E771CCE-C6A6-1E4D-A15A-E66651C3A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711" y="215460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8" name="Picture 59" descr="MCj03985170000[1]">
            <a:extLst>
              <a:ext uri="{FF2B5EF4-FFF2-40B4-BE49-F238E27FC236}">
                <a16:creationId xmlns:a16="http://schemas.microsoft.com/office/drawing/2014/main" id="{9CEB139B-515D-B54C-9C5C-AEB0E8CB6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30673" y="2087927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60" descr="MCj03985170000[1]">
            <a:extLst>
              <a:ext uri="{FF2B5EF4-FFF2-40B4-BE49-F238E27FC236}">
                <a16:creationId xmlns:a16="http://schemas.microsoft.com/office/drawing/2014/main" id="{6ACBF8D8-9A26-364E-A17B-BFCD2AA9A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80555" y="2084355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" name="Group 61">
            <a:extLst>
              <a:ext uri="{FF2B5EF4-FFF2-40B4-BE49-F238E27FC236}">
                <a16:creationId xmlns:a16="http://schemas.microsoft.com/office/drawing/2014/main" id="{A95B855D-1C6D-414B-9F22-7729104A5F20}"/>
              </a:ext>
            </a:extLst>
          </p:cNvPr>
          <p:cNvGrpSpPr>
            <a:grpSpLocks/>
          </p:cNvGrpSpPr>
          <p:nvPr/>
        </p:nvGrpSpPr>
        <p:grpSpPr bwMode="auto">
          <a:xfrm>
            <a:off x="3520082" y="1855755"/>
            <a:ext cx="344091" cy="583406"/>
            <a:chOff x="2365" y="1352"/>
            <a:chExt cx="1022" cy="1616"/>
          </a:xfrm>
        </p:grpSpPr>
        <p:pic>
          <p:nvPicPr>
            <p:cNvPr id="110" name="Picture 62">
              <a:extLst>
                <a:ext uri="{FF2B5EF4-FFF2-40B4-BE49-F238E27FC236}">
                  <a16:creationId xmlns:a16="http://schemas.microsoft.com/office/drawing/2014/main" id="{EB674B22-7E46-2C44-AF9F-1E555966BB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" name="Rectangle 63">
              <a:extLst>
                <a:ext uri="{FF2B5EF4-FFF2-40B4-BE49-F238E27FC236}">
                  <a16:creationId xmlns:a16="http://schemas.microsoft.com/office/drawing/2014/main" id="{F01353DF-CFF9-1647-A044-1F49D6785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2129"/>
              <a:ext cx="367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105" name="Picture 64" descr="MCj03985170000[1]">
            <a:extLst>
              <a:ext uri="{FF2B5EF4-FFF2-40B4-BE49-F238E27FC236}">
                <a16:creationId xmlns:a16="http://schemas.microsoft.com/office/drawing/2014/main" id="{2A0D7193-16A0-CF44-BE21-F6AC69F7B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03364" y="2103405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" name="Group 65">
            <a:extLst>
              <a:ext uri="{FF2B5EF4-FFF2-40B4-BE49-F238E27FC236}">
                <a16:creationId xmlns:a16="http://schemas.microsoft.com/office/drawing/2014/main" id="{164B693F-1E0D-484C-BAAB-59C095BE0057}"/>
              </a:ext>
            </a:extLst>
          </p:cNvPr>
          <p:cNvGrpSpPr>
            <a:grpSpLocks/>
          </p:cNvGrpSpPr>
          <p:nvPr/>
        </p:nvGrpSpPr>
        <p:grpSpPr bwMode="auto">
          <a:xfrm>
            <a:off x="5712023" y="1877186"/>
            <a:ext cx="344091" cy="583406"/>
            <a:chOff x="2365" y="1352"/>
            <a:chExt cx="1022" cy="1616"/>
          </a:xfrm>
        </p:grpSpPr>
        <p:pic>
          <p:nvPicPr>
            <p:cNvPr id="108" name="Picture 66">
              <a:extLst>
                <a:ext uri="{FF2B5EF4-FFF2-40B4-BE49-F238E27FC236}">
                  <a16:creationId xmlns:a16="http://schemas.microsoft.com/office/drawing/2014/main" id="{3F538F10-B988-2C46-8412-F651183076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" name="Rectangle 67">
              <a:extLst>
                <a:ext uri="{FF2B5EF4-FFF2-40B4-BE49-F238E27FC236}">
                  <a16:creationId xmlns:a16="http://schemas.microsoft.com/office/drawing/2014/main" id="{DDC87F5E-7874-804E-8DFC-06A9845A6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2129"/>
              <a:ext cx="367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7" name="Line 68">
            <a:extLst>
              <a:ext uri="{FF2B5EF4-FFF2-40B4-BE49-F238E27FC236}">
                <a16:creationId xmlns:a16="http://schemas.microsoft.com/office/drawing/2014/main" id="{0CAD04D0-792F-5E49-A514-B73659DD9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3145" y="2153411"/>
            <a:ext cx="650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7551CFE6-10AE-1342-89E5-DB20C72CDEB2}"/>
              </a:ext>
            </a:extLst>
          </p:cNvPr>
          <p:cNvSpPr/>
          <p:nvPr/>
        </p:nvSpPr>
        <p:spPr>
          <a:xfrm rot="5400000">
            <a:off x="2532483" y="1468183"/>
            <a:ext cx="80915" cy="189428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E0A20531-724F-544A-A148-70EAC3D3CAB0}"/>
              </a:ext>
            </a:extLst>
          </p:cNvPr>
          <p:cNvSpPr txBox="1">
            <a:spLocks noChangeArrowheads="1"/>
          </p:cNvSpPr>
          <p:nvPr/>
        </p:nvSpPr>
        <p:spPr>
          <a:xfrm>
            <a:off x="618950" y="3368080"/>
            <a:ext cx="7886700" cy="124126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 defTabSz="685800">
              <a:spcBef>
                <a:spcPts val="75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suppose cars now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propagate” at 1000 km/</a:t>
            </a:r>
            <a:r>
              <a:rPr lang="en-US" altLang="ja-JP" sz="2100" dirty="0" err="1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hr</a:t>
            </a:r>
            <a:endParaRPr lang="en-US" altLang="ja-JP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and suppose toll booth now takes one min to service a car</a:t>
            </a:r>
            <a:endParaRPr lang="en-US" altLang="en-US" sz="2100" dirty="0">
              <a:solidFill>
                <a:srgbClr val="ED7D31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15504" indent="-215504" defTabSz="685800">
              <a:spcBef>
                <a:spcPts val="750"/>
              </a:spcBef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Q:</a:t>
            </a:r>
            <a:r>
              <a:rPr lang="en-US" altLang="en-US" sz="21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 Will cars arrive to 2nd booth before all cars serviced at first booth?</a:t>
            </a:r>
          </a:p>
          <a:p>
            <a:pPr marL="215504" indent="-215504" defTabSz="685800">
              <a:spcBef>
                <a:spcPts val="750"/>
              </a:spcBef>
              <a:buNone/>
            </a:pPr>
            <a:endParaRPr lang="en-US" altLang="en-US" sz="2400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17691AC2-D326-384F-9424-A457AB12E339}"/>
              </a:ext>
            </a:extLst>
          </p:cNvPr>
          <p:cNvSpPr txBox="1">
            <a:spLocks noChangeArrowheads="1"/>
          </p:cNvSpPr>
          <p:nvPr/>
        </p:nvSpPr>
        <p:spPr>
          <a:xfrm>
            <a:off x="845632" y="4518331"/>
            <a:ext cx="7986944" cy="110056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</a:pPr>
            <a:r>
              <a:rPr lang="en-US" altLang="en-US" sz="2100" i="1" u="sng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A: Yes!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 after 7 min, first car arrives at second booth; three cars still at first booth</a:t>
            </a:r>
          </a:p>
        </p:txBody>
      </p:sp>
      <p:sp>
        <p:nvSpPr>
          <p:cNvPr id="3" name="Text Box 50">
            <a:extLst>
              <a:ext uri="{FF2B5EF4-FFF2-40B4-BE49-F238E27FC236}">
                <a16:creationId xmlns:a16="http://schemas.microsoft.com/office/drawing/2014/main" id="{5DF4525F-C514-7144-6D41-3104C227C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667" y="2416539"/>
            <a:ext cx="165852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ten-car Convoy</a:t>
            </a:r>
          </a:p>
          <a:p>
            <a:pPr defTabSz="685800"/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(aka 10-bit packet)</a:t>
            </a:r>
          </a:p>
        </p:txBody>
      </p:sp>
    </p:spTree>
    <p:extLst>
      <p:ext uri="{BB962C8B-B14F-4D97-AF65-F5344CB8AC3E}">
        <p14:creationId xmlns:p14="http://schemas.microsoft.com/office/powerpoint/2010/main" val="226900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26175</TotalTime>
  <Words>3218</Words>
  <Application>Microsoft Office PowerPoint</Application>
  <PresentationFormat>On-screen Show (4:3)</PresentationFormat>
  <Paragraphs>866</Paragraphs>
  <Slides>32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ＭＳ Ｐゴシック</vt:lpstr>
      <vt:lpstr>Arial</vt:lpstr>
      <vt:lpstr>Calibri</vt:lpstr>
      <vt:lpstr>Calibri Light</vt:lpstr>
      <vt:lpstr>Cambria Math</vt:lpstr>
      <vt:lpstr>Gill Sans MT</vt:lpstr>
      <vt:lpstr>Times New Roman</vt:lpstr>
      <vt:lpstr>Wingdings</vt:lpstr>
      <vt:lpstr>Office Theme</vt:lpstr>
      <vt:lpstr>EEL 4781 Computer Communication Networks Chapter 1-2: Introduction to Networking Concepts</vt:lpstr>
      <vt:lpstr>Today’s Agenda </vt:lpstr>
      <vt:lpstr>Performance</vt:lpstr>
      <vt:lpstr>Performance</vt:lpstr>
      <vt:lpstr>Performance</vt:lpstr>
      <vt:lpstr>Performance</vt:lpstr>
      <vt:lpstr>Performance</vt:lpstr>
      <vt:lpstr>Real Internet delays and routes</vt:lpstr>
      <vt:lpstr>Performance</vt:lpstr>
      <vt:lpstr>Performance</vt:lpstr>
      <vt:lpstr>Performance</vt:lpstr>
      <vt:lpstr>Performance</vt:lpstr>
      <vt:lpstr>Queueing Theory</vt:lpstr>
      <vt:lpstr>Queueing Theory</vt:lpstr>
      <vt:lpstr>Network Core</vt:lpstr>
      <vt:lpstr>Network Core</vt:lpstr>
      <vt:lpstr>Network Core</vt:lpstr>
      <vt:lpstr>Network Core</vt:lpstr>
      <vt:lpstr>Network Core</vt:lpstr>
      <vt:lpstr>Network Core</vt:lpstr>
      <vt:lpstr>Network Core</vt:lpstr>
      <vt:lpstr>Network Core</vt:lpstr>
      <vt:lpstr>Network Core</vt:lpstr>
      <vt:lpstr>Network Core</vt:lpstr>
      <vt:lpstr>Network Core</vt:lpstr>
      <vt:lpstr>Network Core</vt:lpstr>
      <vt:lpstr>Network Core</vt:lpstr>
      <vt:lpstr>Network Core</vt:lpstr>
      <vt:lpstr>Network Core</vt:lpstr>
      <vt:lpstr>PowerPoint Presentation</vt:lpstr>
      <vt:lpstr>Convoy analogy</vt:lpstr>
      <vt:lpstr>Convoy analogy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Prolonged Restore Challenge in Further Scaling DRAMs</dc:title>
  <dc:creator>xw zhang</dc:creator>
  <cp:lastModifiedBy>Xin Xin</cp:lastModifiedBy>
  <cp:revision>551</cp:revision>
  <dcterms:created xsi:type="dcterms:W3CDTF">2017-06-28T02:53:02Z</dcterms:created>
  <dcterms:modified xsi:type="dcterms:W3CDTF">2026-01-14T02:04:14Z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1791174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D7.1.1</vt:lpwstr>
  </property>
</Properties>
</file>