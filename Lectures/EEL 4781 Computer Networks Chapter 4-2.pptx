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2">
  <p:sldMasterIdLst>
    <p:sldMasterId id="2147483851" r:id="rId1"/>
    <p:sldMasterId id="2147483868" r:id="rId2"/>
  </p:sldMasterIdLst>
  <p:notesMasterIdLst>
    <p:notesMasterId r:id="rId51"/>
  </p:notesMasterIdLst>
  <p:sldIdLst>
    <p:sldId id="256" r:id="rId3"/>
    <p:sldId id="1290" r:id="rId4"/>
    <p:sldId id="1223" r:id="rId5"/>
    <p:sldId id="1051" r:id="rId6"/>
    <p:sldId id="1225" r:id="rId7"/>
    <p:sldId id="1227" r:id="rId8"/>
    <p:sldId id="1228" r:id="rId9"/>
    <p:sldId id="1362" r:id="rId10"/>
    <p:sldId id="1229" r:id="rId11"/>
    <p:sldId id="1230" r:id="rId12"/>
    <p:sldId id="1352" r:id="rId13"/>
    <p:sldId id="1353" r:id="rId14"/>
    <p:sldId id="1354" r:id="rId15"/>
    <p:sldId id="1355" r:id="rId16"/>
    <p:sldId id="1356" r:id="rId17"/>
    <p:sldId id="1357" r:id="rId18"/>
    <p:sldId id="1358" r:id="rId19"/>
    <p:sldId id="1359" r:id="rId20"/>
    <p:sldId id="1300" r:id="rId21"/>
    <p:sldId id="1360" r:id="rId22"/>
    <p:sldId id="1361" r:id="rId23"/>
    <p:sldId id="1232" r:id="rId24"/>
    <p:sldId id="1233" r:id="rId25"/>
    <p:sldId id="1259" r:id="rId26"/>
    <p:sldId id="1231" r:id="rId27"/>
    <p:sldId id="1363" r:id="rId28"/>
    <p:sldId id="1261" r:id="rId29"/>
    <p:sldId id="1262" r:id="rId30"/>
    <p:sldId id="1263" r:id="rId31"/>
    <p:sldId id="1264" r:id="rId32"/>
    <p:sldId id="1234" r:id="rId33"/>
    <p:sldId id="1238" r:id="rId34"/>
    <p:sldId id="1245" r:id="rId35"/>
    <p:sldId id="1244" r:id="rId36"/>
    <p:sldId id="1241" r:id="rId37"/>
    <p:sldId id="1242" r:id="rId38"/>
    <p:sldId id="1243" r:id="rId39"/>
    <p:sldId id="1246" r:id="rId40"/>
    <p:sldId id="1249" r:id="rId41"/>
    <p:sldId id="1250" r:id="rId42"/>
    <p:sldId id="1252" r:id="rId43"/>
    <p:sldId id="1253" r:id="rId44"/>
    <p:sldId id="1254" r:id="rId45"/>
    <p:sldId id="1255" r:id="rId46"/>
    <p:sldId id="1267" r:id="rId47"/>
    <p:sldId id="1268" r:id="rId48"/>
    <p:sldId id="1269" r:id="rId49"/>
    <p:sldId id="989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2826" userDrawn="1">
          <p15:clr>
            <a:srgbClr val="A4A3A4"/>
          </p15:clr>
        </p15:guide>
        <p15:guide id="3" orient="horz" pos="4128" userDrawn="1">
          <p15:clr>
            <a:srgbClr val="A4A3A4"/>
          </p15:clr>
        </p15:guide>
        <p15:guide id="4" orient="horz" pos="2856" userDrawn="1">
          <p15:clr>
            <a:srgbClr val="A4A3A4"/>
          </p15:clr>
        </p15:guide>
        <p15:guide id="5" pos="1152" userDrawn="1">
          <p15:clr>
            <a:srgbClr val="A4A3A4"/>
          </p15:clr>
        </p15:guide>
        <p15:guide id="6" pos="3780" userDrawn="1">
          <p15:clr>
            <a:srgbClr val="A4A3A4"/>
          </p15:clr>
        </p15:guide>
        <p15:guide id="7" pos="17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7128"/>
    <a:srgbClr val="BA9B37"/>
    <a:srgbClr val="FFC904"/>
    <a:srgbClr val="C95B00"/>
    <a:srgbClr val="FF7C00"/>
    <a:srgbClr val="7F7F7F"/>
    <a:srgbClr val="4472C4"/>
    <a:srgbClr val="027D02"/>
    <a:srgbClr val="CFD5EA"/>
    <a:srgbClr val="0077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6" autoAdjust="0"/>
    <p:restoredTop sz="96357" autoAdjust="0"/>
  </p:normalViewPr>
  <p:slideViewPr>
    <p:cSldViewPr snapToGrid="0" snapToObjects="1">
      <p:cViewPr varScale="1">
        <p:scale>
          <a:sx n="155" d="100"/>
          <a:sy n="155" d="100"/>
        </p:scale>
        <p:origin x="2036" y="88"/>
      </p:cViewPr>
      <p:guideLst>
        <p:guide orient="horz" pos="1440"/>
        <p:guide pos="2826"/>
        <p:guide orient="horz" pos="4128"/>
        <p:guide orient="horz" pos="2856"/>
        <p:guide pos="1152"/>
        <p:guide pos="3780"/>
        <p:guide pos="17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microsoft.com/office/2016/11/relationships/changesInfo" Target="changesInfos/changesInfo1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Xin" userId="9ff0c946-7f3c-4192-98c1-6be932ce2bce" providerId="ADAL" clId="{074D74E3-636C-4AD1-96C4-747270E8523C}"/>
    <pc:docChg chg="modSld">
      <pc:chgData name="Xin Xin" userId="9ff0c946-7f3c-4192-98c1-6be932ce2bce" providerId="ADAL" clId="{074D74E3-636C-4AD1-96C4-747270E8523C}" dt="2024-01-09T16:54:56.967" v="21" actId="20577"/>
      <pc:docMkLst>
        <pc:docMk/>
      </pc:docMkLst>
      <pc:sldChg chg="modSp mod">
        <pc:chgData name="Xin Xin" userId="9ff0c946-7f3c-4192-98c1-6be932ce2bce" providerId="ADAL" clId="{074D74E3-636C-4AD1-96C4-747270E8523C}" dt="2024-01-09T16:54:56.967" v="21" actId="20577"/>
        <pc:sldMkLst>
          <pc:docMk/>
          <pc:sldMk cId="962814019" sldId="561"/>
        </pc:sldMkLst>
      </pc:sldChg>
    </pc:docChg>
  </pc:docChgLst>
  <pc:docChgLst>
    <pc:chgData name="Xin Xin" userId="9ff0c946-7f3c-4192-98c1-6be932ce2bce" providerId="ADAL" clId="{EC370BB4-30E8-4AD9-890D-521920E8CA56}"/>
    <pc:docChg chg="undo redo custSel addSld delSld modSld sldOrd delMainMaster modMainMaster modNotesMaster">
      <pc:chgData name="Xin Xin" userId="9ff0c946-7f3c-4192-98c1-6be932ce2bce" providerId="ADAL" clId="{EC370BB4-30E8-4AD9-890D-521920E8CA56}" dt="2024-01-09T16:38:14.567" v="3218" actId="20577"/>
      <pc:docMkLst>
        <pc:docMk/>
      </pc:docMkLst>
      <pc:sldChg chg="addSp modSp mod modNotes">
        <pc:chgData name="Xin Xin" userId="9ff0c946-7f3c-4192-98c1-6be932ce2bce" providerId="ADAL" clId="{EC370BB4-30E8-4AD9-890D-521920E8CA56}" dt="2024-01-09T06:04:11.529" v="3169" actId="1076"/>
        <pc:sldMkLst>
          <pc:docMk/>
          <pc:sldMk cId="739737434" sldId="256"/>
        </pc:sldMkLst>
      </pc:sldChg>
      <pc:sldChg chg="addSp delSp modSp mod modNotes modNotesTx">
        <pc:chgData name="Xin Xin" userId="9ff0c946-7f3c-4192-98c1-6be932ce2bce" providerId="ADAL" clId="{EC370BB4-30E8-4AD9-890D-521920E8CA56}" dt="2024-01-09T16:38:08.626" v="3215" actId="21"/>
        <pc:sldMkLst>
          <pc:docMk/>
          <pc:sldMk cId="1954766533" sldId="257"/>
        </pc:sldMkLst>
      </pc:sldChg>
      <pc:sldChg chg="modSp del mod modNotes">
        <pc:chgData name="Xin Xin" userId="9ff0c946-7f3c-4192-98c1-6be932ce2bce" providerId="ADAL" clId="{EC370BB4-30E8-4AD9-890D-521920E8CA56}" dt="2024-01-08T07:21:24.237" v="1712" actId="47"/>
        <pc:sldMkLst>
          <pc:docMk/>
          <pc:sldMk cId="3664760038" sldId="547"/>
        </pc:sldMkLst>
      </pc:sldChg>
      <pc:sldChg chg="modSp add del mod">
        <pc:chgData name="Xin Xin" userId="9ff0c946-7f3c-4192-98c1-6be932ce2bce" providerId="ADAL" clId="{EC370BB4-30E8-4AD9-890D-521920E8CA56}" dt="2024-01-08T07:22:44.087" v="1769" actId="47"/>
        <pc:sldMkLst>
          <pc:docMk/>
          <pc:sldMk cId="255336568" sldId="548"/>
        </pc:sldMkLst>
      </pc:sldChg>
      <pc:sldChg chg="modSp del mod">
        <pc:chgData name="Xin Xin" userId="9ff0c946-7f3c-4192-98c1-6be932ce2bce" providerId="ADAL" clId="{EC370BB4-30E8-4AD9-890D-521920E8CA56}" dt="2024-01-08T07:21:57.517" v="1718" actId="47"/>
        <pc:sldMkLst>
          <pc:docMk/>
          <pc:sldMk cId="2247533387" sldId="549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1631818884" sldId="550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3166788806" sldId="551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680557119" sldId="552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1358710918" sldId="553"/>
        </pc:sldMkLst>
      </pc:sldChg>
      <pc:sldChg chg="addSp delSp modSp add del mod setBg">
        <pc:chgData name="Xin Xin" userId="9ff0c946-7f3c-4192-98c1-6be932ce2bce" providerId="ADAL" clId="{EC370BB4-30E8-4AD9-890D-521920E8CA56}" dt="2024-01-08T05:49:11.396" v="239" actId="47"/>
        <pc:sldMkLst>
          <pc:docMk/>
          <pc:sldMk cId="1799074194" sldId="554"/>
        </pc:sldMkLst>
      </pc:sldChg>
      <pc:sldChg chg="addSp delSp modSp mod modNotes modNotesTx">
        <pc:chgData name="Xin Xin" userId="9ff0c946-7f3c-4192-98c1-6be932ce2bce" providerId="ADAL" clId="{EC370BB4-30E8-4AD9-890D-521920E8CA56}" dt="2024-01-08T10:06:54.621" v="2701" actId="20577"/>
        <pc:sldMkLst>
          <pc:docMk/>
          <pc:sldMk cId="1500498090" sldId="555"/>
        </pc:sldMkLst>
      </pc:sldChg>
      <pc:sldChg chg="addSp delSp modSp mod modNotes modNotesTx">
        <pc:chgData name="Xin Xin" userId="9ff0c946-7f3c-4192-98c1-6be932ce2bce" providerId="ADAL" clId="{EC370BB4-30E8-4AD9-890D-521920E8CA56}" dt="2024-01-08T09:38:30.108" v="2676" actId="6549"/>
        <pc:sldMkLst>
          <pc:docMk/>
          <pc:sldMk cId="2191399085" sldId="556"/>
        </pc:sldMkLst>
      </pc:sldChg>
      <pc:sldChg chg="addSp delSp modSp mod setBg">
        <pc:chgData name="Xin Xin" userId="9ff0c946-7f3c-4192-98c1-6be932ce2bce" providerId="ADAL" clId="{EC370BB4-30E8-4AD9-890D-521920E8CA56}" dt="2024-01-08T09:09:41.385" v="2427" actId="554"/>
        <pc:sldMkLst>
          <pc:docMk/>
          <pc:sldMk cId="374124833" sldId="557"/>
        </pc:sldMkLst>
      </pc:sldChg>
      <pc:sldChg chg="addSp delSp modSp mod modAnim">
        <pc:chgData name="Xin Xin" userId="9ff0c946-7f3c-4192-98c1-6be932ce2bce" providerId="ADAL" clId="{EC370BB4-30E8-4AD9-890D-521920E8CA56}" dt="2024-01-08T07:28:05.140" v="1937" actId="1076"/>
        <pc:sldMkLst>
          <pc:docMk/>
          <pc:sldMk cId="1975299436" sldId="558"/>
        </pc:sldMkLst>
      </pc:sldChg>
      <pc:sldChg chg="modSp del mod modNotes">
        <pc:chgData name="Xin Xin" userId="9ff0c946-7f3c-4192-98c1-6be932ce2bce" providerId="ADAL" clId="{EC370BB4-30E8-4AD9-890D-521920E8CA56}" dt="2024-01-08T07:21:26.022" v="1713" actId="47"/>
        <pc:sldMkLst>
          <pc:docMk/>
          <pc:sldMk cId="1632253196" sldId="559"/>
        </pc:sldMkLst>
      </pc:sldChg>
      <pc:sldChg chg="modSp del mod">
        <pc:chgData name="Xin Xin" userId="9ff0c946-7f3c-4192-98c1-6be932ce2bce" providerId="ADAL" clId="{EC370BB4-30E8-4AD9-890D-521920E8CA56}" dt="2024-01-08T14:42:33.598" v="3088" actId="47"/>
        <pc:sldMkLst>
          <pc:docMk/>
          <pc:sldMk cId="886653827" sldId="560"/>
        </pc:sldMkLst>
      </pc:sldChg>
      <pc:sldChg chg="modSp new mod">
        <pc:chgData name="Xin Xin" userId="9ff0c946-7f3c-4192-98c1-6be932ce2bce" providerId="ADAL" clId="{EC370BB4-30E8-4AD9-890D-521920E8CA56}" dt="2024-01-08T10:31:03.105" v="2711"/>
        <pc:sldMkLst>
          <pc:docMk/>
          <pc:sldMk cId="962814019" sldId="561"/>
        </pc:sldMkLst>
      </pc:sldChg>
      <pc:sldChg chg="addSp delSp modSp add mod">
        <pc:chgData name="Xin Xin" userId="9ff0c946-7f3c-4192-98c1-6be932ce2bce" providerId="ADAL" clId="{EC370BB4-30E8-4AD9-890D-521920E8CA56}" dt="2024-01-08T06:24:12.033" v="871" actId="478"/>
        <pc:sldMkLst>
          <pc:docMk/>
          <pc:sldMk cId="548847966" sldId="562"/>
        </pc:sldMkLst>
      </pc:sldChg>
      <pc:sldChg chg="addSp modSp add mod">
        <pc:chgData name="Xin Xin" userId="9ff0c946-7f3c-4192-98c1-6be932ce2bce" providerId="ADAL" clId="{EC370BB4-30E8-4AD9-890D-521920E8CA56}" dt="2024-01-08T06:29:11.119" v="931" actId="14100"/>
        <pc:sldMkLst>
          <pc:docMk/>
          <pc:sldMk cId="3086478133" sldId="563"/>
        </pc:sldMkLst>
      </pc:sldChg>
      <pc:sldChg chg="addSp delSp modSp add mod modNotesTx">
        <pc:chgData name="Xin Xin" userId="9ff0c946-7f3c-4192-98c1-6be932ce2bce" providerId="ADAL" clId="{EC370BB4-30E8-4AD9-890D-521920E8CA56}" dt="2024-01-09T16:38:14.567" v="3218" actId="20577"/>
        <pc:sldMkLst>
          <pc:docMk/>
          <pc:sldMk cId="1864819173" sldId="564"/>
        </pc:sldMkLst>
      </pc:sldChg>
      <pc:sldChg chg="addSp delSp modSp add mod modNotesTx">
        <pc:chgData name="Xin Xin" userId="9ff0c946-7f3c-4192-98c1-6be932ce2bce" providerId="ADAL" clId="{EC370BB4-30E8-4AD9-890D-521920E8CA56}" dt="2024-01-08T09:38:45.145" v="2679" actId="6549"/>
        <pc:sldMkLst>
          <pc:docMk/>
          <pc:sldMk cId="4285583163" sldId="565"/>
        </pc:sldMkLst>
      </pc:sldChg>
      <pc:sldChg chg="new del">
        <pc:chgData name="Xin Xin" userId="9ff0c946-7f3c-4192-98c1-6be932ce2bce" providerId="ADAL" clId="{EC370BB4-30E8-4AD9-890D-521920E8CA56}" dt="2024-01-08T14:42:34.228" v="3089" actId="47"/>
        <pc:sldMkLst>
          <pc:docMk/>
          <pc:sldMk cId="1442343595" sldId="566"/>
        </pc:sldMkLst>
      </pc:sldChg>
      <pc:sldChg chg="modSp add del mod">
        <pc:chgData name="Xin Xin" userId="9ff0c946-7f3c-4192-98c1-6be932ce2bce" providerId="ADAL" clId="{EC370BB4-30E8-4AD9-890D-521920E8CA56}" dt="2024-01-08T07:25:40.919" v="1922" actId="47"/>
        <pc:sldMkLst>
          <pc:docMk/>
          <pc:sldMk cId="4215190468" sldId="956"/>
        </pc:sldMkLst>
      </pc:sldChg>
      <pc:sldChg chg="modSp add del mod">
        <pc:chgData name="Xin Xin" userId="9ff0c946-7f3c-4192-98c1-6be932ce2bce" providerId="ADAL" clId="{EC370BB4-30E8-4AD9-890D-521920E8CA56}" dt="2024-01-08T07:27:11.013" v="1931" actId="47"/>
        <pc:sldMkLst>
          <pc:docMk/>
          <pc:sldMk cId="2692581944" sldId="957"/>
        </pc:sldMkLst>
      </pc:sldChg>
      <pc:sldChg chg="modSp add del mod">
        <pc:chgData name="Xin Xin" userId="9ff0c946-7f3c-4192-98c1-6be932ce2bce" providerId="ADAL" clId="{EC370BB4-30E8-4AD9-890D-521920E8CA56}" dt="2024-01-08T07:27:19.684" v="1932" actId="47"/>
        <pc:sldMkLst>
          <pc:docMk/>
          <pc:sldMk cId="533023549" sldId="958"/>
        </pc:sldMkLst>
      </pc:sldChg>
      <pc:sldChg chg="modSp add del mod ord">
        <pc:chgData name="Xin Xin" userId="9ff0c946-7f3c-4192-98c1-6be932ce2bce" providerId="ADAL" clId="{EC370BB4-30E8-4AD9-890D-521920E8CA56}" dt="2024-01-08T14:42:31.718" v="3087" actId="47"/>
        <pc:sldMkLst>
          <pc:docMk/>
          <pc:sldMk cId="178774210" sldId="959"/>
        </pc:sldMkLst>
      </pc:sldChg>
      <pc:sldChg chg="modSp add del mod">
        <pc:chgData name="Xin Xin" userId="9ff0c946-7f3c-4192-98c1-6be932ce2bce" providerId="ADAL" clId="{EC370BB4-30E8-4AD9-890D-521920E8CA56}" dt="2024-01-08T07:31:26.416" v="1963" actId="47"/>
        <pc:sldMkLst>
          <pc:docMk/>
          <pc:sldMk cId="2955511339" sldId="961"/>
        </pc:sldMkLst>
      </pc:sldChg>
      <pc:sldChg chg="modSp add del mod">
        <pc:chgData name="Xin Xin" userId="9ff0c946-7f3c-4192-98c1-6be932ce2bce" providerId="ADAL" clId="{EC370BB4-30E8-4AD9-890D-521920E8CA56}" dt="2024-01-08T07:31:44.528" v="1964" actId="47"/>
        <pc:sldMkLst>
          <pc:docMk/>
          <pc:sldMk cId="2609794141" sldId="962"/>
        </pc:sldMkLst>
      </pc:sldChg>
      <pc:sldChg chg="modSp add del mod">
        <pc:chgData name="Xin Xin" userId="9ff0c946-7f3c-4192-98c1-6be932ce2bce" providerId="ADAL" clId="{EC370BB4-30E8-4AD9-890D-521920E8CA56}" dt="2024-01-08T07:31:44.528" v="1964" actId="47"/>
        <pc:sldMkLst>
          <pc:docMk/>
          <pc:sldMk cId="1958923006" sldId="963"/>
        </pc:sldMkLst>
      </pc:sldChg>
      <pc:sldChg chg="modSp add del mod">
        <pc:chgData name="Xin Xin" userId="9ff0c946-7f3c-4192-98c1-6be932ce2bce" providerId="ADAL" clId="{EC370BB4-30E8-4AD9-890D-521920E8CA56}" dt="2024-01-08T07:31:44.528" v="1964" actId="47"/>
        <pc:sldMkLst>
          <pc:docMk/>
          <pc:sldMk cId="2933442144" sldId="964"/>
        </pc:sldMkLst>
      </pc:sldChg>
      <pc:sldChg chg="modSp add mod modAnim">
        <pc:chgData name="Xin Xin" userId="9ff0c946-7f3c-4192-98c1-6be932ce2bce" providerId="ADAL" clId="{EC370BB4-30E8-4AD9-890D-521920E8CA56}" dt="2024-01-08T14:40:14.505" v="3080" actId="20577"/>
        <pc:sldMkLst>
          <pc:docMk/>
          <pc:sldMk cId="1246861303" sldId="965"/>
        </pc:sldMkLst>
      </pc:sldChg>
      <pc:sldChg chg="modSp add del">
        <pc:chgData name="Xin Xin" userId="9ff0c946-7f3c-4192-98c1-6be932ce2bce" providerId="ADAL" clId="{EC370BB4-30E8-4AD9-890D-521920E8CA56}" dt="2024-01-08T07:32:25.295" v="1965" actId="2696"/>
        <pc:sldMkLst>
          <pc:docMk/>
          <pc:sldMk cId="4133981228" sldId="965"/>
        </pc:sldMkLst>
      </pc:sldChg>
      <pc:sldChg chg="modSp add mod">
        <pc:chgData name="Xin Xin" userId="9ff0c946-7f3c-4192-98c1-6be932ce2bce" providerId="ADAL" clId="{EC370BB4-30E8-4AD9-890D-521920E8CA56}" dt="2024-01-08T09:40:37.055" v="2690" actId="14100"/>
        <pc:sldMkLst>
          <pc:docMk/>
          <pc:sldMk cId="107693820" sldId="966"/>
        </pc:sldMkLst>
      </pc:sldChg>
      <pc:sldChg chg="modSp add del mod">
        <pc:chgData name="Xin Xin" userId="9ff0c946-7f3c-4192-98c1-6be932ce2bce" providerId="ADAL" clId="{EC370BB4-30E8-4AD9-890D-521920E8CA56}" dt="2024-01-08T07:32:25.295" v="1965" actId="2696"/>
        <pc:sldMkLst>
          <pc:docMk/>
          <pc:sldMk cId="2647693326" sldId="966"/>
        </pc:sldMkLst>
      </pc:sldChg>
      <pc:sldChg chg="modSp add mod">
        <pc:chgData name="Xin Xin" userId="9ff0c946-7f3c-4192-98c1-6be932ce2bce" providerId="ADAL" clId="{EC370BB4-30E8-4AD9-890D-521920E8CA56}" dt="2024-01-08T07:32:28.388" v="1968" actId="27636"/>
        <pc:sldMkLst>
          <pc:docMk/>
          <pc:sldMk cId="1160441430" sldId="967"/>
        </pc:sldMkLst>
      </pc:sldChg>
      <pc:sldChg chg="modSp add del mod">
        <pc:chgData name="Xin Xin" userId="9ff0c946-7f3c-4192-98c1-6be932ce2bce" providerId="ADAL" clId="{EC370BB4-30E8-4AD9-890D-521920E8CA56}" dt="2024-01-08T07:32:25.295" v="1965" actId="2696"/>
        <pc:sldMkLst>
          <pc:docMk/>
          <pc:sldMk cId="2446553518" sldId="967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251227092" sldId="968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4154648514" sldId="969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346501482" sldId="970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767517223" sldId="973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067777870" sldId="974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686971569" sldId="975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576902241" sldId="976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86875326" sldId="977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008086356" sldId="978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227531169" sldId="979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4261154658" sldId="980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389753227" sldId="981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688356377" sldId="982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598388145" sldId="983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403095897" sldId="984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192521579" sldId="985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997576614" sldId="986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188746582" sldId="987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747047901" sldId="988"/>
        </pc:sldMkLst>
      </pc:sldChg>
      <pc:sldChg chg="addSp delSp modSp new add del mod">
        <pc:chgData name="Xin Xin" userId="9ff0c946-7f3c-4192-98c1-6be932ce2bce" providerId="ADAL" clId="{EC370BB4-30E8-4AD9-890D-521920E8CA56}" dt="2024-01-09T05:48:44.643" v="3158" actId="5793"/>
        <pc:sldMkLst>
          <pc:docMk/>
          <pc:sldMk cId="3052515236" sldId="989"/>
        </pc:sldMkLst>
      </pc:sldChg>
      <pc:sldChg chg="addSp delSp modSp add mod modAnim">
        <pc:chgData name="Xin Xin" userId="9ff0c946-7f3c-4192-98c1-6be932ce2bce" providerId="ADAL" clId="{EC370BB4-30E8-4AD9-890D-521920E8CA56}" dt="2024-01-08T07:31:18.893" v="1962"/>
        <pc:sldMkLst>
          <pc:docMk/>
          <pc:sldMk cId="2964609195" sldId="990"/>
        </pc:sldMkLst>
      </pc:sldChg>
      <pc:sldChg chg="modSp new del mod ord">
        <pc:chgData name="Xin Xin" userId="9ff0c946-7f3c-4192-98c1-6be932ce2bce" providerId="ADAL" clId="{EC370BB4-30E8-4AD9-890D-521920E8CA56}" dt="2024-01-08T14:42:35.678" v="3090" actId="47"/>
        <pc:sldMkLst>
          <pc:docMk/>
          <pc:sldMk cId="2746704462" sldId="991"/>
        </pc:sldMkLst>
      </pc:sldChg>
      <pc:sldChg chg="addSp delSp modSp add mod">
        <pc:chgData name="Xin Xin" userId="9ff0c946-7f3c-4192-98c1-6be932ce2bce" providerId="ADAL" clId="{EC370BB4-30E8-4AD9-890D-521920E8CA56}" dt="2024-01-08T09:33:30.974" v="2674" actId="1076"/>
        <pc:sldMkLst>
          <pc:docMk/>
          <pc:sldMk cId="2423250723" sldId="992"/>
        </pc:sldMkLst>
      </pc:sldChg>
      <pc:sldChg chg="addSp delSp add del setBg delDesignElem">
        <pc:chgData name="Xin Xin" userId="9ff0c946-7f3c-4192-98c1-6be932ce2bce" providerId="ADAL" clId="{EC370BB4-30E8-4AD9-890D-521920E8CA56}" dt="2024-01-08T09:09:54.362" v="2430"/>
        <pc:sldMkLst>
          <pc:docMk/>
          <pc:sldMk cId="3879548416" sldId="992"/>
        </pc:sldMkLst>
      </pc:sldChg>
      <pc:sldChg chg="addSp delSp modSp add del mod modAnim">
        <pc:chgData name="Xin Xin" userId="9ff0c946-7f3c-4192-98c1-6be932ce2bce" providerId="ADAL" clId="{EC370BB4-30E8-4AD9-890D-521920E8CA56}" dt="2024-01-08T14:35:34.723" v="2939" actId="47"/>
        <pc:sldMkLst>
          <pc:docMk/>
          <pc:sldMk cId="2796890472" sldId="993"/>
        </pc:sldMkLst>
      </pc:sldChg>
      <pc:sldChg chg="modSp add mod">
        <pc:chgData name="Xin Xin" userId="9ff0c946-7f3c-4192-98c1-6be932ce2bce" providerId="ADAL" clId="{EC370BB4-30E8-4AD9-890D-521920E8CA56}" dt="2024-01-08T14:41:08.409" v="3086" actId="20577"/>
        <pc:sldMkLst>
          <pc:docMk/>
          <pc:sldMk cId="1538176317" sldId="994"/>
        </pc:sldMkLst>
      </pc:sldChg>
      <pc:sldChg chg="modSp add del mod">
        <pc:chgData name="Xin Xin" userId="9ff0c946-7f3c-4192-98c1-6be932ce2bce" providerId="ADAL" clId="{EC370BB4-30E8-4AD9-890D-521920E8CA56}" dt="2024-01-08T14:30:55.789" v="2908" actId="47"/>
        <pc:sldMkLst>
          <pc:docMk/>
          <pc:sldMk cId="2980347387" sldId="995"/>
        </pc:sldMkLst>
      </pc:sldChg>
      <pc:sldChg chg="modSp add del mod">
        <pc:chgData name="Xin Xin" userId="9ff0c946-7f3c-4192-98c1-6be932ce2bce" providerId="ADAL" clId="{EC370BB4-30E8-4AD9-890D-521920E8CA56}" dt="2024-01-08T14:30:00.749" v="2905" actId="47"/>
        <pc:sldMkLst>
          <pc:docMk/>
          <pc:sldMk cId="2535701466" sldId="996"/>
        </pc:sldMkLst>
      </pc:sldChg>
      <pc:sldChg chg="delSp modSp add del mod ord">
        <pc:chgData name="Xin Xin" userId="9ff0c946-7f3c-4192-98c1-6be932ce2bce" providerId="ADAL" clId="{EC370BB4-30E8-4AD9-890D-521920E8CA56}" dt="2024-01-08T14:28:42.526" v="2892" actId="47"/>
        <pc:sldMkLst>
          <pc:docMk/>
          <pc:sldMk cId="2468515756" sldId="997"/>
        </pc:sldMkLst>
      </pc:sldChg>
      <pc:sldChg chg="delSp modSp add del mod modAnim">
        <pc:chgData name="Xin Xin" userId="9ff0c946-7f3c-4192-98c1-6be932ce2bce" providerId="ADAL" clId="{EC370BB4-30E8-4AD9-890D-521920E8CA56}" dt="2024-01-08T14:34:49.742" v="2932" actId="47"/>
        <pc:sldMkLst>
          <pc:docMk/>
          <pc:sldMk cId="344159879" sldId="998"/>
        </pc:sldMkLst>
      </pc:sldChg>
      <pc:sldChg chg="modSp add del mod">
        <pc:chgData name="Xin Xin" userId="9ff0c946-7f3c-4192-98c1-6be932ce2bce" providerId="ADAL" clId="{EC370BB4-30E8-4AD9-890D-521920E8CA56}" dt="2024-01-08T14:32:57.967" v="2914" actId="47"/>
        <pc:sldMkLst>
          <pc:docMk/>
          <pc:sldMk cId="1934115457" sldId="999"/>
        </pc:sldMkLst>
      </pc:sldChg>
      <pc:sldChg chg="delSp modSp add del mod">
        <pc:chgData name="Xin Xin" userId="9ff0c946-7f3c-4192-98c1-6be932ce2bce" providerId="ADAL" clId="{EC370BB4-30E8-4AD9-890D-521920E8CA56}" dt="2024-01-08T14:33:32.339" v="2918" actId="47"/>
        <pc:sldMkLst>
          <pc:docMk/>
          <pc:sldMk cId="103550941" sldId="1000"/>
        </pc:sldMkLst>
      </pc:sldChg>
      <pc:sldChg chg="delSp modSp add del mod ord modAnim">
        <pc:chgData name="Xin Xin" userId="9ff0c946-7f3c-4192-98c1-6be932ce2bce" providerId="ADAL" clId="{EC370BB4-30E8-4AD9-890D-521920E8CA56}" dt="2024-01-08T14:36:05.741" v="2947" actId="47"/>
        <pc:sldMkLst>
          <pc:docMk/>
          <pc:sldMk cId="1440061282" sldId="1001"/>
        </pc:sldMkLst>
      </pc:sldChg>
      <pc:sldChg chg="addSp delSp modSp new mod">
        <pc:chgData name="Xin Xin" userId="9ff0c946-7f3c-4192-98c1-6be932ce2bce" providerId="ADAL" clId="{EC370BB4-30E8-4AD9-890D-521920E8CA56}" dt="2024-01-08T14:28:33.969" v="2890" actId="1076"/>
        <pc:sldMkLst>
          <pc:docMk/>
          <pc:sldMk cId="3692251944" sldId="1002"/>
        </pc:sldMkLst>
      </pc:sldChg>
      <pc:sldChg chg="addSp delSp modSp add mod">
        <pc:chgData name="Xin Xin" userId="9ff0c946-7f3c-4192-98c1-6be932ce2bce" providerId="ADAL" clId="{EC370BB4-30E8-4AD9-890D-521920E8CA56}" dt="2024-01-08T14:29:52.802" v="2904" actId="1036"/>
        <pc:sldMkLst>
          <pc:docMk/>
          <pc:sldMk cId="1399360419" sldId="1003"/>
        </pc:sldMkLst>
      </pc:sldChg>
      <pc:sldChg chg="addSp delSp modSp add mod modAnim">
        <pc:chgData name="Xin Xin" userId="9ff0c946-7f3c-4192-98c1-6be932ce2bce" providerId="ADAL" clId="{EC370BB4-30E8-4AD9-890D-521920E8CA56}" dt="2024-01-08T14:33:03.364" v="2915"/>
        <pc:sldMkLst>
          <pc:docMk/>
          <pc:sldMk cId="1024578609" sldId="1004"/>
        </pc:sldMkLst>
      </pc:sldChg>
      <pc:sldChg chg="addSp delSp modSp add mod">
        <pc:chgData name="Xin Xin" userId="9ff0c946-7f3c-4192-98c1-6be932ce2bce" providerId="ADAL" clId="{EC370BB4-30E8-4AD9-890D-521920E8CA56}" dt="2024-01-08T14:33:46.135" v="2921" actId="1076"/>
        <pc:sldMkLst>
          <pc:docMk/>
          <pc:sldMk cId="647430869" sldId="1005"/>
        </pc:sldMkLst>
      </pc:sldChg>
      <pc:sldChg chg="addSp delSp modSp add mod ord modAnim">
        <pc:chgData name="Xin Xin" userId="9ff0c946-7f3c-4192-98c1-6be932ce2bce" providerId="ADAL" clId="{EC370BB4-30E8-4AD9-890D-521920E8CA56}" dt="2024-01-08T14:34:46.976" v="2931"/>
        <pc:sldMkLst>
          <pc:docMk/>
          <pc:sldMk cId="1030716104" sldId="1006"/>
        </pc:sldMkLst>
      </pc:sldChg>
      <pc:sldChg chg="addSp delSp modSp add del mod modAnim">
        <pc:chgData name="Xin Xin" userId="9ff0c946-7f3c-4192-98c1-6be932ce2bce" providerId="ADAL" clId="{EC370BB4-30E8-4AD9-890D-521920E8CA56}" dt="2024-01-08T14:36:12.930" v="2948" actId="2696"/>
        <pc:sldMkLst>
          <pc:docMk/>
          <pc:sldMk cId="3117008380" sldId="1007"/>
        </pc:sldMkLst>
      </pc:sldChg>
      <pc:sldChg chg="modSp add mod">
        <pc:chgData name="Xin Xin" userId="9ff0c946-7f3c-4192-98c1-6be932ce2bce" providerId="ADAL" clId="{EC370BB4-30E8-4AD9-890D-521920E8CA56}" dt="2024-01-08T14:36:41.487" v="2951"/>
        <pc:sldMkLst>
          <pc:docMk/>
          <pc:sldMk cId="3223531500" sldId="1007"/>
        </pc:sldMkLst>
      </pc:sldChg>
      <pc:sldChg chg="modSp add mod ord">
        <pc:chgData name="Xin Xin" userId="9ff0c946-7f3c-4192-98c1-6be932ce2bce" providerId="ADAL" clId="{EC370BB4-30E8-4AD9-890D-521920E8CA56}" dt="2024-01-08T14:36:56.759" v="2955"/>
        <pc:sldMkLst>
          <pc:docMk/>
          <pc:sldMk cId="2424516981" sldId="1008"/>
        </pc:sldMkLst>
      </pc:sldChg>
      <pc:sldChg chg="addSp delSp modSp add del mod modAnim">
        <pc:chgData name="Xin Xin" userId="9ff0c946-7f3c-4192-98c1-6be932ce2bce" providerId="ADAL" clId="{EC370BB4-30E8-4AD9-890D-521920E8CA56}" dt="2024-01-08T14:36:12.930" v="2948" actId="2696"/>
        <pc:sldMkLst>
          <pc:docMk/>
          <pc:sldMk cId="3444685122" sldId="1008"/>
        </pc:sldMkLst>
      </pc:sldChg>
      <pc:sldMasterChg chg="modSp modSldLayout">
        <pc:chgData name="Xin Xin" userId="9ff0c946-7f3c-4192-98c1-6be932ce2bce" providerId="ADAL" clId="{EC370BB4-30E8-4AD9-890D-521920E8CA56}" dt="2024-01-08T05:34:48.496" v="11"/>
        <pc:sldMasterMkLst>
          <pc:docMk/>
          <pc:sldMasterMk cId="1688907420" sldId="2147483839"/>
        </pc:sldMasterMkLst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0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1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2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3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4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7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8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50"/>
          </pc:sldLayoutMkLst>
        </pc:sldLayoutChg>
      </pc:sldMasterChg>
      <pc:sldMasterChg chg="modSldLayout">
        <pc:chgData name="Xin Xin" userId="9ff0c946-7f3c-4192-98c1-6be932ce2bce" providerId="ADAL" clId="{EC370BB4-30E8-4AD9-890D-521920E8CA56}" dt="2024-01-08T05:34:28.584" v="0"/>
        <pc:sldMasterMkLst>
          <pc:docMk/>
          <pc:sldMasterMk cId="637128036" sldId="2147483851"/>
        </pc:sldMasterMkLst>
        <pc:sldLayoutChg chg="addSp">
          <pc:chgData name="Xin Xin" userId="9ff0c946-7f3c-4192-98c1-6be932ce2bce" providerId="ADAL" clId="{EC370BB4-30E8-4AD9-890D-521920E8CA56}" dt="2024-01-08T05:34:28.584" v="0"/>
          <pc:sldLayoutMkLst>
            <pc:docMk/>
            <pc:sldMasterMk cId="637128036" sldId="2147483851"/>
            <pc:sldLayoutMk cId="1701856736" sldId="2147483853"/>
          </pc:sldLayoutMkLst>
        </pc:sldLayoutChg>
      </pc:sldMasterChg>
      <pc:sldMasterChg chg="modSldLayout">
        <pc:chgData name="Xin Xin" userId="9ff0c946-7f3c-4192-98c1-6be932ce2bce" providerId="ADAL" clId="{EC370BB4-30E8-4AD9-890D-521920E8CA56}" dt="2024-01-08T05:34:40.913" v="7"/>
        <pc:sldMasterMkLst>
          <pc:docMk/>
          <pc:sldMasterMk cId="1195836270" sldId="2147483851"/>
        </pc:sldMasterMkLst>
        <pc:sldLayoutChg chg="addSp">
          <pc:chgData name="Xin Xin" userId="9ff0c946-7f3c-4192-98c1-6be932ce2bce" providerId="ADAL" clId="{EC370BB4-30E8-4AD9-890D-521920E8CA56}" dt="2024-01-08T05:34:40.913" v="7"/>
          <pc:sldLayoutMkLst>
            <pc:docMk/>
            <pc:sldMasterMk cId="1195836270" sldId="2147483851"/>
            <pc:sldLayoutMk cId="3481299259" sldId="2147483853"/>
          </pc:sldLayoutMkLst>
        </pc:sldLayoutChg>
      </pc:sldMasterChg>
      <pc:sldMasterChg chg="modSldLayout">
        <pc:chgData name="Xin Xin" userId="9ff0c946-7f3c-4192-98c1-6be932ce2bce" providerId="ADAL" clId="{EC370BB4-30E8-4AD9-890D-521920E8CA56}" dt="2024-01-08T06:31:03.338" v="943" actId="14100"/>
        <pc:sldMasterMkLst>
          <pc:docMk/>
          <pc:sldMasterMk cId="3304735552" sldId="2147483851"/>
        </pc:sldMasterMkLst>
        <pc:sldLayoutChg chg="addSp modSp mod">
          <pc:chgData name="Xin Xin" userId="9ff0c946-7f3c-4192-98c1-6be932ce2bce" providerId="ADAL" clId="{EC370BB4-30E8-4AD9-890D-521920E8CA56}" dt="2024-01-08T06:31:03.338" v="943" actId="14100"/>
          <pc:sldLayoutMkLst>
            <pc:docMk/>
            <pc:sldMasterMk cId="3304735552" sldId="2147483851"/>
            <pc:sldLayoutMk cId="2121042803" sldId="2147483853"/>
          </pc:sldLayoutMkLst>
        </pc:sldLayoutChg>
      </pc:sldMasterChg>
      <pc:sldMasterChg chg="del delSldLayout">
        <pc:chgData name="Xin Xin" userId="9ff0c946-7f3c-4192-98c1-6be932ce2bce" providerId="ADAL" clId="{EC370BB4-30E8-4AD9-890D-521920E8CA56}" dt="2024-01-08T14:42:31.718" v="3087" actId="47"/>
        <pc:sldMasterMkLst>
          <pc:docMk/>
          <pc:sldMasterMk cId="132506679" sldId="2147483863"/>
        </pc:sldMasterMkLst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3353663624" sldId="2147483864"/>
          </pc:sldLayoutMkLst>
        </pc:sldLayoutChg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872515940" sldId="2147483865"/>
          </pc:sldLayoutMkLst>
        </pc:sldLayoutChg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4087818356" sldId="2147483866"/>
          </pc:sldLayoutMkLst>
        </pc:sldLayoutChg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424052134" sldId="2147483867"/>
          </pc:sldLayoutMkLst>
        </pc:sldLayoutChg>
      </pc:sldMasterChg>
    </pc:docChg>
  </pc:docChgLst>
  <pc:docChgLst>
    <pc:chgData name="Xin Xin" userId="9ff0c946-7f3c-4192-98c1-6be932ce2bce" providerId="ADAL" clId="{18C75DDE-79AE-432B-9F6F-8ECE61D37F25}"/>
    <pc:docChg chg="undo redo custSel addSld delSld modSld">
      <pc:chgData name="Xin Xin" userId="9ff0c946-7f3c-4192-98c1-6be932ce2bce" providerId="ADAL" clId="{18C75DDE-79AE-432B-9F6F-8ECE61D37F25}" dt="2025-03-10T15:06:06.172" v="11" actId="47"/>
      <pc:docMkLst>
        <pc:docMk/>
      </pc:docMkLst>
      <pc:sldChg chg="add del">
        <pc:chgData name="Xin Xin" userId="9ff0c946-7f3c-4192-98c1-6be932ce2bce" providerId="ADAL" clId="{18C75DDE-79AE-432B-9F6F-8ECE61D37F25}" dt="2025-03-10T15:06:06.172" v="11" actId="47"/>
        <pc:sldMkLst>
          <pc:docMk/>
          <pc:sldMk cId="441187919" sldId="1260"/>
        </pc:sldMkLst>
      </pc:sldChg>
      <pc:sldChg chg="delSp mod">
        <pc:chgData name="Xin Xin" userId="9ff0c946-7f3c-4192-98c1-6be932ce2bce" providerId="ADAL" clId="{18C75DDE-79AE-432B-9F6F-8ECE61D37F25}" dt="2025-03-10T12:55:42.867" v="0" actId="478"/>
        <pc:sldMkLst>
          <pc:docMk/>
          <pc:sldMk cId="3018054746" sldId="1267"/>
        </pc:sldMkLst>
        <pc:spChg chg="del">
          <ac:chgData name="Xin Xin" userId="9ff0c946-7f3c-4192-98c1-6be932ce2bce" providerId="ADAL" clId="{18C75DDE-79AE-432B-9F6F-8ECE61D37F25}" dt="2025-03-10T12:55:42.867" v="0" actId="478"/>
          <ac:spMkLst>
            <pc:docMk/>
            <pc:sldMk cId="3018054746" sldId="1267"/>
            <ac:spMk id="3" creationId="{462FBB62-4218-16A6-2E75-B2E3BD2BAE1E}"/>
          </ac:spMkLst>
        </pc:spChg>
      </pc:sldChg>
      <pc:sldChg chg="delSp mod">
        <pc:chgData name="Xin Xin" userId="9ff0c946-7f3c-4192-98c1-6be932ce2bce" providerId="ADAL" clId="{18C75DDE-79AE-432B-9F6F-8ECE61D37F25}" dt="2025-03-10T12:55:44.041" v="1" actId="478"/>
        <pc:sldMkLst>
          <pc:docMk/>
          <pc:sldMk cId="1863739232" sldId="1268"/>
        </pc:sldMkLst>
        <pc:spChg chg="del">
          <ac:chgData name="Xin Xin" userId="9ff0c946-7f3c-4192-98c1-6be932ce2bce" providerId="ADAL" clId="{18C75DDE-79AE-432B-9F6F-8ECE61D37F25}" dt="2025-03-10T12:55:44.041" v="1" actId="478"/>
          <ac:spMkLst>
            <pc:docMk/>
            <pc:sldMk cId="1863739232" sldId="1268"/>
            <ac:spMk id="4" creationId="{80CE0F18-9031-75BF-2007-43355CAC1FDC}"/>
          </ac:spMkLst>
        </pc:spChg>
      </pc:sldChg>
      <pc:sldChg chg="addSp delSp mod">
        <pc:chgData name="Xin Xin" userId="9ff0c946-7f3c-4192-98c1-6be932ce2bce" providerId="ADAL" clId="{18C75DDE-79AE-432B-9F6F-8ECE61D37F25}" dt="2025-03-10T15:06:03.647" v="8" actId="478"/>
        <pc:sldMkLst>
          <pc:docMk/>
          <pc:sldMk cId="3317199003" sldId="1269"/>
        </pc:sldMkLst>
        <pc:spChg chg="add del">
          <ac:chgData name="Xin Xin" userId="9ff0c946-7f3c-4192-98c1-6be932ce2bce" providerId="ADAL" clId="{18C75DDE-79AE-432B-9F6F-8ECE61D37F25}" dt="2025-03-10T15:06:03.647" v="8" actId="478"/>
          <ac:spMkLst>
            <pc:docMk/>
            <pc:sldMk cId="3317199003" sldId="1269"/>
            <ac:spMk id="3" creationId="{5257C096-B395-36EE-8219-CEA851A9AE92}"/>
          </ac:spMkLst>
        </pc:spChg>
      </pc:sldChg>
      <pc:sldChg chg="add del">
        <pc:chgData name="Xin Xin" userId="9ff0c946-7f3c-4192-98c1-6be932ce2bce" providerId="ADAL" clId="{18C75DDE-79AE-432B-9F6F-8ECE61D37F25}" dt="2025-03-10T15:06:06.172" v="11" actId="47"/>
        <pc:sldMkLst>
          <pc:docMk/>
          <pc:sldMk cId="2814405626" sldId="13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21601-8810-E544-9D11-46F00C4F0696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B5A7F-9579-BB49-881B-29290E497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84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59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294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9770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6EA1AD-6EA3-1049-AB4E-FC15F4DC35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4544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212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0403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9792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073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67844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58686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20880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0913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25773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72194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54076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4199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5076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0301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35303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28670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43778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52242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96155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3883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87890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1310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08994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50059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36913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83234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05234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62055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49879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83435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783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517395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48842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832917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68284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268535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9432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829071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5770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3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6525"/>
            <a:ext cx="7250430" cy="772796"/>
          </a:xfrm>
        </p:spPr>
        <p:txBody>
          <a:bodyPr>
            <a:normAutofit/>
          </a:bodyPr>
          <a:lstStyle>
            <a:lvl1pPr>
              <a:defRPr sz="4000"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98603"/>
            <a:ext cx="7886700" cy="579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61E220-D336-D8EA-6239-8C05D2C08EBC}"/>
              </a:ext>
            </a:extLst>
          </p:cNvPr>
          <p:cNvCxnSpPr/>
          <p:nvPr userDrawn="1"/>
        </p:nvCxnSpPr>
        <p:spPr>
          <a:xfrm>
            <a:off x="9525" y="955002"/>
            <a:ext cx="9121140" cy="0"/>
          </a:xfrm>
          <a:prstGeom prst="line">
            <a:avLst/>
          </a:prstGeom>
          <a:ln w="38100">
            <a:solidFill>
              <a:srgbClr val="C95B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Home - UCF College of Engineering and Computer Science">
            <a:extLst>
              <a:ext uri="{FF2B5EF4-FFF2-40B4-BE49-F238E27FC236}">
                <a16:creationId xmlns:a16="http://schemas.microsoft.com/office/drawing/2014/main" id="{9F1B4091-87B5-7363-19C4-89F41293F64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252" b="28112"/>
          <a:stretch/>
        </p:blipFill>
        <p:spPr bwMode="auto">
          <a:xfrm>
            <a:off x="8238773" y="84380"/>
            <a:ext cx="707107" cy="77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042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7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395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58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9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2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57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90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77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37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38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24027"/>
            <a:ext cx="78867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26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90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61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35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1821"/>
            <a:ext cx="78867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68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264319" indent="-166688" algn="l" defTabSz="685800" rtl="0" eaLnBrk="1" latinLnBrk="0" hangingPunct="1">
        <a:lnSpc>
          <a:spcPct val="90000"/>
        </a:lnSpc>
        <a:spcBef>
          <a:spcPts val="750"/>
        </a:spcBef>
        <a:buClr>
          <a:srgbClr val="0000A3"/>
        </a:buClr>
        <a:buFont typeface="Wingdings" pitchFamily="2" charset="2"/>
        <a:buChar char="§"/>
        <a:tabLst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494" indent="-173831" algn="l" defTabSz="685800" rtl="0" eaLnBrk="1" latinLnBrk="0" hangingPunct="1">
        <a:lnSpc>
          <a:spcPct val="90000"/>
        </a:lnSpc>
        <a:spcBef>
          <a:spcPts val="375"/>
        </a:spcBef>
        <a:buClr>
          <a:srgbClr val="0000A8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wustl.edu/~jain/" TargetMode="External"/><Relationship Id="rId2" Type="http://schemas.openxmlformats.org/officeDocument/2006/relationships/hyperlink" Target="https://www.ece.ucf.edu/~yuksem/teaching/EEL-4781-Fall-2020.html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F67056-1534-47E2-83BE-08A2B9441FDC}"/>
              </a:ext>
            </a:extLst>
          </p:cNvPr>
          <p:cNvSpPr/>
          <p:nvPr/>
        </p:nvSpPr>
        <p:spPr>
          <a:xfrm>
            <a:off x="0" y="1951615"/>
            <a:ext cx="9144000" cy="1750979"/>
          </a:xfrm>
          <a:prstGeom prst="rect">
            <a:avLst/>
          </a:prstGeom>
          <a:solidFill>
            <a:srgbClr val="887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336103"/>
            <a:ext cx="9144000" cy="1014108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+mn-lt"/>
              </a:rPr>
              <a:t>EEL 4781 Computer Communication Networks</a:t>
            </a:r>
            <a:br>
              <a:rPr lang="en-US" altLang="zh-CN" sz="4800" dirty="0">
                <a:solidFill>
                  <a:schemeClr val="bg1"/>
                </a:solidFill>
                <a:latin typeface="+mn-lt"/>
              </a:rPr>
            </a:br>
            <a:r>
              <a:rPr lang="en-US" altLang="zh-CN" sz="3200">
                <a:solidFill>
                  <a:schemeClr val="bg1"/>
                </a:solidFill>
                <a:latin typeface="+mn-lt"/>
              </a:rPr>
              <a:t>Chapter 4-2: </a:t>
            </a:r>
            <a:r>
              <a:rPr lang="en-US" altLang="zh-CN" sz="3200" dirty="0">
                <a:solidFill>
                  <a:schemeClr val="bg1"/>
                </a:solidFill>
                <a:latin typeface="+mn-lt"/>
              </a:rPr>
              <a:t>Network Layer</a:t>
            </a:r>
            <a:endParaRPr lang="en-US" sz="4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7026" y="4647913"/>
            <a:ext cx="6858000" cy="581315"/>
          </a:xfrm>
        </p:spPr>
        <p:txBody>
          <a:bodyPr wrap="none">
            <a:noAutofit/>
          </a:bodyPr>
          <a:lstStyle/>
          <a:p>
            <a:r>
              <a:rPr lang="en-US" sz="2400" b="1" dirty="0"/>
              <a:t>Xin </a:t>
            </a:r>
            <a:r>
              <a:rPr lang="en-US" sz="2400" b="1" dirty="0" err="1"/>
              <a:t>Xin</a:t>
            </a:r>
            <a:endParaRPr lang="en-US" sz="2400" b="1" dirty="0"/>
          </a:p>
          <a:p>
            <a:r>
              <a:rPr lang="en-US" b="1" dirty="0"/>
              <a:t>Department of Electrical and </a:t>
            </a:r>
            <a:r>
              <a:rPr lang="en-US" altLang="zh-CN" b="1" dirty="0"/>
              <a:t>Computer Engineering</a:t>
            </a:r>
          </a:p>
          <a:p>
            <a:r>
              <a:rPr lang="en-US" sz="2400" b="1" dirty="0"/>
              <a:t>University of Central F</a:t>
            </a:r>
            <a:r>
              <a:rPr lang="en-US" b="1" dirty="0"/>
              <a:t>lorida</a:t>
            </a:r>
            <a:endParaRPr lang="en-US" sz="24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9DF276-5B0A-4972-9653-037F6D8B3C68}"/>
              </a:ext>
            </a:extLst>
          </p:cNvPr>
          <p:cNvSpPr/>
          <p:nvPr/>
        </p:nvSpPr>
        <p:spPr>
          <a:xfrm>
            <a:off x="1" y="3790141"/>
            <a:ext cx="6774656" cy="116732"/>
          </a:xfrm>
          <a:prstGeom prst="rect">
            <a:avLst/>
          </a:prstGeom>
          <a:gradFill flip="none" rotWithShape="1">
            <a:gsLst>
              <a:gs pos="69000">
                <a:srgbClr val="887128"/>
              </a:gs>
              <a:gs pos="47000">
                <a:srgbClr val="FFC904">
                  <a:alpha val="40784"/>
                </a:srgbClr>
              </a:gs>
              <a:gs pos="21000">
                <a:srgbClr val="887128"/>
              </a:gs>
              <a:gs pos="0">
                <a:srgbClr val="887128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1411FC-0199-4C18-B757-D96B9FBEC12C}"/>
              </a:ext>
            </a:extLst>
          </p:cNvPr>
          <p:cNvSpPr/>
          <p:nvPr/>
        </p:nvSpPr>
        <p:spPr>
          <a:xfrm>
            <a:off x="6880860" y="3790142"/>
            <a:ext cx="2263140" cy="116732"/>
          </a:xfrm>
          <a:prstGeom prst="rect">
            <a:avLst/>
          </a:prstGeom>
          <a:solidFill>
            <a:srgbClr val="887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ome - UCF College of Engineering and Computer Science">
            <a:extLst>
              <a:ext uri="{FF2B5EF4-FFF2-40B4-BE49-F238E27FC236}">
                <a16:creationId xmlns:a16="http://schemas.microsoft.com/office/drawing/2014/main" id="{8E0F3A9D-0085-8B62-1898-2721C3D1D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844" y="337185"/>
            <a:ext cx="2794835" cy="66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9737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719AE-B1B9-90B4-C7A9-C40C5C5D0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3"/>
            <a:ext cx="7886700" cy="4857748"/>
          </a:xfrm>
        </p:spPr>
        <p:txBody>
          <a:bodyPr>
            <a:normAutofit/>
          </a:bodyPr>
          <a:lstStyle/>
          <a:p>
            <a:r>
              <a:rPr lang="en-US" dirty="0"/>
              <a:t>routing protocols</a:t>
            </a:r>
          </a:p>
          <a:p>
            <a:pPr lvl="1"/>
            <a:r>
              <a:rPr lang="en-US" dirty="0"/>
              <a:t>introduction</a:t>
            </a:r>
          </a:p>
          <a:p>
            <a:pPr lvl="1"/>
            <a:r>
              <a:rPr lang="en-US" dirty="0"/>
              <a:t>link state</a:t>
            </a:r>
          </a:p>
          <a:p>
            <a:pPr lvl="1"/>
            <a:r>
              <a:rPr lang="en-US" dirty="0"/>
              <a:t>distance vector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632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6933BFA-FFE1-0149-8120-54BF3A2DA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FCA6316-79A6-B14E-8F63-A42967EB3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1418693"/>
          </a:xfrm>
        </p:spPr>
        <p:txBody>
          <a:bodyPr>
            <a:normAutofit/>
          </a:bodyPr>
          <a:lstStyle/>
          <a:p>
            <a:pPr marL="97631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Two approaches to structuring network control plane:</a:t>
            </a:r>
          </a:p>
          <a:p>
            <a:pPr marL="350044" indent="-186929"/>
            <a:r>
              <a:rPr lang="en-US" sz="2000" dirty="0"/>
              <a:t>per-router control (traditional)</a:t>
            </a:r>
          </a:p>
          <a:p>
            <a:pPr marL="350044" indent="-186929"/>
            <a:r>
              <a:rPr lang="en-US" sz="2000" dirty="0"/>
              <a:t>logically centralized control (software defined networking)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59312D-6602-054C-94D1-70724062A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3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FDE94C0-73F6-B048-AAAB-8D0D8D89E2D1}"/>
              </a:ext>
            </a:extLst>
          </p:cNvPr>
          <p:cNvGrpSpPr/>
          <p:nvPr/>
        </p:nvGrpSpPr>
        <p:grpSpPr>
          <a:xfrm>
            <a:off x="612902" y="2977058"/>
            <a:ext cx="7450780" cy="689122"/>
            <a:chOff x="817202" y="1662139"/>
            <a:chExt cx="9934373" cy="918829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FEAC7B53-78D6-1B48-9942-0293ECA70C3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17202" y="1662139"/>
              <a:ext cx="6556992" cy="918829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50044" indent="-252413" defTabSz="685800">
                <a:spcBef>
                  <a:spcPts val="900"/>
                </a:spcBef>
                <a:defRPr/>
              </a:pPr>
              <a:r>
                <a:rPr lang="en-US" sz="2000" dirty="0">
                  <a:solidFill>
                    <a:srgbClr val="C00000"/>
                  </a:solidFill>
                  <a:latin typeface="Calibri" panose="020F0502020204030204"/>
                </a:rPr>
                <a:t>forwarding: </a:t>
              </a:r>
              <a:r>
                <a:rPr lang="en-US" sz="2000" dirty="0">
                  <a:solidFill>
                    <a:prstClr val="black"/>
                  </a:solidFill>
                  <a:latin typeface="Calibri" panose="020F0502020204030204"/>
                </a:rPr>
                <a:t>move packets from router’</a:t>
              </a:r>
              <a:r>
                <a:rPr lang="en-US" altLang="ja-JP" sz="200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s input to appropriate router output</a:t>
              </a:r>
            </a:p>
            <a:p>
              <a:pPr marL="264319" indent="-166688" defTabSz="685800">
                <a:spcBef>
                  <a:spcPts val="750"/>
                </a:spcBef>
                <a:buNone/>
                <a:defRPr/>
              </a:pPr>
              <a:endParaRPr lang="en-US" sz="20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921A3F06-1DC8-C24B-9C1D-D833C15E3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8781" y="1807341"/>
              <a:ext cx="2882794" cy="508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257175" indent="-257175" defTabSz="685800">
                <a:lnSpc>
                  <a:spcPct val="85000"/>
                </a:lnSpc>
                <a:spcBef>
                  <a:spcPts val="450"/>
                </a:spcBef>
                <a:buClr>
                  <a:srgbClr val="000099"/>
                </a:buClr>
                <a:buSzPct val="65000"/>
                <a:defRPr/>
              </a:pPr>
              <a:r>
                <a:rPr lang="en-US" sz="2400" i="1" dirty="0">
                  <a:solidFill>
                    <a:srgbClr val="000090"/>
                  </a:solidFill>
                  <a:latin typeface="Calibri" panose="020F0502020204030204"/>
                </a:rPr>
                <a:t>data plane</a:t>
              </a:r>
            </a:p>
            <a:p>
              <a:pPr marL="257175" indent="-257175" defTabSz="685800">
                <a:lnSpc>
                  <a:spcPct val="85000"/>
                </a:lnSpc>
                <a:spcBef>
                  <a:spcPts val="450"/>
                </a:spcBef>
                <a:buClr>
                  <a:srgbClr val="000099"/>
                </a:buClr>
                <a:buSzPct val="65000"/>
                <a:defRPr/>
              </a:pPr>
              <a:endParaRPr lang="en-US" sz="20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marL="257175" indent="-257175" defTabSz="6858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charset="0"/>
                <a:buChar char="v"/>
                <a:defRPr/>
              </a:pPr>
              <a:endParaRPr lang="en-US" sz="20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F499515-ACC5-5E44-BAC7-0535D920E0BE}"/>
              </a:ext>
            </a:extLst>
          </p:cNvPr>
          <p:cNvGrpSpPr/>
          <p:nvPr/>
        </p:nvGrpSpPr>
        <p:grpSpPr>
          <a:xfrm>
            <a:off x="694542" y="3725942"/>
            <a:ext cx="7369140" cy="690464"/>
            <a:chOff x="1314797" y="2881877"/>
            <a:chExt cx="9825520" cy="920619"/>
          </a:xfrm>
        </p:grpSpPr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F4BDCF0F-801F-9241-A6B1-11645A67C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7249" y="3047636"/>
              <a:ext cx="3293068" cy="5637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lnSpc>
                  <a:spcPct val="85000"/>
                </a:lnSpc>
                <a:spcBef>
                  <a:spcPts val="450"/>
                </a:spcBef>
                <a:buClr>
                  <a:srgbClr val="000099"/>
                </a:buClr>
                <a:buSzPct val="100000"/>
                <a:defRPr/>
              </a:pPr>
              <a:r>
                <a:rPr lang="en-US" sz="2400" i="1" dirty="0">
                  <a:solidFill>
                    <a:srgbClr val="000099"/>
                  </a:solidFill>
                  <a:latin typeface="Calibri" panose="020F0502020204030204"/>
                </a:rPr>
                <a:t>control</a:t>
              </a:r>
              <a:r>
                <a:rPr lang="en-US" sz="2400" b="1" i="1" dirty="0">
                  <a:solidFill>
                    <a:srgbClr val="000099"/>
                  </a:solidFill>
                  <a:latin typeface="Calibri" panose="020F0502020204030204"/>
                </a:rPr>
                <a:t> </a:t>
              </a:r>
              <a:r>
                <a:rPr lang="en-US" sz="2400" i="1" dirty="0">
                  <a:solidFill>
                    <a:srgbClr val="000099"/>
                  </a:solidFill>
                  <a:latin typeface="Calibri" panose="020F0502020204030204"/>
                </a:rPr>
                <a:t>plane</a:t>
              </a:r>
              <a:endParaRPr lang="en-US" sz="2400" i="1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marL="257175" indent="-257175" defTabSz="685800">
                <a:lnSpc>
                  <a:spcPct val="85000"/>
                </a:lnSpc>
                <a:spcBef>
                  <a:spcPct val="70000"/>
                </a:spcBef>
                <a:buClr>
                  <a:srgbClr val="000099"/>
                </a:buClr>
                <a:buSzPct val="65000"/>
                <a:buFont typeface="Wingdings" charset="0"/>
                <a:buChar char="v"/>
                <a:defRPr/>
              </a:pPr>
              <a:endParaRPr lang="en-US" sz="20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defTabSz="6858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defRPr/>
              </a:pPr>
              <a:endParaRPr lang="en-US" sz="20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470A0826-D747-A94C-89BA-1620D77E3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4797" y="2881877"/>
              <a:ext cx="6529016" cy="9206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="" xmlns:ma14="http://schemas.microsoft.com/office/mac/drawingml/2011/main" val="1"/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ＭＳ Ｐゴシック" charset="0"/>
                  <a:cs typeface="ＭＳ Ｐゴシック" charset="0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Arial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  <a:ea typeface="ＭＳ Ｐゴシック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  <a:ea typeface="ＭＳ Ｐゴシック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itchFamily="-109" charset="0"/>
                </a:defRPr>
              </a:lvl9pPr>
            </a:lstStyle>
            <a:p>
              <a:pPr marL="257175" indent="-257175" defTabSz="685800">
                <a:lnSpc>
                  <a:spcPct val="90000"/>
                </a:lnSpc>
                <a:spcBef>
                  <a:spcPts val="900"/>
                </a:spcBef>
                <a:defRPr/>
              </a:pPr>
              <a:r>
                <a:rPr lang="en-US" sz="2000" dirty="0">
                  <a:solidFill>
                    <a:srgbClr val="C00000"/>
                  </a:solidFill>
                  <a:latin typeface="Calibri" panose="020F0502020204030204"/>
                </a:rPr>
                <a:t>routing: </a:t>
              </a:r>
              <a:r>
                <a:rPr lang="en-US" sz="2000" dirty="0">
                  <a:solidFill>
                    <a:prstClr val="black"/>
                  </a:solidFill>
                  <a:latin typeface="Calibri" panose="020F0502020204030204"/>
                </a:rPr>
                <a:t>determine route taken by packets from source to destination</a:t>
              </a:r>
            </a:p>
            <a:p>
              <a:pPr marL="257175" indent="-257175" defTabSz="685800">
                <a:buNone/>
                <a:defRPr/>
              </a:pPr>
              <a:endParaRPr lang="en-US" sz="20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6465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B46D7-DEDF-364B-99E9-3FB1F889B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Introduction</a:t>
            </a:r>
          </a:p>
        </p:txBody>
      </p:sp>
      <p:sp>
        <p:nvSpPr>
          <p:cNvPr id="237" name="Slide Number Placeholder 4">
            <a:extLst>
              <a:ext uri="{FF2B5EF4-FFF2-40B4-BE49-F238E27FC236}">
                <a16:creationId xmlns:a16="http://schemas.microsoft.com/office/drawing/2014/main" id="{57716A65-23C0-8B48-AA5A-19283D05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4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4" name="TextBox 257">
            <a:extLst>
              <a:ext uri="{FF2B5EF4-FFF2-40B4-BE49-F238E27FC236}">
                <a16:creationId xmlns:a16="http://schemas.microsoft.com/office/drawing/2014/main" id="{8EB40520-A927-A94E-975A-4093319F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580" y="1683079"/>
            <a:ext cx="824036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/>
              </a:rPr>
              <a:t>Individual routing algorithm components </a:t>
            </a:r>
            <a:r>
              <a:rPr lang="en-US" altLang="en-US" i="1" dirty="0">
                <a:solidFill>
                  <a:srgbClr val="000090"/>
                </a:solidFill>
                <a:latin typeface="Calibri" panose="020F0502020204030204"/>
              </a:rPr>
              <a:t>in each and every router </a:t>
            </a:r>
            <a:r>
              <a:rPr lang="en-US" altLang="en-US" dirty="0">
                <a:solidFill>
                  <a:prstClr val="black"/>
                </a:solidFill>
                <a:latin typeface="Calibri" panose="020F0502020204030204"/>
              </a:rPr>
              <a:t>interact in the control plane</a:t>
            </a:r>
          </a:p>
        </p:txBody>
      </p:sp>
      <p:sp>
        <p:nvSpPr>
          <p:cNvPr id="238" name="Freeform 2">
            <a:extLst>
              <a:ext uri="{FF2B5EF4-FFF2-40B4-BE49-F238E27FC236}">
                <a16:creationId xmlns:a16="http://schemas.microsoft.com/office/drawing/2014/main" id="{66A80B54-F93B-A94A-938E-DFA6C3C90E64}"/>
              </a:ext>
            </a:extLst>
          </p:cNvPr>
          <p:cNvSpPr>
            <a:spLocks/>
          </p:cNvSpPr>
          <p:nvPr/>
        </p:nvSpPr>
        <p:spPr bwMode="auto">
          <a:xfrm>
            <a:off x="3136987" y="4964959"/>
            <a:ext cx="3020615" cy="704850"/>
          </a:xfrm>
          <a:custGeom>
            <a:avLst/>
            <a:gdLst>
              <a:gd name="T0" fmla="*/ 2147483647 w 10001"/>
              <a:gd name="T1" fmla="*/ 2147483647 h 10125"/>
              <a:gd name="T2" fmla="*/ 2147483647 w 10001"/>
              <a:gd name="T3" fmla="*/ 2147483647 h 10125"/>
              <a:gd name="T4" fmla="*/ 2147483647 w 10001"/>
              <a:gd name="T5" fmla="*/ 2147483647 h 10125"/>
              <a:gd name="T6" fmla="*/ 2147483647 w 10001"/>
              <a:gd name="T7" fmla="*/ 0 h 10125"/>
              <a:gd name="T8" fmla="*/ 2147483647 w 10001"/>
              <a:gd name="T9" fmla="*/ 2147483647 h 10125"/>
              <a:gd name="T10" fmla="*/ 2147483647 w 10001"/>
              <a:gd name="T11" fmla="*/ 2147483647 h 10125"/>
              <a:gd name="T12" fmla="*/ 2147483647 w 10001"/>
              <a:gd name="T13" fmla="*/ 2147483647 h 10125"/>
              <a:gd name="T14" fmla="*/ 2147483647 w 10001"/>
              <a:gd name="T15" fmla="*/ 2147483647 h 10125"/>
              <a:gd name="T16" fmla="*/ 2147483647 w 10001"/>
              <a:gd name="T17" fmla="*/ 2147483647 h 10125"/>
              <a:gd name="T18" fmla="*/ 2147483647 w 10001"/>
              <a:gd name="T19" fmla="*/ 2147483647 h 10125"/>
              <a:gd name="T20" fmla="*/ 2147483647 w 10001"/>
              <a:gd name="T21" fmla="*/ 2147483647 h 10125"/>
              <a:gd name="T22" fmla="*/ 2147483647 w 10001"/>
              <a:gd name="T23" fmla="*/ 2147483647 h 10125"/>
              <a:gd name="T24" fmla="*/ 2147483647 w 10001"/>
              <a:gd name="T25" fmla="*/ 2147483647 h 10125"/>
              <a:gd name="T26" fmla="*/ 2147483647 w 10001"/>
              <a:gd name="T27" fmla="*/ 2147483647 h 10125"/>
              <a:gd name="T28" fmla="*/ 2147483647 w 10001"/>
              <a:gd name="T29" fmla="*/ 2147483647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6B89A56E-4B45-1449-B1CC-C8EF7ABE50B3}"/>
              </a:ext>
            </a:extLst>
          </p:cNvPr>
          <p:cNvCxnSpPr/>
          <p:nvPr/>
        </p:nvCxnSpPr>
        <p:spPr>
          <a:xfrm flipV="1">
            <a:off x="3609664" y="5079259"/>
            <a:ext cx="987029" cy="98822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2740CBE6-0A59-E645-A69D-A9AE662529A8}"/>
              </a:ext>
            </a:extLst>
          </p:cNvPr>
          <p:cNvCxnSpPr/>
          <p:nvPr/>
        </p:nvCxnSpPr>
        <p:spPr>
          <a:xfrm>
            <a:off x="3526320" y="5218561"/>
            <a:ext cx="1694260" cy="225029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FEDEF0D8-C674-7A42-948E-7E305FE7E98D}"/>
              </a:ext>
            </a:extLst>
          </p:cNvPr>
          <p:cNvCxnSpPr/>
          <p:nvPr/>
        </p:nvCxnSpPr>
        <p:spPr>
          <a:xfrm>
            <a:off x="3535846" y="5298334"/>
            <a:ext cx="535781" cy="205978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88FEC270-B253-8E44-A411-9C7971EEB2C5}"/>
              </a:ext>
            </a:extLst>
          </p:cNvPr>
          <p:cNvCxnSpPr/>
          <p:nvPr/>
        </p:nvCxnSpPr>
        <p:spPr>
          <a:xfrm flipV="1">
            <a:off x="4299037" y="5443590"/>
            <a:ext cx="935831" cy="60722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829E7CD6-E2DF-3F41-969B-DA845A408D9F}"/>
              </a:ext>
            </a:extLst>
          </p:cNvPr>
          <p:cNvCxnSpPr/>
          <p:nvPr/>
        </p:nvCxnSpPr>
        <p:spPr>
          <a:xfrm>
            <a:off x="4794337" y="5103072"/>
            <a:ext cx="792956" cy="92869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DE601DF1-8D2D-2A46-BC8F-F868A11F76CA}"/>
              </a:ext>
            </a:extLst>
          </p:cNvPr>
          <p:cNvCxnSpPr/>
          <p:nvPr/>
        </p:nvCxnSpPr>
        <p:spPr>
          <a:xfrm flipV="1">
            <a:off x="4257364" y="5218561"/>
            <a:ext cx="1343025" cy="225029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A11DDE0B-F575-FA48-8F6B-03D4A7733DCF}"/>
              </a:ext>
            </a:extLst>
          </p:cNvPr>
          <p:cNvCxnSpPr/>
          <p:nvPr/>
        </p:nvCxnSpPr>
        <p:spPr>
          <a:xfrm flipV="1">
            <a:off x="5252727" y="5239993"/>
            <a:ext cx="441722" cy="203597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ADA6CD88-616E-B24E-8E41-831DCFC74F88}"/>
              </a:ext>
            </a:extLst>
          </p:cNvPr>
          <p:cNvCxnSpPr/>
          <p:nvPr/>
        </p:nvCxnSpPr>
        <p:spPr>
          <a:xfrm>
            <a:off x="4609789" y="5079259"/>
            <a:ext cx="610791" cy="300038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</p:spPr>
      </p:cxnSp>
      <p:grpSp>
        <p:nvGrpSpPr>
          <p:cNvPr id="247" name="Group 7">
            <a:extLst>
              <a:ext uri="{FF2B5EF4-FFF2-40B4-BE49-F238E27FC236}">
                <a16:creationId xmlns:a16="http://schemas.microsoft.com/office/drawing/2014/main" id="{F23FF8D1-2C6B-9448-B97C-26AA0FF38328}"/>
              </a:ext>
            </a:extLst>
          </p:cNvPr>
          <p:cNvGrpSpPr>
            <a:grpSpLocks/>
          </p:cNvGrpSpPr>
          <p:nvPr/>
        </p:nvGrpSpPr>
        <p:grpSpPr bwMode="auto">
          <a:xfrm>
            <a:off x="3953755" y="5398347"/>
            <a:ext cx="422672" cy="220265"/>
            <a:chOff x="1871277" y="1576300"/>
            <a:chExt cx="1128371" cy="437861"/>
          </a:xfrm>
        </p:grpSpPr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F781E7E0-A5A4-AD4A-A844-E9A7BB7A797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55" y="1694641"/>
              <a:ext cx="1125193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latin typeface="Gill Sans MT"/>
                <a:ea typeface="ＭＳ Ｐゴシック" panose="020B0600070205080204" pitchFamily="34" charset="-128"/>
              </a:endParaRP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3D5BD08E-FA2E-E04F-A545-2E0866784F93}"/>
                </a:ext>
              </a:extLst>
            </p:cNvPr>
            <p:cNvSpPr/>
            <p:nvPr/>
          </p:nvSpPr>
          <p:spPr bwMode="auto">
            <a:xfrm>
              <a:off x="1871277" y="1739610"/>
              <a:ext cx="1128371" cy="115975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FFFF"/>
                </a:solidFill>
                <a:latin typeface="Gill Sans MT"/>
              </a:endParaRPr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01E234FF-7C0E-FD47-9DA3-FA961901317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193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latin typeface="Gill Sans MT"/>
                <a:ea typeface="ＭＳ Ｐゴシック" panose="020B0600070205080204" pitchFamily="34" charset="-128"/>
              </a:endParaRPr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563210E5-D710-8E45-8417-02EB79B5C81A}"/>
                </a:ext>
              </a:extLst>
            </p:cNvPr>
            <p:cNvSpPr/>
            <p:nvPr/>
          </p:nvSpPr>
          <p:spPr bwMode="auto">
            <a:xfrm>
              <a:off x="2160521" y="1673339"/>
              <a:ext cx="546704" cy="160944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FFFF"/>
                </a:solidFill>
                <a:latin typeface="Gill Sans MT"/>
              </a:endParaRPr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430FD04E-46A2-3749-B589-BEE902C8D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3307" y="1633104"/>
              <a:ext cx="661131" cy="111240"/>
            </a:xfrm>
            <a:custGeom>
              <a:avLst/>
              <a:gdLst>
                <a:gd name="T0" fmla="*/ 0 w 3723451"/>
                <a:gd name="T1" fmla="*/ 27215 h 932950"/>
                <a:gd name="T2" fmla="*/ 116331 w 3723451"/>
                <a:gd name="T3" fmla="*/ 321 h 932950"/>
                <a:gd name="T4" fmla="*/ 329509 w 3723451"/>
                <a:gd name="T5" fmla="*/ 62069 h 932950"/>
                <a:gd name="T6" fmla="*/ 532884 w 3723451"/>
                <a:gd name="T7" fmla="*/ 0 h 932950"/>
                <a:gd name="T8" fmla="*/ 661131 w 3723451"/>
                <a:gd name="T9" fmla="*/ 24699 h 932950"/>
                <a:gd name="T10" fmla="*/ 565716 w 3723451"/>
                <a:gd name="T11" fmla="*/ 55071 h 932950"/>
                <a:gd name="T12" fmla="*/ 534996 w 3723451"/>
                <a:gd name="T13" fmla="*/ 46883 h 932950"/>
                <a:gd name="T14" fmla="*/ 333255 w 3723451"/>
                <a:gd name="T15" fmla="*/ 111240 h 932950"/>
                <a:gd name="T16" fmla="*/ 126353 w 3723451"/>
                <a:gd name="T17" fmla="*/ 49250 h 932950"/>
                <a:gd name="T18" fmla="*/ 92901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BDBA4CA4-485A-D94A-B148-5C44318A1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765" y="1727776"/>
              <a:ext cx="241567" cy="97039"/>
            </a:xfrm>
            <a:custGeom>
              <a:avLst/>
              <a:gdLst>
                <a:gd name="T0" fmla="*/ 0 w 1366596"/>
                <a:gd name="T1" fmla="*/ 0 h 809868"/>
                <a:gd name="T2" fmla="*/ 241567 w 1366596"/>
                <a:gd name="T3" fmla="*/ 74985 h 809868"/>
                <a:gd name="T4" fmla="*/ 152911 w 1366596"/>
                <a:gd name="T5" fmla="*/ 97039 h 809868"/>
                <a:gd name="T6" fmla="*/ 813 w 1366596"/>
                <a:gd name="T7" fmla="*/ 5127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4F7BCFB0-4862-0040-98EF-79148CCE2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593" y="1730143"/>
              <a:ext cx="238389" cy="97040"/>
            </a:xfrm>
            <a:custGeom>
              <a:avLst/>
              <a:gdLst>
                <a:gd name="T0" fmla="*/ 235135 w 1348191"/>
                <a:gd name="T1" fmla="*/ 0 h 791462"/>
                <a:gd name="T2" fmla="*/ 238389 w 1348191"/>
                <a:gd name="T3" fmla="*/ 46827 h 791462"/>
                <a:gd name="T4" fmla="*/ 86243 w 1348191"/>
                <a:gd name="T5" fmla="*/ 97040 h 791462"/>
                <a:gd name="T6" fmla="*/ 0 w 1348191"/>
                <a:gd name="T7" fmla="*/ 75037 h 791462"/>
                <a:gd name="T8" fmla="*/ 235135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FA80ECE7-29EF-E045-8DE9-443E8B56CBA4}"/>
                </a:ext>
              </a:extLst>
            </p:cNvPr>
            <p:cNvCxnSpPr>
              <a:cxnSpLocks noChangeShapeType="1"/>
              <a:endCxn id="250" idx="2"/>
            </p:cNvCxnSpPr>
            <p:nvPr/>
          </p:nvCxnSpPr>
          <p:spPr bwMode="auto">
            <a:xfrm flipH="1" flipV="1">
              <a:off x="1871277" y="1737244"/>
              <a:ext cx="3178" cy="12307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886C4C8B-81F8-494E-B3C9-F2C152BA755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0" y="1734876"/>
              <a:ext cx="3178" cy="12307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57" name="Group 327">
            <a:extLst>
              <a:ext uri="{FF2B5EF4-FFF2-40B4-BE49-F238E27FC236}">
                <a16:creationId xmlns:a16="http://schemas.microsoft.com/office/drawing/2014/main" id="{C6D6E434-396F-824D-B42D-39B257E17412}"/>
              </a:ext>
            </a:extLst>
          </p:cNvPr>
          <p:cNvGrpSpPr>
            <a:grpSpLocks/>
          </p:cNvGrpSpPr>
          <p:nvPr/>
        </p:nvGrpSpPr>
        <p:grpSpPr bwMode="auto">
          <a:xfrm>
            <a:off x="4475248" y="4992343"/>
            <a:ext cx="423863" cy="219075"/>
            <a:chOff x="1871277" y="1576300"/>
            <a:chExt cx="1128371" cy="437861"/>
          </a:xfrm>
        </p:grpSpPr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BD523501-0761-ED43-9FA5-AEA15E2D1C9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46" y="1692905"/>
              <a:ext cx="1125202" cy="321256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latin typeface="Gill Sans MT"/>
                <a:ea typeface="ＭＳ Ｐゴシック" panose="020B0600070205080204" pitchFamily="34" charset="-128"/>
              </a:endParaRP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1B2C53EE-99C4-9041-B078-E1DEA73E56F8}"/>
                </a:ext>
              </a:extLst>
            </p:cNvPr>
            <p:cNvSpPr/>
            <p:nvPr/>
          </p:nvSpPr>
          <p:spPr bwMode="auto">
            <a:xfrm>
              <a:off x="1871277" y="1740499"/>
              <a:ext cx="1128371" cy="114225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FFFF"/>
                </a:solidFill>
                <a:latin typeface="Gill Sans MT"/>
              </a:endParaRPr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27361595-2FF4-1B46-839D-326969B484F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0" cy="321257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latin typeface="Gill Sans MT"/>
                <a:ea typeface="ＭＳ Ｐゴシック" panose="020B0600070205080204" pitchFamily="34" charset="-128"/>
              </a:endParaRPr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89642470-FD74-1047-9747-D0EB2363B800}"/>
                </a:ext>
              </a:extLst>
            </p:cNvPr>
            <p:cNvSpPr/>
            <p:nvPr/>
          </p:nvSpPr>
          <p:spPr bwMode="auto">
            <a:xfrm>
              <a:off x="2159708" y="1673868"/>
              <a:ext cx="548339" cy="159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FFFF"/>
                </a:solidFill>
                <a:latin typeface="Gill Sans MT"/>
              </a:endParaRPr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12E17BAF-3675-9946-91CF-C0BD05A47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655" y="1633412"/>
              <a:ext cx="662444" cy="111846"/>
            </a:xfrm>
            <a:custGeom>
              <a:avLst/>
              <a:gdLst>
                <a:gd name="T0" fmla="*/ 0 w 3723451"/>
                <a:gd name="T1" fmla="*/ 27363 h 932950"/>
                <a:gd name="T2" fmla="*/ 116562 w 3723451"/>
                <a:gd name="T3" fmla="*/ 322 h 932950"/>
                <a:gd name="T4" fmla="*/ 330164 w 3723451"/>
                <a:gd name="T5" fmla="*/ 62407 h 932950"/>
                <a:gd name="T6" fmla="*/ 533943 w 3723451"/>
                <a:gd name="T7" fmla="*/ 0 h 932950"/>
                <a:gd name="T8" fmla="*/ 662444 w 3723451"/>
                <a:gd name="T9" fmla="*/ 24834 h 932950"/>
                <a:gd name="T10" fmla="*/ 566839 w 3723451"/>
                <a:gd name="T11" fmla="*/ 55371 h 932950"/>
                <a:gd name="T12" fmla="*/ 536059 w 3723451"/>
                <a:gd name="T13" fmla="*/ 47138 h 932950"/>
                <a:gd name="T14" fmla="*/ 333917 w 3723451"/>
                <a:gd name="T15" fmla="*/ 111846 h 932950"/>
                <a:gd name="T16" fmla="*/ 126604 w 3723451"/>
                <a:gd name="T17" fmla="*/ 49519 h 932950"/>
                <a:gd name="T18" fmla="*/ 93086 w 3723451"/>
                <a:gd name="T19" fmla="*/ 56246 h 932950"/>
                <a:gd name="T20" fmla="*/ 0 w 3723451"/>
                <a:gd name="T21" fmla="*/ 27363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FB02D5C9-E16C-D545-9658-9B08CD700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889" y="1728599"/>
              <a:ext cx="244057" cy="97568"/>
            </a:xfrm>
            <a:custGeom>
              <a:avLst/>
              <a:gdLst>
                <a:gd name="T0" fmla="*/ 0 w 1366596"/>
                <a:gd name="T1" fmla="*/ 0 h 809868"/>
                <a:gd name="T2" fmla="*/ 244057 w 1366596"/>
                <a:gd name="T3" fmla="*/ 75393 h 809868"/>
                <a:gd name="T4" fmla="*/ 154487 w 1366596"/>
                <a:gd name="T5" fmla="*/ 97568 h 809868"/>
                <a:gd name="T6" fmla="*/ 822 w 1366596"/>
                <a:gd name="T7" fmla="*/ 5155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43C530C6-57F7-D943-BF8C-3B8BE501F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977" y="1730980"/>
              <a:ext cx="240888" cy="95187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5933 h 791462"/>
                <a:gd name="T4" fmla="*/ 87147 w 1348191"/>
                <a:gd name="T5" fmla="*/ 95187 h 791462"/>
                <a:gd name="T6" fmla="*/ 0 w 1348191"/>
                <a:gd name="T7" fmla="*/ 73604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04998C4B-6CC3-804D-8149-EB9753D18CA7}"/>
                </a:ext>
              </a:extLst>
            </p:cNvPr>
            <p:cNvCxnSpPr>
              <a:cxnSpLocks noChangeShapeType="1"/>
              <a:endCxn id="260" idx="2"/>
            </p:cNvCxnSpPr>
            <p:nvPr/>
          </p:nvCxnSpPr>
          <p:spPr bwMode="auto">
            <a:xfrm flipH="1" flipV="1">
              <a:off x="1871277" y="1735739"/>
              <a:ext cx="3169" cy="12374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565D2A47-CC6C-8440-A5DF-83E670BCAF1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7" y="1733359"/>
              <a:ext cx="3171" cy="123743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7" name="Group 337">
            <a:extLst>
              <a:ext uri="{FF2B5EF4-FFF2-40B4-BE49-F238E27FC236}">
                <a16:creationId xmlns:a16="http://schemas.microsoft.com/office/drawing/2014/main" id="{82B40A4C-BCB9-0F49-86D8-65358510B247}"/>
              </a:ext>
            </a:extLst>
          </p:cNvPr>
          <p:cNvGrpSpPr>
            <a:grpSpLocks/>
          </p:cNvGrpSpPr>
          <p:nvPr/>
        </p:nvGrpSpPr>
        <p:grpSpPr bwMode="auto">
          <a:xfrm>
            <a:off x="4957452" y="5332862"/>
            <a:ext cx="422672" cy="220266"/>
            <a:chOff x="1871277" y="1576300"/>
            <a:chExt cx="1128371" cy="437861"/>
          </a:xfrm>
        </p:grpSpPr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683F4F4C-42FD-9846-A017-5B90A1CDF30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57" y="1694641"/>
              <a:ext cx="1125191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latin typeface="Gill Sans MT"/>
                <a:ea typeface="ＭＳ Ｐゴシック" panose="020B0600070205080204" pitchFamily="34" charset="-128"/>
              </a:endParaRP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3F600344-6D5A-5149-9480-8AD325F910A2}"/>
                </a:ext>
              </a:extLst>
            </p:cNvPr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FFFF"/>
                </a:solidFill>
                <a:latin typeface="Gill Sans MT"/>
              </a:endParaRPr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358912A5-2365-7548-98D1-05C254AB8C9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191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latin typeface="Gill Sans MT"/>
                <a:ea typeface="ＭＳ Ｐゴシック" panose="020B0600070205080204" pitchFamily="34" charset="-128"/>
              </a:endParaRPr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856A4118-FA0A-BF49-876A-9D235E6C6E2E}"/>
                </a:ext>
              </a:extLst>
            </p:cNvPr>
            <p:cNvSpPr/>
            <p:nvPr/>
          </p:nvSpPr>
          <p:spPr bwMode="auto">
            <a:xfrm>
              <a:off x="2160522" y="1673340"/>
              <a:ext cx="546703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FFFF"/>
                </a:solidFill>
                <a:latin typeface="Gill Sans MT"/>
              </a:endParaRPr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73066D64-2E3F-F24D-B741-44F8F9E6C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3309" y="1633103"/>
              <a:ext cx="661129" cy="111241"/>
            </a:xfrm>
            <a:custGeom>
              <a:avLst/>
              <a:gdLst>
                <a:gd name="T0" fmla="*/ 0 w 3723451"/>
                <a:gd name="T1" fmla="*/ 27215 h 932950"/>
                <a:gd name="T2" fmla="*/ 116330 w 3723451"/>
                <a:gd name="T3" fmla="*/ 321 h 932950"/>
                <a:gd name="T4" fmla="*/ 329508 w 3723451"/>
                <a:gd name="T5" fmla="*/ 62070 h 932950"/>
                <a:gd name="T6" fmla="*/ 532883 w 3723451"/>
                <a:gd name="T7" fmla="*/ 0 h 932950"/>
                <a:gd name="T8" fmla="*/ 661129 w 3723451"/>
                <a:gd name="T9" fmla="*/ 24700 h 932950"/>
                <a:gd name="T10" fmla="*/ 565714 w 3723451"/>
                <a:gd name="T11" fmla="*/ 55072 h 932950"/>
                <a:gd name="T12" fmla="*/ 534995 w 3723451"/>
                <a:gd name="T13" fmla="*/ 46883 h 932950"/>
                <a:gd name="T14" fmla="*/ 333254 w 3723451"/>
                <a:gd name="T15" fmla="*/ 111241 h 932950"/>
                <a:gd name="T16" fmla="*/ 126353 w 3723451"/>
                <a:gd name="T17" fmla="*/ 49251 h 932950"/>
                <a:gd name="T18" fmla="*/ 92901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63C7C818-A6BA-5B46-8663-C7EB1B1CE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763" y="1727776"/>
              <a:ext cx="241567" cy="97040"/>
            </a:xfrm>
            <a:custGeom>
              <a:avLst/>
              <a:gdLst>
                <a:gd name="T0" fmla="*/ 0 w 1366596"/>
                <a:gd name="T1" fmla="*/ 0 h 809868"/>
                <a:gd name="T2" fmla="*/ 241567 w 1366596"/>
                <a:gd name="T3" fmla="*/ 74985 h 809868"/>
                <a:gd name="T4" fmla="*/ 152911 w 1366596"/>
                <a:gd name="T5" fmla="*/ 97040 h 809868"/>
                <a:gd name="T6" fmla="*/ 813 w 1366596"/>
                <a:gd name="T7" fmla="*/ 51277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958FEB88-75FB-2D44-9A10-0367FDB3A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595" y="1730144"/>
              <a:ext cx="238387" cy="97039"/>
            </a:xfrm>
            <a:custGeom>
              <a:avLst/>
              <a:gdLst>
                <a:gd name="T0" fmla="*/ 235133 w 1348191"/>
                <a:gd name="T1" fmla="*/ 0 h 791462"/>
                <a:gd name="T2" fmla="*/ 238387 w 1348191"/>
                <a:gd name="T3" fmla="*/ 46827 h 791462"/>
                <a:gd name="T4" fmla="*/ 86242 w 1348191"/>
                <a:gd name="T5" fmla="*/ 97039 h 791462"/>
                <a:gd name="T6" fmla="*/ 0 w 1348191"/>
                <a:gd name="T7" fmla="*/ 75036 h 791462"/>
                <a:gd name="T8" fmla="*/ 235133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E5F8810D-58B9-1B41-9069-743A57CBD942}"/>
                </a:ext>
              </a:extLst>
            </p:cNvPr>
            <p:cNvCxnSpPr>
              <a:cxnSpLocks noChangeShapeType="1"/>
              <a:endCxn id="270" idx="2"/>
            </p:cNvCxnSpPr>
            <p:nvPr/>
          </p:nvCxnSpPr>
          <p:spPr bwMode="auto">
            <a:xfrm flipH="1" flipV="1">
              <a:off x="1871277" y="1737243"/>
              <a:ext cx="3180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B7248C01-1BC9-084D-9C19-4C517E66801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68" y="1734877"/>
              <a:ext cx="3180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77" name="Group 347">
            <a:extLst>
              <a:ext uri="{FF2B5EF4-FFF2-40B4-BE49-F238E27FC236}">
                <a16:creationId xmlns:a16="http://schemas.microsoft.com/office/drawing/2014/main" id="{EA66C38A-2A9F-054D-B190-0607C48440C0}"/>
              </a:ext>
            </a:extLst>
          </p:cNvPr>
          <p:cNvGrpSpPr>
            <a:grpSpLocks/>
          </p:cNvGrpSpPr>
          <p:nvPr/>
        </p:nvGrpSpPr>
        <p:grpSpPr bwMode="auto">
          <a:xfrm>
            <a:off x="5499186" y="5097118"/>
            <a:ext cx="423863" cy="220266"/>
            <a:chOff x="1871277" y="1576300"/>
            <a:chExt cx="1128371" cy="437861"/>
          </a:xfrm>
        </p:grpSpPr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578C6C8A-3C2C-CA47-A52F-E5336E397A8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latin typeface="Gill Sans MT"/>
                <a:ea typeface="ＭＳ Ｐゴシック" panose="020B0600070205080204" pitchFamily="34" charset="-128"/>
              </a:endParaRPr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40527894-E8D6-8847-A758-9F4A98B89D5B}"/>
                </a:ext>
              </a:extLst>
            </p:cNvPr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FFFF"/>
                </a:solidFill>
                <a:latin typeface="Gill Sans MT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50FCBF9F-6CE0-7B47-94FC-CD5787B788A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latin typeface="Gill Sans MT"/>
                <a:ea typeface="ＭＳ Ｐゴシック" panose="020B0600070205080204" pitchFamily="34" charset="-128"/>
              </a:endParaRPr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5D5ADD21-3F21-8E47-B87D-2BDC146712B9}"/>
                </a:ext>
              </a:extLst>
            </p:cNvPr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FFFF"/>
                </a:solidFill>
                <a:latin typeface="Gill Sans MT"/>
              </a:endParaRPr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0FF22D66-78A9-2245-ACA6-A35063B95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T0" fmla="*/ 0 w 3723451"/>
                <a:gd name="T1" fmla="*/ 27215 h 932950"/>
                <a:gd name="T2" fmla="*/ 116562 w 3723451"/>
                <a:gd name="T3" fmla="*/ 321 h 932950"/>
                <a:gd name="T4" fmla="*/ 330164 w 3723451"/>
                <a:gd name="T5" fmla="*/ 62070 h 932950"/>
                <a:gd name="T6" fmla="*/ 533943 w 3723451"/>
                <a:gd name="T7" fmla="*/ 0 h 932950"/>
                <a:gd name="T8" fmla="*/ 662444 w 3723451"/>
                <a:gd name="T9" fmla="*/ 24700 h 932950"/>
                <a:gd name="T10" fmla="*/ 566839 w 3723451"/>
                <a:gd name="T11" fmla="*/ 55072 h 932950"/>
                <a:gd name="T12" fmla="*/ 536059 w 3723451"/>
                <a:gd name="T13" fmla="*/ 46883 h 932950"/>
                <a:gd name="T14" fmla="*/ 333917 w 3723451"/>
                <a:gd name="T15" fmla="*/ 111241 h 932950"/>
                <a:gd name="T16" fmla="*/ 126604 w 3723451"/>
                <a:gd name="T17" fmla="*/ 49251 h 932950"/>
                <a:gd name="T18" fmla="*/ 93086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A86BA2E2-E459-454D-98E3-2CB0E41E1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T0" fmla="*/ 0 w 1366596"/>
                <a:gd name="T1" fmla="*/ 0 h 809868"/>
                <a:gd name="T2" fmla="*/ 244057 w 1366596"/>
                <a:gd name="T3" fmla="*/ 74985 h 809868"/>
                <a:gd name="T4" fmla="*/ 154487 w 1366596"/>
                <a:gd name="T5" fmla="*/ 97040 h 809868"/>
                <a:gd name="T6" fmla="*/ 822 w 1366596"/>
                <a:gd name="T7" fmla="*/ 51277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32EB212F-0575-FD42-B1AF-F3AAD1FDE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6827 h 791462"/>
                <a:gd name="T4" fmla="*/ 87147 w 1348191"/>
                <a:gd name="T5" fmla="*/ 97039 h 791462"/>
                <a:gd name="T6" fmla="*/ 0 w 1348191"/>
                <a:gd name="T7" fmla="*/ 75036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913FC001-18AF-3A49-BFB4-0B914F19FFD8}"/>
                </a:ext>
              </a:extLst>
            </p:cNvPr>
            <p:cNvCxnSpPr>
              <a:cxnSpLocks noChangeShapeType="1"/>
              <a:endCxn id="280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7194EB53-3E3D-024D-B0D2-5596DAD2A3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7169FC3C-178E-6048-AB6C-8493893B17E5}"/>
              </a:ext>
            </a:extLst>
          </p:cNvPr>
          <p:cNvGrpSpPr>
            <a:grpSpLocks/>
          </p:cNvGrpSpPr>
          <p:nvPr/>
        </p:nvGrpSpPr>
        <p:grpSpPr bwMode="auto">
          <a:xfrm>
            <a:off x="2510717" y="2634905"/>
            <a:ext cx="3952875" cy="2853929"/>
            <a:chOff x="1757805" y="2331054"/>
            <a:chExt cx="5270058" cy="3804634"/>
          </a:xfrm>
        </p:grpSpPr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440C625E-763F-DC45-B239-42BFE9E9081B}"/>
                </a:ext>
              </a:extLst>
            </p:cNvPr>
            <p:cNvSpPr/>
            <p:nvPr/>
          </p:nvSpPr>
          <p:spPr>
            <a:xfrm>
              <a:off x="1776853" y="4829382"/>
              <a:ext cx="1220685" cy="920604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0510" h="921649">
                  <a:moveTo>
                    <a:pt x="1060159" y="921649"/>
                  </a:moveTo>
                  <a:cubicBezTo>
                    <a:pt x="166591" y="183345"/>
                    <a:pt x="908943" y="790884"/>
                    <a:pt x="0" y="51716"/>
                  </a:cubicBezTo>
                  <a:cubicBezTo>
                    <a:pt x="346878" y="57311"/>
                    <a:pt x="712340" y="-5240"/>
                    <a:pt x="1059218" y="355"/>
                  </a:cubicBezTo>
                  <a:cubicBezTo>
                    <a:pt x="1192967" y="751903"/>
                    <a:pt x="1090859" y="157699"/>
                    <a:pt x="1220510" y="849923"/>
                  </a:cubicBezTo>
                  <a:cubicBezTo>
                    <a:pt x="1126090" y="855456"/>
                    <a:pt x="1222187" y="863235"/>
                    <a:pt x="1060159" y="92164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FFFF"/>
                </a:solidFill>
                <a:latin typeface="Gill Sans MT"/>
              </a:endParaRPr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7B2A49C4-873B-2743-B356-AA474598AAC7}"/>
                </a:ext>
              </a:extLst>
            </p:cNvPr>
            <p:cNvSpPr/>
            <p:nvPr/>
          </p:nvSpPr>
          <p:spPr>
            <a:xfrm>
              <a:off x="6102428" y="4916682"/>
              <a:ext cx="925435" cy="757117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3004 w 954755"/>
                <a:gd name="connsiteY0" fmla="*/ 943771 h 976186"/>
                <a:gd name="connsiteX1" fmla="*/ 455145 w 954755"/>
                <a:gd name="connsiteY1" fmla="*/ 11688 h 976186"/>
                <a:gd name="connsiteX2" fmla="*/ 954755 w 954755"/>
                <a:gd name="connsiteY2" fmla="*/ 0 h 976186"/>
                <a:gd name="connsiteX3" fmla="*/ 728484 w 954755"/>
                <a:gd name="connsiteY3" fmla="*/ 976186 h 976186"/>
                <a:gd name="connsiteX4" fmla="*/ 23004 w 954755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56363"/>
                <a:gd name="connsiteY0" fmla="*/ 932083 h 954654"/>
                <a:gd name="connsiteX1" fmla="*/ 432141 w 956363"/>
                <a:gd name="connsiteY1" fmla="*/ 0 h 954654"/>
                <a:gd name="connsiteX2" fmla="*/ 956363 w 956363"/>
                <a:gd name="connsiteY2" fmla="*/ 12924 h 954654"/>
                <a:gd name="connsiteX3" fmla="*/ 183705 w 956363"/>
                <a:gd name="connsiteY3" fmla="*/ 954654 h 954654"/>
                <a:gd name="connsiteX4" fmla="*/ 0 w 956363"/>
                <a:gd name="connsiteY4" fmla="*/ 932083 h 954654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304" h="758185">
                  <a:moveTo>
                    <a:pt x="0" y="735614"/>
                  </a:moveTo>
                  <a:cubicBezTo>
                    <a:pt x="309918" y="169731"/>
                    <a:pt x="59088" y="622691"/>
                    <a:pt x="405840" y="13939"/>
                  </a:cubicBezTo>
                  <a:cubicBezTo>
                    <a:pt x="580581" y="18247"/>
                    <a:pt x="751563" y="-3745"/>
                    <a:pt x="926304" y="563"/>
                  </a:cubicBezTo>
                  <a:cubicBezTo>
                    <a:pt x="312762" y="607705"/>
                    <a:pt x="474902" y="459041"/>
                    <a:pt x="183705" y="758185"/>
                  </a:cubicBezTo>
                  <a:cubicBezTo>
                    <a:pt x="49420" y="729549"/>
                    <a:pt x="196198" y="734148"/>
                    <a:pt x="0" y="73561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FFFF"/>
                </a:solidFill>
                <a:latin typeface="Gill Sans MT"/>
              </a:endParaRPr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0D9AB348-D7F2-A742-9B0C-84535C1F8A96}"/>
                </a:ext>
              </a:extLst>
            </p:cNvPr>
            <p:cNvSpPr/>
            <p:nvPr/>
          </p:nvSpPr>
          <p:spPr>
            <a:xfrm>
              <a:off x="5288109" y="4937315"/>
              <a:ext cx="725426" cy="1099963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7977 w 802211"/>
                <a:gd name="connsiteY0" fmla="*/ 815791 h 976186"/>
                <a:gd name="connsiteX1" fmla="*/ 302601 w 802211"/>
                <a:gd name="connsiteY1" fmla="*/ 11688 h 976186"/>
                <a:gd name="connsiteX2" fmla="*/ 802211 w 802211"/>
                <a:gd name="connsiteY2" fmla="*/ 0 h 976186"/>
                <a:gd name="connsiteX3" fmla="*/ 575940 w 802211"/>
                <a:gd name="connsiteY3" fmla="*/ 976186 h 976186"/>
                <a:gd name="connsiteX4" fmla="*/ 27977 w 802211"/>
                <a:gd name="connsiteY4" fmla="*/ 815791 h 976186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28714 h 828714"/>
                <a:gd name="connsiteX1" fmla="*/ 302601 w 802211"/>
                <a:gd name="connsiteY1" fmla="*/ 0 h 828714"/>
                <a:gd name="connsiteX2" fmla="*/ 802211 w 802211"/>
                <a:gd name="connsiteY2" fmla="*/ 12923 h 828714"/>
                <a:gd name="connsiteX3" fmla="*/ 236294 w 802211"/>
                <a:gd name="connsiteY3" fmla="*/ 821751 h 828714"/>
                <a:gd name="connsiteX4" fmla="*/ 27977 w 802211"/>
                <a:gd name="connsiteY4" fmla="*/ 828714 h 828714"/>
                <a:gd name="connsiteX0" fmla="*/ 56213 w 830447"/>
                <a:gd name="connsiteY0" fmla="*/ 828714 h 828714"/>
                <a:gd name="connsiteX1" fmla="*/ 330837 w 830447"/>
                <a:gd name="connsiteY1" fmla="*/ 0 h 828714"/>
                <a:gd name="connsiteX2" fmla="*/ 830447 w 830447"/>
                <a:gd name="connsiteY2" fmla="*/ 12923 h 828714"/>
                <a:gd name="connsiteX3" fmla="*/ 264530 w 830447"/>
                <a:gd name="connsiteY3" fmla="*/ 821751 h 828714"/>
                <a:gd name="connsiteX4" fmla="*/ 56213 w 830447"/>
                <a:gd name="connsiteY4" fmla="*/ 828714 h 828714"/>
                <a:gd name="connsiteX0" fmla="*/ 64130 w 789139"/>
                <a:gd name="connsiteY0" fmla="*/ 794258 h 821751"/>
                <a:gd name="connsiteX1" fmla="*/ 289529 w 789139"/>
                <a:gd name="connsiteY1" fmla="*/ 0 h 821751"/>
                <a:gd name="connsiteX2" fmla="*/ 789139 w 789139"/>
                <a:gd name="connsiteY2" fmla="*/ 12923 h 821751"/>
                <a:gd name="connsiteX3" fmla="*/ 223222 w 789139"/>
                <a:gd name="connsiteY3" fmla="*/ 821751 h 821751"/>
                <a:gd name="connsiteX4" fmla="*/ 64130 w 789139"/>
                <a:gd name="connsiteY4" fmla="*/ 794258 h 821751"/>
                <a:gd name="connsiteX0" fmla="*/ 0 w 725009"/>
                <a:gd name="connsiteY0" fmla="*/ 794258 h 821751"/>
                <a:gd name="connsiteX1" fmla="*/ 225399 w 725009"/>
                <a:gd name="connsiteY1" fmla="*/ 0 h 821751"/>
                <a:gd name="connsiteX2" fmla="*/ 725009 w 725009"/>
                <a:gd name="connsiteY2" fmla="*/ 12923 h 821751"/>
                <a:gd name="connsiteX3" fmla="*/ 159092 w 725009"/>
                <a:gd name="connsiteY3" fmla="*/ 821751 h 821751"/>
                <a:gd name="connsiteX4" fmla="*/ 0 w 725009"/>
                <a:gd name="connsiteY4" fmla="*/ 794258 h 82175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422433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497"/>
                <a:gd name="connsiteY0" fmla="*/ 1279028 h 1306521"/>
                <a:gd name="connsiteX1" fmla="*/ 225399 w 725497"/>
                <a:gd name="connsiteY1" fmla="*/ 75260 h 1306521"/>
                <a:gd name="connsiteX2" fmla="*/ 396193 w 725497"/>
                <a:gd name="connsiteY2" fmla="*/ 156799 h 1306521"/>
                <a:gd name="connsiteX3" fmla="*/ 725009 w 725497"/>
                <a:gd name="connsiteY3" fmla="*/ 205042 h 1306521"/>
                <a:gd name="connsiteX4" fmla="*/ 159092 w 725497"/>
                <a:gd name="connsiteY4" fmla="*/ 1306521 h 1306521"/>
                <a:gd name="connsiteX5" fmla="*/ 0 w 725497"/>
                <a:gd name="connsiteY5" fmla="*/ 1279028 h 1306521"/>
                <a:gd name="connsiteX0" fmla="*/ 0 w 725239"/>
                <a:gd name="connsiteY0" fmla="*/ 1295668 h 1323161"/>
                <a:gd name="connsiteX1" fmla="*/ 225399 w 725239"/>
                <a:gd name="connsiteY1" fmla="*/ 91900 h 1323161"/>
                <a:gd name="connsiteX2" fmla="*/ 725009 w 725239"/>
                <a:gd name="connsiteY2" fmla="*/ 221682 h 1323161"/>
                <a:gd name="connsiteX3" fmla="*/ 159092 w 725239"/>
                <a:gd name="connsiteY3" fmla="*/ 1323161 h 1323161"/>
                <a:gd name="connsiteX4" fmla="*/ 0 w 725239"/>
                <a:gd name="connsiteY4" fmla="*/ 1295668 h 1323161"/>
                <a:gd name="connsiteX0" fmla="*/ 0 w 725221"/>
                <a:gd name="connsiteY0" fmla="*/ 1210552 h 1238045"/>
                <a:gd name="connsiteX1" fmla="*/ 191583 w 725221"/>
                <a:gd name="connsiteY1" fmla="*/ 153319 h 1238045"/>
                <a:gd name="connsiteX2" fmla="*/ 725009 w 725221"/>
                <a:gd name="connsiteY2" fmla="*/ 136566 h 1238045"/>
                <a:gd name="connsiteX3" fmla="*/ 159092 w 725221"/>
                <a:gd name="connsiteY3" fmla="*/ 1238045 h 1238045"/>
                <a:gd name="connsiteX4" fmla="*/ 0 w 725221"/>
                <a:gd name="connsiteY4" fmla="*/ 1210552 h 1238045"/>
                <a:gd name="connsiteX0" fmla="*/ 0 w 725305"/>
                <a:gd name="connsiteY0" fmla="*/ 1158512 h 1186005"/>
                <a:gd name="connsiteX1" fmla="*/ 191583 w 725305"/>
                <a:gd name="connsiteY1" fmla="*/ 101279 h 1186005"/>
                <a:gd name="connsiteX2" fmla="*/ 725009 w 725305"/>
                <a:gd name="connsiteY2" fmla="*/ 84526 h 1186005"/>
                <a:gd name="connsiteX3" fmla="*/ 159092 w 725305"/>
                <a:gd name="connsiteY3" fmla="*/ 1186005 h 1186005"/>
                <a:gd name="connsiteX4" fmla="*/ 0 w 725305"/>
                <a:gd name="connsiteY4" fmla="*/ 1158512 h 1186005"/>
                <a:gd name="connsiteX0" fmla="*/ 0 w 725009"/>
                <a:gd name="connsiteY0" fmla="*/ 1073986 h 1101479"/>
                <a:gd name="connsiteX1" fmla="*/ 191583 w 725009"/>
                <a:gd name="connsiteY1" fmla="*/ 16753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5009" h="1101479">
                  <a:moveTo>
                    <a:pt x="0" y="1073986"/>
                  </a:moveTo>
                  <a:cubicBezTo>
                    <a:pt x="95638" y="589814"/>
                    <a:pt x="96800" y="618448"/>
                    <a:pt x="206612" y="1724"/>
                  </a:cubicBezTo>
                  <a:cubicBezTo>
                    <a:pt x="451440" y="14348"/>
                    <a:pt x="499346" y="35256"/>
                    <a:pt x="725009" y="0"/>
                  </a:cubicBezTo>
                  <a:cubicBezTo>
                    <a:pt x="326141" y="749497"/>
                    <a:pt x="642687" y="159790"/>
                    <a:pt x="159092" y="1101479"/>
                  </a:cubicBezTo>
                  <a:cubicBezTo>
                    <a:pt x="24807" y="1072843"/>
                    <a:pt x="92525" y="1088071"/>
                    <a:pt x="0" y="107398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FFFF"/>
                </a:solidFill>
                <a:latin typeface="Gill Sans MT"/>
              </a:endParaRPr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98F06BD2-BA43-1144-B69F-BF325541EB43}"/>
                </a:ext>
              </a:extLst>
            </p:cNvPr>
            <p:cNvSpPr/>
            <p:nvPr/>
          </p:nvSpPr>
          <p:spPr>
            <a:xfrm>
              <a:off x="4300767" y="4956362"/>
              <a:ext cx="514307" cy="57775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503138"/>
                <a:gd name="connsiteY0" fmla="*/ 961687 h 964568"/>
                <a:gd name="connsiteX1" fmla="*/ 0 w 503138"/>
                <a:gd name="connsiteY1" fmla="*/ 70 h 964568"/>
                <a:gd name="connsiteX2" fmla="*/ 503138 w 503138"/>
                <a:gd name="connsiteY2" fmla="*/ 154187 h 964568"/>
                <a:gd name="connsiteX3" fmla="*/ 273339 w 503138"/>
                <a:gd name="connsiteY3" fmla="*/ 964568 h 964568"/>
                <a:gd name="connsiteX4" fmla="*/ 197928 w 503138"/>
                <a:gd name="connsiteY4" fmla="*/ 961687 h 964568"/>
                <a:gd name="connsiteX0" fmla="*/ 201456 w 506666"/>
                <a:gd name="connsiteY0" fmla="*/ 807500 h 810381"/>
                <a:gd name="connsiteX1" fmla="*/ 0 w 506666"/>
                <a:gd name="connsiteY1" fmla="*/ 15216 h 810381"/>
                <a:gd name="connsiteX2" fmla="*/ 506666 w 506666"/>
                <a:gd name="connsiteY2" fmla="*/ 0 h 810381"/>
                <a:gd name="connsiteX3" fmla="*/ 276867 w 506666"/>
                <a:gd name="connsiteY3" fmla="*/ 810381 h 810381"/>
                <a:gd name="connsiteX4" fmla="*/ 201456 w 506666"/>
                <a:gd name="connsiteY4" fmla="*/ 807500 h 810381"/>
                <a:gd name="connsiteX0" fmla="*/ 201456 w 506666"/>
                <a:gd name="connsiteY0" fmla="*/ 807500 h 811593"/>
                <a:gd name="connsiteX1" fmla="*/ 0 w 506666"/>
                <a:gd name="connsiteY1" fmla="*/ 15216 h 811593"/>
                <a:gd name="connsiteX2" fmla="*/ 506666 w 506666"/>
                <a:gd name="connsiteY2" fmla="*/ 0 h 811593"/>
                <a:gd name="connsiteX3" fmla="*/ 276867 w 506666"/>
                <a:gd name="connsiteY3" fmla="*/ 810381 h 811593"/>
                <a:gd name="connsiteX4" fmla="*/ 201456 w 506666"/>
                <a:gd name="connsiteY4" fmla="*/ 807500 h 811593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276867 w 506666"/>
                <a:gd name="connsiteY3" fmla="*/ 81038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45472 w 559302"/>
                <a:gd name="connsiteY0" fmla="*/ 807500 h 807500"/>
                <a:gd name="connsiteX1" fmla="*/ 52636 w 559302"/>
                <a:gd name="connsiteY1" fmla="*/ 7896 h 807500"/>
                <a:gd name="connsiteX2" fmla="*/ 559302 w 559302"/>
                <a:gd name="connsiteY2" fmla="*/ 0 h 807500"/>
                <a:gd name="connsiteX3" fmla="*/ 384402 w 559302"/>
                <a:gd name="connsiteY3" fmla="*/ 803061 h 807500"/>
                <a:gd name="connsiteX4" fmla="*/ 45472 w 559302"/>
                <a:gd name="connsiteY4" fmla="*/ 807500 h 807500"/>
                <a:gd name="connsiteX0" fmla="*/ 21974 w 535804"/>
                <a:gd name="connsiteY0" fmla="*/ 807500 h 807500"/>
                <a:gd name="connsiteX1" fmla="*/ 29138 w 535804"/>
                <a:gd name="connsiteY1" fmla="*/ 7896 h 807500"/>
                <a:gd name="connsiteX2" fmla="*/ 535804 w 535804"/>
                <a:gd name="connsiteY2" fmla="*/ 0 h 807500"/>
                <a:gd name="connsiteX3" fmla="*/ 360904 w 535804"/>
                <a:gd name="connsiteY3" fmla="*/ 803061 h 807500"/>
                <a:gd name="connsiteX4" fmla="*/ 21974 w 535804"/>
                <a:gd name="connsiteY4" fmla="*/ 807500 h 807500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180" h="578353">
                  <a:moveTo>
                    <a:pt x="135770" y="577341"/>
                  </a:moveTo>
                  <a:cubicBezTo>
                    <a:pt x="50587" y="214237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26658" y="280104"/>
                    <a:pt x="339280" y="576561"/>
                  </a:cubicBezTo>
                  <a:cubicBezTo>
                    <a:pt x="292835" y="580865"/>
                    <a:pt x="203869" y="575875"/>
                    <a:pt x="135770" y="57734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FFFF"/>
                </a:solidFill>
                <a:latin typeface="Gill Sans MT"/>
              </a:endParaRPr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57135A78-79C3-CB4B-8E8E-D9A274265F07}"/>
                </a:ext>
              </a:extLst>
            </p:cNvPr>
            <p:cNvSpPr/>
            <p:nvPr/>
          </p:nvSpPr>
          <p:spPr>
            <a:xfrm>
              <a:off x="3521369" y="4919856"/>
              <a:ext cx="593675" cy="1215832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621064"/>
                <a:gd name="connsiteY0" fmla="*/ 973305 h 973305"/>
                <a:gd name="connsiteX1" fmla="*/ 0 w 621064"/>
                <a:gd name="connsiteY1" fmla="*/ 11688 h 973305"/>
                <a:gd name="connsiteX2" fmla="*/ 499610 w 621064"/>
                <a:gd name="connsiteY2" fmla="*/ 0 h 973305"/>
                <a:gd name="connsiteX3" fmla="*/ 558839 w 621064"/>
                <a:gd name="connsiteY3" fmla="*/ 754682 h 973305"/>
                <a:gd name="connsiteX4" fmla="*/ 197928 w 621064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1315828 h 1315828"/>
                <a:gd name="connsiteX1" fmla="*/ 0 w 558839"/>
                <a:gd name="connsiteY1" fmla="*/ 531414 h 1315828"/>
                <a:gd name="connsiteX2" fmla="*/ 506930 w 558839"/>
                <a:gd name="connsiteY2" fmla="*/ 0 h 1315828"/>
                <a:gd name="connsiteX3" fmla="*/ 558839 w 558839"/>
                <a:gd name="connsiteY3" fmla="*/ 1274408 h 1315828"/>
                <a:gd name="connsiteX4" fmla="*/ 370213 w 558839"/>
                <a:gd name="connsiteY4" fmla="*/ 1315828 h 1315828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94113"/>
                <a:gd name="connsiteY0" fmla="*/ 1097905 h 1179971"/>
                <a:gd name="connsiteX1" fmla="*/ 0 w 594113"/>
                <a:gd name="connsiteY1" fmla="*/ 4757 h 1179971"/>
                <a:gd name="connsiteX2" fmla="*/ 502783 w 594113"/>
                <a:gd name="connsiteY2" fmla="*/ 0 h 1179971"/>
                <a:gd name="connsiteX3" fmla="*/ 594113 w 594113"/>
                <a:gd name="connsiteY3" fmla="*/ 1179818 h 1179971"/>
                <a:gd name="connsiteX4" fmla="*/ 366066 w 594113"/>
                <a:gd name="connsiteY4" fmla="*/ 1097905 h 1179971"/>
                <a:gd name="connsiteX0" fmla="*/ 403236 w 594113"/>
                <a:gd name="connsiteY0" fmla="*/ 1215612 h 1215612"/>
                <a:gd name="connsiteX1" fmla="*/ 0 w 594113"/>
                <a:gd name="connsiteY1" fmla="*/ 4757 h 1215612"/>
                <a:gd name="connsiteX2" fmla="*/ 502783 w 594113"/>
                <a:gd name="connsiteY2" fmla="*/ 0 h 1215612"/>
                <a:gd name="connsiteX3" fmla="*/ 594113 w 594113"/>
                <a:gd name="connsiteY3" fmla="*/ 1179818 h 1215612"/>
                <a:gd name="connsiteX4" fmla="*/ 403236 w 594113"/>
                <a:gd name="connsiteY4" fmla="*/ 1215612 h 1215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4113" h="1215612">
                  <a:moveTo>
                    <a:pt x="403236" y="1215612"/>
                  </a:moveTo>
                  <a:cubicBezTo>
                    <a:pt x="223947" y="663007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57486" y="515061"/>
                    <a:pt x="594113" y="1179818"/>
                  </a:cubicBezTo>
                  <a:cubicBezTo>
                    <a:pt x="496428" y="1184123"/>
                    <a:pt x="599434" y="1214146"/>
                    <a:pt x="403236" y="121561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lumMod val="95000"/>
                    <a:alpha val="55000"/>
                  </a:srgbClr>
                </a:gs>
                <a:gs pos="100000">
                  <a:srgbClr val="FFFFFF">
                    <a:lumMod val="7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FFFF"/>
                </a:solidFill>
                <a:latin typeface="Gill Sans MT"/>
              </a:endParaRPr>
            </a:p>
          </p:txBody>
        </p:sp>
        <p:grpSp>
          <p:nvGrpSpPr>
            <p:cNvPr id="293" name="Group 17">
              <a:extLst>
                <a:ext uri="{FF2B5EF4-FFF2-40B4-BE49-F238E27FC236}">
                  <a16:creationId xmlns:a16="http://schemas.microsoft.com/office/drawing/2014/main" id="{3DCFE7AC-3DDA-544E-9FBA-E2013CB1F7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7805" y="2331054"/>
              <a:ext cx="1079500" cy="2674334"/>
              <a:chOff x="1757805" y="2331054"/>
              <a:chExt cx="1079500" cy="2674334"/>
            </a:xfrm>
          </p:grpSpPr>
          <p:sp>
            <p:nvSpPr>
              <p:cNvPr id="380" name="Rectangle 379">
                <a:extLst>
                  <a:ext uri="{FF2B5EF4-FFF2-40B4-BE49-F238E27FC236}">
                    <a16:creationId xmlns:a16="http://schemas.microsoft.com/office/drawing/2014/main" id="{4A6C83BC-7EC5-0F45-B8BB-C3B547B3E007}"/>
                  </a:ext>
                </a:extLst>
              </p:cNvPr>
              <p:cNvSpPr/>
              <p:nvPr/>
            </p:nvSpPr>
            <p:spPr bwMode="auto">
              <a:xfrm rot="10800000">
                <a:off x="1789552" y="2580252"/>
                <a:ext cx="1027025" cy="1084090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FFFFFF"/>
                  </a:solidFill>
                  <a:latin typeface="Gill Sans MT"/>
                </a:endParaRPr>
              </a:p>
            </p:txBody>
          </p:sp>
          <p:grpSp>
            <p:nvGrpSpPr>
              <p:cNvPr id="381" name="Group 104">
                <a:extLst>
                  <a:ext uri="{FF2B5EF4-FFF2-40B4-BE49-F238E27FC236}">
                    <a16:creationId xmlns:a16="http://schemas.microsoft.com/office/drawing/2014/main" id="{C49CCBB3-581C-F744-9C12-88066A544A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2739" y="4616206"/>
                <a:ext cx="1034710" cy="389182"/>
                <a:chOff x="4128636" y="3606589"/>
                <a:chExt cx="568145" cy="338667"/>
              </a:xfrm>
            </p:grpSpPr>
            <p:sp>
              <p:nvSpPr>
                <p:cNvPr id="395" name="Oval 394">
                  <a:extLst>
                    <a:ext uri="{FF2B5EF4-FFF2-40B4-BE49-F238E27FC236}">
                      <a16:creationId xmlns:a16="http://schemas.microsoft.com/office/drawing/2014/main" id="{1360C793-55DD-E448-BB09-2AF9F40ABA16}"/>
                    </a:ext>
                  </a:extLst>
                </p:cNvPr>
                <p:cNvSpPr/>
                <p:nvPr/>
              </p:nvSpPr>
              <p:spPr>
                <a:xfrm>
                  <a:off x="4128891" y="3720271"/>
                  <a:ext cx="565669" cy="225140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96" name="Rectangle 395">
                  <a:extLst>
                    <a:ext uri="{FF2B5EF4-FFF2-40B4-BE49-F238E27FC236}">
                      <a16:creationId xmlns:a16="http://schemas.microsoft.com/office/drawing/2014/main" id="{B5E5E126-5712-074A-827E-49B7AB6291A3}"/>
                    </a:ext>
                  </a:extLst>
                </p:cNvPr>
                <p:cNvSpPr/>
                <p:nvPr/>
              </p:nvSpPr>
              <p:spPr>
                <a:xfrm>
                  <a:off x="4128891" y="3720271"/>
                  <a:ext cx="565669" cy="111880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90782D44-406D-1A44-B8FA-7DABB141B919}"/>
                    </a:ext>
                  </a:extLst>
                </p:cNvPr>
                <p:cNvSpPr/>
                <p:nvPr/>
              </p:nvSpPr>
              <p:spPr>
                <a:xfrm>
                  <a:off x="4128891" y="3607011"/>
                  <a:ext cx="565669" cy="225140"/>
                </a:xfrm>
                <a:prstGeom prst="ellipse">
                  <a:avLst/>
                </a:prstGeom>
                <a:solidFill>
                  <a:srgbClr val="3333CC">
                    <a:lumMod val="60000"/>
                    <a:lumOff val="40000"/>
                    <a:alpha val="7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id="{91CE1BD1-E198-874C-A63D-F01D330549A7}"/>
                    </a:ext>
                  </a:extLst>
                </p:cNvPr>
                <p:cNvCxnSpPr/>
                <p:nvPr/>
              </p:nvCxnSpPr>
              <p:spPr>
                <a:xfrm>
                  <a:off x="4694560" y="3720271"/>
                  <a:ext cx="0" cy="11188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99" name="Straight Connector 398">
                  <a:extLst>
                    <a:ext uri="{FF2B5EF4-FFF2-40B4-BE49-F238E27FC236}">
                      <a16:creationId xmlns:a16="http://schemas.microsoft.com/office/drawing/2014/main" id="{5C32A76A-C218-CD4F-A5EA-5F04BEBB7C8B}"/>
                    </a:ext>
                  </a:extLst>
                </p:cNvPr>
                <p:cNvCxnSpPr/>
                <p:nvPr/>
              </p:nvCxnSpPr>
              <p:spPr>
                <a:xfrm>
                  <a:off x="4128891" y="3720271"/>
                  <a:ext cx="0" cy="11188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82" name="Rectangle 381">
                <a:extLst>
                  <a:ext uri="{FF2B5EF4-FFF2-40B4-BE49-F238E27FC236}">
                    <a16:creationId xmlns:a16="http://schemas.microsoft.com/office/drawing/2014/main" id="{9568C327-A8B8-714A-9EC6-981C762ACAD5}"/>
                  </a:ext>
                </a:extLst>
              </p:cNvPr>
              <p:cNvSpPr/>
              <p:nvPr/>
            </p:nvSpPr>
            <p:spPr bwMode="auto">
              <a:xfrm>
                <a:off x="1802251" y="3602440"/>
                <a:ext cx="1027025" cy="1163452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40000"/>
                      <a:lumOff val="6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FFFFFF"/>
                  </a:solidFill>
                  <a:latin typeface="Gill Sans MT"/>
                </a:endParaRPr>
              </a:p>
            </p:txBody>
          </p:sp>
          <p:cxnSp>
            <p:nvCxnSpPr>
              <p:cNvPr id="383" name="Straight Connector 382">
                <a:extLst>
                  <a:ext uri="{FF2B5EF4-FFF2-40B4-BE49-F238E27FC236}">
                    <a16:creationId xmlns:a16="http://schemas.microsoft.com/office/drawing/2014/main" id="{CE43604B-D39F-7044-94F2-CD4AD82F1987}"/>
                  </a:ext>
                </a:extLst>
              </p:cNvPr>
              <p:cNvCxnSpPr/>
              <p:nvPr/>
            </p:nvCxnSpPr>
            <p:spPr bwMode="auto">
              <a:xfrm>
                <a:off x="1781615" y="2805642"/>
                <a:ext cx="20636" cy="2020566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cxnSp>
            <p:nvCxnSpPr>
              <p:cNvPr id="384" name="Straight Connector 383">
                <a:extLst>
                  <a:ext uri="{FF2B5EF4-FFF2-40B4-BE49-F238E27FC236}">
                    <a16:creationId xmlns:a16="http://schemas.microsoft.com/office/drawing/2014/main" id="{5C4C1EF2-5AB5-114F-AE30-53470A226E36}"/>
                  </a:ext>
                </a:extLst>
              </p:cNvPr>
              <p:cNvCxnSpPr/>
              <p:nvPr/>
            </p:nvCxnSpPr>
            <p:spPr bwMode="auto">
              <a:xfrm flipH="1">
                <a:off x="2818166" y="2805642"/>
                <a:ext cx="4762" cy="1976123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85" name="Group 9">
                <a:extLst>
                  <a:ext uri="{FF2B5EF4-FFF2-40B4-BE49-F238E27FC236}">
                    <a16:creationId xmlns:a16="http://schemas.microsoft.com/office/drawing/2014/main" id="{052F022E-CD26-8744-AC3E-C859146E38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57805" y="2331054"/>
                <a:ext cx="1079500" cy="430213"/>
                <a:chOff x="2183302" y="1574638"/>
                <a:chExt cx="1200154" cy="430181"/>
              </a:xfrm>
            </p:grpSpPr>
            <p:sp>
              <p:nvSpPr>
                <p:cNvPr id="386" name="Oval 385">
                  <a:extLst>
                    <a:ext uri="{FF2B5EF4-FFF2-40B4-BE49-F238E27FC236}">
                      <a16:creationId xmlns:a16="http://schemas.microsoft.com/office/drawing/2014/main" id="{80AE789D-EAFB-F44C-ACC8-D4E9E127F29B}"/>
                    </a:ext>
                  </a:extLst>
                </p:cNvPr>
                <p:cNvSpPr/>
                <p:nvPr/>
              </p:nvSpPr>
              <p:spPr bwMode="auto">
                <a:xfrm flipV="1">
                  <a:off x="2186832" y="1690499"/>
                  <a:ext cx="1194758" cy="31425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20000"/>
                        <a:lumOff val="80000"/>
                      </a:srgbClr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87" name="Rectangle 386">
                  <a:extLst>
                    <a:ext uri="{FF2B5EF4-FFF2-40B4-BE49-F238E27FC236}">
                      <a16:creationId xmlns:a16="http://schemas.microsoft.com/office/drawing/2014/main" id="{5F200699-ED1E-0245-9D7A-C9227AC90EC0}"/>
                    </a:ext>
                  </a:extLst>
                </p:cNvPr>
                <p:cNvSpPr/>
                <p:nvPr/>
              </p:nvSpPr>
              <p:spPr bwMode="auto">
                <a:xfrm>
                  <a:off x="2183302" y="1734939"/>
                  <a:ext cx="1198287" cy="112686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88" name="Oval 387">
                  <a:extLst>
                    <a:ext uri="{FF2B5EF4-FFF2-40B4-BE49-F238E27FC236}">
                      <a16:creationId xmlns:a16="http://schemas.microsoft.com/office/drawing/2014/main" id="{1653876D-5808-4845-8D45-41E30CCABC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3302" y="1574638"/>
                  <a:ext cx="1196523" cy="314252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latin typeface="Gill Sans M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89" name="Freeform 388">
                  <a:extLst>
                    <a:ext uri="{FF2B5EF4-FFF2-40B4-BE49-F238E27FC236}">
                      <a16:creationId xmlns:a16="http://schemas.microsoft.com/office/drawing/2014/main" id="{B63C1A57-A326-E44D-89A7-AE4E169A70AE}"/>
                    </a:ext>
                  </a:extLst>
                </p:cNvPr>
                <p:cNvSpPr/>
                <p:nvPr/>
              </p:nvSpPr>
              <p:spPr bwMode="auto">
                <a:xfrm>
                  <a:off x="2490374" y="1671453"/>
                  <a:ext cx="582379" cy="157125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90" name="Freeform 389">
                  <a:extLst>
                    <a:ext uri="{FF2B5EF4-FFF2-40B4-BE49-F238E27FC236}">
                      <a16:creationId xmlns:a16="http://schemas.microsoft.com/office/drawing/2014/main" id="{C060360D-64F4-6C46-9C73-B1B076DAA1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372" y="1630188"/>
                  <a:ext cx="702384" cy="109512"/>
                </a:xfrm>
                <a:custGeom>
                  <a:avLst/>
                  <a:gdLst>
                    <a:gd name="T0" fmla="*/ 0 w 3723451"/>
                    <a:gd name="T1" fmla="*/ 26792 h 932950"/>
                    <a:gd name="T2" fmla="*/ 123590 w 3723451"/>
                    <a:gd name="T3" fmla="*/ 316 h 932950"/>
                    <a:gd name="T4" fmla="*/ 350070 w 3723451"/>
                    <a:gd name="T5" fmla="*/ 61105 h 932950"/>
                    <a:gd name="T6" fmla="*/ 566135 w 3723451"/>
                    <a:gd name="T7" fmla="*/ 0 h 932950"/>
                    <a:gd name="T8" fmla="*/ 702384 w 3723451"/>
                    <a:gd name="T9" fmla="*/ 24316 h 932950"/>
                    <a:gd name="T10" fmla="*/ 601015 w 3723451"/>
                    <a:gd name="T11" fmla="*/ 54216 h 932950"/>
                    <a:gd name="T12" fmla="*/ 568379 w 3723451"/>
                    <a:gd name="T13" fmla="*/ 46155 h 932950"/>
                    <a:gd name="T14" fmla="*/ 354049 w 3723451"/>
                    <a:gd name="T15" fmla="*/ 109512 h 932950"/>
                    <a:gd name="T16" fmla="*/ 134237 w 3723451"/>
                    <a:gd name="T17" fmla="*/ 48485 h 932950"/>
                    <a:gd name="T18" fmla="*/ 98698 w 3723451"/>
                    <a:gd name="T19" fmla="*/ 55072 h 932950"/>
                    <a:gd name="T20" fmla="*/ 0 w 3723451"/>
                    <a:gd name="T21" fmla="*/ 26792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91" name="Freeform 390">
                  <a:extLst>
                    <a:ext uri="{FF2B5EF4-FFF2-40B4-BE49-F238E27FC236}">
                      <a16:creationId xmlns:a16="http://schemas.microsoft.com/office/drawing/2014/main" id="{6762EEAF-2C47-B149-8689-0C95EC53C3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745" y="1723828"/>
                  <a:ext cx="257658" cy="95228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7658 w 1366596"/>
                    <a:gd name="T3" fmla="*/ 73585 h 809868"/>
                    <a:gd name="T4" fmla="*/ 163097 w 1366596"/>
                    <a:gd name="T5" fmla="*/ 95228 h 809868"/>
                    <a:gd name="T6" fmla="*/ 867 w 1366596"/>
                    <a:gd name="T7" fmla="*/ 50319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92" name="Freeform 391">
                  <a:extLst>
                    <a:ext uri="{FF2B5EF4-FFF2-40B4-BE49-F238E27FC236}">
                      <a16:creationId xmlns:a16="http://schemas.microsoft.com/office/drawing/2014/main" id="{EEF29461-B5AA-2744-A3DA-2814904A2E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8018" y="1725416"/>
                  <a:ext cx="254129" cy="95228"/>
                </a:xfrm>
                <a:custGeom>
                  <a:avLst/>
                  <a:gdLst>
                    <a:gd name="T0" fmla="*/ 250660 w 1348191"/>
                    <a:gd name="T1" fmla="*/ 0 h 791462"/>
                    <a:gd name="T2" fmla="*/ 254129 w 1348191"/>
                    <a:gd name="T3" fmla="*/ 45953 h 791462"/>
                    <a:gd name="T4" fmla="*/ 91938 w 1348191"/>
                    <a:gd name="T5" fmla="*/ 95228 h 791462"/>
                    <a:gd name="T6" fmla="*/ 0 w 1348191"/>
                    <a:gd name="T7" fmla="*/ 73636 h 791462"/>
                    <a:gd name="T8" fmla="*/ 250660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BE5A273A-2FEE-9545-BB88-87C7E505179F}"/>
                    </a:ext>
                  </a:extLst>
                </p:cNvPr>
                <p:cNvCxnSpPr>
                  <a:cxnSpLocks noChangeShapeType="1"/>
                  <a:endCxn id="388" idx="2"/>
                </p:cNvCxnSpPr>
                <p:nvPr/>
              </p:nvCxnSpPr>
              <p:spPr bwMode="auto">
                <a:xfrm flipH="1" flipV="1">
                  <a:off x="2183302" y="1731764"/>
                  <a:ext cx="3530" cy="122209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94" name="Straight Connector 393">
                  <a:extLst>
                    <a:ext uri="{FF2B5EF4-FFF2-40B4-BE49-F238E27FC236}">
                      <a16:creationId xmlns:a16="http://schemas.microsoft.com/office/drawing/2014/main" id="{3C46EAE7-509B-4E45-A6E7-9A33E4F0FC7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25" y="1728590"/>
                  <a:ext cx="3530" cy="122209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294" name="Group 18">
              <a:extLst>
                <a:ext uri="{FF2B5EF4-FFF2-40B4-BE49-F238E27FC236}">
                  <a16:creationId xmlns:a16="http://schemas.microsoft.com/office/drawing/2014/main" id="{482172DC-CB77-9547-9B55-AA80104E7E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0438" y="3174091"/>
              <a:ext cx="522287" cy="1831297"/>
              <a:chOff x="3500438" y="3174091"/>
              <a:chExt cx="522287" cy="1831297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62075464-1A4E-BF45-A532-01A9C76E55CE}"/>
                  </a:ext>
                </a:extLst>
              </p:cNvPr>
              <p:cNvSpPr/>
              <p:nvPr/>
            </p:nvSpPr>
            <p:spPr bwMode="auto">
              <a:xfrm rot="10800000">
                <a:off x="3507320" y="3287221"/>
                <a:ext cx="498349" cy="30662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FFFFFF"/>
                  </a:solidFill>
                  <a:latin typeface="Gill Sans MT"/>
                </a:endParaRPr>
              </a:p>
            </p:txBody>
          </p:sp>
          <p:cxnSp>
            <p:nvCxnSpPr>
              <p:cNvPr id="360" name="Straight Connector 359">
                <a:extLst>
                  <a:ext uri="{FF2B5EF4-FFF2-40B4-BE49-F238E27FC236}">
                    <a16:creationId xmlns:a16="http://schemas.microsoft.com/office/drawing/2014/main" id="{E6476089-4E8D-9748-8A20-B65AB809DCB0}"/>
                  </a:ext>
                </a:extLst>
              </p:cNvPr>
              <p:cNvCxnSpPr/>
              <p:nvPr/>
            </p:nvCxnSpPr>
            <p:spPr bwMode="auto">
              <a:xfrm flipH="1">
                <a:off x="4019802" y="3321497"/>
                <a:ext cx="1588" cy="1536456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pic>
            <p:nvPicPr>
              <p:cNvPr id="361" name="Picture 86" descr="router_top.png">
                <a:extLst>
                  <a:ext uri="{FF2B5EF4-FFF2-40B4-BE49-F238E27FC236}">
                    <a16:creationId xmlns:a16="http://schemas.microsoft.com/office/drawing/2014/main" id="{903307E4-A9C2-9644-824F-D336213F4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00438" y="3194292"/>
                <a:ext cx="522287" cy="2204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362" name="Group 82">
                <a:extLst>
                  <a:ext uri="{FF2B5EF4-FFF2-40B4-BE49-F238E27FC236}">
                    <a16:creationId xmlns:a16="http://schemas.microsoft.com/office/drawing/2014/main" id="{F71CE2FF-B936-C547-A3CE-97AE0CF5BB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11442" y="4783543"/>
                <a:ext cx="507858" cy="221845"/>
                <a:chOff x="4128636" y="3606589"/>
                <a:chExt cx="568145" cy="338667"/>
              </a:xfrm>
            </p:grpSpPr>
            <p:sp>
              <p:nvSpPr>
                <p:cNvPr id="375" name="Oval 374">
                  <a:extLst>
                    <a:ext uri="{FF2B5EF4-FFF2-40B4-BE49-F238E27FC236}">
                      <a16:creationId xmlns:a16="http://schemas.microsoft.com/office/drawing/2014/main" id="{586404AE-C86C-2743-98EF-9CF4A95F4440}"/>
                    </a:ext>
                  </a:extLst>
                </p:cNvPr>
                <p:cNvSpPr/>
                <p:nvPr/>
              </p:nvSpPr>
              <p:spPr>
                <a:xfrm>
                  <a:off x="4129087" y="3720182"/>
                  <a:ext cx="568256" cy="225348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76" name="Rectangle 375">
                  <a:extLst>
                    <a:ext uri="{FF2B5EF4-FFF2-40B4-BE49-F238E27FC236}">
                      <a16:creationId xmlns:a16="http://schemas.microsoft.com/office/drawing/2014/main" id="{5396A314-1026-4E4E-A149-99672789B306}"/>
                    </a:ext>
                  </a:extLst>
                </p:cNvPr>
                <p:cNvSpPr/>
                <p:nvPr/>
              </p:nvSpPr>
              <p:spPr>
                <a:xfrm>
                  <a:off x="4129087" y="3720182"/>
                  <a:ext cx="568256" cy="111462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77" name="Oval 376">
                  <a:extLst>
                    <a:ext uri="{FF2B5EF4-FFF2-40B4-BE49-F238E27FC236}">
                      <a16:creationId xmlns:a16="http://schemas.microsoft.com/office/drawing/2014/main" id="{23054A25-C068-9244-9B31-DD0F45D202D9}"/>
                    </a:ext>
                  </a:extLst>
                </p:cNvPr>
                <p:cNvSpPr/>
                <p:nvPr/>
              </p:nvSpPr>
              <p:spPr>
                <a:xfrm>
                  <a:off x="4129087" y="3606297"/>
                  <a:ext cx="568256" cy="225346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cxnSp>
              <p:nvCxnSpPr>
                <p:cNvPr id="378" name="Straight Connector 377">
                  <a:extLst>
                    <a:ext uri="{FF2B5EF4-FFF2-40B4-BE49-F238E27FC236}">
                      <a16:creationId xmlns:a16="http://schemas.microsoft.com/office/drawing/2014/main" id="{CD4A2AA1-5618-3140-9C21-11DC36124DCC}"/>
                    </a:ext>
                  </a:extLst>
                </p:cNvPr>
                <p:cNvCxnSpPr/>
                <p:nvPr/>
              </p:nvCxnSpPr>
              <p:spPr>
                <a:xfrm>
                  <a:off x="4697343" y="3720182"/>
                  <a:ext cx="0" cy="111462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79" name="Straight Connector 378">
                  <a:extLst>
                    <a:ext uri="{FF2B5EF4-FFF2-40B4-BE49-F238E27FC236}">
                      <a16:creationId xmlns:a16="http://schemas.microsoft.com/office/drawing/2014/main" id="{C0356843-B7EB-A343-9F3C-424592CF11BD}"/>
                    </a:ext>
                  </a:extLst>
                </p:cNvPr>
                <p:cNvCxnSpPr/>
                <p:nvPr/>
              </p:nvCxnSpPr>
              <p:spPr>
                <a:xfrm>
                  <a:off x="4129087" y="3720182"/>
                  <a:ext cx="0" cy="111462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63" name="Rectangle 362">
                <a:extLst>
                  <a:ext uri="{FF2B5EF4-FFF2-40B4-BE49-F238E27FC236}">
                    <a16:creationId xmlns:a16="http://schemas.microsoft.com/office/drawing/2014/main" id="{AC6DBBE1-F8C8-7C49-A55E-1A360F9F0FF8}"/>
                  </a:ext>
                </a:extLst>
              </p:cNvPr>
              <p:cNvSpPr/>
              <p:nvPr/>
            </p:nvSpPr>
            <p:spPr bwMode="auto">
              <a:xfrm>
                <a:off x="3516608" y="3697675"/>
                <a:ext cx="498433" cy="1163452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FFFFFF"/>
                  </a:solidFill>
                  <a:latin typeface="Gill Sans MT"/>
                </a:endParaRPr>
              </a:p>
            </p:txBody>
          </p:sp>
          <p:cxnSp>
            <p:nvCxnSpPr>
              <p:cNvPr id="364" name="Straight Connector 363">
                <a:extLst>
                  <a:ext uri="{FF2B5EF4-FFF2-40B4-BE49-F238E27FC236}">
                    <a16:creationId xmlns:a16="http://schemas.microsoft.com/office/drawing/2014/main" id="{30264003-6422-A246-8128-339027C2EFE4}"/>
                  </a:ext>
                </a:extLst>
              </p:cNvPr>
              <p:cNvCxnSpPr>
                <a:stCxn id="368" idx="2"/>
              </p:cNvCxnSpPr>
              <p:nvPr/>
            </p:nvCxnSpPr>
            <p:spPr bwMode="auto">
              <a:xfrm flipH="1">
                <a:off x="3507083" y="3262769"/>
                <a:ext cx="4762" cy="1688832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65" name="Group 377">
                <a:extLst>
                  <a:ext uri="{FF2B5EF4-FFF2-40B4-BE49-F238E27FC236}">
                    <a16:creationId xmlns:a16="http://schemas.microsoft.com/office/drawing/2014/main" id="{39ED4179-25C2-BD40-8CB0-2D2D19D3B8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11057" y="3174091"/>
                <a:ext cx="504096" cy="242719"/>
                <a:chOff x="2183302" y="1574638"/>
                <a:chExt cx="1200154" cy="430218"/>
              </a:xfrm>
            </p:grpSpPr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id="{8E546C63-6051-664A-A3B3-09898899A0F6}"/>
                    </a:ext>
                  </a:extLst>
                </p:cNvPr>
                <p:cNvSpPr/>
                <p:nvPr/>
              </p:nvSpPr>
              <p:spPr bwMode="auto">
                <a:xfrm flipV="1">
                  <a:off x="2188958" y="1689617"/>
                  <a:ext cx="1194231" cy="31509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67" name="Rectangle 366">
                  <a:extLst>
                    <a:ext uri="{FF2B5EF4-FFF2-40B4-BE49-F238E27FC236}">
                      <a16:creationId xmlns:a16="http://schemas.microsoft.com/office/drawing/2014/main" id="{F85D8891-4691-274F-8A4C-6EB421E1A629}"/>
                    </a:ext>
                  </a:extLst>
                </p:cNvPr>
                <p:cNvSpPr/>
                <p:nvPr/>
              </p:nvSpPr>
              <p:spPr bwMode="auto">
                <a:xfrm>
                  <a:off x="2185178" y="1734631"/>
                  <a:ext cx="1198011" cy="11253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68" name="Oval 367">
                  <a:extLst>
                    <a:ext uri="{FF2B5EF4-FFF2-40B4-BE49-F238E27FC236}">
                      <a16:creationId xmlns:a16="http://schemas.microsoft.com/office/drawing/2014/main" id="{F6D6309A-F621-8F43-966A-42EE2F5341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5178" y="1574269"/>
                  <a:ext cx="1194231" cy="315099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latin typeface="Gill Sans M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69" name="Freeform 368">
                  <a:extLst>
                    <a:ext uri="{FF2B5EF4-FFF2-40B4-BE49-F238E27FC236}">
                      <a16:creationId xmlns:a16="http://schemas.microsoft.com/office/drawing/2014/main" id="{E0967AA3-A871-A446-BBBF-E652596BA5E0}"/>
                    </a:ext>
                  </a:extLst>
                </p:cNvPr>
                <p:cNvSpPr/>
                <p:nvPr/>
              </p:nvSpPr>
              <p:spPr bwMode="auto">
                <a:xfrm>
                  <a:off x="2491295" y="1669924"/>
                  <a:ext cx="581999" cy="157549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70" name="Freeform 369">
                  <a:extLst>
                    <a:ext uri="{FF2B5EF4-FFF2-40B4-BE49-F238E27FC236}">
                      <a16:creationId xmlns:a16="http://schemas.microsoft.com/office/drawing/2014/main" id="{928F9198-71DD-1048-BF0F-138BFE3045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30828" y="1630537"/>
                  <a:ext cx="702933" cy="109721"/>
                </a:xfrm>
                <a:custGeom>
                  <a:avLst/>
                  <a:gdLst>
                    <a:gd name="T0" fmla="*/ 0 w 3723451"/>
                    <a:gd name="T1" fmla="*/ 26843 h 932950"/>
                    <a:gd name="T2" fmla="*/ 123686 w 3723451"/>
                    <a:gd name="T3" fmla="*/ 316 h 932950"/>
                    <a:gd name="T4" fmla="*/ 350344 w 3723451"/>
                    <a:gd name="T5" fmla="*/ 61221 h 932950"/>
                    <a:gd name="T6" fmla="*/ 566578 w 3723451"/>
                    <a:gd name="T7" fmla="*/ 0 h 932950"/>
                    <a:gd name="T8" fmla="*/ 702933 w 3723451"/>
                    <a:gd name="T9" fmla="*/ 24362 h 932950"/>
                    <a:gd name="T10" fmla="*/ 601485 w 3723451"/>
                    <a:gd name="T11" fmla="*/ 54319 h 932950"/>
                    <a:gd name="T12" fmla="*/ 568823 w 3723451"/>
                    <a:gd name="T13" fmla="*/ 46243 h 932950"/>
                    <a:gd name="T14" fmla="*/ 354326 w 3723451"/>
                    <a:gd name="T15" fmla="*/ 109721 h 932950"/>
                    <a:gd name="T16" fmla="*/ 134342 w 3723451"/>
                    <a:gd name="T17" fmla="*/ 48578 h 932950"/>
                    <a:gd name="T18" fmla="*/ 98775 w 3723451"/>
                    <a:gd name="T19" fmla="*/ 55177 h 932950"/>
                    <a:gd name="T20" fmla="*/ 0 w 3723451"/>
                    <a:gd name="T21" fmla="*/ 26843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71" name="Freeform 370">
                  <a:extLst>
                    <a:ext uri="{FF2B5EF4-FFF2-40B4-BE49-F238E27FC236}">
                      <a16:creationId xmlns:a16="http://schemas.microsoft.com/office/drawing/2014/main" id="{1C72F53E-6D8A-1247-85AD-4F6DFA9BC4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1892" y="1723378"/>
                  <a:ext cx="260764" cy="95655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60764 w 1366596"/>
                    <a:gd name="T3" fmla="*/ 73915 h 809868"/>
                    <a:gd name="T4" fmla="*/ 165063 w 1366596"/>
                    <a:gd name="T5" fmla="*/ 95655 h 809868"/>
                    <a:gd name="T6" fmla="*/ 878 w 1366596"/>
                    <a:gd name="T7" fmla="*/ 50545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72" name="Freeform 371">
                  <a:extLst>
                    <a:ext uri="{FF2B5EF4-FFF2-40B4-BE49-F238E27FC236}">
                      <a16:creationId xmlns:a16="http://schemas.microsoft.com/office/drawing/2014/main" id="{AC38375A-6308-3C42-8428-1BC8EF1E3E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9489" y="1726192"/>
                  <a:ext cx="253208" cy="92841"/>
                </a:xfrm>
                <a:custGeom>
                  <a:avLst/>
                  <a:gdLst>
                    <a:gd name="T0" fmla="*/ 249751 w 1348191"/>
                    <a:gd name="T1" fmla="*/ 0 h 791462"/>
                    <a:gd name="T2" fmla="*/ 253208 w 1348191"/>
                    <a:gd name="T3" fmla="*/ 44801 h 791462"/>
                    <a:gd name="T4" fmla="*/ 91604 w 1348191"/>
                    <a:gd name="T5" fmla="*/ 92841 h 791462"/>
                    <a:gd name="T6" fmla="*/ 0 w 1348191"/>
                    <a:gd name="T7" fmla="*/ 71790 h 791462"/>
                    <a:gd name="T8" fmla="*/ 249751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cxnSp>
              <p:nvCxnSpPr>
                <p:cNvPr id="373" name="Straight Connector 372">
                  <a:extLst>
                    <a:ext uri="{FF2B5EF4-FFF2-40B4-BE49-F238E27FC236}">
                      <a16:creationId xmlns:a16="http://schemas.microsoft.com/office/drawing/2014/main" id="{2676B342-72B9-EC4E-BEB9-884A31061112}"/>
                    </a:ext>
                  </a:extLst>
                </p:cNvPr>
                <p:cNvCxnSpPr>
                  <a:cxnSpLocks noChangeShapeType="1"/>
                  <a:endCxn id="368" idx="2"/>
                </p:cNvCxnSpPr>
                <p:nvPr/>
              </p:nvCxnSpPr>
              <p:spPr bwMode="auto">
                <a:xfrm flipH="1" flipV="1">
                  <a:off x="2185178" y="1731819"/>
                  <a:ext cx="3780" cy="120975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74" name="Straight Connector 373">
                  <a:extLst>
                    <a:ext uri="{FF2B5EF4-FFF2-40B4-BE49-F238E27FC236}">
                      <a16:creationId xmlns:a16="http://schemas.microsoft.com/office/drawing/2014/main" id="{C9E5ACD2-0571-394B-B54A-E4FD99B680A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409" y="1729005"/>
                  <a:ext cx="3780" cy="120976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295" name="Group 19">
              <a:extLst>
                <a:ext uri="{FF2B5EF4-FFF2-40B4-BE49-F238E27FC236}">
                  <a16:creationId xmlns:a16="http://schemas.microsoft.com/office/drawing/2014/main" id="{3F4E53BA-5956-854C-B31F-6EC1D0D219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99212" y="2486508"/>
              <a:ext cx="528376" cy="2517292"/>
              <a:chOff x="4299212" y="2486508"/>
              <a:chExt cx="528376" cy="2517292"/>
            </a:xfrm>
          </p:grpSpPr>
          <p:sp>
            <p:nvSpPr>
              <p:cNvPr id="339" name="Rectangle 338">
                <a:extLst>
                  <a:ext uri="{FF2B5EF4-FFF2-40B4-BE49-F238E27FC236}">
                    <a16:creationId xmlns:a16="http://schemas.microsoft.com/office/drawing/2014/main" id="{E47F6DBD-7B1F-E84E-80B1-B0007CEE2ECA}"/>
                  </a:ext>
                </a:extLst>
              </p:cNvPr>
              <p:cNvSpPr/>
              <p:nvPr/>
            </p:nvSpPr>
            <p:spPr bwMode="auto">
              <a:xfrm rot="10800000">
                <a:off x="4315358" y="2675960"/>
                <a:ext cx="498350" cy="916575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FFFFFF"/>
                  </a:solidFill>
                  <a:latin typeface="Gill Sans MT"/>
                </a:endParaRPr>
              </a:p>
            </p:txBody>
          </p: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AD6BA39E-C72A-2B46-89AC-72BC6ECE8737}"/>
                  </a:ext>
                </a:extLst>
              </p:cNvPr>
              <p:cNvCxnSpPr/>
              <p:nvPr/>
            </p:nvCxnSpPr>
            <p:spPr bwMode="auto">
              <a:xfrm>
                <a:off x="4821424" y="2642154"/>
                <a:ext cx="6349" cy="2214211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41" name="Group 442">
                <a:extLst>
                  <a:ext uri="{FF2B5EF4-FFF2-40B4-BE49-F238E27FC236}">
                    <a16:creationId xmlns:a16="http://schemas.microsoft.com/office/drawing/2014/main" id="{3A2CD557-2097-8643-A2CC-2FC42E1156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19479" y="4781999"/>
                <a:ext cx="507859" cy="221801"/>
                <a:chOff x="4128636" y="3606589"/>
                <a:chExt cx="568145" cy="338667"/>
              </a:xfrm>
            </p:grpSpPr>
            <p:sp>
              <p:nvSpPr>
                <p:cNvPr id="354" name="Oval 353">
                  <a:extLst>
                    <a:ext uri="{FF2B5EF4-FFF2-40B4-BE49-F238E27FC236}">
                      <a16:creationId xmlns:a16="http://schemas.microsoft.com/office/drawing/2014/main" id="{B01BCE74-1665-8347-ABE7-7ED7C4611208}"/>
                    </a:ext>
                  </a:extLst>
                </p:cNvPr>
                <p:cNvSpPr/>
                <p:nvPr/>
              </p:nvSpPr>
              <p:spPr>
                <a:xfrm>
                  <a:off x="4129012" y="3720139"/>
                  <a:ext cx="568256" cy="225391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55" name="Rectangle 354">
                  <a:extLst>
                    <a:ext uri="{FF2B5EF4-FFF2-40B4-BE49-F238E27FC236}">
                      <a16:creationId xmlns:a16="http://schemas.microsoft.com/office/drawing/2014/main" id="{3E2DD078-496C-2B4E-9AB7-8E3ED7B0B010}"/>
                    </a:ext>
                  </a:extLst>
                </p:cNvPr>
                <p:cNvSpPr/>
                <p:nvPr/>
              </p:nvSpPr>
              <p:spPr>
                <a:xfrm>
                  <a:off x="4129012" y="3720139"/>
                  <a:ext cx="568256" cy="111484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56" name="Oval 355">
                  <a:extLst>
                    <a:ext uri="{FF2B5EF4-FFF2-40B4-BE49-F238E27FC236}">
                      <a16:creationId xmlns:a16="http://schemas.microsoft.com/office/drawing/2014/main" id="{0589AD59-3F91-674B-AB1F-9687AE0A7155}"/>
                    </a:ext>
                  </a:extLst>
                </p:cNvPr>
                <p:cNvSpPr/>
                <p:nvPr/>
              </p:nvSpPr>
              <p:spPr>
                <a:xfrm>
                  <a:off x="4129012" y="3606230"/>
                  <a:ext cx="568256" cy="225392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cxnSp>
              <p:nvCxnSpPr>
                <p:cNvPr id="357" name="Straight Connector 356">
                  <a:extLst>
                    <a:ext uri="{FF2B5EF4-FFF2-40B4-BE49-F238E27FC236}">
                      <a16:creationId xmlns:a16="http://schemas.microsoft.com/office/drawing/2014/main" id="{D7DF9909-4629-2B41-A097-0EE5060D231F}"/>
                    </a:ext>
                  </a:extLst>
                </p:cNvPr>
                <p:cNvCxnSpPr/>
                <p:nvPr/>
              </p:nvCxnSpPr>
              <p:spPr>
                <a:xfrm>
                  <a:off x="4697268" y="3720139"/>
                  <a:ext cx="0" cy="11148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58" name="Straight Connector 357">
                  <a:extLst>
                    <a:ext uri="{FF2B5EF4-FFF2-40B4-BE49-F238E27FC236}">
                      <a16:creationId xmlns:a16="http://schemas.microsoft.com/office/drawing/2014/main" id="{E00A7AA3-4A7D-5A4A-923D-8190368DDD2A}"/>
                    </a:ext>
                  </a:extLst>
                </p:cNvPr>
                <p:cNvCxnSpPr/>
                <p:nvPr/>
              </p:nvCxnSpPr>
              <p:spPr>
                <a:xfrm>
                  <a:off x="4129012" y="3720139"/>
                  <a:ext cx="0" cy="11148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42" name="Rectangle 341">
                <a:extLst>
                  <a:ext uri="{FF2B5EF4-FFF2-40B4-BE49-F238E27FC236}">
                    <a16:creationId xmlns:a16="http://schemas.microsoft.com/office/drawing/2014/main" id="{BC350F5D-A217-434B-B0AD-B82598901D58}"/>
                  </a:ext>
                </a:extLst>
              </p:cNvPr>
              <p:cNvSpPr/>
              <p:nvPr/>
            </p:nvSpPr>
            <p:spPr bwMode="auto">
              <a:xfrm>
                <a:off x="4324577" y="3696087"/>
                <a:ext cx="498433" cy="116345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FFFFFF"/>
                  </a:solidFill>
                  <a:latin typeface="Gill Sans MT"/>
                </a:endParaRPr>
              </a:p>
            </p:txBody>
          </p:sp>
          <p:cxnSp>
            <p:nvCxnSpPr>
              <p:cNvPr id="343" name="Straight Connector 342">
                <a:extLst>
                  <a:ext uri="{FF2B5EF4-FFF2-40B4-BE49-F238E27FC236}">
                    <a16:creationId xmlns:a16="http://schemas.microsoft.com/office/drawing/2014/main" id="{59C23D10-C5AD-324E-A998-0B2D8811551A}"/>
                  </a:ext>
                </a:extLst>
              </p:cNvPr>
              <p:cNvCxnSpPr>
                <a:stCxn id="345" idx="2"/>
              </p:cNvCxnSpPr>
              <p:nvPr/>
            </p:nvCxnSpPr>
            <p:spPr bwMode="auto">
              <a:xfrm>
                <a:off x="4300767" y="2640568"/>
                <a:ext cx="14286" cy="23094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44" name="Group 456">
                <a:extLst>
                  <a:ext uri="{FF2B5EF4-FFF2-40B4-BE49-F238E27FC236}">
                    <a16:creationId xmlns:a16="http://schemas.microsoft.com/office/drawing/2014/main" id="{3D4ED6A7-656E-564B-9724-777A0E00F8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99212" y="2486508"/>
                <a:ext cx="504825" cy="242888"/>
                <a:chOff x="2183302" y="1574638"/>
                <a:chExt cx="1200154" cy="430218"/>
              </a:xfrm>
            </p:grpSpPr>
            <p:sp>
              <p:nvSpPr>
                <p:cNvPr id="345" name="Oval 344">
                  <a:extLst>
                    <a:ext uri="{FF2B5EF4-FFF2-40B4-BE49-F238E27FC236}">
                      <a16:creationId xmlns:a16="http://schemas.microsoft.com/office/drawing/2014/main" id="{5CA9CA10-6CB9-8C4D-9798-DE3642585FBF}"/>
                    </a:ext>
                  </a:extLst>
                </p:cNvPr>
                <p:cNvSpPr/>
                <p:nvPr/>
              </p:nvSpPr>
              <p:spPr bwMode="auto">
                <a:xfrm flipV="1">
                  <a:off x="2186998" y="1690077"/>
                  <a:ext cx="1196279" cy="3148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46" name="Rectangle 345">
                  <a:extLst>
                    <a:ext uri="{FF2B5EF4-FFF2-40B4-BE49-F238E27FC236}">
                      <a16:creationId xmlns:a16="http://schemas.microsoft.com/office/drawing/2014/main" id="{ED7DFE49-0AB2-5F4A-8804-D8EE2F5D8051}"/>
                    </a:ext>
                  </a:extLst>
                </p:cNvPr>
                <p:cNvSpPr/>
                <p:nvPr/>
              </p:nvSpPr>
              <p:spPr bwMode="auto">
                <a:xfrm>
                  <a:off x="2183224" y="1735060"/>
                  <a:ext cx="1200054" cy="11245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47" name="Oval 346">
                  <a:extLst>
                    <a:ext uri="{FF2B5EF4-FFF2-40B4-BE49-F238E27FC236}">
                      <a16:creationId xmlns:a16="http://schemas.microsoft.com/office/drawing/2014/main" id="{D9CC071E-9384-A844-AEDF-4D3D5A3D01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3224" y="1574808"/>
                  <a:ext cx="1196282" cy="314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latin typeface="Gill Sans M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48" name="Freeform 347">
                  <a:extLst>
                    <a:ext uri="{FF2B5EF4-FFF2-40B4-BE49-F238E27FC236}">
                      <a16:creationId xmlns:a16="http://schemas.microsoft.com/office/drawing/2014/main" id="{9221CFD6-F2B1-BC4A-8685-E97AB592CAEA}"/>
                    </a:ext>
                  </a:extLst>
                </p:cNvPr>
                <p:cNvSpPr/>
                <p:nvPr/>
              </p:nvSpPr>
              <p:spPr bwMode="auto">
                <a:xfrm>
                  <a:off x="2488899" y="1670396"/>
                  <a:ext cx="584931" cy="1574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49" name="Freeform 348">
                  <a:extLst>
                    <a:ext uri="{FF2B5EF4-FFF2-40B4-BE49-F238E27FC236}">
                      <a16:creationId xmlns:a16="http://schemas.microsoft.com/office/drawing/2014/main" id="{E1EB2301-9912-744E-B205-5948ED836C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8519" y="1631037"/>
                  <a:ext cx="705691" cy="109646"/>
                </a:xfrm>
                <a:custGeom>
                  <a:avLst/>
                  <a:gdLst>
                    <a:gd name="T0" fmla="*/ 0 w 3723451"/>
                    <a:gd name="T1" fmla="*/ 26825 h 932950"/>
                    <a:gd name="T2" fmla="*/ 124171 w 3723451"/>
                    <a:gd name="T3" fmla="*/ 316 h 932950"/>
                    <a:gd name="T4" fmla="*/ 351718 w 3723451"/>
                    <a:gd name="T5" fmla="*/ 61180 h 932950"/>
                    <a:gd name="T6" fmla="*/ 568801 w 3723451"/>
                    <a:gd name="T7" fmla="*/ 0 h 932950"/>
                    <a:gd name="T8" fmla="*/ 705691 w 3723451"/>
                    <a:gd name="T9" fmla="*/ 24345 h 932950"/>
                    <a:gd name="T10" fmla="*/ 603845 w 3723451"/>
                    <a:gd name="T11" fmla="*/ 54282 h 932950"/>
                    <a:gd name="T12" fmla="*/ 571055 w 3723451"/>
                    <a:gd name="T13" fmla="*/ 46211 h 932950"/>
                    <a:gd name="T14" fmla="*/ 355716 w 3723451"/>
                    <a:gd name="T15" fmla="*/ 109646 h 932950"/>
                    <a:gd name="T16" fmla="*/ 134869 w 3723451"/>
                    <a:gd name="T17" fmla="*/ 48545 h 932950"/>
                    <a:gd name="T18" fmla="*/ 99163 w 3723451"/>
                    <a:gd name="T19" fmla="*/ 55139 h 932950"/>
                    <a:gd name="T20" fmla="*/ 0 w 3723451"/>
                    <a:gd name="T21" fmla="*/ 26825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50" name="Freeform 349">
                  <a:extLst>
                    <a:ext uri="{FF2B5EF4-FFF2-40B4-BE49-F238E27FC236}">
                      <a16:creationId xmlns:a16="http://schemas.microsoft.com/office/drawing/2014/main" id="{274D27B5-7E68-5C4D-964B-A01609731F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2690" y="1723814"/>
                  <a:ext cx="256615" cy="95588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6615 w 1366596"/>
                    <a:gd name="T3" fmla="*/ 73863 h 809868"/>
                    <a:gd name="T4" fmla="*/ 162436 w 1366596"/>
                    <a:gd name="T5" fmla="*/ 95588 h 809868"/>
                    <a:gd name="T6" fmla="*/ 864 w 1366596"/>
                    <a:gd name="T7" fmla="*/ 50510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51" name="Freeform 350">
                  <a:extLst>
                    <a:ext uri="{FF2B5EF4-FFF2-40B4-BE49-F238E27FC236}">
                      <a16:creationId xmlns:a16="http://schemas.microsoft.com/office/drawing/2014/main" id="{CCCB88EE-5244-8644-B451-9B5D239AEB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7196" y="1726625"/>
                  <a:ext cx="252843" cy="92778"/>
                </a:xfrm>
                <a:custGeom>
                  <a:avLst/>
                  <a:gdLst>
                    <a:gd name="T0" fmla="*/ 249391 w 1348191"/>
                    <a:gd name="T1" fmla="*/ 0 h 791462"/>
                    <a:gd name="T2" fmla="*/ 252843 w 1348191"/>
                    <a:gd name="T3" fmla="*/ 44771 h 791462"/>
                    <a:gd name="T4" fmla="*/ 91472 w 1348191"/>
                    <a:gd name="T5" fmla="*/ 92778 h 791462"/>
                    <a:gd name="T6" fmla="*/ 0 w 1348191"/>
                    <a:gd name="T7" fmla="*/ 71741 h 791462"/>
                    <a:gd name="T8" fmla="*/ 249391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cxnSp>
              <p:nvCxnSpPr>
                <p:cNvPr id="352" name="Straight Connector 351">
                  <a:extLst>
                    <a:ext uri="{FF2B5EF4-FFF2-40B4-BE49-F238E27FC236}">
                      <a16:creationId xmlns:a16="http://schemas.microsoft.com/office/drawing/2014/main" id="{4DFA4F03-E97A-1E4E-8C06-5FCF8ACB1D15}"/>
                    </a:ext>
                  </a:extLst>
                </p:cNvPr>
                <p:cNvCxnSpPr>
                  <a:cxnSpLocks noChangeShapeType="1"/>
                  <a:endCxn id="347" idx="2"/>
                </p:cNvCxnSpPr>
                <p:nvPr/>
              </p:nvCxnSpPr>
              <p:spPr bwMode="auto">
                <a:xfrm flipH="1" flipV="1">
                  <a:off x="2183224" y="1732248"/>
                  <a:ext cx="3775" cy="120892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53" name="Straight Connector 352">
                  <a:extLst>
                    <a:ext uri="{FF2B5EF4-FFF2-40B4-BE49-F238E27FC236}">
                      <a16:creationId xmlns:a16="http://schemas.microsoft.com/office/drawing/2014/main" id="{8A9EDB0B-D51F-9C4D-A606-035EEB4B8D2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505" y="1729437"/>
                  <a:ext cx="3773" cy="12089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296" name="Group 20">
              <a:extLst>
                <a:ext uri="{FF2B5EF4-FFF2-40B4-BE49-F238E27FC236}">
                  <a16:creationId xmlns:a16="http://schemas.microsoft.com/office/drawing/2014/main" id="{7B3927DE-D2D4-0549-B6FC-DB36E97AF6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91163" y="3179295"/>
              <a:ext cx="522287" cy="1824505"/>
              <a:chOff x="5491163" y="3179295"/>
              <a:chExt cx="522287" cy="1824505"/>
            </a:xfrm>
          </p:grpSpPr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94693F99-2D5B-7E44-B2D3-365FDA0CFBDB}"/>
                  </a:ext>
                </a:extLst>
              </p:cNvPr>
              <p:cNvSpPr/>
              <p:nvPr/>
            </p:nvSpPr>
            <p:spPr bwMode="auto">
              <a:xfrm rot="10800000">
                <a:off x="5498044" y="3266845"/>
                <a:ext cx="498349" cy="325689"/>
              </a:xfrm>
              <a:prstGeom prst="rect">
                <a:avLst/>
              </a:prstGeom>
              <a:gradFill rotWithShape="1">
                <a:gsLst>
                  <a:gs pos="1000">
                    <a:srgbClr val="3333CC">
                      <a:lumMod val="75000"/>
                      <a:alpha val="62000"/>
                    </a:srgbClr>
                  </a:gs>
                  <a:gs pos="5400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FFFFFF"/>
                  </a:solidFill>
                  <a:latin typeface="Gill Sans MT"/>
                </a:endParaRPr>
              </a:p>
            </p:txBody>
          </p:sp>
          <p:cxnSp>
            <p:nvCxnSpPr>
              <p:cNvPr id="319" name="Straight Connector 318">
                <a:extLst>
                  <a:ext uri="{FF2B5EF4-FFF2-40B4-BE49-F238E27FC236}">
                    <a16:creationId xmlns:a16="http://schemas.microsoft.com/office/drawing/2014/main" id="{0BE62149-301B-CD40-877F-421A14409479}"/>
                  </a:ext>
                </a:extLst>
              </p:cNvPr>
              <p:cNvCxnSpPr>
                <a:stCxn id="327" idx="6"/>
              </p:cNvCxnSpPr>
              <p:nvPr/>
            </p:nvCxnSpPr>
            <p:spPr bwMode="auto">
              <a:xfrm>
                <a:off x="6004011" y="3267530"/>
                <a:ext cx="6349" cy="1582486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pic>
            <p:nvPicPr>
              <p:cNvPr id="320" name="Picture 469" descr="router_top.png">
                <a:extLst>
                  <a:ext uri="{FF2B5EF4-FFF2-40B4-BE49-F238E27FC236}">
                    <a16:creationId xmlns:a16="http://schemas.microsoft.com/office/drawing/2014/main" id="{DD59AE55-8859-5841-B6AC-641E9B1FF7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91163" y="3206725"/>
                <a:ext cx="522287" cy="2204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321" name="Group 471">
                <a:extLst>
                  <a:ext uri="{FF2B5EF4-FFF2-40B4-BE49-F238E27FC236}">
                    <a16:creationId xmlns:a16="http://schemas.microsoft.com/office/drawing/2014/main" id="{387A8315-A9E2-CD41-9540-BE22EB2647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02167" y="4781999"/>
                <a:ext cx="507858" cy="221801"/>
                <a:chOff x="4128636" y="3606589"/>
                <a:chExt cx="568145" cy="338667"/>
              </a:xfrm>
            </p:grpSpPr>
            <p:sp>
              <p:nvSpPr>
                <p:cNvPr id="334" name="Oval 333">
                  <a:extLst>
                    <a:ext uri="{FF2B5EF4-FFF2-40B4-BE49-F238E27FC236}">
                      <a16:creationId xmlns:a16="http://schemas.microsoft.com/office/drawing/2014/main" id="{5439A4FE-DB6E-D74D-95B5-D1F4AE9642E7}"/>
                    </a:ext>
                  </a:extLst>
                </p:cNvPr>
                <p:cNvSpPr/>
                <p:nvPr/>
              </p:nvSpPr>
              <p:spPr>
                <a:xfrm>
                  <a:off x="4128900" y="3720139"/>
                  <a:ext cx="568256" cy="225391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35" name="Rectangle 334">
                  <a:extLst>
                    <a:ext uri="{FF2B5EF4-FFF2-40B4-BE49-F238E27FC236}">
                      <a16:creationId xmlns:a16="http://schemas.microsoft.com/office/drawing/2014/main" id="{FA27B6FA-AB40-0D4B-BBE7-6000E55B03D1}"/>
                    </a:ext>
                  </a:extLst>
                </p:cNvPr>
                <p:cNvSpPr/>
                <p:nvPr/>
              </p:nvSpPr>
              <p:spPr>
                <a:xfrm>
                  <a:off x="4128900" y="3720139"/>
                  <a:ext cx="568256" cy="111484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36" name="Oval 335">
                  <a:extLst>
                    <a:ext uri="{FF2B5EF4-FFF2-40B4-BE49-F238E27FC236}">
                      <a16:creationId xmlns:a16="http://schemas.microsoft.com/office/drawing/2014/main" id="{C6FD79C0-1B1A-AB4A-A3BD-6514A1F64FCB}"/>
                    </a:ext>
                  </a:extLst>
                </p:cNvPr>
                <p:cNvSpPr/>
                <p:nvPr/>
              </p:nvSpPr>
              <p:spPr>
                <a:xfrm>
                  <a:off x="4128900" y="3606230"/>
                  <a:ext cx="568256" cy="225392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cxnSp>
              <p:nvCxnSpPr>
                <p:cNvPr id="337" name="Straight Connector 336">
                  <a:extLst>
                    <a:ext uri="{FF2B5EF4-FFF2-40B4-BE49-F238E27FC236}">
                      <a16:creationId xmlns:a16="http://schemas.microsoft.com/office/drawing/2014/main" id="{C730D6A9-51D0-864D-9F88-3CA108609D03}"/>
                    </a:ext>
                  </a:extLst>
                </p:cNvPr>
                <p:cNvCxnSpPr/>
                <p:nvPr/>
              </p:nvCxnSpPr>
              <p:spPr>
                <a:xfrm>
                  <a:off x="4697156" y="3720139"/>
                  <a:ext cx="0" cy="11148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38" name="Straight Connector 337">
                  <a:extLst>
                    <a:ext uri="{FF2B5EF4-FFF2-40B4-BE49-F238E27FC236}">
                      <a16:creationId xmlns:a16="http://schemas.microsoft.com/office/drawing/2014/main" id="{41EA4558-0D04-634B-A8B0-CAB6FB1D2028}"/>
                    </a:ext>
                  </a:extLst>
                </p:cNvPr>
                <p:cNvCxnSpPr/>
                <p:nvPr/>
              </p:nvCxnSpPr>
              <p:spPr>
                <a:xfrm>
                  <a:off x="4128900" y="3720139"/>
                  <a:ext cx="0" cy="111484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3670DAE7-C167-BA4B-9FB3-842EEBB6E0BC}"/>
                  </a:ext>
                </a:extLst>
              </p:cNvPr>
              <p:cNvSpPr/>
              <p:nvPr/>
            </p:nvSpPr>
            <p:spPr bwMode="auto">
              <a:xfrm>
                <a:off x="5507166" y="3694500"/>
                <a:ext cx="498433" cy="1165040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FFFFFF"/>
                  </a:solidFill>
                  <a:latin typeface="Gill Sans MT"/>
                </a:endParaRPr>
              </a:p>
            </p:txBody>
          </p: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FDAD1200-F8CD-4C4C-B862-839CDCE380A4}"/>
                  </a:ext>
                </a:extLst>
              </p:cNvPr>
              <p:cNvCxnSpPr>
                <a:stCxn id="320" idx="1"/>
              </p:cNvCxnSpPr>
              <p:nvPr/>
            </p:nvCxnSpPr>
            <p:spPr bwMode="auto">
              <a:xfrm>
                <a:off x="5491292" y="3316735"/>
                <a:ext cx="6349" cy="1633277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24" name="Group 485">
                <a:extLst>
                  <a:ext uri="{FF2B5EF4-FFF2-40B4-BE49-F238E27FC236}">
                    <a16:creationId xmlns:a16="http://schemas.microsoft.com/office/drawing/2014/main" id="{A6200FD6-2FAC-504D-AC15-41C2E0E5FE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00688" y="3179295"/>
                <a:ext cx="504825" cy="242888"/>
                <a:chOff x="2183302" y="1574638"/>
                <a:chExt cx="1200154" cy="430218"/>
              </a:xfrm>
            </p:grpSpPr>
            <p:sp>
              <p:nvSpPr>
                <p:cNvPr id="325" name="Oval 324">
                  <a:extLst>
                    <a:ext uri="{FF2B5EF4-FFF2-40B4-BE49-F238E27FC236}">
                      <a16:creationId xmlns:a16="http://schemas.microsoft.com/office/drawing/2014/main" id="{ECDA45FA-C7C9-1D42-AD17-0A94B356D9C2}"/>
                    </a:ext>
                  </a:extLst>
                </p:cNvPr>
                <p:cNvSpPr/>
                <p:nvPr/>
              </p:nvSpPr>
              <p:spPr bwMode="auto">
                <a:xfrm flipV="1">
                  <a:off x="2187379" y="1688754"/>
                  <a:ext cx="1196279" cy="3148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26" name="Rectangle 325">
                  <a:extLst>
                    <a:ext uri="{FF2B5EF4-FFF2-40B4-BE49-F238E27FC236}">
                      <a16:creationId xmlns:a16="http://schemas.microsoft.com/office/drawing/2014/main" id="{66DEE6E1-40E6-CC4A-9BD2-12B0FC5617F6}"/>
                    </a:ext>
                  </a:extLst>
                </p:cNvPr>
                <p:cNvSpPr/>
                <p:nvPr/>
              </p:nvSpPr>
              <p:spPr bwMode="auto">
                <a:xfrm>
                  <a:off x="2183606" y="1733737"/>
                  <a:ext cx="1200052" cy="11245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27" name="Oval 326">
                  <a:extLst>
                    <a:ext uri="{FF2B5EF4-FFF2-40B4-BE49-F238E27FC236}">
                      <a16:creationId xmlns:a16="http://schemas.microsoft.com/office/drawing/2014/main" id="{3B2579C2-CFB4-C243-A571-87CC477670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3606" y="1573485"/>
                  <a:ext cx="1196277" cy="314880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latin typeface="Gill Sans M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28" name="Freeform 327">
                  <a:extLst>
                    <a:ext uri="{FF2B5EF4-FFF2-40B4-BE49-F238E27FC236}">
                      <a16:creationId xmlns:a16="http://schemas.microsoft.com/office/drawing/2014/main" id="{8C20CAF5-F7F2-8C4F-BF4C-8061B2C174B5}"/>
                    </a:ext>
                  </a:extLst>
                </p:cNvPr>
                <p:cNvSpPr/>
                <p:nvPr/>
              </p:nvSpPr>
              <p:spPr bwMode="auto">
                <a:xfrm>
                  <a:off x="2489279" y="1669074"/>
                  <a:ext cx="584932" cy="1574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29" name="Freeform 328">
                  <a:extLst>
                    <a:ext uri="{FF2B5EF4-FFF2-40B4-BE49-F238E27FC236}">
                      <a16:creationId xmlns:a16="http://schemas.microsoft.com/office/drawing/2014/main" id="{751DAB4D-7078-0843-8893-ECF4AEBB83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8899" y="1629714"/>
                  <a:ext cx="705692" cy="109646"/>
                </a:xfrm>
                <a:custGeom>
                  <a:avLst/>
                  <a:gdLst>
                    <a:gd name="T0" fmla="*/ 0 w 3723451"/>
                    <a:gd name="T1" fmla="*/ 26825 h 932950"/>
                    <a:gd name="T2" fmla="*/ 124172 w 3723451"/>
                    <a:gd name="T3" fmla="*/ 316 h 932950"/>
                    <a:gd name="T4" fmla="*/ 351719 w 3723451"/>
                    <a:gd name="T5" fmla="*/ 61180 h 932950"/>
                    <a:gd name="T6" fmla="*/ 568801 w 3723451"/>
                    <a:gd name="T7" fmla="*/ 0 h 932950"/>
                    <a:gd name="T8" fmla="*/ 705692 w 3723451"/>
                    <a:gd name="T9" fmla="*/ 24345 h 932950"/>
                    <a:gd name="T10" fmla="*/ 603846 w 3723451"/>
                    <a:gd name="T11" fmla="*/ 54282 h 932950"/>
                    <a:gd name="T12" fmla="*/ 571056 w 3723451"/>
                    <a:gd name="T13" fmla="*/ 46211 h 932950"/>
                    <a:gd name="T14" fmla="*/ 355717 w 3723451"/>
                    <a:gd name="T15" fmla="*/ 109646 h 932950"/>
                    <a:gd name="T16" fmla="*/ 134869 w 3723451"/>
                    <a:gd name="T17" fmla="*/ 48545 h 932950"/>
                    <a:gd name="T18" fmla="*/ 99163 w 3723451"/>
                    <a:gd name="T19" fmla="*/ 55139 h 932950"/>
                    <a:gd name="T20" fmla="*/ 0 w 3723451"/>
                    <a:gd name="T21" fmla="*/ 26825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30" name="Freeform 329">
                  <a:extLst>
                    <a:ext uri="{FF2B5EF4-FFF2-40B4-BE49-F238E27FC236}">
                      <a16:creationId xmlns:a16="http://schemas.microsoft.com/office/drawing/2014/main" id="{49F08601-D11A-7246-97C4-4796E28716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3071" y="1722492"/>
                  <a:ext cx="256615" cy="95588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6615 w 1366596"/>
                    <a:gd name="T3" fmla="*/ 73863 h 809868"/>
                    <a:gd name="T4" fmla="*/ 162436 w 1366596"/>
                    <a:gd name="T5" fmla="*/ 95588 h 809868"/>
                    <a:gd name="T6" fmla="*/ 864 w 1366596"/>
                    <a:gd name="T7" fmla="*/ 50510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31" name="Freeform 330">
                  <a:extLst>
                    <a:ext uri="{FF2B5EF4-FFF2-40B4-BE49-F238E27FC236}">
                      <a16:creationId xmlns:a16="http://schemas.microsoft.com/office/drawing/2014/main" id="{0F35FC16-0782-6242-8A31-B2C90A57D8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7579" y="1725302"/>
                  <a:ext cx="252840" cy="92778"/>
                </a:xfrm>
                <a:custGeom>
                  <a:avLst/>
                  <a:gdLst>
                    <a:gd name="T0" fmla="*/ 249388 w 1348191"/>
                    <a:gd name="T1" fmla="*/ 0 h 791462"/>
                    <a:gd name="T2" fmla="*/ 252840 w 1348191"/>
                    <a:gd name="T3" fmla="*/ 44771 h 791462"/>
                    <a:gd name="T4" fmla="*/ 91471 w 1348191"/>
                    <a:gd name="T5" fmla="*/ 92778 h 791462"/>
                    <a:gd name="T6" fmla="*/ 0 w 1348191"/>
                    <a:gd name="T7" fmla="*/ 71741 h 791462"/>
                    <a:gd name="T8" fmla="*/ 249388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cxnSp>
              <p:nvCxnSpPr>
                <p:cNvPr id="332" name="Straight Connector 331">
                  <a:extLst>
                    <a:ext uri="{FF2B5EF4-FFF2-40B4-BE49-F238E27FC236}">
                      <a16:creationId xmlns:a16="http://schemas.microsoft.com/office/drawing/2014/main" id="{28B38805-D14D-6F4E-9C2D-85288858DC4A}"/>
                    </a:ext>
                  </a:extLst>
                </p:cNvPr>
                <p:cNvCxnSpPr>
                  <a:cxnSpLocks noChangeShapeType="1"/>
                  <a:endCxn id="327" idx="2"/>
                </p:cNvCxnSpPr>
                <p:nvPr/>
              </p:nvCxnSpPr>
              <p:spPr bwMode="auto">
                <a:xfrm flipH="1" flipV="1">
                  <a:off x="2183606" y="1730925"/>
                  <a:ext cx="3773" cy="120892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33" name="Straight Connector 332">
                  <a:extLst>
                    <a:ext uri="{FF2B5EF4-FFF2-40B4-BE49-F238E27FC236}">
                      <a16:creationId xmlns:a16="http://schemas.microsoft.com/office/drawing/2014/main" id="{839A4B18-24F7-8748-BABF-156684EACDA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79883" y="1728114"/>
                  <a:ext cx="3775" cy="120890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297" name="Group 21">
              <a:extLst>
                <a:ext uri="{FF2B5EF4-FFF2-40B4-BE49-F238E27FC236}">
                  <a16:creationId xmlns:a16="http://schemas.microsoft.com/office/drawing/2014/main" id="{9CDA8888-DE9C-FA48-880D-EF852C6370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2366" y="2647932"/>
              <a:ext cx="522159" cy="2354282"/>
              <a:chOff x="6472366" y="2647932"/>
              <a:chExt cx="522159" cy="2354282"/>
            </a:xfrm>
          </p:grpSpPr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995D8FCE-884F-0F40-A676-D4D29F8E694C}"/>
                  </a:ext>
                </a:extLst>
              </p:cNvPr>
              <p:cNvSpPr/>
              <p:nvPr/>
            </p:nvSpPr>
            <p:spPr bwMode="auto">
              <a:xfrm rot="10800000">
                <a:off x="6482296" y="2777838"/>
                <a:ext cx="498349" cy="722037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FFFFFF"/>
                  </a:solidFill>
                  <a:latin typeface="Gill Sans MT"/>
                </a:endParaRPr>
              </a:p>
            </p:txBody>
          </p: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316D5606-0146-DC48-97E2-18F369EDE031}"/>
                  </a:ext>
                </a:extLst>
              </p:cNvPr>
              <p:cNvCxnSpPr/>
              <p:nvPr/>
            </p:nvCxnSpPr>
            <p:spPr bwMode="auto">
              <a:xfrm>
                <a:off x="6994528" y="2846910"/>
                <a:ext cx="0" cy="1998345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00" name="Group 500">
                <a:extLst>
                  <a:ext uri="{FF2B5EF4-FFF2-40B4-BE49-F238E27FC236}">
                    <a16:creationId xmlns:a16="http://schemas.microsoft.com/office/drawing/2014/main" id="{AA425C1A-E91E-6E4A-A356-24012E6427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86417" y="4766099"/>
                <a:ext cx="507858" cy="236115"/>
                <a:chOff x="4128636" y="3606589"/>
                <a:chExt cx="568145" cy="338667"/>
              </a:xfrm>
            </p:grpSpPr>
            <p:sp>
              <p:nvSpPr>
                <p:cNvPr id="313" name="Oval 312">
                  <a:extLst>
                    <a:ext uri="{FF2B5EF4-FFF2-40B4-BE49-F238E27FC236}">
                      <a16:creationId xmlns:a16="http://schemas.microsoft.com/office/drawing/2014/main" id="{16CAB2BE-001A-5849-8EFC-BF1C74D20DA6}"/>
                    </a:ext>
                  </a:extLst>
                </p:cNvPr>
                <p:cNvSpPr/>
                <p:nvPr/>
              </p:nvSpPr>
              <p:spPr>
                <a:xfrm>
                  <a:off x="4128808" y="3720125"/>
                  <a:ext cx="568256" cy="225387"/>
                </a:xfrm>
                <a:prstGeom prst="ellipse">
                  <a:avLst/>
                </a:prstGeom>
                <a:solidFill>
                  <a:srgbClr val="3333CC">
                    <a:lumMod val="75000"/>
                  </a:srgbClr>
                </a:solidFill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14" name="Rectangle 313">
                  <a:extLst>
                    <a:ext uri="{FF2B5EF4-FFF2-40B4-BE49-F238E27FC236}">
                      <a16:creationId xmlns:a16="http://schemas.microsoft.com/office/drawing/2014/main" id="{ED3C727A-F086-5345-9D90-47A10FCD45F2}"/>
                    </a:ext>
                  </a:extLst>
                </p:cNvPr>
                <p:cNvSpPr/>
                <p:nvPr/>
              </p:nvSpPr>
              <p:spPr>
                <a:xfrm>
                  <a:off x="4128808" y="3720125"/>
                  <a:ext cx="568256" cy="111556"/>
                </a:xfrm>
                <a:prstGeom prst="rect">
                  <a:avLst/>
                </a:prstGeom>
                <a:solidFill>
                  <a:srgbClr val="3333CC">
                    <a:lumMod val="7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15" name="Oval 314">
                  <a:extLst>
                    <a:ext uri="{FF2B5EF4-FFF2-40B4-BE49-F238E27FC236}">
                      <a16:creationId xmlns:a16="http://schemas.microsoft.com/office/drawing/2014/main" id="{49C1B443-F565-5F4C-B75C-09F669AC3DE7}"/>
                    </a:ext>
                  </a:extLst>
                </p:cNvPr>
                <p:cNvSpPr/>
                <p:nvPr/>
              </p:nvSpPr>
              <p:spPr>
                <a:xfrm>
                  <a:off x="4128808" y="3606294"/>
                  <a:ext cx="568256" cy="225387"/>
                </a:xfrm>
                <a:prstGeom prst="ellipse">
                  <a:avLst/>
                </a:prstGeom>
                <a:solidFill>
                  <a:srgbClr val="3333CC">
                    <a:lumMod val="40000"/>
                    <a:lumOff val="60000"/>
                    <a:alpha val="55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cxnSp>
              <p:nvCxnSpPr>
                <p:cNvPr id="316" name="Straight Connector 315">
                  <a:extLst>
                    <a:ext uri="{FF2B5EF4-FFF2-40B4-BE49-F238E27FC236}">
                      <a16:creationId xmlns:a16="http://schemas.microsoft.com/office/drawing/2014/main" id="{FBA53D70-9A4D-7E4E-AC09-D42784DF8272}"/>
                    </a:ext>
                  </a:extLst>
                </p:cNvPr>
                <p:cNvCxnSpPr/>
                <p:nvPr/>
              </p:nvCxnSpPr>
              <p:spPr>
                <a:xfrm>
                  <a:off x="4697064" y="3720125"/>
                  <a:ext cx="0" cy="111556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317" name="Straight Connector 316">
                  <a:extLst>
                    <a:ext uri="{FF2B5EF4-FFF2-40B4-BE49-F238E27FC236}">
                      <a16:creationId xmlns:a16="http://schemas.microsoft.com/office/drawing/2014/main" id="{A5C3BEC2-90B0-8B41-88A4-351B428CAFB4}"/>
                    </a:ext>
                  </a:extLst>
                </p:cNvPr>
                <p:cNvCxnSpPr/>
                <p:nvPr/>
              </p:nvCxnSpPr>
              <p:spPr>
                <a:xfrm>
                  <a:off x="4128808" y="3720125"/>
                  <a:ext cx="0" cy="111556"/>
                </a:xfrm>
                <a:prstGeom prst="line">
                  <a:avLst/>
                </a:prstGeom>
                <a:noFill/>
                <a:ln w="6350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2309F1E7-7D26-E941-9221-C8DF0612EE28}"/>
                  </a:ext>
                </a:extLst>
              </p:cNvPr>
              <p:cNvSpPr/>
              <p:nvPr/>
            </p:nvSpPr>
            <p:spPr bwMode="auto">
              <a:xfrm>
                <a:off x="6491333" y="3610376"/>
                <a:ext cx="498433" cy="1238053"/>
              </a:xfrm>
              <a:prstGeom prst="rect">
                <a:avLst/>
              </a:prstGeom>
              <a:gradFill rotWithShape="1">
                <a:gsLst>
                  <a:gs pos="0">
                    <a:srgbClr val="3333CC">
                      <a:lumMod val="60000"/>
                      <a:lumOff val="40000"/>
                    </a:srgbClr>
                  </a:gs>
                  <a:gs pos="100000">
                    <a:srgbClr val="FFFFFF"/>
                  </a:gs>
                </a:gsLst>
                <a:lin ang="16200000" scaled="0"/>
              </a:gradFill>
              <a:ln w="95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FFFFFF"/>
                  </a:solidFill>
                  <a:latin typeface="Gill Sans MT"/>
                </a:endParaRPr>
              </a:p>
            </p:txBody>
          </p: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9C251E47-5FE5-B64D-8E6E-2491993604B5}"/>
                  </a:ext>
                </a:extLst>
              </p:cNvPr>
              <p:cNvCxnSpPr/>
              <p:nvPr/>
            </p:nvCxnSpPr>
            <p:spPr bwMode="auto">
              <a:xfrm>
                <a:off x="6472285" y="2818340"/>
                <a:ext cx="9524" cy="2126912"/>
              </a:xfrm>
              <a:prstGeom prst="line">
                <a:avLst/>
              </a:prstGeom>
              <a:noFill/>
              <a:ln w="3175" cap="flat" cmpd="sng" algn="ctr">
                <a:solidFill>
                  <a:srgbClr val="000000"/>
                </a:solidFill>
                <a:prstDash val="sysDash"/>
              </a:ln>
              <a:effectLst/>
            </p:spPr>
          </p:cxnSp>
          <p:grpSp>
            <p:nvGrpSpPr>
              <p:cNvPr id="303" name="Group 514">
                <a:extLst>
                  <a:ext uri="{FF2B5EF4-FFF2-40B4-BE49-F238E27FC236}">
                    <a16:creationId xmlns:a16="http://schemas.microsoft.com/office/drawing/2014/main" id="{9B7D3C6F-466A-3143-9B8E-F60B2AAFD7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78146" y="2647932"/>
                <a:ext cx="504825" cy="242887"/>
                <a:chOff x="2183302" y="1574638"/>
                <a:chExt cx="1200154" cy="430218"/>
              </a:xfrm>
            </p:grpSpPr>
            <p:sp>
              <p:nvSpPr>
                <p:cNvPr id="304" name="Oval 303">
                  <a:extLst>
                    <a:ext uri="{FF2B5EF4-FFF2-40B4-BE49-F238E27FC236}">
                      <a16:creationId xmlns:a16="http://schemas.microsoft.com/office/drawing/2014/main" id="{12A307F7-5B73-2445-A2F4-C0FA1266E373}"/>
                    </a:ext>
                  </a:extLst>
                </p:cNvPr>
                <p:cNvSpPr/>
                <p:nvPr/>
              </p:nvSpPr>
              <p:spPr bwMode="auto">
                <a:xfrm flipV="1">
                  <a:off x="2188237" y="1690921"/>
                  <a:ext cx="1196279" cy="31488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333CC">
                        <a:lumMod val="75000"/>
                      </a:srgbClr>
                    </a:gs>
                    <a:gs pos="31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FFFFFF"/>
                    </a:gs>
                  </a:gsLst>
                  <a:lin ang="16200000" scaled="0"/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05" name="Rectangle 304">
                  <a:extLst>
                    <a:ext uri="{FF2B5EF4-FFF2-40B4-BE49-F238E27FC236}">
                      <a16:creationId xmlns:a16="http://schemas.microsoft.com/office/drawing/2014/main" id="{33E19D46-3715-614C-AAF4-022904355894}"/>
                    </a:ext>
                  </a:extLst>
                </p:cNvPr>
                <p:cNvSpPr/>
                <p:nvPr/>
              </p:nvSpPr>
              <p:spPr bwMode="auto">
                <a:xfrm>
                  <a:off x="2184464" y="1735904"/>
                  <a:ext cx="1200052" cy="11245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CC">
                        <a:lumMod val="40000"/>
                        <a:lumOff val="60000"/>
                      </a:srgbClr>
                    </a:gs>
                    <a:gs pos="54000">
                      <a:srgbClr val="3333CC">
                        <a:lumMod val="60000"/>
                        <a:lumOff val="40000"/>
                      </a:srgbClr>
                    </a:gs>
                    <a:gs pos="100000">
                      <a:srgbClr val="3333CC">
                        <a:lumMod val="75000"/>
                      </a:srgbClr>
                    </a:gs>
                  </a:gsLst>
                  <a:lin ang="16200000" scaled="0"/>
                </a:gra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06" name="Oval 305">
                  <a:extLst>
                    <a:ext uri="{FF2B5EF4-FFF2-40B4-BE49-F238E27FC236}">
                      <a16:creationId xmlns:a16="http://schemas.microsoft.com/office/drawing/2014/main" id="{E55709E7-7775-884D-A34A-45191B84AF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2184464" y="1575651"/>
                  <a:ext cx="1196277" cy="314881"/>
                </a:xfrm>
                <a:prstGeom prst="ellipse">
                  <a:avLst/>
                </a:prstGeom>
                <a:solidFill>
                  <a:srgbClr val="BFB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0" dist="23000" dir="5400000" rotWithShape="0">
                    <a:srgbClr val="808080">
                      <a:alpha val="34999"/>
                    </a:srgbClr>
                  </a:outerShdw>
                </a:effectLst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ln>
                      <a:solidFill>
                        <a:srgbClr val="000000"/>
                      </a:solidFill>
                    </a:ln>
                    <a:solidFill>
                      <a:srgbClr val="FFFFFF"/>
                    </a:solidFill>
                    <a:latin typeface="Gill Sans MT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07" name="Freeform 306">
                  <a:extLst>
                    <a:ext uri="{FF2B5EF4-FFF2-40B4-BE49-F238E27FC236}">
                      <a16:creationId xmlns:a16="http://schemas.microsoft.com/office/drawing/2014/main" id="{53C2A2DA-53F1-794E-A987-B42C0AC0022C}"/>
                    </a:ext>
                  </a:extLst>
                </p:cNvPr>
                <p:cNvSpPr/>
                <p:nvPr/>
              </p:nvSpPr>
              <p:spPr bwMode="auto">
                <a:xfrm>
                  <a:off x="2490137" y="1671240"/>
                  <a:ext cx="584932" cy="15744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3333CC">
                    <a:lumMod val="60000"/>
                    <a:lumOff val="4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sp>
              <p:nvSpPr>
                <p:cNvPr id="308" name="Freeform 307">
                  <a:extLst>
                    <a:ext uri="{FF2B5EF4-FFF2-40B4-BE49-F238E27FC236}">
                      <a16:creationId xmlns:a16="http://schemas.microsoft.com/office/drawing/2014/main" id="{9EECC5D2-5F03-5B4A-A066-DEC9954D66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29757" y="1631880"/>
                  <a:ext cx="705692" cy="109647"/>
                </a:xfrm>
                <a:custGeom>
                  <a:avLst/>
                  <a:gdLst>
                    <a:gd name="T0" fmla="*/ 0 w 3723451"/>
                    <a:gd name="T1" fmla="*/ 26825 h 932950"/>
                    <a:gd name="T2" fmla="*/ 124172 w 3723451"/>
                    <a:gd name="T3" fmla="*/ 316 h 932950"/>
                    <a:gd name="T4" fmla="*/ 351719 w 3723451"/>
                    <a:gd name="T5" fmla="*/ 61180 h 932950"/>
                    <a:gd name="T6" fmla="*/ 568801 w 3723451"/>
                    <a:gd name="T7" fmla="*/ 0 h 932950"/>
                    <a:gd name="T8" fmla="*/ 705692 w 3723451"/>
                    <a:gd name="T9" fmla="*/ 24346 h 932950"/>
                    <a:gd name="T10" fmla="*/ 603846 w 3723451"/>
                    <a:gd name="T11" fmla="*/ 54283 h 932950"/>
                    <a:gd name="T12" fmla="*/ 571056 w 3723451"/>
                    <a:gd name="T13" fmla="*/ 46212 h 932950"/>
                    <a:gd name="T14" fmla="*/ 355717 w 3723451"/>
                    <a:gd name="T15" fmla="*/ 109647 h 932950"/>
                    <a:gd name="T16" fmla="*/ 134869 w 3723451"/>
                    <a:gd name="T17" fmla="*/ 48545 h 932950"/>
                    <a:gd name="T18" fmla="*/ 99163 w 3723451"/>
                    <a:gd name="T19" fmla="*/ 55140 h 932950"/>
                    <a:gd name="T20" fmla="*/ 0 w 3723451"/>
                    <a:gd name="T21" fmla="*/ 26825 h 93295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09" name="Freeform 308">
                  <a:extLst>
                    <a:ext uri="{FF2B5EF4-FFF2-40B4-BE49-F238E27FC236}">
                      <a16:creationId xmlns:a16="http://schemas.microsoft.com/office/drawing/2014/main" id="{8388544E-A2CB-0640-A29C-1662E6885F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3929" y="1724658"/>
                  <a:ext cx="256615" cy="95589"/>
                </a:xfrm>
                <a:custGeom>
                  <a:avLst/>
                  <a:gdLst>
                    <a:gd name="T0" fmla="*/ 0 w 1366596"/>
                    <a:gd name="T1" fmla="*/ 0 h 809868"/>
                    <a:gd name="T2" fmla="*/ 256615 w 1366596"/>
                    <a:gd name="T3" fmla="*/ 73864 h 809868"/>
                    <a:gd name="T4" fmla="*/ 162436 w 1366596"/>
                    <a:gd name="T5" fmla="*/ 95589 h 809868"/>
                    <a:gd name="T6" fmla="*/ 864 w 1366596"/>
                    <a:gd name="T7" fmla="*/ 50510 h 809868"/>
                    <a:gd name="T8" fmla="*/ 0 w 1366596"/>
                    <a:gd name="T9" fmla="*/ 0 h 8098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310" name="Freeform 309">
                  <a:extLst>
                    <a:ext uri="{FF2B5EF4-FFF2-40B4-BE49-F238E27FC236}">
                      <a16:creationId xmlns:a16="http://schemas.microsoft.com/office/drawing/2014/main" id="{0DDF3C4E-5F2E-864E-88A4-D785A5D6EE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18437" y="1727469"/>
                  <a:ext cx="252840" cy="92778"/>
                </a:xfrm>
                <a:custGeom>
                  <a:avLst/>
                  <a:gdLst>
                    <a:gd name="T0" fmla="*/ 249388 w 1348191"/>
                    <a:gd name="T1" fmla="*/ 0 h 791462"/>
                    <a:gd name="T2" fmla="*/ 252840 w 1348191"/>
                    <a:gd name="T3" fmla="*/ 44771 h 791462"/>
                    <a:gd name="T4" fmla="*/ 91471 w 1348191"/>
                    <a:gd name="T5" fmla="*/ 92778 h 791462"/>
                    <a:gd name="T6" fmla="*/ 0 w 1348191"/>
                    <a:gd name="T7" fmla="*/ 71741 h 791462"/>
                    <a:gd name="T8" fmla="*/ 249388 w 1348191"/>
                    <a:gd name="T9" fmla="*/ 0 h 79146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4999"/>
                    </a:srgbClr>
                  </a:outerShdw>
                </a:effectLst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000000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cxnSp>
              <p:nvCxnSpPr>
                <p:cNvPr id="311" name="Straight Connector 310">
                  <a:extLst>
                    <a:ext uri="{FF2B5EF4-FFF2-40B4-BE49-F238E27FC236}">
                      <a16:creationId xmlns:a16="http://schemas.microsoft.com/office/drawing/2014/main" id="{5A28B5B0-5BAC-8C46-B4B8-9BCB18DCD1DD}"/>
                    </a:ext>
                  </a:extLst>
                </p:cNvPr>
                <p:cNvCxnSpPr>
                  <a:cxnSpLocks noChangeShapeType="1"/>
                  <a:endCxn id="306" idx="2"/>
                </p:cNvCxnSpPr>
                <p:nvPr/>
              </p:nvCxnSpPr>
              <p:spPr bwMode="auto">
                <a:xfrm flipH="1" flipV="1">
                  <a:off x="2184464" y="1733091"/>
                  <a:ext cx="3773" cy="120893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12" name="Straight Connector 311">
                  <a:extLst>
                    <a:ext uri="{FF2B5EF4-FFF2-40B4-BE49-F238E27FC236}">
                      <a16:creationId xmlns:a16="http://schemas.microsoft.com/office/drawing/2014/main" id="{3A010796-660C-4C4D-865E-8D108EDA01B6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3380741" y="1730281"/>
                  <a:ext cx="3775" cy="120891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blurRad="40005" dist="19939" dir="5400000" algn="tl" rotWithShape="0">
                    <a:srgbClr val="808080">
                      <a:alpha val="37999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094E25C2-45E6-0C43-ADA4-684E51DC703A}"/>
              </a:ext>
            </a:extLst>
          </p:cNvPr>
          <p:cNvGrpSpPr>
            <a:grpSpLocks/>
          </p:cNvGrpSpPr>
          <p:nvPr/>
        </p:nvGrpSpPr>
        <p:grpSpPr bwMode="auto">
          <a:xfrm>
            <a:off x="2546748" y="2901606"/>
            <a:ext cx="3851360" cy="659606"/>
            <a:chOff x="1843424" y="707349"/>
            <a:chExt cx="5136221" cy="879389"/>
          </a:xfrm>
        </p:grpSpPr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C759FDA4-4088-0A4C-9E92-BD72D7D52B56}"/>
                </a:ext>
              </a:extLst>
            </p:cNvPr>
            <p:cNvSpPr/>
            <p:nvPr/>
          </p:nvSpPr>
          <p:spPr>
            <a:xfrm>
              <a:off x="1866825" y="785129"/>
              <a:ext cx="954288" cy="492077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FFFF"/>
                </a:solidFill>
                <a:latin typeface="Gill Sans MT"/>
              </a:endParaRPr>
            </a:p>
          </p:txBody>
        </p:sp>
        <p:sp>
          <p:nvSpPr>
            <p:cNvPr id="402" name="TextBox 233">
              <a:extLst>
                <a:ext uri="{FF2B5EF4-FFF2-40B4-BE49-F238E27FC236}">
                  <a16:creationId xmlns:a16="http://schemas.microsoft.com/office/drawing/2014/main" id="{91B4E7D9-6C4B-6C4B-86F5-8BB66F936B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3424" y="783191"/>
              <a:ext cx="1007325" cy="499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ts val="1106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050" kern="0" dirty="0">
                  <a:solidFill>
                    <a:srgbClr val="000000"/>
                  </a:solidFill>
                </a:rPr>
                <a:t>Routing</a:t>
              </a:r>
            </a:p>
            <a:p>
              <a:pPr algn="ctr" defTabSz="685800" eaLnBrk="0" fontAlgn="base" hangingPunct="0">
                <a:lnSpc>
                  <a:spcPts val="1106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050" kern="0" dirty="0">
                  <a:solidFill>
                    <a:srgbClr val="000000"/>
                  </a:solidFill>
                </a:rPr>
                <a:t>Algorithm</a:t>
              </a:r>
            </a:p>
          </p:txBody>
        </p:sp>
        <p:cxnSp>
          <p:nvCxnSpPr>
            <p:cNvPr id="403" name="Straight Arrow Connector 402">
              <a:extLst>
                <a:ext uri="{FF2B5EF4-FFF2-40B4-BE49-F238E27FC236}">
                  <a16:creationId xmlns:a16="http://schemas.microsoft.com/office/drawing/2014/main" id="{86DA61DF-3320-724E-9861-CF654B1F47AF}"/>
                </a:ext>
              </a:extLst>
            </p:cNvPr>
            <p:cNvCxnSpPr/>
            <p:nvPr/>
          </p:nvCxnSpPr>
          <p:spPr>
            <a:xfrm flipV="1">
              <a:off x="2833815" y="807352"/>
              <a:ext cx="1517968" cy="214291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04" name="Straight Arrow Connector 403">
              <a:extLst>
                <a:ext uri="{FF2B5EF4-FFF2-40B4-BE49-F238E27FC236}">
                  <a16:creationId xmlns:a16="http://schemas.microsoft.com/office/drawing/2014/main" id="{FA99C173-8DEF-3940-BC9B-72CA3FA99281}"/>
                </a:ext>
              </a:extLst>
            </p:cNvPr>
            <p:cNvCxnSpPr/>
            <p:nvPr/>
          </p:nvCxnSpPr>
          <p:spPr>
            <a:xfrm>
              <a:off x="2751248" y="1201014"/>
              <a:ext cx="797092" cy="279373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05" name="Straight Arrow Connector 404">
              <a:extLst>
                <a:ext uri="{FF2B5EF4-FFF2-40B4-BE49-F238E27FC236}">
                  <a16:creationId xmlns:a16="http://schemas.microsoft.com/office/drawing/2014/main" id="{57AAE988-13E3-6642-B8CC-252C9113ABCC}"/>
                </a:ext>
              </a:extLst>
            </p:cNvPr>
            <p:cNvCxnSpPr/>
            <p:nvPr/>
          </p:nvCxnSpPr>
          <p:spPr>
            <a:xfrm>
              <a:off x="4685228" y="894656"/>
              <a:ext cx="892362" cy="509538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286126FC-663F-E140-85FF-EA643857EAAB}"/>
                </a:ext>
              </a:extLst>
            </p:cNvPr>
            <p:cNvCxnSpPr/>
            <p:nvPr/>
          </p:nvCxnSpPr>
          <p:spPr>
            <a:xfrm>
              <a:off x="4801139" y="801003"/>
              <a:ext cx="1695805" cy="130162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4DA7DE45-D335-D548-B5FE-488518B7B2B7}"/>
                </a:ext>
              </a:extLst>
            </p:cNvPr>
            <p:cNvSpPr/>
            <p:nvPr/>
          </p:nvSpPr>
          <p:spPr>
            <a:xfrm>
              <a:off x="6558870" y="894656"/>
              <a:ext cx="420775" cy="180957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FFFF"/>
                </a:solidFill>
                <a:latin typeface="Gill Sans MT"/>
              </a:endParaRPr>
            </a:p>
          </p:txBody>
        </p: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E0F6C35C-914C-3B41-9CC4-D8179FFB699E}"/>
                </a:ext>
              </a:extLst>
            </p:cNvPr>
            <p:cNvSpPr/>
            <p:nvPr/>
          </p:nvSpPr>
          <p:spPr>
            <a:xfrm>
              <a:off x="5572826" y="1404194"/>
              <a:ext cx="420776" cy="182544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FFFF"/>
                </a:solidFill>
                <a:latin typeface="Gill Sans MT"/>
              </a:endParaRP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F2328B0F-766B-A544-ACA3-A1877D849A35}"/>
                </a:ext>
              </a:extLst>
            </p:cNvPr>
            <p:cNvSpPr/>
            <p:nvPr/>
          </p:nvSpPr>
          <p:spPr>
            <a:xfrm>
              <a:off x="4367661" y="707349"/>
              <a:ext cx="420775" cy="182545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FFFF"/>
                </a:solidFill>
                <a:latin typeface="Gill Sans MT"/>
              </a:endParaRPr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4E049E95-C6A9-FE4D-937B-C134ECB1D9AB}"/>
                </a:ext>
              </a:extLst>
            </p:cNvPr>
            <p:cNvSpPr/>
            <p:nvPr/>
          </p:nvSpPr>
          <p:spPr>
            <a:xfrm>
              <a:off x="3572157" y="1402606"/>
              <a:ext cx="420776" cy="180957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 cap="flat" cmpd="sng" algn="ctr">
              <a:solidFill>
                <a:srgbClr val="CC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FFFF"/>
                </a:solidFill>
                <a:latin typeface="Gill Sans MT"/>
              </a:endParaRPr>
            </a:p>
          </p:txBody>
        </p:sp>
        <p:cxnSp>
          <p:nvCxnSpPr>
            <p:cNvPr id="411" name="Straight Arrow Connector 410">
              <a:extLst>
                <a:ext uri="{FF2B5EF4-FFF2-40B4-BE49-F238E27FC236}">
                  <a16:creationId xmlns:a16="http://schemas.microsoft.com/office/drawing/2014/main" id="{C5FBB1F6-0839-A343-AE4E-8487D7B4403B}"/>
                </a:ext>
              </a:extLst>
            </p:cNvPr>
            <p:cNvCxnSpPr/>
            <p:nvPr/>
          </p:nvCxnSpPr>
          <p:spPr>
            <a:xfrm>
              <a:off x="2821113" y="1105773"/>
              <a:ext cx="2739010" cy="339692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12" name="Straight Arrow Connector 411">
              <a:extLst>
                <a:ext uri="{FF2B5EF4-FFF2-40B4-BE49-F238E27FC236}">
                  <a16:creationId xmlns:a16="http://schemas.microsoft.com/office/drawing/2014/main" id="{01507C1D-D7CC-314D-9BC2-599E67963164}"/>
                </a:ext>
              </a:extLst>
            </p:cNvPr>
            <p:cNvCxnSpPr>
              <a:endCxn id="407" idx="2"/>
            </p:cNvCxnSpPr>
            <p:nvPr/>
          </p:nvCxnSpPr>
          <p:spPr>
            <a:xfrm flipV="1">
              <a:off x="3997696" y="985135"/>
              <a:ext cx="2561174" cy="469854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13" name="Straight Arrow Connector 412">
              <a:extLst>
                <a:ext uri="{FF2B5EF4-FFF2-40B4-BE49-F238E27FC236}">
                  <a16:creationId xmlns:a16="http://schemas.microsoft.com/office/drawing/2014/main" id="{0D0AA51C-C88C-DA40-BB5F-C90D75401B35}"/>
                </a:ext>
              </a:extLst>
            </p:cNvPr>
            <p:cNvCxnSpPr/>
            <p:nvPr/>
          </p:nvCxnSpPr>
          <p:spPr>
            <a:xfrm flipV="1">
              <a:off x="3991345" y="1508959"/>
              <a:ext cx="1581481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14" name="Straight Arrow Connector 413">
              <a:extLst>
                <a:ext uri="{FF2B5EF4-FFF2-40B4-BE49-F238E27FC236}">
                  <a16:creationId xmlns:a16="http://schemas.microsoft.com/office/drawing/2014/main" id="{B8B513D7-9162-0648-BC71-8BEBCC27917A}"/>
                </a:ext>
              </a:extLst>
            </p:cNvPr>
            <p:cNvCxnSpPr/>
            <p:nvPr/>
          </p:nvCxnSpPr>
          <p:spPr>
            <a:xfrm flipV="1">
              <a:off x="5996777" y="1083550"/>
              <a:ext cx="751044" cy="396836"/>
            </a:xfrm>
            <a:prstGeom prst="straightConnector1">
              <a:avLst/>
            </a:prstGeom>
            <a:noFill/>
            <a:ln w="25400" cap="flat" cmpd="sng" algn="ctr">
              <a:solidFill>
                <a:srgbClr val="CC0000"/>
              </a:solidFill>
              <a:prstDash val="solid"/>
              <a:headEnd type="triangle"/>
              <a:tailEnd type="triangle"/>
            </a:ln>
            <a:effectLst/>
          </p:spPr>
        </p:cxn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C4AAA334-C4B2-DD48-A566-2EA2C1AA11DF}"/>
              </a:ext>
            </a:extLst>
          </p:cNvPr>
          <p:cNvGrpSpPr>
            <a:grpSpLocks/>
          </p:cNvGrpSpPr>
          <p:nvPr/>
        </p:nvGrpSpPr>
        <p:grpSpPr bwMode="auto">
          <a:xfrm>
            <a:off x="2360699" y="3193310"/>
            <a:ext cx="4811153" cy="806658"/>
            <a:chOff x="1557338" y="3074988"/>
            <a:chExt cx="6414871" cy="1075544"/>
          </a:xfrm>
        </p:grpSpPr>
        <p:sp>
          <p:nvSpPr>
            <p:cNvPr id="416" name="TextBox 232">
              <a:extLst>
                <a:ext uri="{FF2B5EF4-FFF2-40B4-BE49-F238E27FC236}">
                  <a16:creationId xmlns:a16="http://schemas.microsoft.com/office/drawing/2014/main" id="{97D7EB84-BAC0-D448-A55F-A56C30BB6A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6306" y="3651250"/>
              <a:ext cx="688651" cy="499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ts val="1097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050" kern="0" dirty="0">
                  <a:solidFill>
                    <a:srgbClr val="000000"/>
                  </a:solidFill>
                </a:rPr>
                <a:t>data</a:t>
              </a:r>
            </a:p>
            <a:p>
              <a:pPr algn="ctr" defTabSz="685800" eaLnBrk="0" fontAlgn="base" hangingPunct="0">
                <a:lnSpc>
                  <a:spcPts val="1097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050" kern="0" dirty="0">
                  <a:solidFill>
                    <a:srgbClr val="000000"/>
                  </a:solidFill>
                </a:rPr>
                <a:t>plane</a:t>
              </a:r>
            </a:p>
          </p:txBody>
        </p:sp>
        <p:sp>
          <p:nvSpPr>
            <p:cNvPr id="417" name="TextBox 233">
              <a:extLst>
                <a:ext uri="{FF2B5EF4-FFF2-40B4-BE49-F238E27FC236}">
                  <a16:creationId xmlns:a16="http://schemas.microsoft.com/office/drawing/2014/main" id="{24A4F1C7-4BF4-EB42-A291-47BAC2502C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5241" y="3074988"/>
              <a:ext cx="786968" cy="499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ts val="1097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050" kern="0" dirty="0">
                  <a:solidFill>
                    <a:srgbClr val="000000"/>
                  </a:solidFill>
                </a:rPr>
                <a:t>control</a:t>
              </a:r>
            </a:p>
            <a:p>
              <a:pPr algn="ctr" defTabSz="685800" eaLnBrk="0" fontAlgn="base" hangingPunct="0">
                <a:lnSpc>
                  <a:spcPts val="1097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050" kern="0" dirty="0">
                  <a:solidFill>
                    <a:srgbClr val="000000"/>
                  </a:solidFill>
                </a:rPr>
                <a:t>plane</a:t>
              </a:r>
            </a:p>
          </p:txBody>
        </p: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61FEE5A3-FA87-164D-B072-015586DE3B9B}"/>
                </a:ext>
              </a:extLst>
            </p:cNvPr>
            <p:cNvCxnSpPr/>
            <p:nvPr/>
          </p:nvCxnSpPr>
          <p:spPr>
            <a:xfrm>
              <a:off x="1557338" y="3613150"/>
              <a:ext cx="6207125" cy="0"/>
            </a:xfrm>
            <a:prstGeom prst="line">
              <a:avLst/>
            </a:prstGeom>
            <a:noFill/>
            <a:ln w="25400" cap="flat" cmpd="sng" algn="ctr">
              <a:solidFill>
                <a:srgbClr val="000000"/>
              </a:solidFill>
              <a:prstDash val="dash"/>
            </a:ln>
            <a:effectLst/>
          </p:spPr>
        </p:cxnSp>
      </p:grp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DB2133B7-0204-944D-9F85-D90FA61B1AAF}"/>
              </a:ext>
            </a:extLst>
          </p:cNvPr>
          <p:cNvGrpSpPr>
            <a:grpSpLocks/>
          </p:cNvGrpSpPr>
          <p:nvPr/>
        </p:nvGrpSpPr>
        <p:grpSpPr bwMode="auto">
          <a:xfrm>
            <a:off x="2564295" y="3663606"/>
            <a:ext cx="3844529" cy="840581"/>
            <a:chOff x="-4746102" y="4471477"/>
            <a:chExt cx="5126173" cy="1120753"/>
          </a:xfrm>
        </p:grpSpPr>
        <p:pic>
          <p:nvPicPr>
            <p:cNvPr id="420" name="Picture 10" descr="fig42_table.pdf">
              <a:extLst>
                <a:ext uri="{FF2B5EF4-FFF2-40B4-BE49-F238E27FC236}">
                  <a16:creationId xmlns:a16="http://schemas.microsoft.com/office/drawing/2014/main" id="{B9B148BF-D420-D548-A8E4-2E44EE435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4746102" y="4471477"/>
              <a:ext cx="966463" cy="966962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21" name="Group 25">
              <a:extLst>
                <a:ext uri="{FF2B5EF4-FFF2-40B4-BE49-F238E27FC236}">
                  <a16:creationId xmlns:a16="http://schemas.microsoft.com/office/drawing/2014/main" id="{6DCB3611-5B47-554A-AF9F-B20E8866BE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3025264" y="5228984"/>
              <a:ext cx="3405335" cy="363246"/>
              <a:chOff x="-3025264" y="5228984"/>
              <a:chExt cx="3405335" cy="363246"/>
            </a:xfrm>
          </p:grpSpPr>
          <p:grpSp>
            <p:nvGrpSpPr>
              <p:cNvPr id="422" name="Group 241">
                <a:extLst>
                  <a:ext uri="{FF2B5EF4-FFF2-40B4-BE49-F238E27FC236}">
                    <a16:creationId xmlns:a16="http://schemas.microsoft.com/office/drawing/2014/main" id="{18B65E09-A0C2-A34F-9844-081D03E2EE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3025264" y="5262858"/>
                <a:ext cx="430360" cy="329372"/>
                <a:chOff x="2931664" y="3912603"/>
                <a:chExt cx="430450" cy="329314"/>
              </a:xfrm>
            </p:grpSpPr>
            <p:sp>
              <p:nvSpPr>
                <p:cNvPr id="438" name="Rectangle 437">
                  <a:extLst>
                    <a:ext uri="{FF2B5EF4-FFF2-40B4-BE49-F238E27FC236}">
                      <a16:creationId xmlns:a16="http://schemas.microsoft.com/office/drawing/2014/main" id="{510D7726-2281-144B-B722-F9A0F8992620}"/>
                    </a:ext>
                  </a:extLst>
                </p:cNvPr>
                <p:cNvSpPr/>
                <p:nvPr/>
              </p:nvSpPr>
              <p:spPr>
                <a:xfrm>
                  <a:off x="2936485" y="3908607"/>
                  <a:ext cx="425550" cy="333310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cxnSp>
              <p:nvCxnSpPr>
                <p:cNvPr id="439" name="Straight Connector 438">
                  <a:extLst>
                    <a:ext uri="{FF2B5EF4-FFF2-40B4-BE49-F238E27FC236}">
                      <a16:creationId xmlns:a16="http://schemas.microsoft.com/office/drawing/2014/main" id="{B663A8A6-A483-9C45-9694-3F60B5B96577}"/>
                    </a:ext>
                  </a:extLst>
                </p:cNvPr>
                <p:cNvCxnSpPr/>
                <p:nvPr/>
              </p:nvCxnSpPr>
              <p:spPr>
                <a:xfrm>
                  <a:off x="2931721" y="4003838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40" name="Straight Connector 439">
                  <a:extLst>
                    <a:ext uri="{FF2B5EF4-FFF2-40B4-BE49-F238E27FC236}">
                      <a16:creationId xmlns:a16="http://schemas.microsoft.com/office/drawing/2014/main" id="{50FC0E77-85DF-A44F-A7EA-DB2E7EDC7F79}"/>
                    </a:ext>
                  </a:extLst>
                </p:cNvPr>
                <p:cNvCxnSpPr/>
                <p:nvPr/>
              </p:nvCxnSpPr>
              <p:spPr>
                <a:xfrm>
                  <a:off x="2931721" y="4067326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41" name="Straight Connector 440">
                  <a:extLst>
                    <a:ext uri="{FF2B5EF4-FFF2-40B4-BE49-F238E27FC236}">
                      <a16:creationId xmlns:a16="http://schemas.microsoft.com/office/drawing/2014/main" id="{6DCCCE94-F2A7-3D41-B0D1-67C30138A31B}"/>
                    </a:ext>
                  </a:extLst>
                </p:cNvPr>
                <p:cNvCxnSpPr>
                  <a:stCxn id="438" idx="2"/>
                </p:cNvCxnSpPr>
                <p:nvPr/>
              </p:nvCxnSpPr>
              <p:spPr>
                <a:xfrm flipH="1" flipV="1">
                  <a:off x="3147672" y="4003838"/>
                  <a:ext cx="1588" cy="238079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423" name="Group 444">
                <a:extLst>
                  <a:ext uri="{FF2B5EF4-FFF2-40B4-BE49-F238E27FC236}">
                    <a16:creationId xmlns:a16="http://schemas.microsoft.com/office/drawing/2014/main" id="{80000B7B-1868-0545-96E2-2F3AE96E33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2217227" y="5261364"/>
                <a:ext cx="430361" cy="329307"/>
                <a:chOff x="2931664" y="3912603"/>
                <a:chExt cx="430450" cy="329314"/>
              </a:xfrm>
            </p:grpSpPr>
            <p:sp>
              <p:nvSpPr>
                <p:cNvPr id="434" name="Rectangle 433">
                  <a:extLst>
                    <a:ext uri="{FF2B5EF4-FFF2-40B4-BE49-F238E27FC236}">
                      <a16:creationId xmlns:a16="http://schemas.microsoft.com/office/drawing/2014/main" id="{152E459E-7CA1-E445-B3BA-7DCA2E4A2C56}"/>
                    </a:ext>
                  </a:extLst>
                </p:cNvPr>
                <p:cNvSpPr/>
                <p:nvPr/>
              </p:nvSpPr>
              <p:spPr>
                <a:xfrm>
                  <a:off x="2936506" y="3908513"/>
                  <a:ext cx="425549" cy="333376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cxnSp>
              <p:nvCxnSpPr>
                <p:cNvPr id="435" name="Straight Connector 434">
                  <a:extLst>
                    <a:ext uri="{FF2B5EF4-FFF2-40B4-BE49-F238E27FC236}">
                      <a16:creationId xmlns:a16="http://schemas.microsoft.com/office/drawing/2014/main" id="{89A2E2E8-DA8D-6D49-B2DC-12FC2FC6D3C4}"/>
                    </a:ext>
                  </a:extLst>
                </p:cNvPr>
                <p:cNvCxnSpPr/>
                <p:nvPr/>
              </p:nvCxnSpPr>
              <p:spPr>
                <a:xfrm>
                  <a:off x="2931743" y="4003763"/>
                  <a:ext cx="42554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36" name="Straight Connector 435">
                  <a:extLst>
                    <a:ext uri="{FF2B5EF4-FFF2-40B4-BE49-F238E27FC236}">
                      <a16:creationId xmlns:a16="http://schemas.microsoft.com/office/drawing/2014/main" id="{D4FBE92F-02C8-4244-A63E-618F5A912844}"/>
                    </a:ext>
                  </a:extLst>
                </p:cNvPr>
                <p:cNvCxnSpPr/>
                <p:nvPr/>
              </p:nvCxnSpPr>
              <p:spPr>
                <a:xfrm>
                  <a:off x="2931743" y="4067263"/>
                  <a:ext cx="425549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37" name="Straight Connector 436">
                  <a:extLst>
                    <a:ext uri="{FF2B5EF4-FFF2-40B4-BE49-F238E27FC236}">
                      <a16:creationId xmlns:a16="http://schemas.microsoft.com/office/drawing/2014/main" id="{760EDE61-1AAF-D848-91CB-39C5F318690E}"/>
                    </a:ext>
                  </a:extLst>
                </p:cNvPr>
                <p:cNvCxnSpPr>
                  <a:stCxn id="434" idx="2"/>
                </p:cNvCxnSpPr>
                <p:nvPr/>
              </p:nvCxnSpPr>
              <p:spPr>
                <a:xfrm flipH="1" flipV="1">
                  <a:off x="3147693" y="4003763"/>
                  <a:ext cx="1587" cy="23812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424" name="Group 473">
                <a:extLst>
                  <a:ext uri="{FF2B5EF4-FFF2-40B4-BE49-F238E27FC236}">
                    <a16:creationId xmlns:a16="http://schemas.microsoft.com/office/drawing/2014/main" id="{80D1C087-9836-C245-B670-1284428A4A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1034539" y="5261364"/>
                <a:ext cx="430360" cy="329307"/>
                <a:chOff x="2931664" y="3912603"/>
                <a:chExt cx="430450" cy="329314"/>
              </a:xfrm>
            </p:grpSpPr>
            <p:sp>
              <p:nvSpPr>
                <p:cNvPr id="430" name="Rectangle 429">
                  <a:extLst>
                    <a:ext uri="{FF2B5EF4-FFF2-40B4-BE49-F238E27FC236}">
                      <a16:creationId xmlns:a16="http://schemas.microsoft.com/office/drawing/2014/main" id="{C9A7D412-65DC-9649-A008-5ED26335CCA7}"/>
                    </a:ext>
                  </a:extLst>
                </p:cNvPr>
                <p:cNvSpPr/>
                <p:nvPr/>
              </p:nvSpPr>
              <p:spPr>
                <a:xfrm>
                  <a:off x="2936538" y="3908513"/>
                  <a:ext cx="425550" cy="333376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cxnSp>
              <p:nvCxnSpPr>
                <p:cNvPr id="431" name="Straight Connector 430">
                  <a:extLst>
                    <a:ext uri="{FF2B5EF4-FFF2-40B4-BE49-F238E27FC236}">
                      <a16:creationId xmlns:a16="http://schemas.microsoft.com/office/drawing/2014/main" id="{2F282FB7-7000-B945-8F5A-E39A5A12E34F}"/>
                    </a:ext>
                  </a:extLst>
                </p:cNvPr>
                <p:cNvCxnSpPr/>
                <p:nvPr/>
              </p:nvCxnSpPr>
              <p:spPr>
                <a:xfrm>
                  <a:off x="2931774" y="4003763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32" name="Straight Connector 431">
                  <a:extLst>
                    <a:ext uri="{FF2B5EF4-FFF2-40B4-BE49-F238E27FC236}">
                      <a16:creationId xmlns:a16="http://schemas.microsoft.com/office/drawing/2014/main" id="{6613E38A-F502-9F4F-9071-21665BB1F3DD}"/>
                    </a:ext>
                  </a:extLst>
                </p:cNvPr>
                <p:cNvCxnSpPr/>
                <p:nvPr/>
              </p:nvCxnSpPr>
              <p:spPr>
                <a:xfrm>
                  <a:off x="2931774" y="4067263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33" name="Straight Connector 432">
                  <a:extLst>
                    <a:ext uri="{FF2B5EF4-FFF2-40B4-BE49-F238E27FC236}">
                      <a16:creationId xmlns:a16="http://schemas.microsoft.com/office/drawing/2014/main" id="{29B42128-C51A-6040-824E-C554F8EE3D12}"/>
                    </a:ext>
                  </a:extLst>
                </p:cNvPr>
                <p:cNvCxnSpPr>
                  <a:stCxn id="430" idx="2"/>
                </p:cNvCxnSpPr>
                <p:nvPr/>
              </p:nvCxnSpPr>
              <p:spPr>
                <a:xfrm flipH="1" flipV="1">
                  <a:off x="3147725" y="4003763"/>
                  <a:ext cx="1588" cy="238126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  <p:grpSp>
            <p:nvGrpSpPr>
              <p:cNvPr id="425" name="Group 502">
                <a:extLst>
                  <a:ext uri="{FF2B5EF4-FFF2-40B4-BE49-F238E27FC236}">
                    <a16:creationId xmlns:a16="http://schemas.microsoft.com/office/drawing/2014/main" id="{C30D5DDC-A13E-034A-A1BA-1E146390EA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-50289" y="5228984"/>
                <a:ext cx="430360" cy="350559"/>
                <a:chOff x="2931664" y="3912603"/>
                <a:chExt cx="430450" cy="329314"/>
              </a:xfrm>
            </p:grpSpPr>
            <p:sp>
              <p:nvSpPr>
                <p:cNvPr id="426" name="Rectangle 425">
                  <a:extLst>
                    <a:ext uri="{FF2B5EF4-FFF2-40B4-BE49-F238E27FC236}">
                      <a16:creationId xmlns:a16="http://schemas.microsoft.com/office/drawing/2014/main" id="{63A91007-6182-8647-9879-8292A71EAFEF}"/>
                    </a:ext>
                  </a:extLst>
                </p:cNvPr>
                <p:cNvSpPr/>
                <p:nvPr/>
              </p:nvSpPr>
              <p:spPr>
                <a:xfrm>
                  <a:off x="2936564" y="3912336"/>
                  <a:ext cx="425550" cy="329569"/>
                </a:xfrm>
                <a:prstGeom prst="rect">
                  <a:avLst/>
                </a:prstGeom>
                <a:solidFill>
                  <a:srgbClr val="FFFFFF"/>
                </a:solidFill>
                <a:ln w="3175" cap="flat" cmpd="sng" algn="ctr">
                  <a:solidFill>
                    <a:srgbClr val="CC0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FFFFFF"/>
                    </a:solidFill>
                    <a:latin typeface="Gill Sans MT"/>
                  </a:endParaRPr>
                </a:p>
              </p:txBody>
            </p:sp>
            <p:cxnSp>
              <p:nvCxnSpPr>
                <p:cNvPr id="427" name="Straight Connector 426">
                  <a:extLst>
                    <a:ext uri="{FF2B5EF4-FFF2-40B4-BE49-F238E27FC236}">
                      <a16:creationId xmlns:a16="http://schemas.microsoft.com/office/drawing/2014/main" id="{0674F85B-15F4-F446-AD9E-DD534F9C342D}"/>
                    </a:ext>
                  </a:extLst>
                </p:cNvPr>
                <p:cNvCxnSpPr/>
                <p:nvPr/>
              </p:nvCxnSpPr>
              <p:spPr>
                <a:xfrm>
                  <a:off x="2931800" y="4003303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28" name="Straight Connector 427">
                  <a:extLst>
                    <a:ext uri="{FF2B5EF4-FFF2-40B4-BE49-F238E27FC236}">
                      <a16:creationId xmlns:a16="http://schemas.microsoft.com/office/drawing/2014/main" id="{60409E77-E63A-824F-A704-D7AE94C9BA5F}"/>
                    </a:ext>
                  </a:extLst>
                </p:cNvPr>
                <p:cNvCxnSpPr/>
                <p:nvPr/>
              </p:nvCxnSpPr>
              <p:spPr>
                <a:xfrm>
                  <a:off x="2931800" y="4067428"/>
                  <a:ext cx="425550" cy="0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  <p:cxnSp>
              <p:nvCxnSpPr>
                <p:cNvPr id="429" name="Straight Connector 428">
                  <a:extLst>
                    <a:ext uri="{FF2B5EF4-FFF2-40B4-BE49-F238E27FC236}">
                      <a16:creationId xmlns:a16="http://schemas.microsoft.com/office/drawing/2014/main" id="{76DF7BD3-201B-AE4F-909F-AB196C0CDB0D}"/>
                    </a:ext>
                  </a:extLst>
                </p:cNvPr>
                <p:cNvCxnSpPr>
                  <a:stCxn id="426" idx="2"/>
                </p:cNvCxnSpPr>
                <p:nvPr/>
              </p:nvCxnSpPr>
              <p:spPr>
                <a:xfrm flipH="1" flipV="1">
                  <a:off x="3147751" y="4003303"/>
                  <a:ext cx="1588" cy="238602"/>
                </a:xfrm>
                <a:prstGeom prst="line">
                  <a:avLst/>
                </a:prstGeom>
                <a:noFill/>
                <a:ln w="3175" cap="flat" cmpd="sng" algn="ctr">
                  <a:solidFill>
                    <a:srgbClr val="000000"/>
                  </a:solidFill>
                  <a:prstDash val="solid"/>
                </a:ln>
                <a:effectLst/>
              </p:spPr>
            </p:cxnSp>
          </p:grpSp>
        </p:grpSp>
      </p:grpSp>
      <p:grpSp>
        <p:nvGrpSpPr>
          <p:cNvPr id="442" name="Group 441">
            <a:extLst>
              <a:ext uri="{FF2B5EF4-FFF2-40B4-BE49-F238E27FC236}">
                <a16:creationId xmlns:a16="http://schemas.microsoft.com/office/drawing/2014/main" id="{DC317182-2E9B-354F-9E6B-904AD53D9670}"/>
              </a:ext>
            </a:extLst>
          </p:cNvPr>
          <p:cNvGrpSpPr>
            <a:grpSpLocks/>
          </p:cNvGrpSpPr>
          <p:nvPr/>
        </p:nvGrpSpPr>
        <p:grpSpPr bwMode="auto">
          <a:xfrm>
            <a:off x="2904814" y="3049243"/>
            <a:ext cx="3327797" cy="1183481"/>
            <a:chOff x="-4267279" y="3655204"/>
            <a:chExt cx="4437063" cy="1578510"/>
          </a:xfrm>
        </p:grpSpPr>
        <p:cxnSp>
          <p:nvCxnSpPr>
            <p:cNvPr id="443" name="Straight Arrow Connector 442">
              <a:extLst>
                <a:ext uri="{FF2B5EF4-FFF2-40B4-BE49-F238E27FC236}">
                  <a16:creationId xmlns:a16="http://schemas.microsoft.com/office/drawing/2014/main" id="{AEBEBCEA-9DEC-FC46-95E5-83FE63BD526A}"/>
                </a:ext>
              </a:extLst>
            </p:cNvPr>
            <p:cNvCxnSpPr/>
            <p:nvPr/>
          </p:nvCxnSpPr>
          <p:spPr bwMode="auto">
            <a:xfrm>
              <a:off x="-4267279" y="4047450"/>
              <a:ext cx="0" cy="422418"/>
            </a:xfrm>
            <a:prstGeom prst="straightConnector1">
              <a:avLst/>
            </a:prstGeom>
            <a:noFill/>
            <a:ln w="12700" cap="flat" cmpd="sng" algn="ctr">
              <a:solidFill>
                <a:srgbClr val="CC0000"/>
              </a:solidFill>
              <a:prstDash val="solid"/>
              <a:tailEnd type="triangle"/>
            </a:ln>
            <a:effectLst/>
          </p:spPr>
        </p:cxnSp>
        <p:cxnSp>
          <p:nvCxnSpPr>
            <p:cNvPr id="444" name="Straight Arrow Connector 443">
              <a:extLst>
                <a:ext uri="{FF2B5EF4-FFF2-40B4-BE49-F238E27FC236}">
                  <a16:creationId xmlns:a16="http://schemas.microsoft.com/office/drawing/2014/main" id="{8ADE9CEC-EEA0-A54D-AC1A-85CC293083F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-2808366" y="4361882"/>
              <a:ext cx="0" cy="871832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5" name="Straight Arrow Connector 444">
              <a:extLst>
                <a:ext uri="{FF2B5EF4-FFF2-40B4-BE49-F238E27FC236}">
                  <a16:creationId xmlns:a16="http://schemas.microsoft.com/office/drawing/2014/main" id="{6391DEC8-23F8-A847-ACF3-AD06E6E59A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2006679" y="3655204"/>
              <a:ext cx="6350" cy="1576922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6" name="Straight Arrow Connector 445">
              <a:extLst>
                <a:ext uri="{FF2B5EF4-FFF2-40B4-BE49-F238E27FC236}">
                  <a16:creationId xmlns:a16="http://schemas.microsoft.com/office/drawing/2014/main" id="{C40B4987-DD61-E544-9ED1-243F1836BF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-823991" y="4326945"/>
              <a:ext cx="6350" cy="905182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7" name="Straight Arrow Connector 446">
              <a:extLst>
                <a:ext uri="{FF2B5EF4-FFF2-40B4-BE49-F238E27FC236}">
                  <a16:creationId xmlns:a16="http://schemas.microsoft.com/office/drawing/2014/main" id="{B6FD6F72-9B1A-9E49-BC03-FF4EB3F432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66609" y="3798127"/>
              <a:ext cx="3175" cy="1399062"/>
            </a:xfrm>
            <a:prstGeom prst="straightConnector1">
              <a:avLst/>
            </a:prstGeom>
            <a:noFill/>
            <a:ln w="6350">
              <a:solidFill>
                <a:srgbClr val="CC0000"/>
              </a:solidFill>
              <a:round/>
              <a:headEnd/>
              <a:tailEnd type="triangle" w="med" len="med"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EBF459C0-AF75-AC4B-82FD-7B57E1803EDC}"/>
              </a:ext>
            </a:extLst>
          </p:cNvPr>
          <p:cNvCxnSpPr/>
          <p:nvPr/>
        </p:nvCxnSpPr>
        <p:spPr>
          <a:xfrm flipH="1">
            <a:off x="2154720" y="5238803"/>
            <a:ext cx="1131094" cy="119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449" name="TextBox 265">
            <a:extLst>
              <a:ext uri="{FF2B5EF4-FFF2-40B4-BE49-F238E27FC236}">
                <a16:creationId xmlns:a16="http://schemas.microsoft.com/office/drawing/2014/main" id="{8D6CC213-50D8-D143-AB2E-8A70AD0BD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1805" y="4992343"/>
            <a:ext cx="24878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900" kern="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450" name="TextBox 281">
            <a:extLst>
              <a:ext uri="{FF2B5EF4-FFF2-40B4-BE49-F238E27FC236}">
                <a16:creationId xmlns:a16="http://schemas.microsoft.com/office/drawing/2014/main" id="{FD871173-63C8-004A-B893-95B0B94D0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2773" y="5207846"/>
            <a:ext cx="24878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900" kern="0" dirty="0">
                <a:solidFill>
                  <a:srgbClr val="000000"/>
                </a:solidFill>
              </a:rPr>
              <a:t>2</a:t>
            </a:r>
          </a:p>
        </p:txBody>
      </p:sp>
      <p:grpSp>
        <p:nvGrpSpPr>
          <p:cNvPr id="451" name="Group 5">
            <a:extLst>
              <a:ext uri="{FF2B5EF4-FFF2-40B4-BE49-F238E27FC236}">
                <a16:creationId xmlns:a16="http://schemas.microsoft.com/office/drawing/2014/main" id="{57C14B28-467E-9240-8CC3-03FBD986B649}"/>
              </a:ext>
            </a:extLst>
          </p:cNvPr>
          <p:cNvGrpSpPr>
            <a:grpSpLocks/>
          </p:cNvGrpSpPr>
          <p:nvPr/>
        </p:nvGrpSpPr>
        <p:grpSpPr bwMode="auto">
          <a:xfrm>
            <a:off x="1896355" y="4814939"/>
            <a:ext cx="1212056" cy="416196"/>
            <a:chOff x="-4079003" y="2717403"/>
            <a:chExt cx="1616718" cy="556196"/>
          </a:xfrm>
        </p:grpSpPr>
        <p:sp>
          <p:nvSpPr>
            <p:cNvPr id="453" name="Rectangle 98">
              <a:extLst>
                <a:ext uri="{FF2B5EF4-FFF2-40B4-BE49-F238E27FC236}">
                  <a16:creationId xmlns:a16="http://schemas.microsoft.com/office/drawing/2014/main" id="{693A8054-41EF-F147-A07F-2F6F49925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079003" y="2985994"/>
              <a:ext cx="1281675" cy="208750"/>
            </a:xfrm>
            <a:prstGeom prst="rect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000000"/>
                </a:solidFill>
              </a:endParaRPr>
            </a:p>
          </p:txBody>
        </p:sp>
        <p:sp>
          <p:nvSpPr>
            <p:cNvPr id="454" name="Line 99">
              <a:extLst>
                <a:ext uri="{FF2B5EF4-FFF2-40B4-BE49-F238E27FC236}">
                  <a16:creationId xmlns:a16="http://schemas.microsoft.com/office/drawing/2014/main" id="{F72989E1-2AE2-724E-BB5A-C3EDBBB6AF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2933828" y="3101502"/>
              <a:ext cx="471543" cy="0"/>
            </a:xfrm>
            <a:prstGeom prst="line">
              <a:avLst/>
            </a:prstGeom>
            <a:noFill/>
            <a:ln w="9525">
              <a:solidFill>
                <a:srgbClr val="33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55" name="Rectangle 104">
              <a:extLst>
                <a:ext uri="{FF2B5EF4-FFF2-40B4-BE49-F238E27FC236}">
                  <a16:creationId xmlns:a16="http://schemas.microsoft.com/office/drawing/2014/main" id="{5AC95A09-8057-7147-9F57-6EFF2A5E5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377007" y="2988777"/>
              <a:ext cx="476861" cy="210142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000000"/>
                </a:solidFill>
              </a:endParaRPr>
            </a:p>
          </p:txBody>
        </p:sp>
        <p:sp>
          <p:nvSpPr>
            <p:cNvPr id="456" name="Text Box 105">
              <a:extLst>
                <a:ext uri="{FF2B5EF4-FFF2-40B4-BE49-F238E27FC236}">
                  <a16:creationId xmlns:a16="http://schemas.microsoft.com/office/drawing/2014/main" id="{47FDF11B-1F9E-D148-996F-69ECC9F11F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3430189" y="2965120"/>
              <a:ext cx="588429" cy="3084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900" kern="0" dirty="0">
                  <a:solidFill>
                    <a:srgbClr val="000000"/>
                  </a:solidFill>
                </a:rPr>
                <a:t>0111</a:t>
              </a:r>
            </a:p>
          </p:txBody>
        </p:sp>
        <p:sp>
          <p:nvSpPr>
            <p:cNvPr id="457" name="Line 119">
              <a:extLst>
                <a:ext uri="{FF2B5EF4-FFF2-40B4-BE49-F238E27FC236}">
                  <a16:creationId xmlns:a16="http://schemas.microsoft.com/office/drawing/2014/main" id="{CD73CAA3-C367-7049-8128-3C09B270BB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3621642" y="2717403"/>
              <a:ext cx="405953" cy="300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458" name="Freeform 120">
            <a:extLst>
              <a:ext uri="{FF2B5EF4-FFF2-40B4-BE49-F238E27FC236}">
                <a16:creationId xmlns:a16="http://schemas.microsoft.com/office/drawing/2014/main" id="{9B17F469-9813-DD46-ADCC-A6A37DCBE4CD}"/>
              </a:ext>
            </a:extLst>
          </p:cNvPr>
          <p:cNvSpPr>
            <a:spLocks/>
          </p:cNvSpPr>
          <p:nvPr/>
        </p:nvSpPr>
        <p:spPr bwMode="auto">
          <a:xfrm>
            <a:off x="3063167" y="5138790"/>
            <a:ext cx="736997" cy="175022"/>
          </a:xfrm>
          <a:custGeom>
            <a:avLst/>
            <a:gdLst>
              <a:gd name="T0" fmla="*/ 0 w 554"/>
              <a:gd name="T1" fmla="*/ 2147483647 h 167"/>
              <a:gd name="T2" fmla="*/ 2147483647 w 554"/>
              <a:gd name="T3" fmla="*/ 2147483647 h 167"/>
              <a:gd name="T4" fmla="*/ 2147483647 w 554"/>
              <a:gd name="T5" fmla="*/ 2147483647 h 167"/>
              <a:gd name="T6" fmla="*/ 0 60000 65536"/>
              <a:gd name="T7" fmla="*/ 0 60000 65536"/>
              <a:gd name="T8" fmla="*/ 0 60000 65536"/>
              <a:gd name="T9" fmla="*/ 0 w 554"/>
              <a:gd name="T10" fmla="*/ 0 h 167"/>
              <a:gd name="T11" fmla="*/ 554 w 554"/>
              <a:gd name="T12" fmla="*/ 167 h 16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4" h="167">
                <a:moveTo>
                  <a:pt x="0" y="10"/>
                </a:moveTo>
                <a:cubicBezTo>
                  <a:pt x="102" y="0"/>
                  <a:pt x="240" y="5"/>
                  <a:pt x="324" y="26"/>
                </a:cubicBezTo>
                <a:cubicBezTo>
                  <a:pt x="416" y="52"/>
                  <a:pt x="502" y="120"/>
                  <a:pt x="554" y="167"/>
                </a:cubicBezTo>
              </a:path>
            </a:pathLst>
          </a:custGeom>
          <a:noFill/>
          <a:ln w="57150" cmpd="sng">
            <a:solidFill>
              <a:srgbClr val="FF33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459" name="Group 357">
            <a:extLst>
              <a:ext uri="{FF2B5EF4-FFF2-40B4-BE49-F238E27FC236}">
                <a16:creationId xmlns:a16="http://schemas.microsoft.com/office/drawing/2014/main" id="{F5E5FC5C-1765-2446-9583-0A67B919000D}"/>
              </a:ext>
            </a:extLst>
          </p:cNvPr>
          <p:cNvGrpSpPr>
            <a:grpSpLocks/>
          </p:cNvGrpSpPr>
          <p:nvPr/>
        </p:nvGrpSpPr>
        <p:grpSpPr bwMode="auto">
          <a:xfrm>
            <a:off x="3228664" y="5131647"/>
            <a:ext cx="423863" cy="220265"/>
            <a:chOff x="1871277" y="1576300"/>
            <a:chExt cx="1128371" cy="437861"/>
          </a:xfrm>
        </p:grpSpPr>
        <p:sp>
          <p:nvSpPr>
            <p:cNvPr id="460" name="Oval 459">
              <a:extLst>
                <a:ext uri="{FF2B5EF4-FFF2-40B4-BE49-F238E27FC236}">
                  <a16:creationId xmlns:a16="http://schemas.microsoft.com/office/drawing/2014/main" id="{BE27647C-3DCE-C848-8559-90456AA1A4C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4448" y="1694641"/>
              <a:ext cx="1125200" cy="319520"/>
            </a:xfrm>
            <a:prstGeom prst="ellipse">
              <a:avLst/>
            </a:prstGeom>
            <a:gradFill rotWithShape="1">
              <a:gsLst>
                <a:gs pos="0">
                  <a:srgbClr val="262699"/>
                </a:gs>
                <a:gs pos="53000">
                  <a:srgbClr val="8585E0"/>
                </a:gs>
                <a:gs pos="100000">
                  <a:srgbClr val="262699"/>
                </a:gs>
              </a:gsLst>
              <a:lin ang="0" scaled="1"/>
            </a:gra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latin typeface="Gill Sans MT"/>
                <a:ea typeface="ＭＳ Ｐゴシック" panose="020B0600070205080204" pitchFamily="34" charset="-128"/>
              </a:endParaRPr>
            </a:p>
          </p:txBody>
        </p:sp>
        <p:sp>
          <p:nvSpPr>
            <p:cNvPr id="461" name="Rectangle 460">
              <a:extLst>
                <a:ext uri="{FF2B5EF4-FFF2-40B4-BE49-F238E27FC236}">
                  <a16:creationId xmlns:a16="http://schemas.microsoft.com/office/drawing/2014/main" id="{59B28033-FF2E-0D49-AE8B-150A3DAC870E}"/>
                </a:ext>
              </a:extLst>
            </p:cNvPr>
            <p:cNvSpPr/>
            <p:nvPr/>
          </p:nvSpPr>
          <p:spPr bwMode="auto">
            <a:xfrm>
              <a:off x="1871277" y="1739610"/>
              <a:ext cx="1128371" cy="115975"/>
            </a:xfrm>
            <a:prstGeom prst="rect">
              <a:avLst/>
            </a:prstGeom>
            <a:gradFill rotWithShape="1">
              <a:gsLst>
                <a:gs pos="0">
                  <a:srgbClr val="3333CC">
                    <a:lumMod val="75000"/>
                  </a:srgbClr>
                </a:gs>
                <a:gs pos="53000">
                  <a:srgbClr val="3333CC">
                    <a:lumMod val="60000"/>
                    <a:lumOff val="40000"/>
                  </a:srgbClr>
                </a:gs>
                <a:gs pos="100000">
                  <a:srgbClr val="3333CC">
                    <a:lumMod val="75000"/>
                  </a:srgbClr>
                </a:gs>
              </a:gsLst>
              <a:lin ang="108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FFFF"/>
                </a:solidFill>
                <a:latin typeface="Gill Sans MT"/>
              </a:endParaRPr>
            </a:p>
          </p:txBody>
        </p:sp>
        <p:sp>
          <p:nvSpPr>
            <p:cNvPr id="462" name="Oval 461">
              <a:extLst>
                <a:ext uri="{FF2B5EF4-FFF2-40B4-BE49-F238E27FC236}">
                  <a16:creationId xmlns:a16="http://schemas.microsoft.com/office/drawing/2014/main" id="{90E87BE2-8DD5-F949-9609-CEE42558EC6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871277" y="1576300"/>
              <a:ext cx="1125202" cy="319520"/>
            </a:xfrm>
            <a:prstGeom prst="ellipse">
              <a:avLst/>
            </a:prstGeom>
            <a:solidFill>
              <a:srgbClr val="BFBFBF"/>
            </a:solidFill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latin typeface="Gill Sans MT"/>
                <a:ea typeface="ＭＳ Ｐゴシック" panose="020B0600070205080204" pitchFamily="34" charset="-128"/>
              </a:endParaRPr>
            </a:p>
          </p:txBody>
        </p:sp>
        <p:sp>
          <p:nvSpPr>
            <p:cNvPr id="463" name="Freeform 462">
              <a:extLst>
                <a:ext uri="{FF2B5EF4-FFF2-40B4-BE49-F238E27FC236}">
                  <a16:creationId xmlns:a16="http://schemas.microsoft.com/office/drawing/2014/main" id="{E67E4AB2-89E6-9547-93D2-34CED5D46ECE}"/>
                </a:ext>
              </a:extLst>
            </p:cNvPr>
            <p:cNvSpPr/>
            <p:nvPr/>
          </p:nvSpPr>
          <p:spPr bwMode="auto">
            <a:xfrm>
              <a:off x="2159710" y="1673339"/>
              <a:ext cx="548337" cy="160944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3333CC">
                <a:lumMod val="60000"/>
                <a:lumOff val="4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FFFFFF"/>
                </a:solidFill>
                <a:latin typeface="Gill Sans MT"/>
              </a:endParaRPr>
            </a:p>
          </p:txBody>
        </p:sp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E0013E89-2E09-C94F-888A-0764BFC4C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657" y="1633104"/>
              <a:ext cx="662442" cy="111240"/>
            </a:xfrm>
            <a:custGeom>
              <a:avLst/>
              <a:gdLst>
                <a:gd name="T0" fmla="*/ 0 w 3723451"/>
                <a:gd name="T1" fmla="*/ 27215 h 932950"/>
                <a:gd name="T2" fmla="*/ 116561 w 3723451"/>
                <a:gd name="T3" fmla="*/ 321 h 932950"/>
                <a:gd name="T4" fmla="*/ 330163 w 3723451"/>
                <a:gd name="T5" fmla="*/ 62069 h 932950"/>
                <a:gd name="T6" fmla="*/ 533941 w 3723451"/>
                <a:gd name="T7" fmla="*/ 0 h 932950"/>
                <a:gd name="T8" fmla="*/ 662442 w 3723451"/>
                <a:gd name="T9" fmla="*/ 24699 h 932950"/>
                <a:gd name="T10" fmla="*/ 566838 w 3723451"/>
                <a:gd name="T11" fmla="*/ 55071 h 932950"/>
                <a:gd name="T12" fmla="*/ 536057 w 3723451"/>
                <a:gd name="T13" fmla="*/ 46883 h 932950"/>
                <a:gd name="T14" fmla="*/ 333916 w 3723451"/>
                <a:gd name="T15" fmla="*/ 111240 h 932950"/>
                <a:gd name="T16" fmla="*/ 126604 w 3723451"/>
                <a:gd name="T17" fmla="*/ 49250 h 932950"/>
                <a:gd name="T18" fmla="*/ 93085 w 3723451"/>
                <a:gd name="T19" fmla="*/ 55941 h 932950"/>
                <a:gd name="T20" fmla="*/ 0 w 3723451"/>
                <a:gd name="T21" fmla="*/ 27215 h 9329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65" name="Freeform 464">
              <a:extLst>
                <a:ext uri="{FF2B5EF4-FFF2-40B4-BE49-F238E27FC236}">
                  <a16:creationId xmlns:a16="http://schemas.microsoft.com/office/drawing/2014/main" id="{D4D31051-3F76-8D4A-A94B-F0DCA0AFF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6889" y="1727776"/>
              <a:ext cx="244059" cy="97039"/>
            </a:xfrm>
            <a:custGeom>
              <a:avLst/>
              <a:gdLst>
                <a:gd name="T0" fmla="*/ 0 w 1366596"/>
                <a:gd name="T1" fmla="*/ 0 h 809868"/>
                <a:gd name="T2" fmla="*/ 244059 w 1366596"/>
                <a:gd name="T3" fmla="*/ 74985 h 809868"/>
                <a:gd name="T4" fmla="*/ 154488 w 1366596"/>
                <a:gd name="T5" fmla="*/ 97039 h 809868"/>
                <a:gd name="T6" fmla="*/ 822 w 1366596"/>
                <a:gd name="T7" fmla="*/ 51276 h 809868"/>
                <a:gd name="T8" fmla="*/ 0 w 1366596"/>
                <a:gd name="T9" fmla="*/ 0 h 8098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DFC93EA6-DE5D-3E40-831C-1084B477E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979" y="1730143"/>
              <a:ext cx="240888" cy="97040"/>
            </a:xfrm>
            <a:custGeom>
              <a:avLst/>
              <a:gdLst>
                <a:gd name="T0" fmla="*/ 237599 w 1348191"/>
                <a:gd name="T1" fmla="*/ 0 h 791462"/>
                <a:gd name="T2" fmla="*/ 240888 w 1348191"/>
                <a:gd name="T3" fmla="*/ 46827 h 791462"/>
                <a:gd name="T4" fmla="*/ 87147 w 1348191"/>
                <a:gd name="T5" fmla="*/ 97040 h 791462"/>
                <a:gd name="T6" fmla="*/ 0 w 1348191"/>
                <a:gd name="T7" fmla="*/ 75037 h 791462"/>
                <a:gd name="T8" fmla="*/ 237599 w 1348191"/>
                <a:gd name="T9" fmla="*/ 0 h 7914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4C149BB2-DFC7-984A-98E9-3C4AA2DDC501}"/>
                </a:ext>
              </a:extLst>
            </p:cNvPr>
            <p:cNvCxnSpPr>
              <a:cxnSpLocks noChangeShapeType="1"/>
              <a:endCxn id="462" idx="2"/>
            </p:cNvCxnSpPr>
            <p:nvPr/>
          </p:nvCxnSpPr>
          <p:spPr bwMode="auto">
            <a:xfrm flipH="1" flipV="1">
              <a:off x="1871277" y="1737244"/>
              <a:ext cx="3171" cy="12307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7AD8C9C3-3ED3-FC4C-9678-8E0AF3B5400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96479" y="1734876"/>
              <a:ext cx="3169" cy="12307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>
              <a:outerShdw blurRad="40005" dist="19939" dir="5400000" algn="tl" rotWithShape="0">
                <a:srgbClr val="808080">
                  <a:alpha val="37999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69" name="TextBox 6">
            <a:extLst>
              <a:ext uri="{FF2B5EF4-FFF2-40B4-BE49-F238E27FC236}">
                <a16:creationId xmlns:a16="http://schemas.microsoft.com/office/drawing/2014/main" id="{EED866B1-9598-C54F-A0E0-D641030E1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0333" y="4564909"/>
            <a:ext cx="149423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values in arriving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kern="0" dirty="0">
                <a:solidFill>
                  <a:srgbClr val="000000"/>
                </a:solidFill>
              </a:rPr>
              <a:t>packet header</a:t>
            </a:r>
            <a:endParaRPr lang="en-US" altLang="en-US" sz="1350" kern="0" dirty="0">
              <a:solidFill>
                <a:srgbClr val="000000"/>
              </a:solidFill>
            </a:endParaRPr>
          </a:p>
        </p:txBody>
      </p:sp>
      <p:sp>
        <p:nvSpPr>
          <p:cNvPr id="470" name="TextBox 282">
            <a:extLst>
              <a:ext uri="{FF2B5EF4-FFF2-40B4-BE49-F238E27FC236}">
                <a16:creationId xmlns:a16="http://schemas.microsoft.com/office/drawing/2014/main" id="{CE2B3699-263C-CA42-8354-6E8A61868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4173" y="5284046"/>
            <a:ext cx="24878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900" kern="0" dirty="0">
                <a:solidFill>
                  <a:srgbClr val="00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08948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013C8C0-E40F-7640-BA53-55FC4A489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3"/>
            <a:ext cx="4287936" cy="4857748"/>
          </a:xfrm>
        </p:spPr>
        <p:txBody>
          <a:bodyPr>
            <a:normAutofit fontScale="70000" lnSpcReduction="20000"/>
          </a:bodyPr>
          <a:lstStyle/>
          <a:p>
            <a:pPr marL="554831" indent="-457200">
              <a:lnSpc>
                <a:spcPct val="120000"/>
              </a:lnSpc>
            </a:pPr>
            <a:r>
              <a:rPr lang="en-US" dirty="0">
                <a:solidFill>
                  <a:srgbClr val="C00000"/>
                </a:solidFill>
              </a:rPr>
              <a:t>Routing protocol goal: </a:t>
            </a:r>
            <a:r>
              <a:rPr lang="en-US" dirty="0"/>
              <a:t>determine “good” paths (equivalently, routes), from sending hosts to receiving host, through network of routers</a:t>
            </a:r>
          </a:p>
          <a:p>
            <a:pPr marL="554831" indent="-457200">
              <a:lnSpc>
                <a:spcPct val="120000"/>
              </a:lnSpc>
            </a:pPr>
            <a:r>
              <a:rPr lang="en-US" dirty="0">
                <a:solidFill>
                  <a:srgbClr val="C00000"/>
                </a:solidFill>
              </a:rPr>
              <a:t>path: </a:t>
            </a:r>
            <a:r>
              <a:rPr lang="en-US" dirty="0"/>
              <a:t>sequence of routers packets traverse from given initial source host to final destination host</a:t>
            </a:r>
          </a:p>
          <a:p>
            <a:pPr marL="554831" indent="-457200">
              <a:lnSpc>
                <a:spcPct val="120000"/>
              </a:lnSpc>
            </a:pPr>
            <a:r>
              <a:rPr lang="en-US" dirty="0">
                <a:solidFill>
                  <a:srgbClr val="C00000"/>
                </a:solidFill>
              </a:rPr>
              <a:t>“good”: </a:t>
            </a:r>
            <a:r>
              <a:rPr lang="en-US" dirty="0"/>
              <a:t>least “cost”, “fastest”, “least congested”</a:t>
            </a:r>
          </a:p>
          <a:p>
            <a:pPr marL="554831" indent="-457200">
              <a:lnSpc>
                <a:spcPct val="120000"/>
              </a:lnSpc>
            </a:pPr>
            <a:r>
              <a:rPr lang="en-US" dirty="0"/>
              <a:t>routing: a “top-10” networking challenge!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>
                <a:defRPr/>
              </a:pPr>
              <a:t>5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8145F460-37A7-FC4E-B52E-1476917705E4}"/>
              </a:ext>
            </a:extLst>
          </p:cNvPr>
          <p:cNvSpPr/>
          <p:nvPr/>
        </p:nvSpPr>
        <p:spPr>
          <a:xfrm>
            <a:off x="6794197" y="2791564"/>
            <a:ext cx="843605" cy="1003436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Freeform 417">
            <a:extLst>
              <a:ext uri="{FF2B5EF4-FFF2-40B4-BE49-F238E27FC236}">
                <a16:creationId xmlns:a16="http://schemas.microsoft.com/office/drawing/2014/main" id="{A6AD087C-04A1-094B-B5E0-C38BD623364D}"/>
              </a:ext>
            </a:extLst>
          </p:cNvPr>
          <p:cNvSpPr>
            <a:spLocks/>
          </p:cNvSpPr>
          <p:nvPr/>
        </p:nvSpPr>
        <p:spPr bwMode="auto">
          <a:xfrm>
            <a:off x="5510862" y="1861756"/>
            <a:ext cx="1302544" cy="988278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" name="Group 418">
            <a:extLst>
              <a:ext uri="{FF2B5EF4-FFF2-40B4-BE49-F238E27FC236}">
                <a16:creationId xmlns:a16="http://schemas.microsoft.com/office/drawing/2014/main" id="{DDD85433-A27F-6541-A663-D96D5984F58C}"/>
              </a:ext>
            </a:extLst>
          </p:cNvPr>
          <p:cNvGrpSpPr>
            <a:grpSpLocks/>
          </p:cNvGrpSpPr>
          <p:nvPr/>
        </p:nvGrpSpPr>
        <p:grpSpPr bwMode="auto">
          <a:xfrm>
            <a:off x="5459318" y="2959168"/>
            <a:ext cx="1094184" cy="700088"/>
            <a:chOff x="2889" y="1631"/>
            <a:chExt cx="980" cy="743"/>
          </a:xfrm>
        </p:grpSpPr>
        <p:sp>
          <p:nvSpPr>
            <p:cNvPr id="11" name="Rectangle 419">
              <a:extLst>
                <a:ext uri="{FF2B5EF4-FFF2-40B4-BE49-F238E27FC236}">
                  <a16:creationId xmlns:a16="http://schemas.microsoft.com/office/drawing/2014/main" id="{6BE52684-A899-C64A-B92A-00B359924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AutoShape 420">
              <a:extLst>
                <a:ext uri="{FF2B5EF4-FFF2-40B4-BE49-F238E27FC236}">
                  <a16:creationId xmlns:a16="http://schemas.microsoft.com/office/drawing/2014/main" id="{1CC81BD0-1E06-234E-9C84-9CF4B42DE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srgbClr val="00CC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" name="Freeform 427">
            <a:extLst>
              <a:ext uri="{FF2B5EF4-FFF2-40B4-BE49-F238E27FC236}">
                <a16:creationId xmlns:a16="http://schemas.microsoft.com/office/drawing/2014/main" id="{15D75210-CCB3-EF4F-8147-08315952ABD2}"/>
              </a:ext>
            </a:extLst>
          </p:cNvPr>
          <p:cNvSpPr>
            <a:spLocks/>
          </p:cNvSpPr>
          <p:nvPr/>
        </p:nvSpPr>
        <p:spPr bwMode="auto">
          <a:xfrm>
            <a:off x="5839606" y="4004580"/>
            <a:ext cx="2309813" cy="1248966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Box 580">
            <a:extLst>
              <a:ext uri="{FF2B5EF4-FFF2-40B4-BE49-F238E27FC236}">
                <a16:creationId xmlns:a16="http://schemas.microsoft.com/office/drawing/2014/main" id="{F5DA193A-3F5E-E747-8642-93E8D466E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4761" y="1608575"/>
            <a:ext cx="104868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050" dirty="0">
                <a:solidFill>
                  <a:prstClr val="black"/>
                </a:solidFill>
                <a:latin typeface="Calibri" panose="020F0502020204030204"/>
              </a:rPr>
              <a:t>mobile network</a:t>
            </a:r>
          </a:p>
        </p:txBody>
      </p:sp>
      <p:sp>
        <p:nvSpPr>
          <p:cNvPr id="15" name="Text Box 580">
            <a:extLst>
              <a:ext uri="{FF2B5EF4-FFF2-40B4-BE49-F238E27FC236}">
                <a16:creationId xmlns:a16="http://schemas.microsoft.com/office/drawing/2014/main" id="{5FA06B40-094D-D341-900D-62322B1FA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5486" y="4827061"/>
            <a:ext cx="946093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8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050" dirty="0">
                <a:solidFill>
                  <a:prstClr val="black"/>
                </a:solidFill>
                <a:latin typeface="Calibri" panose="020F0502020204030204"/>
              </a:rPr>
              <a:t>enterprise</a:t>
            </a:r>
          </a:p>
          <a:p>
            <a:pPr defTabSz="685800">
              <a:lnSpc>
                <a:spcPct val="8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050" dirty="0">
                <a:solidFill>
                  <a:prstClr val="black"/>
                </a:solidFill>
                <a:latin typeface="Calibri" panose="020F0502020204030204"/>
              </a:rPr>
              <a:t>          network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CB90BDB-7914-2841-868F-B1C171AE02D0}"/>
              </a:ext>
            </a:extLst>
          </p:cNvPr>
          <p:cNvSpPr/>
          <p:nvPr/>
        </p:nvSpPr>
        <p:spPr>
          <a:xfrm>
            <a:off x="7721915" y="2876885"/>
            <a:ext cx="954875" cy="145181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02009C1-63E0-AC48-A451-99CD5E6FDD90}"/>
              </a:ext>
            </a:extLst>
          </p:cNvPr>
          <p:cNvGrpSpPr/>
          <p:nvPr/>
        </p:nvGrpSpPr>
        <p:grpSpPr>
          <a:xfrm>
            <a:off x="8183580" y="3438267"/>
            <a:ext cx="515545" cy="541161"/>
            <a:chOff x="5203089" y="1751190"/>
            <a:chExt cx="858331" cy="662414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55FF949-4EF8-E942-B9BB-20394F3598D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D409681-4032-1C42-9F30-5D5899243858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E2DDC28-E103-7F4D-A505-AB39A3D44C75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3023E15-0AB6-944A-BAB0-EE6BBC79C34E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1B742AD-A3E5-804B-A5D0-76DC204011A2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479FB69-9C9F-3F4E-9B51-39F1BCB2DC8D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D605DCA-7A42-2D49-ADF6-F861B8748A04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C0D6FB2-8F5C-724C-B4A0-F530677569F5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460C8EE-1C4B-5F46-9E22-3DBBF4F11C68}"/>
              </a:ext>
            </a:extLst>
          </p:cNvPr>
          <p:cNvGrpSpPr/>
          <p:nvPr/>
        </p:nvGrpSpPr>
        <p:grpSpPr>
          <a:xfrm>
            <a:off x="8133684" y="2887858"/>
            <a:ext cx="445960" cy="486252"/>
            <a:chOff x="5203089" y="1751190"/>
            <a:chExt cx="858331" cy="662414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51F5106-32A5-2543-880B-662ACD66CA26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1424404C-A23C-F647-8C93-68F0BA827AC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BFCDF5-D1B4-EA46-B271-D0722F529047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889E85-63CC-7944-B49D-B29033B3D945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A8382F-1B0D-464D-BBFD-9D1451ACDE62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5A3F61-17DD-3A49-B29B-EC101C5D824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7DD4340-C868-4744-9D1F-1BB1FDEE7F23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C0E793E-B8DA-774F-AF06-238006ECEBE3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Freeform 34">
            <a:extLst>
              <a:ext uri="{FF2B5EF4-FFF2-40B4-BE49-F238E27FC236}">
                <a16:creationId xmlns:a16="http://schemas.microsoft.com/office/drawing/2014/main" id="{D4457E50-81C3-874C-80A4-80EAE0791741}"/>
              </a:ext>
            </a:extLst>
          </p:cNvPr>
          <p:cNvSpPr/>
          <p:nvPr/>
        </p:nvSpPr>
        <p:spPr>
          <a:xfrm>
            <a:off x="7210915" y="1828762"/>
            <a:ext cx="1123398" cy="103984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57054E-9FD6-024C-A915-5AB7C6A89AFD}"/>
              </a:ext>
            </a:extLst>
          </p:cNvPr>
          <p:cNvSpPr txBox="1"/>
          <p:nvPr/>
        </p:nvSpPr>
        <p:spPr>
          <a:xfrm>
            <a:off x="7125706" y="1880626"/>
            <a:ext cx="1334020" cy="237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national or global ISP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D2F7C00-5965-8F41-99F0-F64F3C546739}"/>
              </a:ext>
            </a:extLst>
          </p:cNvPr>
          <p:cNvSpPr/>
          <p:nvPr/>
        </p:nvSpPr>
        <p:spPr>
          <a:xfrm>
            <a:off x="7014606" y="3250661"/>
            <a:ext cx="229312" cy="148385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BD6713-BAE9-3C4E-B463-C5B4D65DA870}"/>
              </a:ext>
            </a:extLst>
          </p:cNvPr>
          <p:cNvSpPr txBox="1"/>
          <p:nvPr/>
        </p:nvSpPr>
        <p:spPr>
          <a:xfrm>
            <a:off x="8243630" y="4000682"/>
            <a:ext cx="654346" cy="3105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sz="788" dirty="0">
                <a:solidFill>
                  <a:prstClr val="black"/>
                </a:solidFill>
                <a:latin typeface="Calibri" panose="020F0502020204030204"/>
              </a:rPr>
              <a:t>datacenter </a:t>
            </a:r>
          </a:p>
          <a:p>
            <a:pPr defTabSz="685800">
              <a:lnSpc>
                <a:spcPct val="90000"/>
              </a:lnSpc>
              <a:defRPr/>
            </a:pPr>
            <a:r>
              <a:rPr lang="en-US" sz="788" dirty="0">
                <a:solidFill>
                  <a:prstClr val="black"/>
                </a:solidFill>
                <a:latin typeface="Calibri" panose="020F0502020204030204"/>
              </a:rPr>
              <a:t>network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2530C9D-5A6A-4840-95EE-E62E0F45C045}"/>
              </a:ext>
            </a:extLst>
          </p:cNvPr>
          <p:cNvCxnSpPr>
            <a:cxnSpLocks/>
          </p:cNvCxnSpPr>
          <p:nvPr/>
        </p:nvCxnSpPr>
        <p:spPr>
          <a:xfrm flipH="1" flipV="1">
            <a:off x="7975245" y="3177323"/>
            <a:ext cx="309723" cy="477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E695EB4-9B05-534C-8956-9DB8A7F3BB4D}"/>
              </a:ext>
            </a:extLst>
          </p:cNvPr>
          <p:cNvCxnSpPr>
            <a:cxnSpLocks/>
          </p:cNvCxnSpPr>
          <p:nvPr/>
        </p:nvCxnSpPr>
        <p:spPr>
          <a:xfrm flipH="1" flipV="1">
            <a:off x="8050931" y="3222743"/>
            <a:ext cx="259400" cy="5542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18F7467A-DF1D-0E46-BAE5-AA618B1E2E23}"/>
              </a:ext>
            </a:extLst>
          </p:cNvPr>
          <p:cNvCxnSpPr>
            <a:cxnSpLocks/>
          </p:cNvCxnSpPr>
          <p:nvPr/>
        </p:nvCxnSpPr>
        <p:spPr>
          <a:xfrm flipV="1">
            <a:off x="8032978" y="3217295"/>
            <a:ext cx="251990" cy="296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678AF35-2773-354B-990C-E6287528A770}"/>
              </a:ext>
            </a:extLst>
          </p:cNvPr>
          <p:cNvCxnSpPr>
            <a:cxnSpLocks/>
          </p:cNvCxnSpPr>
          <p:nvPr/>
        </p:nvCxnSpPr>
        <p:spPr>
          <a:xfrm flipH="1" flipV="1">
            <a:off x="7983386" y="3188402"/>
            <a:ext cx="1" cy="3643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D3CE828-FE2E-C442-997E-2F0E1211CF46}"/>
              </a:ext>
            </a:extLst>
          </p:cNvPr>
          <p:cNvCxnSpPr>
            <a:cxnSpLocks/>
          </p:cNvCxnSpPr>
          <p:nvPr/>
        </p:nvCxnSpPr>
        <p:spPr>
          <a:xfrm flipH="1" flipV="1">
            <a:off x="7968271" y="3545962"/>
            <a:ext cx="381407" cy="2614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668B3BB-A47F-5E47-AC63-7A64454822AB}"/>
              </a:ext>
            </a:extLst>
          </p:cNvPr>
          <p:cNvCxnSpPr>
            <a:cxnSpLocks/>
          </p:cNvCxnSpPr>
          <p:nvPr/>
        </p:nvCxnSpPr>
        <p:spPr>
          <a:xfrm flipH="1">
            <a:off x="7476702" y="3558036"/>
            <a:ext cx="491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0E00960-4829-DF40-A68E-F6F8238FF69F}"/>
              </a:ext>
            </a:extLst>
          </p:cNvPr>
          <p:cNvCxnSpPr>
            <a:cxnSpLocks/>
          </p:cNvCxnSpPr>
          <p:nvPr/>
        </p:nvCxnSpPr>
        <p:spPr>
          <a:xfrm flipH="1">
            <a:off x="6970017" y="3558036"/>
            <a:ext cx="491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AD6522C-9B65-7B47-9343-759ADC3E82EF}"/>
              </a:ext>
            </a:extLst>
          </p:cNvPr>
          <p:cNvCxnSpPr>
            <a:cxnSpLocks/>
          </p:cNvCxnSpPr>
          <p:nvPr/>
        </p:nvCxnSpPr>
        <p:spPr>
          <a:xfrm flipH="1">
            <a:off x="7012956" y="3122983"/>
            <a:ext cx="286818" cy="3877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9D60433-CC5F-F847-96F4-C7AB0F1F4319}"/>
              </a:ext>
            </a:extLst>
          </p:cNvPr>
          <p:cNvCxnSpPr>
            <a:cxnSpLocks/>
          </p:cNvCxnSpPr>
          <p:nvPr/>
        </p:nvCxnSpPr>
        <p:spPr>
          <a:xfrm>
            <a:off x="7355107" y="3122983"/>
            <a:ext cx="0" cy="4052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889A11F-395A-0146-B6C3-4B72596D337D}"/>
              </a:ext>
            </a:extLst>
          </p:cNvPr>
          <p:cNvCxnSpPr/>
          <p:nvPr/>
        </p:nvCxnSpPr>
        <p:spPr>
          <a:xfrm>
            <a:off x="7658556" y="2558249"/>
            <a:ext cx="366131" cy="629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B56C4A7-D357-9B49-881D-CA196AEAFB86}"/>
              </a:ext>
            </a:extLst>
          </p:cNvPr>
          <p:cNvCxnSpPr>
            <a:cxnSpLocks/>
          </p:cNvCxnSpPr>
          <p:nvPr/>
        </p:nvCxnSpPr>
        <p:spPr>
          <a:xfrm flipH="1">
            <a:off x="7404344" y="2513490"/>
            <a:ext cx="285324" cy="52110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956D9B4-9FB3-E942-993E-5C0B6D6D4E8E}"/>
              </a:ext>
            </a:extLst>
          </p:cNvPr>
          <p:cNvGrpSpPr/>
          <p:nvPr/>
        </p:nvGrpSpPr>
        <p:grpSpPr>
          <a:xfrm>
            <a:off x="5726984" y="2087724"/>
            <a:ext cx="2684150" cy="2730212"/>
            <a:chOff x="7562238" y="2127325"/>
            <a:chExt cx="3578867" cy="3640283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6638E5F-AAD7-1E49-9118-E30B36F9BBE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56" name="Line 428">
                <a:extLst>
                  <a:ext uri="{FF2B5EF4-FFF2-40B4-BE49-F238E27FC236}">
                    <a16:creationId xmlns:a16="http://schemas.microsoft.com/office/drawing/2014/main" id="{73C14346-74B2-0A41-B7C0-12342BB486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7" name="Line 430">
                <a:extLst>
                  <a:ext uri="{FF2B5EF4-FFF2-40B4-BE49-F238E27FC236}">
                    <a16:creationId xmlns:a16="http://schemas.microsoft.com/office/drawing/2014/main" id="{0D57C56C-0C29-B74B-8FBC-5FE76C1C73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8" name="Line 431">
                <a:extLst>
                  <a:ext uri="{FF2B5EF4-FFF2-40B4-BE49-F238E27FC236}">
                    <a16:creationId xmlns:a16="http://schemas.microsoft.com/office/drawing/2014/main" id="{BFFEF7F7-03E4-6249-BB27-BF21D38537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9" name="Line 432">
                <a:extLst>
                  <a:ext uri="{FF2B5EF4-FFF2-40B4-BE49-F238E27FC236}">
                    <a16:creationId xmlns:a16="http://schemas.microsoft.com/office/drawing/2014/main" id="{DF776BD7-BCAC-094E-827B-C2448A76F7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0" name="Line 433">
                <a:extLst>
                  <a:ext uri="{FF2B5EF4-FFF2-40B4-BE49-F238E27FC236}">
                    <a16:creationId xmlns:a16="http://schemas.microsoft.com/office/drawing/2014/main" id="{43C2E62B-BB7A-5C46-8927-931F84F3F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1" name="Line 435">
                <a:extLst>
                  <a:ext uri="{FF2B5EF4-FFF2-40B4-BE49-F238E27FC236}">
                    <a16:creationId xmlns:a16="http://schemas.microsoft.com/office/drawing/2014/main" id="{663DFC23-9B89-9C45-9D1B-0D48274B8B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2" name="Line 436">
                <a:extLst>
                  <a:ext uri="{FF2B5EF4-FFF2-40B4-BE49-F238E27FC236}">
                    <a16:creationId xmlns:a16="http://schemas.microsoft.com/office/drawing/2014/main" id="{18DD1356-89D5-3A44-95E7-F9A8CBA10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3" name="Line 439">
                <a:extLst>
                  <a:ext uri="{FF2B5EF4-FFF2-40B4-BE49-F238E27FC236}">
                    <a16:creationId xmlns:a16="http://schemas.microsoft.com/office/drawing/2014/main" id="{97928BA0-13A6-EB47-BAB3-34433975D4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4" name="Line 440">
                <a:extLst>
                  <a:ext uri="{FF2B5EF4-FFF2-40B4-BE49-F238E27FC236}">
                    <a16:creationId xmlns:a16="http://schemas.microsoft.com/office/drawing/2014/main" id="{2C224211-7D09-3B43-A0B8-3F79ED55F8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5" name="Line 441">
                <a:extLst>
                  <a:ext uri="{FF2B5EF4-FFF2-40B4-BE49-F238E27FC236}">
                    <a16:creationId xmlns:a16="http://schemas.microsoft.com/office/drawing/2014/main" id="{BC08E60D-832A-A349-9156-9FF0DCB8DA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6" name="Line 443">
                <a:extLst>
                  <a:ext uri="{FF2B5EF4-FFF2-40B4-BE49-F238E27FC236}">
                    <a16:creationId xmlns:a16="http://schemas.microsoft.com/office/drawing/2014/main" id="{9290D2BD-563E-7049-907C-4BAF6989D0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7" name="Line 449">
                <a:extLst>
                  <a:ext uri="{FF2B5EF4-FFF2-40B4-BE49-F238E27FC236}">
                    <a16:creationId xmlns:a16="http://schemas.microsoft.com/office/drawing/2014/main" id="{34D18B5D-D38E-294D-9B36-D83EA1EA66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8" name="Line 428">
                <a:extLst>
                  <a:ext uri="{FF2B5EF4-FFF2-40B4-BE49-F238E27FC236}">
                    <a16:creationId xmlns:a16="http://schemas.microsoft.com/office/drawing/2014/main" id="{390CF526-5CCE-B44E-9ADE-6403971D0B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9" name="Line 440">
                <a:extLst>
                  <a:ext uri="{FF2B5EF4-FFF2-40B4-BE49-F238E27FC236}">
                    <a16:creationId xmlns:a16="http://schemas.microsoft.com/office/drawing/2014/main" id="{4FC20A7F-7EBB-B34E-A088-4F737F1DCC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D0A1EE81-EDC0-E24E-81ED-25EC7FC1859F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B40B7AC1-4BC8-7841-AB79-C252B50D01B9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F8FC87DD-FCE9-4847-8369-0353D5F038BA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A5AC2F9-DAA5-2B42-ADBA-8AA2CE13A98C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CD02ED14-DF8A-6F47-8739-891B3E17E541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331B2571-456D-AA4C-9A42-8EC6DB5942CF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9DD07C97-ADFF-3B4D-9D80-4CCDBD9933B0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21CD801D-E623-DF4F-AE29-F9EDFFC1853E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Line 541">
                <a:extLst>
                  <a:ext uri="{FF2B5EF4-FFF2-40B4-BE49-F238E27FC236}">
                    <a16:creationId xmlns:a16="http://schemas.microsoft.com/office/drawing/2014/main" id="{7986AEA4-9721-1648-AF87-0143CA33D4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79" name="Line 424">
                <a:extLst>
                  <a:ext uri="{FF2B5EF4-FFF2-40B4-BE49-F238E27FC236}">
                    <a16:creationId xmlns:a16="http://schemas.microsoft.com/office/drawing/2014/main" id="{5B046CBA-A8F6-A944-8D42-E33C2FBF40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52" name="Picture 778" descr="antenna_radiation_stylized">
              <a:extLst>
                <a:ext uri="{FF2B5EF4-FFF2-40B4-BE49-F238E27FC236}">
                  <a16:creationId xmlns:a16="http://schemas.microsoft.com/office/drawing/2014/main" id="{631F2DEF-0FF8-3C41-AEF8-65E9DF76C1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3" name="Picture 781" descr="antenna_radiation_stylized">
              <a:extLst>
                <a:ext uri="{FF2B5EF4-FFF2-40B4-BE49-F238E27FC236}">
                  <a16:creationId xmlns:a16="http://schemas.microsoft.com/office/drawing/2014/main" id="{A237A058-6399-5243-824F-D60A75A74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4" name="Picture 799" descr="cell_tower_radiation copy">
              <a:extLst>
                <a:ext uri="{FF2B5EF4-FFF2-40B4-BE49-F238E27FC236}">
                  <a16:creationId xmlns:a16="http://schemas.microsoft.com/office/drawing/2014/main" id="{7D446A4E-5E76-104B-810A-DBB0D426EE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Oval 800">
              <a:extLst>
                <a:ext uri="{FF2B5EF4-FFF2-40B4-BE49-F238E27FC236}">
                  <a16:creationId xmlns:a16="http://schemas.microsoft.com/office/drawing/2014/main" id="{EAAB4AC1-DEE9-134F-A0D6-239D715DA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80" name="Line 426">
            <a:extLst>
              <a:ext uri="{FF2B5EF4-FFF2-40B4-BE49-F238E27FC236}">
                <a16:creationId xmlns:a16="http://schemas.microsoft.com/office/drawing/2014/main" id="{5B80D194-D80B-BF48-8540-D5B8565B43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1200" y="2517499"/>
            <a:ext cx="170973" cy="1307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81" name="Group 783">
            <a:extLst>
              <a:ext uri="{FF2B5EF4-FFF2-40B4-BE49-F238E27FC236}">
                <a16:creationId xmlns:a16="http://schemas.microsoft.com/office/drawing/2014/main" id="{E68A1148-D704-A446-A2F3-AD2E0367AAB2}"/>
              </a:ext>
            </a:extLst>
          </p:cNvPr>
          <p:cNvGrpSpPr>
            <a:grpSpLocks/>
          </p:cNvGrpSpPr>
          <p:nvPr/>
        </p:nvGrpSpPr>
        <p:grpSpPr bwMode="auto">
          <a:xfrm>
            <a:off x="6093328" y="2224262"/>
            <a:ext cx="223838" cy="348006"/>
            <a:chOff x="3130" y="3288"/>
            <a:chExt cx="410" cy="742"/>
          </a:xfrm>
        </p:grpSpPr>
        <p:sp>
          <p:nvSpPr>
            <p:cNvPr id="82" name="Line 270">
              <a:extLst>
                <a:ext uri="{FF2B5EF4-FFF2-40B4-BE49-F238E27FC236}">
                  <a16:creationId xmlns:a16="http://schemas.microsoft.com/office/drawing/2014/main" id="{148E09EA-BBD1-E045-A9C1-2579C62EE8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3" name="Line 271">
              <a:extLst>
                <a:ext uri="{FF2B5EF4-FFF2-40B4-BE49-F238E27FC236}">
                  <a16:creationId xmlns:a16="http://schemas.microsoft.com/office/drawing/2014/main" id="{0CEB5342-A8E6-2241-A276-5D5BB507F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4" name="Line 272">
              <a:extLst>
                <a:ext uri="{FF2B5EF4-FFF2-40B4-BE49-F238E27FC236}">
                  <a16:creationId xmlns:a16="http://schemas.microsoft.com/office/drawing/2014/main" id="{1C31E4F5-A349-A54A-B3C6-FCE7EC386D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5" name="Line 273">
              <a:extLst>
                <a:ext uri="{FF2B5EF4-FFF2-40B4-BE49-F238E27FC236}">
                  <a16:creationId xmlns:a16="http://schemas.microsoft.com/office/drawing/2014/main" id="{89E72D14-18C6-4F4A-A018-55770D016B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6" name="Line 274">
              <a:extLst>
                <a:ext uri="{FF2B5EF4-FFF2-40B4-BE49-F238E27FC236}">
                  <a16:creationId xmlns:a16="http://schemas.microsoft.com/office/drawing/2014/main" id="{6FD77342-4E61-494C-9600-ADAF89CDF5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7" name="Line 275">
              <a:extLst>
                <a:ext uri="{FF2B5EF4-FFF2-40B4-BE49-F238E27FC236}">
                  <a16:creationId xmlns:a16="http://schemas.microsoft.com/office/drawing/2014/main" id="{840F43A3-D863-904A-912C-87898DB80E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8" name="Line 276">
              <a:extLst>
                <a:ext uri="{FF2B5EF4-FFF2-40B4-BE49-F238E27FC236}">
                  <a16:creationId xmlns:a16="http://schemas.microsoft.com/office/drawing/2014/main" id="{C8E333AC-9EDA-F34E-A2B4-BB319D3FB1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9" name="Line 277">
              <a:extLst>
                <a:ext uri="{FF2B5EF4-FFF2-40B4-BE49-F238E27FC236}">
                  <a16:creationId xmlns:a16="http://schemas.microsoft.com/office/drawing/2014/main" id="{DBBC7195-32E5-1E44-A4B7-2D041FCF1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0" name="Line 278">
              <a:extLst>
                <a:ext uri="{FF2B5EF4-FFF2-40B4-BE49-F238E27FC236}">
                  <a16:creationId xmlns:a16="http://schemas.microsoft.com/office/drawing/2014/main" id="{B6C3F345-DEA7-C64D-90EE-6DFEF6B0F7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1" name="Line 279">
              <a:extLst>
                <a:ext uri="{FF2B5EF4-FFF2-40B4-BE49-F238E27FC236}">
                  <a16:creationId xmlns:a16="http://schemas.microsoft.com/office/drawing/2014/main" id="{6C2CB45E-DD31-644D-B38E-56690CBDE8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2" name="Line 280">
              <a:extLst>
                <a:ext uri="{FF2B5EF4-FFF2-40B4-BE49-F238E27FC236}">
                  <a16:creationId xmlns:a16="http://schemas.microsoft.com/office/drawing/2014/main" id="{0B1D6178-5CDF-C44A-BD74-FC217ED575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3" name="Line 281">
              <a:extLst>
                <a:ext uri="{FF2B5EF4-FFF2-40B4-BE49-F238E27FC236}">
                  <a16:creationId xmlns:a16="http://schemas.microsoft.com/office/drawing/2014/main" id="{363887BB-4AF3-B84E-9683-EE49686A1C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4" name="Line 282">
              <a:extLst>
                <a:ext uri="{FF2B5EF4-FFF2-40B4-BE49-F238E27FC236}">
                  <a16:creationId xmlns:a16="http://schemas.microsoft.com/office/drawing/2014/main" id="{175D27BE-3FD8-CE45-A067-6C508BF70C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5" name="Line 283">
              <a:extLst>
                <a:ext uri="{FF2B5EF4-FFF2-40B4-BE49-F238E27FC236}">
                  <a16:creationId xmlns:a16="http://schemas.microsoft.com/office/drawing/2014/main" id="{B2BBADBF-8220-2243-8DAD-6DAD64743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6" name="Line 284">
              <a:extLst>
                <a:ext uri="{FF2B5EF4-FFF2-40B4-BE49-F238E27FC236}">
                  <a16:creationId xmlns:a16="http://schemas.microsoft.com/office/drawing/2014/main" id="{3AB793CC-A3CA-9F45-A697-F5B2AC584A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97" name="Picture 777" descr="access_point_stylized_small">
            <a:extLst>
              <a:ext uri="{FF2B5EF4-FFF2-40B4-BE49-F238E27FC236}">
                <a16:creationId xmlns:a16="http://schemas.microsoft.com/office/drawing/2014/main" id="{68963423-0F28-9C4E-9209-A68C79A01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5717" y="3388654"/>
            <a:ext cx="277627" cy="23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" name="Picture 780" descr="access_point_stylized_small">
            <a:extLst>
              <a:ext uri="{FF2B5EF4-FFF2-40B4-BE49-F238E27FC236}">
                <a16:creationId xmlns:a16="http://schemas.microsoft.com/office/drawing/2014/main" id="{CC400AD6-BFC6-FE40-9B3A-1E58BEB77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3263" y="4635404"/>
            <a:ext cx="285701" cy="238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9" name="Group 98">
            <a:extLst>
              <a:ext uri="{FF2B5EF4-FFF2-40B4-BE49-F238E27FC236}">
                <a16:creationId xmlns:a16="http://schemas.microsoft.com/office/drawing/2014/main" id="{45D32098-7053-E144-ABFD-96A14B42CDE7}"/>
              </a:ext>
            </a:extLst>
          </p:cNvPr>
          <p:cNvGrpSpPr/>
          <p:nvPr/>
        </p:nvGrpSpPr>
        <p:grpSpPr>
          <a:xfrm>
            <a:off x="7442329" y="4496507"/>
            <a:ext cx="232305" cy="143129"/>
            <a:chOff x="3668110" y="2448910"/>
            <a:chExt cx="3794234" cy="216513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04E26E62-0A09-FE48-83DB-99D08E6D9666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5BBE0DFE-0625-6941-BE0B-54B132BA201D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607D2C3A-C248-C14C-AE1E-3CEA21A7711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BD2E6830-1548-F748-9CD3-9BBE3D747B5B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87EA9A58-4D21-1A4A-8916-404ABE135DDA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7CF3E410-162D-074A-8E74-378002078118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6" name="Freeform 105">
                <a:extLst>
                  <a:ext uri="{FF2B5EF4-FFF2-40B4-BE49-F238E27FC236}">
                    <a16:creationId xmlns:a16="http://schemas.microsoft.com/office/drawing/2014/main" id="{072DA05C-F551-2546-ACD2-A6674CBCE38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59AA5C6-EE3B-2947-B048-197F6FD3AC8C}"/>
              </a:ext>
            </a:extLst>
          </p:cNvPr>
          <p:cNvGrpSpPr/>
          <p:nvPr/>
        </p:nvGrpSpPr>
        <p:grpSpPr>
          <a:xfrm>
            <a:off x="6562769" y="4217794"/>
            <a:ext cx="295320" cy="163934"/>
            <a:chOff x="7493876" y="2774731"/>
            <a:chExt cx="1481958" cy="894622"/>
          </a:xfrm>
        </p:grpSpPr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9100A36C-A3A7-F64D-ACF1-BC8A727C2CB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66AC0DDF-BAAC-9648-9DB4-B82F4C800F1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F93AC9B6-D959-EE46-8553-EF585F23BD7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4CC15E79-4120-D643-9348-8A2483E7C14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B4C3AE5D-7179-E240-8F3C-8DF74EC9998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3A0685E0-EC87-CF48-A96B-77CB2EC25C0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9E67B1F5-ED42-AE4A-8D5B-75AD8401AC4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4996387-BE14-DF43-805B-702F9CA5C7DE}"/>
              </a:ext>
            </a:extLst>
          </p:cNvPr>
          <p:cNvGrpSpPr/>
          <p:nvPr/>
        </p:nvGrpSpPr>
        <p:grpSpPr>
          <a:xfrm>
            <a:off x="6288945" y="4388054"/>
            <a:ext cx="232305" cy="143129"/>
            <a:chOff x="3668110" y="2448910"/>
            <a:chExt cx="3794234" cy="2165130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45754FAB-24AD-164E-8246-AFEEDC5117CD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E5DD5BBA-99BE-AB40-ABCA-66BF6954D98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AEB271AC-E128-C94E-8C52-AEF23798B7A8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6A1116CA-475C-3648-95B4-42F00A2A0566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C2AE9788-7391-8445-B359-B4CC25A1EE9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B02E83DD-BD53-7B47-A845-B8C7DC6A694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22" name="Freeform 121">
                <a:extLst>
                  <a:ext uri="{FF2B5EF4-FFF2-40B4-BE49-F238E27FC236}">
                    <a16:creationId xmlns:a16="http://schemas.microsoft.com/office/drawing/2014/main" id="{2DC92133-A32C-A741-B66D-863B3C03BD8D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643D9FE3-9524-3844-AF33-35CA20FC0D76}"/>
              </a:ext>
            </a:extLst>
          </p:cNvPr>
          <p:cNvGrpSpPr/>
          <p:nvPr/>
        </p:nvGrpSpPr>
        <p:grpSpPr>
          <a:xfrm>
            <a:off x="6385175" y="2601462"/>
            <a:ext cx="265259" cy="126206"/>
            <a:chOff x="7493876" y="2774731"/>
            <a:chExt cx="1481958" cy="894622"/>
          </a:xfrm>
        </p:grpSpPr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D4B39EB8-9828-0342-9391-704A2CD03D1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774578F8-9C32-FF4C-94B9-DD296E4639D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E3FFE085-A1E8-8C4A-863C-F297E69E8C5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FF20BBBE-61F6-414F-AB4A-B44CBEECD9A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B2045209-7C1C-F24A-AEE1-071242B149D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1B01ADE3-1B6E-D247-973F-54E2D9B5D15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405D61D6-D043-834E-8866-8619F48CA51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1012F64F-EF7E-5344-A4F3-7EABE2D4F217}"/>
              </a:ext>
            </a:extLst>
          </p:cNvPr>
          <p:cNvGrpSpPr/>
          <p:nvPr/>
        </p:nvGrpSpPr>
        <p:grpSpPr>
          <a:xfrm>
            <a:off x="8218369" y="3193253"/>
            <a:ext cx="128242" cy="72789"/>
            <a:chOff x="7493876" y="2774731"/>
            <a:chExt cx="1481958" cy="894622"/>
          </a:xfrm>
        </p:grpSpPr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8BB13C1F-054D-7941-91CB-76ED796B656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70C6DC31-F653-F446-9B94-60CB67A860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3F4A7E86-562E-9C48-95BF-2B9D877B53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D80C08FB-4E69-EB4A-BBCA-4E44FB7EEF5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2632F4FB-DFCC-2F4D-B158-2D3743B3F95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E6D5E9E9-B17F-9D4B-B223-9141D3A6888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8D0A12F2-B562-2648-B16A-1D30E22E02A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B4E432F1-1693-8A4E-A460-5802A1AEAD07}"/>
              </a:ext>
            </a:extLst>
          </p:cNvPr>
          <p:cNvGrpSpPr/>
          <p:nvPr/>
        </p:nvGrpSpPr>
        <p:grpSpPr>
          <a:xfrm>
            <a:off x="7863262" y="3114333"/>
            <a:ext cx="265259" cy="148758"/>
            <a:chOff x="7493876" y="2774731"/>
            <a:chExt cx="1481958" cy="894622"/>
          </a:xfrm>
        </p:grpSpPr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5ED14BE6-903D-9940-AC2B-3268B87ADFF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7EFC5165-1B49-B544-B703-D0E9DA908D7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AB1397D1-18DA-5944-8339-897F9A9AD8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D3D45686-63E9-E245-8305-C334F0541E7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3B2FA1D1-BF4F-F947-B3E1-406A420C4F1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2C4C730F-0E5F-9441-B3F0-9FB7DB40363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3C05DC31-C04A-DA4E-BD68-6BCFC14A564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51A2E38-C8F7-5B4D-93A5-130306B471F9}"/>
              </a:ext>
            </a:extLst>
          </p:cNvPr>
          <p:cNvGrpSpPr/>
          <p:nvPr/>
        </p:nvGrpSpPr>
        <p:grpSpPr>
          <a:xfrm>
            <a:off x="7516848" y="2143949"/>
            <a:ext cx="265259" cy="148758"/>
            <a:chOff x="7493876" y="2774731"/>
            <a:chExt cx="1481958" cy="894622"/>
          </a:xfrm>
        </p:grpSpPr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DE316D8C-B460-B94D-8F8C-D3061831AA7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F1A1A5CB-A709-1F4F-8D50-2C99B35EED9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2C3D1ACE-2ADB-1B4F-B4F6-152F4655CFF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ABA3F008-D35A-3344-AE9B-985B191CD41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9B80981C-5DF8-8A44-871A-76578F68D6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811450F3-31D3-204D-B370-675D8DEBAA5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B8AF6519-9948-BD4F-9BDE-BF2FE27174E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553E004-5B76-CE49-82A8-228403BC57E9}"/>
              </a:ext>
            </a:extLst>
          </p:cNvPr>
          <p:cNvGrpSpPr/>
          <p:nvPr/>
        </p:nvGrpSpPr>
        <p:grpSpPr>
          <a:xfrm>
            <a:off x="7950715" y="2452255"/>
            <a:ext cx="265259" cy="148758"/>
            <a:chOff x="7493876" y="2774731"/>
            <a:chExt cx="1481958" cy="894622"/>
          </a:xfrm>
        </p:grpSpPr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80D1B1C3-E533-0648-A8F6-501D4123A9C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3F68FB3F-D92E-ED44-AFF7-CC7359337C2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4166E5B1-FD06-CF4F-BE46-0665B6C4406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6EED667D-92E4-684F-8131-08EE73D7865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173F21E0-20AE-3947-B3A9-DCB066F95BF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90BCAD6D-9742-A743-AF6C-AA4C11DF2F7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D15CCA2D-FF07-7E49-AFAC-41F608FBA3F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0BBFA4F2-6DC5-6246-AC0D-A5B6362510CA}"/>
              </a:ext>
            </a:extLst>
          </p:cNvPr>
          <p:cNvGrpSpPr/>
          <p:nvPr/>
        </p:nvGrpSpPr>
        <p:grpSpPr>
          <a:xfrm>
            <a:off x="8038174" y="2073202"/>
            <a:ext cx="265259" cy="148758"/>
            <a:chOff x="7493876" y="2774731"/>
            <a:chExt cx="1481958" cy="894622"/>
          </a:xfrm>
        </p:grpSpPr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9E6389F9-EE6B-CF41-87B2-6FEC736C1CC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76CEA600-9F29-9443-ADED-51B00EDB37A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5E8A275D-4224-6C4E-8C9F-80FCD44EE5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157952CE-D220-6342-A756-6FC7F0E6826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F1725E00-636B-DF42-935F-85B23C81F9E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9F692ABC-0305-A843-A220-05CFCA15005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4119B6AB-B752-5F42-A59E-D0238D4845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02AC74F3-7F15-D34A-9BA0-F4EC124FA78B}"/>
              </a:ext>
            </a:extLst>
          </p:cNvPr>
          <p:cNvGrpSpPr/>
          <p:nvPr/>
        </p:nvGrpSpPr>
        <p:grpSpPr>
          <a:xfrm>
            <a:off x="7540399" y="2488403"/>
            <a:ext cx="265259" cy="148758"/>
            <a:chOff x="7493876" y="2774731"/>
            <a:chExt cx="1481958" cy="894622"/>
          </a:xfrm>
        </p:grpSpPr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E16EDB01-D80B-594C-BC98-877D41E0F77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1036E018-AA0D-3B41-B308-80EC3DDB6EE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F792B572-4770-5640-96DE-FC5DD440337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0359911B-E2D4-4540-9EDC-0B97BCDA15D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0451C2A1-599A-4640-AE3E-2F1FEE23C45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A85EFAFD-85B1-A345-B4E1-4ECEBD8958A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236EF265-EE83-4742-983C-B66B4F28474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2B5330E9-EDFF-0747-B627-EF53456A8B64}"/>
              </a:ext>
            </a:extLst>
          </p:cNvPr>
          <p:cNvGrpSpPr/>
          <p:nvPr/>
        </p:nvGrpSpPr>
        <p:grpSpPr>
          <a:xfrm>
            <a:off x="7178159" y="3037754"/>
            <a:ext cx="275418" cy="180228"/>
            <a:chOff x="7493876" y="2774731"/>
            <a:chExt cx="1481958" cy="894622"/>
          </a:xfrm>
        </p:grpSpPr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30F39B79-3124-AD4C-8764-BACF0292541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6D3A5C65-5135-3E43-BC9C-26B221D2BD6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D5A79E7B-CEC1-8147-A15D-D6439828808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2BD3E2AF-CDD9-9246-84EF-6B3C998B708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F3B7C4EC-0B9B-9C4B-8DCA-B05AB189E23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C76B3FF2-DB28-5345-9F37-DA5FB92C60D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ABE65594-F638-E64C-8962-1496FE7877C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00B62598-D40E-DA41-9BA7-786371172FE5}"/>
              </a:ext>
            </a:extLst>
          </p:cNvPr>
          <p:cNvGrpSpPr/>
          <p:nvPr/>
        </p:nvGrpSpPr>
        <p:grpSpPr>
          <a:xfrm>
            <a:off x="7836749" y="3486473"/>
            <a:ext cx="265259" cy="148758"/>
            <a:chOff x="7493876" y="2774731"/>
            <a:chExt cx="1481958" cy="894622"/>
          </a:xfrm>
        </p:grpSpPr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6021AAD8-BCF9-7A4A-9F26-42F18CC9347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8F43CCF6-ACD4-5147-B888-B61AD429572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21651EE2-1E07-B94C-ACE2-BD7C4F4DA1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A13A50ED-8A30-144A-9FCA-F6AF66BABCB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EFDF9400-03D5-6C49-A330-85A392376C0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93" name="Freeform 192">
                <a:extLst>
                  <a:ext uri="{FF2B5EF4-FFF2-40B4-BE49-F238E27FC236}">
                    <a16:creationId xmlns:a16="http://schemas.microsoft.com/office/drawing/2014/main" id="{F8DAD1FD-BE68-2948-B3F0-3E991157150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94" name="Freeform 193">
                <a:extLst>
                  <a:ext uri="{FF2B5EF4-FFF2-40B4-BE49-F238E27FC236}">
                    <a16:creationId xmlns:a16="http://schemas.microsoft.com/office/drawing/2014/main" id="{518751B6-2900-7045-AAFF-75CBB79B60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2AEAE14E-5721-E24F-A796-AF18CA4785D5}"/>
              </a:ext>
            </a:extLst>
          </p:cNvPr>
          <p:cNvGrpSpPr/>
          <p:nvPr/>
        </p:nvGrpSpPr>
        <p:grpSpPr>
          <a:xfrm>
            <a:off x="8249792" y="3769073"/>
            <a:ext cx="171221" cy="90300"/>
            <a:chOff x="7493876" y="2774731"/>
            <a:chExt cx="1481958" cy="894622"/>
          </a:xfrm>
        </p:grpSpPr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CAA55824-11B1-CA4B-8903-9B33C1A7C22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35F1BF45-FD77-9C4F-8E5D-A169B6235F9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CDC55E1F-BD25-644E-9AB3-7B5B06FF020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9BF3F54D-9319-774D-BA3B-607814A7F83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4A4416B5-2DDC-4445-805F-E643A06EA19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1" name="Freeform 200">
                <a:extLst>
                  <a:ext uri="{FF2B5EF4-FFF2-40B4-BE49-F238E27FC236}">
                    <a16:creationId xmlns:a16="http://schemas.microsoft.com/office/drawing/2014/main" id="{578E2B14-D4B8-2F48-8C26-3403D3443A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2" name="Freeform 201">
                <a:extLst>
                  <a:ext uri="{FF2B5EF4-FFF2-40B4-BE49-F238E27FC236}">
                    <a16:creationId xmlns:a16="http://schemas.microsoft.com/office/drawing/2014/main" id="{19A4FCB0-5196-9544-9A9C-65D60E598CF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F66312FF-6592-084B-9F5B-06957DADD349}"/>
              </a:ext>
            </a:extLst>
          </p:cNvPr>
          <p:cNvGrpSpPr/>
          <p:nvPr/>
        </p:nvGrpSpPr>
        <p:grpSpPr>
          <a:xfrm>
            <a:off x="5634611" y="2259689"/>
            <a:ext cx="401240" cy="305991"/>
            <a:chOff x="7432700" y="2327293"/>
            <a:chExt cx="534987" cy="407988"/>
          </a:xfrm>
        </p:grpSpPr>
        <p:pic>
          <p:nvPicPr>
            <p:cNvPr id="204" name="Picture 1017" descr="antenna_stylized">
              <a:extLst>
                <a:ext uri="{FF2B5EF4-FFF2-40B4-BE49-F238E27FC236}">
                  <a16:creationId xmlns:a16="http://schemas.microsoft.com/office/drawing/2014/main" id="{0D4A2309-AAED-2C48-A418-D03CB0001F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" name="Picture 1018" descr="laptop_keyboard">
              <a:extLst>
                <a:ext uri="{FF2B5EF4-FFF2-40B4-BE49-F238E27FC236}">
                  <a16:creationId xmlns:a16="http://schemas.microsoft.com/office/drawing/2014/main" id="{46CD79A2-426F-8F45-92D1-0968B698AC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6" name="Freeform 1019">
              <a:extLst>
                <a:ext uri="{FF2B5EF4-FFF2-40B4-BE49-F238E27FC236}">
                  <a16:creationId xmlns:a16="http://schemas.microsoft.com/office/drawing/2014/main" id="{35B7582C-3157-594E-9B4D-8B4346695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207" name="Picture 1020" descr="screen">
              <a:extLst>
                <a:ext uri="{FF2B5EF4-FFF2-40B4-BE49-F238E27FC236}">
                  <a16:creationId xmlns:a16="http://schemas.microsoft.com/office/drawing/2014/main" id="{70049DA6-6492-2A45-AD5C-2D64A84365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8" name="Freeform 1021">
              <a:extLst>
                <a:ext uri="{FF2B5EF4-FFF2-40B4-BE49-F238E27FC236}">
                  <a16:creationId xmlns:a16="http://schemas.microsoft.com/office/drawing/2014/main" id="{3B28293C-D483-A943-9B11-E29DBBA5B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9" name="Freeform 1022">
              <a:extLst>
                <a:ext uri="{FF2B5EF4-FFF2-40B4-BE49-F238E27FC236}">
                  <a16:creationId xmlns:a16="http://schemas.microsoft.com/office/drawing/2014/main" id="{861B393C-154B-8D45-8CF1-3817B8627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0" name="Freeform 1023">
              <a:extLst>
                <a:ext uri="{FF2B5EF4-FFF2-40B4-BE49-F238E27FC236}">
                  <a16:creationId xmlns:a16="http://schemas.microsoft.com/office/drawing/2014/main" id="{0B63C9C2-674C-D944-8A4D-2C8224656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1" name="Freeform 1024">
              <a:extLst>
                <a:ext uri="{FF2B5EF4-FFF2-40B4-BE49-F238E27FC236}">
                  <a16:creationId xmlns:a16="http://schemas.microsoft.com/office/drawing/2014/main" id="{A2F9EB18-B241-7741-A387-8AD6E2A5FF6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2" name="Freeform 1025">
              <a:extLst>
                <a:ext uri="{FF2B5EF4-FFF2-40B4-BE49-F238E27FC236}">
                  <a16:creationId xmlns:a16="http://schemas.microsoft.com/office/drawing/2014/main" id="{A5AFAB36-089A-F246-ADED-53137F170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3" name="Freeform 1026">
              <a:extLst>
                <a:ext uri="{FF2B5EF4-FFF2-40B4-BE49-F238E27FC236}">
                  <a16:creationId xmlns:a16="http://schemas.microsoft.com/office/drawing/2014/main" id="{FF109530-217D-9D4E-81DB-6B3046B18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14" name="Group 1027">
              <a:extLst>
                <a:ext uri="{FF2B5EF4-FFF2-40B4-BE49-F238E27FC236}">
                  <a16:creationId xmlns:a16="http://schemas.microsoft.com/office/drawing/2014/main" id="{B4933AB6-F567-0B4F-98D5-E7B82E998A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21" name="Freeform 1028">
                <a:extLst>
                  <a:ext uri="{FF2B5EF4-FFF2-40B4-BE49-F238E27FC236}">
                    <a16:creationId xmlns:a16="http://schemas.microsoft.com/office/drawing/2014/main" id="{FEB5A1CA-C662-AC42-906E-42FEA80102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2" name="Freeform 1029">
                <a:extLst>
                  <a:ext uri="{FF2B5EF4-FFF2-40B4-BE49-F238E27FC236}">
                    <a16:creationId xmlns:a16="http://schemas.microsoft.com/office/drawing/2014/main" id="{F73B18BC-3775-124A-ABC7-7178BA686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3" name="Freeform 1030">
                <a:extLst>
                  <a:ext uri="{FF2B5EF4-FFF2-40B4-BE49-F238E27FC236}">
                    <a16:creationId xmlns:a16="http://schemas.microsoft.com/office/drawing/2014/main" id="{B0CC40EF-A30F-FB4A-A013-445912460E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4" name="Freeform 1031">
                <a:extLst>
                  <a:ext uri="{FF2B5EF4-FFF2-40B4-BE49-F238E27FC236}">
                    <a16:creationId xmlns:a16="http://schemas.microsoft.com/office/drawing/2014/main" id="{695C34A3-04D7-8544-8C39-0FBEB205F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5" name="Freeform 1032">
                <a:extLst>
                  <a:ext uri="{FF2B5EF4-FFF2-40B4-BE49-F238E27FC236}">
                    <a16:creationId xmlns:a16="http://schemas.microsoft.com/office/drawing/2014/main" id="{83AE7D29-720B-854B-B4F9-BC9FBE8B89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26" name="Freeform 1033">
                <a:extLst>
                  <a:ext uri="{FF2B5EF4-FFF2-40B4-BE49-F238E27FC236}">
                    <a16:creationId xmlns:a16="http://schemas.microsoft.com/office/drawing/2014/main" id="{404B1EF4-0053-644A-AAF0-66FB16735A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15" name="Freeform 1034">
              <a:extLst>
                <a:ext uri="{FF2B5EF4-FFF2-40B4-BE49-F238E27FC236}">
                  <a16:creationId xmlns:a16="http://schemas.microsoft.com/office/drawing/2014/main" id="{7F7F78D2-EE09-EF4B-BE89-EC511B47A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6" name="Freeform 1035">
              <a:extLst>
                <a:ext uri="{FF2B5EF4-FFF2-40B4-BE49-F238E27FC236}">
                  <a16:creationId xmlns:a16="http://schemas.microsoft.com/office/drawing/2014/main" id="{6ED22B39-55F8-254F-B260-10B9358A1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7" name="Freeform 1036">
              <a:extLst>
                <a:ext uri="{FF2B5EF4-FFF2-40B4-BE49-F238E27FC236}">
                  <a16:creationId xmlns:a16="http://schemas.microsoft.com/office/drawing/2014/main" id="{519FDAB7-8F2B-D540-87B8-EBC399837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8" name="Freeform 1037">
              <a:extLst>
                <a:ext uri="{FF2B5EF4-FFF2-40B4-BE49-F238E27FC236}">
                  <a16:creationId xmlns:a16="http://schemas.microsoft.com/office/drawing/2014/main" id="{0FDDEC0B-D787-B543-B9C8-713981CB2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9" name="Freeform 1038">
              <a:extLst>
                <a:ext uri="{FF2B5EF4-FFF2-40B4-BE49-F238E27FC236}">
                  <a16:creationId xmlns:a16="http://schemas.microsoft.com/office/drawing/2014/main" id="{9ED25421-8538-254C-93C7-149B971AD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20" name="Freeform 1039">
              <a:extLst>
                <a:ext uri="{FF2B5EF4-FFF2-40B4-BE49-F238E27FC236}">
                  <a16:creationId xmlns:a16="http://schemas.microsoft.com/office/drawing/2014/main" id="{539798D0-719C-DD47-AE49-D9B557B94FC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C9E92DFA-701B-E444-963E-738F29287753}"/>
              </a:ext>
            </a:extLst>
          </p:cNvPr>
          <p:cNvGrpSpPr/>
          <p:nvPr/>
        </p:nvGrpSpPr>
        <p:grpSpPr>
          <a:xfrm>
            <a:off x="6533641" y="2232025"/>
            <a:ext cx="398027" cy="358507"/>
            <a:chOff x="8631407" y="2290407"/>
            <a:chExt cx="530702" cy="478009"/>
          </a:xfrm>
        </p:grpSpPr>
        <p:pic>
          <p:nvPicPr>
            <p:cNvPr id="228" name="Picture 568" descr="light2.png">
              <a:extLst>
                <a:ext uri="{FF2B5EF4-FFF2-40B4-BE49-F238E27FC236}">
                  <a16:creationId xmlns:a16="http://schemas.microsoft.com/office/drawing/2014/main" id="{FC493893-8A11-354F-BABD-C11607E82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9" name="Picture 1017" descr="antenna_stylized">
              <a:extLst>
                <a:ext uri="{FF2B5EF4-FFF2-40B4-BE49-F238E27FC236}">
                  <a16:creationId xmlns:a16="http://schemas.microsoft.com/office/drawing/2014/main" id="{58F4A529-12FB-E644-9930-FD20F449E6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69382BE4-EA07-E549-B2F9-9FD19BF88E60}"/>
              </a:ext>
            </a:extLst>
          </p:cNvPr>
          <p:cNvGrpSpPr/>
          <p:nvPr/>
        </p:nvGrpSpPr>
        <p:grpSpPr>
          <a:xfrm>
            <a:off x="6429959" y="2036573"/>
            <a:ext cx="636984" cy="169582"/>
            <a:chOff x="8493165" y="2029804"/>
            <a:chExt cx="849312" cy="226109"/>
          </a:xfrm>
        </p:grpSpPr>
        <p:pic>
          <p:nvPicPr>
            <p:cNvPr id="231" name="Picture 603" descr="car_icon_small">
              <a:extLst>
                <a:ext uri="{FF2B5EF4-FFF2-40B4-BE49-F238E27FC236}">
                  <a16:creationId xmlns:a16="http://schemas.microsoft.com/office/drawing/2014/main" id="{3367712F-9E5F-1447-9EEE-B0A9252E5B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2" name="Picture 1017" descr="antenna_stylized">
              <a:extLst>
                <a:ext uri="{FF2B5EF4-FFF2-40B4-BE49-F238E27FC236}">
                  <a16:creationId xmlns:a16="http://schemas.microsoft.com/office/drawing/2014/main" id="{7BB610B1-0C85-3845-80DE-4F600834EE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3338FA73-5831-8048-9F9F-83E195D5716B}"/>
              </a:ext>
            </a:extLst>
          </p:cNvPr>
          <p:cNvGrpSpPr/>
          <p:nvPr/>
        </p:nvGrpSpPr>
        <p:grpSpPr>
          <a:xfrm>
            <a:off x="5675444" y="2986298"/>
            <a:ext cx="643304" cy="437823"/>
            <a:chOff x="7487144" y="3296104"/>
            <a:chExt cx="857739" cy="583764"/>
          </a:xfrm>
        </p:grpSpPr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4D04C3AF-A6A0-3543-9CEC-C36594B3C98A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241" name="Picture 1115" descr="antenna_stylized">
                <a:extLst>
                  <a:ext uri="{FF2B5EF4-FFF2-40B4-BE49-F238E27FC236}">
                    <a16:creationId xmlns:a16="http://schemas.microsoft.com/office/drawing/2014/main" id="{3A4BE67F-53F2-2249-9275-9C6A0F0AB0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2" name="Picture 1116" descr="laptop_keyboard">
                <a:extLst>
                  <a:ext uri="{FF2B5EF4-FFF2-40B4-BE49-F238E27FC236}">
                    <a16:creationId xmlns:a16="http://schemas.microsoft.com/office/drawing/2014/main" id="{3032FEAB-62CC-D44F-B823-94A6C31466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3" name="Freeform 1117">
                <a:extLst>
                  <a:ext uri="{FF2B5EF4-FFF2-40B4-BE49-F238E27FC236}">
                    <a16:creationId xmlns:a16="http://schemas.microsoft.com/office/drawing/2014/main" id="{FE755B2B-D563-7C44-97D1-A76981535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pic>
            <p:nvPicPr>
              <p:cNvPr id="244" name="Picture 1118" descr="screen">
                <a:extLst>
                  <a:ext uri="{FF2B5EF4-FFF2-40B4-BE49-F238E27FC236}">
                    <a16:creationId xmlns:a16="http://schemas.microsoft.com/office/drawing/2014/main" id="{051B193A-BCF4-3E49-9934-81C4B74B1F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5" name="Freeform 1119">
                <a:extLst>
                  <a:ext uri="{FF2B5EF4-FFF2-40B4-BE49-F238E27FC236}">
                    <a16:creationId xmlns:a16="http://schemas.microsoft.com/office/drawing/2014/main" id="{818E62C1-0069-EA49-9CF8-45B2D1232F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46" name="Freeform 1120">
                <a:extLst>
                  <a:ext uri="{FF2B5EF4-FFF2-40B4-BE49-F238E27FC236}">
                    <a16:creationId xmlns:a16="http://schemas.microsoft.com/office/drawing/2014/main" id="{84CA5961-4DB4-0D43-B026-C4E984CBE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47" name="Freeform 1121">
                <a:extLst>
                  <a:ext uri="{FF2B5EF4-FFF2-40B4-BE49-F238E27FC236}">
                    <a16:creationId xmlns:a16="http://schemas.microsoft.com/office/drawing/2014/main" id="{E5A969C6-2875-2548-A4E6-D224F70A9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48" name="Freeform 1122">
                <a:extLst>
                  <a:ext uri="{FF2B5EF4-FFF2-40B4-BE49-F238E27FC236}">
                    <a16:creationId xmlns:a16="http://schemas.microsoft.com/office/drawing/2014/main" id="{8BC05D01-8EEF-1A49-B84C-FB100CCF5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49" name="Freeform 1123">
                <a:extLst>
                  <a:ext uri="{FF2B5EF4-FFF2-40B4-BE49-F238E27FC236}">
                    <a16:creationId xmlns:a16="http://schemas.microsoft.com/office/drawing/2014/main" id="{C6EECD85-C1CC-2844-A1D5-17790C2760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50" name="Freeform 1124">
                <a:extLst>
                  <a:ext uri="{FF2B5EF4-FFF2-40B4-BE49-F238E27FC236}">
                    <a16:creationId xmlns:a16="http://schemas.microsoft.com/office/drawing/2014/main" id="{F6382FF0-3401-074E-B47F-7092DF234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251" name="Group 1125">
                <a:extLst>
                  <a:ext uri="{FF2B5EF4-FFF2-40B4-BE49-F238E27FC236}">
                    <a16:creationId xmlns:a16="http://schemas.microsoft.com/office/drawing/2014/main" id="{E6D4326D-E697-EA48-8350-1119349360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258" name="Freeform 1126">
                  <a:extLst>
                    <a:ext uri="{FF2B5EF4-FFF2-40B4-BE49-F238E27FC236}">
                      <a16:creationId xmlns:a16="http://schemas.microsoft.com/office/drawing/2014/main" id="{CEA1DD05-B803-9149-AF2B-DB01453207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59" name="Freeform 1127">
                  <a:extLst>
                    <a:ext uri="{FF2B5EF4-FFF2-40B4-BE49-F238E27FC236}">
                      <a16:creationId xmlns:a16="http://schemas.microsoft.com/office/drawing/2014/main" id="{F8B395FE-C4ED-884D-BFD7-F2220E4560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60" name="Freeform 1128">
                  <a:extLst>
                    <a:ext uri="{FF2B5EF4-FFF2-40B4-BE49-F238E27FC236}">
                      <a16:creationId xmlns:a16="http://schemas.microsoft.com/office/drawing/2014/main" id="{9FD2580F-A3F6-F947-9B0C-25EC879AFC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61" name="Freeform 1129">
                  <a:extLst>
                    <a:ext uri="{FF2B5EF4-FFF2-40B4-BE49-F238E27FC236}">
                      <a16:creationId xmlns:a16="http://schemas.microsoft.com/office/drawing/2014/main" id="{46294FED-2DBE-0B42-9E0D-59575DF518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62" name="Freeform 1130">
                  <a:extLst>
                    <a:ext uri="{FF2B5EF4-FFF2-40B4-BE49-F238E27FC236}">
                      <a16:creationId xmlns:a16="http://schemas.microsoft.com/office/drawing/2014/main" id="{B4090839-1A64-1D44-AC50-B3691212F2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63" name="Freeform 1131">
                  <a:extLst>
                    <a:ext uri="{FF2B5EF4-FFF2-40B4-BE49-F238E27FC236}">
                      <a16:creationId xmlns:a16="http://schemas.microsoft.com/office/drawing/2014/main" id="{3075A43B-D07B-0840-9FBC-ED066A735E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252" name="Freeform 1132">
                <a:extLst>
                  <a:ext uri="{FF2B5EF4-FFF2-40B4-BE49-F238E27FC236}">
                    <a16:creationId xmlns:a16="http://schemas.microsoft.com/office/drawing/2014/main" id="{02E935B0-131B-B748-90DC-BF9EAF226B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53" name="Freeform 1133">
                <a:extLst>
                  <a:ext uri="{FF2B5EF4-FFF2-40B4-BE49-F238E27FC236}">
                    <a16:creationId xmlns:a16="http://schemas.microsoft.com/office/drawing/2014/main" id="{1E123A3E-CC3F-5C47-B1F2-2171D77F69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54" name="Freeform 1134">
                <a:extLst>
                  <a:ext uri="{FF2B5EF4-FFF2-40B4-BE49-F238E27FC236}">
                    <a16:creationId xmlns:a16="http://schemas.microsoft.com/office/drawing/2014/main" id="{AECD52AE-3551-654E-880E-D3640BE646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55" name="Freeform 1135">
                <a:extLst>
                  <a:ext uri="{FF2B5EF4-FFF2-40B4-BE49-F238E27FC236}">
                    <a16:creationId xmlns:a16="http://schemas.microsoft.com/office/drawing/2014/main" id="{512F9E97-47EA-8542-92DD-7DE8CE7E8D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56" name="Freeform 1136">
                <a:extLst>
                  <a:ext uri="{FF2B5EF4-FFF2-40B4-BE49-F238E27FC236}">
                    <a16:creationId xmlns:a16="http://schemas.microsoft.com/office/drawing/2014/main" id="{A1F34E8B-7018-7048-B4A5-23A7F6E4F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57" name="Freeform 1137">
                <a:extLst>
                  <a:ext uri="{FF2B5EF4-FFF2-40B4-BE49-F238E27FC236}">
                    <a16:creationId xmlns:a16="http://schemas.microsoft.com/office/drawing/2014/main" id="{6D462AFA-A931-3147-A9B9-EF6BBBA6F28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235" name="Group 1139">
              <a:extLst>
                <a:ext uri="{FF2B5EF4-FFF2-40B4-BE49-F238E27FC236}">
                  <a16:creationId xmlns:a16="http://schemas.microsoft.com/office/drawing/2014/main" id="{A492659A-25BB-7D42-8237-FFD058C1C230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239" name="Picture 1140" descr="desktop_computer_stylized_medium">
                <a:extLst>
                  <a:ext uri="{FF2B5EF4-FFF2-40B4-BE49-F238E27FC236}">
                    <a16:creationId xmlns:a16="http://schemas.microsoft.com/office/drawing/2014/main" id="{C3134BA7-C49F-3D41-A8CD-0BF47D5912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0" name="Freeform 1141">
                <a:extLst>
                  <a:ext uri="{FF2B5EF4-FFF2-40B4-BE49-F238E27FC236}">
                    <a16:creationId xmlns:a16="http://schemas.microsoft.com/office/drawing/2014/main" id="{0EE3BC06-EEFD-BE47-9337-BCCD121AA7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6E129665-47CD-9244-84D3-9833306DF6CF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237" name="Picture 571" descr="fridge2.png">
                <a:extLst>
                  <a:ext uri="{FF2B5EF4-FFF2-40B4-BE49-F238E27FC236}">
                    <a16:creationId xmlns:a16="http://schemas.microsoft.com/office/drawing/2014/main" id="{D6D74BC7-4624-6B47-8BE9-FC2448DEB7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8" name="Picture 1115" descr="antenna_stylized">
                <a:extLst>
                  <a:ext uri="{FF2B5EF4-FFF2-40B4-BE49-F238E27FC236}">
                    <a16:creationId xmlns:a16="http://schemas.microsoft.com/office/drawing/2014/main" id="{A2DE5E73-D910-E245-A581-C8152428D7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0A5A480A-A0E9-5B46-8B42-A17922C793B1}"/>
              </a:ext>
            </a:extLst>
          </p:cNvPr>
          <p:cNvGrpSpPr/>
          <p:nvPr/>
        </p:nvGrpSpPr>
        <p:grpSpPr>
          <a:xfrm>
            <a:off x="8354015" y="3063593"/>
            <a:ext cx="388836" cy="909182"/>
            <a:chOff x="11058573" y="3399165"/>
            <a:chExt cx="518448" cy="1212242"/>
          </a:xfrm>
        </p:grpSpPr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73C84718-FB33-ED42-88DF-0B1F15F2FD51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67012382-B12D-F844-B7EB-573597A2218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73" name="Group 272">
                <a:extLst>
                  <a:ext uri="{FF2B5EF4-FFF2-40B4-BE49-F238E27FC236}">
                    <a16:creationId xmlns:a16="http://schemas.microsoft.com/office/drawing/2014/main" id="{EA4F63F6-8062-C44D-9090-B18E02E8DAA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274" name="Picture 273" descr="server_rack.png">
                  <a:extLst>
                    <a:ext uri="{FF2B5EF4-FFF2-40B4-BE49-F238E27FC236}">
                      <a16:creationId xmlns:a16="http://schemas.microsoft.com/office/drawing/2014/main" id="{91106E9F-3C67-AA4E-9287-A9EFF36FE3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5" name="Picture 274" descr="server_rack.png">
                  <a:extLst>
                    <a:ext uri="{FF2B5EF4-FFF2-40B4-BE49-F238E27FC236}">
                      <a16:creationId xmlns:a16="http://schemas.microsoft.com/office/drawing/2014/main" id="{79A4A6A6-5E65-6F46-B7B2-90FD24375E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6" name="Picture 275" descr="server_rack.png">
                  <a:extLst>
                    <a:ext uri="{FF2B5EF4-FFF2-40B4-BE49-F238E27FC236}">
                      <a16:creationId xmlns:a16="http://schemas.microsoft.com/office/drawing/2014/main" id="{3216266F-0267-0840-841D-08502DD911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106EB7B9-587B-604A-BB84-21393767F651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2F7016C5-3456-6545-A196-AF5D73FF386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id="{CFE74420-7287-EB40-B7EE-E554F3965C89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269" name="Picture 268" descr="server_rack.png">
                  <a:extLst>
                    <a:ext uri="{FF2B5EF4-FFF2-40B4-BE49-F238E27FC236}">
                      <a16:creationId xmlns:a16="http://schemas.microsoft.com/office/drawing/2014/main" id="{6B281684-A293-474A-A2E6-3B193D839A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0" name="Picture 269" descr="server_rack.png">
                  <a:extLst>
                    <a:ext uri="{FF2B5EF4-FFF2-40B4-BE49-F238E27FC236}">
                      <a16:creationId xmlns:a16="http://schemas.microsoft.com/office/drawing/2014/main" id="{9F75EF01-9A2A-3A49-932A-4C42C71958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271" name="Picture 270" descr="server_rack.png">
                  <a:extLst>
                    <a:ext uri="{FF2B5EF4-FFF2-40B4-BE49-F238E27FC236}">
                      <a16:creationId xmlns:a16="http://schemas.microsoft.com/office/drawing/2014/main" id="{446E25FC-31EE-334C-8D4A-FE0F222A8E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77" name="Group 590">
            <a:extLst>
              <a:ext uri="{FF2B5EF4-FFF2-40B4-BE49-F238E27FC236}">
                <a16:creationId xmlns:a16="http://schemas.microsoft.com/office/drawing/2014/main" id="{E519F234-2007-384B-BC1B-5D998EFDC23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040946" y="4167350"/>
            <a:ext cx="259223" cy="240227"/>
            <a:chOff x="2839" y="3501"/>
            <a:chExt cx="755" cy="803"/>
          </a:xfrm>
        </p:grpSpPr>
        <p:pic>
          <p:nvPicPr>
            <p:cNvPr id="278" name="Picture 591" descr="desktop_computer_stylized_medium">
              <a:extLst>
                <a:ext uri="{FF2B5EF4-FFF2-40B4-BE49-F238E27FC236}">
                  <a16:creationId xmlns:a16="http://schemas.microsoft.com/office/drawing/2014/main" id="{33A2ACC8-59B8-BE41-AE95-2FCE8CBFBC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9" name="Freeform 592">
              <a:extLst>
                <a:ext uri="{FF2B5EF4-FFF2-40B4-BE49-F238E27FC236}">
                  <a16:creationId xmlns:a16="http://schemas.microsoft.com/office/drawing/2014/main" id="{D3941249-0EC2-7F4F-B6DE-853D1B0F5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280" name="Group 1064">
            <a:extLst>
              <a:ext uri="{FF2B5EF4-FFF2-40B4-BE49-F238E27FC236}">
                <a16:creationId xmlns:a16="http://schemas.microsoft.com/office/drawing/2014/main" id="{32873DDE-DE5F-FD44-B451-B2DB0A80F417}"/>
              </a:ext>
            </a:extLst>
          </p:cNvPr>
          <p:cNvGrpSpPr>
            <a:grpSpLocks/>
          </p:cNvGrpSpPr>
          <p:nvPr/>
        </p:nvGrpSpPr>
        <p:grpSpPr bwMode="auto">
          <a:xfrm>
            <a:off x="6956566" y="4881836"/>
            <a:ext cx="232640" cy="230856"/>
            <a:chOff x="877" y="1008"/>
            <a:chExt cx="2747" cy="2591"/>
          </a:xfrm>
        </p:grpSpPr>
        <p:pic>
          <p:nvPicPr>
            <p:cNvPr id="281" name="Picture 1065" descr="antenna_stylized">
              <a:extLst>
                <a:ext uri="{FF2B5EF4-FFF2-40B4-BE49-F238E27FC236}">
                  <a16:creationId xmlns:a16="http://schemas.microsoft.com/office/drawing/2014/main" id="{AE6278DC-71B3-934A-A861-85089C0871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2" name="Picture 1066" descr="laptop_keyboard">
              <a:extLst>
                <a:ext uri="{FF2B5EF4-FFF2-40B4-BE49-F238E27FC236}">
                  <a16:creationId xmlns:a16="http://schemas.microsoft.com/office/drawing/2014/main" id="{3FEF45DC-F120-5245-9ABC-6F0D0A2356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3" name="Freeform 1067">
              <a:extLst>
                <a:ext uri="{FF2B5EF4-FFF2-40B4-BE49-F238E27FC236}">
                  <a16:creationId xmlns:a16="http://schemas.microsoft.com/office/drawing/2014/main" id="{8722F022-4F8C-2D45-81ED-EFF0FDD9E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284" name="Picture 1068" descr="screen">
              <a:extLst>
                <a:ext uri="{FF2B5EF4-FFF2-40B4-BE49-F238E27FC236}">
                  <a16:creationId xmlns:a16="http://schemas.microsoft.com/office/drawing/2014/main" id="{204FC4A1-539E-5442-BEC0-E471E14FA6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5" name="Freeform 1069">
              <a:extLst>
                <a:ext uri="{FF2B5EF4-FFF2-40B4-BE49-F238E27FC236}">
                  <a16:creationId xmlns:a16="http://schemas.microsoft.com/office/drawing/2014/main" id="{A1A1347C-9D1F-BA40-834D-25F998533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86" name="Freeform 1070">
              <a:extLst>
                <a:ext uri="{FF2B5EF4-FFF2-40B4-BE49-F238E27FC236}">
                  <a16:creationId xmlns:a16="http://schemas.microsoft.com/office/drawing/2014/main" id="{5962D35F-879E-2549-AB01-3DB83293FA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87" name="Freeform 1071">
              <a:extLst>
                <a:ext uri="{FF2B5EF4-FFF2-40B4-BE49-F238E27FC236}">
                  <a16:creationId xmlns:a16="http://schemas.microsoft.com/office/drawing/2014/main" id="{22F02B8D-E551-4348-96A0-9FA3E305B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88" name="Freeform 1072">
              <a:extLst>
                <a:ext uri="{FF2B5EF4-FFF2-40B4-BE49-F238E27FC236}">
                  <a16:creationId xmlns:a16="http://schemas.microsoft.com/office/drawing/2014/main" id="{C526490C-E805-3744-973A-5CC36BB22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89" name="Freeform 1073">
              <a:extLst>
                <a:ext uri="{FF2B5EF4-FFF2-40B4-BE49-F238E27FC236}">
                  <a16:creationId xmlns:a16="http://schemas.microsoft.com/office/drawing/2014/main" id="{7A50B32F-A919-C345-8D9F-670BB4E92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90" name="Freeform 1074">
              <a:extLst>
                <a:ext uri="{FF2B5EF4-FFF2-40B4-BE49-F238E27FC236}">
                  <a16:creationId xmlns:a16="http://schemas.microsoft.com/office/drawing/2014/main" id="{0175EDC4-A636-8E46-AE82-E96C1601B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91" name="Group 1075">
              <a:extLst>
                <a:ext uri="{FF2B5EF4-FFF2-40B4-BE49-F238E27FC236}">
                  <a16:creationId xmlns:a16="http://schemas.microsoft.com/office/drawing/2014/main" id="{0DFAC9F2-BFCA-0847-8353-C8E921686F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298" name="Freeform 1076">
                <a:extLst>
                  <a:ext uri="{FF2B5EF4-FFF2-40B4-BE49-F238E27FC236}">
                    <a16:creationId xmlns:a16="http://schemas.microsoft.com/office/drawing/2014/main" id="{850E3FFA-D3FE-4A46-89D2-C6682C4DE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99" name="Freeform 1077">
                <a:extLst>
                  <a:ext uri="{FF2B5EF4-FFF2-40B4-BE49-F238E27FC236}">
                    <a16:creationId xmlns:a16="http://schemas.microsoft.com/office/drawing/2014/main" id="{802EE040-A819-9640-B947-1A1395BEF3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00" name="Freeform 1078">
                <a:extLst>
                  <a:ext uri="{FF2B5EF4-FFF2-40B4-BE49-F238E27FC236}">
                    <a16:creationId xmlns:a16="http://schemas.microsoft.com/office/drawing/2014/main" id="{2E6E4ADE-8434-D746-854F-AD5EAF7793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01" name="Freeform 1079">
                <a:extLst>
                  <a:ext uri="{FF2B5EF4-FFF2-40B4-BE49-F238E27FC236}">
                    <a16:creationId xmlns:a16="http://schemas.microsoft.com/office/drawing/2014/main" id="{C3433830-574B-834F-8066-2E9F5FD6E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02" name="Freeform 1080">
                <a:extLst>
                  <a:ext uri="{FF2B5EF4-FFF2-40B4-BE49-F238E27FC236}">
                    <a16:creationId xmlns:a16="http://schemas.microsoft.com/office/drawing/2014/main" id="{E9FF40EC-D904-F941-BD96-FDDB247AC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03" name="Freeform 1081">
                <a:extLst>
                  <a:ext uri="{FF2B5EF4-FFF2-40B4-BE49-F238E27FC236}">
                    <a16:creationId xmlns:a16="http://schemas.microsoft.com/office/drawing/2014/main" id="{D764A724-F392-9F42-AE28-024E09E62C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292" name="Freeform 1082">
              <a:extLst>
                <a:ext uri="{FF2B5EF4-FFF2-40B4-BE49-F238E27FC236}">
                  <a16:creationId xmlns:a16="http://schemas.microsoft.com/office/drawing/2014/main" id="{1D359E2D-603D-1C42-AF6A-BFF171224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93" name="Freeform 1083">
              <a:extLst>
                <a:ext uri="{FF2B5EF4-FFF2-40B4-BE49-F238E27FC236}">
                  <a16:creationId xmlns:a16="http://schemas.microsoft.com/office/drawing/2014/main" id="{A7F6435A-5F6F-D04A-9651-135556C9A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94" name="Freeform 1084">
              <a:extLst>
                <a:ext uri="{FF2B5EF4-FFF2-40B4-BE49-F238E27FC236}">
                  <a16:creationId xmlns:a16="http://schemas.microsoft.com/office/drawing/2014/main" id="{7E5560DA-5784-0949-BF64-EED5A85C8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95" name="Freeform 1085">
              <a:extLst>
                <a:ext uri="{FF2B5EF4-FFF2-40B4-BE49-F238E27FC236}">
                  <a16:creationId xmlns:a16="http://schemas.microsoft.com/office/drawing/2014/main" id="{EE37634B-CC1C-B440-AEAB-A81F991F3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96" name="Freeform 1086">
              <a:extLst>
                <a:ext uri="{FF2B5EF4-FFF2-40B4-BE49-F238E27FC236}">
                  <a16:creationId xmlns:a16="http://schemas.microsoft.com/office/drawing/2014/main" id="{06E015D5-7D47-FA43-A710-59DE4A765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97" name="Freeform 1087">
              <a:extLst>
                <a:ext uri="{FF2B5EF4-FFF2-40B4-BE49-F238E27FC236}">
                  <a16:creationId xmlns:a16="http://schemas.microsoft.com/office/drawing/2014/main" id="{92FD50DD-905B-534A-8A82-2CABB656D69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304" name="Group 590">
            <a:extLst>
              <a:ext uri="{FF2B5EF4-FFF2-40B4-BE49-F238E27FC236}">
                <a16:creationId xmlns:a16="http://schemas.microsoft.com/office/drawing/2014/main" id="{7D86CBB7-90D5-5C4A-9DB8-D6046D4D95F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170737" y="4620722"/>
            <a:ext cx="259223" cy="240227"/>
            <a:chOff x="2839" y="3501"/>
            <a:chExt cx="755" cy="803"/>
          </a:xfrm>
        </p:grpSpPr>
        <p:pic>
          <p:nvPicPr>
            <p:cNvPr id="305" name="Picture 591" descr="desktop_computer_stylized_medium">
              <a:extLst>
                <a:ext uri="{FF2B5EF4-FFF2-40B4-BE49-F238E27FC236}">
                  <a16:creationId xmlns:a16="http://schemas.microsoft.com/office/drawing/2014/main" id="{1E6AFB2E-6DD2-0F42-9FCC-C1E32A1B01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" name="Freeform 592">
              <a:extLst>
                <a:ext uri="{FF2B5EF4-FFF2-40B4-BE49-F238E27FC236}">
                  <a16:creationId xmlns:a16="http://schemas.microsoft.com/office/drawing/2014/main" id="{C502709A-9A0D-9A47-A5CE-EC46F9304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307" name="Group 590">
            <a:extLst>
              <a:ext uri="{FF2B5EF4-FFF2-40B4-BE49-F238E27FC236}">
                <a16:creationId xmlns:a16="http://schemas.microsoft.com/office/drawing/2014/main" id="{CA180629-1EE9-9045-BF20-AA161650E5B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469405" y="4636827"/>
            <a:ext cx="259223" cy="240227"/>
            <a:chOff x="2839" y="3501"/>
            <a:chExt cx="755" cy="803"/>
          </a:xfrm>
        </p:grpSpPr>
        <p:pic>
          <p:nvPicPr>
            <p:cNvPr id="308" name="Picture 591" descr="desktop_computer_stylized_medium">
              <a:extLst>
                <a:ext uri="{FF2B5EF4-FFF2-40B4-BE49-F238E27FC236}">
                  <a16:creationId xmlns:a16="http://schemas.microsoft.com/office/drawing/2014/main" id="{10FB4FF7-ED0D-4548-A925-6709E47499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9" name="Freeform 592">
              <a:extLst>
                <a:ext uri="{FF2B5EF4-FFF2-40B4-BE49-F238E27FC236}">
                  <a16:creationId xmlns:a16="http://schemas.microsoft.com/office/drawing/2014/main" id="{76E9A76B-3815-1842-8657-E47D64618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310" name="Group 1064">
            <a:extLst>
              <a:ext uri="{FF2B5EF4-FFF2-40B4-BE49-F238E27FC236}">
                <a16:creationId xmlns:a16="http://schemas.microsoft.com/office/drawing/2014/main" id="{2A1515AB-81BE-A647-B780-057B7B04F549}"/>
              </a:ext>
            </a:extLst>
          </p:cNvPr>
          <p:cNvGrpSpPr>
            <a:grpSpLocks/>
          </p:cNvGrpSpPr>
          <p:nvPr/>
        </p:nvGrpSpPr>
        <p:grpSpPr bwMode="auto">
          <a:xfrm>
            <a:off x="7206365" y="4838584"/>
            <a:ext cx="239448" cy="190034"/>
            <a:chOff x="877" y="1008"/>
            <a:chExt cx="2747" cy="2591"/>
          </a:xfrm>
        </p:grpSpPr>
        <p:pic>
          <p:nvPicPr>
            <p:cNvPr id="311" name="Picture 1065" descr="antenna_stylized">
              <a:extLst>
                <a:ext uri="{FF2B5EF4-FFF2-40B4-BE49-F238E27FC236}">
                  <a16:creationId xmlns:a16="http://schemas.microsoft.com/office/drawing/2014/main" id="{BE3CD0B6-78E6-DA4F-99EA-A5B227564A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2" name="Picture 1066" descr="laptop_keyboard">
              <a:extLst>
                <a:ext uri="{FF2B5EF4-FFF2-40B4-BE49-F238E27FC236}">
                  <a16:creationId xmlns:a16="http://schemas.microsoft.com/office/drawing/2014/main" id="{D2626BF6-46AC-604D-8A51-37EA389D2F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3" name="Freeform 1067">
              <a:extLst>
                <a:ext uri="{FF2B5EF4-FFF2-40B4-BE49-F238E27FC236}">
                  <a16:creationId xmlns:a16="http://schemas.microsoft.com/office/drawing/2014/main" id="{959EDFAC-C6A1-D14A-947E-35A00B3A9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314" name="Picture 1068" descr="screen">
              <a:extLst>
                <a:ext uri="{FF2B5EF4-FFF2-40B4-BE49-F238E27FC236}">
                  <a16:creationId xmlns:a16="http://schemas.microsoft.com/office/drawing/2014/main" id="{9D1F4A99-3250-9849-B965-F91DA62572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5" name="Freeform 1069">
              <a:extLst>
                <a:ext uri="{FF2B5EF4-FFF2-40B4-BE49-F238E27FC236}">
                  <a16:creationId xmlns:a16="http://schemas.microsoft.com/office/drawing/2014/main" id="{5C31E3EB-B3FB-0B4F-93CD-5092308DC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6" name="Freeform 1070">
              <a:extLst>
                <a:ext uri="{FF2B5EF4-FFF2-40B4-BE49-F238E27FC236}">
                  <a16:creationId xmlns:a16="http://schemas.microsoft.com/office/drawing/2014/main" id="{3AD986D8-84E7-4747-A1C9-5481DDD06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7" name="Freeform 1071">
              <a:extLst>
                <a:ext uri="{FF2B5EF4-FFF2-40B4-BE49-F238E27FC236}">
                  <a16:creationId xmlns:a16="http://schemas.microsoft.com/office/drawing/2014/main" id="{99E21446-DDC6-F947-8143-0229A8829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8" name="Freeform 1072">
              <a:extLst>
                <a:ext uri="{FF2B5EF4-FFF2-40B4-BE49-F238E27FC236}">
                  <a16:creationId xmlns:a16="http://schemas.microsoft.com/office/drawing/2014/main" id="{760E6505-2D47-0045-B608-C79782D31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19" name="Freeform 1073">
              <a:extLst>
                <a:ext uri="{FF2B5EF4-FFF2-40B4-BE49-F238E27FC236}">
                  <a16:creationId xmlns:a16="http://schemas.microsoft.com/office/drawing/2014/main" id="{1E8320ED-B12F-2641-BEF1-FFE08A709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0" name="Freeform 1074">
              <a:extLst>
                <a:ext uri="{FF2B5EF4-FFF2-40B4-BE49-F238E27FC236}">
                  <a16:creationId xmlns:a16="http://schemas.microsoft.com/office/drawing/2014/main" id="{6F216F19-7A9E-7842-8DE3-87CF67C24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321" name="Group 1075">
              <a:extLst>
                <a:ext uri="{FF2B5EF4-FFF2-40B4-BE49-F238E27FC236}">
                  <a16:creationId xmlns:a16="http://schemas.microsoft.com/office/drawing/2014/main" id="{739F03CA-20B1-E448-ACD6-1C13B4F674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28" name="Freeform 1076">
                <a:extLst>
                  <a:ext uri="{FF2B5EF4-FFF2-40B4-BE49-F238E27FC236}">
                    <a16:creationId xmlns:a16="http://schemas.microsoft.com/office/drawing/2014/main" id="{C8940D77-B4F3-1246-9EB1-62B374D1D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29" name="Freeform 1077">
                <a:extLst>
                  <a:ext uri="{FF2B5EF4-FFF2-40B4-BE49-F238E27FC236}">
                    <a16:creationId xmlns:a16="http://schemas.microsoft.com/office/drawing/2014/main" id="{50CF6234-28F9-6A4A-9C8F-25FE11F3D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30" name="Freeform 1078">
                <a:extLst>
                  <a:ext uri="{FF2B5EF4-FFF2-40B4-BE49-F238E27FC236}">
                    <a16:creationId xmlns:a16="http://schemas.microsoft.com/office/drawing/2014/main" id="{6D8485B5-FB9F-C945-BF8E-55BD01258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31" name="Freeform 1079">
                <a:extLst>
                  <a:ext uri="{FF2B5EF4-FFF2-40B4-BE49-F238E27FC236}">
                    <a16:creationId xmlns:a16="http://schemas.microsoft.com/office/drawing/2014/main" id="{499E2EF6-03A8-7649-AF1E-92C6AEEAC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32" name="Freeform 1080">
                <a:extLst>
                  <a:ext uri="{FF2B5EF4-FFF2-40B4-BE49-F238E27FC236}">
                    <a16:creationId xmlns:a16="http://schemas.microsoft.com/office/drawing/2014/main" id="{74F729D9-EF91-0447-847C-32A9E97FFA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33" name="Freeform 1081">
                <a:extLst>
                  <a:ext uri="{FF2B5EF4-FFF2-40B4-BE49-F238E27FC236}">
                    <a16:creationId xmlns:a16="http://schemas.microsoft.com/office/drawing/2014/main" id="{79448D30-757C-AD42-9BE7-746E1DDA27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322" name="Freeform 1082">
              <a:extLst>
                <a:ext uri="{FF2B5EF4-FFF2-40B4-BE49-F238E27FC236}">
                  <a16:creationId xmlns:a16="http://schemas.microsoft.com/office/drawing/2014/main" id="{ACA0EA96-8459-6D48-B384-71DC0DE9F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3" name="Freeform 1083">
              <a:extLst>
                <a:ext uri="{FF2B5EF4-FFF2-40B4-BE49-F238E27FC236}">
                  <a16:creationId xmlns:a16="http://schemas.microsoft.com/office/drawing/2014/main" id="{4AFEEFA0-1AD5-2A4E-8E91-2BA01BA88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4" name="Freeform 1084">
              <a:extLst>
                <a:ext uri="{FF2B5EF4-FFF2-40B4-BE49-F238E27FC236}">
                  <a16:creationId xmlns:a16="http://schemas.microsoft.com/office/drawing/2014/main" id="{21B8D876-55EE-014B-B6A7-135E27D26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5" name="Freeform 1085">
              <a:extLst>
                <a:ext uri="{FF2B5EF4-FFF2-40B4-BE49-F238E27FC236}">
                  <a16:creationId xmlns:a16="http://schemas.microsoft.com/office/drawing/2014/main" id="{8385F355-35A0-3348-8DF5-BC36DCEC9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6" name="Freeform 1086">
              <a:extLst>
                <a:ext uri="{FF2B5EF4-FFF2-40B4-BE49-F238E27FC236}">
                  <a16:creationId xmlns:a16="http://schemas.microsoft.com/office/drawing/2014/main" id="{DD8C8F16-B86F-DA4C-8E23-1A23CACB9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27" name="Freeform 1087">
              <a:extLst>
                <a:ext uri="{FF2B5EF4-FFF2-40B4-BE49-F238E27FC236}">
                  <a16:creationId xmlns:a16="http://schemas.microsoft.com/office/drawing/2014/main" id="{C205008C-65B4-0C4E-858E-4BE7FE6B84A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334" name="Freeform 984">
            <a:extLst>
              <a:ext uri="{FF2B5EF4-FFF2-40B4-BE49-F238E27FC236}">
                <a16:creationId xmlns:a16="http://schemas.microsoft.com/office/drawing/2014/main" id="{F683EC5C-41E4-CB46-A4DE-DA79C11DB0A3}"/>
              </a:ext>
            </a:extLst>
          </p:cNvPr>
          <p:cNvSpPr>
            <a:spLocks/>
          </p:cNvSpPr>
          <p:nvPr/>
        </p:nvSpPr>
        <p:spPr bwMode="auto">
          <a:xfrm>
            <a:off x="7670500" y="4719958"/>
            <a:ext cx="25537" cy="249693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5" name="Freeform 986">
            <a:extLst>
              <a:ext uri="{FF2B5EF4-FFF2-40B4-BE49-F238E27FC236}">
                <a16:creationId xmlns:a16="http://schemas.microsoft.com/office/drawing/2014/main" id="{5EF954DC-7E38-5E4F-A1CE-66E02590E45F}"/>
              </a:ext>
            </a:extLst>
          </p:cNvPr>
          <p:cNvSpPr>
            <a:spLocks/>
          </p:cNvSpPr>
          <p:nvPr/>
        </p:nvSpPr>
        <p:spPr bwMode="auto">
          <a:xfrm>
            <a:off x="7675283" y="4734922"/>
            <a:ext cx="15250" cy="231015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6" name="Freeform 987">
            <a:extLst>
              <a:ext uri="{FF2B5EF4-FFF2-40B4-BE49-F238E27FC236}">
                <a16:creationId xmlns:a16="http://schemas.microsoft.com/office/drawing/2014/main" id="{715C54AB-3880-BA45-928C-39C4D7CA3C4E}"/>
              </a:ext>
            </a:extLst>
          </p:cNvPr>
          <p:cNvSpPr>
            <a:spLocks/>
          </p:cNvSpPr>
          <p:nvPr/>
        </p:nvSpPr>
        <p:spPr bwMode="auto">
          <a:xfrm>
            <a:off x="7671944" y="4851795"/>
            <a:ext cx="23732" cy="20644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7" name="Rectangle 988">
            <a:extLst>
              <a:ext uri="{FF2B5EF4-FFF2-40B4-BE49-F238E27FC236}">
                <a16:creationId xmlns:a16="http://schemas.microsoft.com/office/drawing/2014/main" id="{370296DA-87E2-9341-A2CE-4380B2374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5030" y="4748029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pSp>
        <p:nvGrpSpPr>
          <p:cNvPr id="338" name="Group 989">
            <a:extLst>
              <a:ext uri="{FF2B5EF4-FFF2-40B4-BE49-F238E27FC236}">
                <a16:creationId xmlns:a16="http://schemas.microsoft.com/office/drawing/2014/main" id="{AFA2681D-B24E-9548-A42D-DBE7D03E1B65}"/>
              </a:ext>
            </a:extLst>
          </p:cNvPr>
          <p:cNvGrpSpPr>
            <a:grpSpLocks/>
          </p:cNvGrpSpPr>
          <p:nvPr/>
        </p:nvGrpSpPr>
        <p:grpSpPr bwMode="auto">
          <a:xfrm>
            <a:off x="7623667" y="4745626"/>
            <a:ext cx="52427" cy="15838"/>
            <a:chOff x="614" y="2568"/>
            <a:chExt cx="725" cy="139"/>
          </a:xfrm>
        </p:grpSpPr>
        <p:sp>
          <p:nvSpPr>
            <p:cNvPr id="339" name="AutoShape 990">
              <a:extLst>
                <a:ext uri="{FF2B5EF4-FFF2-40B4-BE49-F238E27FC236}">
                  <a16:creationId xmlns:a16="http://schemas.microsoft.com/office/drawing/2014/main" id="{8D15E716-2018-CA44-A0CF-BA1BD3C4F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0" name="AutoShape 991">
              <a:extLst>
                <a:ext uri="{FF2B5EF4-FFF2-40B4-BE49-F238E27FC236}">
                  <a16:creationId xmlns:a16="http://schemas.microsoft.com/office/drawing/2014/main" id="{45074B74-5B36-7F43-A334-2E5646580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41" name="Rectangle 992">
            <a:extLst>
              <a:ext uri="{FF2B5EF4-FFF2-40B4-BE49-F238E27FC236}">
                <a16:creationId xmlns:a16="http://schemas.microsoft.com/office/drawing/2014/main" id="{D5DC0FDD-F05E-D940-80D3-95FD6FA6E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5932" y="4784292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pSp>
        <p:nvGrpSpPr>
          <p:cNvPr id="342" name="Group 993">
            <a:extLst>
              <a:ext uri="{FF2B5EF4-FFF2-40B4-BE49-F238E27FC236}">
                <a16:creationId xmlns:a16="http://schemas.microsoft.com/office/drawing/2014/main" id="{80CA8E93-98F3-5845-A8F0-9AFCA71C58D2}"/>
              </a:ext>
            </a:extLst>
          </p:cNvPr>
          <p:cNvGrpSpPr>
            <a:grpSpLocks/>
          </p:cNvGrpSpPr>
          <p:nvPr/>
        </p:nvGrpSpPr>
        <p:grpSpPr bwMode="auto">
          <a:xfrm>
            <a:off x="7623487" y="4781234"/>
            <a:ext cx="52427" cy="14636"/>
            <a:chOff x="614" y="2568"/>
            <a:chExt cx="725" cy="139"/>
          </a:xfrm>
        </p:grpSpPr>
        <p:sp>
          <p:nvSpPr>
            <p:cNvPr id="343" name="AutoShape 994">
              <a:extLst>
                <a:ext uri="{FF2B5EF4-FFF2-40B4-BE49-F238E27FC236}">
                  <a16:creationId xmlns:a16="http://schemas.microsoft.com/office/drawing/2014/main" id="{7DD517ED-4EA6-CE4D-BABF-4E87B224F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4" name="AutoShape 995">
              <a:extLst>
                <a:ext uri="{FF2B5EF4-FFF2-40B4-BE49-F238E27FC236}">
                  <a16:creationId xmlns:a16="http://schemas.microsoft.com/office/drawing/2014/main" id="{67610340-11E9-0D44-B036-7F836809F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45" name="Rectangle 996">
            <a:extLst>
              <a:ext uri="{FF2B5EF4-FFF2-40B4-BE49-F238E27FC236}">
                <a16:creationId xmlns:a16="http://schemas.microsoft.com/office/drawing/2014/main" id="{797BEBD2-AFB2-D04F-BF4D-C98B5985E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5932" y="4820556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46" name="Rectangle 997">
            <a:extLst>
              <a:ext uri="{FF2B5EF4-FFF2-40B4-BE49-F238E27FC236}">
                <a16:creationId xmlns:a16="http://schemas.microsoft.com/office/drawing/2014/main" id="{CAEB6086-A181-E845-B0C6-0E5FA8C48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6834" y="4853433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pSp>
        <p:nvGrpSpPr>
          <p:cNvPr id="347" name="Group 998">
            <a:extLst>
              <a:ext uri="{FF2B5EF4-FFF2-40B4-BE49-F238E27FC236}">
                <a16:creationId xmlns:a16="http://schemas.microsoft.com/office/drawing/2014/main" id="{2AA46A1E-93AF-BA48-99B9-AEC064BD1FEC}"/>
              </a:ext>
            </a:extLst>
          </p:cNvPr>
          <p:cNvGrpSpPr>
            <a:grpSpLocks/>
          </p:cNvGrpSpPr>
          <p:nvPr/>
        </p:nvGrpSpPr>
        <p:grpSpPr bwMode="auto">
          <a:xfrm>
            <a:off x="7622404" y="4850375"/>
            <a:ext cx="52518" cy="16493"/>
            <a:chOff x="614" y="2568"/>
            <a:chExt cx="725" cy="139"/>
          </a:xfrm>
        </p:grpSpPr>
        <p:sp>
          <p:nvSpPr>
            <p:cNvPr id="348" name="AutoShape 999">
              <a:extLst>
                <a:ext uri="{FF2B5EF4-FFF2-40B4-BE49-F238E27FC236}">
                  <a16:creationId xmlns:a16="http://schemas.microsoft.com/office/drawing/2014/main" id="{3DDF69A6-D5A3-CE4D-9320-9AFFD3C42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9" name="AutoShape 1000">
              <a:extLst>
                <a:ext uri="{FF2B5EF4-FFF2-40B4-BE49-F238E27FC236}">
                  <a16:creationId xmlns:a16="http://schemas.microsoft.com/office/drawing/2014/main" id="{7324BD93-FB3D-8844-A86D-CAAF66EC7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50" name="Freeform 1001">
            <a:extLst>
              <a:ext uri="{FF2B5EF4-FFF2-40B4-BE49-F238E27FC236}">
                <a16:creationId xmlns:a16="http://schemas.microsoft.com/office/drawing/2014/main" id="{98435968-C1C8-374F-8AC1-5AF0F3D6EC49}"/>
              </a:ext>
            </a:extLst>
          </p:cNvPr>
          <p:cNvSpPr>
            <a:spLocks/>
          </p:cNvSpPr>
          <p:nvPr/>
        </p:nvSpPr>
        <p:spPr bwMode="auto">
          <a:xfrm>
            <a:off x="7672306" y="4820555"/>
            <a:ext cx="23732" cy="2053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351" name="Group 1002">
            <a:extLst>
              <a:ext uri="{FF2B5EF4-FFF2-40B4-BE49-F238E27FC236}">
                <a16:creationId xmlns:a16="http://schemas.microsoft.com/office/drawing/2014/main" id="{30C5E95A-609F-2641-9A30-3EFA406AB51F}"/>
              </a:ext>
            </a:extLst>
          </p:cNvPr>
          <p:cNvGrpSpPr>
            <a:grpSpLocks/>
          </p:cNvGrpSpPr>
          <p:nvPr/>
        </p:nvGrpSpPr>
        <p:grpSpPr bwMode="auto">
          <a:xfrm>
            <a:off x="7622765" y="4817607"/>
            <a:ext cx="52518" cy="15182"/>
            <a:chOff x="614" y="2568"/>
            <a:chExt cx="725" cy="139"/>
          </a:xfrm>
        </p:grpSpPr>
        <p:sp>
          <p:nvSpPr>
            <p:cNvPr id="352" name="AutoShape 1003">
              <a:extLst>
                <a:ext uri="{FF2B5EF4-FFF2-40B4-BE49-F238E27FC236}">
                  <a16:creationId xmlns:a16="http://schemas.microsoft.com/office/drawing/2014/main" id="{6C6A18B9-4731-9E4A-8433-C467629BB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3" name="AutoShape 1004">
              <a:extLst>
                <a:ext uri="{FF2B5EF4-FFF2-40B4-BE49-F238E27FC236}">
                  <a16:creationId xmlns:a16="http://schemas.microsoft.com/office/drawing/2014/main" id="{80E49604-CFF7-2249-8AC0-274FFDA8E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54" name="Rectangle 1005">
            <a:extLst>
              <a:ext uri="{FF2B5EF4-FFF2-40B4-BE49-F238E27FC236}">
                <a16:creationId xmlns:a16="http://schemas.microsoft.com/office/drawing/2014/main" id="{4574A330-D5AC-1949-8F3A-0425F1BF8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8514" y="4719520"/>
            <a:ext cx="6317" cy="249584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55" name="Freeform 1006">
            <a:extLst>
              <a:ext uri="{FF2B5EF4-FFF2-40B4-BE49-F238E27FC236}">
                <a16:creationId xmlns:a16="http://schemas.microsoft.com/office/drawing/2014/main" id="{346534D2-9C43-5D4C-97DD-9BFA3F3C1E19}"/>
              </a:ext>
            </a:extLst>
          </p:cNvPr>
          <p:cNvSpPr>
            <a:spLocks/>
          </p:cNvSpPr>
          <p:nvPr/>
        </p:nvSpPr>
        <p:spPr bwMode="auto">
          <a:xfrm>
            <a:off x="7674471" y="4782654"/>
            <a:ext cx="21386" cy="23265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6" name="Freeform 1007">
            <a:extLst>
              <a:ext uri="{FF2B5EF4-FFF2-40B4-BE49-F238E27FC236}">
                <a16:creationId xmlns:a16="http://schemas.microsoft.com/office/drawing/2014/main" id="{34FDA504-7EFB-0F47-BF0E-7541255FF63F}"/>
              </a:ext>
            </a:extLst>
          </p:cNvPr>
          <p:cNvSpPr>
            <a:spLocks/>
          </p:cNvSpPr>
          <p:nvPr/>
        </p:nvSpPr>
        <p:spPr bwMode="auto">
          <a:xfrm>
            <a:off x="7674741" y="4746937"/>
            <a:ext cx="22018" cy="26215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7" name="Oval 1008">
            <a:extLst>
              <a:ext uri="{FF2B5EF4-FFF2-40B4-BE49-F238E27FC236}">
                <a16:creationId xmlns:a16="http://schemas.microsoft.com/office/drawing/2014/main" id="{EB41E430-44F1-2040-B040-34AC4812C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2788" y="4957855"/>
            <a:ext cx="4512" cy="10376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58" name="Freeform 1009">
            <a:extLst>
              <a:ext uri="{FF2B5EF4-FFF2-40B4-BE49-F238E27FC236}">
                <a16:creationId xmlns:a16="http://schemas.microsoft.com/office/drawing/2014/main" id="{790EC54C-1F12-7145-B84C-38FCEE8E9F9C}"/>
              </a:ext>
            </a:extLst>
          </p:cNvPr>
          <p:cNvSpPr>
            <a:spLocks/>
          </p:cNvSpPr>
          <p:nvPr/>
        </p:nvSpPr>
        <p:spPr bwMode="auto">
          <a:xfrm>
            <a:off x="7673568" y="4958182"/>
            <a:ext cx="22108" cy="21845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9" name="AutoShape 1010">
            <a:extLst>
              <a:ext uri="{FF2B5EF4-FFF2-40B4-BE49-F238E27FC236}">
                <a16:creationId xmlns:a16="http://schemas.microsoft.com/office/drawing/2014/main" id="{2E145E4B-9370-3442-8CC9-84BAE4D06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8713" y="4964845"/>
            <a:ext cx="107924" cy="16384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60" name="AutoShape 1011">
            <a:extLst>
              <a:ext uri="{FF2B5EF4-FFF2-40B4-BE49-F238E27FC236}">
                <a16:creationId xmlns:a16="http://schemas.microsoft.com/office/drawing/2014/main" id="{D478C9C4-B89C-9C48-BBD7-DEABBACEA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5030" y="4969104"/>
            <a:ext cx="96193" cy="86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61" name="Oval 1012">
            <a:extLst>
              <a:ext uri="{FF2B5EF4-FFF2-40B4-BE49-F238E27FC236}">
                <a16:creationId xmlns:a16="http://schemas.microsoft.com/office/drawing/2014/main" id="{5909E442-66CF-664F-9DE0-0E9F8CA73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962" y="4932841"/>
            <a:ext cx="14348" cy="1551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62" name="Oval 1013">
            <a:extLst>
              <a:ext uri="{FF2B5EF4-FFF2-40B4-BE49-F238E27FC236}">
                <a16:creationId xmlns:a16="http://schemas.microsoft.com/office/drawing/2014/main" id="{2551EE99-1D61-D44B-8562-B0ABC0044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0205" y="4932841"/>
            <a:ext cx="14348" cy="1551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35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63" name="Oval 1014">
            <a:extLst>
              <a:ext uri="{FF2B5EF4-FFF2-40B4-BE49-F238E27FC236}">
                <a16:creationId xmlns:a16="http://schemas.microsoft.com/office/drawing/2014/main" id="{634591C9-BA12-B348-80C9-F09AFA1CE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5456" y="4932841"/>
            <a:ext cx="14348" cy="1551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364" name="Rectangle 1015">
            <a:extLst>
              <a:ext uri="{FF2B5EF4-FFF2-40B4-BE49-F238E27FC236}">
                <a16:creationId xmlns:a16="http://schemas.microsoft.com/office/drawing/2014/main" id="{0223EEF6-BCF3-3D42-9120-9B8B3E38C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2363" y="4873312"/>
            <a:ext cx="7219" cy="82904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pSp>
        <p:nvGrpSpPr>
          <p:cNvPr id="365" name="Group 590">
            <a:extLst>
              <a:ext uri="{FF2B5EF4-FFF2-40B4-BE49-F238E27FC236}">
                <a16:creationId xmlns:a16="http://schemas.microsoft.com/office/drawing/2014/main" id="{32D88EF7-FD3F-EF44-9D3E-076AA7EB1E8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85791" y="4453024"/>
            <a:ext cx="259223" cy="240227"/>
            <a:chOff x="2839" y="3501"/>
            <a:chExt cx="755" cy="803"/>
          </a:xfrm>
        </p:grpSpPr>
        <p:pic>
          <p:nvPicPr>
            <p:cNvPr id="366" name="Picture 591" descr="desktop_computer_stylized_medium">
              <a:extLst>
                <a:ext uri="{FF2B5EF4-FFF2-40B4-BE49-F238E27FC236}">
                  <a16:creationId xmlns:a16="http://schemas.microsoft.com/office/drawing/2014/main" id="{AB01A8A8-1CAA-9145-A6E4-1398D1D62E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7" name="Freeform 592">
              <a:extLst>
                <a:ext uri="{FF2B5EF4-FFF2-40B4-BE49-F238E27FC236}">
                  <a16:creationId xmlns:a16="http://schemas.microsoft.com/office/drawing/2014/main" id="{4195A758-5601-AD48-BDA5-274E79AC1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368" name="Group 652">
            <a:extLst>
              <a:ext uri="{FF2B5EF4-FFF2-40B4-BE49-F238E27FC236}">
                <a16:creationId xmlns:a16="http://schemas.microsoft.com/office/drawing/2014/main" id="{B6EF2BFA-2876-1841-873B-0FF970F0E60B}"/>
              </a:ext>
            </a:extLst>
          </p:cNvPr>
          <p:cNvGrpSpPr>
            <a:grpSpLocks/>
          </p:cNvGrpSpPr>
          <p:nvPr/>
        </p:nvGrpSpPr>
        <p:grpSpPr bwMode="auto">
          <a:xfrm>
            <a:off x="5867973" y="1887024"/>
            <a:ext cx="311944" cy="289322"/>
            <a:chOff x="2751" y="1851"/>
            <a:chExt cx="462" cy="478"/>
          </a:xfrm>
        </p:grpSpPr>
        <p:pic>
          <p:nvPicPr>
            <p:cNvPr id="369" name="Picture 653" descr="iphone_stylized_small">
              <a:extLst>
                <a:ext uri="{FF2B5EF4-FFF2-40B4-BE49-F238E27FC236}">
                  <a16:creationId xmlns:a16="http://schemas.microsoft.com/office/drawing/2014/main" id="{6A302962-1680-A04D-B69F-7F3E5F6F54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0" name="Picture 654" descr="antenna_radiation_stylized">
              <a:extLst>
                <a:ext uri="{FF2B5EF4-FFF2-40B4-BE49-F238E27FC236}">
                  <a16:creationId xmlns:a16="http://schemas.microsoft.com/office/drawing/2014/main" id="{C6EC98A7-19FC-1745-AA2F-96FA4FE454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71" name="Group 950">
            <a:extLst>
              <a:ext uri="{FF2B5EF4-FFF2-40B4-BE49-F238E27FC236}">
                <a16:creationId xmlns:a16="http://schemas.microsoft.com/office/drawing/2014/main" id="{AF76C7C1-F5D8-6342-AF5C-D3B231A09266}"/>
              </a:ext>
            </a:extLst>
          </p:cNvPr>
          <p:cNvGrpSpPr>
            <a:grpSpLocks/>
          </p:cNvGrpSpPr>
          <p:nvPr/>
        </p:nvGrpSpPr>
        <p:grpSpPr bwMode="auto">
          <a:xfrm>
            <a:off x="7745798" y="4447693"/>
            <a:ext cx="132894" cy="248125"/>
            <a:chOff x="4140" y="429"/>
            <a:chExt cx="1425" cy="2396"/>
          </a:xfrm>
        </p:grpSpPr>
        <p:sp>
          <p:nvSpPr>
            <p:cNvPr id="372" name="Freeform 951">
              <a:extLst>
                <a:ext uri="{FF2B5EF4-FFF2-40B4-BE49-F238E27FC236}">
                  <a16:creationId xmlns:a16="http://schemas.microsoft.com/office/drawing/2014/main" id="{D2849A7E-B1C5-C74A-A8D9-BC8D0920F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3" name="Rectangle 952">
              <a:extLst>
                <a:ext uri="{FF2B5EF4-FFF2-40B4-BE49-F238E27FC236}">
                  <a16:creationId xmlns:a16="http://schemas.microsoft.com/office/drawing/2014/main" id="{E9E5770D-8A9F-FB46-89A2-04825C393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4" name="Freeform 953">
              <a:extLst>
                <a:ext uri="{FF2B5EF4-FFF2-40B4-BE49-F238E27FC236}">
                  <a16:creationId xmlns:a16="http://schemas.microsoft.com/office/drawing/2014/main" id="{0E239736-0728-284A-B0B4-C1B7FA11A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5" name="Freeform 954">
              <a:extLst>
                <a:ext uri="{FF2B5EF4-FFF2-40B4-BE49-F238E27FC236}">
                  <a16:creationId xmlns:a16="http://schemas.microsoft.com/office/drawing/2014/main" id="{F114EC93-A19B-1543-9627-1A8C3FD96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76" name="Rectangle 955">
              <a:extLst>
                <a:ext uri="{FF2B5EF4-FFF2-40B4-BE49-F238E27FC236}">
                  <a16:creationId xmlns:a16="http://schemas.microsoft.com/office/drawing/2014/main" id="{CED0094B-8557-0541-B7EE-8FA350D78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77" name="Group 956">
              <a:extLst>
                <a:ext uri="{FF2B5EF4-FFF2-40B4-BE49-F238E27FC236}">
                  <a16:creationId xmlns:a16="http://schemas.microsoft.com/office/drawing/2014/main" id="{A1465FD4-1D70-5641-803C-0950E2AF32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02" name="AutoShape 957">
                <a:extLst>
                  <a:ext uri="{FF2B5EF4-FFF2-40B4-BE49-F238E27FC236}">
                    <a16:creationId xmlns:a16="http://schemas.microsoft.com/office/drawing/2014/main" id="{FF024338-1F9F-E64C-BA98-C28690618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3" name="AutoShape 958">
                <a:extLst>
                  <a:ext uri="{FF2B5EF4-FFF2-40B4-BE49-F238E27FC236}">
                    <a16:creationId xmlns:a16="http://schemas.microsoft.com/office/drawing/2014/main" id="{A90F11D2-082B-0748-982F-1A09061DD1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78" name="Rectangle 959">
              <a:extLst>
                <a:ext uri="{FF2B5EF4-FFF2-40B4-BE49-F238E27FC236}">
                  <a16:creationId xmlns:a16="http://schemas.microsoft.com/office/drawing/2014/main" id="{B9B5D7EF-E5F6-CF40-AF5E-871CC6872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79" name="Group 960">
              <a:extLst>
                <a:ext uri="{FF2B5EF4-FFF2-40B4-BE49-F238E27FC236}">
                  <a16:creationId xmlns:a16="http://schemas.microsoft.com/office/drawing/2014/main" id="{893C9D91-E30F-254B-8709-D7B10987E0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00" name="AutoShape 961">
                <a:extLst>
                  <a:ext uri="{FF2B5EF4-FFF2-40B4-BE49-F238E27FC236}">
                    <a16:creationId xmlns:a16="http://schemas.microsoft.com/office/drawing/2014/main" id="{FD337E36-AAFD-7948-A91E-B5AA5B523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01" name="AutoShape 962">
                <a:extLst>
                  <a:ext uri="{FF2B5EF4-FFF2-40B4-BE49-F238E27FC236}">
                    <a16:creationId xmlns:a16="http://schemas.microsoft.com/office/drawing/2014/main" id="{B25EBDF7-1063-CD45-8C78-3C80EEE90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80" name="Rectangle 963">
              <a:extLst>
                <a:ext uri="{FF2B5EF4-FFF2-40B4-BE49-F238E27FC236}">
                  <a16:creationId xmlns:a16="http://schemas.microsoft.com/office/drawing/2014/main" id="{47917FD8-A5F3-2344-A7FA-192C29C6B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1" name="Rectangle 964">
              <a:extLst>
                <a:ext uri="{FF2B5EF4-FFF2-40B4-BE49-F238E27FC236}">
                  <a16:creationId xmlns:a16="http://schemas.microsoft.com/office/drawing/2014/main" id="{1E21C3D1-A0E4-B84F-9506-1421B02DF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382" name="Group 965">
              <a:extLst>
                <a:ext uri="{FF2B5EF4-FFF2-40B4-BE49-F238E27FC236}">
                  <a16:creationId xmlns:a16="http://schemas.microsoft.com/office/drawing/2014/main" id="{45BB4E0B-44B3-BC42-80F8-C383301207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98" name="AutoShape 966">
                <a:extLst>
                  <a:ext uri="{FF2B5EF4-FFF2-40B4-BE49-F238E27FC236}">
                    <a16:creationId xmlns:a16="http://schemas.microsoft.com/office/drawing/2014/main" id="{5089C825-4B65-8144-9807-140695E57B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99" name="AutoShape 967">
                <a:extLst>
                  <a:ext uri="{FF2B5EF4-FFF2-40B4-BE49-F238E27FC236}">
                    <a16:creationId xmlns:a16="http://schemas.microsoft.com/office/drawing/2014/main" id="{AC316D23-4BD4-7146-805E-E8DEB4709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83" name="Freeform 968">
              <a:extLst>
                <a:ext uri="{FF2B5EF4-FFF2-40B4-BE49-F238E27FC236}">
                  <a16:creationId xmlns:a16="http://schemas.microsoft.com/office/drawing/2014/main" id="{D86D7270-8ED3-124A-9E2E-6DF83A549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384" name="Group 969">
              <a:extLst>
                <a:ext uri="{FF2B5EF4-FFF2-40B4-BE49-F238E27FC236}">
                  <a16:creationId xmlns:a16="http://schemas.microsoft.com/office/drawing/2014/main" id="{8DE36044-7959-034A-9850-824255D10C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96" name="AutoShape 970">
                <a:extLst>
                  <a:ext uri="{FF2B5EF4-FFF2-40B4-BE49-F238E27FC236}">
                    <a16:creationId xmlns:a16="http://schemas.microsoft.com/office/drawing/2014/main" id="{AD7D10B9-3D29-B44E-A276-AD50E81D8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97" name="AutoShape 971">
                <a:extLst>
                  <a:ext uri="{FF2B5EF4-FFF2-40B4-BE49-F238E27FC236}">
                    <a16:creationId xmlns:a16="http://schemas.microsoft.com/office/drawing/2014/main" id="{3C43EED5-9617-A141-92DA-588F104A05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85" name="Rectangle 972">
              <a:extLst>
                <a:ext uri="{FF2B5EF4-FFF2-40B4-BE49-F238E27FC236}">
                  <a16:creationId xmlns:a16="http://schemas.microsoft.com/office/drawing/2014/main" id="{309122D6-CDEC-0E4D-AB02-8AD2F05A9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6" name="Freeform 973">
              <a:extLst>
                <a:ext uri="{FF2B5EF4-FFF2-40B4-BE49-F238E27FC236}">
                  <a16:creationId xmlns:a16="http://schemas.microsoft.com/office/drawing/2014/main" id="{C2C6FB9B-166E-D144-B468-0B6400C35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87" name="Freeform 974">
              <a:extLst>
                <a:ext uri="{FF2B5EF4-FFF2-40B4-BE49-F238E27FC236}">
                  <a16:creationId xmlns:a16="http://schemas.microsoft.com/office/drawing/2014/main" id="{E6ADF4F4-EA44-994E-A1C4-A0E36E60F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88" name="Oval 975">
              <a:extLst>
                <a:ext uri="{FF2B5EF4-FFF2-40B4-BE49-F238E27FC236}">
                  <a16:creationId xmlns:a16="http://schemas.microsoft.com/office/drawing/2014/main" id="{45BEFB37-FDA8-CE4F-9BFB-E1AE0A560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" name="Freeform 976">
              <a:extLst>
                <a:ext uri="{FF2B5EF4-FFF2-40B4-BE49-F238E27FC236}">
                  <a16:creationId xmlns:a16="http://schemas.microsoft.com/office/drawing/2014/main" id="{CB3E8C11-D7E3-CA45-9585-2A7AB3F3CF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390" name="AutoShape 977">
              <a:extLst>
                <a:ext uri="{FF2B5EF4-FFF2-40B4-BE49-F238E27FC236}">
                  <a16:creationId xmlns:a16="http://schemas.microsoft.com/office/drawing/2014/main" id="{797F44FB-9139-1D49-A39A-ADF0AB18A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1" name="AutoShape 978">
              <a:extLst>
                <a:ext uri="{FF2B5EF4-FFF2-40B4-BE49-F238E27FC236}">
                  <a16:creationId xmlns:a16="http://schemas.microsoft.com/office/drawing/2014/main" id="{F3116DDE-2491-5745-AA50-791A2002A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2" name="Oval 979">
              <a:extLst>
                <a:ext uri="{FF2B5EF4-FFF2-40B4-BE49-F238E27FC236}">
                  <a16:creationId xmlns:a16="http://schemas.microsoft.com/office/drawing/2014/main" id="{0454944D-214D-D448-990A-CB6489F78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3" name="Oval 980">
              <a:extLst>
                <a:ext uri="{FF2B5EF4-FFF2-40B4-BE49-F238E27FC236}">
                  <a16:creationId xmlns:a16="http://schemas.microsoft.com/office/drawing/2014/main" id="{FDB30FB1-054A-DB49-80D6-453367505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35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4" name="Oval 981">
              <a:extLst>
                <a:ext uri="{FF2B5EF4-FFF2-40B4-BE49-F238E27FC236}">
                  <a16:creationId xmlns:a16="http://schemas.microsoft.com/office/drawing/2014/main" id="{F1F894FB-3695-DD44-88EE-B9E401CCD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5" name="Rectangle 982">
              <a:extLst>
                <a:ext uri="{FF2B5EF4-FFF2-40B4-BE49-F238E27FC236}">
                  <a16:creationId xmlns:a16="http://schemas.microsoft.com/office/drawing/2014/main" id="{9146A0DC-0193-EE48-95A6-53E4DA1B4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B69016E6-742F-A54C-99B3-53020F7590C2}"/>
              </a:ext>
            </a:extLst>
          </p:cNvPr>
          <p:cNvGrpSpPr/>
          <p:nvPr/>
        </p:nvGrpSpPr>
        <p:grpSpPr>
          <a:xfrm>
            <a:off x="4923398" y="2506949"/>
            <a:ext cx="839425" cy="717591"/>
            <a:chOff x="6490788" y="2686293"/>
            <a:chExt cx="1119233" cy="956788"/>
          </a:xfrm>
        </p:grpSpPr>
        <p:sp>
          <p:nvSpPr>
            <p:cNvPr id="405" name="Freeform 917">
              <a:extLst>
                <a:ext uri="{FF2B5EF4-FFF2-40B4-BE49-F238E27FC236}">
                  <a16:creationId xmlns:a16="http://schemas.microsoft.com/office/drawing/2014/main" id="{43226370-9D78-EC4D-8916-75551D68220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7291095" y="2700162"/>
              <a:ext cx="318926" cy="942919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  <a:gd name="connsiteX0" fmla="*/ 0 w 10140"/>
                <a:gd name="connsiteY0" fmla="*/ 9728 h 9728"/>
                <a:gd name="connsiteX1" fmla="*/ 10140 w 10140"/>
                <a:gd name="connsiteY1" fmla="*/ 0 h 9728"/>
                <a:gd name="connsiteX2" fmla="*/ 10140 w 10140"/>
                <a:gd name="connsiteY2" fmla="*/ 8670 h 9728"/>
                <a:gd name="connsiteX3" fmla="*/ 0 w 10140"/>
                <a:gd name="connsiteY3" fmla="*/ 9728 h 9728"/>
                <a:gd name="connsiteX0" fmla="*/ 319 w 10319"/>
                <a:gd name="connsiteY0" fmla="*/ 10000 h 10000"/>
                <a:gd name="connsiteX1" fmla="*/ 0 w 10319"/>
                <a:gd name="connsiteY1" fmla="*/ 9878 h 10000"/>
                <a:gd name="connsiteX2" fmla="*/ 10319 w 10319"/>
                <a:gd name="connsiteY2" fmla="*/ 0 h 10000"/>
                <a:gd name="connsiteX3" fmla="*/ 10319 w 10319"/>
                <a:gd name="connsiteY3" fmla="*/ 8912 h 10000"/>
                <a:gd name="connsiteX4" fmla="*/ 319 w 10319"/>
                <a:gd name="connsiteY4" fmla="*/ 10000 h 10000"/>
                <a:gd name="connsiteX0" fmla="*/ 2669 w 10319"/>
                <a:gd name="connsiteY0" fmla="*/ 10279 h 10279"/>
                <a:gd name="connsiteX1" fmla="*/ 0 w 10319"/>
                <a:gd name="connsiteY1" fmla="*/ 9878 h 10279"/>
                <a:gd name="connsiteX2" fmla="*/ 10319 w 10319"/>
                <a:gd name="connsiteY2" fmla="*/ 0 h 10279"/>
                <a:gd name="connsiteX3" fmla="*/ 10319 w 10319"/>
                <a:gd name="connsiteY3" fmla="*/ 8912 h 10279"/>
                <a:gd name="connsiteX4" fmla="*/ 2669 w 10319"/>
                <a:gd name="connsiteY4" fmla="*/ 10279 h 10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19" h="10279">
                  <a:moveTo>
                    <a:pt x="2669" y="10279"/>
                  </a:moveTo>
                  <a:lnTo>
                    <a:pt x="0" y="9878"/>
                  </a:lnTo>
                  <a:lnTo>
                    <a:pt x="10319" y="0"/>
                  </a:lnTo>
                  <a:lnTo>
                    <a:pt x="10319" y="8912"/>
                  </a:lnTo>
                  <a:lnTo>
                    <a:pt x="2669" y="10279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406" name="Group 405">
              <a:extLst>
                <a:ext uri="{FF2B5EF4-FFF2-40B4-BE49-F238E27FC236}">
                  <a16:creationId xmlns:a16="http://schemas.microsoft.com/office/drawing/2014/main" id="{7B460BEF-113A-4D46-B357-32873038726E}"/>
                </a:ext>
              </a:extLst>
            </p:cNvPr>
            <p:cNvGrpSpPr/>
            <p:nvPr/>
          </p:nvGrpSpPr>
          <p:grpSpPr>
            <a:xfrm>
              <a:off x="6490788" y="2686293"/>
              <a:ext cx="938023" cy="892552"/>
              <a:chOff x="6490788" y="2686293"/>
              <a:chExt cx="938023" cy="892552"/>
            </a:xfrm>
          </p:grpSpPr>
          <p:sp>
            <p:nvSpPr>
              <p:cNvPr id="407" name="Rectangle 228">
                <a:extLst>
                  <a:ext uri="{FF2B5EF4-FFF2-40B4-BE49-F238E27FC236}">
                    <a16:creationId xmlns:a16="http://schemas.microsoft.com/office/drawing/2014/main" id="{0A035909-0149-B547-AC2C-2ECC9624B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08" name="Rectangle 229">
                <a:extLst>
                  <a:ext uri="{FF2B5EF4-FFF2-40B4-BE49-F238E27FC236}">
                    <a16:creationId xmlns:a16="http://schemas.microsoft.com/office/drawing/2014/main" id="{3AF07C6D-868F-CD40-8D55-7309E9251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09" name="Text Box 230">
                <a:extLst>
                  <a:ext uri="{FF2B5EF4-FFF2-40B4-BE49-F238E27FC236}">
                    <a16:creationId xmlns:a16="http://schemas.microsoft.com/office/drawing/2014/main" id="{FA2F1176-968A-5547-B506-B60EA8269B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90788" y="2686293"/>
                <a:ext cx="938023" cy="8925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spcBef>
                    <a:spcPct val="0"/>
                  </a:spcBef>
                  <a:defRPr/>
                </a:pPr>
                <a:r>
                  <a:rPr lang="en-US" altLang="en-US" sz="750" dirty="0">
                    <a:solidFill>
                      <a:prstClr val="black"/>
                    </a:solidFill>
                    <a:latin typeface="Calibri" panose="020F0502020204030204"/>
                  </a:rPr>
                  <a:t>application</a:t>
                </a:r>
              </a:p>
              <a:p>
                <a:pPr algn="ctr" defTabSz="685800">
                  <a:spcBef>
                    <a:spcPct val="0"/>
                  </a:spcBef>
                  <a:defRPr/>
                </a:pPr>
                <a:r>
                  <a:rPr lang="en-US" altLang="en-US" sz="750" dirty="0">
                    <a:solidFill>
                      <a:prstClr val="black"/>
                    </a:solidFill>
                    <a:latin typeface="Calibri" panose="020F0502020204030204"/>
                  </a:rPr>
                  <a:t>transport</a:t>
                </a:r>
              </a:p>
              <a:p>
                <a:pPr algn="ctr" defTabSz="685800">
                  <a:spcBef>
                    <a:spcPct val="0"/>
                  </a:spcBef>
                  <a:defRPr/>
                </a:pPr>
                <a:r>
                  <a:rPr lang="en-US" altLang="en-US" sz="750" dirty="0">
                    <a:solidFill>
                      <a:prstClr val="white"/>
                    </a:solidFill>
                    <a:latin typeface="Calibri" panose="020F0502020204030204"/>
                  </a:rPr>
                  <a:t>network</a:t>
                </a:r>
              </a:p>
              <a:p>
                <a:pPr algn="ctr" defTabSz="685800">
                  <a:spcBef>
                    <a:spcPct val="0"/>
                  </a:spcBef>
                  <a:defRPr/>
                </a:pPr>
                <a:r>
                  <a:rPr lang="en-US" altLang="en-US" sz="750" dirty="0">
                    <a:solidFill>
                      <a:prstClr val="black"/>
                    </a:solidFill>
                    <a:latin typeface="Calibri" panose="020F0502020204030204"/>
                  </a:rPr>
                  <a:t>link</a:t>
                </a:r>
              </a:p>
              <a:p>
                <a:pPr algn="ctr" defTabSz="685800">
                  <a:spcBef>
                    <a:spcPct val="0"/>
                  </a:spcBef>
                  <a:defRPr/>
                </a:pPr>
                <a:r>
                  <a:rPr lang="en-US" altLang="en-US" sz="750" dirty="0">
                    <a:solidFill>
                      <a:prstClr val="black"/>
                    </a:solidFill>
                    <a:latin typeface="Calibri" panose="020F0502020204030204"/>
                  </a:rPr>
                  <a:t>physical</a:t>
                </a:r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410" name="Straight Connector 409">
                <a:extLst>
                  <a:ext uri="{FF2B5EF4-FFF2-40B4-BE49-F238E27FC236}">
                    <a16:creationId xmlns:a16="http://schemas.microsoft.com/office/drawing/2014/main" id="{3835E510-94A6-CB4A-8E83-683BD197AE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289132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Straight Connector 410">
                <a:extLst>
                  <a:ext uri="{FF2B5EF4-FFF2-40B4-BE49-F238E27FC236}">
                    <a16:creationId xmlns:a16="http://schemas.microsoft.com/office/drawing/2014/main" id="{825ED142-2B9E-A549-972C-96BCC6721F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04054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" name="Straight Connector 411">
                <a:extLst>
                  <a:ext uri="{FF2B5EF4-FFF2-40B4-BE49-F238E27FC236}">
                    <a16:creationId xmlns:a16="http://schemas.microsoft.com/office/drawing/2014/main" id="{9C667C7E-38FB-6240-9A45-08553E60B3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18977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" name="Straight Connector 412">
                <a:extLst>
                  <a:ext uri="{FF2B5EF4-FFF2-40B4-BE49-F238E27FC236}">
                    <a16:creationId xmlns:a16="http://schemas.microsoft.com/office/drawing/2014/main" id="{B377B3B6-C07B-2C45-B4CE-756D355F10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33899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6BCDFE43-082B-374D-BFAC-C14D91216ED1}"/>
              </a:ext>
            </a:extLst>
          </p:cNvPr>
          <p:cNvGrpSpPr/>
          <p:nvPr/>
        </p:nvGrpSpPr>
        <p:grpSpPr>
          <a:xfrm>
            <a:off x="7706808" y="4510635"/>
            <a:ext cx="777451" cy="669414"/>
            <a:chOff x="10202006" y="5357871"/>
            <a:chExt cx="1036602" cy="892551"/>
          </a:xfrm>
        </p:grpSpPr>
        <p:sp>
          <p:nvSpPr>
            <p:cNvPr id="415" name="Freeform 917">
              <a:extLst>
                <a:ext uri="{FF2B5EF4-FFF2-40B4-BE49-F238E27FC236}">
                  <a16:creationId xmlns:a16="http://schemas.microsoft.com/office/drawing/2014/main" id="{520596A5-5B2A-9945-9D32-0D830B088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2006" y="5397682"/>
              <a:ext cx="281273" cy="773122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  <a:gd name="connsiteX0" fmla="*/ 0 w 10140"/>
                <a:gd name="connsiteY0" fmla="*/ 9728 h 9728"/>
                <a:gd name="connsiteX1" fmla="*/ 10140 w 10140"/>
                <a:gd name="connsiteY1" fmla="*/ 0 h 9728"/>
                <a:gd name="connsiteX2" fmla="*/ 10140 w 10140"/>
                <a:gd name="connsiteY2" fmla="*/ 8670 h 9728"/>
                <a:gd name="connsiteX3" fmla="*/ 0 w 10140"/>
                <a:gd name="connsiteY3" fmla="*/ 9728 h 9728"/>
                <a:gd name="connsiteX0" fmla="*/ 319 w 10319"/>
                <a:gd name="connsiteY0" fmla="*/ 10000 h 10000"/>
                <a:gd name="connsiteX1" fmla="*/ 0 w 10319"/>
                <a:gd name="connsiteY1" fmla="*/ 9878 h 10000"/>
                <a:gd name="connsiteX2" fmla="*/ 10319 w 10319"/>
                <a:gd name="connsiteY2" fmla="*/ 0 h 10000"/>
                <a:gd name="connsiteX3" fmla="*/ 10319 w 10319"/>
                <a:gd name="connsiteY3" fmla="*/ 8912 h 10000"/>
                <a:gd name="connsiteX4" fmla="*/ 319 w 10319"/>
                <a:gd name="connsiteY4" fmla="*/ 10000 h 10000"/>
                <a:gd name="connsiteX0" fmla="*/ 2669 w 10319"/>
                <a:gd name="connsiteY0" fmla="*/ 10279 h 10279"/>
                <a:gd name="connsiteX1" fmla="*/ 0 w 10319"/>
                <a:gd name="connsiteY1" fmla="*/ 9878 h 10279"/>
                <a:gd name="connsiteX2" fmla="*/ 10319 w 10319"/>
                <a:gd name="connsiteY2" fmla="*/ 0 h 10279"/>
                <a:gd name="connsiteX3" fmla="*/ 10319 w 10319"/>
                <a:gd name="connsiteY3" fmla="*/ 8912 h 10279"/>
                <a:gd name="connsiteX4" fmla="*/ 2669 w 10319"/>
                <a:gd name="connsiteY4" fmla="*/ 10279 h 10279"/>
                <a:gd name="connsiteX0" fmla="*/ 2669 w 10319"/>
                <a:gd name="connsiteY0" fmla="*/ 10279 h 11889"/>
                <a:gd name="connsiteX1" fmla="*/ 0 w 10319"/>
                <a:gd name="connsiteY1" fmla="*/ 9878 h 11889"/>
                <a:gd name="connsiteX2" fmla="*/ 10319 w 10319"/>
                <a:gd name="connsiteY2" fmla="*/ 0 h 11889"/>
                <a:gd name="connsiteX3" fmla="*/ 10011 w 10319"/>
                <a:gd name="connsiteY3" fmla="*/ 11889 h 11889"/>
                <a:gd name="connsiteX4" fmla="*/ 2669 w 10319"/>
                <a:gd name="connsiteY4" fmla="*/ 10279 h 11889"/>
                <a:gd name="connsiteX0" fmla="*/ 2669 w 10024"/>
                <a:gd name="connsiteY0" fmla="*/ 6818 h 8428"/>
                <a:gd name="connsiteX1" fmla="*/ 0 w 10024"/>
                <a:gd name="connsiteY1" fmla="*/ 6417 h 8428"/>
                <a:gd name="connsiteX2" fmla="*/ 9703 w 10024"/>
                <a:gd name="connsiteY2" fmla="*/ 0 h 8428"/>
                <a:gd name="connsiteX3" fmla="*/ 10011 w 10024"/>
                <a:gd name="connsiteY3" fmla="*/ 8428 h 8428"/>
                <a:gd name="connsiteX4" fmla="*/ 2669 w 10024"/>
                <a:gd name="connsiteY4" fmla="*/ 6818 h 8428"/>
                <a:gd name="connsiteX0" fmla="*/ 1741 w 9078"/>
                <a:gd name="connsiteY0" fmla="*/ 8090 h 10000"/>
                <a:gd name="connsiteX1" fmla="*/ 0 w 9078"/>
                <a:gd name="connsiteY1" fmla="*/ 6834 h 10000"/>
                <a:gd name="connsiteX2" fmla="*/ 8758 w 9078"/>
                <a:gd name="connsiteY2" fmla="*/ 0 h 10000"/>
                <a:gd name="connsiteX3" fmla="*/ 9065 w 9078"/>
                <a:gd name="connsiteY3" fmla="*/ 10000 h 10000"/>
                <a:gd name="connsiteX4" fmla="*/ 1741 w 9078"/>
                <a:gd name="connsiteY4" fmla="*/ 8090 h 10000"/>
                <a:gd name="connsiteX0" fmla="*/ 112 w 10001"/>
                <a:gd name="connsiteY0" fmla="*/ 7638 h 10000"/>
                <a:gd name="connsiteX1" fmla="*/ 0 w 10001"/>
                <a:gd name="connsiteY1" fmla="*/ 6834 h 10000"/>
                <a:gd name="connsiteX2" fmla="*/ 9647 w 10001"/>
                <a:gd name="connsiteY2" fmla="*/ 0 h 10000"/>
                <a:gd name="connsiteX3" fmla="*/ 9986 w 10001"/>
                <a:gd name="connsiteY3" fmla="*/ 10000 h 10000"/>
                <a:gd name="connsiteX4" fmla="*/ 112 w 10001"/>
                <a:gd name="connsiteY4" fmla="*/ 7638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1" h="10000">
                  <a:moveTo>
                    <a:pt x="112" y="7638"/>
                  </a:moveTo>
                  <a:cubicBezTo>
                    <a:pt x="75" y="7370"/>
                    <a:pt x="37" y="7102"/>
                    <a:pt x="0" y="6834"/>
                  </a:cubicBezTo>
                  <a:lnTo>
                    <a:pt x="9647" y="0"/>
                  </a:lnTo>
                  <a:cubicBezTo>
                    <a:pt x="9534" y="4702"/>
                    <a:pt x="10099" y="5298"/>
                    <a:pt x="9986" y="10000"/>
                  </a:cubicBezTo>
                  <a:lnTo>
                    <a:pt x="112" y="7638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99000">
                  <a:schemeClr val="bg1">
                    <a:lumMod val="75000"/>
                  </a:scheme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416" name="Group 415">
              <a:extLst>
                <a:ext uri="{FF2B5EF4-FFF2-40B4-BE49-F238E27FC236}">
                  <a16:creationId xmlns:a16="http://schemas.microsoft.com/office/drawing/2014/main" id="{061433BA-6DAB-D442-9512-DE9662690BAE}"/>
                </a:ext>
              </a:extLst>
            </p:cNvPr>
            <p:cNvGrpSpPr/>
            <p:nvPr/>
          </p:nvGrpSpPr>
          <p:grpSpPr>
            <a:xfrm>
              <a:off x="10333805" y="5357871"/>
              <a:ext cx="904803" cy="892551"/>
              <a:chOff x="6497300" y="2686293"/>
              <a:chExt cx="904803" cy="892551"/>
            </a:xfrm>
          </p:grpSpPr>
          <p:sp>
            <p:nvSpPr>
              <p:cNvPr id="417" name="Rectangle 228">
                <a:extLst>
                  <a:ext uri="{FF2B5EF4-FFF2-40B4-BE49-F238E27FC236}">
                    <a16:creationId xmlns:a16="http://schemas.microsoft.com/office/drawing/2014/main" id="{CC1942E1-72C1-CA44-8BFE-0BA6171C09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18" name="Rectangle 229">
                <a:extLst>
                  <a:ext uri="{FF2B5EF4-FFF2-40B4-BE49-F238E27FC236}">
                    <a16:creationId xmlns:a16="http://schemas.microsoft.com/office/drawing/2014/main" id="{D6CBE469-BC9E-004E-BD94-9396D7CF2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18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19" name="Text Box 230">
                <a:extLst>
                  <a:ext uri="{FF2B5EF4-FFF2-40B4-BE49-F238E27FC236}">
                    <a16:creationId xmlns:a16="http://schemas.microsoft.com/office/drawing/2014/main" id="{E7797668-DDE1-8741-B012-FB3FB645C1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97300" y="2686293"/>
                <a:ext cx="904803" cy="8925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>
                  <a:spcBef>
                    <a:spcPct val="0"/>
                  </a:spcBef>
                  <a:defRPr/>
                </a:pPr>
                <a:r>
                  <a:rPr lang="en-US" altLang="en-US" sz="750" dirty="0">
                    <a:solidFill>
                      <a:prstClr val="black"/>
                    </a:solidFill>
                    <a:latin typeface="Calibri" panose="020F0502020204030204"/>
                  </a:rPr>
                  <a:t>application</a:t>
                </a:r>
              </a:p>
              <a:p>
                <a:pPr algn="ctr" defTabSz="685800">
                  <a:spcBef>
                    <a:spcPct val="0"/>
                  </a:spcBef>
                  <a:defRPr/>
                </a:pPr>
                <a:r>
                  <a:rPr lang="en-US" altLang="en-US" sz="750" dirty="0">
                    <a:solidFill>
                      <a:prstClr val="black"/>
                    </a:solidFill>
                    <a:latin typeface="Calibri" panose="020F0502020204030204"/>
                  </a:rPr>
                  <a:t>transport</a:t>
                </a:r>
              </a:p>
              <a:p>
                <a:pPr algn="ctr" defTabSz="685800">
                  <a:spcBef>
                    <a:spcPct val="0"/>
                  </a:spcBef>
                  <a:defRPr/>
                </a:pPr>
                <a:r>
                  <a:rPr lang="en-US" altLang="en-US" sz="750" dirty="0">
                    <a:solidFill>
                      <a:prstClr val="white"/>
                    </a:solidFill>
                    <a:latin typeface="Calibri" panose="020F0502020204030204"/>
                  </a:rPr>
                  <a:t>network</a:t>
                </a:r>
              </a:p>
              <a:p>
                <a:pPr algn="ctr" defTabSz="685800">
                  <a:spcBef>
                    <a:spcPct val="0"/>
                  </a:spcBef>
                  <a:defRPr/>
                </a:pPr>
                <a:r>
                  <a:rPr lang="en-US" altLang="en-US" sz="750" dirty="0">
                    <a:solidFill>
                      <a:prstClr val="black"/>
                    </a:solidFill>
                    <a:latin typeface="Calibri" panose="020F0502020204030204"/>
                  </a:rPr>
                  <a:t>link</a:t>
                </a:r>
              </a:p>
              <a:p>
                <a:pPr algn="ctr" defTabSz="685800">
                  <a:spcBef>
                    <a:spcPct val="0"/>
                  </a:spcBef>
                  <a:defRPr/>
                </a:pPr>
                <a:r>
                  <a:rPr lang="en-US" altLang="en-US" sz="750" dirty="0">
                    <a:solidFill>
                      <a:prstClr val="black"/>
                    </a:solidFill>
                    <a:latin typeface="Calibri" panose="020F0502020204030204"/>
                  </a:rPr>
                  <a:t>physical</a:t>
                </a:r>
                <a:endParaRPr lang="en-US" altLang="en-US" sz="1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420" name="Straight Connector 419">
                <a:extLst>
                  <a:ext uri="{FF2B5EF4-FFF2-40B4-BE49-F238E27FC236}">
                    <a16:creationId xmlns:a16="http://schemas.microsoft.com/office/drawing/2014/main" id="{0098DE4C-ADDA-6742-9A9A-1859EC5187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289132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Straight Connector 420">
                <a:extLst>
                  <a:ext uri="{FF2B5EF4-FFF2-40B4-BE49-F238E27FC236}">
                    <a16:creationId xmlns:a16="http://schemas.microsoft.com/office/drawing/2014/main" id="{15F87BB5-6BF8-0D45-881A-0F1A285B65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04054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Straight Connector 421">
                <a:extLst>
                  <a:ext uri="{FF2B5EF4-FFF2-40B4-BE49-F238E27FC236}">
                    <a16:creationId xmlns:a16="http://schemas.microsoft.com/office/drawing/2014/main" id="{6E17E2B0-E88F-0C4C-8D14-35BF54AEF8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189770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3" name="Straight Connector 422">
                <a:extLst>
                  <a:ext uri="{FF2B5EF4-FFF2-40B4-BE49-F238E27FC236}">
                    <a16:creationId xmlns:a16="http://schemas.microsoft.com/office/drawing/2014/main" id="{1EC817AF-81B9-5541-8AF2-78F3EC7705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8631" y="3338995"/>
                <a:ext cx="64646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4" name="Group 950">
            <a:extLst>
              <a:ext uri="{FF2B5EF4-FFF2-40B4-BE49-F238E27FC236}">
                <a16:creationId xmlns:a16="http://schemas.microsoft.com/office/drawing/2014/main" id="{0CD04385-CC0A-AD4F-A272-DAED82232C18}"/>
              </a:ext>
            </a:extLst>
          </p:cNvPr>
          <p:cNvGrpSpPr>
            <a:grpSpLocks/>
          </p:cNvGrpSpPr>
          <p:nvPr/>
        </p:nvGrpSpPr>
        <p:grpSpPr bwMode="auto">
          <a:xfrm>
            <a:off x="7557186" y="4704530"/>
            <a:ext cx="161231" cy="302940"/>
            <a:chOff x="4140" y="429"/>
            <a:chExt cx="1425" cy="2396"/>
          </a:xfrm>
        </p:grpSpPr>
        <p:sp>
          <p:nvSpPr>
            <p:cNvPr id="425" name="Freeform 951">
              <a:extLst>
                <a:ext uri="{FF2B5EF4-FFF2-40B4-BE49-F238E27FC236}">
                  <a16:creationId xmlns:a16="http://schemas.microsoft.com/office/drawing/2014/main" id="{FE96A2FA-F87C-C540-B03C-04FDC45EC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26" name="Rectangle 952">
              <a:extLst>
                <a:ext uri="{FF2B5EF4-FFF2-40B4-BE49-F238E27FC236}">
                  <a16:creationId xmlns:a16="http://schemas.microsoft.com/office/drawing/2014/main" id="{90EBC098-1E29-C045-B622-D8C3CEAFB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7" name="Freeform 953">
              <a:extLst>
                <a:ext uri="{FF2B5EF4-FFF2-40B4-BE49-F238E27FC236}">
                  <a16:creationId xmlns:a16="http://schemas.microsoft.com/office/drawing/2014/main" id="{E706D605-E639-B347-BDB9-90E15742A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28" name="Freeform 954">
              <a:extLst>
                <a:ext uri="{FF2B5EF4-FFF2-40B4-BE49-F238E27FC236}">
                  <a16:creationId xmlns:a16="http://schemas.microsoft.com/office/drawing/2014/main" id="{6F580A31-840F-044C-B64F-E36B1F7C9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29" name="Rectangle 955">
              <a:extLst>
                <a:ext uri="{FF2B5EF4-FFF2-40B4-BE49-F238E27FC236}">
                  <a16:creationId xmlns:a16="http://schemas.microsoft.com/office/drawing/2014/main" id="{70BBB359-B08E-104F-AA2E-198181559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30" name="Group 956">
              <a:extLst>
                <a:ext uri="{FF2B5EF4-FFF2-40B4-BE49-F238E27FC236}">
                  <a16:creationId xmlns:a16="http://schemas.microsoft.com/office/drawing/2014/main" id="{4A301782-0364-8842-A0CF-4131092EBF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5" name="AutoShape 957">
                <a:extLst>
                  <a:ext uri="{FF2B5EF4-FFF2-40B4-BE49-F238E27FC236}">
                    <a16:creationId xmlns:a16="http://schemas.microsoft.com/office/drawing/2014/main" id="{F360B4DE-6278-2944-81FB-7D667CF0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56" name="AutoShape 958">
                <a:extLst>
                  <a:ext uri="{FF2B5EF4-FFF2-40B4-BE49-F238E27FC236}">
                    <a16:creationId xmlns:a16="http://schemas.microsoft.com/office/drawing/2014/main" id="{0AEDDBBD-7452-DD49-8989-332C8A0C96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31" name="Rectangle 959">
              <a:extLst>
                <a:ext uri="{FF2B5EF4-FFF2-40B4-BE49-F238E27FC236}">
                  <a16:creationId xmlns:a16="http://schemas.microsoft.com/office/drawing/2014/main" id="{A2E11B06-7085-7C4E-8774-3106FEBBD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32" name="Group 960">
              <a:extLst>
                <a:ext uri="{FF2B5EF4-FFF2-40B4-BE49-F238E27FC236}">
                  <a16:creationId xmlns:a16="http://schemas.microsoft.com/office/drawing/2014/main" id="{81ECCBAC-4FA0-1946-8149-C5B75FB8BC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3" name="AutoShape 961">
                <a:extLst>
                  <a:ext uri="{FF2B5EF4-FFF2-40B4-BE49-F238E27FC236}">
                    <a16:creationId xmlns:a16="http://schemas.microsoft.com/office/drawing/2014/main" id="{ABD69479-4D63-CE4F-B317-778A5AB5F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54" name="AutoShape 962">
                <a:extLst>
                  <a:ext uri="{FF2B5EF4-FFF2-40B4-BE49-F238E27FC236}">
                    <a16:creationId xmlns:a16="http://schemas.microsoft.com/office/drawing/2014/main" id="{1DCF8128-7E5B-3749-916E-F3D6506A09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33" name="Rectangle 963">
              <a:extLst>
                <a:ext uri="{FF2B5EF4-FFF2-40B4-BE49-F238E27FC236}">
                  <a16:creationId xmlns:a16="http://schemas.microsoft.com/office/drawing/2014/main" id="{C56FF00F-1A4E-F449-902D-4AE714B96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4" name="Rectangle 964">
              <a:extLst>
                <a:ext uri="{FF2B5EF4-FFF2-40B4-BE49-F238E27FC236}">
                  <a16:creationId xmlns:a16="http://schemas.microsoft.com/office/drawing/2014/main" id="{62C83B26-71F4-5342-BEB3-321344091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435" name="Group 965">
              <a:extLst>
                <a:ext uri="{FF2B5EF4-FFF2-40B4-BE49-F238E27FC236}">
                  <a16:creationId xmlns:a16="http://schemas.microsoft.com/office/drawing/2014/main" id="{CE265763-8900-624C-AF24-B2E5D56A65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1" name="AutoShape 966">
                <a:extLst>
                  <a:ext uri="{FF2B5EF4-FFF2-40B4-BE49-F238E27FC236}">
                    <a16:creationId xmlns:a16="http://schemas.microsoft.com/office/drawing/2014/main" id="{ABEC4C86-7C8B-4943-B487-4DB393189A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52" name="AutoShape 967">
                <a:extLst>
                  <a:ext uri="{FF2B5EF4-FFF2-40B4-BE49-F238E27FC236}">
                    <a16:creationId xmlns:a16="http://schemas.microsoft.com/office/drawing/2014/main" id="{78EB5B7C-20E1-ED4D-8C0D-850A79CB24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36" name="Freeform 968">
              <a:extLst>
                <a:ext uri="{FF2B5EF4-FFF2-40B4-BE49-F238E27FC236}">
                  <a16:creationId xmlns:a16="http://schemas.microsoft.com/office/drawing/2014/main" id="{368674BE-3325-A94B-81BB-778F18DEB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437" name="Group 969">
              <a:extLst>
                <a:ext uri="{FF2B5EF4-FFF2-40B4-BE49-F238E27FC236}">
                  <a16:creationId xmlns:a16="http://schemas.microsoft.com/office/drawing/2014/main" id="{6FED7E22-4916-EF46-A0A7-B64DF9E881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49" name="AutoShape 970">
                <a:extLst>
                  <a:ext uri="{FF2B5EF4-FFF2-40B4-BE49-F238E27FC236}">
                    <a16:creationId xmlns:a16="http://schemas.microsoft.com/office/drawing/2014/main" id="{74CDCA80-D418-3148-BC55-51E4899D4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50" name="AutoShape 971">
                <a:extLst>
                  <a:ext uri="{FF2B5EF4-FFF2-40B4-BE49-F238E27FC236}">
                    <a16:creationId xmlns:a16="http://schemas.microsoft.com/office/drawing/2014/main" id="{8FD3C783-4FA4-AC40-AB3B-3866A93D6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38" name="Rectangle 972">
              <a:extLst>
                <a:ext uri="{FF2B5EF4-FFF2-40B4-BE49-F238E27FC236}">
                  <a16:creationId xmlns:a16="http://schemas.microsoft.com/office/drawing/2014/main" id="{E9DD616E-C632-3C45-855B-E4577EADD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9" name="Freeform 973">
              <a:extLst>
                <a:ext uri="{FF2B5EF4-FFF2-40B4-BE49-F238E27FC236}">
                  <a16:creationId xmlns:a16="http://schemas.microsoft.com/office/drawing/2014/main" id="{0CE1791D-2F0D-1349-ACF7-5365E4B5D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40" name="Freeform 974">
              <a:extLst>
                <a:ext uri="{FF2B5EF4-FFF2-40B4-BE49-F238E27FC236}">
                  <a16:creationId xmlns:a16="http://schemas.microsoft.com/office/drawing/2014/main" id="{E3A13E73-03B9-F54D-B31C-A6E48AFF9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41" name="Oval 975">
              <a:extLst>
                <a:ext uri="{FF2B5EF4-FFF2-40B4-BE49-F238E27FC236}">
                  <a16:creationId xmlns:a16="http://schemas.microsoft.com/office/drawing/2014/main" id="{2A75A4F5-615F-EB46-89FC-38E2211C4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2" name="Freeform 976">
              <a:extLst>
                <a:ext uri="{FF2B5EF4-FFF2-40B4-BE49-F238E27FC236}">
                  <a16:creationId xmlns:a16="http://schemas.microsoft.com/office/drawing/2014/main" id="{A6EB25B5-85F4-894D-BBC4-0185118E6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43" name="AutoShape 977">
              <a:extLst>
                <a:ext uri="{FF2B5EF4-FFF2-40B4-BE49-F238E27FC236}">
                  <a16:creationId xmlns:a16="http://schemas.microsoft.com/office/drawing/2014/main" id="{4CA2AC83-5323-2B4B-88F2-AAA45AFB2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4" name="AutoShape 978">
              <a:extLst>
                <a:ext uri="{FF2B5EF4-FFF2-40B4-BE49-F238E27FC236}">
                  <a16:creationId xmlns:a16="http://schemas.microsoft.com/office/drawing/2014/main" id="{0025D972-B3E1-8E43-801B-4E3E67EB1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5" name="Oval 979">
              <a:extLst>
                <a:ext uri="{FF2B5EF4-FFF2-40B4-BE49-F238E27FC236}">
                  <a16:creationId xmlns:a16="http://schemas.microsoft.com/office/drawing/2014/main" id="{545EC445-5888-3741-B9F1-47936A12B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6" name="Oval 980">
              <a:extLst>
                <a:ext uri="{FF2B5EF4-FFF2-40B4-BE49-F238E27FC236}">
                  <a16:creationId xmlns:a16="http://schemas.microsoft.com/office/drawing/2014/main" id="{9B82F04E-BCFC-FB44-9636-45214AACC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35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7" name="Oval 981">
              <a:extLst>
                <a:ext uri="{FF2B5EF4-FFF2-40B4-BE49-F238E27FC236}">
                  <a16:creationId xmlns:a16="http://schemas.microsoft.com/office/drawing/2014/main" id="{BB87FE73-AC88-5F4C-84A7-A1E5F1A79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8" name="Rectangle 982">
              <a:extLst>
                <a:ext uri="{FF2B5EF4-FFF2-40B4-BE49-F238E27FC236}">
                  <a16:creationId xmlns:a16="http://schemas.microsoft.com/office/drawing/2014/main" id="{78337DB0-E31B-0644-9C8C-86EA28051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BC230DA3-959C-4247-950A-6A5F64F4E6AE}"/>
              </a:ext>
            </a:extLst>
          </p:cNvPr>
          <p:cNvGrpSpPr/>
          <p:nvPr/>
        </p:nvGrpSpPr>
        <p:grpSpPr>
          <a:xfrm>
            <a:off x="6879396" y="3459698"/>
            <a:ext cx="275418" cy="180228"/>
            <a:chOff x="7493876" y="2774731"/>
            <a:chExt cx="1481958" cy="894622"/>
          </a:xfrm>
        </p:grpSpPr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5293AB70-A538-324C-8957-2E62A591F1B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59" name="Oval 458">
              <a:extLst>
                <a:ext uri="{FF2B5EF4-FFF2-40B4-BE49-F238E27FC236}">
                  <a16:creationId xmlns:a16="http://schemas.microsoft.com/office/drawing/2014/main" id="{A2B20364-B820-F04C-85BC-3C2F7389269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60" name="Group 459">
              <a:extLst>
                <a:ext uri="{FF2B5EF4-FFF2-40B4-BE49-F238E27FC236}">
                  <a16:creationId xmlns:a16="http://schemas.microsoft.com/office/drawing/2014/main" id="{25A775AF-4F8C-A140-9E95-86BE6310501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BF2FA154-0942-5C47-A936-59C962F3DAF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FBAC50C9-1200-0648-A3C6-5F763C5A4F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41DD7A34-E22A-2B4D-A867-B0F63420CD9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14349D26-2DED-D04F-BD82-82B9BDEAF0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465" name="Group 464">
            <a:extLst>
              <a:ext uri="{FF2B5EF4-FFF2-40B4-BE49-F238E27FC236}">
                <a16:creationId xmlns:a16="http://schemas.microsoft.com/office/drawing/2014/main" id="{7E19BC35-E82D-1F47-A1DB-336D2DD326C1}"/>
              </a:ext>
            </a:extLst>
          </p:cNvPr>
          <p:cNvGrpSpPr/>
          <p:nvPr/>
        </p:nvGrpSpPr>
        <p:grpSpPr>
          <a:xfrm>
            <a:off x="7256471" y="3492052"/>
            <a:ext cx="275418" cy="180228"/>
            <a:chOff x="7493876" y="2774731"/>
            <a:chExt cx="1481958" cy="894622"/>
          </a:xfrm>
        </p:grpSpPr>
        <p:sp>
          <p:nvSpPr>
            <p:cNvPr id="466" name="Freeform 465">
              <a:extLst>
                <a:ext uri="{FF2B5EF4-FFF2-40B4-BE49-F238E27FC236}">
                  <a16:creationId xmlns:a16="http://schemas.microsoft.com/office/drawing/2014/main" id="{BD2EC79B-E277-0C43-A0CC-99D0A637041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67" name="Oval 466">
              <a:extLst>
                <a:ext uri="{FF2B5EF4-FFF2-40B4-BE49-F238E27FC236}">
                  <a16:creationId xmlns:a16="http://schemas.microsoft.com/office/drawing/2014/main" id="{FB4676E3-85E4-494D-9C63-7C042801A69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68" name="Group 467">
              <a:extLst>
                <a:ext uri="{FF2B5EF4-FFF2-40B4-BE49-F238E27FC236}">
                  <a16:creationId xmlns:a16="http://schemas.microsoft.com/office/drawing/2014/main" id="{77F513B8-ECD9-B043-8F16-8229B9F5F43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52250DF6-38FD-864F-A2FE-5424D2FC490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4B115E90-C5FE-AE4D-BDDA-FFFA2E95056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71" name="Freeform 470">
                <a:extLst>
                  <a:ext uri="{FF2B5EF4-FFF2-40B4-BE49-F238E27FC236}">
                    <a16:creationId xmlns:a16="http://schemas.microsoft.com/office/drawing/2014/main" id="{58A14C43-AAD0-3641-9524-580D47A433C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72" name="Freeform 471">
                <a:extLst>
                  <a:ext uri="{FF2B5EF4-FFF2-40B4-BE49-F238E27FC236}">
                    <a16:creationId xmlns:a16="http://schemas.microsoft.com/office/drawing/2014/main" id="{0C9C824B-99FE-6D4F-9E2B-EC968FE82FB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0D3E3902-FB2D-6F40-94C2-2AED35903987}"/>
              </a:ext>
            </a:extLst>
          </p:cNvPr>
          <p:cNvGrpSpPr/>
          <p:nvPr/>
        </p:nvGrpSpPr>
        <p:grpSpPr>
          <a:xfrm>
            <a:off x="6092857" y="3466725"/>
            <a:ext cx="266240" cy="131751"/>
            <a:chOff x="7493876" y="2774731"/>
            <a:chExt cx="1481958" cy="894622"/>
          </a:xfrm>
        </p:grpSpPr>
        <p:sp>
          <p:nvSpPr>
            <p:cNvPr id="474" name="Freeform 473">
              <a:extLst>
                <a:ext uri="{FF2B5EF4-FFF2-40B4-BE49-F238E27FC236}">
                  <a16:creationId xmlns:a16="http://schemas.microsoft.com/office/drawing/2014/main" id="{0A61814A-2DB0-7740-8962-D1A3BDCF744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75" name="Oval 474">
              <a:extLst>
                <a:ext uri="{FF2B5EF4-FFF2-40B4-BE49-F238E27FC236}">
                  <a16:creationId xmlns:a16="http://schemas.microsoft.com/office/drawing/2014/main" id="{4B39CE62-10C5-A448-9200-E6A96348EBC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76" name="Group 475">
              <a:extLst>
                <a:ext uri="{FF2B5EF4-FFF2-40B4-BE49-F238E27FC236}">
                  <a16:creationId xmlns:a16="http://schemas.microsoft.com/office/drawing/2014/main" id="{FA86DD34-5A0D-CC49-9673-90D9CA095BE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B5DC9C2D-C53B-D14F-9821-A2B4B31E510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F0A6232A-7531-B14B-B3D0-36AAC40935A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79" name="Freeform 478">
                <a:extLst>
                  <a:ext uri="{FF2B5EF4-FFF2-40B4-BE49-F238E27FC236}">
                    <a16:creationId xmlns:a16="http://schemas.microsoft.com/office/drawing/2014/main" id="{76F848CC-CD88-5F45-8746-CADC806243F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80" name="Freeform 479">
                <a:extLst>
                  <a:ext uri="{FF2B5EF4-FFF2-40B4-BE49-F238E27FC236}">
                    <a16:creationId xmlns:a16="http://schemas.microsoft.com/office/drawing/2014/main" id="{261EE902-8A90-624B-B8EA-E140D2583A5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481" name="Group 480">
            <a:extLst>
              <a:ext uri="{FF2B5EF4-FFF2-40B4-BE49-F238E27FC236}">
                <a16:creationId xmlns:a16="http://schemas.microsoft.com/office/drawing/2014/main" id="{66AC3898-C0FB-C142-963C-4A2806F3925C}"/>
              </a:ext>
            </a:extLst>
          </p:cNvPr>
          <p:cNvGrpSpPr/>
          <p:nvPr/>
        </p:nvGrpSpPr>
        <p:grpSpPr>
          <a:xfrm>
            <a:off x="6991225" y="4073994"/>
            <a:ext cx="295320" cy="163934"/>
            <a:chOff x="7493876" y="2774731"/>
            <a:chExt cx="1481958" cy="894622"/>
          </a:xfrm>
        </p:grpSpPr>
        <p:sp>
          <p:nvSpPr>
            <p:cNvPr id="482" name="Freeform 481">
              <a:extLst>
                <a:ext uri="{FF2B5EF4-FFF2-40B4-BE49-F238E27FC236}">
                  <a16:creationId xmlns:a16="http://schemas.microsoft.com/office/drawing/2014/main" id="{42D1DCFE-D255-4446-8EAC-474AB67857D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483" name="Oval 482">
              <a:extLst>
                <a:ext uri="{FF2B5EF4-FFF2-40B4-BE49-F238E27FC236}">
                  <a16:creationId xmlns:a16="http://schemas.microsoft.com/office/drawing/2014/main" id="{C26498FD-F97E-6F46-BEA7-F956A37F2D6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484" name="Group 483">
              <a:extLst>
                <a:ext uri="{FF2B5EF4-FFF2-40B4-BE49-F238E27FC236}">
                  <a16:creationId xmlns:a16="http://schemas.microsoft.com/office/drawing/2014/main" id="{4B199B5D-B0F2-F94C-AAFD-545329FAA35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0A984816-55BC-1943-8DD5-DBCE6EF51AB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id="{8B1D42DB-E8C1-B749-80E2-583CD1B0E4B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87" name="Freeform 486">
                <a:extLst>
                  <a:ext uri="{FF2B5EF4-FFF2-40B4-BE49-F238E27FC236}">
                    <a16:creationId xmlns:a16="http://schemas.microsoft.com/office/drawing/2014/main" id="{CB8F94FA-C42F-BD4D-AA00-66857F0E454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88" name="Freeform 487">
                <a:extLst>
                  <a:ext uri="{FF2B5EF4-FFF2-40B4-BE49-F238E27FC236}">
                    <a16:creationId xmlns:a16="http://schemas.microsoft.com/office/drawing/2014/main" id="{FAB6ECD2-0C1A-1046-85EC-5E3375620D1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9E25896D-D1F7-2A4E-8C08-BF5F88840367}"/>
              </a:ext>
            </a:extLst>
          </p:cNvPr>
          <p:cNvGrpSpPr/>
          <p:nvPr/>
        </p:nvGrpSpPr>
        <p:grpSpPr>
          <a:xfrm>
            <a:off x="5867977" y="3089816"/>
            <a:ext cx="2336210" cy="1268027"/>
            <a:chOff x="7750227" y="3463448"/>
            <a:chExt cx="3114946" cy="1690703"/>
          </a:xfrm>
        </p:grpSpPr>
        <p:grpSp>
          <p:nvGrpSpPr>
            <p:cNvPr id="490" name="Group 489">
              <a:extLst>
                <a:ext uri="{FF2B5EF4-FFF2-40B4-BE49-F238E27FC236}">
                  <a16:creationId xmlns:a16="http://schemas.microsoft.com/office/drawing/2014/main" id="{1B61A7BB-F744-994C-90B5-288246058DE4}"/>
                </a:ext>
              </a:extLst>
            </p:cNvPr>
            <p:cNvGrpSpPr/>
            <p:nvPr/>
          </p:nvGrpSpPr>
          <p:grpSpPr>
            <a:xfrm>
              <a:off x="7750227" y="4090572"/>
              <a:ext cx="596695" cy="608470"/>
              <a:chOff x="7750227" y="4090572"/>
              <a:chExt cx="596695" cy="608470"/>
            </a:xfrm>
          </p:grpSpPr>
          <p:sp>
            <p:nvSpPr>
              <p:cNvPr id="523" name="Freeform 917">
                <a:extLst>
                  <a:ext uri="{FF2B5EF4-FFF2-40B4-BE49-F238E27FC236}">
                    <a16:creationId xmlns:a16="http://schemas.microsoft.com/office/drawing/2014/main" id="{67AE9544-ABCE-9C49-A73B-B92D479DC854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7818844" y="4090572"/>
                <a:ext cx="487903" cy="154569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5" h="10000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524" name="Group 523">
                <a:extLst>
                  <a:ext uri="{FF2B5EF4-FFF2-40B4-BE49-F238E27FC236}">
                    <a16:creationId xmlns:a16="http://schemas.microsoft.com/office/drawing/2014/main" id="{FD9ADAD3-8D40-514D-8DB2-D40B73122CB1}"/>
                  </a:ext>
                </a:extLst>
              </p:cNvPr>
              <p:cNvGrpSpPr/>
              <p:nvPr/>
            </p:nvGrpSpPr>
            <p:grpSpPr>
              <a:xfrm>
                <a:off x="7750227" y="4206600"/>
                <a:ext cx="596695" cy="492442"/>
                <a:chOff x="9951978" y="726571"/>
                <a:chExt cx="688314" cy="492442"/>
              </a:xfrm>
            </p:grpSpPr>
            <p:sp>
              <p:nvSpPr>
                <p:cNvPr id="525" name="Rectangle 228">
                  <a:extLst>
                    <a:ext uri="{FF2B5EF4-FFF2-40B4-BE49-F238E27FC236}">
                      <a16:creationId xmlns:a16="http://schemas.microsoft.com/office/drawing/2014/main" id="{453FD1E4-24AF-0A42-B4B1-544CBE8B93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26" name="Rectangle 229">
                  <a:extLst>
                    <a:ext uri="{FF2B5EF4-FFF2-40B4-BE49-F238E27FC236}">
                      <a16:creationId xmlns:a16="http://schemas.microsoft.com/office/drawing/2014/main" id="{ACF4D48D-7AFA-394B-A044-64C00BD313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27" name="Text Box 230">
                  <a:extLst>
                    <a:ext uri="{FF2B5EF4-FFF2-40B4-BE49-F238E27FC236}">
                      <a16:creationId xmlns:a16="http://schemas.microsoft.com/office/drawing/2014/main" id="{F350703C-00E6-D544-8995-7B4A30E7AD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51978" y="726571"/>
                  <a:ext cx="688314" cy="4924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600" dirty="0">
                      <a:solidFill>
                        <a:prstClr val="white"/>
                      </a:solidFill>
                      <a:latin typeface="Calibri" panose="020F0502020204030204"/>
                    </a:rPr>
                    <a:t>network</a:t>
                  </a:r>
                </a:p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600" dirty="0">
                      <a:solidFill>
                        <a:prstClr val="black"/>
                      </a:solidFill>
                      <a:latin typeface="Calibri" panose="020F0502020204030204"/>
                    </a:rPr>
                    <a:t>link</a:t>
                  </a:r>
                </a:p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600" dirty="0">
                      <a:solidFill>
                        <a:prstClr val="black"/>
                      </a:solidFill>
                      <a:latin typeface="Calibri" panose="020F0502020204030204"/>
                    </a:rPr>
                    <a:t>physical</a:t>
                  </a:r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528" name="Straight Connector 527">
                  <a:extLst>
                    <a:ext uri="{FF2B5EF4-FFF2-40B4-BE49-F238E27FC236}">
                      <a16:creationId xmlns:a16="http://schemas.microsoft.com/office/drawing/2014/main" id="{A4E7F05F-DB39-B246-BA17-A367DF40D5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9" name="Straight Connector 528">
                  <a:extLst>
                    <a:ext uri="{FF2B5EF4-FFF2-40B4-BE49-F238E27FC236}">
                      <a16:creationId xmlns:a16="http://schemas.microsoft.com/office/drawing/2014/main" id="{987D26AB-AF4C-4B49-8766-91AAC5C323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1" name="Group 490">
              <a:extLst>
                <a:ext uri="{FF2B5EF4-FFF2-40B4-BE49-F238E27FC236}">
                  <a16:creationId xmlns:a16="http://schemas.microsoft.com/office/drawing/2014/main" id="{7ACA2B35-418A-C24A-BBBD-95671C866478}"/>
                </a:ext>
              </a:extLst>
            </p:cNvPr>
            <p:cNvGrpSpPr/>
            <p:nvPr/>
          </p:nvGrpSpPr>
          <p:grpSpPr>
            <a:xfrm>
              <a:off x="8649903" y="3463448"/>
              <a:ext cx="614639" cy="574365"/>
              <a:chOff x="8649903" y="3463448"/>
              <a:chExt cx="614639" cy="574365"/>
            </a:xfrm>
          </p:grpSpPr>
          <p:sp>
            <p:nvSpPr>
              <p:cNvPr id="516" name="Freeform 917">
                <a:extLst>
                  <a:ext uri="{FF2B5EF4-FFF2-40B4-BE49-F238E27FC236}">
                    <a16:creationId xmlns:a16="http://schemas.microsoft.com/office/drawing/2014/main" id="{1B39E48E-11D1-2A49-BEB2-4A3DE3E52E7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8735937" y="3883244"/>
                <a:ext cx="487903" cy="154569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45" h="10000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517" name="Group 516">
                <a:extLst>
                  <a:ext uri="{FF2B5EF4-FFF2-40B4-BE49-F238E27FC236}">
                    <a16:creationId xmlns:a16="http://schemas.microsoft.com/office/drawing/2014/main" id="{F43CF6AB-41BF-A04B-8264-3F204E68E6FB}"/>
                  </a:ext>
                </a:extLst>
              </p:cNvPr>
              <p:cNvGrpSpPr/>
              <p:nvPr/>
            </p:nvGrpSpPr>
            <p:grpSpPr>
              <a:xfrm>
                <a:off x="8649903" y="3463448"/>
                <a:ext cx="614639" cy="492442"/>
                <a:chOff x="9931278" y="726571"/>
                <a:chExt cx="709014" cy="492442"/>
              </a:xfrm>
            </p:grpSpPr>
            <p:sp>
              <p:nvSpPr>
                <p:cNvPr id="518" name="Rectangle 228">
                  <a:extLst>
                    <a:ext uri="{FF2B5EF4-FFF2-40B4-BE49-F238E27FC236}">
                      <a16:creationId xmlns:a16="http://schemas.microsoft.com/office/drawing/2014/main" id="{DCF5B501-314A-3D4C-90A1-E45107AEFB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19" name="Rectangle 229">
                  <a:extLst>
                    <a:ext uri="{FF2B5EF4-FFF2-40B4-BE49-F238E27FC236}">
                      <a16:creationId xmlns:a16="http://schemas.microsoft.com/office/drawing/2014/main" id="{8A760FE8-2AF8-D047-B448-6D14997CB6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20" name="Text Box 230">
                  <a:extLst>
                    <a:ext uri="{FF2B5EF4-FFF2-40B4-BE49-F238E27FC236}">
                      <a16:creationId xmlns:a16="http://schemas.microsoft.com/office/drawing/2014/main" id="{81AD7D48-5DBF-B140-BBAC-EF36A1DCADE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931278" y="726571"/>
                  <a:ext cx="709014" cy="4924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600" dirty="0">
                      <a:solidFill>
                        <a:prstClr val="white"/>
                      </a:solidFill>
                      <a:latin typeface="Calibri" panose="020F0502020204030204"/>
                    </a:rPr>
                    <a:t>network</a:t>
                  </a:r>
                </a:p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600" dirty="0">
                      <a:solidFill>
                        <a:prstClr val="black"/>
                      </a:solidFill>
                      <a:latin typeface="Calibri" panose="020F0502020204030204"/>
                    </a:rPr>
                    <a:t>link</a:t>
                  </a:r>
                </a:p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600" dirty="0">
                      <a:solidFill>
                        <a:prstClr val="black"/>
                      </a:solidFill>
                      <a:latin typeface="Calibri" panose="020F0502020204030204"/>
                    </a:rPr>
                    <a:t>physical</a:t>
                  </a:r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521" name="Straight Connector 520">
                  <a:extLst>
                    <a:ext uri="{FF2B5EF4-FFF2-40B4-BE49-F238E27FC236}">
                      <a16:creationId xmlns:a16="http://schemas.microsoft.com/office/drawing/2014/main" id="{10225287-A970-334C-96E6-BB42F39A31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2" name="Straight Connector 521">
                  <a:extLst>
                    <a:ext uri="{FF2B5EF4-FFF2-40B4-BE49-F238E27FC236}">
                      <a16:creationId xmlns:a16="http://schemas.microsoft.com/office/drawing/2014/main" id="{585D3D77-62B9-C346-9D1A-8A3555BAAD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2" name="Group 491">
              <a:extLst>
                <a:ext uri="{FF2B5EF4-FFF2-40B4-BE49-F238E27FC236}">
                  <a16:creationId xmlns:a16="http://schemas.microsoft.com/office/drawing/2014/main" id="{99C7DE0F-016E-FE40-A619-F6309459B199}"/>
                </a:ext>
              </a:extLst>
            </p:cNvPr>
            <p:cNvGrpSpPr/>
            <p:nvPr/>
          </p:nvGrpSpPr>
          <p:grpSpPr>
            <a:xfrm>
              <a:off x="9765723" y="3502221"/>
              <a:ext cx="745925" cy="607211"/>
              <a:chOff x="9765723" y="3502221"/>
              <a:chExt cx="745925" cy="607211"/>
            </a:xfrm>
          </p:grpSpPr>
          <p:sp>
            <p:nvSpPr>
              <p:cNvPr id="509" name="Freeform 917">
                <a:extLst>
                  <a:ext uri="{FF2B5EF4-FFF2-40B4-BE49-F238E27FC236}">
                    <a16:creationId xmlns:a16="http://schemas.microsoft.com/office/drawing/2014/main" id="{F61365F4-AF8A-7946-BAE2-C24405A00F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04716" y="3925785"/>
                <a:ext cx="466702" cy="183647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  <a:gd name="connsiteX0" fmla="*/ 2478 w 13626"/>
                  <a:gd name="connsiteY0" fmla="*/ 9373 h 9373"/>
                  <a:gd name="connsiteX1" fmla="*/ 70 w 13626"/>
                  <a:gd name="connsiteY1" fmla="*/ 6993 h 9373"/>
                  <a:gd name="connsiteX2" fmla="*/ 41 w 13626"/>
                  <a:gd name="connsiteY2" fmla="*/ 0 h 9373"/>
                  <a:gd name="connsiteX3" fmla="*/ 13626 w 13626"/>
                  <a:gd name="connsiteY3" fmla="*/ 6 h 9373"/>
                  <a:gd name="connsiteX4" fmla="*/ 2478 w 13626"/>
                  <a:gd name="connsiteY4" fmla="*/ 9373 h 9373"/>
                  <a:gd name="connsiteX0" fmla="*/ 1334 w 10000"/>
                  <a:gd name="connsiteY0" fmla="*/ 12676 h 12676"/>
                  <a:gd name="connsiteX1" fmla="*/ 51 w 10000"/>
                  <a:gd name="connsiteY1" fmla="*/ 7461 h 12676"/>
                  <a:gd name="connsiteX2" fmla="*/ 30 w 10000"/>
                  <a:gd name="connsiteY2" fmla="*/ 0 h 12676"/>
                  <a:gd name="connsiteX3" fmla="*/ 10000 w 10000"/>
                  <a:gd name="connsiteY3" fmla="*/ 6 h 12676"/>
                  <a:gd name="connsiteX4" fmla="*/ 1334 w 10000"/>
                  <a:gd name="connsiteY4" fmla="*/ 12676 h 12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2676">
                    <a:moveTo>
                      <a:pt x="1334" y="12676"/>
                    </a:moveTo>
                    <a:lnTo>
                      <a:pt x="51" y="7461"/>
                    </a:ln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1334" y="12676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510" name="Group 509">
                <a:extLst>
                  <a:ext uri="{FF2B5EF4-FFF2-40B4-BE49-F238E27FC236}">
                    <a16:creationId xmlns:a16="http://schemas.microsoft.com/office/drawing/2014/main" id="{B9D23B02-A16D-054E-9F56-ACE4882F9465}"/>
                  </a:ext>
                </a:extLst>
              </p:cNvPr>
              <p:cNvGrpSpPr/>
              <p:nvPr/>
            </p:nvGrpSpPr>
            <p:grpSpPr>
              <a:xfrm>
                <a:off x="9765723" y="3502221"/>
                <a:ext cx="745925" cy="492442"/>
                <a:chOff x="9887806" y="726571"/>
                <a:chExt cx="860458" cy="492442"/>
              </a:xfrm>
            </p:grpSpPr>
            <p:sp>
              <p:nvSpPr>
                <p:cNvPr id="511" name="Rectangle 228">
                  <a:extLst>
                    <a:ext uri="{FF2B5EF4-FFF2-40B4-BE49-F238E27FC236}">
                      <a16:creationId xmlns:a16="http://schemas.microsoft.com/office/drawing/2014/main" id="{D8196C66-5ACD-F440-9D67-38ED9AB1DB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12" name="Rectangle 229">
                  <a:extLst>
                    <a:ext uri="{FF2B5EF4-FFF2-40B4-BE49-F238E27FC236}">
                      <a16:creationId xmlns:a16="http://schemas.microsoft.com/office/drawing/2014/main" id="{E2A04A91-A7A2-844E-A202-E5174F201E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13" name="Text Box 230">
                  <a:extLst>
                    <a:ext uri="{FF2B5EF4-FFF2-40B4-BE49-F238E27FC236}">
                      <a16:creationId xmlns:a16="http://schemas.microsoft.com/office/drawing/2014/main" id="{C660DE0E-7128-8A4E-8A4B-C829B6CB2B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87806" y="726571"/>
                  <a:ext cx="860458" cy="4924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600" dirty="0">
                      <a:solidFill>
                        <a:prstClr val="white"/>
                      </a:solidFill>
                      <a:latin typeface="Calibri" panose="020F0502020204030204"/>
                    </a:rPr>
                    <a:t>network</a:t>
                  </a:r>
                </a:p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600" dirty="0">
                      <a:solidFill>
                        <a:prstClr val="black"/>
                      </a:solidFill>
                      <a:latin typeface="Calibri" panose="020F0502020204030204"/>
                    </a:rPr>
                    <a:t>link</a:t>
                  </a:r>
                </a:p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600" dirty="0">
                      <a:solidFill>
                        <a:prstClr val="black"/>
                      </a:solidFill>
                      <a:latin typeface="Calibri" panose="020F0502020204030204"/>
                    </a:rPr>
                    <a:t>physical</a:t>
                  </a:r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514" name="Straight Connector 513">
                  <a:extLst>
                    <a:ext uri="{FF2B5EF4-FFF2-40B4-BE49-F238E27FC236}">
                      <a16:creationId xmlns:a16="http://schemas.microsoft.com/office/drawing/2014/main" id="{18B24C5B-DDAD-664C-B7C8-511BEF3C88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5" name="Straight Connector 514">
                  <a:extLst>
                    <a:ext uri="{FF2B5EF4-FFF2-40B4-BE49-F238E27FC236}">
                      <a16:creationId xmlns:a16="http://schemas.microsoft.com/office/drawing/2014/main" id="{D26F734D-CDBF-C940-BA08-558A6C9FC8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3" name="Group 492">
              <a:extLst>
                <a:ext uri="{FF2B5EF4-FFF2-40B4-BE49-F238E27FC236}">
                  <a16:creationId xmlns:a16="http://schemas.microsoft.com/office/drawing/2014/main" id="{38FD6327-86A9-CE4D-9578-2AAEA1D9BB04}"/>
                </a:ext>
              </a:extLst>
            </p:cNvPr>
            <p:cNvGrpSpPr/>
            <p:nvPr/>
          </p:nvGrpSpPr>
          <p:grpSpPr>
            <a:xfrm>
              <a:off x="9447142" y="4299763"/>
              <a:ext cx="759275" cy="630904"/>
              <a:chOff x="9447142" y="4299763"/>
              <a:chExt cx="759275" cy="630904"/>
            </a:xfrm>
          </p:grpSpPr>
          <p:sp>
            <p:nvSpPr>
              <p:cNvPr id="502" name="Freeform 917">
                <a:extLst>
                  <a:ext uri="{FF2B5EF4-FFF2-40B4-BE49-F238E27FC236}">
                    <a16:creationId xmlns:a16="http://schemas.microsoft.com/office/drawing/2014/main" id="{1189185D-1F7C-B94E-B532-3E812D995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98301" y="4724405"/>
                <a:ext cx="466702" cy="206262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  <a:gd name="connsiteX0" fmla="*/ 2478 w 13626"/>
                  <a:gd name="connsiteY0" fmla="*/ 9373 h 9373"/>
                  <a:gd name="connsiteX1" fmla="*/ 70 w 13626"/>
                  <a:gd name="connsiteY1" fmla="*/ 6993 h 9373"/>
                  <a:gd name="connsiteX2" fmla="*/ 41 w 13626"/>
                  <a:gd name="connsiteY2" fmla="*/ 0 h 9373"/>
                  <a:gd name="connsiteX3" fmla="*/ 13626 w 13626"/>
                  <a:gd name="connsiteY3" fmla="*/ 6 h 9373"/>
                  <a:gd name="connsiteX4" fmla="*/ 2478 w 13626"/>
                  <a:gd name="connsiteY4" fmla="*/ 9373 h 9373"/>
                  <a:gd name="connsiteX0" fmla="*/ 1334 w 10000"/>
                  <a:gd name="connsiteY0" fmla="*/ 12676 h 12676"/>
                  <a:gd name="connsiteX1" fmla="*/ 51 w 10000"/>
                  <a:gd name="connsiteY1" fmla="*/ 7461 h 12676"/>
                  <a:gd name="connsiteX2" fmla="*/ 30 w 10000"/>
                  <a:gd name="connsiteY2" fmla="*/ 0 h 12676"/>
                  <a:gd name="connsiteX3" fmla="*/ 10000 w 10000"/>
                  <a:gd name="connsiteY3" fmla="*/ 6 h 12676"/>
                  <a:gd name="connsiteX4" fmla="*/ 1334 w 10000"/>
                  <a:gd name="connsiteY4" fmla="*/ 12676 h 12676"/>
                  <a:gd name="connsiteX0" fmla="*/ 434 w 10000"/>
                  <a:gd name="connsiteY0" fmla="*/ 14237 h 14237"/>
                  <a:gd name="connsiteX1" fmla="*/ 51 w 10000"/>
                  <a:gd name="connsiteY1" fmla="*/ 7461 h 14237"/>
                  <a:gd name="connsiteX2" fmla="*/ 30 w 10000"/>
                  <a:gd name="connsiteY2" fmla="*/ 0 h 14237"/>
                  <a:gd name="connsiteX3" fmla="*/ 10000 w 10000"/>
                  <a:gd name="connsiteY3" fmla="*/ 6 h 14237"/>
                  <a:gd name="connsiteX4" fmla="*/ 434 w 10000"/>
                  <a:gd name="connsiteY4" fmla="*/ 14237 h 14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14237">
                    <a:moveTo>
                      <a:pt x="434" y="14237"/>
                    </a:moveTo>
                    <a:cubicBezTo>
                      <a:pt x="306" y="11978"/>
                      <a:pt x="179" y="9720"/>
                      <a:pt x="51" y="7461"/>
                    </a:cubicBez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434" y="14237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503" name="Group 502">
                <a:extLst>
                  <a:ext uri="{FF2B5EF4-FFF2-40B4-BE49-F238E27FC236}">
                    <a16:creationId xmlns:a16="http://schemas.microsoft.com/office/drawing/2014/main" id="{B4CB1129-B032-C24F-981D-F17E21FDF808}"/>
                  </a:ext>
                </a:extLst>
              </p:cNvPr>
              <p:cNvGrpSpPr/>
              <p:nvPr/>
            </p:nvGrpSpPr>
            <p:grpSpPr>
              <a:xfrm>
                <a:off x="9447142" y="4299763"/>
                <a:ext cx="759275" cy="492442"/>
                <a:chOff x="9856382" y="726571"/>
                <a:chExt cx="875858" cy="492442"/>
              </a:xfrm>
            </p:grpSpPr>
            <p:sp>
              <p:nvSpPr>
                <p:cNvPr id="504" name="Rectangle 228">
                  <a:extLst>
                    <a:ext uri="{FF2B5EF4-FFF2-40B4-BE49-F238E27FC236}">
                      <a16:creationId xmlns:a16="http://schemas.microsoft.com/office/drawing/2014/main" id="{CCE0CE6B-4616-484D-A2D2-97A95D223C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05" name="Rectangle 229">
                  <a:extLst>
                    <a:ext uri="{FF2B5EF4-FFF2-40B4-BE49-F238E27FC236}">
                      <a16:creationId xmlns:a16="http://schemas.microsoft.com/office/drawing/2014/main" id="{D26DD102-7516-7941-AD70-9B37EC2BD5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06" name="Text Box 230">
                  <a:extLst>
                    <a:ext uri="{FF2B5EF4-FFF2-40B4-BE49-F238E27FC236}">
                      <a16:creationId xmlns:a16="http://schemas.microsoft.com/office/drawing/2014/main" id="{1F958F41-1C91-3742-8E5E-D63C7ABC69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56382" y="726571"/>
                  <a:ext cx="875858" cy="4924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600" dirty="0">
                      <a:solidFill>
                        <a:prstClr val="white"/>
                      </a:solidFill>
                      <a:latin typeface="Calibri" panose="020F0502020204030204"/>
                    </a:rPr>
                    <a:t>network</a:t>
                  </a:r>
                </a:p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600" dirty="0">
                      <a:solidFill>
                        <a:prstClr val="black"/>
                      </a:solidFill>
                      <a:latin typeface="Calibri" panose="020F0502020204030204"/>
                    </a:rPr>
                    <a:t>link</a:t>
                  </a:r>
                </a:p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600" dirty="0">
                      <a:solidFill>
                        <a:prstClr val="black"/>
                      </a:solidFill>
                      <a:latin typeface="Calibri" panose="020F0502020204030204"/>
                    </a:rPr>
                    <a:t>physical</a:t>
                  </a:r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507" name="Straight Connector 506">
                  <a:extLst>
                    <a:ext uri="{FF2B5EF4-FFF2-40B4-BE49-F238E27FC236}">
                      <a16:creationId xmlns:a16="http://schemas.microsoft.com/office/drawing/2014/main" id="{65CAD0DA-ECB6-FF46-8BF8-7B41322268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8" name="Straight Connector 507">
                  <a:extLst>
                    <a:ext uri="{FF2B5EF4-FFF2-40B4-BE49-F238E27FC236}">
                      <a16:creationId xmlns:a16="http://schemas.microsoft.com/office/drawing/2014/main" id="{C7CD87E0-C83F-0F48-9FE9-45EF45C8B5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94" name="Group 493">
              <a:extLst>
                <a:ext uri="{FF2B5EF4-FFF2-40B4-BE49-F238E27FC236}">
                  <a16:creationId xmlns:a16="http://schemas.microsoft.com/office/drawing/2014/main" id="{017CCCDD-4C17-AD45-9653-B55DDD72AFD2}"/>
                </a:ext>
              </a:extLst>
            </p:cNvPr>
            <p:cNvGrpSpPr/>
            <p:nvPr/>
          </p:nvGrpSpPr>
          <p:grpSpPr>
            <a:xfrm>
              <a:off x="10123539" y="4577638"/>
              <a:ext cx="741634" cy="576513"/>
              <a:chOff x="10123539" y="4577638"/>
              <a:chExt cx="741634" cy="576513"/>
            </a:xfrm>
          </p:grpSpPr>
          <p:sp>
            <p:nvSpPr>
              <p:cNvPr id="495" name="Freeform 917">
                <a:extLst>
                  <a:ext uri="{FF2B5EF4-FFF2-40B4-BE49-F238E27FC236}">
                    <a16:creationId xmlns:a16="http://schemas.microsoft.com/office/drawing/2014/main" id="{97591357-9173-9047-99D7-EEF6AA2E9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53753" y="5002899"/>
                <a:ext cx="590332" cy="151252"/>
              </a:xfrm>
              <a:custGeom>
                <a:avLst/>
                <a:gdLst>
                  <a:gd name="T0" fmla="*/ 0 w 192"/>
                  <a:gd name="T1" fmla="*/ 594 h 594"/>
                  <a:gd name="T2" fmla="*/ 192 w 192"/>
                  <a:gd name="T3" fmla="*/ 0 h 594"/>
                  <a:gd name="T4" fmla="*/ 192 w 192"/>
                  <a:gd name="T5" fmla="*/ 515 h 594"/>
                  <a:gd name="T6" fmla="*/ 0 w 192"/>
                  <a:gd name="T7" fmla="*/ 594 h 5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2"/>
                  <a:gd name="T13" fmla="*/ 0 h 594"/>
                  <a:gd name="T14" fmla="*/ 192 w 192"/>
                  <a:gd name="T15" fmla="*/ 594 h 594"/>
                  <a:gd name="connsiteX0" fmla="*/ 0 w 10140"/>
                  <a:gd name="connsiteY0" fmla="*/ 9728 h 9728"/>
                  <a:gd name="connsiteX1" fmla="*/ 10140 w 10140"/>
                  <a:gd name="connsiteY1" fmla="*/ 0 h 9728"/>
                  <a:gd name="connsiteX2" fmla="*/ 10140 w 10140"/>
                  <a:gd name="connsiteY2" fmla="*/ 8670 h 9728"/>
                  <a:gd name="connsiteX3" fmla="*/ 0 w 10140"/>
                  <a:gd name="connsiteY3" fmla="*/ 9728 h 9728"/>
                  <a:gd name="connsiteX0" fmla="*/ 319 w 10319"/>
                  <a:gd name="connsiteY0" fmla="*/ 10000 h 10000"/>
                  <a:gd name="connsiteX1" fmla="*/ 0 w 10319"/>
                  <a:gd name="connsiteY1" fmla="*/ 9878 h 10000"/>
                  <a:gd name="connsiteX2" fmla="*/ 10319 w 10319"/>
                  <a:gd name="connsiteY2" fmla="*/ 0 h 10000"/>
                  <a:gd name="connsiteX3" fmla="*/ 10319 w 10319"/>
                  <a:gd name="connsiteY3" fmla="*/ 8912 h 10000"/>
                  <a:gd name="connsiteX4" fmla="*/ 319 w 10319"/>
                  <a:gd name="connsiteY4" fmla="*/ 10000 h 10000"/>
                  <a:gd name="connsiteX0" fmla="*/ 2669 w 10319"/>
                  <a:gd name="connsiteY0" fmla="*/ 10279 h 10279"/>
                  <a:gd name="connsiteX1" fmla="*/ 0 w 10319"/>
                  <a:gd name="connsiteY1" fmla="*/ 9878 h 10279"/>
                  <a:gd name="connsiteX2" fmla="*/ 10319 w 10319"/>
                  <a:gd name="connsiteY2" fmla="*/ 0 h 10279"/>
                  <a:gd name="connsiteX3" fmla="*/ 10319 w 10319"/>
                  <a:gd name="connsiteY3" fmla="*/ 8912 h 10279"/>
                  <a:gd name="connsiteX4" fmla="*/ 2669 w 10319"/>
                  <a:gd name="connsiteY4" fmla="*/ 10279 h 10279"/>
                  <a:gd name="connsiteX0" fmla="*/ 3432 w 11082"/>
                  <a:gd name="connsiteY0" fmla="*/ 1685 h 1685"/>
                  <a:gd name="connsiteX1" fmla="*/ 763 w 11082"/>
                  <a:gd name="connsiteY1" fmla="*/ 1284 h 1685"/>
                  <a:gd name="connsiteX2" fmla="*/ 0 w 11082"/>
                  <a:gd name="connsiteY2" fmla="*/ 0 h 1685"/>
                  <a:gd name="connsiteX3" fmla="*/ 11082 w 11082"/>
                  <a:gd name="connsiteY3" fmla="*/ 318 h 1685"/>
                  <a:gd name="connsiteX4" fmla="*/ 3432 w 11082"/>
                  <a:gd name="connsiteY4" fmla="*/ 1685 h 1685"/>
                  <a:gd name="connsiteX0" fmla="*/ 3097 w 14245"/>
                  <a:gd name="connsiteY0" fmla="*/ 10000 h 10000"/>
                  <a:gd name="connsiteX1" fmla="*/ 689 w 14245"/>
                  <a:gd name="connsiteY1" fmla="*/ 7620 h 10000"/>
                  <a:gd name="connsiteX2" fmla="*/ 0 w 14245"/>
                  <a:gd name="connsiteY2" fmla="*/ 0 h 10000"/>
                  <a:gd name="connsiteX3" fmla="*/ 14245 w 14245"/>
                  <a:gd name="connsiteY3" fmla="*/ 633 h 10000"/>
                  <a:gd name="connsiteX4" fmla="*/ 3097 w 14245"/>
                  <a:gd name="connsiteY4" fmla="*/ 10000 h 10000"/>
                  <a:gd name="connsiteX0" fmla="*/ 2478 w 13626"/>
                  <a:gd name="connsiteY0" fmla="*/ 9373 h 9373"/>
                  <a:gd name="connsiteX1" fmla="*/ 70 w 13626"/>
                  <a:gd name="connsiteY1" fmla="*/ 6993 h 9373"/>
                  <a:gd name="connsiteX2" fmla="*/ 41 w 13626"/>
                  <a:gd name="connsiteY2" fmla="*/ 0 h 9373"/>
                  <a:gd name="connsiteX3" fmla="*/ 13626 w 13626"/>
                  <a:gd name="connsiteY3" fmla="*/ 6 h 9373"/>
                  <a:gd name="connsiteX4" fmla="*/ 2478 w 13626"/>
                  <a:gd name="connsiteY4" fmla="*/ 9373 h 9373"/>
                  <a:gd name="connsiteX0" fmla="*/ 1334 w 10000"/>
                  <a:gd name="connsiteY0" fmla="*/ 12676 h 12676"/>
                  <a:gd name="connsiteX1" fmla="*/ 51 w 10000"/>
                  <a:gd name="connsiteY1" fmla="*/ 7461 h 12676"/>
                  <a:gd name="connsiteX2" fmla="*/ 30 w 10000"/>
                  <a:gd name="connsiteY2" fmla="*/ 0 h 12676"/>
                  <a:gd name="connsiteX3" fmla="*/ 10000 w 10000"/>
                  <a:gd name="connsiteY3" fmla="*/ 6 h 12676"/>
                  <a:gd name="connsiteX4" fmla="*/ 1334 w 10000"/>
                  <a:gd name="connsiteY4" fmla="*/ 12676 h 12676"/>
                  <a:gd name="connsiteX0" fmla="*/ 434 w 10000"/>
                  <a:gd name="connsiteY0" fmla="*/ 14237 h 14237"/>
                  <a:gd name="connsiteX1" fmla="*/ 51 w 10000"/>
                  <a:gd name="connsiteY1" fmla="*/ 7461 h 14237"/>
                  <a:gd name="connsiteX2" fmla="*/ 30 w 10000"/>
                  <a:gd name="connsiteY2" fmla="*/ 0 h 14237"/>
                  <a:gd name="connsiteX3" fmla="*/ 10000 w 10000"/>
                  <a:gd name="connsiteY3" fmla="*/ 6 h 14237"/>
                  <a:gd name="connsiteX4" fmla="*/ 434 w 10000"/>
                  <a:gd name="connsiteY4" fmla="*/ 14237 h 14237"/>
                  <a:gd name="connsiteX0" fmla="*/ 434 w 12908"/>
                  <a:gd name="connsiteY0" fmla="*/ 14237 h 14237"/>
                  <a:gd name="connsiteX1" fmla="*/ 51 w 12908"/>
                  <a:gd name="connsiteY1" fmla="*/ 7461 h 14237"/>
                  <a:gd name="connsiteX2" fmla="*/ 30 w 12908"/>
                  <a:gd name="connsiteY2" fmla="*/ 0 h 14237"/>
                  <a:gd name="connsiteX3" fmla="*/ 12908 w 12908"/>
                  <a:gd name="connsiteY3" fmla="*/ 3797 h 14237"/>
                  <a:gd name="connsiteX4" fmla="*/ 434 w 12908"/>
                  <a:gd name="connsiteY4" fmla="*/ 14237 h 14237"/>
                  <a:gd name="connsiteX0" fmla="*/ 391 w 12865"/>
                  <a:gd name="connsiteY0" fmla="*/ 10892 h 10892"/>
                  <a:gd name="connsiteX1" fmla="*/ 8 w 12865"/>
                  <a:gd name="connsiteY1" fmla="*/ 4116 h 10892"/>
                  <a:gd name="connsiteX2" fmla="*/ 2479 w 12865"/>
                  <a:gd name="connsiteY2" fmla="*/ 0 h 10892"/>
                  <a:gd name="connsiteX3" fmla="*/ 12865 w 12865"/>
                  <a:gd name="connsiteY3" fmla="*/ 452 h 10892"/>
                  <a:gd name="connsiteX4" fmla="*/ 391 w 12865"/>
                  <a:gd name="connsiteY4" fmla="*/ 10892 h 10892"/>
                  <a:gd name="connsiteX0" fmla="*/ 183 w 12657"/>
                  <a:gd name="connsiteY0" fmla="*/ 10892 h 10892"/>
                  <a:gd name="connsiteX1" fmla="*/ 8 w 12657"/>
                  <a:gd name="connsiteY1" fmla="*/ 7238 h 10892"/>
                  <a:gd name="connsiteX2" fmla="*/ 2271 w 12657"/>
                  <a:gd name="connsiteY2" fmla="*/ 0 h 10892"/>
                  <a:gd name="connsiteX3" fmla="*/ 12657 w 12657"/>
                  <a:gd name="connsiteY3" fmla="*/ 452 h 10892"/>
                  <a:gd name="connsiteX4" fmla="*/ 183 w 12657"/>
                  <a:gd name="connsiteY4" fmla="*/ 10892 h 10892"/>
                  <a:gd name="connsiteX0" fmla="*/ 175 w 12649"/>
                  <a:gd name="connsiteY0" fmla="*/ 10892 h 10892"/>
                  <a:gd name="connsiteX1" fmla="*/ 0 w 12649"/>
                  <a:gd name="connsiteY1" fmla="*/ 7238 h 10892"/>
                  <a:gd name="connsiteX2" fmla="*/ 2263 w 12649"/>
                  <a:gd name="connsiteY2" fmla="*/ 0 h 10892"/>
                  <a:gd name="connsiteX3" fmla="*/ 12649 w 12649"/>
                  <a:gd name="connsiteY3" fmla="*/ 452 h 10892"/>
                  <a:gd name="connsiteX4" fmla="*/ 175 w 12649"/>
                  <a:gd name="connsiteY4" fmla="*/ 10892 h 10892"/>
                  <a:gd name="connsiteX0" fmla="*/ 175 w 12649"/>
                  <a:gd name="connsiteY0" fmla="*/ 10892 h 10892"/>
                  <a:gd name="connsiteX1" fmla="*/ 0 w 12649"/>
                  <a:gd name="connsiteY1" fmla="*/ 7238 h 10892"/>
                  <a:gd name="connsiteX2" fmla="*/ 2263 w 12649"/>
                  <a:gd name="connsiteY2" fmla="*/ 0 h 10892"/>
                  <a:gd name="connsiteX3" fmla="*/ 12649 w 12649"/>
                  <a:gd name="connsiteY3" fmla="*/ 452 h 10892"/>
                  <a:gd name="connsiteX4" fmla="*/ 175 w 12649"/>
                  <a:gd name="connsiteY4" fmla="*/ 10892 h 10892"/>
                  <a:gd name="connsiteX0" fmla="*/ 175 w 12649"/>
                  <a:gd name="connsiteY0" fmla="*/ 10440 h 10440"/>
                  <a:gd name="connsiteX1" fmla="*/ 0 w 12649"/>
                  <a:gd name="connsiteY1" fmla="*/ 6786 h 10440"/>
                  <a:gd name="connsiteX2" fmla="*/ 2263 w 12649"/>
                  <a:gd name="connsiteY2" fmla="*/ 217 h 10440"/>
                  <a:gd name="connsiteX3" fmla="*/ 12649 w 12649"/>
                  <a:gd name="connsiteY3" fmla="*/ 0 h 10440"/>
                  <a:gd name="connsiteX4" fmla="*/ 175 w 12649"/>
                  <a:gd name="connsiteY4" fmla="*/ 10440 h 10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49" h="10440">
                    <a:moveTo>
                      <a:pt x="175" y="10440"/>
                    </a:moveTo>
                    <a:cubicBezTo>
                      <a:pt x="47" y="8181"/>
                      <a:pt x="128" y="9045"/>
                      <a:pt x="0" y="6786"/>
                    </a:cubicBezTo>
                    <a:cubicBezTo>
                      <a:pt x="1563" y="2515"/>
                      <a:pt x="1463" y="3373"/>
                      <a:pt x="2263" y="217"/>
                    </a:cubicBezTo>
                    <a:lnTo>
                      <a:pt x="12649" y="0"/>
                    </a:lnTo>
                    <a:lnTo>
                      <a:pt x="175" y="1044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bg1"/>
                  </a:gs>
                  <a:gs pos="99000">
                    <a:schemeClr val="bg1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496" name="Group 495">
                <a:extLst>
                  <a:ext uri="{FF2B5EF4-FFF2-40B4-BE49-F238E27FC236}">
                    <a16:creationId xmlns:a16="http://schemas.microsoft.com/office/drawing/2014/main" id="{8B40CC4E-61E1-7147-B950-B5A9495E9B83}"/>
                  </a:ext>
                </a:extLst>
              </p:cNvPr>
              <p:cNvGrpSpPr/>
              <p:nvPr/>
            </p:nvGrpSpPr>
            <p:grpSpPr>
              <a:xfrm>
                <a:off x="10123539" y="4577638"/>
                <a:ext cx="741634" cy="492442"/>
                <a:chOff x="9880020" y="726571"/>
                <a:chExt cx="855509" cy="492442"/>
              </a:xfrm>
            </p:grpSpPr>
            <p:sp>
              <p:nvSpPr>
                <p:cNvPr id="497" name="Rectangle 228">
                  <a:extLst>
                    <a:ext uri="{FF2B5EF4-FFF2-40B4-BE49-F238E27FC236}">
                      <a16:creationId xmlns:a16="http://schemas.microsoft.com/office/drawing/2014/main" id="{D2D44BCA-E28A-FA41-AF35-848ECEF070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2700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98" name="Rectangle 229">
                  <a:extLst>
                    <a:ext uri="{FF2B5EF4-FFF2-40B4-BE49-F238E27FC236}">
                      <a16:creationId xmlns:a16="http://schemas.microsoft.com/office/drawing/2014/main" id="{D389761B-E426-DB42-85C3-D511639FC0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>
                    <a:defRPr/>
                  </a:pPr>
                  <a:endParaRPr lang="en-US" altLang="en-US" sz="180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99" name="Text Box 230">
                  <a:extLst>
                    <a:ext uri="{FF2B5EF4-FFF2-40B4-BE49-F238E27FC236}">
                      <a16:creationId xmlns:a16="http://schemas.microsoft.com/office/drawing/2014/main" id="{3DB5EBC6-C337-BB4C-B251-28D5B838EF6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880020" y="726571"/>
                  <a:ext cx="855509" cy="49244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600" dirty="0">
                      <a:solidFill>
                        <a:prstClr val="white"/>
                      </a:solidFill>
                      <a:latin typeface="Calibri" panose="020F0502020204030204"/>
                    </a:rPr>
                    <a:t>network</a:t>
                  </a:r>
                </a:p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600" dirty="0">
                      <a:solidFill>
                        <a:prstClr val="black"/>
                      </a:solidFill>
                      <a:latin typeface="Calibri" panose="020F0502020204030204"/>
                    </a:rPr>
                    <a:t>link</a:t>
                  </a:r>
                </a:p>
                <a:p>
                  <a:pPr algn="ctr" defTabSz="685800">
                    <a:spcBef>
                      <a:spcPct val="0"/>
                    </a:spcBef>
                    <a:defRPr/>
                  </a:pPr>
                  <a:r>
                    <a:rPr lang="en-US" altLang="en-US" sz="600" dirty="0">
                      <a:solidFill>
                        <a:prstClr val="black"/>
                      </a:solidFill>
                      <a:latin typeface="Calibri" panose="020F0502020204030204"/>
                    </a:rPr>
                    <a:t>physical</a:t>
                  </a:r>
                  <a:endParaRPr lang="en-US" altLang="en-US" sz="1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500" name="Straight Connector 499">
                  <a:extLst>
                    <a:ext uri="{FF2B5EF4-FFF2-40B4-BE49-F238E27FC236}">
                      <a16:creationId xmlns:a16="http://schemas.microsoft.com/office/drawing/2014/main" id="{8479EDDB-D000-FE4F-B1BE-1440681E30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895309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1" name="Straight Connector 500">
                  <a:extLst>
                    <a:ext uri="{FF2B5EF4-FFF2-40B4-BE49-F238E27FC236}">
                      <a16:creationId xmlns:a16="http://schemas.microsoft.com/office/drawing/2014/main" id="{4B266B2A-3BB6-1B4F-AFEF-AAB669208B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038335" y="1018248"/>
                  <a:ext cx="55813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0E5911E9-912E-A74C-9314-F819FE0F68F9}"/>
              </a:ext>
            </a:extLst>
          </p:cNvPr>
          <p:cNvGrpSpPr/>
          <p:nvPr/>
        </p:nvGrpSpPr>
        <p:grpSpPr>
          <a:xfrm>
            <a:off x="7392974" y="4234717"/>
            <a:ext cx="295320" cy="163934"/>
            <a:chOff x="7493876" y="2774731"/>
            <a:chExt cx="1481958" cy="894622"/>
          </a:xfrm>
        </p:grpSpPr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607075C2-B6C5-9040-B4CF-2B70E9105E8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532" name="Oval 531">
              <a:extLst>
                <a:ext uri="{FF2B5EF4-FFF2-40B4-BE49-F238E27FC236}">
                  <a16:creationId xmlns:a16="http://schemas.microsoft.com/office/drawing/2014/main" id="{E1345A0C-4A4C-F641-BBD0-7933F8056C0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533" name="Group 532">
              <a:extLst>
                <a:ext uri="{FF2B5EF4-FFF2-40B4-BE49-F238E27FC236}">
                  <a16:creationId xmlns:a16="http://schemas.microsoft.com/office/drawing/2014/main" id="{31C7191D-3480-654D-965C-3B4C97B7A45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id="{EE001FF1-F9D3-0947-96F9-2AF2D9DFCA0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id="{45E8ED17-9799-6442-8FBA-D34F88BCECB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id="{F65478EB-2F48-3744-B46F-1455A255339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537" name="Freeform 536">
                <a:extLst>
                  <a:ext uri="{FF2B5EF4-FFF2-40B4-BE49-F238E27FC236}">
                    <a16:creationId xmlns:a16="http://schemas.microsoft.com/office/drawing/2014/main" id="{1EEBD73D-ED6E-D444-91D9-C7EA735BBFE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538" name="Freeform 537">
            <a:extLst>
              <a:ext uri="{FF2B5EF4-FFF2-40B4-BE49-F238E27FC236}">
                <a16:creationId xmlns:a16="http://schemas.microsoft.com/office/drawing/2014/main" id="{431F7FF5-7027-894E-929D-18B244822EFA}"/>
              </a:ext>
            </a:extLst>
          </p:cNvPr>
          <p:cNvSpPr/>
          <p:nvPr/>
        </p:nvSpPr>
        <p:spPr>
          <a:xfrm>
            <a:off x="5521827" y="2827925"/>
            <a:ext cx="2298073" cy="2012816"/>
          </a:xfrm>
          <a:custGeom>
            <a:avLst/>
            <a:gdLst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993913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1016216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998374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1011756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650434 w 2769704"/>
              <a:gd name="connsiteY5" fmla="*/ 2001078 h 2637182"/>
              <a:gd name="connsiteX6" fmla="*/ 2769704 w 2769704"/>
              <a:gd name="connsiteY6" fmla="*/ 2637182 h 2637182"/>
              <a:gd name="connsiteX0" fmla="*/ 0 w 2769704"/>
              <a:gd name="connsiteY0" fmla="*/ 0 h 2637182"/>
              <a:gd name="connsiteX1" fmla="*/ 980661 w 2769704"/>
              <a:gd name="connsiteY1" fmla="*/ 1007165 h 2637182"/>
              <a:gd name="connsiteX2" fmla="*/ 2014330 w 2769704"/>
              <a:gd name="connsiteY2" fmla="*/ 1011756 h 2637182"/>
              <a:gd name="connsiteX3" fmla="*/ 2478156 w 2769704"/>
              <a:gd name="connsiteY3" fmla="*/ 1007165 h 2637182"/>
              <a:gd name="connsiteX4" fmla="*/ 2054087 w 2769704"/>
              <a:gd name="connsiteY4" fmla="*/ 1709530 h 2637182"/>
              <a:gd name="connsiteX5" fmla="*/ 2753026 w 2769704"/>
              <a:gd name="connsiteY5" fmla="*/ 2050143 h 2637182"/>
              <a:gd name="connsiteX6" fmla="*/ 2769704 w 2769704"/>
              <a:gd name="connsiteY6" fmla="*/ 2637182 h 2637182"/>
              <a:gd name="connsiteX0" fmla="*/ 0 w 2753026"/>
              <a:gd name="connsiteY0" fmla="*/ 0 h 2628261"/>
              <a:gd name="connsiteX1" fmla="*/ 980661 w 2753026"/>
              <a:gd name="connsiteY1" fmla="*/ 1007165 h 2628261"/>
              <a:gd name="connsiteX2" fmla="*/ 2014330 w 2753026"/>
              <a:gd name="connsiteY2" fmla="*/ 1011756 h 2628261"/>
              <a:gd name="connsiteX3" fmla="*/ 2478156 w 2753026"/>
              <a:gd name="connsiteY3" fmla="*/ 1007165 h 2628261"/>
              <a:gd name="connsiteX4" fmla="*/ 2054087 w 2753026"/>
              <a:gd name="connsiteY4" fmla="*/ 1709530 h 2628261"/>
              <a:gd name="connsiteX5" fmla="*/ 2753026 w 2753026"/>
              <a:gd name="connsiteY5" fmla="*/ 2050143 h 2628261"/>
              <a:gd name="connsiteX6" fmla="*/ 2742942 w 2753026"/>
              <a:gd name="connsiteY6" fmla="*/ 2628261 h 2628261"/>
              <a:gd name="connsiteX0" fmla="*/ 0 w 2760784"/>
              <a:gd name="connsiteY0" fmla="*/ 0 h 2820062"/>
              <a:gd name="connsiteX1" fmla="*/ 980661 w 2760784"/>
              <a:gd name="connsiteY1" fmla="*/ 1007165 h 2820062"/>
              <a:gd name="connsiteX2" fmla="*/ 2014330 w 2760784"/>
              <a:gd name="connsiteY2" fmla="*/ 1011756 h 2820062"/>
              <a:gd name="connsiteX3" fmla="*/ 2478156 w 2760784"/>
              <a:gd name="connsiteY3" fmla="*/ 1007165 h 2820062"/>
              <a:gd name="connsiteX4" fmla="*/ 2054087 w 2760784"/>
              <a:gd name="connsiteY4" fmla="*/ 1709530 h 2820062"/>
              <a:gd name="connsiteX5" fmla="*/ 2753026 w 2760784"/>
              <a:gd name="connsiteY5" fmla="*/ 2050143 h 2820062"/>
              <a:gd name="connsiteX6" fmla="*/ 2760784 w 2760784"/>
              <a:gd name="connsiteY6" fmla="*/ 2820062 h 2820062"/>
              <a:gd name="connsiteX0" fmla="*/ 0 w 2760784"/>
              <a:gd name="connsiteY0" fmla="*/ 0 h 2820062"/>
              <a:gd name="connsiteX1" fmla="*/ 980661 w 2760784"/>
              <a:gd name="connsiteY1" fmla="*/ 1007165 h 2820062"/>
              <a:gd name="connsiteX2" fmla="*/ 2014330 w 2760784"/>
              <a:gd name="connsiteY2" fmla="*/ 1011756 h 2820062"/>
              <a:gd name="connsiteX3" fmla="*/ 2478156 w 2760784"/>
              <a:gd name="connsiteY3" fmla="*/ 1007165 h 2820062"/>
              <a:gd name="connsiteX4" fmla="*/ 2054087 w 2760784"/>
              <a:gd name="connsiteY4" fmla="*/ 1709530 h 2820062"/>
              <a:gd name="connsiteX5" fmla="*/ 2753026 w 2760784"/>
              <a:gd name="connsiteY5" fmla="*/ 2050143 h 2820062"/>
              <a:gd name="connsiteX6" fmla="*/ 2760783 w 2760784"/>
              <a:gd name="connsiteY6" fmla="*/ 2639768 h 2820062"/>
              <a:gd name="connsiteX7" fmla="*/ 2760784 w 2760784"/>
              <a:gd name="connsiteY7" fmla="*/ 2820062 h 2820062"/>
              <a:gd name="connsiteX0" fmla="*/ 0 w 3188991"/>
              <a:gd name="connsiteY0" fmla="*/ 0 h 2681787"/>
              <a:gd name="connsiteX1" fmla="*/ 980661 w 3188991"/>
              <a:gd name="connsiteY1" fmla="*/ 1007165 h 2681787"/>
              <a:gd name="connsiteX2" fmla="*/ 2014330 w 3188991"/>
              <a:gd name="connsiteY2" fmla="*/ 1011756 h 2681787"/>
              <a:gd name="connsiteX3" fmla="*/ 2478156 w 3188991"/>
              <a:gd name="connsiteY3" fmla="*/ 1007165 h 2681787"/>
              <a:gd name="connsiteX4" fmla="*/ 2054087 w 3188991"/>
              <a:gd name="connsiteY4" fmla="*/ 1709530 h 2681787"/>
              <a:gd name="connsiteX5" fmla="*/ 2753026 w 3188991"/>
              <a:gd name="connsiteY5" fmla="*/ 2050143 h 2681787"/>
              <a:gd name="connsiteX6" fmla="*/ 2760783 w 3188991"/>
              <a:gd name="connsiteY6" fmla="*/ 2639768 h 2681787"/>
              <a:gd name="connsiteX7" fmla="*/ 3188991 w 3188991"/>
              <a:gd name="connsiteY7" fmla="*/ 2681787 h 2681787"/>
              <a:gd name="connsiteX0" fmla="*/ 0 w 3188991"/>
              <a:gd name="connsiteY0" fmla="*/ 0 h 2691285"/>
              <a:gd name="connsiteX1" fmla="*/ 980661 w 3188991"/>
              <a:gd name="connsiteY1" fmla="*/ 1007165 h 2691285"/>
              <a:gd name="connsiteX2" fmla="*/ 2014330 w 3188991"/>
              <a:gd name="connsiteY2" fmla="*/ 1011756 h 2691285"/>
              <a:gd name="connsiteX3" fmla="*/ 2478156 w 3188991"/>
              <a:gd name="connsiteY3" fmla="*/ 1007165 h 2691285"/>
              <a:gd name="connsiteX4" fmla="*/ 2054087 w 3188991"/>
              <a:gd name="connsiteY4" fmla="*/ 1709530 h 2691285"/>
              <a:gd name="connsiteX5" fmla="*/ 2753026 w 3188991"/>
              <a:gd name="connsiteY5" fmla="*/ 2050143 h 2691285"/>
              <a:gd name="connsiteX6" fmla="*/ 2760783 w 3188991"/>
              <a:gd name="connsiteY6" fmla="*/ 2639768 h 2691285"/>
              <a:gd name="connsiteX7" fmla="*/ 3188991 w 3188991"/>
              <a:gd name="connsiteY7" fmla="*/ 2681787 h 2691285"/>
              <a:gd name="connsiteX0" fmla="*/ 0 w 3188991"/>
              <a:gd name="connsiteY0" fmla="*/ 0 h 2700394"/>
              <a:gd name="connsiteX1" fmla="*/ 980661 w 3188991"/>
              <a:gd name="connsiteY1" fmla="*/ 1007165 h 2700394"/>
              <a:gd name="connsiteX2" fmla="*/ 2014330 w 3188991"/>
              <a:gd name="connsiteY2" fmla="*/ 1011756 h 2700394"/>
              <a:gd name="connsiteX3" fmla="*/ 2478156 w 3188991"/>
              <a:gd name="connsiteY3" fmla="*/ 1007165 h 2700394"/>
              <a:gd name="connsiteX4" fmla="*/ 2054087 w 3188991"/>
              <a:gd name="connsiteY4" fmla="*/ 1709530 h 2700394"/>
              <a:gd name="connsiteX5" fmla="*/ 2753026 w 3188991"/>
              <a:gd name="connsiteY5" fmla="*/ 2050143 h 2700394"/>
              <a:gd name="connsiteX6" fmla="*/ 2765243 w 3188991"/>
              <a:gd name="connsiteY6" fmla="*/ 2662071 h 2700394"/>
              <a:gd name="connsiteX7" fmla="*/ 3188991 w 3188991"/>
              <a:gd name="connsiteY7" fmla="*/ 2681787 h 2700394"/>
              <a:gd name="connsiteX0" fmla="*/ 0 w 3188991"/>
              <a:gd name="connsiteY0" fmla="*/ 0 h 2686921"/>
              <a:gd name="connsiteX1" fmla="*/ 980661 w 3188991"/>
              <a:gd name="connsiteY1" fmla="*/ 1007165 h 2686921"/>
              <a:gd name="connsiteX2" fmla="*/ 2014330 w 3188991"/>
              <a:gd name="connsiteY2" fmla="*/ 1011756 h 2686921"/>
              <a:gd name="connsiteX3" fmla="*/ 2478156 w 3188991"/>
              <a:gd name="connsiteY3" fmla="*/ 1007165 h 2686921"/>
              <a:gd name="connsiteX4" fmla="*/ 2054087 w 3188991"/>
              <a:gd name="connsiteY4" fmla="*/ 1709530 h 2686921"/>
              <a:gd name="connsiteX5" fmla="*/ 2753026 w 3188991"/>
              <a:gd name="connsiteY5" fmla="*/ 2050143 h 2686921"/>
              <a:gd name="connsiteX6" fmla="*/ 2765243 w 3188991"/>
              <a:gd name="connsiteY6" fmla="*/ 2662071 h 2686921"/>
              <a:gd name="connsiteX7" fmla="*/ 3188991 w 3188991"/>
              <a:gd name="connsiteY7" fmla="*/ 2681787 h 2686921"/>
              <a:gd name="connsiteX0" fmla="*/ 0 w 3188991"/>
              <a:gd name="connsiteY0" fmla="*/ 0 h 2689619"/>
              <a:gd name="connsiteX1" fmla="*/ 980661 w 3188991"/>
              <a:gd name="connsiteY1" fmla="*/ 1007165 h 2689619"/>
              <a:gd name="connsiteX2" fmla="*/ 2014330 w 3188991"/>
              <a:gd name="connsiteY2" fmla="*/ 1011756 h 2689619"/>
              <a:gd name="connsiteX3" fmla="*/ 2478156 w 3188991"/>
              <a:gd name="connsiteY3" fmla="*/ 1007165 h 2689619"/>
              <a:gd name="connsiteX4" fmla="*/ 2054087 w 3188991"/>
              <a:gd name="connsiteY4" fmla="*/ 1709530 h 2689619"/>
              <a:gd name="connsiteX5" fmla="*/ 2753026 w 3188991"/>
              <a:gd name="connsiteY5" fmla="*/ 2050143 h 2689619"/>
              <a:gd name="connsiteX6" fmla="*/ 2769703 w 3188991"/>
              <a:gd name="connsiteY6" fmla="*/ 2675452 h 2689619"/>
              <a:gd name="connsiteX7" fmla="*/ 3188991 w 3188991"/>
              <a:gd name="connsiteY7" fmla="*/ 2681787 h 2689619"/>
              <a:gd name="connsiteX0" fmla="*/ 0 w 3188991"/>
              <a:gd name="connsiteY0" fmla="*/ 0 h 2681967"/>
              <a:gd name="connsiteX1" fmla="*/ 980661 w 3188991"/>
              <a:gd name="connsiteY1" fmla="*/ 1007165 h 2681967"/>
              <a:gd name="connsiteX2" fmla="*/ 2014330 w 3188991"/>
              <a:gd name="connsiteY2" fmla="*/ 1011756 h 2681967"/>
              <a:gd name="connsiteX3" fmla="*/ 2478156 w 3188991"/>
              <a:gd name="connsiteY3" fmla="*/ 1007165 h 2681967"/>
              <a:gd name="connsiteX4" fmla="*/ 2054087 w 3188991"/>
              <a:gd name="connsiteY4" fmla="*/ 1709530 h 2681967"/>
              <a:gd name="connsiteX5" fmla="*/ 2753026 w 3188991"/>
              <a:gd name="connsiteY5" fmla="*/ 2050143 h 2681967"/>
              <a:gd name="connsiteX6" fmla="*/ 2769703 w 3188991"/>
              <a:gd name="connsiteY6" fmla="*/ 2675452 h 2681967"/>
              <a:gd name="connsiteX7" fmla="*/ 3188991 w 3188991"/>
              <a:gd name="connsiteY7" fmla="*/ 2681787 h 2681967"/>
              <a:gd name="connsiteX0" fmla="*/ 0 w 3188991"/>
              <a:gd name="connsiteY0" fmla="*/ 0 h 2687647"/>
              <a:gd name="connsiteX1" fmla="*/ 980661 w 3188991"/>
              <a:gd name="connsiteY1" fmla="*/ 1007165 h 2687647"/>
              <a:gd name="connsiteX2" fmla="*/ 2014330 w 3188991"/>
              <a:gd name="connsiteY2" fmla="*/ 1011756 h 2687647"/>
              <a:gd name="connsiteX3" fmla="*/ 2478156 w 3188991"/>
              <a:gd name="connsiteY3" fmla="*/ 1007165 h 2687647"/>
              <a:gd name="connsiteX4" fmla="*/ 2054087 w 3188991"/>
              <a:gd name="connsiteY4" fmla="*/ 1709530 h 2687647"/>
              <a:gd name="connsiteX5" fmla="*/ 2753026 w 3188991"/>
              <a:gd name="connsiteY5" fmla="*/ 2050143 h 2687647"/>
              <a:gd name="connsiteX6" fmla="*/ 2769703 w 3188991"/>
              <a:gd name="connsiteY6" fmla="*/ 2675452 h 2687647"/>
              <a:gd name="connsiteX7" fmla="*/ 3188991 w 3188991"/>
              <a:gd name="connsiteY7" fmla="*/ 2681787 h 2687647"/>
              <a:gd name="connsiteX0" fmla="*/ 0 w 3064097"/>
              <a:gd name="connsiteY0" fmla="*/ 0 h 2687647"/>
              <a:gd name="connsiteX1" fmla="*/ 980661 w 3064097"/>
              <a:gd name="connsiteY1" fmla="*/ 1007165 h 2687647"/>
              <a:gd name="connsiteX2" fmla="*/ 2014330 w 3064097"/>
              <a:gd name="connsiteY2" fmla="*/ 1011756 h 2687647"/>
              <a:gd name="connsiteX3" fmla="*/ 2478156 w 3064097"/>
              <a:gd name="connsiteY3" fmla="*/ 1007165 h 2687647"/>
              <a:gd name="connsiteX4" fmla="*/ 2054087 w 3064097"/>
              <a:gd name="connsiteY4" fmla="*/ 1709530 h 2687647"/>
              <a:gd name="connsiteX5" fmla="*/ 2753026 w 3064097"/>
              <a:gd name="connsiteY5" fmla="*/ 2050143 h 2687647"/>
              <a:gd name="connsiteX6" fmla="*/ 2769703 w 3064097"/>
              <a:gd name="connsiteY6" fmla="*/ 2675452 h 2687647"/>
              <a:gd name="connsiteX7" fmla="*/ 3064097 w 3064097"/>
              <a:gd name="connsiteY7" fmla="*/ 2681787 h 2687647"/>
              <a:gd name="connsiteX0" fmla="*/ 0 w 3064097"/>
              <a:gd name="connsiteY0" fmla="*/ 0 h 2683755"/>
              <a:gd name="connsiteX1" fmla="*/ 980661 w 3064097"/>
              <a:gd name="connsiteY1" fmla="*/ 1007165 h 2683755"/>
              <a:gd name="connsiteX2" fmla="*/ 2014330 w 3064097"/>
              <a:gd name="connsiteY2" fmla="*/ 1011756 h 2683755"/>
              <a:gd name="connsiteX3" fmla="*/ 2478156 w 3064097"/>
              <a:gd name="connsiteY3" fmla="*/ 1007165 h 2683755"/>
              <a:gd name="connsiteX4" fmla="*/ 2054087 w 3064097"/>
              <a:gd name="connsiteY4" fmla="*/ 1709530 h 2683755"/>
              <a:gd name="connsiteX5" fmla="*/ 2753026 w 3064097"/>
              <a:gd name="connsiteY5" fmla="*/ 2050143 h 2683755"/>
              <a:gd name="connsiteX6" fmla="*/ 2769703 w 3064097"/>
              <a:gd name="connsiteY6" fmla="*/ 2675452 h 2683755"/>
              <a:gd name="connsiteX7" fmla="*/ 3064097 w 3064097"/>
              <a:gd name="connsiteY7" fmla="*/ 2681787 h 2683755"/>
              <a:gd name="connsiteX0" fmla="*/ 0 w 3064097"/>
              <a:gd name="connsiteY0" fmla="*/ 0 h 2683755"/>
              <a:gd name="connsiteX1" fmla="*/ 980661 w 3064097"/>
              <a:gd name="connsiteY1" fmla="*/ 1007165 h 2683755"/>
              <a:gd name="connsiteX2" fmla="*/ 2014330 w 3064097"/>
              <a:gd name="connsiteY2" fmla="*/ 1011756 h 2683755"/>
              <a:gd name="connsiteX3" fmla="*/ 2478156 w 3064097"/>
              <a:gd name="connsiteY3" fmla="*/ 1007165 h 2683755"/>
              <a:gd name="connsiteX4" fmla="*/ 2054087 w 3064097"/>
              <a:gd name="connsiteY4" fmla="*/ 1709530 h 2683755"/>
              <a:gd name="connsiteX5" fmla="*/ 2753026 w 3064097"/>
              <a:gd name="connsiteY5" fmla="*/ 2050143 h 2683755"/>
              <a:gd name="connsiteX6" fmla="*/ 2769703 w 3064097"/>
              <a:gd name="connsiteY6" fmla="*/ 2675452 h 2683755"/>
              <a:gd name="connsiteX7" fmla="*/ 3064097 w 3064097"/>
              <a:gd name="connsiteY7" fmla="*/ 2681787 h 2683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64097" h="2683755">
                <a:moveTo>
                  <a:pt x="0" y="0"/>
                </a:moveTo>
                <a:lnTo>
                  <a:pt x="980661" y="1007165"/>
                </a:lnTo>
                <a:lnTo>
                  <a:pt x="2014330" y="1011756"/>
                </a:lnTo>
                <a:lnTo>
                  <a:pt x="2478156" y="1007165"/>
                </a:lnTo>
                <a:lnTo>
                  <a:pt x="2054087" y="1709530"/>
                </a:lnTo>
                <a:lnTo>
                  <a:pt x="2753026" y="2050143"/>
                </a:lnTo>
                <a:lnTo>
                  <a:pt x="2769703" y="2675452"/>
                </a:lnTo>
                <a:cubicBezTo>
                  <a:pt x="2903519" y="2686485"/>
                  <a:pt x="2930284" y="2684136"/>
                  <a:pt x="3064097" y="2681787"/>
                </a:cubicBezTo>
              </a:path>
            </a:pathLst>
          </a:custGeom>
          <a:noFill/>
          <a:ln w="3175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4439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Graph abstraction: link costs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>
                <a:defRPr/>
              </a:pPr>
              <a:t>6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grpSp>
        <p:nvGrpSpPr>
          <p:cNvPr id="611" name="Group 2">
            <a:extLst>
              <a:ext uri="{FF2B5EF4-FFF2-40B4-BE49-F238E27FC236}">
                <a16:creationId xmlns:a16="http://schemas.microsoft.com/office/drawing/2014/main" id="{8F3AF934-05FC-1741-9920-1E37F407434E}"/>
              </a:ext>
            </a:extLst>
          </p:cNvPr>
          <p:cNvGrpSpPr>
            <a:grpSpLocks/>
          </p:cNvGrpSpPr>
          <p:nvPr/>
        </p:nvGrpSpPr>
        <p:grpSpPr bwMode="auto">
          <a:xfrm>
            <a:off x="929149" y="1823654"/>
            <a:ext cx="2678906" cy="1684735"/>
            <a:chOff x="3162" y="1071"/>
            <a:chExt cx="2250" cy="1415"/>
          </a:xfrm>
        </p:grpSpPr>
        <p:sp>
          <p:nvSpPr>
            <p:cNvPr id="612" name="Freeform 3">
              <a:extLst>
                <a:ext uri="{FF2B5EF4-FFF2-40B4-BE49-F238E27FC236}">
                  <a16:creationId xmlns:a16="http://schemas.microsoft.com/office/drawing/2014/main" id="{453067FB-5417-D747-A9D1-7A886199D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13" name="Freeform 4">
              <a:extLst>
                <a:ext uri="{FF2B5EF4-FFF2-40B4-BE49-F238E27FC236}">
                  <a16:creationId xmlns:a16="http://schemas.microsoft.com/office/drawing/2014/main" id="{33DAED7D-3A7B-904E-9B5E-9FC4FC3D1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14" name="Oval 5">
              <a:extLst>
                <a:ext uri="{FF2B5EF4-FFF2-40B4-BE49-F238E27FC236}">
                  <a16:creationId xmlns:a16="http://schemas.microsoft.com/office/drawing/2014/main" id="{2170DD72-9E40-764D-9C66-5662F5C98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15" name="Line 6">
              <a:extLst>
                <a:ext uri="{FF2B5EF4-FFF2-40B4-BE49-F238E27FC236}">
                  <a16:creationId xmlns:a16="http://schemas.microsoft.com/office/drawing/2014/main" id="{AD1E8D51-D03D-3E44-9ECF-8CEF9C546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16" name="Line 7">
              <a:extLst>
                <a:ext uri="{FF2B5EF4-FFF2-40B4-BE49-F238E27FC236}">
                  <a16:creationId xmlns:a16="http://schemas.microsoft.com/office/drawing/2014/main" id="{EF7881A8-F3AA-5647-81DD-BFEC3F67F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17" name="Rectangle 8">
              <a:extLst>
                <a:ext uri="{FF2B5EF4-FFF2-40B4-BE49-F238E27FC236}">
                  <a16:creationId xmlns:a16="http://schemas.microsoft.com/office/drawing/2014/main" id="{9DDD93A0-0B9F-214B-88D4-CA45AABB3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18" name="Oval 9">
              <a:extLst>
                <a:ext uri="{FF2B5EF4-FFF2-40B4-BE49-F238E27FC236}">
                  <a16:creationId xmlns:a16="http://schemas.microsoft.com/office/drawing/2014/main" id="{D83D8A8A-8F8F-A047-B67A-4E57193F1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19" name="Oval 10">
              <a:extLst>
                <a:ext uri="{FF2B5EF4-FFF2-40B4-BE49-F238E27FC236}">
                  <a16:creationId xmlns:a16="http://schemas.microsoft.com/office/drawing/2014/main" id="{21DC2241-7526-B048-963D-024ABCFF5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20" name="Line 11">
              <a:extLst>
                <a:ext uri="{FF2B5EF4-FFF2-40B4-BE49-F238E27FC236}">
                  <a16:creationId xmlns:a16="http://schemas.microsoft.com/office/drawing/2014/main" id="{137382C1-9446-A94A-A118-0B9E495EDA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21" name="Line 12">
              <a:extLst>
                <a:ext uri="{FF2B5EF4-FFF2-40B4-BE49-F238E27FC236}">
                  <a16:creationId xmlns:a16="http://schemas.microsoft.com/office/drawing/2014/main" id="{04A9146B-C80E-C141-9048-092B193CAB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22" name="Rectangle 13">
              <a:extLst>
                <a:ext uri="{FF2B5EF4-FFF2-40B4-BE49-F238E27FC236}">
                  <a16:creationId xmlns:a16="http://schemas.microsoft.com/office/drawing/2014/main" id="{E3CEEEB9-7637-A644-99B6-2A13DFD47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23" name="Oval 14">
              <a:extLst>
                <a:ext uri="{FF2B5EF4-FFF2-40B4-BE49-F238E27FC236}">
                  <a16:creationId xmlns:a16="http://schemas.microsoft.com/office/drawing/2014/main" id="{C107E8DA-8746-AF42-A141-86F28CAF6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24" name="Oval 15">
              <a:extLst>
                <a:ext uri="{FF2B5EF4-FFF2-40B4-BE49-F238E27FC236}">
                  <a16:creationId xmlns:a16="http://schemas.microsoft.com/office/drawing/2014/main" id="{5F2BA590-63EE-0C46-A5CA-02573C500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25" name="Line 16">
              <a:extLst>
                <a:ext uri="{FF2B5EF4-FFF2-40B4-BE49-F238E27FC236}">
                  <a16:creationId xmlns:a16="http://schemas.microsoft.com/office/drawing/2014/main" id="{11080E94-1F03-714E-8AB1-3B4DEA4A9A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26" name="Line 17">
              <a:extLst>
                <a:ext uri="{FF2B5EF4-FFF2-40B4-BE49-F238E27FC236}">
                  <a16:creationId xmlns:a16="http://schemas.microsoft.com/office/drawing/2014/main" id="{FE188877-FC11-9F4C-9A67-6A13C778D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27" name="Rectangle 18">
              <a:extLst>
                <a:ext uri="{FF2B5EF4-FFF2-40B4-BE49-F238E27FC236}">
                  <a16:creationId xmlns:a16="http://schemas.microsoft.com/office/drawing/2014/main" id="{AB0D0A23-CA41-9C45-8823-F5E417571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28" name="Oval 19">
              <a:extLst>
                <a:ext uri="{FF2B5EF4-FFF2-40B4-BE49-F238E27FC236}">
                  <a16:creationId xmlns:a16="http://schemas.microsoft.com/office/drawing/2014/main" id="{A3557876-CBC0-904A-8546-3AF399CF1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29" name="Oval 20">
              <a:extLst>
                <a:ext uri="{FF2B5EF4-FFF2-40B4-BE49-F238E27FC236}">
                  <a16:creationId xmlns:a16="http://schemas.microsoft.com/office/drawing/2014/main" id="{C3E2692B-8831-754F-9E6E-008C343B6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30" name="Line 21">
              <a:extLst>
                <a:ext uri="{FF2B5EF4-FFF2-40B4-BE49-F238E27FC236}">
                  <a16:creationId xmlns:a16="http://schemas.microsoft.com/office/drawing/2014/main" id="{9123636B-BAFA-2440-8260-5EA0CA220D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31" name="Line 22">
              <a:extLst>
                <a:ext uri="{FF2B5EF4-FFF2-40B4-BE49-F238E27FC236}">
                  <a16:creationId xmlns:a16="http://schemas.microsoft.com/office/drawing/2014/main" id="{EFE8FE51-3AD2-4745-ADE0-A43C031219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32" name="Rectangle 23">
              <a:extLst>
                <a:ext uri="{FF2B5EF4-FFF2-40B4-BE49-F238E27FC236}">
                  <a16:creationId xmlns:a16="http://schemas.microsoft.com/office/drawing/2014/main" id="{FD42180D-C903-D144-9E3E-AD4A52F5C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33" name="Oval 24">
              <a:extLst>
                <a:ext uri="{FF2B5EF4-FFF2-40B4-BE49-F238E27FC236}">
                  <a16:creationId xmlns:a16="http://schemas.microsoft.com/office/drawing/2014/main" id="{F07CE376-92DE-2A4B-8855-4035B688D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34" name="Oval 25">
              <a:extLst>
                <a:ext uri="{FF2B5EF4-FFF2-40B4-BE49-F238E27FC236}">
                  <a16:creationId xmlns:a16="http://schemas.microsoft.com/office/drawing/2014/main" id="{E4EA7D36-77DD-114A-A537-3E5E6AF3A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35" name="Line 26">
              <a:extLst>
                <a:ext uri="{FF2B5EF4-FFF2-40B4-BE49-F238E27FC236}">
                  <a16:creationId xmlns:a16="http://schemas.microsoft.com/office/drawing/2014/main" id="{B4B8F4B2-F24A-4049-A3F6-305EE1D36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36" name="Line 27">
              <a:extLst>
                <a:ext uri="{FF2B5EF4-FFF2-40B4-BE49-F238E27FC236}">
                  <a16:creationId xmlns:a16="http://schemas.microsoft.com/office/drawing/2014/main" id="{A5D15F50-B753-C442-91B9-889011830A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37" name="Rectangle 28">
              <a:extLst>
                <a:ext uri="{FF2B5EF4-FFF2-40B4-BE49-F238E27FC236}">
                  <a16:creationId xmlns:a16="http://schemas.microsoft.com/office/drawing/2014/main" id="{629ABB40-A5DD-844A-ABE9-8F6A1075B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38" name="Oval 29">
              <a:extLst>
                <a:ext uri="{FF2B5EF4-FFF2-40B4-BE49-F238E27FC236}">
                  <a16:creationId xmlns:a16="http://schemas.microsoft.com/office/drawing/2014/main" id="{FE70825F-F5BB-2A42-A076-DCF342825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39" name="Oval 30">
              <a:extLst>
                <a:ext uri="{FF2B5EF4-FFF2-40B4-BE49-F238E27FC236}">
                  <a16:creationId xmlns:a16="http://schemas.microsoft.com/office/drawing/2014/main" id="{E5C07A67-14B1-2749-8C45-CCF8A7156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40" name="Line 31">
              <a:extLst>
                <a:ext uri="{FF2B5EF4-FFF2-40B4-BE49-F238E27FC236}">
                  <a16:creationId xmlns:a16="http://schemas.microsoft.com/office/drawing/2014/main" id="{0542E5EA-1D03-AB4F-9FEC-B3A92BC33B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41" name="Line 32">
              <a:extLst>
                <a:ext uri="{FF2B5EF4-FFF2-40B4-BE49-F238E27FC236}">
                  <a16:creationId xmlns:a16="http://schemas.microsoft.com/office/drawing/2014/main" id="{5443EC84-61B8-B843-A6E1-5A4F636A6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42" name="Rectangle 33">
              <a:extLst>
                <a:ext uri="{FF2B5EF4-FFF2-40B4-BE49-F238E27FC236}">
                  <a16:creationId xmlns:a16="http://schemas.microsoft.com/office/drawing/2014/main" id="{9782BC94-E1A7-5740-A6A1-585BA6B4E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43" name="Oval 34">
              <a:extLst>
                <a:ext uri="{FF2B5EF4-FFF2-40B4-BE49-F238E27FC236}">
                  <a16:creationId xmlns:a16="http://schemas.microsoft.com/office/drawing/2014/main" id="{347E1E2B-9AA3-814E-88C5-98C196199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44" name="Freeform 35">
              <a:extLst>
                <a:ext uri="{FF2B5EF4-FFF2-40B4-BE49-F238E27FC236}">
                  <a16:creationId xmlns:a16="http://schemas.microsoft.com/office/drawing/2014/main" id="{321283E4-4A33-8C40-9132-D98702BFF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45" name="Freeform 36">
              <a:extLst>
                <a:ext uri="{FF2B5EF4-FFF2-40B4-BE49-F238E27FC236}">
                  <a16:creationId xmlns:a16="http://schemas.microsoft.com/office/drawing/2014/main" id="{E75C929F-25A5-CE44-BC4C-F4689510C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46" name="Freeform 37">
              <a:extLst>
                <a:ext uri="{FF2B5EF4-FFF2-40B4-BE49-F238E27FC236}">
                  <a16:creationId xmlns:a16="http://schemas.microsoft.com/office/drawing/2014/main" id="{145717E6-3976-BF4C-B776-D1C932E8D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47" name="Freeform 38">
              <a:extLst>
                <a:ext uri="{FF2B5EF4-FFF2-40B4-BE49-F238E27FC236}">
                  <a16:creationId xmlns:a16="http://schemas.microsoft.com/office/drawing/2014/main" id="{A208B769-70F6-9E4C-960A-A8DFC0ECA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48" name="Freeform 39">
              <a:extLst>
                <a:ext uri="{FF2B5EF4-FFF2-40B4-BE49-F238E27FC236}">
                  <a16:creationId xmlns:a16="http://schemas.microsoft.com/office/drawing/2014/main" id="{B59A27ED-2064-ED4C-B8FC-0E8B32DB7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49" name="Freeform 40">
              <a:extLst>
                <a:ext uri="{FF2B5EF4-FFF2-40B4-BE49-F238E27FC236}">
                  <a16:creationId xmlns:a16="http://schemas.microsoft.com/office/drawing/2014/main" id="{121316DC-42A4-644A-9197-5C50258A0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50" name="Freeform 41">
              <a:extLst>
                <a:ext uri="{FF2B5EF4-FFF2-40B4-BE49-F238E27FC236}">
                  <a16:creationId xmlns:a16="http://schemas.microsoft.com/office/drawing/2014/main" id="{12DEF568-9364-4644-9D5B-A43233023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51" name="Freeform 42">
              <a:extLst>
                <a:ext uri="{FF2B5EF4-FFF2-40B4-BE49-F238E27FC236}">
                  <a16:creationId xmlns:a16="http://schemas.microsoft.com/office/drawing/2014/main" id="{DFA2F297-7F20-564C-A937-26867B0AE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652" name="Freeform 43">
              <a:extLst>
                <a:ext uri="{FF2B5EF4-FFF2-40B4-BE49-F238E27FC236}">
                  <a16:creationId xmlns:a16="http://schemas.microsoft.com/office/drawing/2014/main" id="{62A27136-D795-774F-8FF9-34713D464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653" name="Group 44">
              <a:extLst>
                <a:ext uri="{FF2B5EF4-FFF2-40B4-BE49-F238E27FC236}">
                  <a16:creationId xmlns:a16="http://schemas.microsoft.com/office/drawing/2014/main" id="{C99C2CD4-C4EA-C04D-8AAE-36D8B62990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2" y="1744"/>
              <a:ext cx="245" cy="271"/>
              <a:chOff x="2934" y="2425"/>
              <a:chExt cx="249" cy="271"/>
            </a:xfrm>
          </p:grpSpPr>
          <p:sp>
            <p:nvSpPr>
              <p:cNvPr id="679" name="Rectangle 45">
                <a:extLst>
                  <a:ext uri="{FF2B5EF4-FFF2-40B4-BE49-F238E27FC236}">
                    <a16:creationId xmlns:a16="http://schemas.microsoft.com/office/drawing/2014/main" id="{1CABD7F6-8165-8E4A-BE47-7EF07B5564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80" name="Text Box 46">
                <a:extLst>
                  <a:ext uri="{FF2B5EF4-FFF2-40B4-BE49-F238E27FC236}">
                    <a16:creationId xmlns:a16="http://schemas.microsoft.com/office/drawing/2014/main" id="{92427952-B2CD-2346-8330-8A5FCBC2B9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4" y="2425"/>
                <a:ext cx="249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u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654" name="Group 47">
              <a:extLst>
                <a:ext uri="{FF2B5EF4-FFF2-40B4-BE49-F238E27FC236}">
                  <a16:creationId xmlns:a16="http://schemas.microsoft.com/office/drawing/2014/main" id="{976C96E8-0AD3-E941-A9F5-DF3E1A47DB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2128"/>
              <a:ext cx="236" cy="271"/>
              <a:chOff x="2938" y="2425"/>
              <a:chExt cx="240" cy="271"/>
            </a:xfrm>
          </p:grpSpPr>
          <p:sp>
            <p:nvSpPr>
              <p:cNvPr id="677" name="Rectangle 48">
                <a:extLst>
                  <a:ext uri="{FF2B5EF4-FFF2-40B4-BE49-F238E27FC236}">
                    <a16:creationId xmlns:a16="http://schemas.microsoft.com/office/drawing/2014/main" id="{8916E3C2-1E79-4642-85BC-BCB2EADB20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8" name="Text Box 49">
                <a:extLst>
                  <a:ext uri="{FF2B5EF4-FFF2-40B4-BE49-F238E27FC236}">
                    <a16:creationId xmlns:a16="http://schemas.microsoft.com/office/drawing/2014/main" id="{031FB18A-DC18-F847-BA60-BD8DC2013E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y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655" name="Group 50">
              <a:extLst>
                <a:ext uri="{FF2B5EF4-FFF2-40B4-BE49-F238E27FC236}">
                  <a16:creationId xmlns:a16="http://schemas.microsoft.com/office/drawing/2014/main" id="{15EC6BC8-2051-9B43-8474-12F5179EE9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4" y="2095"/>
              <a:ext cx="252" cy="310"/>
              <a:chOff x="2931" y="2395"/>
              <a:chExt cx="253" cy="310"/>
            </a:xfrm>
          </p:grpSpPr>
          <p:sp>
            <p:nvSpPr>
              <p:cNvPr id="675" name="Rectangle 51">
                <a:extLst>
                  <a:ext uri="{FF2B5EF4-FFF2-40B4-BE49-F238E27FC236}">
                    <a16:creationId xmlns:a16="http://schemas.microsoft.com/office/drawing/2014/main" id="{1AF33268-294F-4241-927A-6DBA3F2D7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6" name="Text Box 52">
                <a:extLst>
                  <a:ext uri="{FF2B5EF4-FFF2-40B4-BE49-F238E27FC236}">
                    <a16:creationId xmlns:a16="http://schemas.microsoft.com/office/drawing/2014/main" id="{8B945CFB-A2BC-1D42-84E4-882BBC95E2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1" y="2395"/>
                <a:ext cx="25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x</a:t>
                </a:r>
              </a:p>
            </p:txBody>
          </p:sp>
        </p:grpSp>
        <p:grpSp>
          <p:nvGrpSpPr>
            <p:cNvPr id="656" name="Group 53">
              <a:extLst>
                <a:ext uri="{FF2B5EF4-FFF2-40B4-BE49-F238E27FC236}">
                  <a16:creationId xmlns:a16="http://schemas.microsoft.com/office/drawing/2014/main" id="{FDD8B679-D777-2E4D-9A1F-C71EC712AE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3" y="1438"/>
              <a:ext cx="272" cy="271"/>
              <a:chOff x="2920" y="2425"/>
              <a:chExt cx="276" cy="271"/>
            </a:xfrm>
          </p:grpSpPr>
          <p:sp>
            <p:nvSpPr>
              <p:cNvPr id="673" name="Rectangle 54">
                <a:extLst>
                  <a:ext uri="{FF2B5EF4-FFF2-40B4-BE49-F238E27FC236}">
                    <a16:creationId xmlns:a16="http://schemas.microsoft.com/office/drawing/2014/main" id="{6EA1D1BF-D644-594E-9DC3-6D0351A4B4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4" name="Text Box 55">
                <a:extLst>
                  <a:ext uri="{FF2B5EF4-FFF2-40B4-BE49-F238E27FC236}">
                    <a16:creationId xmlns:a16="http://schemas.microsoft.com/office/drawing/2014/main" id="{8FCBB617-DEFB-9744-B8A4-4E1E68D8A3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0" y="2425"/>
                <a:ext cx="27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w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657" name="Group 56">
              <a:extLst>
                <a:ext uri="{FF2B5EF4-FFF2-40B4-BE49-F238E27FC236}">
                  <a16:creationId xmlns:a16="http://schemas.microsoft.com/office/drawing/2014/main" id="{28C30620-9B81-5A4E-A97C-60B4E0E32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7" y="1438"/>
              <a:ext cx="236" cy="271"/>
              <a:chOff x="2938" y="2425"/>
              <a:chExt cx="240" cy="271"/>
            </a:xfrm>
          </p:grpSpPr>
          <p:sp>
            <p:nvSpPr>
              <p:cNvPr id="671" name="Rectangle 57">
                <a:extLst>
                  <a:ext uri="{FF2B5EF4-FFF2-40B4-BE49-F238E27FC236}">
                    <a16:creationId xmlns:a16="http://schemas.microsoft.com/office/drawing/2014/main" id="{1A44830E-FAAD-D047-825F-D463DC07C5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2" name="Text Box 58">
                <a:extLst>
                  <a:ext uri="{FF2B5EF4-FFF2-40B4-BE49-F238E27FC236}">
                    <a16:creationId xmlns:a16="http://schemas.microsoft.com/office/drawing/2014/main" id="{4A4BE0CE-ED8E-064B-AF09-AA4FC512E0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v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658" name="Group 59">
              <a:extLst>
                <a:ext uri="{FF2B5EF4-FFF2-40B4-BE49-F238E27FC236}">
                  <a16:creationId xmlns:a16="http://schemas.microsoft.com/office/drawing/2014/main" id="{C1F4D6C9-E81E-624A-B436-921840F8DF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9" y="1756"/>
              <a:ext cx="252" cy="310"/>
              <a:chOff x="2929" y="2395"/>
              <a:chExt cx="255" cy="310"/>
            </a:xfrm>
          </p:grpSpPr>
          <p:sp>
            <p:nvSpPr>
              <p:cNvPr id="669" name="Rectangle 60">
                <a:extLst>
                  <a:ext uri="{FF2B5EF4-FFF2-40B4-BE49-F238E27FC236}">
                    <a16:creationId xmlns:a16="http://schemas.microsoft.com/office/drawing/2014/main" id="{245262F4-4026-E949-9DCB-BB9B5D9D5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70" name="Text Box 61">
                <a:extLst>
                  <a:ext uri="{FF2B5EF4-FFF2-40B4-BE49-F238E27FC236}">
                    <a16:creationId xmlns:a16="http://schemas.microsoft.com/office/drawing/2014/main" id="{AEB3CE28-3923-3C4E-B064-B7F0BA975A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9" y="2395"/>
                <a:ext cx="255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z</a:t>
                </a:r>
              </a:p>
            </p:txBody>
          </p:sp>
        </p:grpSp>
        <p:sp>
          <p:nvSpPr>
            <p:cNvPr id="659" name="Text Box 62">
              <a:extLst>
                <a:ext uri="{FF2B5EF4-FFF2-40B4-BE49-F238E27FC236}">
                  <a16:creationId xmlns:a16="http://schemas.microsoft.com/office/drawing/2014/main" id="{701B1242-762A-7549-8469-E0E6A3247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4" y="1568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660" name="Text Box 63">
              <a:extLst>
                <a:ext uri="{FF2B5EF4-FFF2-40B4-BE49-F238E27FC236}">
                  <a16:creationId xmlns:a16="http://schemas.microsoft.com/office/drawing/2014/main" id="{92C7415C-205B-0141-A835-E28CCFE34A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1787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661" name="Text Box 64">
              <a:extLst>
                <a:ext uri="{FF2B5EF4-FFF2-40B4-BE49-F238E27FC236}">
                  <a16:creationId xmlns:a16="http://schemas.microsoft.com/office/drawing/2014/main" id="{F0F0E459-A754-BC42-AAB4-E313BB45E8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7" y="200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662" name="Text Box 65">
              <a:extLst>
                <a:ext uri="{FF2B5EF4-FFF2-40B4-BE49-F238E27FC236}">
                  <a16:creationId xmlns:a16="http://schemas.microsoft.com/office/drawing/2014/main" id="{5A0B6924-9D83-BD4A-8CFE-9500663C1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6" y="188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663" name="Text Box 66">
              <a:extLst>
                <a:ext uri="{FF2B5EF4-FFF2-40B4-BE49-F238E27FC236}">
                  <a16:creationId xmlns:a16="http://schemas.microsoft.com/office/drawing/2014/main" id="{6E3E3D55-9237-C845-9A8D-D340C3E11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3" y="2234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664" name="Text Box 67">
              <a:extLst>
                <a:ext uri="{FF2B5EF4-FFF2-40B4-BE49-F238E27FC236}">
                  <a16:creationId xmlns:a16="http://schemas.microsoft.com/office/drawing/2014/main" id="{D025C99C-DFC7-0A4F-8AAA-17320A7C5C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3" y="180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665" name="Text Box 68">
              <a:extLst>
                <a:ext uri="{FF2B5EF4-FFF2-40B4-BE49-F238E27FC236}">
                  <a16:creationId xmlns:a16="http://schemas.microsoft.com/office/drawing/2014/main" id="{30F29813-395E-A44E-BB9F-87C86902AF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2069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666" name="Text Box 69">
              <a:extLst>
                <a:ext uri="{FF2B5EF4-FFF2-40B4-BE49-F238E27FC236}">
                  <a16:creationId xmlns:a16="http://schemas.microsoft.com/office/drawing/2014/main" id="{2B974974-7BCD-014C-BD76-E756B6797C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6" y="153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667" name="Text Box 70">
              <a:extLst>
                <a:ext uri="{FF2B5EF4-FFF2-40B4-BE49-F238E27FC236}">
                  <a16:creationId xmlns:a16="http://schemas.microsoft.com/office/drawing/2014/main" id="{F094EC90-E0AA-CB45-95E4-B52B0E9BC4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1" y="138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668" name="Text Box 71">
              <a:extLst>
                <a:ext uri="{FF2B5EF4-FFF2-40B4-BE49-F238E27FC236}">
                  <a16:creationId xmlns:a16="http://schemas.microsoft.com/office/drawing/2014/main" id="{CBA2DE5C-9821-9E47-AB4D-09462934E6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0" y="111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</p:grpSp>
      <p:sp>
        <p:nvSpPr>
          <p:cNvPr id="682" name="Text Box 72">
            <a:extLst>
              <a:ext uri="{FF2B5EF4-FFF2-40B4-BE49-F238E27FC236}">
                <a16:creationId xmlns:a16="http://schemas.microsoft.com/office/drawing/2014/main" id="{36F192F0-85DA-A647-A8F9-5CBF1CE81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811" y="3780811"/>
            <a:ext cx="1905586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/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graph: </a:t>
            </a:r>
            <a:r>
              <a:rPr lang="en-US" sz="2100" i="1" dirty="0">
                <a:solidFill>
                  <a:prstClr val="black"/>
                </a:solidFill>
                <a:latin typeface="Calibri" panose="020F0502020204030204"/>
              </a:rPr>
              <a:t>G = (N,E)</a:t>
            </a:r>
          </a:p>
          <a:p>
            <a:pPr defTabSz="685800"/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0443A-E126-1D4D-BD75-6130D04D9E32}"/>
              </a:ext>
            </a:extLst>
          </p:cNvPr>
          <p:cNvSpPr txBox="1"/>
          <p:nvPr/>
        </p:nvSpPr>
        <p:spPr>
          <a:xfrm>
            <a:off x="4092679" y="1919134"/>
            <a:ext cx="44134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i="1" baseline="-25000" dirty="0">
                <a:solidFill>
                  <a:prstClr val="black"/>
                </a:solidFill>
                <a:latin typeface="Calibri" panose="020F0502020204030204"/>
              </a:rPr>
              <a:t>a,b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cost of </a:t>
            </a:r>
            <a:r>
              <a:rPr lang="en-US" i="1" dirty="0">
                <a:solidFill>
                  <a:srgbClr val="0000A8"/>
                </a:solidFill>
                <a:latin typeface="Calibri" panose="020F0502020204030204"/>
              </a:rPr>
              <a:t>direct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link connecting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and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b</a:t>
            </a:r>
          </a:p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           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e.g., c</a:t>
            </a:r>
            <a:r>
              <a:rPr lang="en-US" i="1" baseline="-25000" dirty="0">
                <a:solidFill>
                  <a:prstClr val="black"/>
                </a:solidFill>
                <a:latin typeface="Calibri" panose="020F0502020204030204"/>
              </a:rPr>
              <a:t>w,z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= 5,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i="1" baseline="-25000" dirty="0">
                <a:solidFill>
                  <a:prstClr val="black"/>
                </a:solidFill>
                <a:latin typeface="Calibri" panose="020F0502020204030204"/>
              </a:rPr>
              <a:t>u,z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=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∞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601266" lvl="1"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cost defined by network operator: could always be 1, or inversely related to bandwidth, or inversely related to congestion</a:t>
            </a:r>
          </a:p>
        </p:txBody>
      </p:sp>
      <p:sp>
        <p:nvSpPr>
          <p:cNvPr id="76" name="Text Box 72">
            <a:extLst>
              <a:ext uri="{FF2B5EF4-FFF2-40B4-BE49-F238E27FC236}">
                <a16:creationId xmlns:a16="http://schemas.microsoft.com/office/drawing/2014/main" id="{BFBE2A81-FFD1-7B4E-9584-A27B7DB3E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8726" y="4260133"/>
            <a:ext cx="3892027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/>
            <a:r>
              <a:rPr lang="en-US" sz="2100" i="1" dirty="0">
                <a:solidFill>
                  <a:prstClr val="black"/>
                </a:solidFill>
                <a:latin typeface="Calibri" panose="020F0502020204030204"/>
              </a:rPr>
              <a:t>N: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set of routers = { </a:t>
            </a:r>
            <a:r>
              <a:rPr lang="en-US" sz="2100" i="1" dirty="0">
                <a:solidFill>
                  <a:prstClr val="black"/>
                </a:solidFill>
                <a:latin typeface="Calibri" panose="020F0502020204030204"/>
              </a:rPr>
              <a:t>u, v, w, x, y, z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}</a:t>
            </a:r>
          </a:p>
        </p:txBody>
      </p:sp>
      <p:sp>
        <p:nvSpPr>
          <p:cNvPr id="77" name="Text Box 72">
            <a:extLst>
              <a:ext uri="{FF2B5EF4-FFF2-40B4-BE49-F238E27FC236}">
                <a16:creationId xmlns:a16="http://schemas.microsoft.com/office/drawing/2014/main" id="{EE3DED54-15B8-EA4D-AA68-CD285B8DE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8725" y="4687327"/>
            <a:ext cx="7612084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/>
            <a:r>
              <a:rPr lang="en-US" sz="2100" i="1" dirty="0">
                <a:solidFill>
                  <a:prstClr val="black"/>
                </a:solidFill>
                <a:latin typeface="Calibri" panose="020F0502020204030204"/>
              </a:rPr>
              <a:t>E: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set of links =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{</a:t>
            </a:r>
            <a:r>
              <a:rPr lang="en-US" sz="27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en-US" sz="2100" i="1" dirty="0">
                <a:solidFill>
                  <a:prstClr val="black"/>
                </a:solidFill>
                <a:latin typeface="Calibri" panose="020F0502020204030204"/>
              </a:rPr>
              <a:t>u,v), (u,x), (v,x), (v,w), (x,w), (x,y), (w,y), (w,z), (y,z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)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}</a:t>
            </a:r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48817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6" grpId="0"/>
      <p:bldP spid="7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Routing algorithm classification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>
                <a:defRPr/>
              </a:pPr>
              <a:t>7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9732A1C-C52A-0B46-B26E-4DBD9B488928}"/>
              </a:ext>
            </a:extLst>
          </p:cNvPr>
          <p:cNvCxnSpPr/>
          <p:nvPr/>
        </p:nvCxnSpPr>
        <p:spPr>
          <a:xfrm>
            <a:off x="4568313" y="1841705"/>
            <a:ext cx="0" cy="3782961"/>
          </a:xfrm>
          <a:prstGeom prst="straightConnector1">
            <a:avLst/>
          </a:prstGeom>
          <a:ln w="25400">
            <a:solidFill>
              <a:srgbClr val="0000A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8A2EBE1-BFA0-B248-ACFC-90011EBC34CE}"/>
              </a:ext>
            </a:extLst>
          </p:cNvPr>
          <p:cNvCxnSpPr>
            <a:cxnSpLocks/>
          </p:cNvCxnSpPr>
          <p:nvPr/>
        </p:nvCxnSpPr>
        <p:spPr>
          <a:xfrm flipH="1">
            <a:off x="176980" y="3438218"/>
            <a:ext cx="8749481" cy="0"/>
          </a:xfrm>
          <a:prstGeom prst="straightConnector1">
            <a:avLst/>
          </a:prstGeom>
          <a:ln w="25400">
            <a:solidFill>
              <a:srgbClr val="0000A8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06C293B-8D3D-2544-91D8-2533CD0AF99D}"/>
              </a:ext>
            </a:extLst>
          </p:cNvPr>
          <p:cNvSpPr txBox="1"/>
          <p:nvPr/>
        </p:nvSpPr>
        <p:spPr>
          <a:xfrm>
            <a:off x="3406878" y="5591482"/>
            <a:ext cx="273735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350" i="1" dirty="0">
                <a:solidFill>
                  <a:prstClr val="black"/>
                </a:solidFill>
                <a:latin typeface="Calibri" panose="020F0502020204030204"/>
              </a:rPr>
              <a:t>global or decentralized information?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2D47406-80F8-9441-A2E0-BD72AA9E3AE7}"/>
              </a:ext>
            </a:extLst>
          </p:cNvPr>
          <p:cNvGrpSpPr/>
          <p:nvPr/>
        </p:nvGrpSpPr>
        <p:grpSpPr>
          <a:xfrm>
            <a:off x="2997610" y="1963379"/>
            <a:ext cx="3384755" cy="907026"/>
            <a:chOff x="3996813" y="1474838"/>
            <a:chExt cx="4513007" cy="120936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4F40CFC-1B50-144E-A43A-6F638CE78029}"/>
                </a:ext>
              </a:extLst>
            </p:cNvPr>
            <p:cNvSpPr/>
            <p:nvPr/>
          </p:nvSpPr>
          <p:spPr>
            <a:xfrm>
              <a:off x="5987845" y="1519084"/>
              <a:ext cx="221226" cy="11651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81" name="Rectangle 3">
              <a:extLst>
                <a:ext uri="{FF2B5EF4-FFF2-40B4-BE49-F238E27FC236}">
                  <a16:creationId xmlns:a16="http://schemas.microsoft.com/office/drawing/2014/main" id="{396DD204-2A01-8E4D-BC4B-E0BD86B248A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996813" y="1474838"/>
              <a:ext cx="4513007" cy="1209367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7631" indent="0" defTabSz="685800">
                <a:spcBef>
                  <a:spcPts val="300"/>
                </a:spcBef>
                <a:buNone/>
              </a:pPr>
              <a:r>
                <a:rPr lang="en-US" sz="2100" dirty="0">
                  <a:solidFill>
                    <a:srgbClr val="C00000"/>
                  </a:solidFill>
                  <a:latin typeface="Calibri" panose="020F0502020204030204"/>
                </a:rPr>
                <a:t>global: </a:t>
              </a: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all routers have </a:t>
              </a:r>
              <a:r>
                <a:rPr lang="en-US" sz="1800" i="1" dirty="0">
                  <a:solidFill>
                    <a:prstClr val="black"/>
                  </a:solidFill>
                  <a:latin typeface="Calibri" panose="020F0502020204030204"/>
                </a:rPr>
                <a:t>complete</a:t>
              </a: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 topology, link cost info</a:t>
              </a:r>
            </a:p>
            <a:p>
              <a:pPr marL="264319" indent="-166688" defTabSz="685800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altLang="ja-JP" sz="1800" dirty="0">
                  <a:solidFill>
                    <a:srgbClr val="000099"/>
                  </a:solidFill>
                  <a:latin typeface="Calibri" panose="020F0502020204030204"/>
                  <a:ea typeface="游ゴシック" panose="020B0400000000000000" pitchFamily="34" charset="-128"/>
                </a:rPr>
                <a:t>“link state” </a:t>
              </a:r>
              <a:r>
                <a:rPr lang="en-US" altLang="ja-JP" sz="180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algorithms</a:t>
              </a:r>
            </a:p>
            <a:p>
              <a:pPr marL="264319" indent="-166688" defTabSz="685800">
                <a:spcBef>
                  <a:spcPts val="750"/>
                </a:spcBef>
                <a:buNone/>
              </a:pPr>
              <a:endParaRPr lang="en-US" sz="1800" dirty="0">
                <a:solidFill>
                  <a:srgbClr val="000099"/>
                </a:solidFill>
                <a:latin typeface="Gill Sans MT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E6E0791-AA52-904B-8ABE-26FDED6C5706}"/>
              </a:ext>
            </a:extLst>
          </p:cNvPr>
          <p:cNvGrpSpPr/>
          <p:nvPr/>
        </p:nvGrpSpPr>
        <p:grpSpPr>
          <a:xfrm>
            <a:off x="2599402" y="4101897"/>
            <a:ext cx="4634681" cy="1843549"/>
            <a:chOff x="3465869" y="4326195"/>
            <a:chExt cx="6179575" cy="24580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1E5A78-7BA0-F648-A6EF-E28CE96CE5C2}"/>
                </a:ext>
              </a:extLst>
            </p:cNvPr>
            <p:cNvSpPr/>
            <p:nvPr/>
          </p:nvSpPr>
          <p:spPr>
            <a:xfrm>
              <a:off x="6002594" y="4365523"/>
              <a:ext cx="147483" cy="17993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82" name="Rectangle 3">
              <a:extLst>
                <a:ext uri="{FF2B5EF4-FFF2-40B4-BE49-F238E27FC236}">
                  <a16:creationId xmlns:a16="http://schemas.microsoft.com/office/drawing/2014/main" id="{3400BCC6-9926-3649-91F6-F0B8B87FE1A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465869" y="4326195"/>
              <a:ext cx="6179575" cy="2458065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7631" indent="0" defTabSz="685800">
                <a:spcBef>
                  <a:spcPts val="300"/>
                </a:spcBef>
                <a:buNone/>
              </a:pPr>
              <a:r>
                <a:rPr lang="en-US" sz="2100" dirty="0">
                  <a:solidFill>
                    <a:srgbClr val="C00000"/>
                  </a:solidFill>
                  <a:latin typeface="Calibri" panose="020F0502020204030204"/>
                </a:rPr>
                <a:t>decentralized: </a:t>
              </a: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iterative process of computation, exchange of info with neighbors</a:t>
              </a:r>
            </a:p>
            <a:p>
              <a:pPr marL="305991" indent="-175022" defTabSz="685800">
                <a:spcBef>
                  <a:spcPts val="3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</a:pP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routers initially only know link costs to attached neighbors</a:t>
              </a:r>
            </a:p>
            <a:p>
              <a:pPr marL="305991" indent="-175022" defTabSz="685800">
                <a:spcBef>
                  <a:spcPts val="3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</a:pPr>
              <a:r>
                <a:rPr lang="en-US" altLang="ja-JP" sz="1800" dirty="0">
                  <a:solidFill>
                    <a:srgbClr val="000099"/>
                  </a:solidFill>
                  <a:latin typeface="Calibri" panose="020F0502020204030204"/>
                  <a:ea typeface="游ゴシック" panose="020B0400000000000000" pitchFamily="34" charset="-128"/>
                </a:rPr>
                <a:t>“distance vector” </a:t>
              </a:r>
              <a:r>
                <a:rPr lang="en-US" altLang="ja-JP" sz="180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rPr>
                <a:t>algorithms</a:t>
              </a:r>
              <a:endParaRPr lang="en-US" sz="1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9CA84E65-C3D2-EE42-B4E7-C5FF4CE4FA7B}"/>
              </a:ext>
            </a:extLst>
          </p:cNvPr>
          <p:cNvSpPr txBox="1"/>
          <p:nvPr/>
        </p:nvSpPr>
        <p:spPr>
          <a:xfrm>
            <a:off x="188043" y="2974905"/>
            <a:ext cx="940209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350" i="1" dirty="0">
                <a:solidFill>
                  <a:prstClr val="black"/>
                </a:solidFill>
                <a:latin typeface="Calibri" panose="020F0502020204030204"/>
              </a:rPr>
              <a:t>How fast do routes change?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D26FE6B-7647-B846-9799-98FEB9D0A654}"/>
              </a:ext>
            </a:extLst>
          </p:cNvPr>
          <p:cNvSpPr/>
          <p:nvPr/>
        </p:nvSpPr>
        <p:spPr>
          <a:xfrm>
            <a:off x="7628604" y="1745842"/>
            <a:ext cx="132736" cy="774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4812886-28EC-D241-90C7-5E720368CE84}"/>
              </a:ext>
            </a:extLst>
          </p:cNvPr>
          <p:cNvGrpSpPr/>
          <p:nvPr/>
        </p:nvGrpSpPr>
        <p:grpSpPr>
          <a:xfrm>
            <a:off x="6555294" y="2822963"/>
            <a:ext cx="2588707" cy="1780206"/>
            <a:chOff x="8740391" y="2620951"/>
            <a:chExt cx="3451609" cy="237360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F87E6BF-15DE-A246-9A08-7C8063E9BE3B}"/>
                </a:ext>
              </a:extLst>
            </p:cNvPr>
            <p:cNvSpPr/>
            <p:nvPr/>
          </p:nvSpPr>
          <p:spPr>
            <a:xfrm>
              <a:off x="8922775" y="3314699"/>
              <a:ext cx="2580968" cy="2101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96" name="Rectangle 4">
              <a:extLst>
                <a:ext uri="{FF2B5EF4-FFF2-40B4-BE49-F238E27FC236}">
                  <a16:creationId xmlns:a16="http://schemas.microsoft.com/office/drawing/2014/main" id="{A5264CD0-EF94-D444-B0AF-8FAAE7055B9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740391" y="2620951"/>
              <a:ext cx="3451609" cy="2373608"/>
            </a:xfrm>
            <a:prstGeom prst="rect">
              <a:avLst/>
            </a:prstGeom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2863" indent="-42863" defTabSz="685800">
                <a:spcBef>
                  <a:spcPts val="750"/>
                </a:spcBef>
                <a:buNone/>
                <a:defRPr/>
              </a:pPr>
              <a:r>
                <a:rPr lang="en-US" sz="2100" dirty="0">
                  <a:solidFill>
                    <a:srgbClr val="CC0000"/>
                  </a:solidFill>
                  <a:latin typeface="Calibri" panose="020F0502020204030204"/>
                </a:rPr>
                <a:t>dynamic</a:t>
              </a:r>
              <a:r>
                <a:rPr lang="en-US" sz="1800" i="1" dirty="0">
                  <a:solidFill>
                    <a:srgbClr val="CC0000"/>
                  </a:solidFill>
                  <a:latin typeface="Calibri" panose="020F0502020204030204"/>
                </a:rPr>
                <a:t>: </a:t>
              </a: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routes change more quickly</a:t>
              </a:r>
            </a:p>
            <a:p>
              <a:pPr marL="261938" lvl="1" indent="-175022" defTabSz="685800">
                <a:spcBef>
                  <a:spcPts val="300"/>
                </a:spcBef>
                <a:defRPr/>
              </a:pP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periodic updates or in response to link cost changes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C4129E-0B83-3343-863D-606A39998A89}"/>
              </a:ext>
            </a:extLst>
          </p:cNvPr>
          <p:cNvGrpSpPr/>
          <p:nvPr/>
        </p:nvGrpSpPr>
        <p:grpSpPr>
          <a:xfrm>
            <a:off x="985341" y="3117440"/>
            <a:ext cx="2266678" cy="907025"/>
            <a:chOff x="1313787" y="3013586"/>
            <a:chExt cx="3022237" cy="1209367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0862584-87FB-1B45-8C6F-1E2A810A4276}"/>
                </a:ext>
              </a:extLst>
            </p:cNvPr>
            <p:cNvSpPr/>
            <p:nvPr/>
          </p:nvSpPr>
          <p:spPr>
            <a:xfrm>
              <a:off x="1465006" y="3314699"/>
              <a:ext cx="2531807" cy="2249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95" name="Rectangle 3">
              <a:extLst>
                <a:ext uri="{FF2B5EF4-FFF2-40B4-BE49-F238E27FC236}">
                  <a16:creationId xmlns:a16="http://schemas.microsoft.com/office/drawing/2014/main" id="{28CA3E4A-EC8F-1F42-89F5-9571CBDD8106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313787" y="3013586"/>
              <a:ext cx="3022237" cy="1209367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97631" indent="0" defTabSz="685800">
                <a:spcBef>
                  <a:spcPts val="300"/>
                </a:spcBef>
                <a:buNone/>
              </a:pPr>
              <a:r>
                <a:rPr lang="en-US" sz="2100" dirty="0">
                  <a:solidFill>
                    <a:srgbClr val="C00000"/>
                  </a:solidFill>
                  <a:latin typeface="Calibri" panose="020F0502020204030204"/>
                </a:rPr>
                <a:t>static: </a:t>
              </a: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routes change slowly over time</a:t>
              </a:r>
              <a:endParaRPr lang="en-US" sz="1800" dirty="0">
                <a:solidFill>
                  <a:srgbClr val="000099"/>
                </a:solidFill>
                <a:latin typeface="Gill Sans MT" charset="0"/>
              </a:endParaRPr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9509865B-1C67-3041-AB1E-A62EE542E28D}"/>
              </a:ext>
            </a:extLst>
          </p:cNvPr>
          <p:cNvSpPr/>
          <p:nvPr/>
        </p:nvSpPr>
        <p:spPr>
          <a:xfrm>
            <a:off x="3274142" y="2405832"/>
            <a:ext cx="1216742" cy="553064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66F27EF8-DDA8-E744-B654-79FCE215090E}"/>
              </a:ext>
            </a:extLst>
          </p:cNvPr>
          <p:cNvSpPr/>
          <p:nvPr/>
        </p:nvSpPr>
        <p:spPr>
          <a:xfrm>
            <a:off x="2912807" y="5075290"/>
            <a:ext cx="1710812" cy="553064"/>
          </a:xfrm>
          <a:prstGeom prst="ellipse">
            <a:avLst/>
          </a:pr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22246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02" grpId="0" animBg="1"/>
      <p:bldP spid="10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719AE-B1B9-90B4-C7A9-C40C5C5D0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3"/>
            <a:ext cx="7886700" cy="4857748"/>
          </a:xfrm>
        </p:spPr>
        <p:txBody>
          <a:bodyPr>
            <a:normAutofit/>
          </a:bodyPr>
          <a:lstStyle/>
          <a:p>
            <a:r>
              <a:rPr lang="en-US" dirty="0"/>
              <a:t>routing protocols</a:t>
            </a:r>
          </a:p>
          <a:p>
            <a:pPr lvl="1"/>
            <a:r>
              <a:rPr lang="en-US" dirty="0"/>
              <a:t>introduction</a:t>
            </a:r>
          </a:p>
          <a:p>
            <a:pPr lvl="1"/>
            <a:r>
              <a:rPr lang="en-US" dirty="0"/>
              <a:t>link state</a:t>
            </a:r>
          </a:p>
          <a:p>
            <a:pPr lvl="1"/>
            <a:r>
              <a:rPr lang="en-US" dirty="0"/>
              <a:t>distance vector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757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>
                <a:latin typeface="+mn-lt"/>
              </a:rPr>
              <a:t>Dijkstra’s link-state routing algorithm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>
                <a:defRPr/>
              </a:pPr>
              <a:t>9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AE9CCC8F-9B64-9843-9FF6-322BE507C6B3}"/>
              </a:ext>
            </a:extLst>
          </p:cNvPr>
          <p:cNvSpPr txBox="1">
            <a:spLocks noChangeArrowheads="1"/>
          </p:cNvSpPr>
          <p:nvPr/>
        </p:nvSpPr>
        <p:spPr>
          <a:xfrm>
            <a:off x="563242" y="2013177"/>
            <a:ext cx="4281604" cy="3677841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</a:pPr>
            <a:r>
              <a:rPr lang="en-US" sz="2100" dirty="0">
                <a:solidFill>
                  <a:srgbClr val="0000A8"/>
                </a:solidFill>
                <a:latin typeface="Calibri" panose="020F0502020204030204"/>
              </a:rPr>
              <a:t>centralized: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network topology, link costs known to </a:t>
            </a:r>
            <a:r>
              <a:rPr lang="en-US" sz="2100" i="1" dirty="0">
                <a:solidFill>
                  <a:prstClr val="black"/>
                </a:solidFill>
                <a:latin typeface="Calibri" panose="020F0502020204030204"/>
              </a:rPr>
              <a:t>all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nodes</a:t>
            </a:r>
          </a:p>
          <a:p>
            <a:pPr marL="521494" lvl="1" indent="-173831" defTabSz="685800">
              <a:spcBef>
                <a:spcPts val="375"/>
              </a:spcBef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accomplished via “</a:t>
            </a:r>
            <a:r>
              <a:rPr lang="en-US" altLang="ja-JP" sz="18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link state broadcast” </a:t>
            </a:r>
          </a:p>
          <a:p>
            <a:pPr marL="521494" lvl="1" indent="-173831" defTabSz="685800">
              <a:spcBef>
                <a:spcPts val="375"/>
              </a:spcBef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all nodes have same info</a:t>
            </a:r>
          </a:p>
          <a:p>
            <a:pPr marL="264319" indent="-166688" defTabSz="685800">
              <a:spcBef>
                <a:spcPts val="750"/>
              </a:spcBef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computes least cost paths from one node (“</a:t>
            </a: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source”) to all other nodes</a:t>
            </a:r>
          </a:p>
          <a:p>
            <a:pPr marL="521494" lvl="1" indent="-173831" defTabSz="685800">
              <a:spcBef>
                <a:spcPts val="375"/>
              </a:spcBef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gives </a:t>
            </a:r>
            <a:r>
              <a:rPr lang="en-US" sz="1800" i="1" dirty="0">
                <a:solidFill>
                  <a:srgbClr val="000099"/>
                </a:solidFill>
                <a:latin typeface="Calibri" panose="020F0502020204030204"/>
              </a:rPr>
              <a:t>forwarding table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for that node</a:t>
            </a:r>
          </a:p>
          <a:p>
            <a:pPr marL="264319" indent="-166688" defTabSz="685800">
              <a:spcBef>
                <a:spcPts val="750"/>
              </a:spcBef>
            </a:pPr>
            <a:r>
              <a:rPr lang="en-US" sz="2100" dirty="0">
                <a:solidFill>
                  <a:srgbClr val="0000A8"/>
                </a:solidFill>
                <a:latin typeface="Calibri" panose="020F0502020204030204"/>
              </a:rPr>
              <a:t>iterative: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after </a:t>
            </a:r>
            <a:r>
              <a:rPr lang="en-US" sz="2100" i="1" dirty="0">
                <a:solidFill>
                  <a:prstClr val="black"/>
                </a:solidFill>
                <a:latin typeface="Calibri" panose="020F0502020204030204"/>
              </a:rPr>
              <a:t>k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iterations, know least cost path to </a:t>
            </a:r>
            <a:r>
              <a:rPr lang="en-US" sz="2100" i="1" dirty="0">
                <a:solidFill>
                  <a:prstClr val="black"/>
                </a:solidFill>
                <a:latin typeface="Calibri" panose="020F0502020204030204"/>
              </a:rPr>
              <a:t>k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destinations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E67AF1-7D2F-A84A-A994-30B5519FB522}"/>
              </a:ext>
            </a:extLst>
          </p:cNvPr>
          <p:cNvGrpSpPr/>
          <p:nvPr/>
        </p:nvGrpSpPr>
        <p:grpSpPr>
          <a:xfrm>
            <a:off x="5486401" y="2000250"/>
            <a:ext cx="3331028" cy="3661638"/>
            <a:chOff x="7315200" y="1524000"/>
            <a:chExt cx="4441371" cy="4882184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D11D1E9D-A4E0-2D4D-8EB8-EB3C738C058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387774" y="2168014"/>
              <a:ext cx="4310742" cy="4238170"/>
            </a:xfrm>
            <a:prstGeom prst="rect">
              <a:avLst/>
            </a:prstGeom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02419" indent="-204788" defTabSz="685800">
                <a:lnSpc>
                  <a:spcPct val="85000"/>
                </a:lnSpc>
                <a:spcBef>
                  <a:spcPts val="450"/>
                </a:spcBef>
              </a:pPr>
              <a:r>
                <a:rPr lang="en-US" sz="2100" i="1" dirty="0">
                  <a:solidFill>
                    <a:srgbClr val="000099"/>
                  </a:solidFill>
                  <a:latin typeface="Calibri" panose="020F0502020204030204"/>
                </a:rPr>
                <a:t>c</a:t>
              </a:r>
              <a:r>
                <a:rPr lang="en-US" sz="2100" i="1" baseline="-25000" dirty="0">
                  <a:solidFill>
                    <a:srgbClr val="000099"/>
                  </a:solidFill>
                  <a:latin typeface="Calibri" panose="020F0502020204030204"/>
                </a:rPr>
                <a:t>x,y</a:t>
              </a:r>
              <a:r>
                <a:rPr lang="en-US" sz="2100" i="1" dirty="0">
                  <a:solidFill>
                    <a:srgbClr val="000099"/>
                  </a:solidFill>
                  <a:latin typeface="Calibri" panose="020F0502020204030204"/>
                </a:rPr>
                <a:t>:</a:t>
              </a:r>
              <a:r>
                <a:rPr lang="en-US" sz="1800" i="1" dirty="0">
                  <a:solidFill>
                    <a:prstClr val="black"/>
                  </a:solidFill>
                  <a:latin typeface="Calibri" panose="020F0502020204030204"/>
                </a:rPr>
                <a:t> </a:t>
              </a:r>
              <a:r>
                <a:rPr lang="en-US" sz="1800" u="sng" dirty="0">
                  <a:solidFill>
                    <a:prstClr val="black"/>
                  </a:solidFill>
                  <a:latin typeface="Calibri" panose="020F0502020204030204"/>
                </a:rPr>
                <a:t>direct</a:t>
              </a: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 link cost from node </a:t>
              </a:r>
              <a:r>
                <a:rPr lang="en-US" sz="1800" i="1" dirty="0">
                  <a:solidFill>
                    <a:prstClr val="black"/>
                  </a:solidFill>
                  <a:latin typeface="Calibri" panose="020F0502020204030204"/>
                </a:rPr>
                <a:t>x</a:t>
              </a: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 to </a:t>
              </a:r>
              <a:r>
                <a:rPr lang="en-US" sz="1800" i="1" dirty="0">
                  <a:solidFill>
                    <a:prstClr val="black"/>
                  </a:solidFill>
                  <a:latin typeface="Calibri" panose="020F0502020204030204"/>
                </a:rPr>
                <a:t>y</a:t>
              </a: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;  = ∞ if not direct neighbors</a:t>
              </a:r>
            </a:p>
            <a:p>
              <a:pPr marL="302419" indent="-204788" defTabSz="685800">
                <a:lnSpc>
                  <a:spcPct val="85000"/>
                </a:lnSpc>
                <a:spcBef>
                  <a:spcPts val="450"/>
                </a:spcBef>
              </a:pPr>
              <a:r>
                <a:rPr lang="en-US" sz="2100" i="1" dirty="0">
                  <a:solidFill>
                    <a:srgbClr val="000099"/>
                  </a:solidFill>
                  <a:latin typeface="Calibri" panose="020F0502020204030204"/>
                </a:rPr>
                <a:t>D(v):</a:t>
              </a:r>
              <a:r>
                <a:rPr lang="en-US" sz="1800" i="1" dirty="0">
                  <a:solidFill>
                    <a:prstClr val="black"/>
                  </a:solidFill>
                  <a:latin typeface="Calibri" panose="020F0502020204030204"/>
                </a:rPr>
                <a:t> current</a:t>
              </a: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 estimate of cost of least-cost-path from source to destination </a:t>
              </a:r>
              <a:r>
                <a:rPr lang="en-US" sz="1800" i="1" dirty="0">
                  <a:solidFill>
                    <a:prstClr val="black"/>
                  </a:solidFill>
                  <a:latin typeface="Calibri" panose="020F0502020204030204"/>
                </a:rPr>
                <a:t>v</a:t>
              </a:r>
            </a:p>
            <a:p>
              <a:pPr marL="302419" indent="-204788" defTabSz="685800">
                <a:lnSpc>
                  <a:spcPct val="85000"/>
                </a:lnSpc>
                <a:spcBef>
                  <a:spcPts val="450"/>
                </a:spcBef>
              </a:pPr>
              <a:r>
                <a:rPr lang="en-US" sz="2100" i="1" dirty="0">
                  <a:solidFill>
                    <a:srgbClr val="000099"/>
                  </a:solidFill>
                  <a:latin typeface="Calibri" panose="020F0502020204030204"/>
                </a:rPr>
                <a:t>p(v):</a:t>
              </a:r>
              <a:r>
                <a:rPr lang="en-US" sz="1800" i="1" dirty="0">
                  <a:solidFill>
                    <a:prstClr val="black"/>
                  </a:solidFill>
                  <a:latin typeface="Calibri" panose="020F0502020204030204"/>
                </a:rPr>
                <a:t> </a:t>
              </a: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predecessor node along path from source to </a:t>
              </a:r>
              <a:r>
                <a:rPr lang="en-US" sz="1800" i="1" dirty="0">
                  <a:solidFill>
                    <a:prstClr val="black"/>
                  </a:solidFill>
                  <a:latin typeface="Calibri" panose="020F0502020204030204"/>
                </a:rPr>
                <a:t>v</a:t>
              </a:r>
            </a:p>
            <a:p>
              <a:pPr marL="302419" indent="-204788" defTabSz="685800">
                <a:lnSpc>
                  <a:spcPct val="85000"/>
                </a:lnSpc>
                <a:spcBef>
                  <a:spcPts val="450"/>
                </a:spcBef>
              </a:pPr>
              <a:r>
                <a:rPr lang="en-US" sz="2100" i="1" dirty="0">
                  <a:solidFill>
                    <a:srgbClr val="000099"/>
                  </a:solidFill>
                  <a:latin typeface="Calibri" panose="020F0502020204030204"/>
                </a:rPr>
                <a:t>N</a:t>
              </a:r>
              <a:r>
                <a:rPr lang="en-US" sz="2100" i="1" dirty="0">
                  <a:solidFill>
                    <a:srgbClr val="000099"/>
                  </a:solidFill>
                  <a:latin typeface="Calibri" panose="020F0502020204030204"/>
                  <a:cs typeface="Arial" charset="0"/>
                </a:rPr>
                <a:t>'</a:t>
              </a:r>
              <a:r>
                <a:rPr lang="en-US" sz="2100" i="1" dirty="0">
                  <a:solidFill>
                    <a:srgbClr val="000099"/>
                  </a:solidFill>
                  <a:latin typeface="Calibri" panose="020F0502020204030204"/>
                </a:rPr>
                <a:t>:</a:t>
              </a:r>
              <a:r>
                <a:rPr lang="en-US" sz="1800" i="1" dirty="0">
                  <a:solidFill>
                    <a:prstClr val="black"/>
                  </a:solidFill>
                  <a:latin typeface="Calibri" panose="020F0502020204030204"/>
                </a:rPr>
                <a:t> </a:t>
              </a: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set of nodes whose least-cost-path </a:t>
              </a:r>
              <a:r>
                <a:rPr lang="en-US" sz="1800" i="1" dirty="0">
                  <a:solidFill>
                    <a:prstClr val="black"/>
                  </a:solidFill>
                  <a:latin typeface="Calibri" panose="020F0502020204030204"/>
                </a:rPr>
                <a:t>definitively</a:t>
              </a: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 known</a:t>
              </a:r>
            </a:p>
            <a:p>
              <a:pPr marL="264319" indent="-166688" defTabSz="685800">
                <a:lnSpc>
                  <a:spcPct val="75000"/>
                </a:lnSpc>
                <a:spcBef>
                  <a:spcPts val="750"/>
                </a:spcBef>
              </a:pPr>
              <a:endParaRPr lang="en-US" sz="2100" dirty="0">
                <a:solidFill>
                  <a:prstClr val="black"/>
                </a:solidFill>
                <a:latin typeface="Gill Sans MT" charset="0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75BF574-1695-D54B-8932-9F284CCA9BE5}"/>
                </a:ext>
              </a:extLst>
            </p:cNvPr>
            <p:cNvSpPr/>
            <p:nvPr/>
          </p:nvSpPr>
          <p:spPr>
            <a:xfrm>
              <a:off x="7315200" y="1828800"/>
              <a:ext cx="4441371" cy="4339771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2AE01A3-6135-9744-BC6A-3A4D19D0FA06}"/>
                </a:ext>
              </a:extLst>
            </p:cNvPr>
            <p:cNvSpPr txBox="1"/>
            <p:nvPr/>
          </p:nvSpPr>
          <p:spPr>
            <a:xfrm>
              <a:off x="7823199" y="1524000"/>
              <a:ext cx="1665071" cy="61555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2400" dirty="0">
                  <a:solidFill>
                    <a:srgbClr val="C00000"/>
                  </a:solidFill>
                  <a:latin typeface="Calibri" panose="020F0502020204030204"/>
                </a:rPr>
                <a:t>notation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39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D1BF78F-2764-A548-ABF1-4B1E42A705DA}"/>
              </a:ext>
            </a:extLst>
          </p:cNvPr>
          <p:cNvGrpSpPr/>
          <p:nvPr/>
        </p:nvGrpSpPr>
        <p:grpSpPr>
          <a:xfrm>
            <a:off x="816428" y="3589568"/>
            <a:ext cx="1251858" cy="2090057"/>
            <a:chOff x="391885" y="3599543"/>
            <a:chExt cx="1669144" cy="278674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D7BEC2C-0D8F-4B40-94FB-EBBC0F3C072B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65DE2F2-C2A0-5A4A-BDC1-ACDB6130E0FD}"/>
                </a:ext>
              </a:extLst>
            </p:cNvPr>
            <p:cNvSpPr/>
            <p:nvPr/>
          </p:nvSpPr>
          <p:spPr>
            <a:xfrm>
              <a:off x="1161143" y="3715658"/>
              <a:ext cx="899886" cy="25835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99703E9-6EB8-4942-9B41-791473B66075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>
                <a:latin typeface="+mn-lt"/>
              </a:rPr>
              <a:t>Dijkstra’s link-state routing algorithm</a:t>
            </a:r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>
                <a:defRPr/>
              </a:pPr>
              <a:t>10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E360F75D-37CB-A045-9AC4-50629DAD8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8060" y="1776517"/>
            <a:ext cx="7349426" cy="1837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lnSpc>
                <a:spcPct val="90000"/>
              </a:lnSpc>
            </a:pP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1  </a:t>
            </a:r>
            <a:r>
              <a:rPr lang="en-US" sz="1800" i="1" dirty="0">
                <a:solidFill>
                  <a:srgbClr val="0000A8"/>
                </a:solidFill>
                <a:latin typeface="Calibri" panose="020F0502020204030204"/>
              </a:rPr>
              <a:t>Initialization:</a:t>
            </a:r>
            <a:r>
              <a:rPr lang="en-US" sz="1800" dirty="0">
                <a:solidFill>
                  <a:srgbClr val="0000A8"/>
                </a:solidFill>
                <a:latin typeface="Calibri" panose="020F0502020204030204"/>
              </a:rPr>
              <a:t> </a:t>
            </a:r>
          </a:p>
          <a:p>
            <a:pPr defTabSz="685800">
              <a:lnSpc>
                <a:spcPct val="90000"/>
              </a:lnSpc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2  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N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= {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u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}                               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/* compute </a:t>
            </a:r>
            <a:r>
              <a:rPr lang="en-US" sz="1200" dirty="0">
                <a:solidFill>
                  <a:prstClr val="black"/>
                </a:solidFill>
              </a:rPr>
              <a:t>least cost path from u </a:t>
            </a:r>
            <a:r>
              <a:rPr lang="en-US" altLang="ja-JP" sz="1200" dirty="0">
                <a:solidFill>
                  <a:prstClr val="black"/>
                </a:solidFill>
              </a:rPr>
              <a:t>to all other nodes */</a:t>
            </a: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90000"/>
              </a:lnSpc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3    for all nodes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v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  <a:p>
            <a:pPr defTabSz="685800">
              <a:lnSpc>
                <a:spcPct val="90000"/>
              </a:lnSpc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4      if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v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adjacent to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u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           </a:t>
            </a: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/* </a:t>
            </a:r>
            <a:r>
              <a:rPr lang="en-US" sz="1350" i="1" dirty="0">
                <a:solidFill>
                  <a:prstClr val="black"/>
                </a:solidFill>
                <a:latin typeface="Calibri" panose="020F0502020204030204"/>
              </a:rPr>
              <a:t>u </a:t>
            </a: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initially</a:t>
            </a:r>
            <a:r>
              <a:rPr lang="en-US" sz="1350" i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knows direct-path-cost only to  direct neighbors    */</a:t>
            </a: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90000"/>
              </a:lnSpc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5          then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D(v) = c</a:t>
            </a:r>
            <a:r>
              <a:rPr lang="en-US" sz="1800" i="1" baseline="-25000" dirty="0">
                <a:solidFill>
                  <a:prstClr val="black"/>
                </a:solidFill>
                <a:latin typeface="Calibri" panose="020F0502020204030204"/>
              </a:rPr>
              <a:t>u,v      </a:t>
            </a:r>
            <a:r>
              <a:rPr lang="en-US" sz="1350" baseline="-25000" dirty="0">
                <a:solidFill>
                  <a:prstClr val="black"/>
                </a:solidFill>
                <a:latin typeface="Calibri" panose="020F0502020204030204"/>
              </a:rPr>
              <a:t>             </a:t>
            </a: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/* but may not be </a:t>
            </a:r>
            <a:r>
              <a:rPr lang="en-US" sz="1350" i="1" dirty="0">
                <a:solidFill>
                  <a:prstClr val="black"/>
                </a:solidFill>
                <a:latin typeface="Calibri" panose="020F0502020204030204"/>
              </a:rPr>
              <a:t>minimum</a:t>
            </a: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 cost!                                                    */</a:t>
            </a:r>
          </a:p>
          <a:p>
            <a:pPr defTabSz="685800">
              <a:lnSpc>
                <a:spcPct val="90000"/>
              </a:lnSpc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6      else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D(v)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=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∞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  <a:p>
            <a:pPr defTabSz="685800">
              <a:lnSpc>
                <a:spcPct val="90000"/>
              </a:lnSpc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7 </a:t>
            </a: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E6A5B365-6E84-8F48-A98B-CE54B3717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4388" y="3253457"/>
            <a:ext cx="235930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/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1800" dirty="0">
                <a:solidFill>
                  <a:srgbClr val="0000A8"/>
                </a:solidFill>
                <a:latin typeface="Calibri" panose="020F0502020204030204"/>
              </a:rPr>
              <a:t>8   </a:t>
            </a:r>
            <a:r>
              <a:rPr lang="en-US" sz="1800" i="1" dirty="0">
                <a:solidFill>
                  <a:srgbClr val="0000A8"/>
                </a:solidFill>
                <a:latin typeface="Calibri" panose="020F0502020204030204"/>
              </a:rPr>
              <a:t>Loop </a:t>
            </a:r>
            <a:endParaRPr lang="en-US" sz="1800" dirty="0">
              <a:solidFill>
                <a:srgbClr val="0000A8"/>
              </a:solidFill>
              <a:latin typeface="Calibri" panose="020F0502020204030204"/>
            </a:endParaRPr>
          </a:p>
          <a:p>
            <a:pPr defTabSz="685800"/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9     </a:t>
            </a:r>
          </a:p>
          <a:p>
            <a:pPr defTabSz="685800"/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10    </a:t>
            </a:r>
          </a:p>
          <a:p>
            <a:pPr defTabSz="685800"/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11</a:t>
            </a:r>
          </a:p>
          <a:p>
            <a:pPr defTabSz="685800"/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12</a:t>
            </a:r>
            <a:endParaRPr lang="en-US" sz="1800" b="1" dirty="0">
              <a:solidFill>
                <a:srgbClr val="CC0000"/>
              </a:solidFill>
              <a:latin typeface="Calibri" panose="020F0502020204030204"/>
            </a:endParaRPr>
          </a:p>
          <a:p>
            <a:pPr defTabSz="685800"/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13</a:t>
            </a:r>
          </a:p>
          <a:p>
            <a:pPr defTabSz="685800"/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14</a:t>
            </a:r>
          </a:p>
          <a:p>
            <a:pPr defTabSz="685800"/>
            <a:r>
              <a:rPr lang="en-US" sz="1800" b="1" dirty="0">
                <a:solidFill>
                  <a:srgbClr val="0000A8"/>
                </a:solidFill>
                <a:latin typeface="Calibri" panose="020F0502020204030204"/>
              </a:rPr>
              <a:t>15  </a:t>
            </a:r>
            <a:r>
              <a:rPr lang="en-US" sz="1800" i="1" dirty="0">
                <a:solidFill>
                  <a:srgbClr val="0000A8"/>
                </a:solidFill>
                <a:latin typeface="Calibri" panose="020F0502020204030204"/>
              </a:rPr>
              <a:t>until all nodes in N</a:t>
            </a:r>
            <a:r>
              <a:rPr lang="en-US" sz="1800" i="1" dirty="0">
                <a:solidFill>
                  <a:srgbClr val="0000A8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dirty="0">
                <a:solidFill>
                  <a:srgbClr val="0000A8"/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C3FDD5E0-11CC-FC44-8118-718358E54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5259" y="3517451"/>
            <a:ext cx="5605894" cy="2015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/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find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w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not in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such that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D(w)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is a minimum </a:t>
            </a:r>
          </a:p>
          <a:p>
            <a:pPr defTabSz="685800"/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add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w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to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  <a:p>
            <a:pPr defTabSz="685800"/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update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D(v)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for all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v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adjacent to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w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and not in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: </a:t>
            </a:r>
          </a:p>
          <a:p>
            <a:pPr defTabSz="685800"/>
            <a:r>
              <a:rPr lang="en-US" sz="1800" b="1" i="1" dirty="0">
                <a:solidFill>
                  <a:srgbClr val="CC0000"/>
                </a:solidFill>
                <a:latin typeface="Calibri" panose="020F0502020204030204"/>
              </a:rPr>
              <a:t>     D(v) = </a:t>
            </a:r>
            <a:r>
              <a:rPr lang="en-US" sz="1800" b="1" dirty="0">
                <a:solidFill>
                  <a:srgbClr val="CC0000"/>
                </a:solidFill>
                <a:latin typeface="Calibri" panose="020F0502020204030204"/>
              </a:rPr>
              <a:t>min</a:t>
            </a:r>
            <a:r>
              <a:rPr lang="en-US" sz="1800" b="1" i="1" dirty="0">
                <a:solidFill>
                  <a:srgbClr val="CC0000"/>
                </a:solidFill>
                <a:latin typeface="Calibri" panose="020F0502020204030204"/>
              </a:rPr>
              <a:t> </a:t>
            </a:r>
            <a:r>
              <a:rPr lang="en-US" sz="1800" b="1" dirty="0">
                <a:solidFill>
                  <a:srgbClr val="CC0000"/>
                </a:solidFill>
                <a:latin typeface="Calibri" panose="020F0502020204030204"/>
              </a:rPr>
              <a:t>( </a:t>
            </a:r>
            <a:r>
              <a:rPr lang="en-US" sz="1800" b="1" i="1" dirty="0">
                <a:solidFill>
                  <a:srgbClr val="CC0000"/>
                </a:solidFill>
                <a:latin typeface="Calibri" panose="020F0502020204030204"/>
              </a:rPr>
              <a:t>D(v),  D(w) + c</a:t>
            </a:r>
            <a:r>
              <a:rPr lang="en-US" sz="1800" b="1" i="1" baseline="-25000" dirty="0">
                <a:solidFill>
                  <a:srgbClr val="CC0000"/>
                </a:solidFill>
                <a:latin typeface="Calibri" panose="020F0502020204030204"/>
              </a:rPr>
              <a:t>w,v  </a:t>
            </a:r>
            <a:r>
              <a:rPr lang="en-US" sz="1800" b="1" dirty="0">
                <a:solidFill>
                  <a:srgbClr val="CC0000"/>
                </a:solidFill>
                <a:latin typeface="Calibri" panose="020F0502020204030204"/>
              </a:rPr>
              <a:t>)</a:t>
            </a:r>
            <a:r>
              <a:rPr lang="en-US" sz="1800" b="1" i="1" dirty="0">
                <a:solidFill>
                  <a:srgbClr val="CC0000"/>
                </a:solidFill>
                <a:latin typeface="Calibri" panose="020F0502020204030204"/>
              </a:rPr>
              <a:t> </a:t>
            </a:r>
          </a:p>
          <a:p>
            <a:pPr defTabSz="685800">
              <a:spcBef>
                <a:spcPts val="300"/>
              </a:spcBef>
            </a:pP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/* new least-path-cost to </a:t>
            </a:r>
            <a:r>
              <a:rPr lang="en-US" sz="1500" i="1" dirty="0">
                <a:solidFill>
                  <a:prstClr val="black"/>
                </a:solidFill>
                <a:latin typeface="Calibri" panose="020F0502020204030204"/>
              </a:rPr>
              <a:t>v 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is either old least-cost-path to</a:t>
            </a:r>
            <a:r>
              <a:rPr lang="en-US" sz="1500" i="1" dirty="0">
                <a:solidFill>
                  <a:prstClr val="black"/>
                </a:solidFill>
                <a:latin typeface="Calibri" panose="020F0502020204030204"/>
              </a:rPr>
              <a:t> v 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or known </a:t>
            </a:r>
          </a:p>
          <a:p>
            <a:pPr defTabSz="685800">
              <a:spcBef>
                <a:spcPts val="300"/>
              </a:spcBef>
            </a:pP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least-cost-path to </a:t>
            </a:r>
            <a:r>
              <a:rPr lang="en-US" sz="1500" i="1" dirty="0">
                <a:solidFill>
                  <a:prstClr val="black"/>
                </a:solidFill>
                <a:latin typeface="Calibri" panose="020F0502020204030204"/>
              </a:rPr>
              <a:t>w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 plus direct-cost from </a:t>
            </a:r>
            <a:r>
              <a:rPr lang="en-US" sz="1500" i="1" dirty="0">
                <a:solidFill>
                  <a:prstClr val="black"/>
                </a:solidFill>
                <a:latin typeface="Calibri" panose="020F0502020204030204"/>
              </a:rPr>
              <a:t>w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 to </a:t>
            </a:r>
            <a:r>
              <a:rPr lang="en-US" sz="1500" i="1" dirty="0">
                <a:solidFill>
                  <a:prstClr val="black"/>
                </a:solidFill>
                <a:latin typeface="Calibri" panose="020F0502020204030204"/>
              </a:rPr>
              <a:t>v</a:t>
            </a:r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 */ </a:t>
            </a:r>
          </a:p>
        </p:txBody>
      </p:sp>
    </p:spTree>
    <p:extLst>
      <p:ext uri="{BB962C8B-B14F-4D97-AF65-F5344CB8AC3E}">
        <p14:creationId xmlns:p14="http://schemas.microsoft.com/office/powerpoint/2010/main" val="2178218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>
                <a:latin typeface="+mn-lt"/>
              </a:rPr>
              <a:t>Dijkstra’s algorithm: an example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EAAB61-267F-BA72-1474-8743DC3D2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106" y="2093119"/>
            <a:ext cx="580608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Step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0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1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2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4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698" y="2100263"/>
            <a:ext cx="36099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N</a:t>
            </a:r>
            <a:r>
              <a:rPr lang="en-US" sz="1500" kern="0" dirty="0">
                <a:solidFill>
                  <a:srgbClr val="000000"/>
                </a:solidFill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1024" y="2077296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2805" y="207729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4249" y="208597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4480" y="208597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9564" y="2356247"/>
            <a:ext cx="6379369" cy="7144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259" name="Group 16">
            <a:extLst>
              <a:ext uri="{FF2B5EF4-FFF2-40B4-BE49-F238E27FC236}">
                <a16:creationId xmlns:a16="http://schemas.microsoft.com/office/drawing/2014/main" id="{F6D427A6-9405-2D4E-BC72-78E69E64A628}"/>
              </a:ext>
            </a:extLst>
          </p:cNvPr>
          <p:cNvGrpSpPr>
            <a:grpSpLocks/>
          </p:cNvGrpSpPr>
          <p:nvPr/>
        </p:nvGrpSpPr>
        <p:grpSpPr bwMode="auto">
          <a:xfrm>
            <a:off x="483257" y="3945282"/>
            <a:ext cx="2678906" cy="1684735"/>
            <a:chOff x="3162" y="1071"/>
            <a:chExt cx="2250" cy="1415"/>
          </a:xfrm>
        </p:grpSpPr>
        <p:sp>
          <p:nvSpPr>
            <p:cNvPr id="260" name="Freeform 17">
              <a:extLst>
                <a:ext uri="{FF2B5EF4-FFF2-40B4-BE49-F238E27FC236}">
                  <a16:creationId xmlns:a16="http://schemas.microsoft.com/office/drawing/2014/main" id="{B59803F6-669E-C147-9AA7-07A510F23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1" name="Freeform 18">
              <a:extLst>
                <a:ext uri="{FF2B5EF4-FFF2-40B4-BE49-F238E27FC236}">
                  <a16:creationId xmlns:a16="http://schemas.microsoft.com/office/drawing/2014/main" id="{4CE8143F-BB5D-1548-A2D1-0B3C05E2D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2" name="Oval 19">
              <a:extLst>
                <a:ext uri="{FF2B5EF4-FFF2-40B4-BE49-F238E27FC236}">
                  <a16:creationId xmlns:a16="http://schemas.microsoft.com/office/drawing/2014/main" id="{CB2328B2-500E-0643-881F-169F140BD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3" name="Line 20">
              <a:extLst>
                <a:ext uri="{FF2B5EF4-FFF2-40B4-BE49-F238E27FC236}">
                  <a16:creationId xmlns:a16="http://schemas.microsoft.com/office/drawing/2014/main" id="{EC0FDC3E-2336-EF44-B445-144049FF3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4" name="Line 21">
              <a:extLst>
                <a:ext uri="{FF2B5EF4-FFF2-40B4-BE49-F238E27FC236}">
                  <a16:creationId xmlns:a16="http://schemas.microsoft.com/office/drawing/2014/main" id="{07B5F04F-0C18-CE48-93A1-4B267BBE4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5" name="Rectangle 22">
              <a:extLst>
                <a:ext uri="{FF2B5EF4-FFF2-40B4-BE49-F238E27FC236}">
                  <a16:creationId xmlns:a16="http://schemas.microsoft.com/office/drawing/2014/main" id="{0C43506A-1E78-F54A-910F-D37EBC1EF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6" name="Oval 23">
              <a:extLst>
                <a:ext uri="{FF2B5EF4-FFF2-40B4-BE49-F238E27FC236}">
                  <a16:creationId xmlns:a16="http://schemas.microsoft.com/office/drawing/2014/main" id="{27A71FF2-F42F-2844-AC5E-37F186F80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7" name="Oval 24">
              <a:extLst>
                <a:ext uri="{FF2B5EF4-FFF2-40B4-BE49-F238E27FC236}">
                  <a16:creationId xmlns:a16="http://schemas.microsoft.com/office/drawing/2014/main" id="{9C47D8B7-EC1D-C743-87B3-403B84D4A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8" name="Line 25">
              <a:extLst>
                <a:ext uri="{FF2B5EF4-FFF2-40B4-BE49-F238E27FC236}">
                  <a16:creationId xmlns:a16="http://schemas.microsoft.com/office/drawing/2014/main" id="{BEC31F1C-3B0C-3040-AD04-6FCA0D057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9" name="Line 26">
              <a:extLst>
                <a:ext uri="{FF2B5EF4-FFF2-40B4-BE49-F238E27FC236}">
                  <a16:creationId xmlns:a16="http://schemas.microsoft.com/office/drawing/2014/main" id="{56212EB3-C962-DA44-8730-7936B2191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70" name="Rectangle 27">
              <a:extLst>
                <a:ext uri="{FF2B5EF4-FFF2-40B4-BE49-F238E27FC236}">
                  <a16:creationId xmlns:a16="http://schemas.microsoft.com/office/drawing/2014/main" id="{70DA0FF6-1A2B-FA4D-8CF4-CF4512C72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71" name="Oval 28">
              <a:extLst>
                <a:ext uri="{FF2B5EF4-FFF2-40B4-BE49-F238E27FC236}">
                  <a16:creationId xmlns:a16="http://schemas.microsoft.com/office/drawing/2014/main" id="{91BA553D-89DC-1440-84C3-F0FFE0B7E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72" name="Oval 29">
              <a:extLst>
                <a:ext uri="{FF2B5EF4-FFF2-40B4-BE49-F238E27FC236}">
                  <a16:creationId xmlns:a16="http://schemas.microsoft.com/office/drawing/2014/main" id="{5F155988-DD8E-7949-85F9-F8B730D8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73" name="Line 30">
              <a:extLst>
                <a:ext uri="{FF2B5EF4-FFF2-40B4-BE49-F238E27FC236}">
                  <a16:creationId xmlns:a16="http://schemas.microsoft.com/office/drawing/2014/main" id="{007AA526-21E2-1449-A457-DC487F625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74" name="Line 31">
              <a:extLst>
                <a:ext uri="{FF2B5EF4-FFF2-40B4-BE49-F238E27FC236}">
                  <a16:creationId xmlns:a16="http://schemas.microsoft.com/office/drawing/2014/main" id="{A7D6DEE1-2254-2340-92B2-4425F8E41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75" name="Rectangle 32">
              <a:extLst>
                <a:ext uri="{FF2B5EF4-FFF2-40B4-BE49-F238E27FC236}">
                  <a16:creationId xmlns:a16="http://schemas.microsoft.com/office/drawing/2014/main" id="{CD0F76A8-F2F6-A040-A641-8C6DD2B4D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59" name="Oval 33">
              <a:extLst>
                <a:ext uri="{FF2B5EF4-FFF2-40B4-BE49-F238E27FC236}">
                  <a16:creationId xmlns:a16="http://schemas.microsoft.com/office/drawing/2014/main" id="{021DFE64-FE6B-AF4B-A487-798FD40EE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5" name="Oval 34">
              <a:extLst>
                <a:ext uri="{FF2B5EF4-FFF2-40B4-BE49-F238E27FC236}">
                  <a16:creationId xmlns:a16="http://schemas.microsoft.com/office/drawing/2014/main" id="{D7221543-9DA7-9C4F-BF64-841725D58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6" name="Line 35">
              <a:extLst>
                <a:ext uri="{FF2B5EF4-FFF2-40B4-BE49-F238E27FC236}">
                  <a16:creationId xmlns:a16="http://schemas.microsoft.com/office/drawing/2014/main" id="{3AA9DB23-022C-B843-ACB1-9CD5A8D48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7" name="Line 36">
              <a:extLst>
                <a:ext uri="{FF2B5EF4-FFF2-40B4-BE49-F238E27FC236}">
                  <a16:creationId xmlns:a16="http://schemas.microsoft.com/office/drawing/2014/main" id="{AAE6AF87-B018-8A44-81E6-B8267ADC3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Rectangle 37">
              <a:extLst>
                <a:ext uri="{FF2B5EF4-FFF2-40B4-BE49-F238E27FC236}">
                  <a16:creationId xmlns:a16="http://schemas.microsoft.com/office/drawing/2014/main" id="{E486C5EC-F3AE-514D-8BFC-C15DDC7BC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3" name="Oval 38">
              <a:extLst>
                <a:ext uri="{FF2B5EF4-FFF2-40B4-BE49-F238E27FC236}">
                  <a16:creationId xmlns:a16="http://schemas.microsoft.com/office/drawing/2014/main" id="{D570042E-655B-9244-B2DE-DD6B84D18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Oval 39">
              <a:extLst>
                <a:ext uri="{FF2B5EF4-FFF2-40B4-BE49-F238E27FC236}">
                  <a16:creationId xmlns:a16="http://schemas.microsoft.com/office/drawing/2014/main" id="{209FDC48-A133-7C43-A4F4-AEC33B239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5" name="Line 40">
              <a:extLst>
                <a:ext uri="{FF2B5EF4-FFF2-40B4-BE49-F238E27FC236}">
                  <a16:creationId xmlns:a16="http://schemas.microsoft.com/office/drawing/2014/main" id="{6C737D5E-249D-704B-8624-06BC6AF83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6" name="Line 41">
              <a:extLst>
                <a:ext uri="{FF2B5EF4-FFF2-40B4-BE49-F238E27FC236}">
                  <a16:creationId xmlns:a16="http://schemas.microsoft.com/office/drawing/2014/main" id="{2BB65E91-5543-2A4A-83D1-AF4BD2A56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7" name="Rectangle 42">
              <a:extLst>
                <a:ext uri="{FF2B5EF4-FFF2-40B4-BE49-F238E27FC236}">
                  <a16:creationId xmlns:a16="http://schemas.microsoft.com/office/drawing/2014/main" id="{31754303-C1B0-564A-BC8B-D1994E226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8" name="Oval 43">
              <a:extLst>
                <a:ext uri="{FF2B5EF4-FFF2-40B4-BE49-F238E27FC236}">
                  <a16:creationId xmlns:a16="http://schemas.microsoft.com/office/drawing/2014/main" id="{5EBC6ED3-D791-D849-8DF4-6EEC31DF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9" name="Oval 44">
              <a:extLst>
                <a:ext uri="{FF2B5EF4-FFF2-40B4-BE49-F238E27FC236}">
                  <a16:creationId xmlns:a16="http://schemas.microsoft.com/office/drawing/2014/main" id="{69D4B18F-1B3D-AA47-B609-E5E0116A4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Line 45">
              <a:extLst>
                <a:ext uri="{FF2B5EF4-FFF2-40B4-BE49-F238E27FC236}">
                  <a16:creationId xmlns:a16="http://schemas.microsoft.com/office/drawing/2014/main" id="{6B623BCC-754E-AD43-A91B-5BE90461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5" name="Line 46">
              <a:extLst>
                <a:ext uri="{FF2B5EF4-FFF2-40B4-BE49-F238E27FC236}">
                  <a16:creationId xmlns:a16="http://schemas.microsoft.com/office/drawing/2014/main" id="{70C54C4E-9E9A-CB4F-9BAD-759F10AB7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7" name="Rectangle 47">
              <a:extLst>
                <a:ext uri="{FF2B5EF4-FFF2-40B4-BE49-F238E27FC236}">
                  <a16:creationId xmlns:a16="http://schemas.microsoft.com/office/drawing/2014/main" id="{48B02502-224F-614A-AF74-CA45B87B4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Oval 48">
              <a:extLst>
                <a:ext uri="{FF2B5EF4-FFF2-40B4-BE49-F238E27FC236}">
                  <a16:creationId xmlns:a16="http://schemas.microsoft.com/office/drawing/2014/main" id="{1CBE76C4-29B1-DF47-8C80-E056EC01F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33" name="Freeform 49">
              <a:extLst>
                <a:ext uri="{FF2B5EF4-FFF2-40B4-BE49-F238E27FC236}">
                  <a16:creationId xmlns:a16="http://schemas.microsoft.com/office/drawing/2014/main" id="{F7C58F3A-0B59-CE40-8968-EFD5B03D5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38" name="Freeform 50">
              <a:extLst>
                <a:ext uri="{FF2B5EF4-FFF2-40B4-BE49-F238E27FC236}">
                  <a16:creationId xmlns:a16="http://schemas.microsoft.com/office/drawing/2014/main" id="{5CA0B20D-583A-724F-8F77-3D2EE0DD0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3" name="Freeform 51">
              <a:extLst>
                <a:ext uri="{FF2B5EF4-FFF2-40B4-BE49-F238E27FC236}">
                  <a16:creationId xmlns:a16="http://schemas.microsoft.com/office/drawing/2014/main" id="{F9705D5A-4067-4E46-97EF-A4A7592F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4" name="Freeform 52">
              <a:extLst>
                <a:ext uri="{FF2B5EF4-FFF2-40B4-BE49-F238E27FC236}">
                  <a16:creationId xmlns:a16="http://schemas.microsoft.com/office/drawing/2014/main" id="{22C3BA86-2C31-C244-BCC8-F79B83E99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5" name="Freeform 53">
              <a:extLst>
                <a:ext uri="{FF2B5EF4-FFF2-40B4-BE49-F238E27FC236}">
                  <a16:creationId xmlns:a16="http://schemas.microsoft.com/office/drawing/2014/main" id="{36BA8254-18D7-D841-8B10-CF1677FF4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6" name="Freeform 54">
              <a:extLst>
                <a:ext uri="{FF2B5EF4-FFF2-40B4-BE49-F238E27FC236}">
                  <a16:creationId xmlns:a16="http://schemas.microsoft.com/office/drawing/2014/main" id="{FDD9D6F7-B6B7-8C4F-B4CD-8A42B44DA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7" name="Freeform 55">
              <a:extLst>
                <a:ext uri="{FF2B5EF4-FFF2-40B4-BE49-F238E27FC236}">
                  <a16:creationId xmlns:a16="http://schemas.microsoft.com/office/drawing/2014/main" id="{0EEE8685-1A2C-124B-AEBC-CE60F9527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8" name="Freeform 56">
              <a:extLst>
                <a:ext uri="{FF2B5EF4-FFF2-40B4-BE49-F238E27FC236}">
                  <a16:creationId xmlns:a16="http://schemas.microsoft.com/office/drawing/2014/main" id="{CDFCCD1A-99F5-3248-A9D4-80A4A3508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9" name="Freeform 57">
              <a:extLst>
                <a:ext uri="{FF2B5EF4-FFF2-40B4-BE49-F238E27FC236}">
                  <a16:creationId xmlns:a16="http://schemas.microsoft.com/office/drawing/2014/main" id="{8158BEB1-D7DD-304F-93D8-B63A3B9F7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50" name="Group 58">
              <a:extLst>
                <a:ext uri="{FF2B5EF4-FFF2-40B4-BE49-F238E27FC236}">
                  <a16:creationId xmlns:a16="http://schemas.microsoft.com/office/drawing/2014/main" id="{5708D0AB-39B8-5F4D-964A-583102F20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2" y="1744"/>
              <a:ext cx="245" cy="271"/>
              <a:chOff x="2934" y="2425"/>
              <a:chExt cx="249" cy="271"/>
            </a:xfrm>
          </p:grpSpPr>
          <p:sp>
            <p:nvSpPr>
              <p:cNvPr id="476" name="Rectangle 59">
                <a:extLst>
                  <a:ext uri="{FF2B5EF4-FFF2-40B4-BE49-F238E27FC236}">
                    <a16:creationId xmlns:a16="http://schemas.microsoft.com/office/drawing/2014/main" id="{698B8676-76A7-4C47-8D65-7AD44E1F8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7" name="Text Box 60">
                <a:extLst>
                  <a:ext uri="{FF2B5EF4-FFF2-40B4-BE49-F238E27FC236}">
                    <a16:creationId xmlns:a16="http://schemas.microsoft.com/office/drawing/2014/main" id="{5163CA4B-303D-0E4C-B36C-0EB9193499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4" y="2425"/>
                <a:ext cx="249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u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51" name="Group 61">
              <a:extLst>
                <a:ext uri="{FF2B5EF4-FFF2-40B4-BE49-F238E27FC236}">
                  <a16:creationId xmlns:a16="http://schemas.microsoft.com/office/drawing/2014/main" id="{22504589-6EDA-CD46-9F6D-B4E53859C7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2128"/>
              <a:ext cx="236" cy="271"/>
              <a:chOff x="2938" y="2425"/>
              <a:chExt cx="240" cy="271"/>
            </a:xfrm>
          </p:grpSpPr>
          <p:sp>
            <p:nvSpPr>
              <p:cNvPr id="474" name="Rectangle 62">
                <a:extLst>
                  <a:ext uri="{FF2B5EF4-FFF2-40B4-BE49-F238E27FC236}">
                    <a16:creationId xmlns:a16="http://schemas.microsoft.com/office/drawing/2014/main" id="{B5EB60BB-0E5E-C14B-B24B-878829D35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5" name="Text Box 63">
                <a:extLst>
                  <a:ext uri="{FF2B5EF4-FFF2-40B4-BE49-F238E27FC236}">
                    <a16:creationId xmlns:a16="http://schemas.microsoft.com/office/drawing/2014/main" id="{AC01CA65-68FA-E340-BE13-4C47DBA31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y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52" name="Group 64">
              <a:extLst>
                <a:ext uri="{FF2B5EF4-FFF2-40B4-BE49-F238E27FC236}">
                  <a16:creationId xmlns:a16="http://schemas.microsoft.com/office/drawing/2014/main" id="{7E66326C-FC5C-CB48-9635-4D30ECB15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4" y="2095"/>
              <a:ext cx="252" cy="310"/>
              <a:chOff x="2931" y="2395"/>
              <a:chExt cx="253" cy="310"/>
            </a:xfrm>
          </p:grpSpPr>
          <p:sp>
            <p:nvSpPr>
              <p:cNvPr id="472" name="Rectangle 65">
                <a:extLst>
                  <a:ext uri="{FF2B5EF4-FFF2-40B4-BE49-F238E27FC236}">
                    <a16:creationId xmlns:a16="http://schemas.microsoft.com/office/drawing/2014/main" id="{6BF35853-D616-6B43-8985-14AABE1F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3" name="Text Box 66">
                <a:extLst>
                  <a:ext uri="{FF2B5EF4-FFF2-40B4-BE49-F238E27FC236}">
                    <a16:creationId xmlns:a16="http://schemas.microsoft.com/office/drawing/2014/main" id="{3282D7A0-A2E9-7F4B-A22E-01546569C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1" y="2395"/>
                <a:ext cx="25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x</a:t>
                </a:r>
              </a:p>
            </p:txBody>
          </p:sp>
        </p:grpSp>
        <p:grpSp>
          <p:nvGrpSpPr>
            <p:cNvPr id="453" name="Group 67">
              <a:extLst>
                <a:ext uri="{FF2B5EF4-FFF2-40B4-BE49-F238E27FC236}">
                  <a16:creationId xmlns:a16="http://schemas.microsoft.com/office/drawing/2014/main" id="{3104BBAE-4F76-E649-85DB-F84D22362B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3" y="1438"/>
              <a:ext cx="272" cy="271"/>
              <a:chOff x="2920" y="2425"/>
              <a:chExt cx="276" cy="271"/>
            </a:xfrm>
          </p:grpSpPr>
          <p:sp>
            <p:nvSpPr>
              <p:cNvPr id="470" name="Rectangle 68">
                <a:extLst>
                  <a:ext uri="{FF2B5EF4-FFF2-40B4-BE49-F238E27FC236}">
                    <a16:creationId xmlns:a16="http://schemas.microsoft.com/office/drawing/2014/main" id="{0CEE42FC-526E-AB47-8798-637A64848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1" name="Text Box 69">
                <a:extLst>
                  <a:ext uri="{FF2B5EF4-FFF2-40B4-BE49-F238E27FC236}">
                    <a16:creationId xmlns:a16="http://schemas.microsoft.com/office/drawing/2014/main" id="{BD20AA39-4C83-B348-A22B-DC09D5E67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0" y="2425"/>
                <a:ext cx="27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w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54" name="Group 70">
              <a:extLst>
                <a:ext uri="{FF2B5EF4-FFF2-40B4-BE49-F238E27FC236}">
                  <a16:creationId xmlns:a16="http://schemas.microsoft.com/office/drawing/2014/main" id="{76A8AB1F-2271-4C40-97FF-558125D0E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7" y="1438"/>
              <a:ext cx="236" cy="271"/>
              <a:chOff x="2938" y="2425"/>
              <a:chExt cx="240" cy="271"/>
            </a:xfrm>
          </p:grpSpPr>
          <p:sp>
            <p:nvSpPr>
              <p:cNvPr id="468" name="Rectangle 71">
                <a:extLst>
                  <a:ext uri="{FF2B5EF4-FFF2-40B4-BE49-F238E27FC236}">
                    <a16:creationId xmlns:a16="http://schemas.microsoft.com/office/drawing/2014/main" id="{8A1243C8-B070-1144-AFC1-660A0D47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9" name="Text Box 72">
                <a:extLst>
                  <a:ext uri="{FF2B5EF4-FFF2-40B4-BE49-F238E27FC236}">
                    <a16:creationId xmlns:a16="http://schemas.microsoft.com/office/drawing/2014/main" id="{0A633A5D-CB9F-9D4A-9828-FA8DAB76D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v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55" name="Group 73">
              <a:extLst>
                <a:ext uri="{FF2B5EF4-FFF2-40B4-BE49-F238E27FC236}">
                  <a16:creationId xmlns:a16="http://schemas.microsoft.com/office/drawing/2014/main" id="{1F39B98B-5A5F-9A45-8998-1BA51D536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9" y="1756"/>
              <a:ext cx="252" cy="310"/>
              <a:chOff x="2929" y="2395"/>
              <a:chExt cx="255" cy="310"/>
            </a:xfrm>
          </p:grpSpPr>
          <p:sp>
            <p:nvSpPr>
              <p:cNvPr id="466" name="Rectangle 74">
                <a:extLst>
                  <a:ext uri="{FF2B5EF4-FFF2-40B4-BE49-F238E27FC236}">
                    <a16:creationId xmlns:a16="http://schemas.microsoft.com/office/drawing/2014/main" id="{6D133BDC-CBD5-E04A-956A-CB070C46E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7" name="Text Box 75">
                <a:extLst>
                  <a:ext uri="{FF2B5EF4-FFF2-40B4-BE49-F238E27FC236}">
                    <a16:creationId xmlns:a16="http://schemas.microsoft.com/office/drawing/2014/main" id="{E22274D1-6BF0-6F4F-AA7F-923617C444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9" y="2395"/>
                <a:ext cx="255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z</a:t>
                </a:r>
              </a:p>
            </p:txBody>
          </p:sp>
        </p:grpSp>
        <p:sp>
          <p:nvSpPr>
            <p:cNvPr id="456" name="Text Box 76">
              <a:extLst>
                <a:ext uri="{FF2B5EF4-FFF2-40B4-BE49-F238E27FC236}">
                  <a16:creationId xmlns:a16="http://schemas.microsoft.com/office/drawing/2014/main" id="{E87F994C-88BC-7843-84FF-C20876A28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4" y="1568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57" name="Text Box 77">
              <a:extLst>
                <a:ext uri="{FF2B5EF4-FFF2-40B4-BE49-F238E27FC236}">
                  <a16:creationId xmlns:a16="http://schemas.microsoft.com/office/drawing/2014/main" id="{D6E661FA-C756-184B-8F8C-454F6D2F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1787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58" name="Text Box 78">
              <a:extLst>
                <a:ext uri="{FF2B5EF4-FFF2-40B4-BE49-F238E27FC236}">
                  <a16:creationId xmlns:a16="http://schemas.microsoft.com/office/drawing/2014/main" id="{7AAD1753-0153-BE49-9A5A-86A614467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7" y="200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59" name="Text Box 79">
              <a:extLst>
                <a:ext uri="{FF2B5EF4-FFF2-40B4-BE49-F238E27FC236}">
                  <a16:creationId xmlns:a16="http://schemas.microsoft.com/office/drawing/2014/main" id="{CE9F4FB6-1319-824C-8EE6-E829F9B81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6" y="188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60" name="Text Box 80">
              <a:extLst>
                <a:ext uri="{FF2B5EF4-FFF2-40B4-BE49-F238E27FC236}">
                  <a16:creationId xmlns:a16="http://schemas.microsoft.com/office/drawing/2014/main" id="{C479D34B-E495-6941-B1B8-7C27A07FA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3" y="2234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61" name="Text Box 81">
              <a:extLst>
                <a:ext uri="{FF2B5EF4-FFF2-40B4-BE49-F238E27FC236}">
                  <a16:creationId xmlns:a16="http://schemas.microsoft.com/office/drawing/2014/main" id="{651E935E-97A1-694E-90ED-DA0D52808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3" y="180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62" name="Text Box 82">
              <a:extLst>
                <a:ext uri="{FF2B5EF4-FFF2-40B4-BE49-F238E27FC236}">
                  <a16:creationId xmlns:a16="http://schemas.microsoft.com/office/drawing/2014/main" id="{BCE34168-89E8-CA4E-B734-D7785C5D4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2069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63" name="Text Box 83">
              <a:extLst>
                <a:ext uri="{FF2B5EF4-FFF2-40B4-BE49-F238E27FC236}">
                  <a16:creationId xmlns:a16="http://schemas.microsoft.com/office/drawing/2014/main" id="{E61D1248-702D-AA4E-A62B-3B6DB8874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6" y="153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64" name="Text Box 84">
              <a:extLst>
                <a:ext uri="{FF2B5EF4-FFF2-40B4-BE49-F238E27FC236}">
                  <a16:creationId xmlns:a16="http://schemas.microsoft.com/office/drawing/2014/main" id="{8E7448E7-B23E-9A4A-947C-66285C7E1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1" y="138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65" name="Text Box 85">
              <a:extLst>
                <a:ext uri="{FF2B5EF4-FFF2-40B4-BE49-F238E27FC236}">
                  <a16:creationId xmlns:a16="http://schemas.microsoft.com/office/drawing/2014/main" id="{EFA31E11-E078-ED44-8DB8-4912DC480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0" y="111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</p:grp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293" y="2082313"/>
            <a:ext cx="10198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D(w),p(w)</a:t>
            </a:r>
          </a:p>
        </p:txBody>
      </p: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1445" y="3076288"/>
            <a:ext cx="1019831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D(w),p(w)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5,u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4,x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3,y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3,y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3150757" y="2320725"/>
            <a:ext cx="4306429" cy="324249"/>
            <a:chOff x="4201009" y="1951300"/>
            <a:chExt cx="5741905" cy="432332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7983" y="1951300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4333" y="1975893"/>
              <a:ext cx="4385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8933" y="1974449"/>
              <a:ext cx="4385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3383" y="1951300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1952745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069" y="2313485"/>
            <a:ext cx="2920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279573" y="258477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286237" y="2811925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289438" y="304254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289176" y="327662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295840" y="3531483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87C637-11FC-0A49-8C82-7AF7D38C6CD6}"/>
              </a:ext>
            </a:extLst>
          </p:cNvPr>
          <p:cNvSpPr txBox="1"/>
          <p:nvPr/>
        </p:nvSpPr>
        <p:spPr>
          <a:xfrm>
            <a:off x="3242151" y="1766276"/>
            <a:ext cx="3064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4C80ECA4-7464-CB40-8CC6-A7EDC7E7964C}"/>
              </a:ext>
            </a:extLst>
          </p:cNvPr>
          <p:cNvSpPr txBox="1"/>
          <p:nvPr/>
        </p:nvSpPr>
        <p:spPr>
          <a:xfrm>
            <a:off x="4198510" y="1762072"/>
            <a:ext cx="37702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w</a:t>
            </a: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1052726D-C214-914F-AE65-3CE2B48F9FD7}"/>
              </a:ext>
            </a:extLst>
          </p:cNvPr>
          <p:cNvSpPr txBox="1"/>
          <p:nvPr/>
        </p:nvSpPr>
        <p:spPr>
          <a:xfrm>
            <a:off x="5180912" y="1757869"/>
            <a:ext cx="30168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5B04DCE1-2FE2-A84B-8E64-4C946D2739CC}"/>
              </a:ext>
            </a:extLst>
          </p:cNvPr>
          <p:cNvSpPr txBox="1"/>
          <p:nvPr/>
        </p:nvSpPr>
        <p:spPr>
          <a:xfrm>
            <a:off x="6180677" y="1762346"/>
            <a:ext cx="3064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y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9A4E2888-3BE6-BB46-8B3E-D324D269A9FF}"/>
              </a:ext>
            </a:extLst>
          </p:cNvPr>
          <p:cNvSpPr txBox="1"/>
          <p:nvPr/>
        </p:nvSpPr>
        <p:spPr>
          <a:xfrm>
            <a:off x="7128355" y="1775505"/>
            <a:ext cx="29046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z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E2B11F0-0B2B-E548-A572-A488F5822281}"/>
              </a:ext>
            </a:extLst>
          </p:cNvPr>
          <p:cNvSpPr/>
          <p:nvPr/>
        </p:nvSpPr>
        <p:spPr>
          <a:xfrm>
            <a:off x="3310090" y="3899994"/>
            <a:ext cx="4623812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dirty="0">
                <a:solidFill>
                  <a:srgbClr val="0013A3"/>
                </a:solidFill>
                <a:latin typeface="Calibri" panose="020F0502020204030204"/>
              </a:rPr>
              <a:t>Initialization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(step 0): </a:t>
            </a:r>
          </a:p>
          <a:p>
            <a:pPr defTabSz="685800">
              <a:lnSpc>
                <a:spcPct val="90000"/>
              </a:lnSpc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     For all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if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adjacent to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u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then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D(a) = c</a:t>
            </a:r>
            <a:r>
              <a:rPr lang="en-US" i="1" baseline="-25000" dirty="0">
                <a:solidFill>
                  <a:prstClr val="black"/>
                </a:solidFill>
                <a:latin typeface="Calibri" panose="020F0502020204030204"/>
              </a:rPr>
              <a:t>u,a </a:t>
            </a:r>
            <a:endParaRPr lang="en-US" baseline="-25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4585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>
                <a:latin typeface="+mn-lt"/>
              </a:rPr>
              <a:t>Dijkstra’s algorithm: an example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C16BD6-A1B1-D446-9C4F-1BD5ADCA9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106" y="2093119"/>
            <a:ext cx="580608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Step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0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1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2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4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698" y="2100263"/>
            <a:ext cx="36099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N</a:t>
            </a:r>
            <a:r>
              <a:rPr lang="en-US" sz="1500" kern="0" dirty="0">
                <a:solidFill>
                  <a:srgbClr val="000000"/>
                </a:solidFill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1024" y="2077296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2805" y="207729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4249" y="208597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4480" y="208597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9564" y="2356247"/>
            <a:ext cx="6379369" cy="7144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293" y="2082313"/>
            <a:ext cx="10198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D(w),p(w)</a:t>
            </a:r>
          </a:p>
        </p:txBody>
      </p: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1445" y="3076288"/>
            <a:ext cx="1019831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D(w),p(w)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5,u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4,x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3,y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3,y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3150757" y="2320725"/>
            <a:ext cx="4306429" cy="324249"/>
            <a:chOff x="4201009" y="1951300"/>
            <a:chExt cx="5741905" cy="432332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7983" y="1951300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4333" y="1975893"/>
              <a:ext cx="4385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8933" y="1974449"/>
              <a:ext cx="4385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3383" y="1951300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1952745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069" y="2313485"/>
            <a:ext cx="2920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279573" y="258477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286237" y="2811925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289438" y="304254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289176" y="327662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295840" y="3531483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8099" y="3427627"/>
            <a:ext cx="96693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srgbClr val="0000A8"/>
                </a:solidFill>
                <a:latin typeface="Calibri" panose="020F0502020204030204"/>
              </a:rPr>
              <a:t>8   </a:t>
            </a:r>
            <a:r>
              <a:rPr lang="en-US" sz="1800" i="1" dirty="0">
                <a:solidFill>
                  <a:srgbClr val="0000A8"/>
                </a:solidFill>
                <a:latin typeface="Calibri" panose="020F0502020204030204"/>
              </a:rPr>
              <a:t>Loop </a:t>
            </a:r>
            <a:endParaRPr lang="en-US" sz="1800" dirty="0">
              <a:solidFill>
                <a:srgbClr val="0000A8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9     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10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7199" y="3669849"/>
            <a:ext cx="437440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find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not in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such that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D(a)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is a minimum 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add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to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D60C12B-CA9D-6543-A68D-C936C6CE5E54}"/>
              </a:ext>
            </a:extLst>
          </p:cNvPr>
          <p:cNvGrpSpPr/>
          <p:nvPr/>
        </p:nvGrpSpPr>
        <p:grpSpPr>
          <a:xfrm>
            <a:off x="2339616" y="1815193"/>
            <a:ext cx="3132234" cy="1016556"/>
            <a:chOff x="3119488" y="1277257"/>
            <a:chExt cx="4176312" cy="1355408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0BB51FE9-3B2A-5947-8D58-8E568A2FD108}"/>
                </a:ext>
              </a:extLst>
            </p:cNvPr>
            <p:cNvSpPr/>
            <p:nvPr/>
          </p:nvSpPr>
          <p:spPr>
            <a:xfrm>
              <a:off x="6845203" y="1277257"/>
              <a:ext cx="450597" cy="402666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0BAB8D84-2299-D54C-8DF2-B7D547E53934}"/>
                </a:ext>
              </a:extLst>
            </p:cNvPr>
            <p:cNvCxnSpPr>
              <a:cxnSpLocks/>
              <a:stCxn id="169" idx="2"/>
              <a:endCxn id="171" idx="6"/>
            </p:cNvCxnSpPr>
            <p:nvPr/>
          </p:nvCxnSpPr>
          <p:spPr>
            <a:xfrm flipH="1">
              <a:off x="3421705" y="1478590"/>
              <a:ext cx="3423498" cy="1006309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336CD7A6-BFF0-864F-A9C0-5C593F3F14CE}"/>
                </a:ext>
              </a:extLst>
            </p:cNvPr>
            <p:cNvSpPr/>
            <p:nvPr/>
          </p:nvSpPr>
          <p:spPr>
            <a:xfrm>
              <a:off x="3119488" y="2337133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647" y="2376426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2320" y="2538390"/>
            <a:ext cx="3882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3242151" y="1766276"/>
            <a:ext cx="3064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4198510" y="1762072"/>
            <a:ext cx="37702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5180912" y="1757869"/>
            <a:ext cx="30168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6180677" y="1762346"/>
            <a:ext cx="3064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7128355" y="1775505"/>
            <a:ext cx="29046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483257" y="3945282"/>
            <a:ext cx="2678906" cy="1684735"/>
            <a:chOff x="3162" y="1071"/>
            <a:chExt cx="2250" cy="1415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2" y="1744"/>
              <a:ext cx="245" cy="271"/>
              <a:chOff x="2934" y="2425"/>
              <a:chExt cx="249" cy="271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4" y="2425"/>
                <a:ext cx="249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u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2128"/>
              <a:ext cx="236" cy="271"/>
              <a:chOff x="2938" y="2425"/>
              <a:chExt cx="240" cy="271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y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4" y="2095"/>
              <a:ext cx="252" cy="310"/>
              <a:chOff x="2931" y="2395"/>
              <a:chExt cx="253" cy="310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1" y="2395"/>
                <a:ext cx="25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3" y="1438"/>
              <a:ext cx="272" cy="271"/>
              <a:chOff x="2920" y="2425"/>
              <a:chExt cx="276" cy="271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0" y="2425"/>
                <a:ext cx="27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w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7" y="1438"/>
              <a:ext cx="236" cy="271"/>
              <a:chOff x="2938" y="2425"/>
              <a:chExt cx="240" cy="271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v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9" y="1756"/>
              <a:ext cx="252" cy="310"/>
              <a:chOff x="2929" y="2395"/>
              <a:chExt cx="255" cy="310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9" y="2395"/>
                <a:ext cx="255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4" y="1568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1787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7" y="200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6" y="188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3" y="2234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3" y="180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2069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6" y="153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1" y="138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0" y="111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838652" y="4992971"/>
            <a:ext cx="329604" cy="3215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145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" grpId="0" animBg="1"/>
      <p:bldP spid="17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roup 200">
            <a:extLst>
              <a:ext uri="{FF2B5EF4-FFF2-40B4-BE49-F238E27FC236}">
                <a16:creationId xmlns:a16="http://schemas.microsoft.com/office/drawing/2014/main" id="{4FE3D221-D37B-6E43-BD5C-9D85D700EE88}"/>
              </a:ext>
            </a:extLst>
          </p:cNvPr>
          <p:cNvGrpSpPr/>
          <p:nvPr/>
        </p:nvGrpSpPr>
        <p:grpSpPr>
          <a:xfrm>
            <a:off x="3340553" y="3732443"/>
            <a:ext cx="1251858" cy="2090057"/>
            <a:chOff x="391885" y="3599543"/>
            <a:chExt cx="1669144" cy="2786743"/>
          </a:xfrm>
        </p:grpSpPr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523ACA7E-7391-D44A-806F-75B7293D7DA7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53749D51-CECB-9D44-B018-F266EF41FC5F}"/>
                </a:ext>
              </a:extLst>
            </p:cNvPr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449FB44A-FC51-6244-B19F-B77DE67800AB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>
                <a:latin typeface="+mn-lt"/>
              </a:rPr>
              <a:t>Dijkstra’s algorithm: an example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D88475-25C3-952B-33B1-0B0724197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106" y="2093119"/>
            <a:ext cx="580608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Step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0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1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2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4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698" y="2100263"/>
            <a:ext cx="36099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N</a:t>
            </a:r>
            <a:r>
              <a:rPr lang="en-US" sz="1500" kern="0" dirty="0">
                <a:solidFill>
                  <a:srgbClr val="000000"/>
                </a:solidFill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1024" y="2077296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2805" y="207729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4249" y="208597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4480" y="208597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9564" y="2356247"/>
            <a:ext cx="6379369" cy="7144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293" y="2082313"/>
            <a:ext cx="10198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D(w),p(w)</a:t>
            </a:r>
          </a:p>
        </p:txBody>
      </p: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1445" y="3076288"/>
            <a:ext cx="1019831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D(w),p(w)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5,u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4,x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3,y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3,y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3150757" y="2320725"/>
            <a:ext cx="4306429" cy="324249"/>
            <a:chOff x="4201009" y="1951300"/>
            <a:chExt cx="5741905" cy="432332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7983" y="1951300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4333" y="1975893"/>
              <a:ext cx="4385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8933" y="1974449"/>
              <a:ext cx="4385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3383" y="1951300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1952745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069" y="2313485"/>
            <a:ext cx="2920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279573" y="258477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286237" y="2811925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289438" y="304254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289176" y="327662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295840" y="3531483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8099" y="3427627"/>
            <a:ext cx="966931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srgbClr val="0000A8"/>
                </a:solidFill>
                <a:latin typeface="Calibri" panose="020F0502020204030204"/>
              </a:rPr>
              <a:t>8   </a:t>
            </a:r>
            <a:r>
              <a:rPr lang="en-US" sz="1800" i="1" dirty="0">
                <a:solidFill>
                  <a:srgbClr val="0000A8"/>
                </a:solidFill>
                <a:latin typeface="Calibri" panose="020F0502020204030204"/>
              </a:rPr>
              <a:t>Loop </a:t>
            </a:r>
            <a:endParaRPr lang="en-US" sz="1800" dirty="0">
              <a:solidFill>
                <a:srgbClr val="0000A8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9     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10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11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7199" y="3669849"/>
            <a:ext cx="437440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find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not in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such that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D(a)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is a minimum 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add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to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647" y="2376426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2320" y="2538390"/>
            <a:ext cx="3882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3242151" y="1766276"/>
            <a:ext cx="3064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4198510" y="1762072"/>
            <a:ext cx="37702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5180912" y="1757869"/>
            <a:ext cx="30168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6180677" y="1762346"/>
            <a:ext cx="3064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7128355" y="1775505"/>
            <a:ext cx="29046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483257" y="3945282"/>
            <a:ext cx="2678906" cy="1684735"/>
            <a:chOff x="3162" y="1071"/>
            <a:chExt cx="2250" cy="1415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2" y="1744"/>
              <a:ext cx="245" cy="271"/>
              <a:chOff x="2934" y="2425"/>
              <a:chExt cx="249" cy="271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4" y="2425"/>
                <a:ext cx="249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u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2128"/>
              <a:ext cx="236" cy="271"/>
              <a:chOff x="2938" y="2425"/>
              <a:chExt cx="240" cy="271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y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4" y="2095"/>
              <a:ext cx="252" cy="310"/>
              <a:chOff x="2931" y="2395"/>
              <a:chExt cx="253" cy="310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1" y="2395"/>
                <a:ext cx="25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3" y="1438"/>
              <a:ext cx="272" cy="271"/>
              <a:chOff x="2920" y="2425"/>
              <a:chExt cx="276" cy="271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0" y="2425"/>
                <a:ext cx="27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w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7" y="1438"/>
              <a:ext cx="236" cy="271"/>
              <a:chOff x="2938" y="2425"/>
              <a:chExt cx="240" cy="271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v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9" y="1756"/>
              <a:ext cx="252" cy="310"/>
              <a:chOff x="2929" y="2395"/>
              <a:chExt cx="255" cy="310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9" y="2395"/>
                <a:ext cx="255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4" y="1568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1787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7" y="200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6" y="188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3" y="2234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3" y="180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2069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6" y="153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1" y="138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0" y="111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838652" y="4992971"/>
            <a:ext cx="329604" cy="3215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 Box 3">
            <a:extLst>
              <a:ext uri="{FF2B5EF4-FFF2-40B4-BE49-F238E27FC236}">
                <a16:creationId xmlns:a16="http://schemas.microsoft.com/office/drawing/2014/main" id="{54D4CD9F-2B44-4E41-8C1C-698D78A39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1955" y="4519491"/>
            <a:ext cx="4375044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update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D(b) 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for all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 adjacent to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 and not in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: </a:t>
            </a:r>
          </a:p>
          <a:p>
            <a:pPr defTabSz="685800">
              <a:defRPr/>
            </a:pPr>
            <a:r>
              <a:rPr lang="en-US" sz="1650" b="1" i="1" dirty="0">
                <a:solidFill>
                  <a:srgbClr val="CC0000"/>
                </a:solidFill>
                <a:latin typeface="Calibri" panose="020F0502020204030204"/>
              </a:rPr>
              <a:t>     D(b) = </a:t>
            </a:r>
            <a:r>
              <a:rPr lang="en-US" sz="1650" b="1" dirty="0">
                <a:solidFill>
                  <a:srgbClr val="CC0000"/>
                </a:solidFill>
                <a:latin typeface="Calibri" panose="020F0502020204030204"/>
              </a:rPr>
              <a:t>min</a:t>
            </a:r>
            <a:r>
              <a:rPr lang="en-US" sz="1650" b="1" i="1" dirty="0">
                <a:solidFill>
                  <a:srgbClr val="CC0000"/>
                </a:solidFill>
                <a:latin typeface="Calibri" panose="020F0502020204030204"/>
              </a:rPr>
              <a:t> ( D(b), D(a) + c</a:t>
            </a:r>
            <a:r>
              <a:rPr lang="en-US" sz="1650" b="1" i="1" baseline="-25000" dirty="0">
                <a:solidFill>
                  <a:srgbClr val="CC0000"/>
                </a:solidFill>
                <a:latin typeface="Calibri" panose="020F0502020204030204"/>
              </a:rPr>
              <a:t>a,b </a:t>
            </a:r>
            <a:r>
              <a:rPr lang="en-US" sz="1650" b="1" i="1" dirty="0">
                <a:solidFill>
                  <a:srgbClr val="CC0000"/>
                </a:solidFill>
                <a:latin typeface="Calibri" panose="020F0502020204030204"/>
              </a:rPr>
              <a:t>) 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3150757" y="2548962"/>
            <a:ext cx="4306429" cy="335418"/>
            <a:chOff x="4201009" y="2255616"/>
            <a:chExt cx="5741905" cy="447224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4333" y="2301915"/>
              <a:ext cx="438581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4633" y="2260379"/>
              <a:ext cx="58819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4157" y="2271953"/>
              <a:ext cx="58819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2255616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4FE5F7E-81B8-0042-A839-1B9EEAE596EE}"/>
              </a:ext>
            </a:extLst>
          </p:cNvPr>
          <p:cNvGrpSpPr/>
          <p:nvPr/>
        </p:nvGrpSpPr>
        <p:grpSpPr>
          <a:xfrm>
            <a:off x="4885526" y="5083499"/>
            <a:ext cx="3932487" cy="799103"/>
            <a:chOff x="4625273" y="5620004"/>
            <a:chExt cx="5243316" cy="106547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EFA9DB6-36A1-8443-BC46-7E2E5C2CA3C9}"/>
                </a:ext>
              </a:extLst>
            </p:cNvPr>
            <p:cNvSpPr/>
            <p:nvPr/>
          </p:nvSpPr>
          <p:spPr>
            <a:xfrm>
              <a:off x="4661941" y="5696262"/>
              <a:ext cx="5066675" cy="9293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19" name="Text Box 3">
              <a:extLst>
                <a:ext uri="{FF2B5EF4-FFF2-40B4-BE49-F238E27FC236}">
                  <a16:creationId xmlns:a16="http://schemas.microsoft.com/office/drawing/2014/main" id="{350582EB-9CCF-9849-A56A-C61F6B12D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745" y="5620004"/>
              <a:ext cx="4999659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500" i="1" dirty="0">
                  <a:solidFill>
                    <a:prstClr val="black"/>
                  </a:solidFill>
                  <a:latin typeface="Calibri" panose="020F0502020204030204"/>
                </a:rPr>
                <a:t>D(v) = min ( D(v), D(x) + c</a:t>
              </a:r>
              <a:r>
                <a:rPr lang="en-US" sz="1500" i="1" baseline="-25000" dirty="0">
                  <a:solidFill>
                    <a:prstClr val="black"/>
                  </a:solidFill>
                  <a:latin typeface="Calibri" panose="020F0502020204030204"/>
                </a:rPr>
                <a:t>x,v </a:t>
              </a:r>
              <a:r>
                <a:rPr lang="en-US" sz="1500" i="1" dirty="0">
                  <a:solidFill>
                    <a:prstClr val="black"/>
                  </a:solidFill>
                  <a:latin typeface="Calibri" panose="020F0502020204030204"/>
                </a:rPr>
                <a:t>) = min(2, 1+2) = 2 </a:t>
              </a:r>
            </a:p>
          </p:txBody>
        </p:sp>
        <p:sp>
          <p:nvSpPr>
            <p:cNvPr id="165" name="Text Box 3">
              <a:extLst>
                <a:ext uri="{FF2B5EF4-FFF2-40B4-BE49-F238E27FC236}">
                  <a16:creationId xmlns:a16="http://schemas.microsoft.com/office/drawing/2014/main" id="{6D23D369-4A04-F94C-80EB-D2103B646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273" y="5937296"/>
              <a:ext cx="524331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500" i="1" dirty="0">
                  <a:solidFill>
                    <a:prstClr val="black"/>
                  </a:solidFill>
                  <a:latin typeface="Calibri" panose="020F0502020204030204"/>
                </a:rPr>
                <a:t>D(w) = min ( D(w), D(x) + c</a:t>
              </a:r>
              <a:r>
                <a:rPr lang="en-US" sz="1500" i="1" baseline="-25000" dirty="0">
                  <a:solidFill>
                    <a:prstClr val="black"/>
                  </a:solidFill>
                  <a:latin typeface="Calibri" panose="020F0502020204030204"/>
                </a:rPr>
                <a:t>x,w </a:t>
              </a:r>
              <a:r>
                <a:rPr lang="en-US" sz="1500" i="1" dirty="0">
                  <a:solidFill>
                    <a:prstClr val="black"/>
                  </a:solidFill>
                  <a:latin typeface="Calibri" panose="020F0502020204030204"/>
                </a:rPr>
                <a:t>) = min (5, 1+3) = 4 </a:t>
              </a:r>
            </a:p>
          </p:txBody>
        </p:sp>
        <p:sp>
          <p:nvSpPr>
            <p:cNvPr id="166" name="Text Box 3">
              <a:extLst>
                <a:ext uri="{FF2B5EF4-FFF2-40B4-BE49-F238E27FC236}">
                  <a16:creationId xmlns:a16="http://schemas.microsoft.com/office/drawing/2014/main" id="{9A053085-7294-F842-BE4A-5164EBA43A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2721" y="6254587"/>
              <a:ext cx="5132859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500" i="1" dirty="0">
                  <a:solidFill>
                    <a:prstClr val="black"/>
                  </a:solidFill>
                  <a:latin typeface="Calibri" panose="020F0502020204030204"/>
                </a:rPr>
                <a:t>D(y) = min ( D(y), D(x) + c</a:t>
              </a:r>
              <a:r>
                <a:rPr lang="en-US" sz="1500" i="1" baseline="-25000" dirty="0">
                  <a:solidFill>
                    <a:prstClr val="black"/>
                  </a:solidFill>
                  <a:latin typeface="Calibri" panose="020F0502020204030204"/>
                </a:rPr>
                <a:t>x,y </a:t>
              </a:r>
              <a:r>
                <a:rPr lang="en-US" sz="1500" i="1" dirty="0">
                  <a:solidFill>
                    <a:prstClr val="black"/>
                  </a:solidFill>
                  <a:latin typeface="Calibri" panose="020F0502020204030204"/>
                </a:rPr>
                <a:t>) = min(inf,1+1) = 2 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91D4041-E2D0-984B-A342-59B7AC5550DB}"/>
              </a:ext>
            </a:extLst>
          </p:cNvPr>
          <p:cNvGrpSpPr/>
          <p:nvPr/>
        </p:nvGrpSpPr>
        <p:grpSpPr>
          <a:xfrm>
            <a:off x="8493895" y="5275601"/>
            <a:ext cx="530012" cy="601974"/>
            <a:chOff x="11325192" y="5891134"/>
            <a:chExt cx="706683" cy="802632"/>
          </a:xfrm>
        </p:grpSpPr>
        <p:pic>
          <p:nvPicPr>
            <p:cNvPr id="8" name="Picture 7" descr="A picture containing object, drawing, room, lamp&#10;&#10;Description automatically generated">
              <a:extLst>
                <a:ext uri="{FF2B5EF4-FFF2-40B4-BE49-F238E27FC236}">
                  <a16:creationId xmlns:a16="http://schemas.microsoft.com/office/drawing/2014/main" id="{A37D52F4-FDE5-2845-8949-5A1C24B98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33739" y="5891134"/>
              <a:ext cx="498136" cy="449706"/>
            </a:xfrm>
            <a:prstGeom prst="rect">
              <a:avLst/>
            </a:prstGeom>
          </p:spPr>
        </p:pic>
        <p:pic>
          <p:nvPicPr>
            <p:cNvPr id="168" name="Picture 167" descr="A picture containing object, drawing, room, lamp&#10;&#10;Description automatically generated">
              <a:extLst>
                <a:ext uri="{FF2B5EF4-FFF2-40B4-BE49-F238E27FC236}">
                  <a16:creationId xmlns:a16="http://schemas.microsoft.com/office/drawing/2014/main" id="{CE04A19A-A505-8C4A-BBEB-B8773FACEB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25192" y="6244060"/>
              <a:ext cx="498136" cy="4497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5144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>
                <a:latin typeface="+mn-lt"/>
              </a:rPr>
              <a:t>Dijkstra’s algorithm: an example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2D9A63-2142-20A4-BA91-542160436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106" y="2093119"/>
            <a:ext cx="580608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Step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0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1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2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4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698" y="2100263"/>
            <a:ext cx="36099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N</a:t>
            </a:r>
            <a:r>
              <a:rPr lang="en-US" sz="1500" kern="0" dirty="0">
                <a:solidFill>
                  <a:srgbClr val="000000"/>
                </a:solidFill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1024" y="2077296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2805" y="207729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4249" y="208597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4480" y="208597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9564" y="2356247"/>
            <a:ext cx="6379369" cy="7144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293" y="2082313"/>
            <a:ext cx="10198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D(w),p(w)</a:t>
            </a:r>
          </a:p>
        </p:txBody>
      </p: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1445" y="3076288"/>
            <a:ext cx="1019831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D(w),p(w)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5,u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4,x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3,y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3,y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3150757" y="2320725"/>
            <a:ext cx="4306429" cy="324249"/>
            <a:chOff x="4201009" y="1951300"/>
            <a:chExt cx="5741905" cy="432332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7983" y="1951300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4333" y="1975893"/>
              <a:ext cx="4385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8933" y="1974449"/>
              <a:ext cx="4385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3383" y="1951300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1952745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069" y="2313485"/>
            <a:ext cx="2920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279573" y="258477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286237" y="2811925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289438" y="304254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289176" y="327662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295840" y="3531483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8099" y="3427627"/>
            <a:ext cx="966931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srgbClr val="0000A8"/>
                </a:solidFill>
                <a:latin typeface="Calibri" panose="020F0502020204030204"/>
              </a:rPr>
              <a:t>8   </a:t>
            </a:r>
            <a:r>
              <a:rPr lang="en-US" sz="1800" i="1" dirty="0">
                <a:solidFill>
                  <a:srgbClr val="0000A8"/>
                </a:solidFill>
                <a:latin typeface="Calibri" panose="020F0502020204030204"/>
              </a:rPr>
              <a:t>Loop </a:t>
            </a:r>
            <a:endParaRPr lang="en-US" sz="1800" dirty="0">
              <a:solidFill>
                <a:srgbClr val="0000A8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9     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10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7199" y="3669849"/>
            <a:ext cx="437440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find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not in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such that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D(a)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is a minimum 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add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to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647" y="2376426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2320" y="2538390"/>
            <a:ext cx="3882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3242151" y="1766276"/>
            <a:ext cx="3064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4198510" y="1762072"/>
            <a:ext cx="37702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5180912" y="1757869"/>
            <a:ext cx="30168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6180677" y="1762346"/>
            <a:ext cx="3064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7128355" y="1775505"/>
            <a:ext cx="29046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483257" y="3945282"/>
            <a:ext cx="2678906" cy="1684735"/>
            <a:chOff x="3162" y="1071"/>
            <a:chExt cx="2250" cy="1415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2" y="1744"/>
              <a:ext cx="245" cy="271"/>
              <a:chOff x="2934" y="2425"/>
              <a:chExt cx="249" cy="271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4" y="2425"/>
                <a:ext cx="249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u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2128"/>
              <a:ext cx="236" cy="271"/>
              <a:chOff x="2938" y="2425"/>
              <a:chExt cx="240" cy="271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y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4" y="2095"/>
              <a:ext cx="252" cy="310"/>
              <a:chOff x="2931" y="2395"/>
              <a:chExt cx="253" cy="310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1" y="2395"/>
                <a:ext cx="25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3" y="1438"/>
              <a:ext cx="272" cy="271"/>
              <a:chOff x="2920" y="2425"/>
              <a:chExt cx="276" cy="271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0" y="2425"/>
                <a:ext cx="27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w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7" y="1438"/>
              <a:ext cx="236" cy="271"/>
              <a:chOff x="2938" y="2425"/>
              <a:chExt cx="240" cy="271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v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9" y="1756"/>
              <a:ext cx="252" cy="310"/>
              <a:chOff x="2929" y="2395"/>
              <a:chExt cx="255" cy="310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9" y="2395"/>
                <a:ext cx="255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4" y="1568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1787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7" y="200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6" y="188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3" y="2234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3" y="180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2069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6" y="153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1" y="138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0" y="111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838652" y="4992971"/>
            <a:ext cx="329604" cy="3215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 Box 9">
            <a:extLst>
              <a:ext uri="{FF2B5EF4-FFF2-40B4-BE49-F238E27FC236}">
                <a16:creationId xmlns:a16="http://schemas.microsoft.com/office/drawing/2014/main" id="{65B395D1-ACAF-AB4A-A53B-728973E1F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8250" y="2583685"/>
            <a:ext cx="32893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  <a:latin typeface="Comic Sans MS" charset="0"/>
              </a:rPr>
              <a:t>∞</a:t>
            </a:r>
            <a:endParaRPr lang="en-US" sz="1500" kern="0" dirty="0">
              <a:solidFill>
                <a:srgbClr val="000000"/>
              </a:solidFill>
            </a:endParaRPr>
          </a:p>
        </p:txBody>
      </p:sp>
      <p:sp>
        <p:nvSpPr>
          <p:cNvPr id="111" name="Text Box 8">
            <a:extLst>
              <a:ext uri="{FF2B5EF4-FFF2-40B4-BE49-F238E27FC236}">
                <a16:creationId xmlns:a16="http://schemas.microsoft.com/office/drawing/2014/main" id="{C4F3D1DE-8C63-AD4B-B1C0-FE339DA1F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8474" y="2552534"/>
            <a:ext cx="44114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2,x</a:t>
            </a:r>
          </a:p>
        </p:txBody>
      </p:sp>
      <p:sp>
        <p:nvSpPr>
          <p:cNvPr id="117" name="Text Box 6">
            <a:extLst>
              <a:ext uri="{FF2B5EF4-FFF2-40B4-BE49-F238E27FC236}">
                <a16:creationId xmlns:a16="http://schemas.microsoft.com/office/drawing/2014/main" id="{C9401439-4F9A-5245-B5D8-98F93D2D3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8117" y="2561215"/>
            <a:ext cx="44114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4,x</a:t>
            </a:r>
          </a:p>
        </p:txBody>
      </p:sp>
      <p:sp>
        <p:nvSpPr>
          <p:cNvPr id="118" name="Text Box 5">
            <a:extLst>
              <a:ext uri="{FF2B5EF4-FFF2-40B4-BE49-F238E27FC236}">
                <a16:creationId xmlns:a16="http://schemas.microsoft.com/office/drawing/2014/main" id="{05199638-1656-3440-8601-484D6E8D2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0757" y="2548962"/>
            <a:ext cx="4523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2,u</a:t>
            </a:r>
          </a:p>
        </p:txBody>
      </p: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852DFC02-823F-0242-A6A7-87C32B9FF392}"/>
              </a:ext>
            </a:extLst>
          </p:cNvPr>
          <p:cNvGrpSpPr/>
          <p:nvPr/>
        </p:nvGrpSpPr>
        <p:grpSpPr>
          <a:xfrm>
            <a:off x="2338168" y="1871042"/>
            <a:ext cx="4110902" cy="1179179"/>
            <a:chOff x="-1091379" y="187714"/>
            <a:chExt cx="5481203" cy="1572238"/>
          </a:xfrm>
        </p:grpSpPr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CEFA519F-FE06-0A48-8A17-DA293779C4C4}"/>
                </a:ext>
              </a:extLst>
            </p:cNvPr>
            <p:cNvSpPr/>
            <p:nvPr/>
          </p:nvSpPr>
          <p:spPr>
            <a:xfrm>
              <a:off x="4024279" y="187714"/>
              <a:ext cx="365545" cy="33667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C8090F2C-8033-B647-B950-11726A728ED6}"/>
                </a:ext>
              </a:extLst>
            </p:cNvPr>
            <p:cNvCxnSpPr>
              <a:cxnSpLocks/>
              <a:stCxn id="206" idx="2"/>
              <a:endCxn id="208" idx="6"/>
            </p:cNvCxnSpPr>
            <p:nvPr/>
          </p:nvCxnSpPr>
          <p:spPr>
            <a:xfrm flipH="1">
              <a:off x="-789162" y="356054"/>
              <a:ext cx="4813441" cy="1256132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C5FE25E1-AB82-7F4C-9E98-117B763167D9}"/>
                </a:ext>
              </a:extLst>
            </p:cNvPr>
            <p:cNvSpPr/>
            <p:nvPr/>
          </p:nvSpPr>
          <p:spPr>
            <a:xfrm>
              <a:off x="-1091379" y="1464420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6878" y="2594898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011" y="2767098"/>
            <a:ext cx="48442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uxy</a:t>
            </a:r>
          </a:p>
        </p:txBody>
      </p: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8DC1F592-D3EA-B141-B522-4F04B922D235}"/>
              </a:ext>
            </a:extLst>
          </p:cNvPr>
          <p:cNvCxnSpPr>
            <a:cxnSpLocks/>
          </p:cNvCxnSpPr>
          <p:nvPr/>
        </p:nvCxnSpPr>
        <p:spPr>
          <a:xfrm>
            <a:off x="1513092" y="5372824"/>
            <a:ext cx="440227" cy="4863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435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" grpId="0" animBg="1"/>
      <p:bldP spid="20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roup 202">
            <a:extLst>
              <a:ext uri="{FF2B5EF4-FFF2-40B4-BE49-F238E27FC236}">
                <a16:creationId xmlns:a16="http://schemas.microsoft.com/office/drawing/2014/main" id="{AB4A4D5E-EA3A-C342-BD4B-5D42FD84497D}"/>
              </a:ext>
            </a:extLst>
          </p:cNvPr>
          <p:cNvGrpSpPr/>
          <p:nvPr/>
        </p:nvGrpSpPr>
        <p:grpSpPr>
          <a:xfrm>
            <a:off x="3340553" y="3732443"/>
            <a:ext cx="1251858" cy="2090057"/>
            <a:chOff x="391885" y="3599543"/>
            <a:chExt cx="1669144" cy="2786743"/>
          </a:xfrm>
        </p:grpSpPr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09C4666A-0739-D747-9911-F956173AF6C0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3E2FD13B-449B-A542-8297-BC85BC14FEA0}"/>
                </a:ext>
              </a:extLst>
            </p:cNvPr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001580FF-6C15-794F-AB65-D39811DB8230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>
                <a:latin typeface="+mn-lt"/>
              </a:rPr>
              <a:t>Dijkstra’s algorithm: an example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AE5225-3564-C583-32C2-31965AB28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106" y="2093119"/>
            <a:ext cx="580608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Step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0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1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2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4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698" y="2100263"/>
            <a:ext cx="36099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N</a:t>
            </a:r>
            <a:r>
              <a:rPr lang="en-US" sz="1500" kern="0" dirty="0">
                <a:solidFill>
                  <a:srgbClr val="000000"/>
                </a:solidFill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1024" y="2077296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2805" y="207729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4249" y="208597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4480" y="208597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9564" y="2356247"/>
            <a:ext cx="6379369" cy="7144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293" y="2082313"/>
            <a:ext cx="10198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3150757" y="2320725"/>
            <a:ext cx="4306429" cy="324249"/>
            <a:chOff x="4201009" y="1951300"/>
            <a:chExt cx="5741905" cy="432332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7983" y="1951300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4333" y="1975893"/>
              <a:ext cx="4385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8933" y="1974449"/>
              <a:ext cx="4385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3383" y="1951300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1952745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069" y="2313485"/>
            <a:ext cx="2920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279573" y="258477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286237" y="2811925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289438" y="304254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289176" y="327662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295840" y="3531483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8099" y="3427627"/>
            <a:ext cx="966931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srgbClr val="0000A8"/>
                </a:solidFill>
                <a:latin typeface="Calibri" panose="020F0502020204030204"/>
              </a:rPr>
              <a:t>8   </a:t>
            </a:r>
            <a:r>
              <a:rPr lang="en-US" sz="1800" i="1" dirty="0">
                <a:solidFill>
                  <a:srgbClr val="0000A8"/>
                </a:solidFill>
                <a:latin typeface="Calibri" panose="020F0502020204030204"/>
              </a:rPr>
              <a:t>Loop </a:t>
            </a:r>
            <a:endParaRPr lang="en-US" sz="1800" dirty="0">
              <a:solidFill>
                <a:srgbClr val="0000A8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9     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10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11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7199" y="3669849"/>
            <a:ext cx="437440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find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not in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such that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D(a)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is a minimum 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add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to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647" y="2376426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2320" y="2538390"/>
            <a:ext cx="3882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3242151" y="1766276"/>
            <a:ext cx="3064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4198510" y="1762072"/>
            <a:ext cx="37702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5180912" y="1757869"/>
            <a:ext cx="30168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6180677" y="1762346"/>
            <a:ext cx="3064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7128355" y="1775505"/>
            <a:ext cx="29046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483257" y="3945282"/>
            <a:ext cx="2678906" cy="1684735"/>
            <a:chOff x="3162" y="1071"/>
            <a:chExt cx="2250" cy="1415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2" y="1744"/>
              <a:ext cx="245" cy="271"/>
              <a:chOff x="2934" y="2425"/>
              <a:chExt cx="249" cy="271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4" y="2425"/>
                <a:ext cx="249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u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2128"/>
              <a:ext cx="236" cy="271"/>
              <a:chOff x="2938" y="2425"/>
              <a:chExt cx="240" cy="271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y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4" y="2095"/>
              <a:ext cx="252" cy="310"/>
              <a:chOff x="2931" y="2395"/>
              <a:chExt cx="253" cy="310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1" y="2395"/>
                <a:ext cx="25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3" y="1438"/>
              <a:ext cx="272" cy="271"/>
              <a:chOff x="2920" y="2425"/>
              <a:chExt cx="276" cy="271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0" y="2425"/>
                <a:ext cx="27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w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7" y="1438"/>
              <a:ext cx="236" cy="271"/>
              <a:chOff x="2938" y="2425"/>
              <a:chExt cx="240" cy="271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v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9" y="1756"/>
              <a:ext cx="252" cy="310"/>
              <a:chOff x="2929" y="2395"/>
              <a:chExt cx="255" cy="310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9" y="2395"/>
                <a:ext cx="255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4" y="1568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1787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7" y="200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6" y="188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3" y="2234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3" y="180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2069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6" y="153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1" y="138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0" y="111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838652" y="4992971"/>
            <a:ext cx="329604" cy="3215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3150757" y="2548962"/>
            <a:ext cx="4306429" cy="335418"/>
            <a:chOff x="4201009" y="2255616"/>
            <a:chExt cx="5741905" cy="447224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4333" y="2301915"/>
              <a:ext cx="438581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4633" y="2260379"/>
              <a:ext cx="58819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4157" y="2271953"/>
              <a:ext cx="58819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2255616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6878" y="2594898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011" y="2767098"/>
            <a:ext cx="48442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uxy</a:t>
            </a:r>
          </a:p>
        </p:txBody>
      </p:sp>
      <p:sp>
        <p:nvSpPr>
          <p:cNvPr id="119" name="Text Box 3">
            <a:extLst>
              <a:ext uri="{FF2B5EF4-FFF2-40B4-BE49-F238E27FC236}">
                <a16:creationId xmlns:a16="http://schemas.microsoft.com/office/drawing/2014/main" id="{8F59C2A4-0007-4F40-B4AB-15442E39B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1955" y="4519491"/>
            <a:ext cx="4375044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update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D(b) 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for all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 adjacent to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 and not in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: </a:t>
            </a:r>
          </a:p>
          <a:p>
            <a:pPr defTabSz="685800">
              <a:defRPr/>
            </a:pPr>
            <a:r>
              <a:rPr lang="en-US" sz="1650" b="1" i="1" dirty="0">
                <a:solidFill>
                  <a:srgbClr val="CC0000"/>
                </a:solidFill>
                <a:latin typeface="Calibri" panose="020F0502020204030204"/>
              </a:rPr>
              <a:t>     D(b) = </a:t>
            </a:r>
            <a:r>
              <a:rPr lang="en-US" sz="1650" b="1" dirty="0">
                <a:solidFill>
                  <a:srgbClr val="CC0000"/>
                </a:solidFill>
                <a:latin typeface="Calibri" panose="020F0502020204030204"/>
              </a:rPr>
              <a:t>min</a:t>
            </a:r>
            <a:r>
              <a:rPr lang="en-US" sz="1650" b="1" i="1" dirty="0">
                <a:solidFill>
                  <a:srgbClr val="CC0000"/>
                </a:solidFill>
                <a:latin typeface="Calibri" panose="020F0502020204030204"/>
              </a:rPr>
              <a:t> ( D(b), D(a) + c</a:t>
            </a:r>
            <a:r>
              <a:rPr lang="en-US" sz="1650" b="1" i="1" baseline="-25000" dirty="0">
                <a:solidFill>
                  <a:srgbClr val="CC0000"/>
                </a:solidFill>
                <a:latin typeface="Calibri" panose="020F0502020204030204"/>
              </a:rPr>
              <a:t>a,b </a:t>
            </a:r>
            <a:r>
              <a:rPr lang="en-US" sz="1650" b="1" i="1" dirty="0">
                <a:solidFill>
                  <a:srgbClr val="CC0000"/>
                </a:solidFill>
                <a:latin typeface="Calibri" panose="020F0502020204030204"/>
              </a:rPr>
              <a:t>) 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3150756" y="2767435"/>
            <a:ext cx="4361733" cy="344099"/>
            <a:chOff x="4201009" y="2546912"/>
            <a:chExt cx="5815643" cy="458798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8456" y="2546912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4158" y="2574824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2558487"/>
              <a:ext cx="603157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398422E-1EB1-DC4A-944E-B1DAB402E4DD}"/>
              </a:ext>
            </a:extLst>
          </p:cNvPr>
          <p:cNvGrpSpPr/>
          <p:nvPr/>
        </p:nvGrpSpPr>
        <p:grpSpPr>
          <a:xfrm>
            <a:off x="4873057" y="4908927"/>
            <a:ext cx="3929858" cy="799102"/>
            <a:chOff x="4625273" y="5620004"/>
            <a:chExt cx="5239811" cy="1065470"/>
          </a:xfrm>
        </p:grpSpPr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D601628C-73DE-794F-B777-3EE0738C013A}"/>
                </a:ext>
              </a:extLst>
            </p:cNvPr>
            <p:cNvSpPr/>
            <p:nvPr/>
          </p:nvSpPr>
          <p:spPr>
            <a:xfrm>
              <a:off x="4661941" y="5934396"/>
              <a:ext cx="5066675" cy="69125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13" name="Text Box 3">
              <a:extLst>
                <a:ext uri="{FF2B5EF4-FFF2-40B4-BE49-F238E27FC236}">
                  <a16:creationId xmlns:a16="http://schemas.microsoft.com/office/drawing/2014/main" id="{1244B68D-FA8E-C74C-924A-A43B38E7E6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745" y="5620004"/>
              <a:ext cx="24630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endParaRPr lang="en-US" sz="1500" i="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4" name="Text Box 3">
              <a:extLst>
                <a:ext uri="{FF2B5EF4-FFF2-40B4-BE49-F238E27FC236}">
                  <a16:creationId xmlns:a16="http://schemas.microsoft.com/office/drawing/2014/main" id="{A1525B23-46ED-3A4C-BC35-A134186973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273" y="5937296"/>
              <a:ext cx="5239811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500" i="1" dirty="0">
                  <a:solidFill>
                    <a:prstClr val="black"/>
                  </a:solidFill>
                  <a:latin typeface="Calibri" panose="020F0502020204030204"/>
                </a:rPr>
                <a:t>D(w) = min ( D(w), D(y) + c</a:t>
              </a:r>
              <a:r>
                <a:rPr lang="en-US" sz="1500" i="1" baseline="-25000" dirty="0">
                  <a:solidFill>
                    <a:prstClr val="black"/>
                  </a:solidFill>
                  <a:latin typeface="Calibri" panose="020F0502020204030204"/>
                </a:rPr>
                <a:t>y,w </a:t>
              </a:r>
              <a:r>
                <a:rPr lang="en-US" sz="1500" i="1" dirty="0">
                  <a:solidFill>
                    <a:prstClr val="black"/>
                  </a:solidFill>
                  <a:latin typeface="Calibri" panose="020F0502020204030204"/>
                </a:rPr>
                <a:t>) = min (4, 2+1) = 3 </a:t>
              </a:r>
            </a:p>
          </p:txBody>
        </p:sp>
        <p:sp>
          <p:nvSpPr>
            <p:cNvPr id="215" name="Text Box 3">
              <a:extLst>
                <a:ext uri="{FF2B5EF4-FFF2-40B4-BE49-F238E27FC236}">
                  <a16:creationId xmlns:a16="http://schemas.microsoft.com/office/drawing/2014/main" id="{BFB54203-76D7-E14F-8811-A49D9AAE59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2721" y="6254587"/>
              <a:ext cx="5090882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500" i="1" dirty="0">
                  <a:solidFill>
                    <a:prstClr val="black"/>
                  </a:solidFill>
                  <a:latin typeface="Calibri" panose="020F0502020204030204"/>
                </a:rPr>
                <a:t>D(z) = min ( D(z), D(y) + c</a:t>
              </a:r>
              <a:r>
                <a:rPr lang="en-US" sz="1500" i="1" baseline="-25000" dirty="0">
                  <a:solidFill>
                    <a:prstClr val="black"/>
                  </a:solidFill>
                  <a:latin typeface="Calibri" panose="020F0502020204030204"/>
                </a:rPr>
                <a:t>y,z </a:t>
              </a:r>
              <a:r>
                <a:rPr lang="en-US" sz="1500" i="1" dirty="0">
                  <a:solidFill>
                    <a:prstClr val="black"/>
                  </a:solidFill>
                  <a:latin typeface="Calibri" panose="020F0502020204030204"/>
                </a:rPr>
                <a:t>) = min(inf,2+2) = 4  </a:t>
              </a:r>
            </a:p>
          </p:txBody>
        </p: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9C32DC86-6E33-9543-9C89-8F3F1B0CEF86}"/>
              </a:ext>
            </a:extLst>
          </p:cNvPr>
          <p:cNvGrpSpPr/>
          <p:nvPr/>
        </p:nvGrpSpPr>
        <p:grpSpPr>
          <a:xfrm>
            <a:off x="8493895" y="5113504"/>
            <a:ext cx="530012" cy="601974"/>
            <a:chOff x="11325192" y="5891134"/>
            <a:chExt cx="706683" cy="802632"/>
          </a:xfrm>
        </p:grpSpPr>
        <p:pic>
          <p:nvPicPr>
            <p:cNvPr id="217" name="Picture 216" descr="A picture containing object, drawing, room, lamp&#10;&#10;Description automatically generated">
              <a:extLst>
                <a:ext uri="{FF2B5EF4-FFF2-40B4-BE49-F238E27FC236}">
                  <a16:creationId xmlns:a16="http://schemas.microsoft.com/office/drawing/2014/main" id="{925DA252-1100-254E-886E-E31054C9C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33739" y="5891134"/>
              <a:ext cx="498136" cy="449706"/>
            </a:xfrm>
            <a:prstGeom prst="rect">
              <a:avLst/>
            </a:prstGeom>
          </p:spPr>
        </p:pic>
        <p:pic>
          <p:nvPicPr>
            <p:cNvPr id="218" name="Picture 217" descr="A picture containing object, drawing, room, lamp&#10;&#10;Description automatically generated">
              <a:extLst>
                <a:ext uri="{FF2B5EF4-FFF2-40B4-BE49-F238E27FC236}">
                  <a16:creationId xmlns:a16="http://schemas.microsoft.com/office/drawing/2014/main" id="{01C56154-A60F-024F-BBFB-A6C93EE3F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25192" y="6244060"/>
              <a:ext cx="498136" cy="449706"/>
            </a:xfrm>
            <a:prstGeom prst="rect">
              <a:avLst/>
            </a:prstGeom>
          </p:spPr>
        </p:pic>
      </p:grpSp>
      <p:cxnSp>
        <p:nvCxnSpPr>
          <p:cNvPr id="219" name="Straight Arrow Connector 218">
            <a:extLst>
              <a:ext uri="{FF2B5EF4-FFF2-40B4-BE49-F238E27FC236}">
                <a16:creationId xmlns:a16="http://schemas.microsoft.com/office/drawing/2014/main" id="{349870A5-9F71-CB43-8128-DFD8B0AA58C1}"/>
              </a:ext>
            </a:extLst>
          </p:cNvPr>
          <p:cNvCxnSpPr>
            <a:cxnSpLocks/>
          </p:cNvCxnSpPr>
          <p:nvPr/>
        </p:nvCxnSpPr>
        <p:spPr>
          <a:xfrm>
            <a:off x="1513092" y="5372824"/>
            <a:ext cx="440227" cy="4863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33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>
                <a:latin typeface="+mn-lt"/>
              </a:rPr>
              <a:t>Dijkstra’s algorithm: an example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277B1D-B874-4BE7-F080-CFB5A0B2C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106" y="2093119"/>
            <a:ext cx="580608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Step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0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1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2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4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698" y="2100263"/>
            <a:ext cx="36099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N</a:t>
            </a:r>
            <a:r>
              <a:rPr lang="en-US" sz="1500" kern="0" dirty="0">
                <a:solidFill>
                  <a:srgbClr val="000000"/>
                </a:solidFill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1024" y="2077296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2805" y="207729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4249" y="208597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4480" y="208597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9564" y="2356247"/>
            <a:ext cx="6379369" cy="7144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293" y="2082313"/>
            <a:ext cx="10198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3150757" y="2320725"/>
            <a:ext cx="4306429" cy="324249"/>
            <a:chOff x="4201009" y="1951300"/>
            <a:chExt cx="5741905" cy="432332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7983" y="1951300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4333" y="1975893"/>
              <a:ext cx="4385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8933" y="1974449"/>
              <a:ext cx="4385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3383" y="1951300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1952745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069" y="2313485"/>
            <a:ext cx="2920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279573" y="258477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286237" y="2811925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289438" y="304254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289176" y="327662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295840" y="3531483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8099" y="3427627"/>
            <a:ext cx="966931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srgbClr val="0000A8"/>
                </a:solidFill>
                <a:latin typeface="Calibri" panose="020F0502020204030204"/>
              </a:rPr>
              <a:t>8   </a:t>
            </a:r>
            <a:r>
              <a:rPr lang="en-US" sz="1800" i="1" dirty="0">
                <a:solidFill>
                  <a:srgbClr val="0000A8"/>
                </a:solidFill>
                <a:latin typeface="Calibri" panose="020F0502020204030204"/>
              </a:rPr>
              <a:t>Loop </a:t>
            </a:r>
            <a:endParaRPr lang="en-US" sz="1800" dirty="0">
              <a:solidFill>
                <a:srgbClr val="0000A8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9     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10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7199" y="3669849"/>
            <a:ext cx="437440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find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not in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such that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D(a)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is a minimum 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add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to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647" y="2376426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2320" y="2538390"/>
            <a:ext cx="3882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3242151" y="1766276"/>
            <a:ext cx="3064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4198510" y="1762072"/>
            <a:ext cx="37702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5180912" y="1757869"/>
            <a:ext cx="30168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6180677" y="1762346"/>
            <a:ext cx="3064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7128355" y="1775505"/>
            <a:ext cx="29046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483257" y="3945282"/>
            <a:ext cx="2678906" cy="1684735"/>
            <a:chOff x="3162" y="1071"/>
            <a:chExt cx="2250" cy="1415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2" y="1744"/>
              <a:ext cx="245" cy="271"/>
              <a:chOff x="2934" y="2425"/>
              <a:chExt cx="249" cy="271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4" y="2425"/>
                <a:ext cx="249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u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2128"/>
              <a:ext cx="236" cy="271"/>
              <a:chOff x="2938" y="2425"/>
              <a:chExt cx="240" cy="271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y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4" y="2095"/>
              <a:ext cx="252" cy="310"/>
              <a:chOff x="2931" y="2395"/>
              <a:chExt cx="253" cy="310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1" y="2395"/>
                <a:ext cx="25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3" y="1438"/>
              <a:ext cx="272" cy="271"/>
              <a:chOff x="2920" y="2425"/>
              <a:chExt cx="276" cy="271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0" y="2425"/>
                <a:ext cx="27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w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7" y="1438"/>
              <a:ext cx="236" cy="271"/>
              <a:chOff x="2938" y="2425"/>
              <a:chExt cx="240" cy="271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v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9" y="1756"/>
              <a:ext cx="252" cy="310"/>
              <a:chOff x="2929" y="2395"/>
              <a:chExt cx="255" cy="310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9" y="2395"/>
                <a:ext cx="255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4" y="1568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1787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7" y="200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6" y="188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3" y="2234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3" y="180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2069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6" y="153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1" y="138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0" y="111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838652" y="4992971"/>
            <a:ext cx="329604" cy="3215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3150757" y="2548962"/>
            <a:ext cx="4306429" cy="335418"/>
            <a:chOff x="4201009" y="2255616"/>
            <a:chExt cx="5741905" cy="447224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4333" y="2301915"/>
              <a:ext cx="438581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4633" y="2260379"/>
              <a:ext cx="58819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4157" y="2271953"/>
              <a:ext cx="58819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2255616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6878" y="2594898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011" y="2767098"/>
            <a:ext cx="48442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3150756" y="2767435"/>
            <a:ext cx="4361733" cy="344099"/>
            <a:chOff x="4201009" y="2546912"/>
            <a:chExt cx="5815643" cy="458798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8456" y="2546912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4158" y="2574824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2558487"/>
              <a:ext cx="603157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7430957-A0D6-EA4C-B6BF-820C3230276D}"/>
              </a:ext>
            </a:extLst>
          </p:cNvPr>
          <p:cNvGrpSpPr/>
          <p:nvPr/>
        </p:nvGrpSpPr>
        <p:grpSpPr>
          <a:xfrm>
            <a:off x="2331892" y="1873882"/>
            <a:ext cx="1156583" cy="1405370"/>
            <a:chOff x="3109189" y="1355510"/>
            <a:chExt cx="1542110" cy="1873826"/>
          </a:xfrm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4015F7C7-310D-FD46-9C9C-A1683A72BDDD}"/>
                </a:ext>
              </a:extLst>
            </p:cNvPr>
            <p:cNvSpPr/>
            <p:nvPr/>
          </p:nvSpPr>
          <p:spPr>
            <a:xfrm>
              <a:off x="4336203" y="135551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CB6EBC2E-EA66-0348-8BB3-7224B5E190A1}"/>
                </a:ext>
              </a:extLst>
            </p:cNvPr>
            <p:cNvCxnSpPr>
              <a:cxnSpLocks/>
              <a:stCxn id="207" idx="2"/>
              <a:endCxn id="219" idx="6"/>
            </p:cNvCxnSpPr>
            <p:nvPr/>
          </p:nvCxnSpPr>
          <p:spPr>
            <a:xfrm flipH="1">
              <a:off x="3411406" y="1503276"/>
              <a:ext cx="924797" cy="1578294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79D32FBA-D726-A343-8DEE-BA9A2943F951}"/>
                </a:ext>
              </a:extLst>
            </p:cNvPr>
            <p:cNvSpPr/>
            <p:nvPr/>
          </p:nvSpPr>
          <p:spPr>
            <a:xfrm>
              <a:off x="3109189" y="2933804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9432" y="2813369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7066" y="2999823"/>
            <a:ext cx="58060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1513092" y="5372824"/>
            <a:ext cx="440227" cy="4863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52E9057B-6B98-BE42-AE62-4832BA11F8FB}"/>
              </a:ext>
            </a:extLst>
          </p:cNvPr>
          <p:cNvCxnSpPr>
            <a:cxnSpLocks/>
          </p:cNvCxnSpPr>
          <p:nvPr/>
        </p:nvCxnSpPr>
        <p:spPr>
          <a:xfrm flipV="1">
            <a:off x="853309" y="4637280"/>
            <a:ext cx="376757" cy="21148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17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 animBg="1"/>
      <p:bldP spid="2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roup 164">
            <a:extLst>
              <a:ext uri="{FF2B5EF4-FFF2-40B4-BE49-F238E27FC236}">
                <a16:creationId xmlns:a16="http://schemas.microsoft.com/office/drawing/2014/main" id="{9BE35B4C-1AED-A841-AF80-60F24BC61CA4}"/>
              </a:ext>
            </a:extLst>
          </p:cNvPr>
          <p:cNvGrpSpPr/>
          <p:nvPr/>
        </p:nvGrpSpPr>
        <p:grpSpPr>
          <a:xfrm>
            <a:off x="3340553" y="3732443"/>
            <a:ext cx="1251858" cy="2090057"/>
            <a:chOff x="391885" y="3599543"/>
            <a:chExt cx="1669144" cy="2786743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91E4B38D-7546-F94C-8A43-DBD52AA7A376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739AB7A4-25A9-1A45-A7AC-64A8E69B1628}"/>
                </a:ext>
              </a:extLst>
            </p:cNvPr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C05BCE45-1F78-4A42-83C7-96D7950CC9CB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" name="Text Box 3">
            <a:extLst>
              <a:ext uri="{FF2B5EF4-FFF2-40B4-BE49-F238E27FC236}">
                <a16:creationId xmlns:a16="http://schemas.microsoft.com/office/drawing/2014/main" id="{CD703E57-0A32-2F40-B813-84CEA4FC5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1955" y="4519491"/>
            <a:ext cx="4375044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update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D(b) 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for all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 adjacent to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 and not in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: </a:t>
            </a:r>
          </a:p>
          <a:p>
            <a:pPr defTabSz="685800">
              <a:defRPr/>
            </a:pPr>
            <a:r>
              <a:rPr lang="en-US" sz="1650" b="1" i="1" dirty="0">
                <a:solidFill>
                  <a:srgbClr val="CC0000"/>
                </a:solidFill>
                <a:latin typeface="Calibri" panose="020F0502020204030204"/>
              </a:rPr>
              <a:t>     D(b) = </a:t>
            </a:r>
            <a:r>
              <a:rPr lang="en-US" sz="1650" b="1" dirty="0">
                <a:solidFill>
                  <a:srgbClr val="CC0000"/>
                </a:solidFill>
                <a:latin typeface="Calibri" panose="020F0502020204030204"/>
              </a:rPr>
              <a:t>min</a:t>
            </a:r>
            <a:r>
              <a:rPr lang="en-US" sz="1650" b="1" i="1" dirty="0">
                <a:solidFill>
                  <a:srgbClr val="CC0000"/>
                </a:solidFill>
                <a:latin typeface="Calibri" panose="020F0502020204030204"/>
              </a:rPr>
              <a:t> ( D(b), D(a) + c</a:t>
            </a:r>
            <a:r>
              <a:rPr lang="en-US" sz="1650" b="1" i="1" baseline="-25000" dirty="0">
                <a:solidFill>
                  <a:srgbClr val="CC0000"/>
                </a:solidFill>
                <a:latin typeface="Calibri" panose="020F0502020204030204"/>
              </a:rPr>
              <a:t>a,b </a:t>
            </a:r>
            <a:r>
              <a:rPr lang="en-US" sz="1650" b="1" i="1" dirty="0">
                <a:solidFill>
                  <a:srgbClr val="CC0000"/>
                </a:solidFill>
                <a:latin typeface="Calibri" panose="020F0502020204030204"/>
              </a:rPr>
              <a:t>) </a:t>
            </a:r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0F68506E-3C2C-FA41-9AFF-AC306C688A51}"/>
              </a:ext>
            </a:extLst>
          </p:cNvPr>
          <p:cNvGrpSpPr/>
          <p:nvPr/>
        </p:nvGrpSpPr>
        <p:grpSpPr>
          <a:xfrm>
            <a:off x="4873057" y="4908928"/>
            <a:ext cx="3927807" cy="561886"/>
            <a:chOff x="4625273" y="5620004"/>
            <a:chExt cx="5237076" cy="749181"/>
          </a:xfrm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B78CF965-1E51-204E-87C1-40BC5F8B1953}"/>
                </a:ext>
              </a:extLst>
            </p:cNvPr>
            <p:cNvSpPr/>
            <p:nvPr/>
          </p:nvSpPr>
          <p:spPr>
            <a:xfrm>
              <a:off x="4661941" y="5934396"/>
              <a:ext cx="5066675" cy="4347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11" name="Text Box 3">
              <a:extLst>
                <a:ext uri="{FF2B5EF4-FFF2-40B4-BE49-F238E27FC236}">
                  <a16:creationId xmlns:a16="http://schemas.microsoft.com/office/drawing/2014/main" id="{A0BD265B-56BC-C648-9DAB-18969CF60D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745" y="5620004"/>
              <a:ext cx="246308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endParaRPr lang="en-US" sz="1500" i="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2" name="Text Box 3">
              <a:extLst>
                <a:ext uri="{FF2B5EF4-FFF2-40B4-BE49-F238E27FC236}">
                  <a16:creationId xmlns:a16="http://schemas.microsoft.com/office/drawing/2014/main" id="{E3E25232-20F1-B64B-98A3-BB2E6B5A60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273" y="5937296"/>
              <a:ext cx="523707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500" i="1" dirty="0">
                  <a:solidFill>
                    <a:prstClr val="black"/>
                  </a:solidFill>
                  <a:latin typeface="Calibri" panose="020F0502020204030204"/>
                </a:rPr>
                <a:t>D(w) = min ( D(w), D(v) + c</a:t>
              </a:r>
              <a:r>
                <a:rPr lang="en-US" sz="1500" i="1" baseline="-25000" dirty="0">
                  <a:solidFill>
                    <a:prstClr val="black"/>
                  </a:solidFill>
                  <a:latin typeface="Calibri" panose="020F0502020204030204"/>
                </a:rPr>
                <a:t>v,w </a:t>
              </a:r>
              <a:r>
                <a:rPr lang="en-US" sz="1500" i="1" dirty="0">
                  <a:solidFill>
                    <a:prstClr val="black"/>
                  </a:solidFill>
                  <a:latin typeface="Calibri" panose="020F0502020204030204"/>
                </a:rPr>
                <a:t>) = min (3, 2+3) = 3 </a:t>
              </a:r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>
                <a:latin typeface="+mn-lt"/>
              </a:rPr>
              <a:t>Dijkstra’s algorithm: an example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E68036-163B-36A6-019A-34CB90871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106" y="2093119"/>
            <a:ext cx="580608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Step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0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1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2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4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698" y="2100263"/>
            <a:ext cx="36099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N</a:t>
            </a:r>
            <a:r>
              <a:rPr lang="en-US" sz="1500" kern="0" dirty="0">
                <a:solidFill>
                  <a:srgbClr val="000000"/>
                </a:solidFill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1024" y="2077296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2805" y="207729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4249" y="208597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4480" y="208597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9564" y="2356247"/>
            <a:ext cx="6379369" cy="7144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293" y="2082313"/>
            <a:ext cx="10198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3150757" y="2320725"/>
            <a:ext cx="4306429" cy="324249"/>
            <a:chOff x="4201009" y="1951300"/>
            <a:chExt cx="5741905" cy="432332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7983" y="1951300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4333" y="1975893"/>
              <a:ext cx="4385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8933" y="1974449"/>
              <a:ext cx="4385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3383" y="1951300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1952745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069" y="2313485"/>
            <a:ext cx="2920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279573" y="258477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286237" y="2811925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289438" y="304254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289176" y="327662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295840" y="3531483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8099" y="3427627"/>
            <a:ext cx="966931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srgbClr val="0000A8"/>
                </a:solidFill>
                <a:latin typeface="Calibri" panose="020F0502020204030204"/>
              </a:rPr>
              <a:t>8   </a:t>
            </a:r>
            <a:r>
              <a:rPr lang="en-US" sz="1800" i="1" dirty="0">
                <a:solidFill>
                  <a:srgbClr val="0000A8"/>
                </a:solidFill>
                <a:latin typeface="Calibri" panose="020F0502020204030204"/>
              </a:rPr>
              <a:t>Loop </a:t>
            </a:r>
            <a:endParaRPr lang="en-US" sz="1800" dirty="0">
              <a:solidFill>
                <a:srgbClr val="0000A8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9     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10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11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7199" y="3669849"/>
            <a:ext cx="437440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find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not in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such that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D(a)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is a minimum 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add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to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647" y="2376426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2320" y="2538390"/>
            <a:ext cx="3882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3242151" y="1766276"/>
            <a:ext cx="3064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4198510" y="1762072"/>
            <a:ext cx="37702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5180912" y="1757869"/>
            <a:ext cx="30168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6180677" y="1762346"/>
            <a:ext cx="3064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7128355" y="1775505"/>
            <a:ext cx="29046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483257" y="3945282"/>
            <a:ext cx="2678906" cy="1684735"/>
            <a:chOff x="3162" y="1071"/>
            <a:chExt cx="2250" cy="1415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2" y="1744"/>
              <a:ext cx="245" cy="271"/>
              <a:chOff x="2934" y="2425"/>
              <a:chExt cx="249" cy="271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4" y="2425"/>
                <a:ext cx="249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u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2128"/>
              <a:ext cx="236" cy="271"/>
              <a:chOff x="2938" y="2425"/>
              <a:chExt cx="240" cy="271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y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4" y="2095"/>
              <a:ext cx="252" cy="310"/>
              <a:chOff x="2931" y="2395"/>
              <a:chExt cx="253" cy="310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1" y="2395"/>
                <a:ext cx="25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3" y="1438"/>
              <a:ext cx="272" cy="271"/>
              <a:chOff x="2920" y="2425"/>
              <a:chExt cx="276" cy="271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0" y="2425"/>
                <a:ext cx="27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w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7" y="1438"/>
              <a:ext cx="236" cy="271"/>
              <a:chOff x="2938" y="2425"/>
              <a:chExt cx="240" cy="271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v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9" y="1756"/>
              <a:ext cx="252" cy="310"/>
              <a:chOff x="2929" y="2395"/>
              <a:chExt cx="255" cy="310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9" y="2395"/>
                <a:ext cx="255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4" y="1568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1787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7" y="200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6" y="188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3" y="2234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3" y="180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2069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6" y="153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1" y="138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0" y="111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838652" y="4992971"/>
            <a:ext cx="329604" cy="3215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3150757" y="2548962"/>
            <a:ext cx="4306429" cy="335418"/>
            <a:chOff x="4201009" y="2255616"/>
            <a:chExt cx="5741905" cy="447224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4333" y="2301915"/>
              <a:ext cx="438581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4633" y="2260379"/>
              <a:ext cx="58819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4157" y="2271953"/>
              <a:ext cx="58819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2255616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6878" y="2594898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011" y="2767098"/>
            <a:ext cx="48442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3150756" y="2767435"/>
            <a:ext cx="4361733" cy="344099"/>
            <a:chOff x="4201009" y="2546912"/>
            <a:chExt cx="5815643" cy="458798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8456" y="2546912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4158" y="2574824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2558487"/>
              <a:ext cx="603157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9432" y="2813369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7066" y="2999823"/>
            <a:ext cx="58060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1513092" y="5372824"/>
            <a:ext cx="440227" cy="4863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404110F-EE86-7D41-82F9-09316E4C0ED0}"/>
              </a:ext>
            </a:extLst>
          </p:cNvPr>
          <p:cNvGrpSpPr/>
          <p:nvPr/>
        </p:nvGrpSpPr>
        <p:grpSpPr>
          <a:xfrm>
            <a:off x="4119438" y="3006841"/>
            <a:ext cx="3393053" cy="328274"/>
            <a:chOff x="5492583" y="2866120"/>
            <a:chExt cx="4524070" cy="437698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8457" y="2872932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2583" y="2866120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3,y</a:t>
              </a:r>
            </a:p>
          </p:txBody>
        </p:sp>
      </p:grp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CB03B215-D4F4-B240-9C4C-7FD543D4FF60}"/>
              </a:ext>
            </a:extLst>
          </p:cNvPr>
          <p:cNvCxnSpPr>
            <a:cxnSpLocks/>
          </p:cNvCxnSpPr>
          <p:nvPr/>
        </p:nvCxnSpPr>
        <p:spPr>
          <a:xfrm flipV="1">
            <a:off x="878247" y="4624811"/>
            <a:ext cx="376757" cy="21148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78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>
                <a:latin typeface="+mn-lt"/>
              </a:rPr>
              <a:t>Dijkstra’s algorithm: an example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F70E80-C722-F66F-7720-BC23A6D12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106" y="2093119"/>
            <a:ext cx="580608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Step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0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1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2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4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698" y="2100263"/>
            <a:ext cx="36099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N</a:t>
            </a:r>
            <a:r>
              <a:rPr lang="en-US" sz="1500" kern="0" dirty="0">
                <a:solidFill>
                  <a:srgbClr val="000000"/>
                </a:solidFill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1024" y="2077296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2805" y="207729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4249" y="208597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4480" y="208597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9564" y="2356247"/>
            <a:ext cx="6379369" cy="7144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293" y="2082313"/>
            <a:ext cx="10198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3150757" y="2320725"/>
            <a:ext cx="4306429" cy="324249"/>
            <a:chOff x="4201009" y="1951300"/>
            <a:chExt cx="5741905" cy="432332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7983" y="1951300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4333" y="1975893"/>
              <a:ext cx="4385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8933" y="1974449"/>
              <a:ext cx="4385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3383" y="1951300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1952745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069" y="2313485"/>
            <a:ext cx="2920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279573" y="258477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286237" y="2811925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289438" y="304254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289176" y="327662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295840" y="3531483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8099" y="3427627"/>
            <a:ext cx="966931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srgbClr val="0000A8"/>
                </a:solidFill>
                <a:latin typeface="Calibri" panose="020F0502020204030204"/>
              </a:rPr>
              <a:t>8   </a:t>
            </a:r>
            <a:r>
              <a:rPr lang="en-US" sz="1800" i="1" dirty="0">
                <a:solidFill>
                  <a:srgbClr val="0000A8"/>
                </a:solidFill>
                <a:latin typeface="Calibri" panose="020F0502020204030204"/>
              </a:rPr>
              <a:t>Loop </a:t>
            </a:r>
            <a:endParaRPr lang="en-US" sz="1800" dirty="0">
              <a:solidFill>
                <a:srgbClr val="0000A8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9     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10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7199" y="3669849"/>
            <a:ext cx="437440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find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not in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such that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D(a)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is a minimum 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add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to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647" y="2376426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2320" y="2538390"/>
            <a:ext cx="3882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3242151" y="1766276"/>
            <a:ext cx="3064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4198510" y="1762072"/>
            <a:ext cx="37702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5180912" y="1757869"/>
            <a:ext cx="30168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6180677" y="1762346"/>
            <a:ext cx="3064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7128355" y="1775505"/>
            <a:ext cx="29046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483257" y="3945282"/>
            <a:ext cx="2678906" cy="1684735"/>
            <a:chOff x="3162" y="1071"/>
            <a:chExt cx="2250" cy="1415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2" y="1744"/>
              <a:ext cx="245" cy="271"/>
              <a:chOff x="2934" y="2425"/>
              <a:chExt cx="249" cy="271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4" y="2425"/>
                <a:ext cx="249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u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2128"/>
              <a:ext cx="236" cy="271"/>
              <a:chOff x="2938" y="2425"/>
              <a:chExt cx="240" cy="271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y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4" y="2095"/>
              <a:ext cx="252" cy="310"/>
              <a:chOff x="2931" y="2395"/>
              <a:chExt cx="253" cy="310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1" y="2395"/>
                <a:ext cx="25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3" y="1438"/>
              <a:ext cx="272" cy="271"/>
              <a:chOff x="2920" y="2425"/>
              <a:chExt cx="276" cy="271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0" y="2425"/>
                <a:ext cx="27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w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7" y="1438"/>
              <a:ext cx="236" cy="271"/>
              <a:chOff x="2938" y="2425"/>
              <a:chExt cx="240" cy="271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v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9" y="1756"/>
              <a:ext cx="252" cy="310"/>
              <a:chOff x="2929" y="2395"/>
              <a:chExt cx="255" cy="310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9" y="2395"/>
                <a:ext cx="255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4" y="1568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1787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7" y="200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6" y="188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3" y="2234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3" y="180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2069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6" y="153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1" y="138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0" y="111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838652" y="4992971"/>
            <a:ext cx="329604" cy="3215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3150757" y="2548962"/>
            <a:ext cx="4306429" cy="335418"/>
            <a:chOff x="4201009" y="2255616"/>
            <a:chExt cx="5741905" cy="447224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4333" y="2301915"/>
              <a:ext cx="438581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4633" y="2260379"/>
              <a:ext cx="58819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4157" y="2271953"/>
              <a:ext cx="58819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2255616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6878" y="2594898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011" y="2767098"/>
            <a:ext cx="48442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3150756" y="2767435"/>
            <a:ext cx="4361733" cy="344099"/>
            <a:chOff x="4201009" y="2546912"/>
            <a:chExt cx="5815643" cy="458798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8456" y="2546912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4158" y="2574824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2558487"/>
              <a:ext cx="603157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9432" y="2813369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7066" y="2999823"/>
            <a:ext cx="58060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1513092" y="5372824"/>
            <a:ext cx="440227" cy="4863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404110F-EE86-7D41-82F9-09316E4C0ED0}"/>
              </a:ext>
            </a:extLst>
          </p:cNvPr>
          <p:cNvGrpSpPr/>
          <p:nvPr/>
        </p:nvGrpSpPr>
        <p:grpSpPr>
          <a:xfrm>
            <a:off x="4119438" y="3006841"/>
            <a:ext cx="3393053" cy="328274"/>
            <a:chOff x="5492583" y="2866120"/>
            <a:chExt cx="4524070" cy="437698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8457" y="2872932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2583" y="2866120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3,y</a:t>
              </a:r>
            </a:p>
          </p:txBody>
        </p:sp>
      </p:grp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787AAA88-1A4D-4F42-AED5-1A8D64761CA5}"/>
              </a:ext>
            </a:extLst>
          </p:cNvPr>
          <p:cNvCxnSpPr>
            <a:cxnSpLocks/>
          </p:cNvCxnSpPr>
          <p:nvPr/>
        </p:nvCxnSpPr>
        <p:spPr>
          <a:xfrm flipV="1">
            <a:off x="878247" y="4624811"/>
            <a:ext cx="376757" cy="21148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601EBFD0-D4AD-9247-9D77-B94D622E1FAA}"/>
              </a:ext>
            </a:extLst>
          </p:cNvPr>
          <p:cNvGrpSpPr/>
          <p:nvPr/>
        </p:nvGrpSpPr>
        <p:grpSpPr>
          <a:xfrm>
            <a:off x="2312126" y="1866169"/>
            <a:ext cx="2168118" cy="1644146"/>
            <a:chOff x="1559224" y="-432243"/>
            <a:chExt cx="2890824" cy="2192195"/>
          </a:xfrm>
        </p:grpSpPr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746423EF-63DD-3343-9662-5B2931DA7273}"/>
                </a:ext>
              </a:extLst>
            </p:cNvPr>
            <p:cNvSpPr/>
            <p:nvPr/>
          </p:nvSpPr>
          <p:spPr>
            <a:xfrm>
              <a:off x="4134952" y="-432243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219" name="Straight Arrow Connector 218">
              <a:extLst>
                <a:ext uri="{FF2B5EF4-FFF2-40B4-BE49-F238E27FC236}">
                  <a16:creationId xmlns:a16="http://schemas.microsoft.com/office/drawing/2014/main" id="{85760C0E-983E-B441-806E-22BCF64E7382}"/>
                </a:ext>
              </a:extLst>
            </p:cNvPr>
            <p:cNvCxnSpPr>
              <a:cxnSpLocks/>
              <a:stCxn id="216" idx="2"/>
              <a:endCxn id="223" idx="6"/>
            </p:cNvCxnSpPr>
            <p:nvPr/>
          </p:nvCxnSpPr>
          <p:spPr>
            <a:xfrm flipH="1">
              <a:off x="1861441" y="-284477"/>
              <a:ext cx="2273511" cy="1896663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5D5E27BC-D759-D946-87D8-DD12082603F9}"/>
                </a:ext>
              </a:extLst>
            </p:cNvPr>
            <p:cNvSpPr/>
            <p:nvPr/>
          </p:nvSpPr>
          <p:spPr>
            <a:xfrm>
              <a:off x="1559224" y="1464420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214" name="Oval 114">
            <a:extLst>
              <a:ext uri="{FF2B5EF4-FFF2-40B4-BE49-F238E27FC236}">
                <a16:creationId xmlns:a16="http://schemas.microsoft.com/office/drawing/2014/main" id="{E38717AD-8034-D440-9ED5-72264494C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8927" y="3054992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224" name="Text Box 4">
            <a:extLst>
              <a:ext uri="{FF2B5EF4-FFF2-40B4-BE49-F238E27FC236}">
                <a16:creationId xmlns:a16="http://schemas.microsoft.com/office/drawing/2014/main" id="{9B6F5E29-137E-6D4A-97FE-A1CB75C44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4839" y="3241445"/>
            <a:ext cx="7200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uxyvw</a:t>
            </a:r>
          </a:p>
        </p:txBody>
      </p: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4983EAC5-E137-B845-8167-8FF621B46BC3}"/>
              </a:ext>
            </a:extLst>
          </p:cNvPr>
          <p:cNvCxnSpPr>
            <a:cxnSpLocks/>
          </p:cNvCxnSpPr>
          <p:nvPr/>
        </p:nvCxnSpPr>
        <p:spPr>
          <a:xfrm flipV="1">
            <a:off x="2159616" y="4611235"/>
            <a:ext cx="0" cy="66265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758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 animBg="1"/>
      <p:bldP spid="2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roup 164">
            <a:extLst>
              <a:ext uri="{FF2B5EF4-FFF2-40B4-BE49-F238E27FC236}">
                <a16:creationId xmlns:a16="http://schemas.microsoft.com/office/drawing/2014/main" id="{1D55AC0E-D2D6-F941-9AA6-9306F9726C0A}"/>
              </a:ext>
            </a:extLst>
          </p:cNvPr>
          <p:cNvGrpSpPr/>
          <p:nvPr/>
        </p:nvGrpSpPr>
        <p:grpSpPr>
          <a:xfrm>
            <a:off x="3340553" y="3732443"/>
            <a:ext cx="1251858" cy="2090057"/>
            <a:chOff x="391885" y="3599543"/>
            <a:chExt cx="1669144" cy="2786743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75F79124-CB88-0245-A13C-A9F8EF8B54A5}"/>
                </a:ext>
              </a:extLst>
            </p:cNvPr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C662265B-7333-144C-975B-222F0D3A4281}"/>
                </a:ext>
              </a:extLst>
            </p:cNvPr>
            <p:cNvSpPr/>
            <p:nvPr/>
          </p:nvSpPr>
          <p:spPr>
            <a:xfrm>
              <a:off x="1161143" y="3715658"/>
              <a:ext cx="899886" cy="15112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A9ED63E9-B922-974A-A009-C20182AD3D17}"/>
                </a:ext>
              </a:extLst>
            </p:cNvPr>
            <p:cNvCxnSpPr>
              <a:cxnSpLocks/>
            </p:cNvCxnSpPr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" name="Text Box 3">
            <a:extLst>
              <a:ext uri="{FF2B5EF4-FFF2-40B4-BE49-F238E27FC236}">
                <a16:creationId xmlns:a16="http://schemas.microsoft.com/office/drawing/2014/main" id="{6F3DAD70-4F0A-6440-969F-3CCEA1CAD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1955" y="4519491"/>
            <a:ext cx="4375044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update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D(b) 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for all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 adjacent to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 and not in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: </a:t>
            </a:r>
          </a:p>
          <a:p>
            <a:pPr defTabSz="685800">
              <a:defRPr/>
            </a:pPr>
            <a:r>
              <a:rPr lang="en-US" sz="1650" b="1" i="1" dirty="0">
                <a:solidFill>
                  <a:srgbClr val="CC0000"/>
                </a:solidFill>
                <a:latin typeface="Calibri" panose="020F0502020204030204"/>
              </a:rPr>
              <a:t>     D(b) = </a:t>
            </a:r>
            <a:r>
              <a:rPr lang="en-US" sz="1650" b="1" dirty="0">
                <a:solidFill>
                  <a:srgbClr val="CC0000"/>
                </a:solidFill>
                <a:latin typeface="Calibri" panose="020F0502020204030204"/>
              </a:rPr>
              <a:t>min</a:t>
            </a:r>
            <a:r>
              <a:rPr lang="en-US" sz="1650" b="1" i="1" dirty="0">
                <a:solidFill>
                  <a:srgbClr val="CC0000"/>
                </a:solidFill>
                <a:latin typeface="Calibri" panose="020F0502020204030204"/>
              </a:rPr>
              <a:t> ( D(b), D(a) + c</a:t>
            </a:r>
            <a:r>
              <a:rPr lang="en-US" sz="1650" b="1" i="1" baseline="-25000" dirty="0">
                <a:solidFill>
                  <a:srgbClr val="CC0000"/>
                </a:solidFill>
                <a:latin typeface="Calibri" panose="020F0502020204030204"/>
              </a:rPr>
              <a:t>a,b </a:t>
            </a:r>
            <a:r>
              <a:rPr lang="en-US" sz="1650" b="1" i="1" dirty="0">
                <a:solidFill>
                  <a:srgbClr val="CC0000"/>
                </a:solidFill>
                <a:latin typeface="Calibri" panose="020F0502020204030204"/>
              </a:rPr>
              <a:t>) </a:t>
            </a:r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BAB668A7-AFC7-C746-8D74-2C3BEE2C0C90}"/>
              </a:ext>
            </a:extLst>
          </p:cNvPr>
          <p:cNvGrpSpPr/>
          <p:nvPr/>
        </p:nvGrpSpPr>
        <p:grpSpPr>
          <a:xfrm>
            <a:off x="4873057" y="4908928"/>
            <a:ext cx="3849644" cy="561886"/>
            <a:chOff x="4625273" y="5620004"/>
            <a:chExt cx="5132859" cy="749181"/>
          </a:xfrm>
        </p:grpSpPr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75C3332E-25DC-5548-B18A-0DFEE9ABA6BC}"/>
                </a:ext>
              </a:extLst>
            </p:cNvPr>
            <p:cNvSpPr/>
            <p:nvPr/>
          </p:nvSpPr>
          <p:spPr>
            <a:xfrm>
              <a:off x="4661941" y="5934396"/>
              <a:ext cx="5066675" cy="4347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10" name="Text Box 3">
              <a:extLst>
                <a:ext uri="{FF2B5EF4-FFF2-40B4-BE49-F238E27FC236}">
                  <a16:creationId xmlns:a16="http://schemas.microsoft.com/office/drawing/2014/main" id="{66CA504C-894E-9D46-958C-24EC91FC6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745" y="5620004"/>
              <a:ext cx="246308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endParaRPr lang="en-US" sz="1500" i="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11" name="Text Box 3">
              <a:extLst>
                <a:ext uri="{FF2B5EF4-FFF2-40B4-BE49-F238E27FC236}">
                  <a16:creationId xmlns:a16="http://schemas.microsoft.com/office/drawing/2014/main" id="{818E7B6F-01C5-BD4D-81E3-08541D8843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5273" y="5937296"/>
              <a:ext cx="5132859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defTabSz="685800">
                <a:defRPr/>
              </a:pPr>
              <a:r>
                <a:rPr lang="en-US" sz="1500" i="1" dirty="0">
                  <a:solidFill>
                    <a:prstClr val="black"/>
                  </a:solidFill>
                  <a:latin typeface="Calibri" panose="020F0502020204030204"/>
                </a:rPr>
                <a:t>D(z) = min ( D(z), D(w) + c</a:t>
              </a:r>
              <a:r>
                <a:rPr lang="en-US" sz="1500" i="1" baseline="-25000" dirty="0">
                  <a:solidFill>
                    <a:prstClr val="black"/>
                  </a:solidFill>
                  <a:latin typeface="Calibri" panose="020F0502020204030204"/>
                </a:rPr>
                <a:t>w,z </a:t>
              </a:r>
              <a:r>
                <a:rPr lang="en-US" sz="1500" i="1" dirty="0">
                  <a:solidFill>
                    <a:prstClr val="black"/>
                  </a:solidFill>
                  <a:latin typeface="Calibri" panose="020F0502020204030204"/>
                </a:rPr>
                <a:t>) = min (4, 3+5) = 4 </a:t>
              </a:r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>
                <a:latin typeface="+mn-lt"/>
              </a:rPr>
              <a:t>Dijkstra’s algorithm: an example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A68F4E-0F9D-3A24-315C-44D769FF1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106" y="2093119"/>
            <a:ext cx="580608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Step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0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1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2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4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698" y="2100263"/>
            <a:ext cx="36099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N</a:t>
            </a:r>
            <a:r>
              <a:rPr lang="en-US" sz="1500" kern="0" dirty="0">
                <a:solidFill>
                  <a:srgbClr val="000000"/>
                </a:solidFill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1024" y="2077296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2805" y="207729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4249" y="208597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4480" y="208597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9564" y="2356247"/>
            <a:ext cx="6379369" cy="7144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293" y="2082313"/>
            <a:ext cx="10198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3150757" y="2320725"/>
            <a:ext cx="4306429" cy="324249"/>
            <a:chOff x="4201009" y="1951300"/>
            <a:chExt cx="5741905" cy="432332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7983" y="1951300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4333" y="1975893"/>
              <a:ext cx="4385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8933" y="1974449"/>
              <a:ext cx="4385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3383" y="1951300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1952745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069" y="2313485"/>
            <a:ext cx="2920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279573" y="258477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286237" y="2811925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289438" y="304254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289176" y="327662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295840" y="3531483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8099" y="3427627"/>
            <a:ext cx="966931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srgbClr val="0000A8"/>
                </a:solidFill>
                <a:latin typeface="Calibri" panose="020F0502020204030204"/>
              </a:rPr>
              <a:t>8   </a:t>
            </a:r>
            <a:r>
              <a:rPr lang="en-US" sz="1800" i="1" dirty="0">
                <a:solidFill>
                  <a:srgbClr val="0000A8"/>
                </a:solidFill>
                <a:latin typeface="Calibri" panose="020F0502020204030204"/>
              </a:rPr>
              <a:t>Loop </a:t>
            </a:r>
            <a:endParaRPr lang="en-US" sz="1800" dirty="0">
              <a:solidFill>
                <a:srgbClr val="0000A8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9     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10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11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7199" y="3669849"/>
            <a:ext cx="437440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find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not in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such that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D(a)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is a minimum 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add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to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647" y="2376426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2320" y="2538390"/>
            <a:ext cx="3882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3242151" y="1766276"/>
            <a:ext cx="3064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4198510" y="1762072"/>
            <a:ext cx="37702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5180912" y="1757869"/>
            <a:ext cx="30168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6180677" y="1762346"/>
            <a:ext cx="3064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7128355" y="1775505"/>
            <a:ext cx="29046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483257" y="3945282"/>
            <a:ext cx="2678906" cy="1684735"/>
            <a:chOff x="3162" y="1071"/>
            <a:chExt cx="2250" cy="1415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2" y="1744"/>
              <a:ext cx="245" cy="271"/>
              <a:chOff x="2934" y="2425"/>
              <a:chExt cx="249" cy="271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4" y="2425"/>
                <a:ext cx="249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u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2128"/>
              <a:ext cx="236" cy="271"/>
              <a:chOff x="2938" y="2425"/>
              <a:chExt cx="240" cy="271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y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4" y="2095"/>
              <a:ext cx="252" cy="310"/>
              <a:chOff x="2931" y="2395"/>
              <a:chExt cx="253" cy="310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1" y="2395"/>
                <a:ext cx="25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3" y="1438"/>
              <a:ext cx="272" cy="271"/>
              <a:chOff x="2920" y="2425"/>
              <a:chExt cx="276" cy="271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0" y="2425"/>
                <a:ext cx="27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w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7" y="1438"/>
              <a:ext cx="236" cy="271"/>
              <a:chOff x="2938" y="2425"/>
              <a:chExt cx="240" cy="271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v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9" y="1756"/>
              <a:ext cx="252" cy="310"/>
              <a:chOff x="2929" y="2395"/>
              <a:chExt cx="255" cy="310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9" y="2395"/>
                <a:ext cx="255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4" y="1568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1787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7" y="200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6" y="188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3" y="2234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3" y="180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2069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6" y="153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1" y="138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0" y="111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838652" y="4992971"/>
            <a:ext cx="329604" cy="3215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3150757" y="2548962"/>
            <a:ext cx="4306429" cy="335418"/>
            <a:chOff x="4201009" y="2255616"/>
            <a:chExt cx="5741905" cy="447224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4333" y="2301915"/>
              <a:ext cx="438581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4633" y="2260379"/>
              <a:ext cx="58819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4157" y="2271953"/>
              <a:ext cx="58819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2255616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6878" y="2594898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011" y="2767098"/>
            <a:ext cx="48442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3150756" y="2767435"/>
            <a:ext cx="4361733" cy="344099"/>
            <a:chOff x="4201009" y="2546912"/>
            <a:chExt cx="5815643" cy="458798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8456" y="2546912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4158" y="2574824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2558487"/>
              <a:ext cx="603157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9432" y="2813369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7066" y="2999823"/>
            <a:ext cx="58060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1513092" y="5372824"/>
            <a:ext cx="440227" cy="4863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404110F-EE86-7D41-82F9-09316E4C0ED0}"/>
              </a:ext>
            </a:extLst>
          </p:cNvPr>
          <p:cNvGrpSpPr/>
          <p:nvPr/>
        </p:nvGrpSpPr>
        <p:grpSpPr>
          <a:xfrm>
            <a:off x="4119438" y="3006841"/>
            <a:ext cx="3393053" cy="328274"/>
            <a:chOff x="5492583" y="2866120"/>
            <a:chExt cx="4524070" cy="437698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8457" y="2872932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2583" y="2866120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3,y</a:t>
              </a:r>
            </a:p>
          </p:txBody>
        </p:sp>
      </p:grp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787AAA88-1A4D-4F42-AED5-1A8D64761CA5}"/>
              </a:ext>
            </a:extLst>
          </p:cNvPr>
          <p:cNvCxnSpPr>
            <a:cxnSpLocks/>
          </p:cNvCxnSpPr>
          <p:nvPr/>
        </p:nvCxnSpPr>
        <p:spPr>
          <a:xfrm flipV="1">
            <a:off x="878247" y="4624811"/>
            <a:ext cx="376757" cy="21148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114">
            <a:extLst>
              <a:ext uri="{FF2B5EF4-FFF2-40B4-BE49-F238E27FC236}">
                <a16:creationId xmlns:a16="http://schemas.microsoft.com/office/drawing/2014/main" id="{E38717AD-8034-D440-9ED5-72264494C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8927" y="3054992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224" name="Text Box 4">
            <a:extLst>
              <a:ext uri="{FF2B5EF4-FFF2-40B4-BE49-F238E27FC236}">
                <a16:creationId xmlns:a16="http://schemas.microsoft.com/office/drawing/2014/main" id="{9B6F5E29-137E-6D4A-97FE-A1CB75C44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4839" y="3241445"/>
            <a:ext cx="7200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uxyvw</a:t>
            </a:r>
          </a:p>
        </p:txBody>
      </p:sp>
      <p:sp>
        <p:nvSpPr>
          <p:cNvPr id="215" name="Text Box 9">
            <a:extLst>
              <a:ext uri="{FF2B5EF4-FFF2-40B4-BE49-F238E27FC236}">
                <a16:creationId xmlns:a16="http://schemas.microsoft.com/office/drawing/2014/main" id="{62E3D023-F895-6745-B73B-5301E3C44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6312" y="3255458"/>
            <a:ext cx="44114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4,y</a:t>
            </a:r>
          </a:p>
        </p:txBody>
      </p: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41F1CF94-F7B7-9947-B9CB-42D5664FC48B}"/>
              </a:ext>
            </a:extLst>
          </p:cNvPr>
          <p:cNvCxnSpPr>
            <a:cxnSpLocks/>
          </p:cNvCxnSpPr>
          <p:nvPr/>
        </p:nvCxnSpPr>
        <p:spPr>
          <a:xfrm flipV="1">
            <a:off x="2159616" y="4611235"/>
            <a:ext cx="0" cy="66265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22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>
                <a:latin typeface="+mn-lt"/>
              </a:rPr>
              <a:t>Dijkstra’s algorithm: an example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F14121-635D-92C8-1041-139CCA61B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106" y="2093119"/>
            <a:ext cx="580608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Step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0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1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2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4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698" y="2100263"/>
            <a:ext cx="36099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N</a:t>
            </a:r>
            <a:r>
              <a:rPr lang="en-US" sz="1500" kern="0" dirty="0">
                <a:solidFill>
                  <a:srgbClr val="000000"/>
                </a:solidFill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1024" y="2077296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2805" y="207729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4249" y="208597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4480" y="208597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9564" y="2356247"/>
            <a:ext cx="6379369" cy="7144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293" y="2082313"/>
            <a:ext cx="10198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3150757" y="2320725"/>
            <a:ext cx="4306429" cy="324249"/>
            <a:chOff x="4201009" y="1951300"/>
            <a:chExt cx="5741905" cy="432332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7983" y="1951300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4333" y="1975893"/>
              <a:ext cx="4385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8933" y="1974449"/>
              <a:ext cx="4385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3383" y="1951300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1952745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069" y="2313485"/>
            <a:ext cx="2920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279573" y="258477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286237" y="2811925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289438" y="304254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289176" y="327662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295840" y="3531483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8099" y="3427627"/>
            <a:ext cx="966931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srgbClr val="0000A8"/>
                </a:solidFill>
                <a:latin typeface="Calibri" panose="020F0502020204030204"/>
              </a:rPr>
              <a:t>8   </a:t>
            </a:r>
            <a:r>
              <a:rPr lang="en-US" sz="1800" i="1" dirty="0">
                <a:solidFill>
                  <a:srgbClr val="0000A8"/>
                </a:solidFill>
                <a:latin typeface="Calibri" panose="020F0502020204030204"/>
              </a:rPr>
              <a:t>Loop </a:t>
            </a:r>
            <a:endParaRPr lang="en-US" sz="1800" dirty="0">
              <a:solidFill>
                <a:srgbClr val="0000A8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9     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10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7199" y="3669849"/>
            <a:ext cx="437440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find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not in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such that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D(a)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is a minimum 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add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to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647" y="2376426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2320" y="2538390"/>
            <a:ext cx="3882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3242151" y="1766276"/>
            <a:ext cx="3064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4198510" y="1762072"/>
            <a:ext cx="37702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5180912" y="1757869"/>
            <a:ext cx="30168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6180677" y="1762346"/>
            <a:ext cx="3064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7128355" y="1775505"/>
            <a:ext cx="29046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483257" y="3945282"/>
            <a:ext cx="2678906" cy="1684735"/>
            <a:chOff x="3162" y="1071"/>
            <a:chExt cx="2250" cy="1415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2" y="1744"/>
              <a:ext cx="245" cy="271"/>
              <a:chOff x="2934" y="2425"/>
              <a:chExt cx="249" cy="271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4" y="2425"/>
                <a:ext cx="249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u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2128"/>
              <a:ext cx="236" cy="271"/>
              <a:chOff x="2938" y="2425"/>
              <a:chExt cx="240" cy="271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y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4" y="2095"/>
              <a:ext cx="252" cy="310"/>
              <a:chOff x="2931" y="2395"/>
              <a:chExt cx="253" cy="310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1" y="2395"/>
                <a:ext cx="25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3" y="1438"/>
              <a:ext cx="272" cy="271"/>
              <a:chOff x="2920" y="2425"/>
              <a:chExt cx="276" cy="271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0" y="2425"/>
                <a:ext cx="27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w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7" y="1438"/>
              <a:ext cx="236" cy="271"/>
              <a:chOff x="2938" y="2425"/>
              <a:chExt cx="240" cy="271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v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9" y="1756"/>
              <a:ext cx="252" cy="310"/>
              <a:chOff x="2929" y="2395"/>
              <a:chExt cx="255" cy="310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9" y="2395"/>
                <a:ext cx="255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4" y="1568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1787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7" y="200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6" y="188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3" y="2234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3" y="180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2069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6" y="153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1" y="138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0" y="111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838652" y="4992971"/>
            <a:ext cx="329604" cy="3215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3150757" y="2548962"/>
            <a:ext cx="4306429" cy="335418"/>
            <a:chOff x="4201009" y="2255616"/>
            <a:chExt cx="5741905" cy="447224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4333" y="2301915"/>
              <a:ext cx="438581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4633" y="2260379"/>
              <a:ext cx="58819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4157" y="2271953"/>
              <a:ext cx="58819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2255616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6878" y="2594898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011" y="2767098"/>
            <a:ext cx="48442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3150756" y="2767435"/>
            <a:ext cx="4361733" cy="344099"/>
            <a:chOff x="4201009" y="2546912"/>
            <a:chExt cx="5815643" cy="458798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8456" y="2546912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4158" y="2574824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2558487"/>
              <a:ext cx="603157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9432" y="2813369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7066" y="2999823"/>
            <a:ext cx="58060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1513092" y="5372824"/>
            <a:ext cx="440227" cy="4863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404110F-EE86-7D41-82F9-09316E4C0ED0}"/>
              </a:ext>
            </a:extLst>
          </p:cNvPr>
          <p:cNvGrpSpPr/>
          <p:nvPr/>
        </p:nvGrpSpPr>
        <p:grpSpPr>
          <a:xfrm>
            <a:off x="4119438" y="3006841"/>
            <a:ext cx="3393053" cy="328274"/>
            <a:chOff x="5492583" y="2866120"/>
            <a:chExt cx="4524070" cy="437698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8457" y="2872932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2583" y="2866120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3,y</a:t>
              </a:r>
            </a:p>
          </p:txBody>
        </p:sp>
      </p:grp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787AAA88-1A4D-4F42-AED5-1A8D64761CA5}"/>
              </a:ext>
            </a:extLst>
          </p:cNvPr>
          <p:cNvCxnSpPr>
            <a:cxnSpLocks/>
          </p:cNvCxnSpPr>
          <p:nvPr/>
        </p:nvCxnSpPr>
        <p:spPr>
          <a:xfrm flipV="1">
            <a:off x="878247" y="4624811"/>
            <a:ext cx="376757" cy="21148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114">
            <a:extLst>
              <a:ext uri="{FF2B5EF4-FFF2-40B4-BE49-F238E27FC236}">
                <a16:creationId xmlns:a16="http://schemas.microsoft.com/office/drawing/2014/main" id="{E38717AD-8034-D440-9ED5-72264494C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8927" y="3054992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224" name="Text Box 4">
            <a:extLst>
              <a:ext uri="{FF2B5EF4-FFF2-40B4-BE49-F238E27FC236}">
                <a16:creationId xmlns:a16="http://schemas.microsoft.com/office/drawing/2014/main" id="{9B6F5E29-137E-6D4A-97FE-A1CB75C44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4839" y="3241445"/>
            <a:ext cx="7200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uxyvw</a:t>
            </a:r>
          </a:p>
        </p:txBody>
      </p:sp>
      <p:sp>
        <p:nvSpPr>
          <p:cNvPr id="215" name="Text Box 9">
            <a:extLst>
              <a:ext uri="{FF2B5EF4-FFF2-40B4-BE49-F238E27FC236}">
                <a16:creationId xmlns:a16="http://schemas.microsoft.com/office/drawing/2014/main" id="{62E3D023-F895-6745-B73B-5301E3C44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6312" y="3255458"/>
            <a:ext cx="44114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4,y</a:t>
            </a:r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AA203BF5-54E3-A247-B525-DAD7C3FFFA30}"/>
              </a:ext>
            </a:extLst>
          </p:cNvPr>
          <p:cNvGrpSpPr/>
          <p:nvPr/>
        </p:nvGrpSpPr>
        <p:grpSpPr>
          <a:xfrm>
            <a:off x="2313573" y="1884423"/>
            <a:ext cx="5052739" cy="1870408"/>
            <a:chOff x="-2329870" y="-444558"/>
            <a:chExt cx="6736985" cy="2493877"/>
          </a:xfrm>
        </p:grpSpPr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EC7C9367-2990-6D43-A15C-2F5B4E8649C4}"/>
                </a:ext>
              </a:extLst>
            </p:cNvPr>
            <p:cNvSpPr/>
            <p:nvPr/>
          </p:nvSpPr>
          <p:spPr>
            <a:xfrm>
              <a:off x="4092019" y="-444558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225" name="Straight Arrow Connector 224">
              <a:extLst>
                <a:ext uri="{FF2B5EF4-FFF2-40B4-BE49-F238E27FC236}">
                  <a16:creationId xmlns:a16="http://schemas.microsoft.com/office/drawing/2014/main" id="{F11A43D7-7771-3E49-94AA-7FB8202B3A43}"/>
                </a:ext>
              </a:extLst>
            </p:cNvPr>
            <p:cNvCxnSpPr>
              <a:cxnSpLocks/>
              <a:stCxn id="223" idx="2"/>
              <a:endCxn id="226" idx="6"/>
            </p:cNvCxnSpPr>
            <p:nvPr/>
          </p:nvCxnSpPr>
          <p:spPr>
            <a:xfrm flipH="1">
              <a:off x="-2027653" y="-296792"/>
              <a:ext cx="6119672" cy="2198345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88F40879-FE48-7941-9529-6385E99DA5B8}"/>
                </a:ext>
              </a:extLst>
            </p:cNvPr>
            <p:cNvSpPr/>
            <p:nvPr/>
          </p:nvSpPr>
          <p:spPr>
            <a:xfrm>
              <a:off x="-2329870" y="1753787"/>
              <a:ext cx="302217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216" name="Oval 114">
            <a:extLst>
              <a:ext uri="{FF2B5EF4-FFF2-40B4-BE49-F238E27FC236}">
                <a16:creationId xmlns:a16="http://schemas.microsoft.com/office/drawing/2014/main" id="{C308C696-C703-8F42-B968-5CF9C8EE6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8526" y="3308189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227" name="Text Box 4">
            <a:extLst>
              <a:ext uri="{FF2B5EF4-FFF2-40B4-BE49-F238E27FC236}">
                <a16:creationId xmlns:a16="http://schemas.microsoft.com/office/drawing/2014/main" id="{7503A458-C386-184E-899F-151FF3881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531" y="3473310"/>
            <a:ext cx="81624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uxyvwz</a:t>
            </a:r>
          </a:p>
        </p:txBody>
      </p: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FF0B2969-0D91-644B-9FF5-3BB4F0D073E4}"/>
              </a:ext>
            </a:extLst>
          </p:cNvPr>
          <p:cNvCxnSpPr>
            <a:cxnSpLocks/>
          </p:cNvCxnSpPr>
          <p:nvPr/>
        </p:nvCxnSpPr>
        <p:spPr>
          <a:xfrm flipV="1">
            <a:off x="2159616" y="4611235"/>
            <a:ext cx="0" cy="66265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BABE8C73-6B5D-7F4B-AA15-26746F00DEF9}"/>
              </a:ext>
            </a:extLst>
          </p:cNvPr>
          <p:cNvCxnSpPr>
            <a:cxnSpLocks/>
          </p:cNvCxnSpPr>
          <p:nvPr/>
        </p:nvCxnSpPr>
        <p:spPr>
          <a:xfrm flipV="1">
            <a:off x="2294746" y="5064990"/>
            <a:ext cx="455048" cy="33604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535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>
                <a:latin typeface="+mn-lt"/>
              </a:rPr>
              <a:t>Dijkstra’s algorithm: an example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B302E9-FCA8-51C7-29EE-2B2EC77D5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106" y="2093119"/>
            <a:ext cx="580608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Step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0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1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2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4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698" y="2100263"/>
            <a:ext cx="36099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N</a:t>
            </a:r>
            <a:r>
              <a:rPr lang="en-US" sz="1500" kern="0" dirty="0">
                <a:solidFill>
                  <a:srgbClr val="000000"/>
                </a:solidFill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1024" y="2077296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2805" y="207729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4249" y="208597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4480" y="208597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9564" y="2356247"/>
            <a:ext cx="6379369" cy="7144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293" y="2082313"/>
            <a:ext cx="10198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D(w),p(w)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3150757" y="2320725"/>
            <a:ext cx="4306429" cy="324249"/>
            <a:chOff x="4201009" y="1951300"/>
            <a:chExt cx="5741905" cy="432332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7983" y="1951300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4333" y="1975893"/>
              <a:ext cx="4385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8933" y="1974449"/>
              <a:ext cx="4385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3383" y="1951300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1952745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069" y="2313485"/>
            <a:ext cx="2920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279573" y="258477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286237" y="2811925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289438" y="304254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289176" y="327662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295840" y="3531483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 Box 3">
            <a:extLst>
              <a:ext uri="{FF2B5EF4-FFF2-40B4-BE49-F238E27FC236}">
                <a16:creationId xmlns:a16="http://schemas.microsoft.com/office/drawing/2014/main" id="{7F7C65A8-3A93-574D-9312-3FDE12758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8099" y="3427627"/>
            <a:ext cx="966931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srgbClr val="0000A8"/>
                </a:solidFill>
                <a:latin typeface="Calibri" panose="020F0502020204030204"/>
              </a:rPr>
              <a:t>8   </a:t>
            </a:r>
            <a:r>
              <a:rPr lang="en-US" sz="1800" i="1" dirty="0">
                <a:solidFill>
                  <a:srgbClr val="0000A8"/>
                </a:solidFill>
                <a:latin typeface="Calibri" panose="020F0502020204030204"/>
              </a:rPr>
              <a:t>Loop </a:t>
            </a:r>
            <a:endParaRPr lang="en-US" sz="1800" dirty="0">
              <a:solidFill>
                <a:srgbClr val="0000A8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9     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10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11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   </a:t>
            </a:r>
          </a:p>
        </p:txBody>
      </p:sp>
      <p:sp>
        <p:nvSpPr>
          <p:cNvPr id="164" name="Text Box 3">
            <a:extLst>
              <a:ext uri="{FF2B5EF4-FFF2-40B4-BE49-F238E27FC236}">
                <a16:creationId xmlns:a16="http://schemas.microsoft.com/office/drawing/2014/main" id="{9AD40842-B350-BF42-BC3C-5285750E1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7199" y="3669849"/>
            <a:ext cx="437440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endParaRPr lang="en-US" sz="18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find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not in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such that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D(a)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is a minimum </a:t>
            </a:r>
          </a:p>
          <a:p>
            <a:pPr defTabSz="685800"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add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to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</p:txBody>
      </p:sp>
      <p:sp>
        <p:nvSpPr>
          <p:cNvPr id="167" name="Oval 114">
            <a:extLst>
              <a:ext uri="{FF2B5EF4-FFF2-40B4-BE49-F238E27FC236}">
                <a16:creationId xmlns:a16="http://schemas.microsoft.com/office/drawing/2014/main" id="{D5350C1B-A977-CC45-ADDA-7ABEE3B22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647" y="2376426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172" name="Text Box 4">
            <a:extLst>
              <a:ext uri="{FF2B5EF4-FFF2-40B4-BE49-F238E27FC236}">
                <a16:creationId xmlns:a16="http://schemas.microsoft.com/office/drawing/2014/main" id="{1B8BDA83-ED76-9C43-B640-E44C3E51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2320" y="2538390"/>
            <a:ext cx="3882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5CB903-C0C3-C744-B8C9-92A6680CB584}"/>
              </a:ext>
            </a:extLst>
          </p:cNvPr>
          <p:cNvSpPr txBox="1"/>
          <p:nvPr/>
        </p:nvSpPr>
        <p:spPr>
          <a:xfrm>
            <a:off x="3242151" y="1766276"/>
            <a:ext cx="3064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AD4F740-0EF9-2044-827E-A54C55587203}"/>
              </a:ext>
            </a:extLst>
          </p:cNvPr>
          <p:cNvSpPr txBox="1"/>
          <p:nvPr/>
        </p:nvSpPr>
        <p:spPr>
          <a:xfrm>
            <a:off x="4198510" y="1762072"/>
            <a:ext cx="37702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w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E0A5B28-C8D3-E14E-B1D4-EDE4C4101E6C}"/>
              </a:ext>
            </a:extLst>
          </p:cNvPr>
          <p:cNvSpPr txBox="1"/>
          <p:nvPr/>
        </p:nvSpPr>
        <p:spPr>
          <a:xfrm>
            <a:off x="5180912" y="1757869"/>
            <a:ext cx="30168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7BFB733-E937-014A-B7CC-EE11641F15CC}"/>
              </a:ext>
            </a:extLst>
          </p:cNvPr>
          <p:cNvSpPr txBox="1"/>
          <p:nvPr/>
        </p:nvSpPr>
        <p:spPr>
          <a:xfrm>
            <a:off x="6180677" y="1762346"/>
            <a:ext cx="3064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y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D54A84-29AE-E948-B36B-A3E997D943D5}"/>
              </a:ext>
            </a:extLst>
          </p:cNvPr>
          <p:cNvSpPr txBox="1"/>
          <p:nvPr/>
        </p:nvSpPr>
        <p:spPr>
          <a:xfrm>
            <a:off x="7128355" y="1775505"/>
            <a:ext cx="29046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defRPr/>
            </a:pP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z</a:t>
            </a:r>
          </a:p>
        </p:txBody>
      </p:sp>
      <p:grpSp>
        <p:nvGrpSpPr>
          <p:cNvPr id="120" name="Group 16">
            <a:extLst>
              <a:ext uri="{FF2B5EF4-FFF2-40B4-BE49-F238E27FC236}">
                <a16:creationId xmlns:a16="http://schemas.microsoft.com/office/drawing/2014/main" id="{758A3B01-F3F9-A74E-B632-177660FF1736}"/>
              </a:ext>
            </a:extLst>
          </p:cNvPr>
          <p:cNvGrpSpPr>
            <a:grpSpLocks/>
          </p:cNvGrpSpPr>
          <p:nvPr/>
        </p:nvGrpSpPr>
        <p:grpSpPr bwMode="auto">
          <a:xfrm>
            <a:off x="483257" y="3945282"/>
            <a:ext cx="2678906" cy="1684735"/>
            <a:chOff x="3162" y="1071"/>
            <a:chExt cx="2250" cy="1415"/>
          </a:xfrm>
        </p:grpSpPr>
        <p:sp>
          <p:nvSpPr>
            <p:cNvPr id="121" name="Freeform 17">
              <a:extLst>
                <a:ext uri="{FF2B5EF4-FFF2-40B4-BE49-F238E27FC236}">
                  <a16:creationId xmlns:a16="http://schemas.microsoft.com/office/drawing/2014/main" id="{3D738A20-E61D-3347-97FA-CFBB4A202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2" name="Freeform 18">
              <a:extLst>
                <a:ext uri="{FF2B5EF4-FFF2-40B4-BE49-F238E27FC236}">
                  <a16:creationId xmlns:a16="http://schemas.microsoft.com/office/drawing/2014/main" id="{9A67F7D9-6F26-A244-97DD-F400FD21C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3" name="Oval 19">
              <a:extLst>
                <a:ext uri="{FF2B5EF4-FFF2-40B4-BE49-F238E27FC236}">
                  <a16:creationId xmlns:a16="http://schemas.microsoft.com/office/drawing/2014/main" id="{8061EE07-A1C2-284D-B696-ED41FFB2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4" name="Line 20">
              <a:extLst>
                <a:ext uri="{FF2B5EF4-FFF2-40B4-BE49-F238E27FC236}">
                  <a16:creationId xmlns:a16="http://schemas.microsoft.com/office/drawing/2014/main" id="{CA83B116-D557-D348-AC0B-78E2F5C04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5" name="Line 21">
              <a:extLst>
                <a:ext uri="{FF2B5EF4-FFF2-40B4-BE49-F238E27FC236}">
                  <a16:creationId xmlns:a16="http://schemas.microsoft.com/office/drawing/2014/main" id="{1DA79AD7-1C00-F347-B948-32DC2DF1E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6" name="Rectangle 22">
              <a:extLst>
                <a:ext uri="{FF2B5EF4-FFF2-40B4-BE49-F238E27FC236}">
                  <a16:creationId xmlns:a16="http://schemas.microsoft.com/office/drawing/2014/main" id="{984E29E6-D5D1-6442-A8AB-508570DE4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7" name="Oval 23">
              <a:extLst>
                <a:ext uri="{FF2B5EF4-FFF2-40B4-BE49-F238E27FC236}">
                  <a16:creationId xmlns:a16="http://schemas.microsoft.com/office/drawing/2014/main" id="{AD024E49-35E0-C446-9678-D92AC1E7A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8" name="Oval 24">
              <a:extLst>
                <a:ext uri="{FF2B5EF4-FFF2-40B4-BE49-F238E27FC236}">
                  <a16:creationId xmlns:a16="http://schemas.microsoft.com/office/drawing/2014/main" id="{706D2E3C-10FA-3947-9AD1-A08759A86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9" name="Line 25">
              <a:extLst>
                <a:ext uri="{FF2B5EF4-FFF2-40B4-BE49-F238E27FC236}">
                  <a16:creationId xmlns:a16="http://schemas.microsoft.com/office/drawing/2014/main" id="{C94CE491-9734-FE44-A0CB-7E0F832D0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0" name="Line 26">
              <a:extLst>
                <a:ext uri="{FF2B5EF4-FFF2-40B4-BE49-F238E27FC236}">
                  <a16:creationId xmlns:a16="http://schemas.microsoft.com/office/drawing/2014/main" id="{EB0C7DDA-EBC9-794C-B89D-D4B4BE886C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1" name="Rectangle 27">
              <a:extLst>
                <a:ext uri="{FF2B5EF4-FFF2-40B4-BE49-F238E27FC236}">
                  <a16:creationId xmlns:a16="http://schemas.microsoft.com/office/drawing/2014/main" id="{D8E5A5C9-FA6E-3D4C-AE3D-AED068D60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2" name="Oval 28">
              <a:extLst>
                <a:ext uri="{FF2B5EF4-FFF2-40B4-BE49-F238E27FC236}">
                  <a16:creationId xmlns:a16="http://schemas.microsoft.com/office/drawing/2014/main" id="{0CB55AD6-4358-5341-98E7-B20E616CA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3" name="Oval 29">
              <a:extLst>
                <a:ext uri="{FF2B5EF4-FFF2-40B4-BE49-F238E27FC236}">
                  <a16:creationId xmlns:a16="http://schemas.microsoft.com/office/drawing/2014/main" id="{50051819-8732-6E40-952F-4C0540C10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4" name="Line 30">
              <a:extLst>
                <a:ext uri="{FF2B5EF4-FFF2-40B4-BE49-F238E27FC236}">
                  <a16:creationId xmlns:a16="http://schemas.microsoft.com/office/drawing/2014/main" id="{DB5E3452-2593-284B-95E8-DB63177BA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5" name="Line 31">
              <a:extLst>
                <a:ext uri="{FF2B5EF4-FFF2-40B4-BE49-F238E27FC236}">
                  <a16:creationId xmlns:a16="http://schemas.microsoft.com/office/drawing/2014/main" id="{4C9DFB1A-A46F-7C42-AEC0-5BA9C6842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6" name="Rectangle 32">
              <a:extLst>
                <a:ext uri="{FF2B5EF4-FFF2-40B4-BE49-F238E27FC236}">
                  <a16:creationId xmlns:a16="http://schemas.microsoft.com/office/drawing/2014/main" id="{A1C00E39-48AA-274A-B956-CD2E2C45B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7" name="Oval 33">
              <a:extLst>
                <a:ext uri="{FF2B5EF4-FFF2-40B4-BE49-F238E27FC236}">
                  <a16:creationId xmlns:a16="http://schemas.microsoft.com/office/drawing/2014/main" id="{BBFA32B2-49E2-574B-9099-DED6B3832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8" name="Oval 34">
              <a:extLst>
                <a:ext uri="{FF2B5EF4-FFF2-40B4-BE49-F238E27FC236}">
                  <a16:creationId xmlns:a16="http://schemas.microsoft.com/office/drawing/2014/main" id="{0D58D8D4-B9BC-2541-A17F-D88330A4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39" name="Line 35">
              <a:extLst>
                <a:ext uri="{FF2B5EF4-FFF2-40B4-BE49-F238E27FC236}">
                  <a16:creationId xmlns:a16="http://schemas.microsoft.com/office/drawing/2014/main" id="{7504C589-E1E9-2E44-980C-93C5BE9EB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0" name="Line 36">
              <a:extLst>
                <a:ext uri="{FF2B5EF4-FFF2-40B4-BE49-F238E27FC236}">
                  <a16:creationId xmlns:a16="http://schemas.microsoft.com/office/drawing/2014/main" id="{7F02875A-5A8E-E14F-A9D7-C2BAE1911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1" name="Rectangle 37">
              <a:extLst>
                <a:ext uri="{FF2B5EF4-FFF2-40B4-BE49-F238E27FC236}">
                  <a16:creationId xmlns:a16="http://schemas.microsoft.com/office/drawing/2014/main" id="{D9139ADE-ED5B-5C40-9669-A638D5EF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2" name="Oval 38">
              <a:extLst>
                <a:ext uri="{FF2B5EF4-FFF2-40B4-BE49-F238E27FC236}">
                  <a16:creationId xmlns:a16="http://schemas.microsoft.com/office/drawing/2014/main" id="{51116AC5-23B1-3F4B-972A-683B27105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3" name="Oval 39">
              <a:extLst>
                <a:ext uri="{FF2B5EF4-FFF2-40B4-BE49-F238E27FC236}">
                  <a16:creationId xmlns:a16="http://schemas.microsoft.com/office/drawing/2014/main" id="{7CF92621-E46C-E745-8108-ADF0C6354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4" name="Line 40">
              <a:extLst>
                <a:ext uri="{FF2B5EF4-FFF2-40B4-BE49-F238E27FC236}">
                  <a16:creationId xmlns:a16="http://schemas.microsoft.com/office/drawing/2014/main" id="{C97ABDF7-502E-1E45-A7E6-F2C97AF99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5" name="Line 41">
              <a:extLst>
                <a:ext uri="{FF2B5EF4-FFF2-40B4-BE49-F238E27FC236}">
                  <a16:creationId xmlns:a16="http://schemas.microsoft.com/office/drawing/2014/main" id="{6F5F6C02-240D-B545-9D40-386AB9F19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6" name="Rectangle 42">
              <a:extLst>
                <a:ext uri="{FF2B5EF4-FFF2-40B4-BE49-F238E27FC236}">
                  <a16:creationId xmlns:a16="http://schemas.microsoft.com/office/drawing/2014/main" id="{F971ECC0-824C-FC4B-8D09-7FF856CD8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7" name="Oval 43">
              <a:extLst>
                <a:ext uri="{FF2B5EF4-FFF2-40B4-BE49-F238E27FC236}">
                  <a16:creationId xmlns:a16="http://schemas.microsoft.com/office/drawing/2014/main" id="{000B82D5-5D57-8D41-894D-7FA70425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8" name="Oval 44">
              <a:extLst>
                <a:ext uri="{FF2B5EF4-FFF2-40B4-BE49-F238E27FC236}">
                  <a16:creationId xmlns:a16="http://schemas.microsoft.com/office/drawing/2014/main" id="{4B3102BD-88D0-D041-8342-28B44A421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49" name="Line 45">
              <a:extLst>
                <a:ext uri="{FF2B5EF4-FFF2-40B4-BE49-F238E27FC236}">
                  <a16:creationId xmlns:a16="http://schemas.microsoft.com/office/drawing/2014/main" id="{55D2E64D-9448-364E-BBCE-B8F1E46C9B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0" name="Line 46">
              <a:extLst>
                <a:ext uri="{FF2B5EF4-FFF2-40B4-BE49-F238E27FC236}">
                  <a16:creationId xmlns:a16="http://schemas.microsoft.com/office/drawing/2014/main" id="{A1D926A4-0713-0448-B8BC-4526CF5A6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1" name="Rectangle 47">
              <a:extLst>
                <a:ext uri="{FF2B5EF4-FFF2-40B4-BE49-F238E27FC236}">
                  <a16:creationId xmlns:a16="http://schemas.microsoft.com/office/drawing/2014/main" id="{D44F6537-9CFC-A34F-A528-3BA9FB8DE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2" name="Oval 48">
              <a:extLst>
                <a:ext uri="{FF2B5EF4-FFF2-40B4-BE49-F238E27FC236}">
                  <a16:creationId xmlns:a16="http://schemas.microsoft.com/office/drawing/2014/main" id="{CE6823F9-AC23-9143-B45C-3AE00728E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52D2B20D-E3DC-0F48-BD10-DF782164C9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2E4F74A6-7593-0541-B4E9-5C88A82D4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282B2A5D-90FF-A84D-A61D-5962C06F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15532AD3-A5D4-154A-9DA4-62586FD32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EDDE0C3D-6D8D-A14C-B3D6-F3D0693E3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1F593C73-0AE5-7540-A0A1-AB4B203D8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F8D3E17A-95CC-6745-B825-B9790B274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64FB055C-D8AE-9E4A-9FE1-2F23D2976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F0C743D6-8B32-AB43-89EE-68493533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62" name="Group 58">
              <a:extLst>
                <a:ext uri="{FF2B5EF4-FFF2-40B4-BE49-F238E27FC236}">
                  <a16:creationId xmlns:a16="http://schemas.microsoft.com/office/drawing/2014/main" id="{1494C31E-1843-3C4C-B448-0EE4B2D48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2" y="1744"/>
              <a:ext cx="245" cy="271"/>
              <a:chOff x="2934" y="2425"/>
              <a:chExt cx="249" cy="271"/>
            </a:xfrm>
          </p:grpSpPr>
          <p:sp>
            <p:nvSpPr>
              <p:cNvPr id="198" name="Rectangle 59">
                <a:extLst>
                  <a:ext uri="{FF2B5EF4-FFF2-40B4-BE49-F238E27FC236}">
                    <a16:creationId xmlns:a16="http://schemas.microsoft.com/office/drawing/2014/main" id="{0C8D8FC3-8C0A-E94F-83DB-FC9755166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9" name="Text Box 60">
                <a:extLst>
                  <a:ext uri="{FF2B5EF4-FFF2-40B4-BE49-F238E27FC236}">
                    <a16:creationId xmlns:a16="http://schemas.microsoft.com/office/drawing/2014/main" id="{C48049A0-1569-9141-9231-3DE54FE03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4" y="2425"/>
                <a:ext cx="249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u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3" name="Group 61">
              <a:extLst>
                <a:ext uri="{FF2B5EF4-FFF2-40B4-BE49-F238E27FC236}">
                  <a16:creationId xmlns:a16="http://schemas.microsoft.com/office/drawing/2014/main" id="{B00F025D-2C95-A044-AFF5-397F6CA81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2128"/>
              <a:ext cx="236" cy="271"/>
              <a:chOff x="2938" y="2425"/>
              <a:chExt cx="240" cy="271"/>
            </a:xfrm>
          </p:grpSpPr>
          <p:sp>
            <p:nvSpPr>
              <p:cNvPr id="196" name="Rectangle 62">
                <a:extLst>
                  <a:ext uri="{FF2B5EF4-FFF2-40B4-BE49-F238E27FC236}">
                    <a16:creationId xmlns:a16="http://schemas.microsoft.com/office/drawing/2014/main" id="{DBBD13A0-0A7C-8049-879E-1B92947643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7" name="Text Box 63">
                <a:extLst>
                  <a:ext uri="{FF2B5EF4-FFF2-40B4-BE49-F238E27FC236}">
                    <a16:creationId xmlns:a16="http://schemas.microsoft.com/office/drawing/2014/main" id="{7AB2974E-D97D-A248-BCD8-AF4D1F0FDC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y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4" name="Group 64">
              <a:extLst>
                <a:ext uri="{FF2B5EF4-FFF2-40B4-BE49-F238E27FC236}">
                  <a16:creationId xmlns:a16="http://schemas.microsoft.com/office/drawing/2014/main" id="{33C09162-022E-2E4B-B1DD-AA461D35FD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4" y="2095"/>
              <a:ext cx="252" cy="310"/>
              <a:chOff x="2931" y="2395"/>
              <a:chExt cx="253" cy="310"/>
            </a:xfrm>
          </p:grpSpPr>
          <p:sp>
            <p:nvSpPr>
              <p:cNvPr id="194" name="Rectangle 65">
                <a:extLst>
                  <a:ext uri="{FF2B5EF4-FFF2-40B4-BE49-F238E27FC236}">
                    <a16:creationId xmlns:a16="http://schemas.microsoft.com/office/drawing/2014/main" id="{CCEE4832-7AF3-4A40-BCBA-0E78A1D44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5" name="Text Box 66">
                <a:extLst>
                  <a:ext uri="{FF2B5EF4-FFF2-40B4-BE49-F238E27FC236}">
                    <a16:creationId xmlns:a16="http://schemas.microsoft.com/office/drawing/2014/main" id="{A18AA9CD-8C8C-C64E-8BB2-ABFB82B7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1" y="2395"/>
                <a:ext cx="25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x</a:t>
                </a:r>
              </a:p>
            </p:txBody>
          </p:sp>
        </p:grpSp>
        <p:grpSp>
          <p:nvGrpSpPr>
            <p:cNvPr id="175" name="Group 67">
              <a:extLst>
                <a:ext uri="{FF2B5EF4-FFF2-40B4-BE49-F238E27FC236}">
                  <a16:creationId xmlns:a16="http://schemas.microsoft.com/office/drawing/2014/main" id="{7E4A4CB5-5240-5047-A355-D558A3E12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3" y="1438"/>
              <a:ext cx="272" cy="271"/>
              <a:chOff x="2920" y="2425"/>
              <a:chExt cx="276" cy="271"/>
            </a:xfrm>
          </p:grpSpPr>
          <p:sp>
            <p:nvSpPr>
              <p:cNvPr id="192" name="Rectangle 68">
                <a:extLst>
                  <a:ext uri="{FF2B5EF4-FFF2-40B4-BE49-F238E27FC236}">
                    <a16:creationId xmlns:a16="http://schemas.microsoft.com/office/drawing/2014/main" id="{A96BB7D8-5E3B-F54A-ACAA-E0677DC07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3" name="Text Box 69">
                <a:extLst>
                  <a:ext uri="{FF2B5EF4-FFF2-40B4-BE49-F238E27FC236}">
                    <a16:creationId xmlns:a16="http://schemas.microsoft.com/office/drawing/2014/main" id="{410DA41D-9F14-6F44-84CA-D9A959BDF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0" y="2425"/>
                <a:ext cx="27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w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6" name="Group 70">
              <a:extLst>
                <a:ext uri="{FF2B5EF4-FFF2-40B4-BE49-F238E27FC236}">
                  <a16:creationId xmlns:a16="http://schemas.microsoft.com/office/drawing/2014/main" id="{E0B1048B-D084-C846-A55C-AC744DBE9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7" y="1438"/>
              <a:ext cx="236" cy="271"/>
              <a:chOff x="2938" y="2425"/>
              <a:chExt cx="240" cy="271"/>
            </a:xfrm>
          </p:grpSpPr>
          <p:sp>
            <p:nvSpPr>
              <p:cNvPr id="190" name="Rectangle 71">
                <a:extLst>
                  <a:ext uri="{FF2B5EF4-FFF2-40B4-BE49-F238E27FC236}">
                    <a16:creationId xmlns:a16="http://schemas.microsoft.com/office/drawing/2014/main" id="{7CD3D1BE-34F4-094F-BA32-8D49284AB6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91" name="Text Box 72">
                <a:extLst>
                  <a:ext uri="{FF2B5EF4-FFF2-40B4-BE49-F238E27FC236}">
                    <a16:creationId xmlns:a16="http://schemas.microsoft.com/office/drawing/2014/main" id="{3D5C06AA-C47B-6A4D-8A27-AA4C7D76D2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v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7" name="Group 73">
              <a:extLst>
                <a:ext uri="{FF2B5EF4-FFF2-40B4-BE49-F238E27FC236}">
                  <a16:creationId xmlns:a16="http://schemas.microsoft.com/office/drawing/2014/main" id="{39C6C191-6A4D-D145-9B17-2F0B670B8A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9" y="1756"/>
              <a:ext cx="252" cy="310"/>
              <a:chOff x="2929" y="2395"/>
              <a:chExt cx="255" cy="310"/>
            </a:xfrm>
          </p:grpSpPr>
          <p:sp>
            <p:nvSpPr>
              <p:cNvPr id="188" name="Rectangle 74">
                <a:extLst>
                  <a:ext uri="{FF2B5EF4-FFF2-40B4-BE49-F238E27FC236}">
                    <a16:creationId xmlns:a16="http://schemas.microsoft.com/office/drawing/2014/main" id="{878788BF-9BAB-6B4B-BCC1-7F88FC57D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9" name="Text Box 75">
                <a:extLst>
                  <a:ext uri="{FF2B5EF4-FFF2-40B4-BE49-F238E27FC236}">
                    <a16:creationId xmlns:a16="http://schemas.microsoft.com/office/drawing/2014/main" id="{29553818-901F-A74B-A973-8B1ACA61A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9" y="2395"/>
                <a:ext cx="255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z</a:t>
                </a:r>
              </a:p>
            </p:txBody>
          </p:sp>
        </p:grpSp>
        <p:sp>
          <p:nvSpPr>
            <p:cNvPr id="178" name="Text Box 76">
              <a:extLst>
                <a:ext uri="{FF2B5EF4-FFF2-40B4-BE49-F238E27FC236}">
                  <a16:creationId xmlns:a16="http://schemas.microsoft.com/office/drawing/2014/main" id="{346FE683-DA02-964E-912E-9008265FA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4" y="1568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79" name="Text Box 77">
              <a:extLst>
                <a:ext uri="{FF2B5EF4-FFF2-40B4-BE49-F238E27FC236}">
                  <a16:creationId xmlns:a16="http://schemas.microsoft.com/office/drawing/2014/main" id="{83CAABB4-6EF8-DD4F-86E0-A7C8DC5F3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1787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0" name="Text Box 78">
              <a:extLst>
                <a:ext uri="{FF2B5EF4-FFF2-40B4-BE49-F238E27FC236}">
                  <a16:creationId xmlns:a16="http://schemas.microsoft.com/office/drawing/2014/main" id="{60B8E963-90D2-C24E-B1C3-92826407D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7" y="200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1" name="Text Box 79">
              <a:extLst>
                <a:ext uri="{FF2B5EF4-FFF2-40B4-BE49-F238E27FC236}">
                  <a16:creationId xmlns:a16="http://schemas.microsoft.com/office/drawing/2014/main" id="{DCA75031-4CAF-FB4B-B5B5-33DB92D51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6" y="188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2" name="Text Box 80">
              <a:extLst>
                <a:ext uri="{FF2B5EF4-FFF2-40B4-BE49-F238E27FC236}">
                  <a16:creationId xmlns:a16="http://schemas.microsoft.com/office/drawing/2014/main" id="{C519B319-7316-9041-86CC-85BF12288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3" y="2234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3" name="Text Box 81">
              <a:extLst>
                <a:ext uri="{FF2B5EF4-FFF2-40B4-BE49-F238E27FC236}">
                  <a16:creationId xmlns:a16="http://schemas.microsoft.com/office/drawing/2014/main" id="{5B6C4D06-FD20-5C4C-9AE3-6086B1019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3" y="180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4" name="Text Box 82">
              <a:extLst>
                <a:ext uri="{FF2B5EF4-FFF2-40B4-BE49-F238E27FC236}">
                  <a16:creationId xmlns:a16="http://schemas.microsoft.com/office/drawing/2014/main" id="{D7076B21-53BA-B14B-954F-D3582ED801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2069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5" name="Text Box 83">
              <a:extLst>
                <a:ext uri="{FF2B5EF4-FFF2-40B4-BE49-F238E27FC236}">
                  <a16:creationId xmlns:a16="http://schemas.microsoft.com/office/drawing/2014/main" id="{35EAA28F-B2FC-B840-B933-852F6B10C5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6" y="153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6" name="Text Box 84">
              <a:extLst>
                <a:ext uri="{FF2B5EF4-FFF2-40B4-BE49-F238E27FC236}">
                  <a16:creationId xmlns:a16="http://schemas.microsoft.com/office/drawing/2014/main" id="{1DF8C370-9E82-204B-BC41-540B267E1D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1" y="138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187" name="Text Box 85">
              <a:extLst>
                <a:ext uri="{FF2B5EF4-FFF2-40B4-BE49-F238E27FC236}">
                  <a16:creationId xmlns:a16="http://schemas.microsoft.com/office/drawing/2014/main" id="{70F01FE7-388D-494B-9568-B741BD3A1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0" y="111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D0EB6011-5A98-FD41-B923-923C37A2C8EB}"/>
              </a:ext>
            </a:extLst>
          </p:cNvPr>
          <p:cNvCxnSpPr>
            <a:cxnSpLocks/>
          </p:cNvCxnSpPr>
          <p:nvPr/>
        </p:nvCxnSpPr>
        <p:spPr>
          <a:xfrm>
            <a:off x="838652" y="4992971"/>
            <a:ext cx="329604" cy="3215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88D50F-B789-D144-9C6D-4EB2777C45F6}"/>
              </a:ext>
            </a:extLst>
          </p:cNvPr>
          <p:cNvGrpSpPr/>
          <p:nvPr/>
        </p:nvGrpSpPr>
        <p:grpSpPr>
          <a:xfrm>
            <a:off x="3150757" y="2548962"/>
            <a:ext cx="4306429" cy="335418"/>
            <a:chOff x="4201009" y="2255616"/>
            <a:chExt cx="5741905" cy="447224"/>
          </a:xfrm>
        </p:grpSpPr>
        <p:sp>
          <p:nvSpPr>
            <p:cNvPr id="110" name="Text Box 9">
              <a:extLst>
                <a:ext uri="{FF2B5EF4-FFF2-40B4-BE49-F238E27FC236}">
                  <a16:creationId xmlns:a16="http://schemas.microsoft.com/office/drawing/2014/main" id="{65B395D1-ACAF-AB4A-A53B-728973E1FE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4333" y="2301915"/>
              <a:ext cx="438581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111" name="Text Box 8">
              <a:extLst>
                <a:ext uri="{FF2B5EF4-FFF2-40B4-BE49-F238E27FC236}">
                  <a16:creationId xmlns:a16="http://schemas.microsoft.com/office/drawing/2014/main" id="{C4F3D1DE-8C63-AD4B-B1C0-FE339DA1F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4633" y="2260379"/>
              <a:ext cx="58819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2,x</a:t>
              </a:r>
            </a:p>
          </p:txBody>
        </p:sp>
        <p:sp>
          <p:nvSpPr>
            <p:cNvPr id="117" name="Text Box 6">
              <a:extLst>
                <a:ext uri="{FF2B5EF4-FFF2-40B4-BE49-F238E27FC236}">
                  <a16:creationId xmlns:a16="http://schemas.microsoft.com/office/drawing/2014/main" id="{C9401439-4F9A-5245-B5D8-98F93D2D33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4157" y="2271953"/>
              <a:ext cx="58819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4,x</a:t>
              </a:r>
            </a:p>
          </p:txBody>
        </p:sp>
        <p:sp>
          <p:nvSpPr>
            <p:cNvPr id="118" name="Text Box 5">
              <a:extLst>
                <a:ext uri="{FF2B5EF4-FFF2-40B4-BE49-F238E27FC236}">
                  <a16:creationId xmlns:a16="http://schemas.microsoft.com/office/drawing/2014/main" id="{05199638-1656-3440-8601-484D6E8D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2255616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sp>
        <p:nvSpPr>
          <p:cNvPr id="171" name="Oval 114">
            <a:extLst>
              <a:ext uri="{FF2B5EF4-FFF2-40B4-BE49-F238E27FC236}">
                <a16:creationId xmlns:a16="http://schemas.microsoft.com/office/drawing/2014/main" id="{E65BD954-0CEF-0549-AB54-7CAE01A2E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6878" y="2594898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209" name="Text Box 4">
            <a:extLst>
              <a:ext uri="{FF2B5EF4-FFF2-40B4-BE49-F238E27FC236}">
                <a16:creationId xmlns:a16="http://schemas.microsoft.com/office/drawing/2014/main" id="{0287B239-D17F-164E-887D-3DDF8EB7F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011" y="2767098"/>
            <a:ext cx="48442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uxy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9B6EC370-4690-3E46-AB1F-67BC3824C362}"/>
              </a:ext>
            </a:extLst>
          </p:cNvPr>
          <p:cNvGrpSpPr/>
          <p:nvPr/>
        </p:nvGrpSpPr>
        <p:grpSpPr>
          <a:xfrm>
            <a:off x="3150756" y="2767435"/>
            <a:ext cx="4361733" cy="344099"/>
            <a:chOff x="4201009" y="2546912"/>
            <a:chExt cx="5815643" cy="458798"/>
          </a:xfrm>
        </p:grpSpPr>
        <p:sp>
          <p:nvSpPr>
            <p:cNvPr id="168" name="Text Box 9">
              <a:extLst>
                <a:ext uri="{FF2B5EF4-FFF2-40B4-BE49-F238E27FC236}">
                  <a16:creationId xmlns:a16="http://schemas.microsoft.com/office/drawing/2014/main" id="{8EFA72A1-3DB5-DF4E-B71C-36925819E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8456" y="2546912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4,y</a:t>
              </a:r>
            </a:p>
          </p:txBody>
        </p:sp>
        <p:sp>
          <p:nvSpPr>
            <p:cNvPr id="201" name="Text Box 6">
              <a:extLst>
                <a:ext uri="{FF2B5EF4-FFF2-40B4-BE49-F238E27FC236}">
                  <a16:creationId xmlns:a16="http://schemas.microsoft.com/office/drawing/2014/main" id="{698EB84B-B9AC-1E4F-9ED3-7D928553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4158" y="2574824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3,y</a:t>
              </a:r>
            </a:p>
          </p:txBody>
        </p:sp>
        <p:sp>
          <p:nvSpPr>
            <p:cNvPr id="202" name="Text Box 5">
              <a:extLst>
                <a:ext uri="{FF2B5EF4-FFF2-40B4-BE49-F238E27FC236}">
                  <a16:creationId xmlns:a16="http://schemas.microsoft.com/office/drawing/2014/main" id="{1C67B278-22E0-CE4D-A434-92237BAE9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2558487"/>
              <a:ext cx="603157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sp>
        <p:nvSpPr>
          <p:cNvPr id="170" name="Oval 114">
            <a:extLst>
              <a:ext uri="{FF2B5EF4-FFF2-40B4-BE49-F238E27FC236}">
                <a16:creationId xmlns:a16="http://schemas.microsoft.com/office/drawing/2014/main" id="{297F9B67-0084-F24B-8B98-FA793D568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9432" y="2813369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220" name="Text Box 4">
            <a:extLst>
              <a:ext uri="{FF2B5EF4-FFF2-40B4-BE49-F238E27FC236}">
                <a16:creationId xmlns:a16="http://schemas.microsoft.com/office/drawing/2014/main" id="{7648EBF3-81A0-F345-9981-8D8AF954E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7066" y="2999823"/>
            <a:ext cx="58060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uxyv</a:t>
            </a:r>
          </a:p>
        </p:txBody>
      </p:sp>
      <p:cxnSp>
        <p:nvCxnSpPr>
          <p:cNvPr id="221" name="Straight Arrow Connector 220">
            <a:extLst>
              <a:ext uri="{FF2B5EF4-FFF2-40B4-BE49-F238E27FC236}">
                <a16:creationId xmlns:a16="http://schemas.microsoft.com/office/drawing/2014/main" id="{0BD1F41D-EB0C-7647-9C8B-BD9891B74EAC}"/>
              </a:ext>
            </a:extLst>
          </p:cNvPr>
          <p:cNvCxnSpPr>
            <a:cxnSpLocks/>
          </p:cNvCxnSpPr>
          <p:nvPr/>
        </p:nvCxnSpPr>
        <p:spPr>
          <a:xfrm>
            <a:off x="1513092" y="5372824"/>
            <a:ext cx="440227" cy="4863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404110F-EE86-7D41-82F9-09316E4C0ED0}"/>
              </a:ext>
            </a:extLst>
          </p:cNvPr>
          <p:cNvGrpSpPr/>
          <p:nvPr/>
        </p:nvGrpSpPr>
        <p:grpSpPr>
          <a:xfrm>
            <a:off x="4119438" y="3006841"/>
            <a:ext cx="3393053" cy="328274"/>
            <a:chOff x="5492583" y="2866120"/>
            <a:chExt cx="4524070" cy="437698"/>
          </a:xfrm>
        </p:grpSpPr>
        <p:sp>
          <p:nvSpPr>
            <p:cNvPr id="218" name="Text Box 9">
              <a:extLst>
                <a:ext uri="{FF2B5EF4-FFF2-40B4-BE49-F238E27FC236}">
                  <a16:creationId xmlns:a16="http://schemas.microsoft.com/office/drawing/2014/main" id="{7E921F87-9D3D-C049-B044-F9AE70648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8457" y="2872932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4,y</a:t>
              </a:r>
            </a:p>
          </p:txBody>
        </p:sp>
        <p:sp>
          <p:nvSpPr>
            <p:cNvPr id="222" name="Text Box 6">
              <a:extLst>
                <a:ext uri="{FF2B5EF4-FFF2-40B4-BE49-F238E27FC236}">
                  <a16:creationId xmlns:a16="http://schemas.microsoft.com/office/drawing/2014/main" id="{003FBBAD-CA0C-E04B-A301-22E94EE62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2583" y="2866120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3,y</a:t>
              </a:r>
            </a:p>
          </p:txBody>
        </p:sp>
      </p:grp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787AAA88-1A4D-4F42-AED5-1A8D64761CA5}"/>
              </a:ext>
            </a:extLst>
          </p:cNvPr>
          <p:cNvCxnSpPr>
            <a:cxnSpLocks/>
          </p:cNvCxnSpPr>
          <p:nvPr/>
        </p:nvCxnSpPr>
        <p:spPr>
          <a:xfrm flipV="1">
            <a:off x="878247" y="4624811"/>
            <a:ext cx="376757" cy="21148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114">
            <a:extLst>
              <a:ext uri="{FF2B5EF4-FFF2-40B4-BE49-F238E27FC236}">
                <a16:creationId xmlns:a16="http://schemas.microsoft.com/office/drawing/2014/main" id="{E38717AD-8034-D440-9ED5-72264494C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8927" y="3054992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224" name="Text Box 4">
            <a:extLst>
              <a:ext uri="{FF2B5EF4-FFF2-40B4-BE49-F238E27FC236}">
                <a16:creationId xmlns:a16="http://schemas.microsoft.com/office/drawing/2014/main" id="{9B6F5E29-137E-6D4A-97FE-A1CB75C44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4839" y="3241445"/>
            <a:ext cx="7200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uxyvw</a:t>
            </a:r>
          </a:p>
        </p:txBody>
      </p:sp>
      <p:sp>
        <p:nvSpPr>
          <p:cNvPr id="215" name="Text Box 9">
            <a:extLst>
              <a:ext uri="{FF2B5EF4-FFF2-40B4-BE49-F238E27FC236}">
                <a16:creationId xmlns:a16="http://schemas.microsoft.com/office/drawing/2014/main" id="{62E3D023-F895-6745-B73B-5301E3C44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6312" y="3255458"/>
            <a:ext cx="44114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4,y</a:t>
            </a:r>
          </a:p>
        </p:txBody>
      </p:sp>
      <p:sp>
        <p:nvSpPr>
          <p:cNvPr id="216" name="Oval 114">
            <a:extLst>
              <a:ext uri="{FF2B5EF4-FFF2-40B4-BE49-F238E27FC236}">
                <a16:creationId xmlns:a16="http://schemas.microsoft.com/office/drawing/2014/main" id="{C308C696-C703-8F42-B968-5CF9C8EE6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8526" y="3308189"/>
            <a:ext cx="452139" cy="22647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227" name="Text Box 4">
            <a:extLst>
              <a:ext uri="{FF2B5EF4-FFF2-40B4-BE49-F238E27FC236}">
                <a16:creationId xmlns:a16="http://schemas.microsoft.com/office/drawing/2014/main" id="{7503A458-C386-184E-899F-151FF3881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531" y="3473310"/>
            <a:ext cx="81624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uxyvwz</a:t>
            </a:r>
          </a:p>
        </p:txBody>
      </p:sp>
      <p:sp>
        <p:nvSpPr>
          <p:cNvPr id="165" name="Text Box 3">
            <a:extLst>
              <a:ext uri="{FF2B5EF4-FFF2-40B4-BE49-F238E27FC236}">
                <a16:creationId xmlns:a16="http://schemas.microsoft.com/office/drawing/2014/main" id="{DDAD2418-A8D1-1A4C-9685-0ABBFA899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1955" y="4519491"/>
            <a:ext cx="4375044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defRPr/>
            </a:pPr>
            <a:r>
              <a:rPr lang="en-US" sz="1650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update </a:t>
            </a:r>
            <a:r>
              <a:rPr lang="en-US" sz="1650" i="1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D(b) </a:t>
            </a:r>
            <a:r>
              <a:rPr lang="en-US" sz="1650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for all </a:t>
            </a:r>
            <a:r>
              <a:rPr lang="en-US" sz="1650" i="1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b</a:t>
            </a:r>
            <a:r>
              <a:rPr lang="en-US" sz="1650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 adjacent to </a:t>
            </a:r>
            <a:r>
              <a:rPr lang="en-US" sz="1650" i="1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a</a:t>
            </a:r>
            <a:r>
              <a:rPr lang="en-US" sz="1650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 and not in </a:t>
            </a:r>
            <a:r>
              <a:rPr lang="en-US" sz="1650" i="1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N</a:t>
            </a:r>
            <a:r>
              <a:rPr lang="en-US" sz="1650" i="1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650" i="1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 </a:t>
            </a:r>
            <a:r>
              <a:rPr lang="en-US" sz="1650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: </a:t>
            </a:r>
          </a:p>
          <a:p>
            <a:pPr defTabSz="685800">
              <a:defRPr/>
            </a:pPr>
            <a:r>
              <a:rPr lang="en-US" sz="1650" b="1" i="1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     D(b) = </a:t>
            </a:r>
            <a:r>
              <a:rPr lang="en-US" sz="1650" b="1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min</a:t>
            </a:r>
            <a:r>
              <a:rPr lang="en-US" sz="1650" b="1" i="1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 ( D(b), D(a) + c</a:t>
            </a:r>
            <a:r>
              <a:rPr lang="en-US" sz="1650" b="1" i="1" baseline="-25000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a,b </a:t>
            </a:r>
            <a:r>
              <a:rPr lang="en-US" sz="1650" b="1" i="1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) 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C502BE32-581E-614C-8C19-401954352B23}"/>
              </a:ext>
            </a:extLst>
          </p:cNvPr>
          <p:cNvCxnSpPr>
            <a:cxnSpLocks/>
          </p:cNvCxnSpPr>
          <p:nvPr/>
        </p:nvCxnSpPr>
        <p:spPr>
          <a:xfrm flipV="1">
            <a:off x="2159616" y="4611235"/>
            <a:ext cx="0" cy="66265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7BAAF5DE-5EBE-1D41-BC0E-9C07EB3F9FC5}"/>
              </a:ext>
            </a:extLst>
          </p:cNvPr>
          <p:cNvCxnSpPr>
            <a:cxnSpLocks/>
          </p:cNvCxnSpPr>
          <p:nvPr/>
        </p:nvCxnSpPr>
        <p:spPr>
          <a:xfrm flipV="1">
            <a:off x="2294746" y="5064990"/>
            <a:ext cx="455048" cy="33604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0052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3DC340D0-8A95-8143-AD57-B872A9C6CD43}"/>
              </a:ext>
            </a:extLst>
          </p:cNvPr>
          <p:cNvGrpSpPr/>
          <p:nvPr/>
        </p:nvGrpSpPr>
        <p:grpSpPr>
          <a:xfrm>
            <a:off x="4276344" y="4066794"/>
            <a:ext cx="688505" cy="1323431"/>
            <a:chOff x="4618299" y="5972536"/>
            <a:chExt cx="2734563" cy="194454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27F7A7B-99F0-6C4B-B48D-B877DEAB2FD6}"/>
                </a:ext>
              </a:extLst>
            </p:cNvPr>
            <p:cNvSpPr/>
            <p:nvPr/>
          </p:nvSpPr>
          <p:spPr>
            <a:xfrm>
              <a:off x="4618299" y="5972536"/>
              <a:ext cx="2511706" cy="1944547"/>
            </a:xfrm>
            <a:prstGeom prst="rect">
              <a:avLst/>
            </a:prstGeom>
            <a:noFill/>
            <a:ln w="2540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66" name="Rectangle 565">
              <a:extLst>
                <a:ext uri="{FF2B5EF4-FFF2-40B4-BE49-F238E27FC236}">
                  <a16:creationId xmlns:a16="http://schemas.microsoft.com/office/drawing/2014/main" id="{01376935-088F-E14B-99BC-C62CE0D1A8D3}"/>
                </a:ext>
              </a:extLst>
            </p:cNvPr>
            <p:cNvSpPr/>
            <p:nvPr/>
          </p:nvSpPr>
          <p:spPr>
            <a:xfrm>
              <a:off x="6852056" y="6129160"/>
              <a:ext cx="500806" cy="1674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567" name="Straight Arrow Connector 566">
              <a:extLst>
                <a:ext uri="{FF2B5EF4-FFF2-40B4-BE49-F238E27FC236}">
                  <a16:creationId xmlns:a16="http://schemas.microsoft.com/office/drawing/2014/main" id="{EE536074-780C-B94B-BB7B-5519ED0B8ED5}"/>
                </a:ext>
              </a:extLst>
            </p:cNvPr>
            <p:cNvCxnSpPr>
              <a:cxnSpLocks/>
            </p:cNvCxnSpPr>
            <p:nvPr/>
          </p:nvCxnSpPr>
          <p:spPr>
            <a:xfrm>
              <a:off x="7131754" y="6015734"/>
              <a:ext cx="0" cy="235302"/>
            </a:xfrm>
            <a:prstGeom prst="straightConnector1">
              <a:avLst/>
            </a:prstGeom>
            <a:ln w="25400"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>
                <a:latin typeface="+mn-lt"/>
              </a:rPr>
              <a:t>Dijkstra’s algorithm: an example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3A2666-E863-9C3D-6D17-E104DFC58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>
                <a:defRPr/>
              </a:pPr>
              <a:t>22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246" name="Text Box 3">
            <a:extLst>
              <a:ext uri="{FF2B5EF4-FFF2-40B4-BE49-F238E27FC236}">
                <a16:creationId xmlns:a16="http://schemas.microsoft.com/office/drawing/2014/main" id="{B903AE0C-4346-CF44-9481-037FB37A3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106" y="2093119"/>
            <a:ext cx="580608" cy="1708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Step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0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1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2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4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47" name="Text Box 4">
            <a:extLst>
              <a:ext uri="{FF2B5EF4-FFF2-40B4-BE49-F238E27FC236}">
                <a16:creationId xmlns:a16="http://schemas.microsoft.com/office/drawing/2014/main" id="{940B6AB4-2B9C-424D-9073-90B490CA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698" y="2100263"/>
            <a:ext cx="36099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N</a:t>
            </a:r>
            <a:r>
              <a:rPr lang="en-US" sz="1500" kern="0" dirty="0">
                <a:solidFill>
                  <a:srgbClr val="000000"/>
                </a:solidFill>
                <a:cs typeface="Arial" charset="0"/>
              </a:rPr>
              <a:t>'</a:t>
            </a:r>
          </a:p>
        </p:txBody>
      </p:sp>
      <p:sp>
        <p:nvSpPr>
          <p:cNvPr id="248" name="Text Box 5">
            <a:extLst>
              <a:ext uri="{FF2B5EF4-FFF2-40B4-BE49-F238E27FC236}">
                <a16:creationId xmlns:a16="http://schemas.microsoft.com/office/drawing/2014/main" id="{BFC5A1B4-9A1A-8748-B5FA-043233C16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1024" y="2077296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D(v),p(v)</a:t>
            </a:r>
          </a:p>
        </p:txBody>
      </p:sp>
      <p:sp>
        <p:nvSpPr>
          <p:cNvPr id="250" name="Text Box 7">
            <a:extLst>
              <a:ext uri="{FF2B5EF4-FFF2-40B4-BE49-F238E27FC236}">
                <a16:creationId xmlns:a16="http://schemas.microsoft.com/office/drawing/2014/main" id="{134AE2AD-F4F6-A646-BCC7-1F2E0A23E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2805" y="207729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D(x),p(x)</a:t>
            </a:r>
          </a:p>
        </p:txBody>
      </p:sp>
      <p:sp>
        <p:nvSpPr>
          <p:cNvPr id="251" name="Text Box 8">
            <a:extLst>
              <a:ext uri="{FF2B5EF4-FFF2-40B4-BE49-F238E27FC236}">
                <a16:creationId xmlns:a16="http://schemas.microsoft.com/office/drawing/2014/main" id="{A27983AD-A090-0449-BF43-DC6600055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4249" y="208597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D(y),p(y)</a:t>
            </a:r>
          </a:p>
        </p:txBody>
      </p:sp>
      <p:sp>
        <p:nvSpPr>
          <p:cNvPr id="252" name="Text Box 9">
            <a:extLst>
              <a:ext uri="{FF2B5EF4-FFF2-40B4-BE49-F238E27FC236}">
                <a16:creationId xmlns:a16="http://schemas.microsoft.com/office/drawing/2014/main" id="{297C2219-5295-1C4F-BC52-FD723601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4480" y="2085975"/>
            <a:ext cx="9332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D(z),p(z)</a:t>
            </a:r>
          </a:p>
        </p:txBody>
      </p:sp>
      <p:sp>
        <p:nvSpPr>
          <p:cNvPr id="253" name="Line 10">
            <a:extLst>
              <a:ext uri="{FF2B5EF4-FFF2-40B4-BE49-F238E27FC236}">
                <a16:creationId xmlns:a16="http://schemas.microsoft.com/office/drawing/2014/main" id="{D9A0E014-3E4B-AA48-86C7-6D4E4AE592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9564" y="2356247"/>
            <a:ext cx="6379369" cy="7144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259" name="Group 16">
            <a:extLst>
              <a:ext uri="{FF2B5EF4-FFF2-40B4-BE49-F238E27FC236}">
                <a16:creationId xmlns:a16="http://schemas.microsoft.com/office/drawing/2014/main" id="{F6D427A6-9405-2D4E-BC72-78E69E64A628}"/>
              </a:ext>
            </a:extLst>
          </p:cNvPr>
          <p:cNvGrpSpPr>
            <a:grpSpLocks/>
          </p:cNvGrpSpPr>
          <p:nvPr/>
        </p:nvGrpSpPr>
        <p:grpSpPr bwMode="auto">
          <a:xfrm>
            <a:off x="1146572" y="3956525"/>
            <a:ext cx="2678906" cy="1684735"/>
            <a:chOff x="3162" y="1071"/>
            <a:chExt cx="2250" cy="1415"/>
          </a:xfrm>
        </p:grpSpPr>
        <p:sp>
          <p:nvSpPr>
            <p:cNvPr id="260" name="Freeform 17">
              <a:extLst>
                <a:ext uri="{FF2B5EF4-FFF2-40B4-BE49-F238E27FC236}">
                  <a16:creationId xmlns:a16="http://schemas.microsoft.com/office/drawing/2014/main" id="{B59803F6-669E-C147-9AA7-07A510F23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1" name="Freeform 18">
              <a:extLst>
                <a:ext uri="{FF2B5EF4-FFF2-40B4-BE49-F238E27FC236}">
                  <a16:creationId xmlns:a16="http://schemas.microsoft.com/office/drawing/2014/main" id="{4CE8143F-BB5D-1548-A2D1-0B3C05E2D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2" name="Oval 19">
              <a:extLst>
                <a:ext uri="{FF2B5EF4-FFF2-40B4-BE49-F238E27FC236}">
                  <a16:creationId xmlns:a16="http://schemas.microsoft.com/office/drawing/2014/main" id="{CB2328B2-500E-0643-881F-169F140BD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3" name="Line 20">
              <a:extLst>
                <a:ext uri="{FF2B5EF4-FFF2-40B4-BE49-F238E27FC236}">
                  <a16:creationId xmlns:a16="http://schemas.microsoft.com/office/drawing/2014/main" id="{EC0FDC3E-2336-EF44-B445-144049FF3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4" name="Line 21">
              <a:extLst>
                <a:ext uri="{FF2B5EF4-FFF2-40B4-BE49-F238E27FC236}">
                  <a16:creationId xmlns:a16="http://schemas.microsoft.com/office/drawing/2014/main" id="{07B5F04F-0C18-CE48-93A1-4B267BBE4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5" name="Rectangle 22">
              <a:extLst>
                <a:ext uri="{FF2B5EF4-FFF2-40B4-BE49-F238E27FC236}">
                  <a16:creationId xmlns:a16="http://schemas.microsoft.com/office/drawing/2014/main" id="{0C43506A-1E78-F54A-910F-D37EBC1EF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6" name="Oval 23">
              <a:extLst>
                <a:ext uri="{FF2B5EF4-FFF2-40B4-BE49-F238E27FC236}">
                  <a16:creationId xmlns:a16="http://schemas.microsoft.com/office/drawing/2014/main" id="{27A71FF2-F42F-2844-AC5E-37F186F80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7" name="Oval 24">
              <a:extLst>
                <a:ext uri="{FF2B5EF4-FFF2-40B4-BE49-F238E27FC236}">
                  <a16:creationId xmlns:a16="http://schemas.microsoft.com/office/drawing/2014/main" id="{9C47D8B7-EC1D-C743-87B3-403B84D4A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8" name="Line 25">
              <a:extLst>
                <a:ext uri="{FF2B5EF4-FFF2-40B4-BE49-F238E27FC236}">
                  <a16:creationId xmlns:a16="http://schemas.microsoft.com/office/drawing/2014/main" id="{BEC31F1C-3B0C-3040-AD04-6FCA0D057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9" name="Line 26">
              <a:extLst>
                <a:ext uri="{FF2B5EF4-FFF2-40B4-BE49-F238E27FC236}">
                  <a16:creationId xmlns:a16="http://schemas.microsoft.com/office/drawing/2014/main" id="{56212EB3-C962-DA44-8730-7936B2191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70" name="Rectangle 27">
              <a:extLst>
                <a:ext uri="{FF2B5EF4-FFF2-40B4-BE49-F238E27FC236}">
                  <a16:creationId xmlns:a16="http://schemas.microsoft.com/office/drawing/2014/main" id="{70DA0FF6-1A2B-FA4D-8CF4-CF4512C72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71" name="Oval 28">
              <a:extLst>
                <a:ext uri="{FF2B5EF4-FFF2-40B4-BE49-F238E27FC236}">
                  <a16:creationId xmlns:a16="http://schemas.microsoft.com/office/drawing/2014/main" id="{91BA553D-89DC-1440-84C3-F0FFE0B7E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72" name="Oval 29">
              <a:extLst>
                <a:ext uri="{FF2B5EF4-FFF2-40B4-BE49-F238E27FC236}">
                  <a16:creationId xmlns:a16="http://schemas.microsoft.com/office/drawing/2014/main" id="{5F155988-DD8E-7949-85F9-F8B730D8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73" name="Line 30">
              <a:extLst>
                <a:ext uri="{FF2B5EF4-FFF2-40B4-BE49-F238E27FC236}">
                  <a16:creationId xmlns:a16="http://schemas.microsoft.com/office/drawing/2014/main" id="{007AA526-21E2-1449-A457-DC487F625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74" name="Line 31">
              <a:extLst>
                <a:ext uri="{FF2B5EF4-FFF2-40B4-BE49-F238E27FC236}">
                  <a16:creationId xmlns:a16="http://schemas.microsoft.com/office/drawing/2014/main" id="{A7D6DEE1-2254-2340-92B2-4425F8E41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75" name="Rectangle 32">
              <a:extLst>
                <a:ext uri="{FF2B5EF4-FFF2-40B4-BE49-F238E27FC236}">
                  <a16:creationId xmlns:a16="http://schemas.microsoft.com/office/drawing/2014/main" id="{CD0F76A8-F2F6-A040-A641-8C6DD2B4D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59" name="Oval 33">
              <a:extLst>
                <a:ext uri="{FF2B5EF4-FFF2-40B4-BE49-F238E27FC236}">
                  <a16:creationId xmlns:a16="http://schemas.microsoft.com/office/drawing/2014/main" id="{021DFE64-FE6B-AF4B-A487-798FD40EE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5" name="Oval 34">
              <a:extLst>
                <a:ext uri="{FF2B5EF4-FFF2-40B4-BE49-F238E27FC236}">
                  <a16:creationId xmlns:a16="http://schemas.microsoft.com/office/drawing/2014/main" id="{D7221543-9DA7-9C4F-BF64-841725D58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6" name="Line 35">
              <a:extLst>
                <a:ext uri="{FF2B5EF4-FFF2-40B4-BE49-F238E27FC236}">
                  <a16:creationId xmlns:a16="http://schemas.microsoft.com/office/drawing/2014/main" id="{3AA9DB23-022C-B843-ACB1-9CD5A8D48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7" name="Line 36">
              <a:extLst>
                <a:ext uri="{FF2B5EF4-FFF2-40B4-BE49-F238E27FC236}">
                  <a16:creationId xmlns:a16="http://schemas.microsoft.com/office/drawing/2014/main" id="{AAE6AF87-B018-8A44-81E6-B8267ADC3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Rectangle 37">
              <a:extLst>
                <a:ext uri="{FF2B5EF4-FFF2-40B4-BE49-F238E27FC236}">
                  <a16:creationId xmlns:a16="http://schemas.microsoft.com/office/drawing/2014/main" id="{E486C5EC-F3AE-514D-8BFC-C15DDC7BC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3" name="Oval 38">
              <a:extLst>
                <a:ext uri="{FF2B5EF4-FFF2-40B4-BE49-F238E27FC236}">
                  <a16:creationId xmlns:a16="http://schemas.microsoft.com/office/drawing/2014/main" id="{D570042E-655B-9244-B2DE-DD6B84D18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Oval 39">
              <a:extLst>
                <a:ext uri="{FF2B5EF4-FFF2-40B4-BE49-F238E27FC236}">
                  <a16:creationId xmlns:a16="http://schemas.microsoft.com/office/drawing/2014/main" id="{209FDC48-A133-7C43-A4F4-AEC33B239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5" name="Line 40">
              <a:extLst>
                <a:ext uri="{FF2B5EF4-FFF2-40B4-BE49-F238E27FC236}">
                  <a16:creationId xmlns:a16="http://schemas.microsoft.com/office/drawing/2014/main" id="{6C737D5E-249D-704B-8624-06BC6AF83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6" name="Line 41">
              <a:extLst>
                <a:ext uri="{FF2B5EF4-FFF2-40B4-BE49-F238E27FC236}">
                  <a16:creationId xmlns:a16="http://schemas.microsoft.com/office/drawing/2014/main" id="{2BB65E91-5543-2A4A-83D1-AF4BD2A56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7" name="Rectangle 42">
              <a:extLst>
                <a:ext uri="{FF2B5EF4-FFF2-40B4-BE49-F238E27FC236}">
                  <a16:creationId xmlns:a16="http://schemas.microsoft.com/office/drawing/2014/main" id="{31754303-C1B0-564A-BC8B-D1994E226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8" name="Oval 43">
              <a:extLst>
                <a:ext uri="{FF2B5EF4-FFF2-40B4-BE49-F238E27FC236}">
                  <a16:creationId xmlns:a16="http://schemas.microsoft.com/office/drawing/2014/main" id="{5EBC6ED3-D791-D849-8DF4-6EEC31DF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9" name="Oval 44">
              <a:extLst>
                <a:ext uri="{FF2B5EF4-FFF2-40B4-BE49-F238E27FC236}">
                  <a16:creationId xmlns:a16="http://schemas.microsoft.com/office/drawing/2014/main" id="{69D4B18F-1B3D-AA47-B609-E5E0116A4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Line 45">
              <a:extLst>
                <a:ext uri="{FF2B5EF4-FFF2-40B4-BE49-F238E27FC236}">
                  <a16:creationId xmlns:a16="http://schemas.microsoft.com/office/drawing/2014/main" id="{6B623BCC-754E-AD43-A91B-5BE90461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5" name="Line 46">
              <a:extLst>
                <a:ext uri="{FF2B5EF4-FFF2-40B4-BE49-F238E27FC236}">
                  <a16:creationId xmlns:a16="http://schemas.microsoft.com/office/drawing/2014/main" id="{70C54C4E-9E9A-CB4F-9BAD-759F10AB7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7" name="Rectangle 47">
              <a:extLst>
                <a:ext uri="{FF2B5EF4-FFF2-40B4-BE49-F238E27FC236}">
                  <a16:creationId xmlns:a16="http://schemas.microsoft.com/office/drawing/2014/main" id="{48B02502-224F-614A-AF74-CA45B87B4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Oval 48">
              <a:extLst>
                <a:ext uri="{FF2B5EF4-FFF2-40B4-BE49-F238E27FC236}">
                  <a16:creationId xmlns:a16="http://schemas.microsoft.com/office/drawing/2014/main" id="{1CBE76C4-29B1-DF47-8C80-E056EC01F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33" name="Freeform 49">
              <a:extLst>
                <a:ext uri="{FF2B5EF4-FFF2-40B4-BE49-F238E27FC236}">
                  <a16:creationId xmlns:a16="http://schemas.microsoft.com/office/drawing/2014/main" id="{F7C58F3A-0B59-CE40-8968-EFD5B03D5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38" name="Freeform 50">
              <a:extLst>
                <a:ext uri="{FF2B5EF4-FFF2-40B4-BE49-F238E27FC236}">
                  <a16:creationId xmlns:a16="http://schemas.microsoft.com/office/drawing/2014/main" id="{5CA0B20D-583A-724F-8F77-3D2EE0DD0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3" name="Freeform 51">
              <a:extLst>
                <a:ext uri="{FF2B5EF4-FFF2-40B4-BE49-F238E27FC236}">
                  <a16:creationId xmlns:a16="http://schemas.microsoft.com/office/drawing/2014/main" id="{F9705D5A-4067-4E46-97EF-A4A7592F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4" name="Freeform 52">
              <a:extLst>
                <a:ext uri="{FF2B5EF4-FFF2-40B4-BE49-F238E27FC236}">
                  <a16:creationId xmlns:a16="http://schemas.microsoft.com/office/drawing/2014/main" id="{22C3BA86-2C31-C244-BCC8-F79B83E99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5" name="Freeform 53">
              <a:extLst>
                <a:ext uri="{FF2B5EF4-FFF2-40B4-BE49-F238E27FC236}">
                  <a16:creationId xmlns:a16="http://schemas.microsoft.com/office/drawing/2014/main" id="{36BA8254-18D7-D841-8B10-CF1677FF4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6" name="Freeform 54">
              <a:extLst>
                <a:ext uri="{FF2B5EF4-FFF2-40B4-BE49-F238E27FC236}">
                  <a16:creationId xmlns:a16="http://schemas.microsoft.com/office/drawing/2014/main" id="{FDD9D6F7-B6B7-8C4F-B4CD-8A42B44DA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7" name="Freeform 55">
              <a:extLst>
                <a:ext uri="{FF2B5EF4-FFF2-40B4-BE49-F238E27FC236}">
                  <a16:creationId xmlns:a16="http://schemas.microsoft.com/office/drawing/2014/main" id="{0EEE8685-1A2C-124B-AEBC-CE60F9527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8" name="Freeform 56">
              <a:extLst>
                <a:ext uri="{FF2B5EF4-FFF2-40B4-BE49-F238E27FC236}">
                  <a16:creationId xmlns:a16="http://schemas.microsoft.com/office/drawing/2014/main" id="{CDFCCD1A-99F5-3248-A9D4-80A4A3508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9" name="Freeform 57">
              <a:extLst>
                <a:ext uri="{FF2B5EF4-FFF2-40B4-BE49-F238E27FC236}">
                  <a16:creationId xmlns:a16="http://schemas.microsoft.com/office/drawing/2014/main" id="{8158BEB1-D7DD-304F-93D8-B63A3B9F7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50" name="Group 58">
              <a:extLst>
                <a:ext uri="{FF2B5EF4-FFF2-40B4-BE49-F238E27FC236}">
                  <a16:creationId xmlns:a16="http://schemas.microsoft.com/office/drawing/2014/main" id="{5708D0AB-39B8-5F4D-964A-583102F20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2" y="1744"/>
              <a:ext cx="245" cy="271"/>
              <a:chOff x="2934" y="2425"/>
              <a:chExt cx="249" cy="271"/>
            </a:xfrm>
          </p:grpSpPr>
          <p:sp>
            <p:nvSpPr>
              <p:cNvPr id="476" name="Rectangle 59">
                <a:extLst>
                  <a:ext uri="{FF2B5EF4-FFF2-40B4-BE49-F238E27FC236}">
                    <a16:creationId xmlns:a16="http://schemas.microsoft.com/office/drawing/2014/main" id="{698B8676-76A7-4C47-8D65-7AD44E1F8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7" name="Text Box 60">
                <a:extLst>
                  <a:ext uri="{FF2B5EF4-FFF2-40B4-BE49-F238E27FC236}">
                    <a16:creationId xmlns:a16="http://schemas.microsoft.com/office/drawing/2014/main" id="{5163CA4B-303D-0E4C-B36C-0EB9193499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4" y="2425"/>
                <a:ext cx="249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u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51" name="Group 61">
              <a:extLst>
                <a:ext uri="{FF2B5EF4-FFF2-40B4-BE49-F238E27FC236}">
                  <a16:creationId xmlns:a16="http://schemas.microsoft.com/office/drawing/2014/main" id="{22504589-6EDA-CD46-9F6D-B4E53859C7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2128"/>
              <a:ext cx="236" cy="271"/>
              <a:chOff x="2938" y="2425"/>
              <a:chExt cx="240" cy="271"/>
            </a:xfrm>
          </p:grpSpPr>
          <p:sp>
            <p:nvSpPr>
              <p:cNvPr id="474" name="Rectangle 62">
                <a:extLst>
                  <a:ext uri="{FF2B5EF4-FFF2-40B4-BE49-F238E27FC236}">
                    <a16:creationId xmlns:a16="http://schemas.microsoft.com/office/drawing/2014/main" id="{B5EB60BB-0E5E-C14B-B24B-878829D35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5" name="Text Box 63">
                <a:extLst>
                  <a:ext uri="{FF2B5EF4-FFF2-40B4-BE49-F238E27FC236}">
                    <a16:creationId xmlns:a16="http://schemas.microsoft.com/office/drawing/2014/main" id="{AC01CA65-68FA-E340-BE13-4C47DBA31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y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52" name="Group 64">
              <a:extLst>
                <a:ext uri="{FF2B5EF4-FFF2-40B4-BE49-F238E27FC236}">
                  <a16:creationId xmlns:a16="http://schemas.microsoft.com/office/drawing/2014/main" id="{7E66326C-FC5C-CB48-9635-4D30ECB15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4" y="2095"/>
              <a:ext cx="252" cy="310"/>
              <a:chOff x="2931" y="2395"/>
              <a:chExt cx="253" cy="310"/>
            </a:xfrm>
          </p:grpSpPr>
          <p:sp>
            <p:nvSpPr>
              <p:cNvPr id="472" name="Rectangle 65">
                <a:extLst>
                  <a:ext uri="{FF2B5EF4-FFF2-40B4-BE49-F238E27FC236}">
                    <a16:creationId xmlns:a16="http://schemas.microsoft.com/office/drawing/2014/main" id="{6BF35853-D616-6B43-8985-14AABE1F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3" name="Text Box 66">
                <a:extLst>
                  <a:ext uri="{FF2B5EF4-FFF2-40B4-BE49-F238E27FC236}">
                    <a16:creationId xmlns:a16="http://schemas.microsoft.com/office/drawing/2014/main" id="{3282D7A0-A2E9-7F4B-A22E-01546569C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1" y="2395"/>
                <a:ext cx="25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x</a:t>
                </a:r>
              </a:p>
            </p:txBody>
          </p:sp>
        </p:grpSp>
        <p:grpSp>
          <p:nvGrpSpPr>
            <p:cNvPr id="453" name="Group 67">
              <a:extLst>
                <a:ext uri="{FF2B5EF4-FFF2-40B4-BE49-F238E27FC236}">
                  <a16:creationId xmlns:a16="http://schemas.microsoft.com/office/drawing/2014/main" id="{3104BBAE-4F76-E649-85DB-F84D22362B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3" y="1438"/>
              <a:ext cx="272" cy="271"/>
              <a:chOff x="2920" y="2425"/>
              <a:chExt cx="276" cy="271"/>
            </a:xfrm>
          </p:grpSpPr>
          <p:sp>
            <p:nvSpPr>
              <p:cNvPr id="470" name="Rectangle 68">
                <a:extLst>
                  <a:ext uri="{FF2B5EF4-FFF2-40B4-BE49-F238E27FC236}">
                    <a16:creationId xmlns:a16="http://schemas.microsoft.com/office/drawing/2014/main" id="{0CEE42FC-526E-AB47-8798-637A64848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1" name="Text Box 69">
                <a:extLst>
                  <a:ext uri="{FF2B5EF4-FFF2-40B4-BE49-F238E27FC236}">
                    <a16:creationId xmlns:a16="http://schemas.microsoft.com/office/drawing/2014/main" id="{BD20AA39-4C83-B348-A22B-DC09D5E67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0" y="2425"/>
                <a:ext cx="27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w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54" name="Group 70">
              <a:extLst>
                <a:ext uri="{FF2B5EF4-FFF2-40B4-BE49-F238E27FC236}">
                  <a16:creationId xmlns:a16="http://schemas.microsoft.com/office/drawing/2014/main" id="{76A8AB1F-2271-4C40-97FF-558125D0E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7" y="1438"/>
              <a:ext cx="236" cy="271"/>
              <a:chOff x="2938" y="2425"/>
              <a:chExt cx="240" cy="271"/>
            </a:xfrm>
          </p:grpSpPr>
          <p:sp>
            <p:nvSpPr>
              <p:cNvPr id="468" name="Rectangle 71">
                <a:extLst>
                  <a:ext uri="{FF2B5EF4-FFF2-40B4-BE49-F238E27FC236}">
                    <a16:creationId xmlns:a16="http://schemas.microsoft.com/office/drawing/2014/main" id="{8A1243C8-B070-1144-AFC1-660A0D47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9" name="Text Box 72">
                <a:extLst>
                  <a:ext uri="{FF2B5EF4-FFF2-40B4-BE49-F238E27FC236}">
                    <a16:creationId xmlns:a16="http://schemas.microsoft.com/office/drawing/2014/main" id="{0A633A5D-CB9F-9D4A-9828-FA8DAB76D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v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55" name="Group 73">
              <a:extLst>
                <a:ext uri="{FF2B5EF4-FFF2-40B4-BE49-F238E27FC236}">
                  <a16:creationId xmlns:a16="http://schemas.microsoft.com/office/drawing/2014/main" id="{1F39B98B-5A5F-9A45-8998-1BA51D536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9" y="1756"/>
              <a:ext cx="252" cy="310"/>
              <a:chOff x="2929" y="2395"/>
              <a:chExt cx="255" cy="310"/>
            </a:xfrm>
          </p:grpSpPr>
          <p:sp>
            <p:nvSpPr>
              <p:cNvPr id="466" name="Rectangle 74">
                <a:extLst>
                  <a:ext uri="{FF2B5EF4-FFF2-40B4-BE49-F238E27FC236}">
                    <a16:creationId xmlns:a16="http://schemas.microsoft.com/office/drawing/2014/main" id="{6D133BDC-CBD5-E04A-956A-CB070C46E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7" name="Text Box 75">
                <a:extLst>
                  <a:ext uri="{FF2B5EF4-FFF2-40B4-BE49-F238E27FC236}">
                    <a16:creationId xmlns:a16="http://schemas.microsoft.com/office/drawing/2014/main" id="{E22274D1-6BF0-6F4F-AA7F-923617C444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9" y="2395"/>
                <a:ext cx="255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z</a:t>
                </a:r>
              </a:p>
            </p:txBody>
          </p:sp>
        </p:grpSp>
        <p:sp>
          <p:nvSpPr>
            <p:cNvPr id="456" name="Text Box 76">
              <a:extLst>
                <a:ext uri="{FF2B5EF4-FFF2-40B4-BE49-F238E27FC236}">
                  <a16:creationId xmlns:a16="http://schemas.microsoft.com/office/drawing/2014/main" id="{E87F994C-88BC-7843-84FF-C20876A28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4" y="1568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57" name="Text Box 77">
              <a:extLst>
                <a:ext uri="{FF2B5EF4-FFF2-40B4-BE49-F238E27FC236}">
                  <a16:creationId xmlns:a16="http://schemas.microsoft.com/office/drawing/2014/main" id="{D6E661FA-C756-184B-8F8C-454F6D2F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1787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58" name="Text Box 78">
              <a:extLst>
                <a:ext uri="{FF2B5EF4-FFF2-40B4-BE49-F238E27FC236}">
                  <a16:creationId xmlns:a16="http://schemas.microsoft.com/office/drawing/2014/main" id="{7AAD1753-0153-BE49-9A5A-86A614467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7" y="200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59" name="Text Box 79">
              <a:extLst>
                <a:ext uri="{FF2B5EF4-FFF2-40B4-BE49-F238E27FC236}">
                  <a16:creationId xmlns:a16="http://schemas.microsoft.com/office/drawing/2014/main" id="{CE9F4FB6-1319-824C-8EE6-E829F9B81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6" y="188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60" name="Text Box 80">
              <a:extLst>
                <a:ext uri="{FF2B5EF4-FFF2-40B4-BE49-F238E27FC236}">
                  <a16:creationId xmlns:a16="http://schemas.microsoft.com/office/drawing/2014/main" id="{C479D34B-E495-6941-B1B8-7C27A07FA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3" y="2234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61" name="Text Box 81">
              <a:extLst>
                <a:ext uri="{FF2B5EF4-FFF2-40B4-BE49-F238E27FC236}">
                  <a16:creationId xmlns:a16="http://schemas.microsoft.com/office/drawing/2014/main" id="{651E935E-97A1-694E-90ED-DA0D52808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3" y="180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62" name="Text Box 82">
              <a:extLst>
                <a:ext uri="{FF2B5EF4-FFF2-40B4-BE49-F238E27FC236}">
                  <a16:creationId xmlns:a16="http://schemas.microsoft.com/office/drawing/2014/main" id="{BCE34168-89E8-CA4E-B734-D7785C5D4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2069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63" name="Text Box 83">
              <a:extLst>
                <a:ext uri="{FF2B5EF4-FFF2-40B4-BE49-F238E27FC236}">
                  <a16:creationId xmlns:a16="http://schemas.microsoft.com/office/drawing/2014/main" id="{E61D1248-702D-AA4E-A62B-3B6DB8874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6" y="153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64" name="Text Box 84">
              <a:extLst>
                <a:ext uri="{FF2B5EF4-FFF2-40B4-BE49-F238E27FC236}">
                  <a16:creationId xmlns:a16="http://schemas.microsoft.com/office/drawing/2014/main" id="{8E7448E7-B23E-9A4A-947C-66285C7E1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1" y="138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65" name="Text Box 85">
              <a:extLst>
                <a:ext uri="{FF2B5EF4-FFF2-40B4-BE49-F238E27FC236}">
                  <a16:creationId xmlns:a16="http://schemas.microsoft.com/office/drawing/2014/main" id="{EFA31E11-E078-ED44-8DB8-4912DC480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0" y="111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</p:grpSp>
      <p:sp>
        <p:nvSpPr>
          <p:cNvPr id="490" name="Text Box 9">
            <a:extLst>
              <a:ext uri="{FF2B5EF4-FFF2-40B4-BE49-F238E27FC236}">
                <a16:creationId xmlns:a16="http://schemas.microsoft.com/office/drawing/2014/main" id="{7264032F-FC16-7043-941E-B120E8ED9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1342" y="3256464"/>
            <a:ext cx="44114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4,y</a:t>
            </a:r>
          </a:p>
        </p:txBody>
      </p:sp>
      <p:sp>
        <p:nvSpPr>
          <p:cNvPr id="495" name="Text Box 6">
            <a:extLst>
              <a:ext uri="{FF2B5EF4-FFF2-40B4-BE49-F238E27FC236}">
                <a16:creationId xmlns:a16="http://schemas.microsoft.com/office/drawing/2014/main" id="{A24F37E4-4175-D247-9C29-BC40A27B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293" y="2082313"/>
            <a:ext cx="10198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D(w),p(w)</a:t>
            </a:r>
          </a:p>
        </p:txBody>
      </p: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1445" y="3076288"/>
            <a:ext cx="1019831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D(w),p(w)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5,u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4,x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3,y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3,y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1973CA4-9B72-A545-BA9F-40D90EB8CE03}"/>
              </a:ext>
            </a:extLst>
          </p:cNvPr>
          <p:cNvGrpSpPr/>
          <p:nvPr/>
        </p:nvGrpSpPr>
        <p:grpSpPr>
          <a:xfrm>
            <a:off x="4119438" y="3006841"/>
            <a:ext cx="3393053" cy="328274"/>
            <a:chOff x="5492583" y="2866120"/>
            <a:chExt cx="4524070" cy="437698"/>
          </a:xfrm>
        </p:grpSpPr>
        <p:sp>
          <p:nvSpPr>
            <p:cNvPr id="489" name="Text Box 9">
              <a:extLst>
                <a:ext uri="{FF2B5EF4-FFF2-40B4-BE49-F238E27FC236}">
                  <a16:creationId xmlns:a16="http://schemas.microsoft.com/office/drawing/2014/main" id="{AF5565C2-0153-3D44-85CB-BBD065682D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8457" y="2872932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4,y</a:t>
              </a:r>
            </a:p>
          </p:txBody>
        </p:sp>
        <p:sp>
          <p:nvSpPr>
            <p:cNvPr id="499" name="Text Box 6">
              <a:extLst>
                <a:ext uri="{FF2B5EF4-FFF2-40B4-BE49-F238E27FC236}">
                  <a16:creationId xmlns:a16="http://schemas.microsoft.com/office/drawing/2014/main" id="{B7834F0D-0E0E-F04D-A076-86B8692EF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92583" y="2866120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3,y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3A2ED86-B66C-0F49-818B-087416791E66}"/>
              </a:ext>
            </a:extLst>
          </p:cNvPr>
          <p:cNvGrpSpPr/>
          <p:nvPr/>
        </p:nvGrpSpPr>
        <p:grpSpPr>
          <a:xfrm>
            <a:off x="3150757" y="2320725"/>
            <a:ext cx="4306429" cy="324249"/>
            <a:chOff x="4201009" y="1951300"/>
            <a:chExt cx="5741905" cy="432332"/>
          </a:xfrm>
        </p:grpSpPr>
        <p:sp>
          <p:nvSpPr>
            <p:cNvPr id="249" name="Text Box 6">
              <a:extLst>
                <a:ext uri="{FF2B5EF4-FFF2-40B4-BE49-F238E27FC236}">
                  <a16:creationId xmlns:a16="http://schemas.microsoft.com/office/drawing/2014/main" id="{CD4FA9CE-7149-A440-83C1-21E98C3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7983" y="1951300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5,u</a:t>
              </a:r>
            </a:p>
          </p:txBody>
        </p:sp>
        <p:sp>
          <p:nvSpPr>
            <p:cNvPr id="483" name="Text Box 9">
              <a:extLst>
                <a:ext uri="{FF2B5EF4-FFF2-40B4-BE49-F238E27FC236}">
                  <a16:creationId xmlns:a16="http://schemas.microsoft.com/office/drawing/2014/main" id="{451C47E2-E094-7147-A23C-5212BC8FB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4333" y="1975893"/>
              <a:ext cx="4385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3" name="Text Box 9">
              <a:extLst>
                <a:ext uri="{FF2B5EF4-FFF2-40B4-BE49-F238E27FC236}">
                  <a16:creationId xmlns:a16="http://schemas.microsoft.com/office/drawing/2014/main" id="{77161A6C-F59E-E646-A81F-7F211BDD0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8933" y="1974449"/>
              <a:ext cx="4385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4" name="Text Box 7">
              <a:extLst>
                <a:ext uri="{FF2B5EF4-FFF2-40B4-BE49-F238E27FC236}">
                  <a16:creationId xmlns:a16="http://schemas.microsoft.com/office/drawing/2014/main" id="{052BF5DE-999E-0047-B15A-B0A0D539A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3383" y="1951300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1,u</a:t>
              </a:r>
            </a:p>
          </p:txBody>
        </p:sp>
        <p:sp>
          <p:nvSpPr>
            <p:cNvPr id="500" name="Text Box 5">
              <a:extLst>
                <a:ext uri="{FF2B5EF4-FFF2-40B4-BE49-F238E27FC236}">
                  <a16:creationId xmlns:a16="http://schemas.microsoft.com/office/drawing/2014/main" id="{39318546-EB10-7141-A532-7477C3F92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1952745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5E6F247-A516-EB44-B218-3523C7F15256}"/>
              </a:ext>
            </a:extLst>
          </p:cNvPr>
          <p:cNvGrpSpPr/>
          <p:nvPr/>
        </p:nvGrpSpPr>
        <p:grpSpPr>
          <a:xfrm>
            <a:off x="3150757" y="2548962"/>
            <a:ext cx="4306429" cy="335418"/>
            <a:chOff x="4201009" y="2255616"/>
            <a:chExt cx="5741905" cy="447224"/>
          </a:xfrm>
        </p:grpSpPr>
        <p:sp>
          <p:nvSpPr>
            <p:cNvPr id="487" name="Text Box 9">
              <a:extLst>
                <a:ext uri="{FF2B5EF4-FFF2-40B4-BE49-F238E27FC236}">
                  <a16:creationId xmlns:a16="http://schemas.microsoft.com/office/drawing/2014/main" id="{6DD8D8CE-3DDC-DF48-BBFB-EBDD1F2212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04333" y="2301915"/>
              <a:ext cx="438581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∞</a:t>
              </a: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92" name="Text Box 8">
              <a:extLst>
                <a:ext uri="{FF2B5EF4-FFF2-40B4-BE49-F238E27FC236}">
                  <a16:creationId xmlns:a16="http://schemas.microsoft.com/office/drawing/2014/main" id="{9DBF3B61-BEF7-8A40-AF7C-22BFA4A5F8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4633" y="2260379"/>
              <a:ext cx="58819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2,x</a:t>
              </a:r>
            </a:p>
          </p:txBody>
        </p:sp>
        <p:sp>
          <p:nvSpPr>
            <p:cNvPr id="496" name="Text Box 6">
              <a:extLst>
                <a:ext uri="{FF2B5EF4-FFF2-40B4-BE49-F238E27FC236}">
                  <a16:creationId xmlns:a16="http://schemas.microsoft.com/office/drawing/2014/main" id="{F4E69EDF-A458-174E-A9A1-51CA8C7BCF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4157" y="2271953"/>
              <a:ext cx="58819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4,x</a:t>
              </a:r>
            </a:p>
          </p:txBody>
        </p:sp>
        <p:sp>
          <p:nvSpPr>
            <p:cNvPr id="501" name="Text Box 5">
              <a:extLst>
                <a:ext uri="{FF2B5EF4-FFF2-40B4-BE49-F238E27FC236}">
                  <a16:creationId xmlns:a16="http://schemas.microsoft.com/office/drawing/2014/main" id="{3ACD38CB-FB5D-F74D-8F1B-D1ED776529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2255616"/>
              <a:ext cx="603157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D9389ED-B03B-214C-ADF2-72A54A5A4AFE}"/>
              </a:ext>
            </a:extLst>
          </p:cNvPr>
          <p:cNvGrpSpPr/>
          <p:nvPr/>
        </p:nvGrpSpPr>
        <p:grpSpPr>
          <a:xfrm>
            <a:off x="3150756" y="2767435"/>
            <a:ext cx="4361733" cy="344099"/>
            <a:chOff x="4201009" y="2546912"/>
            <a:chExt cx="5815643" cy="458798"/>
          </a:xfrm>
        </p:grpSpPr>
        <p:sp>
          <p:nvSpPr>
            <p:cNvPr id="488" name="Text Box 9">
              <a:extLst>
                <a:ext uri="{FF2B5EF4-FFF2-40B4-BE49-F238E27FC236}">
                  <a16:creationId xmlns:a16="http://schemas.microsoft.com/office/drawing/2014/main" id="{A038CE8D-1564-2D4D-A52D-5FACBB86F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8456" y="2546912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4,y</a:t>
              </a:r>
            </a:p>
          </p:txBody>
        </p:sp>
        <p:sp>
          <p:nvSpPr>
            <p:cNvPr id="497" name="Text Box 6">
              <a:extLst>
                <a:ext uri="{FF2B5EF4-FFF2-40B4-BE49-F238E27FC236}">
                  <a16:creationId xmlns:a16="http://schemas.microsoft.com/office/drawing/2014/main" id="{A382A71E-E492-4443-89C5-C12D644FE7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4158" y="2574824"/>
              <a:ext cx="588196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3,y</a:t>
              </a:r>
            </a:p>
          </p:txBody>
        </p:sp>
        <p:sp>
          <p:nvSpPr>
            <p:cNvPr id="502" name="Text Box 5">
              <a:extLst>
                <a:ext uri="{FF2B5EF4-FFF2-40B4-BE49-F238E27FC236}">
                  <a16:creationId xmlns:a16="http://schemas.microsoft.com/office/drawing/2014/main" id="{C9B2A270-7336-FE45-A405-3057D86CB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1009" y="2558487"/>
              <a:ext cx="603157" cy="430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2,u</a:t>
              </a:r>
            </a:p>
          </p:txBody>
        </p:sp>
      </p:grpSp>
      <p:sp>
        <p:nvSpPr>
          <p:cNvPr id="503" name="Text Box 4">
            <a:extLst>
              <a:ext uri="{FF2B5EF4-FFF2-40B4-BE49-F238E27FC236}">
                <a16:creationId xmlns:a16="http://schemas.microsoft.com/office/drawing/2014/main" id="{E994D46E-7D0F-9843-807C-ABB0D4B5F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531" y="3473310"/>
            <a:ext cx="81624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uxyvwz</a:t>
            </a:r>
          </a:p>
        </p:txBody>
      </p:sp>
      <p:sp>
        <p:nvSpPr>
          <p:cNvPr id="504" name="Text Box 4">
            <a:extLst>
              <a:ext uri="{FF2B5EF4-FFF2-40B4-BE49-F238E27FC236}">
                <a16:creationId xmlns:a16="http://schemas.microsoft.com/office/drawing/2014/main" id="{0A3ED467-D430-4A47-866D-6A5E75B0C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4839" y="3241445"/>
            <a:ext cx="7200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uxyvw</a:t>
            </a:r>
          </a:p>
        </p:txBody>
      </p:sp>
      <p:sp>
        <p:nvSpPr>
          <p:cNvPr id="505" name="Text Box 4">
            <a:extLst>
              <a:ext uri="{FF2B5EF4-FFF2-40B4-BE49-F238E27FC236}">
                <a16:creationId xmlns:a16="http://schemas.microsoft.com/office/drawing/2014/main" id="{DBDC054B-9144-E046-848B-AA4FB410A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7066" y="2999823"/>
            <a:ext cx="58060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uxyv</a:t>
            </a:r>
          </a:p>
        </p:txBody>
      </p:sp>
      <p:sp>
        <p:nvSpPr>
          <p:cNvPr id="506" name="Text Box 4">
            <a:extLst>
              <a:ext uri="{FF2B5EF4-FFF2-40B4-BE49-F238E27FC236}">
                <a16:creationId xmlns:a16="http://schemas.microsoft.com/office/drawing/2014/main" id="{BBFEB9F8-55C5-9340-9F0D-07D6265CD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6011" y="2767098"/>
            <a:ext cx="48442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uxy</a:t>
            </a:r>
          </a:p>
        </p:txBody>
      </p:sp>
      <p:sp>
        <p:nvSpPr>
          <p:cNvPr id="507" name="Text Box 4">
            <a:extLst>
              <a:ext uri="{FF2B5EF4-FFF2-40B4-BE49-F238E27FC236}">
                <a16:creationId xmlns:a16="http://schemas.microsoft.com/office/drawing/2014/main" id="{2AA27EEE-C105-4546-92C9-79D7A34AE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2320" y="2538390"/>
            <a:ext cx="38824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ux</a:t>
            </a:r>
          </a:p>
        </p:txBody>
      </p:sp>
      <p:sp>
        <p:nvSpPr>
          <p:cNvPr id="508" name="Text Box 4">
            <a:extLst>
              <a:ext uri="{FF2B5EF4-FFF2-40B4-BE49-F238E27FC236}">
                <a16:creationId xmlns:a16="http://schemas.microsoft.com/office/drawing/2014/main" id="{46A6DAE9-5634-E343-888C-DBD504BE1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069" y="2313485"/>
            <a:ext cx="2920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5C6A08-435F-074A-8CB5-94B5718AAF55}"/>
              </a:ext>
            </a:extLst>
          </p:cNvPr>
          <p:cNvCxnSpPr/>
          <p:nvPr/>
        </p:nvCxnSpPr>
        <p:spPr>
          <a:xfrm>
            <a:off x="1279573" y="258477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Connector 508">
            <a:extLst>
              <a:ext uri="{FF2B5EF4-FFF2-40B4-BE49-F238E27FC236}">
                <a16:creationId xmlns:a16="http://schemas.microsoft.com/office/drawing/2014/main" id="{A3B06771-707C-C549-B117-3063EC3738D7}"/>
              </a:ext>
            </a:extLst>
          </p:cNvPr>
          <p:cNvCxnSpPr/>
          <p:nvPr/>
        </p:nvCxnSpPr>
        <p:spPr>
          <a:xfrm>
            <a:off x="1286237" y="2811925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Connector 509">
            <a:extLst>
              <a:ext uri="{FF2B5EF4-FFF2-40B4-BE49-F238E27FC236}">
                <a16:creationId xmlns:a16="http://schemas.microsoft.com/office/drawing/2014/main" id="{1D62FDB7-4F58-C84F-A936-529AACBF81D5}"/>
              </a:ext>
            </a:extLst>
          </p:cNvPr>
          <p:cNvCxnSpPr/>
          <p:nvPr/>
        </p:nvCxnSpPr>
        <p:spPr>
          <a:xfrm>
            <a:off x="1289438" y="304254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Connector 510">
            <a:extLst>
              <a:ext uri="{FF2B5EF4-FFF2-40B4-BE49-F238E27FC236}">
                <a16:creationId xmlns:a16="http://schemas.microsoft.com/office/drawing/2014/main" id="{F671747E-F7E7-174E-B66B-4158AC0C73AC}"/>
              </a:ext>
            </a:extLst>
          </p:cNvPr>
          <p:cNvCxnSpPr/>
          <p:nvPr/>
        </p:nvCxnSpPr>
        <p:spPr>
          <a:xfrm>
            <a:off x="1289176" y="3276622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A48E9275-8476-9244-A5FE-18548D30A1B6}"/>
              </a:ext>
            </a:extLst>
          </p:cNvPr>
          <p:cNvCxnSpPr/>
          <p:nvPr/>
        </p:nvCxnSpPr>
        <p:spPr>
          <a:xfrm>
            <a:off x="1295840" y="3531483"/>
            <a:ext cx="6172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87C637-11FC-0A49-8C82-7AF7D38C6CD6}"/>
              </a:ext>
            </a:extLst>
          </p:cNvPr>
          <p:cNvSpPr txBox="1"/>
          <p:nvPr/>
        </p:nvSpPr>
        <p:spPr>
          <a:xfrm>
            <a:off x="3307466" y="1864248"/>
            <a:ext cx="27122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500" dirty="0">
                <a:solidFill>
                  <a:srgbClr val="FF0000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4C80ECA4-7464-CB40-8CC6-A7EDC7E7964C}"/>
              </a:ext>
            </a:extLst>
          </p:cNvPr>
          <p:cNvSpPr txBox="1"/>
          <p:nvPr/>
        </p:nvSpPr>
        <p:spPr>
          <a:xfrm>
            <a:off x="4263824" y="1860044"/>
            <a:ext cx="32252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500" dirty="0">
                <a:solidFill>
                  <a:srgbClr val="FF0000"/>
                </a:solidFill>
                <a:latin typeface="Calibri" panose="020F0502020204030204"/>
              </a:rPr>
              <a:t>w</a:t>
            </a: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1052726D-C214-914F-AE65-3CE2B48F9FD7}"/>
              </a:ext>
            </a:extLst>
          </p:cNvPr>
          <p:cNvSpPr txBox="1"/>
          <p:nvPr/>
        </p:nvSpPr>
        <p:spPr>
          <a:xfrm>
            <a:off x="5246227" y="1855840"/>
            <a:ext cx="26802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500" dirty="0">
                <a:solidFill>
                  <a:srgbClr val="FF0000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5B04DCE1-2FE2-A84B-8E64-4C946D2739CC}"/>
              </a:ext>
            </a:extLst>
          </p:cNvPr>
          <p:cNvSpPr txBox="1"/>
          <p:nvPr/>
        </p:nvSpPr>
        <p:spPr>
          <a:xfrm>
            <a:off x="6245992" y="1860318"/>
            <a:ext cx="27122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500" dirty="0">
                <a:solidFill>
                  <a:srgbClr val="FF0000"/>
                </a:solidFill>
                <a:latin typeface="Calibri" panose="020F0502020204030204"/>
              </a:rPr>
              <a:t>y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9A4E2888-3BE6-BB46-8B3E-D324D269A9FF}"/>
              </a:ext>
            </a:extLst>
          </p:cNvPr>
          <p:cNvSpPr txBox="1"/>
          <p:nvPr/>
        </p:nvSpPr>
        <p:spPr>
          <a:xfrm>
            <a:off x="7193669" y="1873476"/>
            <a:ext cx="26000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500" dirty="0">
                <a:solidFill>
                  <a:srgbClr val="FF0000"/>
                </a:solidFill>
                <a:latin typeface="Calibri" panose="020F0502020204030204"/>
              </a:rPr>
              <a:t>z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0C9846B-B76F-EC46-B3DD-08ED42B2D986}"/>
              </a:ext>
            </a:extLst>
          </p:cNvPr>
          <p:cNvGrpSpPr/>
          <p:nvPr/>
        </p:nvGrpSpPr>
        <p:grpSpPr>
          <a:xfrm>
            <a:off x="2339616" y="1906429"/>
            <a:ext cx="3245170" cy="925320"/>
            <a:chOff x="3104054" y="1398906"/>
            <a:chExt cx="4326893" cy="1233760"/>
          </a:xfrm>
        </p:grpSpPr>
        <p:grpSp>
          <p:nvGrpSpPr>
            <p:cNvPr id="516" name="Group 515">
              <a:extLst>
                <a:ext uri="{FF2B5EF4-FFF2-40B4-BE49-F238E27FC236}">
                  <a16:creationId xmlns:a16="http://schemas.microsoft.com/office/drawing/2014/main" id="{E48D8571-6045-3E40-9668-A4DCC2FFD7ED}"/>
                </a:ext>
              </a:extLst>
            </p:cNvPr>
            <p:cNvGrpSpPr/>
            <p:nvPr/>
          </p:nvGrpSpPr>
          <p:grpSpPr>
            <a:xfrm>
              <a:off x="3104054" y="1398906"/>
              <a:ext cx="4196366" cy="1233760"/>
              <a:chOff x="239710" y="526192"/>
              <a:chExt cx="4196366" cy="1233760"/>
            </a:xfrm>
          </p:grpSpPr>
          <p:sp>
            <p:nvSpPr>
              <p:cNvPr id="517" name="Oval 516">
                <a:extLst>
                  <a:ext uri="{FF2B5EF4-FFF2-40B4-BE49-F238E27FC236}">
                    <a16:creationId xmlns:a16="http://schemas.microsoft.com/office/drawing/2014/main" id="{68A21CC6-2268-6A4F-86A7-EE2A64DDB546}"/>
                  </a:ext>
                </a:extLst>
              </p:cNvPr>
              <p:cNvSpPr/>
              <p:nvPr/>
            </p:nvSpPr>
            <p:spPr>
              <a:xfrm>
                <a:off x="4120980" y="526192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518" name="Straight Arrow Connector 517">
                <a:extLst>
                  <a:ext uri="{FF2B5EF4-FFF2-40B4-BE49-F238E27FC236}">
                    <a16:creationId xmlns:a16="http://schemas.microsoft.com/office/drawing/2014/main" id="{0C2832E9-BE63-D54F-9A07-797BB768C48C}"/>
                  </a:ext>
                </a:extLst>
              </p:cNvPr>
              <p:cNvCxnSpPr>
                <a:cxnSpLocks/>
                <a:stCxn id="517" idx="4"/>
                <a:endCxn id="520" idx="6"/>
              </p:cNvCxnSpPr>
              <p:nvPr/>
            </p:nvCxnSpPr>
            <p:spPr>
              <a:xfrm flipH="1">
                <a:off x="541927" y="821724"/>
                <a:ext cx="3736601" cy="790462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0" name="Oval 519">
                <a:extLst>
                  <a:ext uri="{FF2B5EF4-FFF2-40B4-BE49-F238E27FC236}">
                    <a16:creationId xmlns:a16="http://schemas.microsoft.com/office/drawing/2014/main" id="{17653CE0-07E1-464B-8144-C45075F66FA4}"/>
                  </a:ext>
                </a:extLst>
              </p:cNvPr>
              <p:cNvSpPr/>
              <p:nvPr/>
            </p:nvSpPr>
            <p:spPr>
              <a:xfrm>
                <a:off x="239710" y="14644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525" name="Oval 114">
              <a:extLst>
                <a:ext uri="{FF2B5EF4-FFF2-40B4-BE49-F238E27FC236}">
                  <a16:creationId xmlns:a16="http://schemas.microsoft.com/office/drawing/2014/main" id="{C682F2F6-CA7A-944A-9033-FDDB0D769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8095" y="202556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E661659-5D13-8544-B931-6BD6A0036B25}"/>
                </a:ext>
              </a:extLst>
            </p:cNvPr>
            <p:cNvCxnSpPr>
              <a:cxnSpLocks/>
              <a:stCxn id="525" idx="0"/>
            </p:cNvCxnSpPr>
            <p:nvPr/>
          </p:nvCxnSpPr>
          <p:spPr>
            <a:xfrm flipV="1">
              <a:off x="7129521" y="1638301"/>
              <a:ext cx="484" cy="38726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E156D929-7F75-B740-BEE1-71E12F7E0BCF}"/>
              </a:ext>
            </a:extLst>
          </p:cNvPr>
          <p:cNvGrpSpPr/>
          <p:nvPr/>
        </p:nvGrpSpPr>
        <p:grpSpPr>
          <a:xfrm>
            <a:off x="2338168" y="1899191"/>
            <a:ext cx="4260849" cy="1151030"/>
            <a:chOff x="1772965" y="1097960"/>
            <a:chExt cx="5681132" cy="1534706"/>
          </a:xfrm>
        </p:grpSpPr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405B06F4-42C4-874B-8775-68CE587789F1}"/>
                </a:ext>
              </a:extLst>
            </p:cNvPr>
            <p:cNvGrpSpPr/>
            <p:nvPr/>
          </p:nvGrpSpPr>
          <p:grpSpPr>
            <a:xfrm>
              <a:off x="1772965" y="1097960"/>
              <a:ext cx="5539030" cy="1534706"/>
              <a:chOff x="-1091379" y="225246"/>
              <a:chExt cx="5539030" cy="1534706"/>
            </a:xfrm>
          </p:grpSpPr>
          <p:sp>
            <p:nvSpPr>
              <p:cNvPr id="534" name="Oval 533">
                <a:extLst>
                  <a:ext uri="{FF2B5EF4-FFF2-40B4-BE49-F238E27FC236}">
                    <a16:creationId xmlns:a16="http://schemas.microsoft.com/office/drawing/2014/main" id="{6413A5FF-0871-0C46-8A58-9D04A8AADA7E}"/>
                  </a:ext>
                </a:extLst>
              </p:cNvPr>
              <p:cNvSpPr/>
              <p:nvPr/>
            </p:nvSpPr>
            <p:spPr>
              <a:xfrm>
                <a:off x="4132555" y="225246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535" name="Straight Arrow Connector 534">
                <a:extLst>
                  <a:ext uri="{FF2B5EF4-FFF2-40B4-BE49-F238E27FC236}">
                    <a16:creationId xmlns:a16="http://schemas.microsoft.com/office/drawing/2014/main" id="{4BBE828C-BFCA-9E42-9A8E-855E80AB79F7}"/>
                  </a:ext>
                </a:extLst>
              </p:cNvPr>
              <p:cNvCxnSpPr>
                <a:cxnSpLocks/>
                <a:stCxn id="534" idx="4"/>
                <a:endCxn id="536" idx="6"/>
              </p:cNvCxnSpPr>
              <p:nvPr/>
            </p:nvCxnSpPr>
            <p:spPr>
              <a:xfrm flipH="1">
                <a:off x="-789162" y="520778"/>
                <a:ext cx="5079265" cy="1091408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6" name="Oval 535">
                <a:extLst>
                  <a:ext uri="{FF2B5EF4-FFF2-40B4-BE49-F238E27FC236}">
                    <a16:creationId xmlns:a16="http://schemas.microsoft.com/office/drawing/2014/main" id="{29408050-96BC-544E-9C63-1E100FDDF6A2}"/>
                  </a:ext>
                </a:extLst>
              </p:cNvPr>
              <p:cNvSpPr/>
              <p:nvPr/>
            </p:nvSpPr>
            <p:spPr>
              <a:xfrm>
                <a:off x="-1091379" y="14644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532" name="Oval 114">
              <a:extLst>
                <a:ext uri="{FF2B5EF4-FFF2-40B4-BE49-F238E27FC236}">
                  <a16:creationId xmlns:a16="http://schemas.microsoft.com/office/drawing/2014/main" id="{685FCE3A-E651-194B-82B8-7C5CF12FA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1245" y="202556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33" name="Straight Arrow Connector 532">
              <a:extLst>
                <a:ext uri="{FF2B5EF4-FFF2-40B4-BE49-F238E27FC236}">
                  <a16:creationId xmlns:a16="http://schemas.microsoft.com/office/drawing/2014/main" id="{017D4077-E857-0E47-AE8D-9DAEDC889967}"/>
                </a:ext>
              </a:extLst>
            </p:cNvPr>
            <p:cNvCxnSpPr>
              <a:cxnSpLocks/>
              <a:stCxn id="532" idx="0"/>
              <a:endCxn id="534" idx="4"/>
            </p:cNvCxnSpPr>
            <p:nvPr/>
          </p:nvCxnSpPr>
          <p:spPr>
            <a:xfrm flipV="1">
              <a:off x="7152671" y="1393492"/>
              <a:ext cx="1776" cy="63207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7" name="Group 536">
            <a:extLst>
              <a:ext uri="{FF2B5EF4-FFF2-40B4-BE49-F238E27FC236}">
                <a16:creationId xmlns:a16="http://schemas.microsoft.com/office/drawing/2014/main" id="{911D6D48-B41E-C748-8CC0-00A6299B0AAA}"/>
              </a:ext>
            </a:extLst>
          </p:cNvPr>
          <p:cNvGrpSpPr/>
          <p:nvPr/>
        </p:nvGrpSpPr>
        <p:grpSpPr>
          <a:xfrm>
            <a:off x="2331892" y="1916413"/>
            <a:ext cx="1309679" cy="1362839"/>
            <a:chOff x="5709634" y="1003247"/>
            <a:chExt cx="1746239" cy="1817119"/>
          </a:xfrm>
        </p:grpSpPr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id="{476B669B-D835-7546-8C5D-745C28DBA626}"/>
                </a:ext>
              </a:extLst>
            </p:cNvPr>
            <p:cNvGrpSpPr/>
            <p:nvPr/>
          </p:nvGrpSpPr>
          <p:grpSpPr>
            <a:xfrm>
              <a:off x="5709634" y="1003247"/>
              <a:ext cx="1602361" cy="1817119"/>
              <a:chOff x="2845290" y="130533"/>
              <a:chExt cx="1602361" cy="1817119"/>
            </a:xfrm>
          </p:grpSpPr>
          <p:sp>
            <p:nvSpPr>
              <p:cNvPr id="541" name="Oval 540">
                <a:extLst>
                  <a:ext uri="{FF2B5EF4-FFF2-40B4-BE49-F238E27FC236}">
                    <a16:creationId xmlns:a16="http://schemas.microsoft.com/office/drawing/2014/main" id="{5000BC0A-ACF3-A743-B038-FE3A215C971F}"/>
                  </a:ext>
                </a:extLst>
              </p:cNvPr>
              <p:cNvSpPr/>
              <p:nvPr/>
            </p:nvSpPr>
            <p:spPr>
              <a:xfrm>
                <a:off x="4132555" y="130533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542" name="Straight Arrow Connector 541">
                <a:extLst>
                  <a:ext uri="{FF2B5EF4-FFF2-40B4-BE49-F238E27FC236}">
                    <a16:creationId xmlns:a16="http://schemas.microsoft.com/office/drawing/2014/main" id="{AF172589-3BBB-8C42-AF91-ED4A3B8F251F}"/>
                  </a:ext>
                </a:extLst>
              </p:cNvPr>
              <p:cNvCxnSpPr>
                <a:cxnSpLocks/>
                <a:stCxn id="541" idx="4"/>
                <a:endCxn id="543" idx="6"/>
              </p:cNvCxnSpPr>
              <p:nvPr/>
            </p:nvCxnSpPr>
            <p:spPr>
              <a:xfrm flipH="1">
                <a:off x="3147507" y="426065"/>
                <a:ext cx="1142596" cy="1373821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3" name="Oval 542">
                <a:extLst>
                  <a:ext uri="{FF2B5EF4-FFF2-40B4-BE49-F238E27FC236}">
                    <a16:creationId xmlns:a16="http://schemas.microsoft.com/office/drawing/2014/main" id="{983583A7-CF39-514C-B2F9-EC8A8919C008}"/>
                  </a:ext>
                </a:extLst>
              </p:cNvPr>
              <p:cNvSpPr/>
              <p:nvPr/>
            </p:nvSpPr>
            <p:spPr>
              <a:xfrm>
                <a:off x="2845290" y="16521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539" name="Oval 114">
              <a:extLst>
                <a:ext uri="{FF2B5EF4-FFF2-40B4-BE49-F238E27FC236}">
                  <a16:creationId xmlns:a16="http://schemas.microsoft.com/office/drawing/2014/main" id="{88D76B70-8DB1-1F44-AC98-B4B908DE7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3021" y="219918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40" name="Straight Arrow Connector 539">
              <a:extLst>
                <a:ext uri="{FF2B5EF4-FFF2-40B4-BE49-F238E27FC236}">
                  <a16:creationId xmlns:a16="http://schemas.microsoft.com/office/drawing/2014/main" id="{01FD8F8E-8376-A54A-8760-9722F14602E4}"/>
                </a:ext>
              </a:extLst>
            </p:cNvPr>
            <p:cNvCxnSpPr>
              <a:cxnSpLocks/>
              <a:stCxn id="539" idx="0"/>
              <a:endCxn id="541" idx="4"/>
            </p:cNvCxnSpPr>
            <p:nvPr/>
          </p:nvCxnSpPr>
          <p:spPr>
            <a:xfrm flipV="1">
              <a:off x="7154447" y="1298779"/>
              <a:ext cx="0" cy="90041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4" name="Group 543">
            <a:extLst>
              <a:ext uri="{FF2B5EF4-FFF2-40B4-BE49-F238E27FC236}">
                <a16:creationId xmlns:a16="http://schemas.microsoft.com/office/drawing/2014/main" id="{E03EF3CA-2D9B-664C-A155-84446468FB79}"/>
              </a:ext>
            </a:extLst>
          </p:cNvPr>
          <p:cNvGrpSpPr/>
          <p:nvPr/>
        </p:nvGrpSpPr>
        <p:grpSpPr>
          <a:xfrm>
            <a:off x="2312125" y="1907732"/>
            <a:ext cx="2298941" cy="1602583"/>
            <a:chOff x="4423568" y="495889"/>
            <a:chExt cx="3065254" cy="2136777"/>
          </a:xfrm>
        </p:grpSpPr>
        <p:grpSp>
          <p:nvGrpSpPr>
            <p:cNvPr id="545" name="Group 544">
              <a:extLst>
                <a:ext uri="{FF2B5EF4-FFF2-40B4-BE49-F238E27FC236}">
                  <a16:creationId xmlns:a16="http://schemas.microsoft.com/office/drawing/2014/main" id="{9E0A8781-B42F-7A49-819E-17E215845ED5}"/>
                </a:ext>
              </a:extLst>
            </p:cNvPr>
            <p:cNvGrpSpPr/>
            <p:nvPr/>
          </p:nvGrpSpPr>
          <p:grpSpPr>
            <a:xfrm>
              <a:off x="4423568" y="495889"/>
              <a:ext cx="2923151" cy="2136777"/>
              <a:chOff x="1559224" y="-376825"/>
              <a:chExt cx="2923151" cy="2136777"/>
            </a:xfrm>
          </p:grpSpPr>
          <p:sp>
            <p:nvSpPr>
              <p:cNvPr id="549" name="Oval 548">
                <a:extLst>
                  <a:ext uri="{FF2B5EF4-FFF2-40B4-BE49-F238E27FC236}">
                    <a16:creationId xmlns:a16="http://schemas.microsoft.com/office/drawing/2014/main" id="{D753C51A-4350-514E-8575-255BE71968EF}"/>
                  </a:ext>
                </a:extLst>
              </p:cNvPr>
              <p:cNvSpPr/>
              <p:nvPr/>
            </p:nvSpPr>
            <p:spPr>
              <a:xfrm>
                <a:off x="4167279" y="-376825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550" name="Straight Arrow Connector 549">
                <a:extLst>
                  <a:ext uri="{FF2B5EF4-FFF2-40B4-BE49-F238E27FC236}">
                    <a16:creationId xmlns:a16="http://schemas.microsoft.com/office/drawing/2014/main" id="{52E7D202-00E1-0940-872A-88DE48D25A31}"/>
                  </a:ext>
                </a:extLst>
              </p:cNvPr>
              <p:cNvCxnSpPr>
                <a:cxnSpLocks/>
                <a:stCxn id="549" idx="4"/>
                <a:endCxn id="551" idx="6"/>
              </p:cNvCxnSpPr>
              <p:nvPr/>
            </p:nvCxnSpPr>
            <p:spPr>
              <a:xfrm flipH="1">
                <a:off x="1861441" y="-81293"/>
                <a:ext cx="2463386" cy="1693479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0C65CD2E-F916-7F44-8015-E772F7A08327}"/>
                  </a:ext>
                </a:extLst>
              </p:cNvPr>
              <p:cNvSpPr/>
              <p:nvPr/>
            </p:nvSpPr>
            <p:spPr>
              <a:xfrm>
                <a:off x="1559224" y="1464420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547" name="Oval 114">
              <a:extLst>
                <a:ext uri="{FF2B5EF4-FFF2-40B4-BE49-F238E27FC236}">
                  <a16:creationId xmlns:a16="http://schemas.microsoft.com/office/drawing/2014/main" id="{C71CC878-55D7-AD4F-B3B1-13953C4E6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5970" y="2025569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48" name="Straight Arrow Connector 547">
              <a:extLst>
                <a:ext uri="{FF2B5EF4-FFF2-40B4-BE49-F238E27FC236}">
                  <a16:creationId xmlns:a16="http://schemas.microsoft.com/office/drawing/2014/main" id="{7B56A3C2-EAE1-8E49-9661-485FF1A1FAA4}"/>
                </a:ext>
              </a:extLst>
            </p:cNvPr>
            <p:cNvCxnSpPr>
              <a:cxnSpLocks/>
              <a:stCxn id="547" idx="0"/>
              <a:endCxn id="549" idx="4"/>
            </p:cNvCxnSpPr>
            <p:nvPr/>
          </p:nvCxnSpPr>
          <p:spPr>
            <a:xfrm flipV="1">
              <a:off x="7187396" y="791421"/>
              <a:ext cx="1775" cy="1234148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2" name="Group 551">
            <a:extLst>
              <a:ext uri="{FF2B5EF4-FFF2-40B4-BE49-F238E27FC236}">
                <a16:creationId xmlns:a16="http://schemas.microsoft.com/office/drawing/2014/main" id="{837723A6-32DA-4C49-8E78-4111930D0945}"/>
              </a:ext>
            </a:extLst>
          </p:cNvPr>
          <p:cNvGrpSpPr/>
          <p:nvPr/>
        </p:nvGrpSpPr>
        <p:grpSpPr>
          <a:xfrm>
            <a:off x="2313573" y="1935223"/>
            <a:ext cx="5217092" cy="1819608"/>
            <a:chOff x="534474" y="495889"/>
            <a:chExt cx="6956123" cy="2426144"/>
          </a:xfrm>
        </p:grpSpPr>
        <p:grpSp>
          <p:nvGrpSpPr>
            <p:cNvPr id="553" name="Group 552">
              <a:extLst>
                <a:ext uri="{FF2B5EF4-FFF2-40B4-BE49-F238E27FC236}">
                  <a16:creationId xmlns:a16="http://schemas.microsoft.com/office/drawing/2014/main" id="{D4AF9FEB-87B8-2440-BFF7-2388513CCB4D}"/>
                </a:ext>
              </a:extLst>
            </p:cNvPr>
            <p:cNvGrpSpPr/>
            <p:nvPr/>
          </p:nvGrpSpPr>
          <p:grpSpPr>
            <a:xfrm>
              <a:off x="534474" y="495889"/>
              <a:ext cx="6812245" cy="2426144"/>
              <a:chOff x="-2329870" y="-376825"/>
              <a:chExt cx="6812245" cy="2426144"/>
            </a:xfrm>
          </p:grpSpPr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E833C45F-B922-8B4F-A541-13D5EDF3D166}"/>
                  </a:ext>
                </a:extLst>
              </p:cNvPr>
              <p:cNvSpPr/>
              <p:nvPr/>
            </p:nvSpPr>
            <p:spPr>
              <a:xfrm>
                <a:off x="4167279" y="-376825"/>
                <a:ext cx="315096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557" name="Straight Arrow Connector 556">
                <a:extLst>
                  <a:ext uri="{FF2B5EF4-FFF2-40B4-BE49-F238E27FC236}">
                    <a16:creationId xmlns:a16="http://schemas.microsoft.com/office/drawing/2014/main" id="{BAC38F32-13CD-8D49-B140-20E9CE2B7D81}"/>
                  </a:ext>
                </a:extLst>
              </p:cNvPr>
              <p:cNvCxnSpPr>
                <a:cxnSpLocks/>
                <a:stCxn id="556" idx="4"/>
                <a:endCxn id="558" idx="6"/>
              </p:cNvCxnSpPr>
              <p:nvPr/>
            </p:nvCxnSpPr>
            <p:spPr>
              <a:xfrm flipH="1">
                <a:off x="-2027653" y="-81293"/>
                <a:ext cx="6352480" cy="1982846"/>
              </a:xfrm>
              <a:prstGeom prst="straightConnector1">
                <a:avLst/>
              </a:prstGeom>
              <a:ln w="158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8" name="Oval 557">
                <a:extLst>
                  <a:ext uri="{FF2B5EF4-FFF2-40B4-BE49-F238E27FC236}">
                    <a16:creationId xmlns:a16="http://schemas.microsoft.com/office/drawing/2014/main" id="{5A968801-B5C0-774E-9189-C0C84CCD1C5E}"/>
                  </a:ext>
                </a:extLst>
              </p:cNvPr>
              <p:cNvSpPr/>
              <p:nvPr/>
            </p:nvSpPr>
            <p:spPr>
              <a:xfrm>
                <a:off x="-2329870" y="1753787"/>
                <a:ext cx="302217" cy="295532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554" name="Oval 114">
              <a:extLst>
                <a:ext uri="{FF2B5EF4-FFF2-40B4-BE49-F238E27FC236}">
                  <a16:creationId xmlns:a16="http://schemas.microsoft.com/office/drawing/2014/main" id="{2DD21A52-3AB5-1146-AA26-D2C240D0B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7745" y="2326511"/>
              <a:ext cx="602852" cy="30197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 dirty="0">
                <a:solidFill>
                  <a:srgbClr val="000000"/>
                </a:solidFill>
                <a:latin typeface="Comic Sans MS" charset="0"/>
                <a:ea typeface="ＭＳ Ｐゴシック" charset="0"/>
              </a:endParaRPr>
            </a:p>
          </p:txBody>
        </p:sp>
        <p:cxnSp>
          <p:nvCxnSpPr>
            <p:cNvPr id="555" name="Straight Arrow Connector 554">
              <a:extLst>
                <a:ext uri="{FF2B5EF4-FFF2-40B4-BE49-F238E27FC236}">
                  <a16:creationId xmlns:a16="http://schemas.microsoft.com/office/drawing/2014/main" id="{31B6FC9B-38BD-A74B-95DB-48A86BA94800}"/>
                </a:ext>
              </a:extLst>
            </p:cNvPr>
            <p:cNvCxnSpPr>
              <a:cxnSpLocks/>
              <a:stCxn id="554" idx="0"/>
              <a:endCxn id="556" idx="4"/>
            </p:cNvCxnSpPr>
            <p:nvPr/>
          </p:nvCxnSpPr>
          <p:spPr>
            <a:xfrm flipV="1">
              <a:off x="7189171" y="791421"/>
              <a:ext cx="0" cy="153509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2457CF-2890-E146-8628-638AC5577656}"/>
              </a:ext>
            </a:extLst>
          </p:cNvPr>
          <p:cNvCxnSpPr>
            <a:cxnSpLocks/>
            <a:endCxn id="271" idx="2"/>
          </p:cNvCxnSpPr>
          <p:nvPr/>
        </p:nvCxnSpPr>
        <p:spPr>
          <a:xfrm>
            <a:off x="1468240" y="5015456"/>
            <a:ext cx="329604" cy="3215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491C301B-8A6E-4845-BF28-577AD894F891}"/>
              </a:ext>
            </a:extLst>
          </p:cNvPr>
          <p:cNvCxnSpPr>
            <a:cxnSpLocks/>
            <a:endCxn id="414" idx="2"/>
          </p:cNvCxnSpPr>
          <p:nvPr/>
        </p:nvCxnSpPr>
        <p:spPr>
          <a:xfrm>
            <a:off x="2181530" y="5398867"/>
            <a:ext cx="440227" cy="4863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Arrow Connector 559">
            <a:extLst>
              <a:ext uri="{FF2B5EF4-FFF2-40B4-BE49-F238E27FC236}">
                <a16:creationId xmlns:a16="http://schemas.microsoft.com/office/drawing/2014/main" id="{3C9D1B43-9124-3142-843B-DC7A58F1456E}"/>
              </a:ext>
            </a:extLst>
          </p:cNvPr>
          <p:cNvCxnSpPr>
            <a:cxnSpLocks/>
            <a:stCxn id="266" idx="7"/>
          </p:cNvCxnSpPr>
          <p:nvPr/>
        </p:nvCxnSpPr>
        <p:spPr>
          <a:xfrm flipV="1">
            <a:off x="1551577" y="4624811"/>
            <a:ext cx="376757" cy="21148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8A7B92A4-0E80-6D4D-87F2-803D33EFB3E5}"/>
              </a:ext>
            </a:extLst>
          </p:cNvPr>
          <p:cNvCxnSpPr>
            <a:cxnSpLocks/>
          </p:cNvCxnSpPr>
          <p:nvPr/>
        </p:nvCxnSpPr>
        <p:spPr>
          <a:xfrm flipV="1">
            <a:off x="2808009" y="4598767"/>
            <a:ext cx="0" cy="66265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Arrow Connector 561">
            <a:extLst>
              <a:ext uri="{FF2B5EF4-FFF2-40B4-BE49-F238E27FC236}">
                <a16:creationId xmlns:a16="http://schemas.microsoft.com/office/drawing/2014/main" id="{368CBA46-10A4-6B43-8244-BF448DB2A1AB}"/>
              </a:ext>
            </a:extLst>
          </p:cNvPr>
          <p:cNvCxnSpPr>
            <a:cxnSpLocks/>
          </p:cNvCxnSpPr>
          <p:nvPr/>
        </p:nvCxnSpPr>
        <p:spPr>
          <a:xfrm flipV="1">
            <a:off x="3005484" y="5040052"/>
            <a:ext cx="455048" cy="33604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" name="Text Box 3">
            <a:extLst>
              <a:ext uri="{FF2B5EF4-FFF2-40B4-BE49-F238E27FC236}">
                <a16:creationId xmlns:a16="http://schemas.microsoft.com/office/drawing/2014/main" id="{26DB9EA5-AEE6-8446-BB60-338C393AB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0832" y="4204697"/>
            <a:ext cx="4375044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/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find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 not in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such that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D(a) 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is a minimum </a:t>
            </a:r>
          </a:p>
          <a:p>
            <a:pPr defTabSz="685800"/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add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 to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  <a:p>
            <a:pPr defTabSz="685800"/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update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D(b) 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for all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 adjacent to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 and not in 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'</a:t>
            </a:r>
            <a:r>
              <a:rPr lang="en-US" sz="1650" i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650" dirty="0">
                <a:solidFill>
                  <a:prstClr val="black"/>
                </a:solidFill>
                <a:latin typeface="Calibri" panose="020F0502020204030204"/>
              </a:rPr>
              <a:t>: </a:t>
            </a:r>
          </a:p>
          <a:p>
            <a:pPr defTabSz="685800"/>
            <a:r>
              <a:rPr lang="en-US" sz="1650" b="1" i="1" dirty="0">
                <a:solidFill>
                  <a:srgbClr val="CC0000"/>
                </a:solidFill>
                <a:latin typeface="Calibri" panose="020F0502020204030204"/>
              </a:rPr>
              <a:t>     D(b) = </a:t>
            </a:r>
            <a:r>
              <a:rPr lang="en-US" sz="1650" b="1" dirty="0">
                <a:solidFill>
                  <a:srgbClr val="CC0000"/>
                </a:solidFill>
                <a:latin typeface="Calibri" panose="020F0502020204030204"/>
              </a:rPr>
              <a:t>min</a:t>
            </a:r>
            <a:r>
              <a:rPr lang="en-US" sz="1650" b="1" i="1" dirty="0">
                <a:solidFill>
                  <a:srgbClr val="CC0000"/>
                </a:solidFill>
                <a:latin typeface="Calibri" panose="020F0502020204030204"/>
              </a:rPr>
              <a:t> ( D(b), D(a) + c</a:t>
            </a:r>
            <a:r>
              <a:rPr lang="en-US" sz="1650" b="1" i="1" baseline="-25000" dirty="0">
                <a:solidFill>
                  <a:srgbClr val="CC0000"/>
                </a:solidFill>
                <a:latin typeface="Calibri" panose="020F0502020204030204"/>
              </a:rPr>
              <a:t>a,b </a:t>
            </a:r>
            <a:r>
              <a:rPr lang="en-US" sz="1650" b="1" i="1" dirty="0">
                <a:solidFill>
                  <a:srgbClr val="CC0000"/>
                </a:solidFill>
                <a:latin typeface="Calibri" panose="020F0502020204030204"/>
              </a:rPr>
              <a:t>)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E2B11F0-0B2B-E548-A572-A488F5822281}"/>
              </a:ext>
            </a:extLst>
          </p:cNvPr>
          <p:cNvSpPr/>
          <p:nvPr/>
        </p:nvSpPr>
        <p:spPr>
          <a:xfrm>
            <a:off x="4204503" y="3758479"/>
            <a:ext cx="5040775" cy="279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90000"/>
              </a:lnSpc>
            </a:pP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Initialization (step 0): For all a: if </a:t>
            </a:r>
            <a:r>
              <a:rPr lang="en-US" sz="1350" i="1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 adjacent to then </a:t>
            </a:r>
            <a:r>
              <a:rPr lang="en-US" sz="1350" i="1" dirty="0">
                <a:solidFill>
                  <a:prstClr val="black"/>
                </a:solidFill>
                <a:latin typeface="Calibri" panose="020F0502020204030204"/>
              </a:rPr>
              <a:t>D(a) = c</a:t>
            </a:r>
            <a:r>
              <a:rPr lang="en-US" sz="1350" i="1" baseline="-25000" dirty="0">
                <a:solidFill>
                  <a:prstClr val="black"/>
                </a:solidFill>
                <a:latin typeface="Calibri" panose="020F0502020204030204"/>
              </a:rPr>
              <a:t>u,a </a:t>
            </a:r>
            <a:endParaRPr lang="en-US" sz="1350" baseline="-250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65970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10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10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6"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10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0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10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" grpId="0"/>
      <p:bldP spid="503" grpId="0"/>
      <p:bldP spid="504" grpId="0"/>
      <p:bldP spid="505" grpId="0"/>
      <p:bldP spid="506" grpId="0"/>
      <p:bldP spid="507" grpId="0"/>
      <p:bldP spid="5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>
                <a:latin typeface="+mn-lt"/>
              </a:rPr>
              <a:t>Dijkstra’s algorithm: 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5D6EC-A540-CA7F-8F6B-343BB69BE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>
                <a:defRPr/>
              </a:pPr>
              <a:t>23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grpSp>
        <p:nvGrpSpPr>
          <p:cNvPr id="259" name="Group 16">
            <a:extLst>
              <a:ext uri="{FF2B5EF4-FFF2-40B4-BE49-F238E27FC236}">
                <a16:creationId xmlns:a16="http://schemas.microsoft.com/office/drawing/2014/main" id="{F6D427A6-9405-2D4E-BC72-78E69E64A628}"/>
              </a:ext>
            </a:extLst>
          </p:cNvPr>
          <p:cNvGrpSpPr>
            <a:grpSpLocks/>
          </p:cNvGrpSpPr>
          <p:nvPr/>
        </p:nvGrpSpPr>
        <p:grpSpPr bwMode="auto">
          <a:xfrm>
            <a:off x="3177929" y="1890443"/>
            <a:ext cx="2678906" cy="1684735"/>
            <a:chOff x="3162" y="1071"/>
            <a:chExt cx="2250" cy="1415"/>
          </a:xfrm>
        </p:grpSpPr>
        <p:sp>
          <p:nvSpPr>
            <p:cNvPr id="260" name="Freeform 17">
              <a:extLst>
                <a:ext uri="{FF2B5EF4-FFF2-40B4-BE49-F238E27FC236}">
                  <a16:creationId xmlns:a16="http://schemas.microsoft.com/office/drawing/2014/main" id="{B59803F6-669E-C147-9AA7-07A510F23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" y="1071"/>
              <a:ext cx="2250" cy="1409"/>
            </a:xfrm>
            <a:custGeom>
              <a:avLst/>
              <a:gdLst>
                <a:gd name="T0" fmla="*/ 0 w 2250"/>
                <a:gd name="T1" fmla="*/ 624 h 1409"/>
                <a:gd name="T2" fmla="*/ 219 w 2250"/>
                <a:gd name="T3" fmla="*/ 321 h 1409"/>
                <a:gd name="T4" fmla="*/ 529 w 2250"/>
                <a:gd name="T5" fmla="*/ 35 h 1409"/>
                <a:gd name="T6" fmla="*/ 1551 w 2250"/>
                <a:gd name="T7" fmla="*/ 111 h 1409"/>
                <a:gd name="T8" fmla="*/ 1968 w 2250"/>
                <a:gd name="T9" fmla="*/ 483 h 1409"/>
                <a:gd name="T10" fmla="*/ 2199 w 2250"/>
                <a:gd name="T11" fmla="*/ 906 h 1409"/>
                <a:gd name="T12" fmla="*/ 1659 w 2250"/>
                <a:gd name="T13" fmla="*/ 1314 h 1409"/>
                <a:gd name="T14" fmla="*/ 993 w 2250"/>
                <a:gd name="T15" fmla="*/ 1386 h 1409"/>
                <a:gd name="T16" fmla="*/ 465 w 2250"/>
                <a:gd name="T17" fmla="*/ 1356 h 1409"/>
                <a:gd name="T18" fmla="*/ 102 w 2250"/>
                <a:gd name="T19" fmla="*/ 1068 h 1409"/>
                <a:gd name="T20" fmla="*/ 0 w 2250"/>
                <a:gd name="T21" fmla="*/ 624 h 14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250"/>
                <a:gd name="T34" fmla="*/ 0 h 1409"/>
                <a:gd name="T35" fmla="*/ 2250 w 2250"/>
                <a:gd name="T36" fmla="*/ 1409 h 1409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250" h="1409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1" name="Freeform 18">
              <a:extLst>
                <a:ext uri="{FF2B5EF4-FFF2-40B4-BE49-F238E27FC236}">
                  <a16:creationId xmlns:a16="http://schemas.microsoft.com/office/drawing/2014/main" id="{4CE8143F-BB5D-1548-A2D1-0B3C05E2D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1620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2" name="Oval 19">
              <a:extLst>
                <a:ext uri="{FF2B5EF4-FFF2-40B4-BE49-F238E27FC236}">
                  <a16:creationId xmlns:a16="http://schemas.microsoft.com/office/drawing/2014/main" id="{CB2328B2-500E-0643-881F-169F140BD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3" name="Line 20">
              <a:extLst>
                <a:ext uri="{FF2B5EF4-FFF2-40B4-BE49-F238E27FC236}">
                  <a16:creationId xmlns:a16="http://schemas.microsoft.com/office/drawing/2014/main" id="{EC0FDC3E-2336-EF44-B445-144049FF3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8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4" name="Line 21">
              <a:extLst>
                <a:ext uri="{FF2B5EF4-FFF2-40B4-BE49-F238E27FC236}">
                  <a16:creationId xmlns:a16="http://schemas.microsoft.com/office/drawing/2014/main" id="{07B5F04F-0C18-CE48-93A1-4B267BBE4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1" y="1855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5" name="Rectangle 22">
              <a:extLst>
                <a:ext uri="{FF2B5EF4-FFF2-40B4-BE49-F238E27FC236}">
                  <a16:creationId xmlns:a16="http://schemas.microsoft.com/office/drawing/2014/main" id="{0C43506A-1E78-F54A-910F-D37EBC1EF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6" name="Oval 23">
              <a:extLst>
                <a:ext uri="{FF2B5EF4-FFF2-40B4-BE49-F238E27FC236}">
                  <a16:creationId xmlns:a16="http://schemas.microsoft.com/office/drawing/2014/main" id="{27A71FF2-F42F-2844-AC5E-37F186F80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7" name="Oval 24">
              <a:extLst>
                <a:ext uri="{FF2B5EF4-FFF2-40B4-BE49-F238E27FC236}">
                  <a16:creationId xmlns:a16="http://schemas.microsoft.com/office/drawing/2014/main" id="{9C47D8B7-EC1D-C743-87B3-403B84D4A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8" name="Line 25">
              <a:extLst>
                <a:ext uri="{FF2B5EF4-FFF2-40B4-BE49-F238E27FC236}">
                  <a16:creationId xmlns:a16="http://schemas.microsoft.com/office/drawing/2014/main" id="{BEC31F1C-3B0C-3040-AD04-6FCA0D057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69" name="Line 26">
              <a:extLst>
                <a:ext uri="{FF2B5EF4-FFF2-40B4-BE49-F238E27FC236}">
                  <a16:creationId xmlns:a16="http://schemas.microsoft.com/office/drawing/2014/main" id="{56212EB3-C962-DA44-8730-7936B2191A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24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70" name="Rectangle 27">
              <a:extLst>
                <a:ext uri="{FF2B5EF4-FFF2-40B4-BE49-F238E27FC236}">
                  <a16:creationId xmlns:a16="http://schemas.microsoft.com/office/drawing/2014/main" id="{70DA0FF6-1A2B-FA4D-8CF4-CF4512C72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71" name="Oval 28">
              <a:extLst>
                <a:ext uri="{FF2B5EF4-FFF2-40B4-BE49-F238E27FC236}">
                  <a16:creationId xmlns:a16="http://schemas.microsoft.com/office/drawing/2014/main" id="{91BA553D-89DC-1440-84C3-F0FFE0B7E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72" name="Oval 29">
              <a:extLst>
                <a:ext uri="{FF2B5EF4-FFF2-40B4-BE49-F238E27FC236}">
                  <a16:creationId xmlns:a16="http://schemas.microsoft.com/office/drawing/2014/main" id="{5F155988-DD8E-7949-85F9-F8B730D85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73" name="Line 30">
              <a:extLst>
                <a:ext uri="{FF2B5EF4-FFF2-40B4-BE49-F238E27FC236}">
                  <a16:creationId xmlns:a16="http://schemas.microsoft.com/office/drawing/2014/main" id="{007AA526-21E2-1449-A457-DC487F625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74" name="Line 31">
              <a:extLst>
                <a:ext uri="{FF2B5EF4-FFF2-40B4-BE49-F238E27FC236}">
                  <a16:creationId xmlns:a16="http://schemas.microsoft.com/office/drawing/2014/main" id="{A7D6DEE1-2254-2340-92B2-4425F8E41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1" y="1552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75" name="Rectangle 32">
              <a:extLst>
                <a:ext uri="{FF2B5EF4-FFF2-40B4-BE49-F238E27FC236}">
                  <a16:creationId xmlns:a16="http://schemas.microsoft.com/office/drawing/2014/main" id="{CD0F76A8-F2F6-A040-A641-8C6DD2B4D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59" name="Oval 33">
              <a:extLst>
                <a:ext uri="{FF2B5EF4-FFF2-40B4-BE49-F238E27FC236}">
                  <a16:creationId xmlns:a16="http://schemas.microsoft.com/office/drawing/2014/main" id="{021DFE64-FE6B-AF4B-A487-798FD40EE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5" name="Oval 34">
              <a:extLst>
                <a:ext uri="{FF2B5EF4-FFF2-40B4-BE49-F238E27FC236}">
                  <a16:creationId xmlns:a16="http://schemas.microsoft.com/office/drawing/2014/main" id="{D7221543-9DA7-9C4F-BF64-841725D580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6" name="Line 35">
              <a:extLst>
                <a:ext uri="{FF2B5EF4-FFF2-40B4-BE49-F238E27FC236}">
                  <a16:creationId xmlns:a16="http://schemas.microsoft.com/office/drawing/2014/main" id="{3AA9DB23-022C-B843-ACB1-9CD5A8D48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1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7" name="Line 36">
              <a:extLst>
                <a:ext uri="{FF2B5EF4-FFF2-40B4-BE49-F238E27FC236}">
                  <a16:creationId xmlns:a16="http://schemas.microsoft.com/office/drawing/2014/main" id="{AAE6AF87-B018-8A44-81E6-B8267ADC3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3" y="154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08" name="Rectangle 37">
              <a:extLst>
                <a:ext uri="{FF2B5EF4-FFF2-40B4-BE49-F238E27FC236}">
                  <a16:creationId xmlns:a16="http://schemas.microsoft.com/office/drawing/2014/main" id="{E486C5EC-F3AE-514D-8BFC-C15DDC7BC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3" name="Oval 38">
              <a:extLst>
                <a:ext uri="{FF2B5EF4-FFF2-40B4-BE49-F238E27FC236}">
                  <a16:creationId xmlns:a16="http://schemas.microsoft.com/office/drawing/2014/main" id="{D570042E-655B-9244-B2DE-DD6B84D18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4" name="Oval 39">
              <a:extLst>
                <a:ext uri="{FF2B5EF4-FFF2-40B4-BE49-F238E27FC236}">
                  <a16:creationId xmlns:a16="http://schemas.microsoft.com/office/drawing/2014/main" id="{209FDC48-A133-7C43-A4F4-AEC33B239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5" name="Line 40">
              <a:extLst>
                <a:ext uri="{FF2B5EF4-FFF2-40B4-BE49-F238E27FC236}">
                  <a16:creationId xmlns:a16="http://schemas.microsoft.com/office/drawing/2014/main" id="{6C737D5E-249D-704B-8624-06BC6AF83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6" name="Line 41">
              <a:extLst>
                <a:ext uri="{FF2B5EF4-FFF2-40B4-BE49-F238E27FC236}">
                  <a16:creationId xmlns:a16="http://schemas.microsoft.com/office/drawing/2014/main" id="{2BB65E91-5543-2A4A-83D1-AF4BD2A56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4" y="2239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7" name="Rectangle 42">
              <a:extLst>
                <a:ext uri="{FF2B5EF4-FFF2-40B4-BE49-F238E27FC236}">
                  <a16:creationId xmlns:a16="http://schemas.microsoft.com/office/drawing/2014/main" id="{31754303-C1B0-564A-BC8B-D1994E226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8" name="Oval 43">
              <a:extLst>
                <a:ext uri="{FF2B5EF4-FFF2-40B4-BE49-F238E27FC236}">
                  <a16:creationId xmlns:a16="http://schemas.microsoft.com/office/drawing/2014/main" id="{5EBC6ED3-D791-D849-8DF4-6EEC31DF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19" name="Oval 44">
              <a:extLst>
                <a:ext uri="{FF2B5EF4-FFF2-40B4-BE49-F238E27FC236}">
                  <a16:creationId xmlns:a16="http://schemas.microsoft.com/office/drawing/2014/main" id="{69D4B18F-1B3D-AA47-B609-E5E0116A4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3" name="Line 45">
              <a:extLst>
                <a:ext uri="{FF2B5EF4-FFF2-40B4-BE49-F238E27FC236}">
                  <a16:creationId xmlns:a16="http://schemas.microsoft.com/office/drawing/2014/main" id="{6B623BCC-754E-AD43-A91B-5BE904619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6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5" name="Line 46">
              <a:extLst>
                <a:ext uri="{FF2B5EF4-FFF2-40B4-BE49-F238E27FC236}">
                  <a16:creationId xmlns:a16="http://schemas.microsoft.com/office/drawing/2014/main" id="{70C54C4E-9E9A-CB4F-9BAD-759F10AB73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79" y="1898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27" name="Rectangle 47">
              <a:extLst>
                <a:ext uri="{FF2B5EF4-FFF2-40B4-BE49-F238E27FC236}">
                  <a16:creationId xmlns:a16="http://schemas.microsoft.com/office/drawing/2014/main" id="{48B02502-224F-614A-AF74-CA45B87B4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32" name="Oval 48">
              <a:extLst>
                <a:ext uri="{FF2B5EF4-FFF2-40B4-BE49-F238E27FC236}">
                  <a16:creationId xmlns:a16="http://schemas.microsoft.com/office/drawing/2014/main" id="{1CBE76C4-29B1-DF47-8C80-E056EC01F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33" name="Freeform 49">
              <a:extLst>
                <a:ext uri="{FF2B5EF4-FFF2-40B4-BE49-F238E27FC236}">
                  <a16:creationId xmlns:a16="http://schemas.microsoft.com/office/drawing/2014/main" id="{F7C58F3A-0B59-CE40-8968-EFD5B03D5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1647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38" name="Freeform 50">
              <a:extLst>
                <a:ext uri="{FF2B5EF4-FFF2-40B4-BE49-F238E27FC236}">
                  <a16:creationId xmlns:a16="http://schemas.microsoft.com/office/drawing/2014/main" id="{5CA0B20D-583A-724F-8F77-3D2EE0DD0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1653"/>
              <a:ext cx="1" cy="537"/>
            </a:xfrm>
            <a:custGeom>
              <a:avLst/>
              <a:gdLst>
                <a:gd name="T0" fmla="*/ 0 w 1"/>
                <a:gd name="T1" fmla="*/ 0 h 537"/>
                <a:gd name="T2" fmla="*/ 0 w 1"/>
                <a:gd name="T3" fmla="*/ 537 h 537"/>
                <a:gd name="T4" fmla="*/ 0 60000 65536"/>
                <a:gd name="T5" fmla="*/ 0 60000 65536"/>
                <a:gd name="T6" fmla="*/ 0 w 1"/>
                <a:gd name="T7" fmla="*/ 0 h 537"/>
                <a:gd name="T8" fmla="*/ 1 w 1"/>
                <a:gd name="T9" fmla="*/ 537 h 5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7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3" name="Freeform 51">
              <a:extLst>
                <a:ext uri="{FF2B5EF4-FFF2-40B4-BE49-F238E27FC236}">
                  <a16:creationId xmlns:a16="http://schemas.microsoft.com/office/drawing/2014/main" id="{F9705D5A-4067-4E46-97EF-A4A7592F8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638"/>
              <a:ext cx="504" cy="600"/>
            </a:xfrm>
            <a:custGeom>
              <a:avLst/>
              <a:gdLst>
                <a:gd name="T0" fmla="*/ 0 w 378"/>
                <a:gd name="T1" fmla="*/ 11993521 h 174"/>
                <a:gd name="T2" fmla="*/ 5035 w 378"/>
                <a:gd name="T3" fmla="*/ 0 h 174"/>
                <a:gd name="T4" fmla="*/ 0 60000 65536"/>
                <a:gd name="T5" fmla="*/ 0 60000 65536"/>
                <a:gd name="T6" fmla="*/ 0 w 378"/>
                <a:gd name="T7" fmla="*/ 0 h 174"/>
                <a:gd name="T8" fmla="*/ 378 w 378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8" h="174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4" name="Freeform 52">
              <a:extLst>
                <a:ext uri="{FF2B5EF4-FFF2-40B4-BE49-F238E27FC236}">
                  <a16:creationId xmlns:a16="http://schemas.microsoft.com/office/drawing/2014/main" id="{22C3BA86-2C31-C244-BCC8-F79B83E99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" y="1986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5" name="Freeform 53">
              <a:extLst>
                <a:ext uri="{FF2B5EF4-FFF2-40B4-BE49-F238E27FC236}">
                  <a16:creationId xmlns:a16="http://schemas.microsoft.com/office/drawing/2014/main" id="{36BA8254-18D7-D841-8B10-CF1677FF4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226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6" name="Freeform 54">
              <a:extLst>
                <a:ext uri="{FF2B5EF4-FFF2-40B4-BE49-F238E27FC236}">
                  <a16:creationId xmlns:a16="http://schemas.microsoft.com/office/drawing/2014/main" id="{FDD9D6F7-B6B7-8C4F-B4CD-8A42B44DA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1944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7" name="Freeform 55">
              <a:extLst>
                <a:ext uri="{FF2B5EF4-FFF2-40B4-BE49-F238E27FC236}">
                  <a16:creationId xmlns:a16="http://schemas.microsoft.com/office/drawing/2014/main" id="{0EEE8685-1A2C-124B-AEBC-CE60F9527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1578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8" name="Freeform 56">
              <a:extLst>
                <a:ext uri="{FF2B5EF4-FFF2-40B4-BE49-F238E27FC236}">
                  <a16:creationId xmlns:a16="http://schemas.microsoft.com/office/drawing/2014/main" id="{CDFCCD1A-99F5-3248-A9D4-80A4A3508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4" y="1575"/>
              <a:ext cx="396" cy="267"/>
            </a:xfrm>
            <a:custGeom>
              <a:avLst/>
              <a:gdLst>
                <a:gd name="T0" fmla="*/ 396 w 396"/>
                <a:gd name="T1" fmla="*/ 267 h 267"/>
                <a:gd name="T2" fmla="*/ 0 w 396"/>
                <a:gd name="T3" fmla="*/ 0 h 267"/>
                <a:gd name="T4" fmla="*/ 0 60000 65536"/>
                <a:gd name="T5" fmla="*/ 0 60000 65536"/>
                <a:gd name="T6" fmla="*/ 0 w 396"/>
                <a:gd name="T7" fmla="*/ 0 h 267"/>
                <a:gd name="T8" fmla="*/ 396 w 39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67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49" name="Freeform 57">
              <a:extLst>
                <a:ext uri="{FF2B5EF4-FFF2-40B4-BE49-F238E27FC236}">
                  <a16:creationId xmlns:a16="http://schemas.microsoft.com/office/drawing/2014/main" id="{8158BEB1-D7DD-304F-93D8-B63A3B9F7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146"/>
              <a:ext cx="1110" cy="645"/>
            </a:xfrm>
            <a:custGeom>
              <a:avLst/>
              <a:gdLst>
                <a:gd name="T0" fmla="*/ 1110 w 1110"/>
                <a:gd name="T1" fmla="*/ 342 h 645"/>
                <a:gd name="T2" fmla="*/ 0 w 1110"/>
                <a:gd name="T3" fmla="*/ 645 h 645"/>
                <a:gd name="T4" fmla="*/ 0 60000 65536"/>
                <a:gd name="T5" fmla="*/ 0 60000 65536"/>
                <a:gd name="T6" fmla="*/ 0 w 1110"/>
                <a:gd name="T7" fmla="*/ 0 h 645"/>
                <a:gd name="T8" fmla="*/ 1110 w 1110"/>
                <a:gd name="T9" fmla="*/ 645 h 6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10" h="645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450" name="Group 58">
              <a:extLst>
                <a:ext uri="{FF2B5EF4-FFF2-40B4-BE49-F238E27FC236}">
                  <a16:creationId xmlns:a16="http://schemas.microsoft.com/office/drawing/2014/main" id="{5708D0AB-39B8-5F4D-964A-583102F20F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2" y="1744"/>
              <a:ext cx="245" cy="271"/>
              <a:chOff x="2934" y="2425"/>
              <a:chExt cx="249" cy="271"/>
            </a:xfrm>
          </p:grpSpPr>
          <p:sp>
            <p:nvSpPr>
              <p:cNvPr id="476" name="Rectangle 59">
                <a:extLst>
                  <a:ext uri="{FF2B5EF4-FFF2-40B4-BE49-F238E27FC236}">
                    <a16:creationId xmlns:a16="http://schemas.microsoft.com/office/drawing/2014/main" id="{698B8676-76A7-4C47-8D65-7AD44E1F8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7" name="Text Box 60">
                <a:extLst>
                  <a:ext uri="{FF2B5EF4-FFF2-40B4-BE49-F238E27FC236}">
                    <a16:creationId xmlns:a16="http://schemas.microsoft.com/office/drawing/2014/main" id="{5163CA4B-303D-0E4C-B36C-0EB9193499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4" y="2425"/>
                <a:ext cx="249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u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51" name="Group 61">
              <a:extLst>
                <a:ext uri="{FF2B5EF4-FFF2-40B4-BE49-F238E27FC236}">
                  <a16:creationId xmlns:a16="http://schemas.microsoft.com/office/drawing/2014/main" id="{22504589-6EDA-CD46-9F6D-B4E53859C7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7" y="2128"/>
              <a:ext cx="236" cy="271"/>
              <a:chOff x="2938" y="2425"/>
              <a:chExt cx="240" cy="271"/>
            </a:xfrm>
          </p:grpSpPr>
          <p:sp>
            <p:nvSpPr>
              <p:cNvPr id="474" name="Rectangle 62">
                <a:extLst>
                  <a:ext uri="{FF2B5EF4-FFF2-40B4-BE49-F238E27FC236}">
                    <a16:creationId xmlns:a16="http://schemas.microsoft.com/office/drawing/2014/main" id="{B5EB60BB-0E5E-C14B-B24B-878829D35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5" name="Text Box 63">
                <a:extLst>
                  <a:ext uri="{FF2B5EF4-FFF2-40B4-BE49-F238E27FC236}">
                    <a16:creationId xmlns:a16="http://schemas.microsoft.com/office/drawing/2014/main" id="{AC01CA65-68FA-E340-BE13-4C47DBA31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y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52" name="Group 64">
              <a:extLst>
                <a:ext uri="{FF2B5EF4-FFF2-40B4-BE49-F238E27FC236}">
                  <a16:creationId xmlns:a16="http://schemas.microsoft.com/office/drawing/2014/main" id="{7E66326C-FC5C-CB48-9635-4D30ECB15D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4" y="2095"/>
              <a:ext cx="252" cy="310"/>
              <a:chOff x="2931" y="2395"/>
              <a:chExt cx="253" cy="310"/>
            </a:xfrm>
          </p:grpSpPr>
          <p:sp>
            <p:nvSpPr>
              <p:cNvPr id="472" name="Rectangle 65">
                <a:extLst>
                  <a:ext uri="{FF2B5EF4-FFF2-40B4-BE49-F238E27FC236}">
                    <a16:creationId xmlns:a16="http://schemas.microsoft.com/office/drawing/2014/main" id="{6BF35853-D616-6B43-8985-14AABE1F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3" name="Text Box 66">
                <a:extLst>
                  <a:ext uri="{FF2B5EF4-FFF2-40B4-BE49-F238E27FC236}">
                    <a16:creationId xmlns:a16="http://schemas.microsoft.com/office/drawing/2014/main" id="{3282D7A0-A2E9-7F4B-A22E-01546569C5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1" y="2395"/>
                <a:ext cx="25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x</a:t>
                </a:r>
              </a:p>
            </p:txBody>
          </p:sp>
        </p:grpSp>
        <p:grpSp>
          <p:nvGrpSpPr>
            <p:cNvPr id="453" name="Group 67">
              <a:extLst>
                <a:ext uri="{FF2B5EF4-FFF2-40B4-BE49-F238E27FC236}">
                  <a16:creationId xmlns:a16="http://schemas.microsoft.com/office/drawing/2014/main" id="{3104BBAE-4F76-E649-85DB-F84D22362B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3" y="1438"/>
              <a:ext cx="272" cy="271"/>
              <a:chOff x="2920" y="2425"/>
              <a:chExt cx="276" cy="271"/>
            </a:xfrm>
          </p:grpSpPr>
          <p:sp>
            <p:nvSpPr>
              <p:cNvPr id="470" name="Rectangle 68">
                <a:extLst>
                  <a:ext uri="{FF2B5EF4-FFF2-40B4-BE49-F238E27FC236}">
                    <a16:creationId xmlns:a16="http://schemas.microsoft.com/office/drawing/2014/main" id="{0CEE42FC-526E-AB47-8798-637A64848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71" name="Text Box 69">
                <a:extLst>
                  <a:ext uri="{FF2B5EF4-FFF2-40B4-BE49-F238E27FC236}">
                    <a16:creationId xmlns:a16="http://schemas.microsoft.com/office/drawing/2014/main" id="{BD20AA39-4C83-B348-A22B-DC09D5E67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0" y="2425"/>
                <a:ext cx="27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w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54" name="Group 70">
              <a:extLst>
                <a:ext uri="{FF2B5EF4-FFF2-40B4-BE49-F238E27FC236}">
                  <a16:creationId xmlns:a16="http://schemas.microsoft.com/office/drawing/2014/main" id="{76A8AB1F-2271-4C40-97FF-558125D0E3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7" y="1438"/>
              <a:ext cx="236" cy="271"/>
              <a:chOff x="2938" y="2425"/>
              <a:chExt cx="240" cy="271"/>
            </a:xfrm>
          </p:grpSpPr>
          <p:sp>
            <p:nvSpPr>
              <p:cNvPr id="468" name="Rectangle 71">
                <a:extLst>
                  <a:ext uri="{FF2B5EF4-FFF2-40B4-BE49-F238E27FC236}">
                    <a16:creationId xmlns:a16="http://schemas.microsoft.com/office/drawing/2014/main" id="{8A1243C8-B070-1144-AFC1-660A0D47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9" name="Text Box 72">
                <a:extLst>
                  <a:ext uri="{FF2B5EF4-FFF2-40B4-BE49-F238E27FC236}">
                    <a16:creationId xmlns:a16="http://schemas.microsoft.com/office/drawing/2014/main" id="{0A633A5D-CB9F-9D4A-9828-FA8DAB76D8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v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55" name="Group 73">
              <a:extLst>
                <a:ext uri="{FF2B5EF4-FFF2-40B4-BE49-F238E27FC236}">
                  <a16:creationId xmlns:a16="http://schemas.microsoft.com/office/drawing/2014/main" id="{1F39B98B-5A5F-9A45-8998-1BA51D536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9" y="1756"/>
              <a:ext cx="252" cy="310"/>
              <a:chOff x="2929" y="2395"/>
              <a:chExt cx="255" cy="310"/>
            </a:xfrm>
          </p:grpSpPr>
          <p:sp>
            <p:nvSpPr>
              <p:cNvPr id="466" name="Rectangle 74">
                <a:extLst>
                  <a:ext uri="{FF2B5EF4-FFF2-40B4-BE49-F238E27FC236}">
                    <a16:creationId xmlns:a16="http://schemas.microsoft.com/office/drawing/2014/main" id="{6D133BDC-CBD5-E04A-956A-CB070C46E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67" name="Text Box 75">
                <a:extLst>
                  <a:ext uri="{FF2B5EF4-FFF2-40B4-BE49-F238E27FC236}">
                    <a16:creationId xmlns:a16="http://schemas.microsoft.com/office/drawing/2014/main" id="{E22274D1-6BF0-6F4F-AA7F-923617C444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9" y="2395"/>
                <a:ext cx="255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z</a:t>
                </a:r>
              </a:p>
            </p:txBody>
          </p:sp>
        </p:grpSp>
        <p:sp>
          <p:nvSpPr>
            <p:cNvPr id="456" name="Text Box 76">
              <a:extLst>
                <a:ext uri="{FF2B5EF4-FFF2-40B4-BE49-F238E27FC236}">
                  <a16:creationId xmlns:a16="http://schemas.microsoft.com/office/drawing/2014/main" id="{E87F994C-88BC-7843-84FF-C20876A28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4" y="1568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57" name="Text Box 77">
              <a:extLst>
                <a:ext uri="{FF2B5EF4-FFF2-40B4-BE49-F238E27FC236}">
                  <a16:creationId xmlns:a16="http://schemas.microsoft.com/office/drawing/2014/main" id="{D6E661FA-C756-184B-8F8C-454F6D2F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2" y="1787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58" name="Text Box 78">
              <a:extLst>
                <a:ext uri="{FF2B5EF4-FFF2-40B4-BE49-F238E27FC236}">
                  <a16:creationId xmlns:a16="http://schemas.microsoft.com/office/drawing/2014/main" id="{7AAD1753-0153-BE49-9A5A-86A614467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7" y="200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59" name="Text Box 79">
              <a:extLst>
                <a:ext uri="{FF2B5EF4-FFF2-40B4-BE49-F238E27FC236}">
                  <a16:creationId xmlns:a16="http://schemas.microsoft.com/office/drawing/2014/main" id="{CE9F4FB6-1319-824C-8EE6-E829F9B81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6" y="1880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60" name="Text Box 80">
              <a:extLst>
                <a:ext uri="{FF2B5EF4-FFF2-40B4-BE49-F238E27FC236}">
                  <a16:creationId xmlns:a16="http://schemas.microsoft.com/office/drawing/2014/main" id="{C479D34B-E495-6941-B1B8-7C27A07FA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3" y="2234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61" name="Text Box 81">
              <a:extLst>
                <a:ext uri="{FF2B5EF4-FFF2-40B4-BE49-F238E27FC236}">
                  <a16:creationId xmlns:a16="http://schemas.microsoft.com/office/drawing/2014/main" id="{651E935E-97A1-694E-90ED-DA0D52808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3" y="180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62" name="Text Box 82">
              <a:extLst>
                <a:ext uri="{FF2B5EF4-FFF2-40B4-BE49-F238E27FC236}">
                  <a16:creationId xmlns:a16="http://schemas.microsoft.com/office/drawing/2014/main" id="{BCE34168-89E8-CA4E-B734-D7785C5D4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2069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63" name="Text Box 83">
              <a:extLst>
                <a:ext uri="{FF2B5EF4-FFF2-40B4-BE49-F238E27FC236}">
                  <a16:creationId xmlns:a16="http://schemas.microsoft.com/office/drawing/2014/main" id="{E61D1248-702D-AA4E-A62B-3B6DB8874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6" y="153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64" name="Text Box 84">
              <a:extLst>
                <a:ext uri="{FF2B5EF4-FFF2-40B4-BE49-F238E27FC236}">
                  <a16:creationId xmlns:a16="http://schemas.microsoft.com/office/drawing/2014/main" id="{8E7448E7-B23E-9A4A-947C-66285C7E1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1" y="1382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465" name="Text Box 85">
              <a:extLst>
                <a:ext uri="{FF2B5EF4-FFF2-40B4-BE49-F238E27FC236}">
                  <a16:creationId xmlns:a16="http://schemas.microsoft.com/office/drawing/2014/main" id="{EFA31E11-E078-ED44-8DB8-4912DC480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0" y="1115"/>
              <a:ext cx="23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</p:grpSp>
      <p:sp>
        <p:nvSpPr>
          <p:cNvPr id="498" name="Text Box 6">
            <a:extLst>
              <a:ext uri="{FF2B5EF4-FFF2-40B4-BE49-F238E27FC236}">
                <a16:creationId xmlns:a16="http://schemas.microsoft.com/office/drawing/2014/main" id="{64BB3F8B-CE19-1C41-B2C9-B564AF1B5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1445" y="3076288"/>
            <a:ext cx="1019831" cy="1246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D(w),p(w)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5,u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4,x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3,y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3,y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12457CF-2890-E146-8628-638AC5577656}"/>
              </a:ext>
            </a:extLst>
          </p:cNvPr>
          <p:cNvCxnSpPr>
            <a:cxnSpLocks/>
            <a:endCxn id="271" idx="2"/>
          </p:cNvCxnSpPr>
          <p:nvPr/>
        </p:nvCxnSpPr>
        <p:spPr>
          <a:xfrm>
            <a:off x="3499597" y="2949375"/>
            <a:ext cx="329604" cy="32159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9" name="Straight Arrow Connector 558">
            <a:extLst>
              <a:ext uri="{FF2B5EF4-FFF2-40B4-BE49-F238E27FC236}">
                <a16:creationId xmlns:a16="http://schemas.microsoft.com/office/drawing/2014/main" id="{491C301B-8A6E-4845-BF28-577AD894F891}"/>
              </a:ext>
            </a:extLst>
          </p:cNvPr>
          <p:cNvCxnSpPr>
            <a:cxnSpLocks/>
            <a:endCxn id="414" idx="2"/>
          </p:cNvCxnSpPr>
          <p:nvPr/>
        </p:nvCxnSpPr>
        <p:spPr>
          <a:xfrm>
            <a:off x="4212887" y="3332786"/>
            <a:ext cx="440227" cy="4863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0" name="Straight Arrow Connector 559">
            <a:extLst>
              <a:ext uri="{FF2B5EF4-FFF2-40B4-BE49-F238E27FC236}">
                <a16:creationId xmlns:a16="http://schemas.microsoft.com/office/drawing/2014/main" id="{3C9D1B43-9124-3142-843B-DC7A58F1456E}"/>
              </a:ext>
            </a:extLst>
          </p:cNvPr>
          <p:cNvCxnSpPr>
            <a:cxnSpLocks/>
            <a:stCxn id="266" idx="7"/>
          </p:cNvCxnSpPr>
          <p:nvPr/>
        </p:nvCxnSpPr>
        <p:spPr>
          <a:xfrm flipV="1">
            <a:off x="3582934" y="2558729"/>
            <a:ext cx="376757" cy="21148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" name="Straight Arrow Connector 560">
            <a:extLst>
              <a:ext uri="{FF2B5EF4-FFF2-40B4-BE49-F238E27FC236}">
                <a16:creationId xmlns:a16="http://schemas.microsoft.com/office/drawing/2014/main" id="{8A7B92A4-0E80-6D4D-87F2-803D33EFB3E5}"/>
              </a:ext>
            </a:extLst>
          </p:cNvPr>
          <p:cNvCxnSpPr>
            <a:cxnSpLocks/>
          </p:cNvCxnSpPr>
          <p:nvPr/>
        </p:nvCxnSpPr>
        <p:spPr>
          <a:xfrm flipV="1">
            <a:off x="4839366" y="2532685"/>
            <a:ext cx="0" cy="66265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Straight Arrow Connector 561">
            <a:extLst>
              <a:ext uri="{FF2B5EF4-FFF2-40B4-BE49-F238E27FC236}">
                <a16:creationId xmlns:a16="http://schemas.microsoft.com/office/drawing/2014/main" id="{368CBA46-10A4-6B43-8244-BF448DB2A1AB}"/>
              </a:ext>
            </a:extLst>
          </p:cNvPr>
          <p:cNvCxnSpPr>
            <a:cxnSpLocks/>
          </p:cNvCxnSpPr>
          <p:nvPr/>
        </p:nvCxnSpPr>
        <p:spPr>
          <a:xfrm flipV="1">
            <a:off x="5036841" y="2973971"/>
            <a:ext cx="455048" cy="33604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4" name="Group 3">
            <a:extLst>
              <a:ext uri="{FF2B5EF4-FFF2-40B4-BE49-F238E27FC236}">
                <a16:creationId xmlns:a16="http://schemas.microsoft.com/office/drawing/2014/main" id="{CAD83B90-6A61-424F-807D-7507674811C5}"/>
              </a:ext>
            </a:extLst>
          </p:cNvPr>
          <p:cNvGrpSpPr>
            <a:grpSpLocks/>
          </p:cNvGrpSpPr>
          <p:nvPr/>
        </p:nvGrpSpPr>
        <p:grpSpPr bwMode="auto">
          <a:xfrm>
            <a:off x="886767" y="4303328"/>
            <a:ext cx="2433638" cy="1151335"/>
            <a:chOff x="1385" y="1283"/>
            <a:chExt cx="2044" cy="967"/>
          </a:xfrm>
        </p:grpSpPr>
        <p:sp>
          <p:nvSpPr>
            <p:cNvPr id="235" name="Freeform 4">
              <a:extLst>
                <a:ext uri="{FF2B5EF4-FFF2-40B4-BE49-F238E27FC236}">
                  <a16:creationId xmlns:a16="http://schemas.microsoft.com/office/drawing/2014/main" id="{D55BBFC2-7A7F-8B48-AC36-5E367A010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8" y="1465"/>
              <a:ext cx="342" cy="186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36" name="Oval 5">
              <a:extLst>
                <a:ext uri="{FF2B5EF4-FFF2-40B4-BE49-F238E27FC236}">
                  <a16:creationId xmlns:a16="http://schemas.microsoft.com/office/drawing/2014/main" id="{D1E533AD-8D87-7A4B-8A7E-E763008FB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1707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37" name="Line 6">
              <a:extLst>
                <a:ext uri="{FF2B5EF4-FFF2-40B4-BE49-F238E27FC236}">
                  <a16:creationId xmlns:a16="http://schemas.microsoft.com/office/drawing/2014/main" id="{8393A25C-8E73-3945-96CC-27CA319F0D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8" y="1700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38" name="Line 7">
              <a:extLst>
                <a:ext uri="{FF2B5EF4-FFF2-40B4-BE49-F238E27FC236}">
                  <a16:creationId xmlns:a16="http://schemas.microsoft.com/office/drawing/2014/main" id="{00CB3848-99BB-D84B-AFA1-D2A407905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1" y="1700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39" name="Rectangle 8">
              <a:extLst>
                <a:ext uri="{FF2B5EF4-FFF2-40B4-BE49-F238E27FC236}">
                  <a16:creationId xmlns:a16="http://schemas.microsoft.com/office/drawing/2014/main" id="{D86D7FD3-F350-4745-AAE8-4DC4DEC22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1700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40" name="Oval 9">
              <a:extLst>
                <a:ext uri="{FF2B5EF4-FFF2-40B4-BE49-F238E27FC236}">
                  <a16:creationId xmlns:a16="http://schemas.microsoft.com/office/drawing/2014/main" id="{9A82BFE7-2A38-894C-A32D-46DEDFCA2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5" y="1641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41" name="Oval 10">
              <a:extLst>
                <a:ext uri="{FF2B5EF4-FFF2-40B4-BE49-F238E27FC236}">
                  <a16:creationId xmlns:a16="http://schemas.microsoft.com/office/drawing/2014/main" id="{AA854307-5377-8A41-9AEB-75CD5A873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2" y="209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42" name="Line 11">
              <a:extLst>
                <a:ext uri="{FF2B5EF4-FFF2-40B4-BE49-F238E27FC236}">
                  <a16:creationId xmlns:a16="http://schemas.microsoft.com/office/drawing/2014/main" id="{9FA810B5-81B4-AB4E-9CB4-8AB6FC42F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2" y="208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43" name="Line 12">
              <a:extLst>
                <a:ext uri="{FF2B5EF4-FFF2-40B4-BE49-F238E27FC236}">
                  <a16:creationId xmlns:a16="http://schemas.microsoft.com/office/drawing/2014/main" id="{1F897DDB-A59F-8A49-AA62-3734F23BB9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5" y="208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44" name="Rectangle 13">
              <a:extLst>
                <a:ext uri="{FF2B5EF4-FFF2-40B4-BE49-F238E27FC236}">
                  <a16:creationId xmlns:a16="http://schemas.microsoft.com/office/drawing/2014/main" id="{109513FF-1C63-234A-9B1E-75D62A42C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2" y="208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45" name="Oval 14">
              <a:extLst>
                <a:ext uri="{FF2B5EF4-FFF2-40B4-BE49-F238E27FC236}">
                  <a16:creationId xmlns:a16="http://schemas.microsoft.com/office/drawing/2014/main" id="{30EA6A56-1EC2-C342-B322-0BD69F60A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9" y="2028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54" name="Oval 15">
              <a:extLst>
                <a:ext uri="{FF2B5EF4-FFF2-40B4-BE49-F238E27FC236}">
                  <a16:creationId xmlns:a16="http://schemas.microsoft.com/office/drawing/2014/main" id="{91BAA6D5-E6E6-3F47-BA4B-0311E0711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8" y="1404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55" name="Line 16">
              <a:extLst>
                <a:ext uri="{FF2B5EF4-FFF2-40B4-BE49-F238E27FC236}">
                  <a16:creationId xmlns:a16="http://schemas.microsoft.com/office/drawing/2014/main" id="{A8F35EF4-8155-D144-9887-2394E21FD4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8" y="13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56" name="Line 17">
              <a:extLst>
                <a:ext uri="{FF2B5EF4-FFF2-40B4-BE49-F238E27FC236}">
                  <a16:creationId xmlns:a16="http://schemas.microsoft.com/office/drawing/2014/main" id="{C0FFA446-EED0-654F-8B59-830BB7BE9A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1" y="1397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57" name="Rectangle 18">
              <a:extLst>
                <a:ext uri="{FF2B5EF4-FFF2-40B4-BE49-F238E27FC236}">
                  <a16:creationId xmlns:a16="http://schemas.microsoft.com/office/drawing/2014/main" id="{8C6FDE51-7923-3B44-830E-2DB780796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8" y="139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58" name="Oval 19">
              <a:extLst>
                <a:ext uri="{FF2B5EF4-FFF2-40B4-BE49-F238E27FC236}">
                  <a16:creationId xmlns:a16="http://schemas.microsoft.com/office/drawing/2014/main" id="{48735EAA-D015-2749-B8E6-A932F1A86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5" y="1338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76" name="Oval 20">
              <a:extLst>
                <a:ext uri="{FF2B5EF4-FFF2-40B4-BE49-F238E27FC236}">
                  <a16:creationId xmlns:a16="http://schemas.microsoft.com/office/drawing/2014/main" id="{2C0D7CB9-B6B7-7F48-A7C9-A5362FCF3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1" y="1400"/>
              <a:ext cx="312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77" name="Line 21">
              <a:extLst>
                <a:ext uri="{FF2B5EF4-FFF2-40B4-BE49-F238E27FC236}">
                  <a16:creationId xmlns:a16="http://schemas.microsoft.com/office/drawing/2014/main" id="{5710184A-753A-EF4E-A1BA-C728CC0A08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1" y="139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78" name="Line 22">
              <a:extLst>
                <a:ext uri="{FF2B5EF4-FFF2-40B4-BE49-F238E27FC236}">
                  <a16:creationId xmlns:a16="http://schemas.microsoft.com/office/drawing/2014/main" id="{77D8EC50-7DE6-D947-804E-5FF59E342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3" y="139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79" name="Rectangle 23">
              <a:extLst>
                <a:ext uri="{FF2B5EF4-FFF2-40B4-BE49-F238E27FC236}">
                  <a16:creationId xmlns:a16="http://schemas.microsoft.com/office/drawing/2014/main" id="{640A0C04-CA0A-D44B-AE10-2BB26102D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1" y="1393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80" name="Oval 24">
              <a:extLst>
                <a:ext uri="{FF2B5EF4-FFF2-40B4-BE49-F238E27FC236}">
                  <a16:creationId xmlns:a16="http://schemas.microsoft.com/office/drawing/2014/main" id="{3DBD615F-4385-7F48-84F4-A38AEA1DC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337"/>
              <a:ext cx="312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81" name="Oval 25">
              <a:extLst>
                <a:ext uri="{FF2B5EF4-FFF2-40B4-BE49-F238E27FC236}">
                  <a16:creationId xmlns:a16="http://schemas.microsoft.com/office/drawing/2014/main" id="{5EAEA945-6C71-7244-8444-F5DE78D3A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2091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82" name="Line 26">
              <a:extLst>
                <a:ext uri="{FF2B5EF4-FFF2-40B4-BE49-F238E27FC236}">
                  <a16:creationId xmlns:a16="http://schemas.microsoft.com/office/drawing/2014/main" id="{B239EFA1-CE87-FA45-AECE-0A1D04B2E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1" y="2084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83" name="Line 27">
              <a:extLst>
                <a:ext uri="{FF2B5EF4-FFF2-40B4-BE49-F238E27FC236}">
                  <a16:creationId xmlns:a16="http://schemas.microsoft.com/office/drawing/2014/main" id="{F57F8B7F-1DEE-0646-944B-3627E0503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4" y="2084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84" name="Rectangle 28">
              <a:extLst>
                <a:ext uri="{FF2B5EF4-FFF2-40B4-BE49-F238E27FC236}">
                  <a16:creationId xmlns:a16="http://schemas.microsoft.com/office/drawing/2014/main" id="{48E9AA69-2A64-F44B-AF24-4B58BF3B8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2084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85" name="Oval 29">
              <a:extLst>
                <a:ext uri="{FF2B5EF4-FFF2-40B4-BE49-F238E27FC236}">
                  <a16:creationId xmlns:a16="http://schemas.microsoft.com/office/drawing/2014/main" id="{DB57CF03-5C7F-7446-BFCA-6885962A7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" y="2025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86" name="Oval 30">
              <a:extLst>
                <a:ext uri="{FF2B5EF4-FFF2-40B4-BE49-F238E27FC236}">
                  <a16:creationId xmlns:a16="http://schemas.microsoft.com/office/drawing/2014/main" id="{57E7565D-361A-0649-83E3-41C966CED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" y="175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87" name="Line 31">
              <a:extLst>
                <a:ext uri="{FF2B5EF4-FFF2-40B4-BE49-F238E27FC236}">
                  <a16:creationId xmlns:a16="http://schemas.microsoft.com/office/drawing/2014/main" id="{7307AAD6-1B7B-3E4C-AD3F-1CB98C243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174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88" name="Line 32">
              <a:extLst>
                <a:ext uri="{FF2B5EF4-FFF2-40B4-BE49-F238E27FC236}">
                  <a16:creationId xmlns:a16="http://schemas.microsoft.com/office/drawing/2014/main" id="{85AADD66-C3FE-324C-91AE-0057BDCFD4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9" y="1743"/>
              <a:ext cx="0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89" name="Rectangle 33">
              <a:extLst>
                <a:ext uri="{FF2B5EF4-FFF2-40B4-BE49-F238E27FC236}">
                  <a16:creationId xmlns:a16="http://schemas.microsoft.com/office/drawing/2014/main" id="{8FC4E749-70CE-3946-A306-97D91D359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6" y="174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90" name="Oval 34">
              <a:extLst>
                <a:ext uri="{FF2B5EF4-FFF2-40B4-BE49-F238E27FC236}">
                  <a16:creationId xmlns:a16="http://schemas.microsoft.com/office/drawing/2014/main" id="{83AC3490-7FA4-A843-9DD7-EAD43C146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3" y="168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91" name="Freeform 35">
              <a:extLst>
                <a:ext uri="{FF2B5EF4-FFF2-40B4-BE49-F238E27FC236}">
                  <a16:creationId xmlns:a16="http://schemas.microsoft.com/office/drawing/2014/main" id="{E0CB0E6F-0318-5A42-804B-74DE7351E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1492"/>
              <a:ext cx="1" cy="522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522 h 522"/>
                <a:gd name="T4" fmla="*/ 0 60000 65536"/>
                <a:gd name="T5" fmla="*/ 0 60000 65536"/>
                <a:gd name="T6" fmla="*/ 0 w 1"/>
                <a:gd name="T7" fmla="*/ 0 h 522"/>
                <a:gd name="T8" fmla="*/ 1 w 1"/>
                <a:gd name="T9" fmla="*/ 522 h 5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92" name="Freeform 36">
              <a:extLst>
                <a:ext uri="{FF2B5EF4-FFF2-40B4-BE49-F238E27FC236}">
                  <a16:creationId xmlns:a16="http://schemas.microsoft.com/office/drawing/2014/main" id="{8911BBF2-790A-F940-A9A6-265EE2DED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1831"/>
              <a:ext cx="366" cy="270"/>
            </a:xfrm>
            <a:custGeom>
              <a:avLst/>
              <a:gdLst>
                <a:gd name="T0" fmla="*/ 0 w 366"/>
                <a:gd name="T1" fmla="*/ 270 h 270"/>
                <a:gd name="T2" fmla="*/ 366 w 366"/>
                <a:gd name="T3" fmla="*/ 0 h 270"/>
                <a:gd name="T4" fmla="*/ 0 60000 65536"/>
                <a:gd name="T5" fmla="*/ 0 60000 65536"/>
                <a:gd name="T6" fmla="*/ 0 w 366"/>
                <a:gd name="T7" fmla="*/ 0 h 270"/>
                <a:gd name="T8" fmla="*/ 366 w 366"/>
                <a:gd name="T9" fmla="*/ 270 h 27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270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93" name="Freeform 37">
              <a:extLst>
                <a:ext uri="{FF2B5EF4-FFF2-40B4-BE49-F238E27FC236}">
                  <a16:creationId xmlns:a16="http://schemas.microsoft.com/office/drawing/2014/main" id="{5FCEA00D-30D9-AD48-B36B-87D306BDC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5" y="2113"/>
              <a:ext cx="366" cy="1"/>
            </a:xfrm>
            <a:custGeom>
              <a:avLst/>
              <a:gdLst>
                <a:gd name="T0" fmla="*/ 366 w 366"/>
                <a:gd name="T1" fmla="*/ 0 h 1"/>
                <a:gd name="T2" fmla="*/ 0 w 366"/>
                <a:gd name="T3" fmla="*/ 0 h 1"/>
                <a:gd name="T4" fmla="*/ 0 60000 65536"/>
                <a:gd name="T5" fmla="*/ 0 60000 65536"/>
                <a:gd name="T6" fmla="*/ 0 w 366"/>
                <a:gd name="T7" fmla="*/ 0 h 1"/>
                <a:gd name="T8" fmla="*/ 366 w 36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6" h="1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94" name="Freeform 38">
              <a:extLst>
                <a:ext uri="{FF2B5EF4-FFF2-40B4-BE49-F238E27FC236}">
                  <a16:creationId xmlns:a16="http://schemas.microsoft.com/office/drawing/2014/main" id="{FFF79244-8621-1B4A-A951-D5F428298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" y="1789"/>
              <a:ext cx="276" cy="264"/>
            </a:xfrm>
            <a:custGeom>
              <a:avLst/>
              <a:gdLst>
                <a:gd name="T0" fmla="*/ 276 w 276"/>
                <a:gd name="T1" fmla="*/ 264 h 264"/>
                <a:gd name="T2" fmla="*/ 0 w 276"/>
                <a:gd name="T3" fmla="*/ 0 h 264"/>
                <a:gd name="T4" fmla="*/ 0 60000 65536"/>
                <a:gd name="T5" fmla="*/ 0 60000 65536"/>
                <a:gd name="T6" fmla="*/ 0 w 276"/>
                <a:gd name="T7" fmla="*/ 0 h 264"/>
                <a:gd name="T8" fmla="*/ 276 w 276"/>
                <a:gd name="T9" fmla="*/ 264 h 2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4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95" name="Group 39">
              <a:extLst>
                <a:ext uri="{FF2B5EF4-FFF2-40B4-BE49-F238E27FC236}">
                  <a16:creationId xmlns:a16="http://schemas.microsoft.com/office/drawing/2014/main" id="{3FE22FDD-2AF6-2F45-9D94-A7E347A876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2" y="1589"/>
              <a:ext cx="245" cy="271"/>
              <a:chOff x="2934" y="2425"/>
              <a:chExt cx="249" cy="271"/>
            </a:xfrm>
          </p:grpSpPr>
          <p:sp>
            <p:nvSpPr>
              <p:cNvPr id="311" name="Rectangle 40">
                <a:extLst>
                  <a:ext uri="{FF2B5EF4-FFF2-40B4-BE49-F238E27FC236}">
                    <a16:creationId xmlns:a16="http://schemas.microsoft.com/office/drawing/2014/main" id="{7F9E7EA5-4703-3A4F-83AA-78477F6D2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2" name="Text Box 41">
                <a:extLst>
                  <a:ext uri="{FF2B5EF4-FFF2-40B4-BE49-F238E27FC236}">
                    <a16:creationId xmlns:a16="http://schemas.microsoft.com/office/drawing/2014/main" id="{7F6788A4-B028-5E46-BA6B-8260B340CC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4" y="2425"/>
                <a:ext cx="249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u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96" name="Group 42">
              <a:extLst>
                <a:ext uri="{FF2B5EF4-FFF2-40B4-BE49-F238E27FC236}">
                  <a16:creationId xmlns:a16="http://schemas.microsoft.com/office/drawing/2014/main" id="{3B399E80-BBE9-DE42-9C20-F733C3486E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87" y="1973"/>
              <a:ext cx="236" cy="271"/>
              <a:chOff x="2938" y="2425"/>
              <a:chExt cx="240" cy="271"/>
            </a:xfrm>
          </p:grpSpPr>
          <p:sp>
            <p:nvSpPr>
              <p:cNvPr id="309" name="Rectangle 43">
                <a:extLst>
                  <a:ext uri="{FF2B5EF4-FFF2-40B4-BE49-F238E27FC236}">
                    <a16:creationId xmlns:a16="http://schemas.microsoft.com/office/drawing/2014/main" id="{C759317C-74E3-004E-8696-C6730D2A76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0" name="Text Box 44">
                <a:extLst>
                  <a:ext uri="{FF2B5EF4-FFF2-40B4-BE49-F238E27FC236}">
                    <a16:creationId xmlns:a16="http://schemas.microsoft.com/office/drawing/2014/main" id="{5EC66565-CE3C-DC49-A451-6127C9B7F1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y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97" name="Group 45">
              <a:extLst>
                <a:ext uri="{FF2B5EF4-FFF2-40B4-BE49-F238E27FC236}">
                  <a16:creationId xmlns:a16="http://schemas.microsoft.com/office/drawing/2014/main" id="{24F7013F-EE6F-1840-BCC7-9CF2E43BDE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4" y="1940"/>
              <a:ext cx="252" cy="310"/>
              <a:chOff x="2931" y="2395"/>
              <a:chExt cx="253" cy="310"/>
            </a:xfrm>
          </p:grpSpPr>
          <p:sp>
            <p:nvSpPr>
              <p:cNvPr id="307" name="Rectangle 46">
                <a:extLst>
                  <a:ext uri="{FF2B5EF4-FFF2-40B4-BE49-F238E27FC236}">
                    <a16:creationId xmlns:a16="http://schemas.microsoft.com/office/drawing/2014/main" id="{534C2F14-5739-6A42-A4B7-963A8F9D0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8" name="Text Box 47">
                <a:extLst>
                  <a:ext uri="{FF2B5EF4-FFF2-40B4-BE49-F238E27FC236}">
                    <a16:creationId xmlns:a16="http://schemas.microsoft.com/office/drawing/2014/main" id="{06099668-A654-B443-AD81-E015DBEC4A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1" y="2395"/>
                <a:ext cx="25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x</a:t>
                </a:r>
              </a:p>
            </p:txBody>
          </p:sp>
        </p:grpSp>
        <p:grpSp>
          <p:nvGrpSpPr>
            <p:cNvPr id="298" name="Group 48">
              <a:extLst>
                <a:ext uri="{FF2B5EF4-FFF2-40B4-BE49-F238E27FC236}">
                  <a16:creationId xmlns:a16="http://schemas.microsoft.com/office/drawing/2014/main" id="{9DDFF683-1C8F-C14A-B1E0-84D48C9766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3" y="1283"/>
              <a:ext cx="272" cy="271"/>
              <a:chOff x="2920" y="2425"/>
              <a:chExt cx="276" cy="271"/>
            </a:xfrm>
          </p:grpSpPr>
          <p:sp>
            <p:nvSpPr>
              <p:cNvPr id="305" name="Rectangle 49">
                <a:extLst>
                  <a:ext uri="{FF2B5EF4-FFF2-40B4-BE49-F238E27FC236}">
                    <a16:creationId xmlns:a16="http://schemas.microsoft.com/office/drawing/2014/main" id="{6ACA49F7-2DDA-174A-BA02-F0E6DC5FE7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6" name="Text Box 50">
                <a:extLst>
                  <a:ext uri="{FF2B5EF4-FFF2-40B4-BE49-F238E27FC236}">
                    <a16:creationId xmlns:a16="http://schemas.microsoft.com/office/drawing/2014/main" id="{B380098B-5F1B-B443-B890-D9D80D58A5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0" y="2425"/>
                <a:ext cx="27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w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99" name="Group 51">
              <a:extLst>
                <a:ext uri="{FF2B5EF4-FFF2-40B4-BE49-F238E27FC236}">
                  <a16:creationId xmlns:a16="http://schemas.microsoft.com/office/drawing/2014/main" id="{657C09A9-0D00-C341-97E4-BFE0D534EA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7" y="1283"/>
              <a:ext cx="236" cy="271"/>
              <a:chOff x="2938" y="2425"/>
              <a:chExt cx="240" cy="271"/>
            </a:xfrm>
          </p:grpSpPr>
          <p:sp>
            <p:nvSpPr>
              <p:cNvPr id="303" name="Rectangle 52">
                <a:extLst>
                  <a:ext uri="{FF2B5EF4-FFF2-40B4-BE49-F238E27FC236}">
                    <a16:creationId xmlns:a16="http://schemas.microsoft.com/office/drawing/2014/main" id="{DA96FFA9-8E2C-F446-A90C-1D2C3A740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4" name="Text Box 53">
                <a:extLst>
                  <a:ext uri="{FF2B5EF4-FFF2-40B4-BE49-F238E27FC236}">
                    <a16:creationId xmlns:a16="http://schemas.microsoft.com/office/drawing/2014/main" id="{4094D47B-3C2E-1549-9303-FE64B14C52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4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v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300" name="Group 54">
              <a:extLst>
                <a:ext uri="{FF2B5EF4-FFF2-40B4-BE49-F238E27FC236}">
                  <a16:creationId xmlns:a16="http://schemas.microsoft.com/office/drawing/2014/main" id="{4895C555-2EC4-9F4B-9A35-FF3D23C076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49" y="1601"/>
              <a:ext cx="252" cy="310"/>
              <a:chOff x="2929" y="2395"/>
              <a:chExt cx="255" cy="310"/>
            </a:xfrm>
          </p:grpSpPr>
          <p:sp>
            <p:nvSpPr>
              <p:cNvPr id="301" name="Rectangle 55">
                <a:extLst>
                  <a:ext uri="{FF2B5EF4-FFF2-40B4-BE49-F238E27FC236}">
                    <a16:creationId xmlns:a16="http://schemas.microsoft.com/office/drawing/2014/main" id="{1594FC40-950D-DD4E-9742-69A340A7F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2" name="Text Box 56">
                <a:extLst>
                  <a:ext uri="{FF2B5EF4-FFF2-40B4-BE49-F238E27FC236}">
                    <a16:creationId xmlns:a16="http://schemas.microsoft.com/office/drawing/2014/main" id="{70D90BEE-05A4-FA49-8BE7-08E95F13AB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9" y="2395"/>
                <a:ext cx="255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z</a:t>
                </a:r>
              </a:p>
            </p:txBody>
          </p:sp>
        </p:grpSp>
      </p:grpSp>
      <p:sp>
        <p:nvSpPr>
          <p:cNvPr id="313" name="Text Box 57">
            <a:extLst>
              <a:ext uri="{FF2B5EF4-FFF2-40B4-BE49-F238E27FC236}">
                <a16:creationId xmlns:a16="http://schemas.microsoft.com/office/drawing/2014/main" id="{64A60984-9F92-014B-A1A1-4ED6EE18F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896" y="3838920"/>
            <a:ext cx="363144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solidFill>
                  <a:srgbClr val="000000"/>
                </a:solidFill>
                <a:latin typeface="Calibri" panose="020F0502020204030204"/>
              </a:rPr>
              <a:t>resulting least-cost-path tree from u: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CB75B83-340D-DF48-B11B-E4763431618C}"/>
              </a:ext>
            </a:extLst>
          </p:cNvPr>
          <p:cNvGrpSpPr/>
          <p:nvPr/>
        </p:nvGrpSpPr>
        <p:grpSpPr>
          <a:xfrm>
            <a:off x="4302233" y="3838364"/>
            <a:ext cx="3072508" cy="1960335"/>
            <a:chOff x="6731733" y="3986393"/>
            <a:chExt cx="4096677" cy="2613780"/>
          </a:xfrm>
        </p:grpSpPr>
        <p:sp>
          <p:nvSpPr>
            <p:cNvPr id="329" name="Text Box 73">
              <a:extLst>
                <a:ext uri="{FF2B5EF4-FFF2-40B4-BE49-F238E27FC236}">
                  <a16:creationId xmlns:a16="http://schemas.microsoft.com/office/drawing/2014/main" id="{33F13002-9C84-AC45-85CD-36E5D057A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1733" y="3986393"/>
              <a:ext cx="4096677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800" dirty="0">
                  <a:solidFill>
                    <a:srgbClr val="000000"/>
                  </a:solidFill>
                  <a:latin typeface="Calibri" panose="020F0502020204030204"/>
                </a:rPr>
                <a:t>resulting forwarding table in u: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A06AC3B-3519-6940-83CC-F298AC6E1530}"/>
                </a:ext>
              </a:extLst>
            </p:cNvPr>
            <p:cNvGrpSpPr/>
            <p:nvPr/>
          </p:nvGrpSpPr>
          <p:grpSpPr>
            <a:xfrm>
              <a:off x="7373074" y="4495305"/>
              <a:ext cx="2485746" cy="2104868"/>
              <a:chOff x="9178724" y="1740531"/>
              <a:chExt cx="2485746" cy="2104868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A510DE8-21E1-A542-BA94-C8D9DE35CF35}"/>
                  </a:ext>
                </a:extLst>
              </p:cNvPr>
              <p:cNvSpPr/>
              <p:nvPr/>
            </p:nvSpPr>
            <p:spPr>
              <a:xfrm>
                <a:off x="9199418" y="1778000"/>
                <a:ext cx="2373746" cy="27709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854B982-B7D4-D841-A53C-E699EE81E943}"/>
                  </a:ext>
                </a:extLst>
              </p:cNvPr>
              <p:cNvSpPr/>
              <p:nvPr/>
            </p:nvSpPr>
            <p:spPr>
              <a:xfrm>
                <a:off x="9190298" y="1770927"/>
                <a:ext cx="2384385" cy="1979271"/>
              </a:xfrm>
              <a:prstGeom prst="rect">
                <a:avLst/>
              </a:prstGeom>
              <a:noFill/>
              <a:ln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07A910-2025-F047-93E1-3DCFBCE13ED1}"/>
                  </a:ext>
                </a:extLst>
              </p:cNvPr>
              <p:cNvSpPr txBox="1"/>
              <p:nvPr/>
            </p:nvSpPr>
            <p:spPr>
              <a:xfrm>
                <a:off x="9541219" y="2060295"/>
                <a:ext cx="466368" cy="17851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defTabSz="685800">
                  <a:lnSpc>
                    <a:spcPct val="90000"/>
                  </a:lnSpc>
                </a:pPr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v</a:t>
                </a:r>
              </a:p>
              <a:p>
                <a:pPr algn="ctr" defTabSz="685800">
                  <a:lnSpc>
                    <a:spcPct val="90000"/>
                  </a:lnSpc>
                </a:pPr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x</a:t>
                </a:r>
              </a:p>
              <a:p>
                <a:pPr algn="ctr" defTabSz="685800">
                  <a:lnSpc>
                    <a:spcPct val="90000"/>
                  </a:lnSpc>
                </a:pPr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y</a:t>
                </a:r>
              </a:p>
              <a:p>
                <a:pPr algn="ctr" defTabSz="685800">
                  <a:lnSpc>
                    <a:spcPct val="90000"/>
                  </a:lnSpc>
                </a:pPr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w</a:t>
                </a:r>
              </a:p>
              <a:p>
                <a:pPr algn="ctr" defTabSz="685800">
                  <a:lnSpc>
                    <a:spcPct val="90000"/>
                  </a:lnSpc>
                </a:pPr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x</a:t>
                </a: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D2ECC22B-FD29-854E-98E6-577039BEAFC8}"/>
                  </a:ext>
                </a:extLst>
              </p:cNvPr>
              <p:cNvSpPr txBox="1"/>
              <p:nvPr/>
            </p:nvSpPr>
            <p:spPr>
              <a:xfrm>
                <a:off x="10615915" y="2050650"/>
                <a:ext cx="812616" cy="17851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>
                  <a:lnSpc>
                    <a:spcPct val="90000"/>
                  </a:lnSpc>
                </a:pPr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(u,v)</a:t>
                </a:r>
              </a:p>
              <a:p>
                <a:pPr defTabSz="685800">
                  <a:lnSpc>
                    <a:spcPct val="90000"/>
                  </a:lnSpc>
                </a:pPr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(u,x)</a:t>
                </a:r>
              </a:p>
              <a:p>
                <a:pPr defTabSz="685800">
                  <a:lnSpc>
                    <a:spcPct val="90000"/>
                  </a:lnSpc>
                </a:pPr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(u,x)</a:t>
                </a:r>
              </a:p>
              <a:p>
                <a:pPr defTabSz="685800">
                  <a:lnSpc>
                    <a:spcPct val="90000"/>
                  </a:lnSpc>
                </a:pPr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(u,x)</a:t>
                </a:r>
              </a:p>
              <a:p>
                <a:pPr defTabSz="685800">
                  <a:lnSpc>
                    <a:spcPct val="90000"/>
                  </a:lnSpc>
                </a:pPr>
                <a:r>
                  <a:rPr lang="en-US" dirty="0">
                    <a:solidFill>
                      <a:prstClr val="black"/>
                    </a:solidFill>
                    <a:latin typeface="Calibri" panose="020F0502020204030204"/>
                  </a:rPr>
                  <a:t>(u,x)</a:t>
                </a: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9A1932-3100-C346-AA74-8048C9EF5669}"/>
                  </a:ext>
                </a:extLst>
              </p:cNvPr>
              <p:cNvSpPr txBox="1"/>
              <p:nvPr/>
            </p:nvSpPr>
            <p:spPr>
              <a:xfrm>
                <a:off x="9220467" y="1747835"/>
                <a:ext cx="11845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destination</a:t>
                </a: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5C520567-C138-9F4F-972E-A6D6E1C098AE}"/>
                  </a:ext>
                </a:extLst>
              </p:cNvPr>
              <p:cNvSpPr txBox="1"/>
              <p:nvPr/>
            </p:nvSpPr>
            <p:spPr>
              <a:xfrm>
                <a:off x="10338125" y="1740531"/>
                <a:ext cx="13263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outgoing link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34AB781-8439-8C4F-8F97-23D8CA7BA0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78724" y="2060293"/>
                <a:ext cx="2395960" cy="0"/>
              </a:xfrm>
              <a:prstGeom prst="line">
                <a:avLst/>
              </a:prstGeom>
              <a:ln w="12700">
                <a:solidFill>
                  <a:srgbClr val="0000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CE7D2336-FF8B-F94C-A7C3-827D1CE1B0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59342" y="1770927"/>
                <a:ext cx="0" cy="1990845"/>
              </a:xfrm>
              <a:prstGeom prst="line">
                <a:avLst/>
              </a:prstGeom>
              <a:ln w="12700">
                <a:solidFill>
                  <a:srgbClr val="0000A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7EB9AF4-5603-FB43-B05B-61449C2AEFFB}"/>
              </a:ext>
            </a:extLst>
          </p:cNvPr>
          <p:cNvGrpSpPr/>
          <p:nvPr/>
        </p:nvGrpSpPr>
        <p:grpSpPr>
          <a:xfrm>
            <a:off x="6423949" y="4468555"/>
            <a:ext cx="2418758" cy="300082"/>
            <a:chOff x="8565265" y="4815068"/>
            <a:chExt cx="3225010" cy="400108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E6387EE-3D37-4948-8425-E51C56BFAD3E}"/>
                </a:ext>
              </a:extLst>
            </p:cNvPr>
            <p:cNvSpPr txBox="1"/>
            <p:nvPr/>
          </p:nvSpPr>
          <p:spPr>
            <a:xfrm>
              <a:off x="9201874" y="4815068"/>
              <a:ext cx="2588401" cy="400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1350" dirty="0">
                  <a:solidFill>
                    <a:prstClr val="black"/>
                  </a:solidFill>
                  <a:latin typeface="Calibri" panose="020F0502020204030204"/>
                </a:rPr>
                <a:t>route from </a:t>
              </a:r>
              <a:r>
                <a:rPr lang="en-US" sz="1350" i="1" dirty="0">
                  <a:solidFill>
                    <a:prstClr val="black"/>
                  </a:solidFill>
                  <a:latin typeface="Calibri" panose="020F0502020204030204"/>
                </a:rPr>
                <a:t>u</a:t>
              </a:r>
              <a:r>
                <a:rPr lang="en-US" sz="1350" dirty="0">
                  <a:solidFill>
                    <a:prstClr val="black"/>
                  </a:solidFill>
                  <a:latin typeface="Calibri" panose="020F0502020204030204"/>
                </a:rPr>
                <a:t> to</a:t>
              </a:r>
              <a:r>
                <a:rPr lang="en-US" sz="1350" i="1" dirty="0">
                  <a:solidFill>
                    <a:prstClr val="black"/>
                  </a:solidFill>
                  <a:latin typeface="Calibri" panose="020F0502020204030204"/>
                </a:rPr>
                <a:t> v </a:t>
              </a:r>
              <a:r>
                <a:rPr lang="en-US" sz="1350" dirty="0">
                  <a:solidFill>
                    <a:prstClr val="black"/>
                  </a:solidFill>
                  <a:latin typeface="Calibri" panose="020F0502020204030204"/>
                </a:rPr>
                <a:t>directly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127B774-BBDB-844B-9FDB-AFB31AC4A39F}"/>
                </a:ext>
              </a:extLst>
            </p:cNvPr>
            <p:cNvCxnSpPr>
              <a:cxnSpLocks/>
            </p:cNvCxnSpPr>
            <p:nvPr/>
          </p:nvCxnSpPr>
          <p:spPr>
            <a:xfrm>
              <a:off x="8565265" y="5000264"/>
              <a:ext cx="682907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F3C6B55-B326-044B-8E06-D5159D43754E}"/>
              </a:ext>
            </a:extLst>
          </p:cNvPr>
          <p:cNvGrpSpPr/>
          <p:nvPr/>
        </p:nvGrpSpPr>
        <p:grpSpPr>
          <a:xfrm>
            <a:off x="6658337" y="4755026"/>
            <a:ext cx="1779608" cy="968778"/>
            <a:chOff x="8877782" y="5197032"/>
            <a:chExt cx="2372811" cy="1291704"/>
          </a:xfrm>
        </p:grpSpPr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C09FF997-745F-784E-9A60-C291F499E8CB}"/>
                </a:ext>
              </a:extLst>
            </p:cNvPr>
            <p:cNvSpPr txBox="1"/>
            <p:nvPr/>
          </p:nvSpPr>
          <p:spPr>
            <a:xfrm>
              <a:off x="9215379" y="5534628"/>
              <a:ext cx="2035214" cy="954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US" sz="1350" dirty="0">
                  <a:solidFill>
                    <a:prstClr val="black"/>
                  </a:solidFill>
                  <a:latin typeface="Calibri" panose="020F0502020204030204"/>
                </a:rPr>
                <a:t>route from u to all other destinations via </a:t>
              </a:r>
              <a:r>
                <a:rPr lang="en-US" sz="1350" i="1" dirty="0">
                  <a:solidFill>
                    <a:prstClr val="black"/>
                  </a:solidFill>
                  <a:latin typeface="Calibri" panose="020F0502020204030204"/>
                </a:rPr>
                <a:t>x</a:t>
              </a:r>
              <a:r>
                <a:rPr lang="en-US" sz="1350" dirty="0">
                  <a:solidFill>
                    <a:prstClr val="black"/>
                  </a:solidFill>
                  <a:latin typeface="Calibri" panose="020F0502020204030204"/>
                </a:rPr>
                <a:t> </a:t>
              </a:r>
            </a:p>
          </p:txBody>
        </p:sp>
        <p:sp>
          <p:nvSpPr>
            <p:cNvPr id="30" name="Right Brace 29">
              <a:extLst>
                <a:ext uri="{FF2B5EF4-FFF2-40B4-BE49-F238E27FC236}">
                  <a16:creationId xmlns:a16="http://schemas.microsoft.com/office/drawing/2014/main" id="{68ADB3E5-D636-BB44-86FA-BBB701733A10}"/>
                </a:ext>
              </a:extLst>
            </p:cNvPr>
            <p:cNvSpPr/>
            <p:nvPr/>
          </p:nvSpPr>
          <p:spPr>
            <a:xfrm>
              <a:off x="8877782" y="5197032"/>
              <a:ext cx="352218" cy="1238491"/>
            </a:xfrm>
            <a:prstGeom prst="rightBrac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5565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>
                <a:latin typeface="+mn-lt"/>
              </a:rPr>
              <a:t>Dijkstra’s algorithm: another example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DAA2ED-12E3-614A-AC62-9B3EA6204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>
                <a:defRPr/>
              </a:pPr>
              <a:t>24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grpSp>
        <p:nvGrpSpPr>
          <p:cNvPr id="276" name="Group 2">
            <a:extLst>
              <a:ext uri="{FF2B5EF4-FFF2-40B4-BE49-F238E27FC236}">
                <a16:creationId xmlns:a16="http://schemas.microsoft.com/office/drawing/2014/main" id="{32F1096F-92AF-264C-9891-4B2131A1535A}"/>
              </a:ext>
            </a:extLst>
          </p:cNvPr>
          <p:cNvGrpSpPr>
            <a:grpSpLocks/>
          </p:cNvGrpSpPr>
          <p:nvPr/>
        </p:nvGrpSpPr>
        <p:grpSpPr bwMode="auto">
          <a:xfrm>
            <a:off x="5450497" y="1980616"/>
            <a:ext cx="3163490" cy="2548969"/>
            <a:chOff x="415" y="856"/>
            <a:chExt cx="2910" cy="2281"/>
          </a:xfrm>
        </p:grpSpPr>
        <p:grpSp>
          <p:nvGrpSpPr>
            <p:cNvPr id="277" name="Group 3">
              <a:extLst>
                <a:ext uri="{FF2B5EF4-FFF2-40B4-BE49-F238E27FC236}">
                  <a16:creationId xmlns:a16="http://schemas.microsoft.com/office/drawing/2014/main" id="{658BC70D-BFE1-3445-B630-7B3A4A7964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88" y="1997"/>
              <a:ext cx="318" cy="289"/>
              <a:chOff x="1611" y="2011"/>
              <a:chExt cx="318" cy="289"/>
            </a:xfrm>
          </p:grpSpPr>
          <p:sp>
            <p:nvSpPr>
              <p:cNvPr id="339" name="Oval 4">
                <a:extLst>
                  <a:ext uri="{FF2B5EF4-FFF2-40B4-BE49-F238E27FC236}">
                    <a16:creationId xmlns:a16="http://schemas.microsoft.com/office/drawing/2014/main" id="{12B70928-94ED-274E-B17E-6E7CC5A85C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1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0" name="Line 5">
                <a:extLst>
                  <a:ext uri="{FF2B5EF4-FFF2-40B4-BE49-F238E27FC236}">
                    <a16:creationId xmlns:a16="http://schemas.microsoft.com/office/drawing/2014/main" id="{724BACA0-C784-AA40-8F39-24AD775379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29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1" name="Line 6">
                <a:extLst>
                  <a:ext uri="{FF2B5EF4-FFF2-40B4-BE49-F238E27FC236}">
                    <a16:creationId xmlns:a16="http://schemas.microsoft.com/office/drawing/2014/main" id="{60ABD3DF-926A-F240-941E-16F8EC7F87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29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2" name="Rectangle 7">
                <a:extLst>
                  <a:ext uri="{FF2B5EF4-FFF2-40B4-BE49-F238E27FC236}">
                    <a16:creationId xmlns:a16="http://schemas.microsoft.com/office/drawing/2014/main" id="{422D10D2-9AFE-1242-8892-1E7B20AE22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29"/>
                <a:ext cx="308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3" name="Oval 8">
                <a:extLst>
                  <a:ext uri="{FF2B5EF4-FFF2-40B4-BE49-F238E27FC236}">
                    <a16:creationId xmlns:a16="http://schemas.microsoft.com/office/drawing/2014/main" id="{A63B1AAC-711F-694A-BF58-5189313DB8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1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4" name="Rectangle 9">
                <a:extLst>
                  <a:ext uri="{FF2B5EF4-FFF2-40B4-BE49-F238E27FC236}">
                    <a16:creationId xmlns:a16="http://schemas.microsoft.com/office/drawing/2014/main" id="{C458B676-20F1-6E43-A811-83BAEA22C3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6" y="2100"/>
                <a:ext cx="140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45" name="Text Box 10">
                <a:extLst>
                  <a:ext uri="{FF2B5EF4-FFF2-40B4-BE49-F238E27FC236}">
                    <a16:creationId xmlns:a16="http://schemas.microsoft.com/office/drawing/2014/main" id="{484CB1B7-C628-9F42-990E-9F7B96F344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11" y="2011"/>
                <a:ext cx="298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w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78" name="Text Box 11">
              <a:extLst>
                <a:ext uri="{FF2B5EF4-FFF2-40B4-BE49-F238E27FC236}">
                  <a16:creationId xmlns:a16="http://schemas.microsoft.com/office/drawing/2014/main" id="{2C66EC07-AF51-8046-9F06-245C35A6B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4" y="1959"/>
              <a:ext cx="25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279" name="Text Box 12">
              <a:extLst>
                <a:ext uri="{FF2B5EF4-FFF2-40B4-BE49-F238E27FC236}">
                  <a16:creationId xmlns:a16="http://schemas.microsoft.com/office/drawing/2014/main" id="{FD2DA6DD-F18F-9646-A088-CBDDFC2989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9" y="1478"/>
              <a:ext cx="25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4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280" name="Group 13">
              <a:extLst>
                <a:ext uri="{FF2B5EF4-FFF2-40B4-BE49-F238E27FC236}">
                  <a16:creationId xmlns:a16="http://schemas.microsoft.com/office/drawing/2014/main" id="{471A1164-4650-7144-A6A9-CC01236964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9" y="2848"/>
              <a:ext cx="316" cy="289"/>
              <a:chOff x="1613" y="2011"/>
              <a:chExt cx="316" cy="289"/>
            </a:xfrm>
          </p:grpSpPr>
          <p:sp>
            <p:nvSpPr>
              <p:cNvPr id="332" name="Oval 14">
                <a:extLst>
                  <a:ext uri="{FF2B5EF4-FFF2-40B4-BE49-F238E27FC236}">
                    <a16:creationId xmlns:a16="http://schemas.microsoft.com/office/drawing/2014/main" id="{80A336F3-1162-5342-AC4A-8B2AED4E9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3" name="Line 15">
                <a:extLst>
                  <a:ext uri="{FF2B5EF4-FFF2-40B4-BE49-F238E27FC236}">
                    <a16:creationId xmlns:a16="http://schemas.microsoft.com/office/drawing/2014/main" id="{9FF9E86E-2F60-184C-8322-81DAB6CC79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4" name="Line 16">
                <a:extLst>
                  <a:ext uri="{FF2B5EF4-FFF2-40B4-BE49-F238E27FC236}">
                    <a16:creationId xmlns:a16="http://schemas.microsoft.com/office/drawing/2014/main" id="{139291DA-0B23-AF4A-80E1-C5AB8C8D54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5" name="Rectangle 17">
                <a:extLst>
                  <a:ext uri="{FF2B5EF4-FFF2-40B4-BE49-F238E27FC236}">
                    <a16:creationId xmlns:a16="http://schemas.microsoft.com/office/drawing/2014/main" id="{DCCEEA9D-E3E7-3E47-B22F-9936B2939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6" name="Oval 18">
                <a:extLst>
                  <a:ext uri="{FF2B5EF4-FFF2-40B4-BE49-F238E27FC236}">
                    <a16:creationId xmlns:a16="http://schemas.microsoft.com/office/drawing/2014/main" id="{BC673A69-9F19-6E48-B78B-300E678AB9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7" name="Rectangle 19">
                <a:extLst>
                  <a:ext uri="{FF2B5EF4-FFF2-40B4-BE49-F238E27FC236}">
                    <a16:creationId xmlns:a16="http://schemas.microsoft.com/office/drawing/2014/main" id="{9CB54AFD-33DB-F34A-A696-9C14C1F2B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8" name="Text Box 20">
                <a:extLst>
                  <a:ext uri="{FF2B5EF4-FFF2-40B4-BE49-F238E27FC236}">
                    <a16:creationId xmlns:a16="http://schemas.microsoft.com/office/drawing/2014/main" id="{AC845383-9D3E-5C42-BB6B-3E65197E8A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1" y="2011"/>
                <a:ext cx="258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v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81" name="Group 21">
              <a:extLst>
                <a:ext uri="{FF2B5EF4-FFF2-40B4-BE49-F238E27FC236}">
                  <a16:creationId xmlns:a16="http://schemas.microsoft.com/office/drawing/2014/main" id="{BA8E377E-CA1A-ED4B-BF90-295028D96A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3" y="856"/>
              <a:ext cx="318" cy="289"/>
              <a:chOff x="1611" y="2011"/>
              <a:chExt cx="318" cy="289"/>
            </a:xfrm>
          </p:grpSpPr>
          <p:sp>
            <p:nvSpPr>
              <p:cNvPr id="325" name="Oval 22">
                <a:extLst>
                  <a:ext uri="{FF2B5EF4-FFF2-40B4-BE49-F238E27FC236}">
                    <a16:creationId xmlns:a16="http://schemas.microsoft.com/office/drawing/2014/main" id="{BDA57358-5E81-8C48-92CB-61DF13F507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6" name="Line 23">
                <a:extLst>
                  <a:ext uri="{FF2B5EF4-FFF2-40B4-BE49-F238E27FC236}">
                    <a16:creationId xmlns:a16="http://schemas.microsoft.com/office/drawing/2014/main" id="{25B69C18-8DE4-7742-9F14-35A6A88947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7" name="Line 24">
                <a:extLst>
                  <a:ext uri="{FF2B5EF4-FFF2-40B4-BE49-F238E27FC236}">
                    <a16:creationId xmlns:a16="http://schemas.microsoft.com/office/drawing/2014/main" id="{6CB89C37-D416-D242-8479-89D57F6520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8" name="Rectangle 25">
                <a:extLst>
                  <a:ext uri="{FF2B5EF4-FFF2-40B4-BE49-F238E27FC236}">
                    <a16:creationId xmlns:a16="http://schemas.microsoft.com/office/drawing/2014/main" id="{21DBFB42-3378-4745-AF73-D425CA55A3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9" name="Oval 26">
                <a:extLst>
                  <a:ext uri="{FF2B5EF4-FFF2-40B4-BE49-F238E27FC236}">
                    <a16:creationId xmlns:a16="http://schemas.microsoft.com/office/drawing/2014/main" id="{447835FA-E0FB-B943-9D6A-5FD526148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1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0" name="Rectangle 27">
                <a:extLst>
                  <a:ext uri="{FF2B5EF4-FFF2-40B4-BE49-F238E27FC236}">
                    <a16:creationId xmlns:a16="http://schemas.microsoft.com/office/drawing/2014/main" id="{07E675A6-015B-7F42-BDF9-8330D4ADC6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31" name="Text Box 28">
                <a:extLst>
                  <a:ext uri="{FF2B5EF4-FFF2-40B4-BE49-F238E27FC236}">
                    <a16:creationId xmlns:a16="http://schemas.microsoft.com/office/drawing/2014/main" id="{9E12F9CF-21DB-3349-B2C0-3044A3D51B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1" y="2011"/>
                <a:ext cx="258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x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82" name="Group 29">
              <a:extLst>
                <a:ext uri="{FF2B5EF4-FFF2-40B4-BE49-F238E27FC236}">
                  <a16:creationId xmlns:a16="http://schemas.microsoft.com/office/drawing/2014/main" id="{21FBA163-2A78-6543-B0CC-7CA119F1B6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" y="2028"/>
              <a:ext cx="318" cy="289"/>
              <a:chOff x="1613" y="2011"/>
              <a:chExt cx="318" cy="289"/>
            </a:xfrm>
          </p:grpSpPr>
          <p:sp>
            <p:nvSpPr>
              <p:cNvPr id="318" name="Oval 30">
                <a:extLst>
                  <a:ext uri="{FF2B5EF4-FFF2-40B4-BE49-F238E27FC236}">
                    <a16:creationId xmlns:a16="http://schemas.microsoft.com/office/drawing/2014/main" id="{29825365-4AD8-5E4B-8933-DB1422AAA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9" name="Line 31">
                <a:extLst>
                  <a:ext uri="{FF2B5EF4-FFF2-40B4-BE49-F238E27FC236}">
                    <a16:creationId xmlns:a16="http://schemas.microsoft.com/office/drawing/2014/main" id="{F38B670B-8807-404D-9154-5457C97022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0" name="Line 32">
                <a:extLst>
                  <a:ext uri="{FF2B5EF4-FFF2-40B4-BE49-F238E27FC236}">
                    <a16:creationId xmlns:a16="http://schemas.microsoft.com/office/drawing/2014/main" id="{00108054-5F4F-9447-84AE-A11B0755C1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1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1" name="Rectangle 33">
                <a:extLst>
                  <a:ext uri="{FF2B5EF4-FFF2-40B4-BE49-F238E27FC236}">
                    <a16:creationId xmlns:a16="http://schemas.microsoft.com/office/drawing/2014/main" id="{D048D158-7C67-CC4B-A11E-67C17E0A24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2" name="Oval 34">
                <a:extLst>
                  <a:ext uri="{FF2B5EF4-FFF2-40B4-BE49-F238E27FC236}">
                    <a16:creationId xmlns:a16="http://schemas.microsoft.com/office/drawing/2014/main" id="{138D5ABE-A76B-984C-BC94-76AC43F40B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3" name="Rectangle 35">
                <a:extLst>
                  <a:ext uri="{FF2B5EF4-FFF2-40B4-BE49-F238E27FC236}">
                    <a16:creationId xmlns:a16="http://schemas.microsoft.com/office/drawing/2014/main" id="{A4BA8382-8E98-814C-B112-88E0250B6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2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24" name="Text Box 36">
                <a:extLst>
                  <a:ext uri="{FF2B5EF4-FFF2-40B4-BE49-F238E27FC236}">
                    <a16:creationId xmlns:a16="http://schemas.microsoft.com/office/drawing/2014/main" id="{C430FDFB-B840-284A-B1DA-B79B437689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26" y="2011"/>
                <a:ext cx="269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u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83" name="Line 37">
              <a:extLst>
                <a:ext uri="{FF2B5EF4-FFF2-40B4-BE49-F238E27FC236}">
                  <a16:creationId xmlns:a16="http://schemas.microsoft.com/office/drawing/2014/main" id="{808D4F56-0160-9841-BF84-39B90D2E1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8" y="2156"/>
              <a:ext cx="6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84" name="Line 38">
              <a:extLst>
                <a:ext uri="{FF2B5EF4-FFF2-40B4-BE49-F238E27FC236}">
                  <a16:creationId xmlns:a16="http://schemas.microsoft.com/office/drawing/2014/main" id="{7AFA0E43-6979-C944-8C7A-BFE8A232B3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082"/>
              <a:ext cx="0" cy="9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85" name="Line 39">
              <a:extLst>
                <a:ext uri="{FF2B5EF4-FFF2-40B4-BE49-F238E27FC236}">
                  <a16:creationId xmlns:a16="http://schemas.microsoft.com/office/drawing/2014/main" id="{8B831959-D369-6E45-8A3C-8760AE9252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4" y="1021"/>
              <a:ext cx="674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86" name="Text Box 40">
              <a:extLst>
                <a:ext uri="{FF2B5EF4-FFF2-40B4-BE49-F238E27FC236}">
                  <a16:creationId xmlns:a16="http://schemas.microsoft.com/office/drawing/2014/main" id="{4F3E9232-C703-104F-A4AB-12CF1F9813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1" y="1368"/>
              <a:ext cx="25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5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287" name="Line 41">
              <a:extLst>
                <a:ext uri="{FF2B5EF4-FFF2-40B4-BE49-F238E27FC236}">
                  <a16:creationId xmlns:a16="http://schemas.microsoft.com/office/drawing/2014/main" id="{5BC1DD56-6FD0-6A4A-8705-9C46BE3DC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7" y="2206"/>
              <a:ext cx="9" cy="7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88" name="Text Box 42">
              <a:extLst>
                <a:ext uri="{FF2B5EF4-FFF2-40B4-BE49-F238E27FC236}">
                  <a16:creationId xmlns:a16="http://schemas.microsoft.com/office/drawing/2014/main" id="{8B65710B-4630-3345-85EB-E3A08BF77D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3" y="2407"/>
              <a:ext cx="25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3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289" name="Freeform 43">
              <a:extLst>
                <a:ext uri="{FF2B5EF4-FFF2-40B4-BE49-F238E27FC236}">
                  <a16:creationId xmlns:a16="http://schemas.microsoft.com/office/drawing/2014/main" id="{1DA37895-BEA5-2F44-B0FB-06B2F676B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" y="2227"/>
              <a:ext cx="860" cy="799"/>
            </a:xfrm>
            <a:custGeom>
              <a:avLst/>
              <a:gdLst>
                <a:gd name="T0" fmla="*/ 0 w 857"/>
                <a:gd name="T1" fmla="*/ 0 h 1152"/>
                <a:gd name="T2" fmla="*/ 562 w 857"/>
                <a:gd name="T3" fmla="*/ 1152 h 1152"/>
                <a:gd name="T4" fmla="*/ 857 w 857"/>
                <a:gd name="T5" fmla="*/ 772 h 1152"/>
                <a:gd name="T6" fmla="*/ 0 60000 65536"/>
                <a:gd name="T7" fmla="*/ 0 60000 65536"/>
                <a:gd name="T8" fmla="*/ 0 60000 65536"/>
                <a:gd name="T9" fmla="*/ 0 w 857"/>
                <a:gd name="T10" fmla="*/ 0 h 1152"/>
                <a:gd name="T11" fmla="*/ 857 w 857"/>
                <a:gd name="T12" fmla="*/ 1152 h 1152"/>
                <a:gd name="connsiteX0" fmla="*/ 0 w 10000"/>
                <a:gd name="connsiteY0" fmla="*/ 0 h 6928"/>
                <a:gd name="connsiteX1" fmla="*/ 3770 w 10000"/>
                <a:gd name="connsiteY1" fmla="*/ 6300 h 6928"/>
                <a:gd name="connsiteX2" fmla="*/ 10000 w 10000"/>
                <a:gd name="connsiteY2" fmla="*/ 6701 h 6928"/>
                <a:gd name="connsiteX0" fmla="*/ 0 w 10000"/>
                <a:gd name="connsiteY0" fmla="*/ 0 h 9871"/>
                <a:gd name="connsiteX1" fmla="*/ 1802 w 10000"/>
                <a:gd name="connsiteY1" fmla="*/ 7634 h 9871"/>
                <a:gd name="connsiteX2" fmla="*/ 10000 w 10000"/>
                <a:gd name="connsiteY2" fmla="*/ 9672 h 9871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0 w 10000"/>
                <a:gd name="connsiteY0" fmla="*/ 0 h 10136"/>
                <a:gd name="connsiteX1" fmla="*/ 1802 w 10000"/>
                <a:gd name="connsiteY1" fmla="*/ 7734 h 10136"/>
                <a:gd name="connsiteX2" fmla="*/ 10000 w 10000"/>
                <a:gd name="connsiteY2" fmla="*/ 9798 h 10136"/>
                <a:gd name="connsiteX0" fmla="*/ 32 w 10032"/>
                <a:gd name="connsiteY0" fmla="*/ 0 h 10136"/>
                <a:gd name="connsiteX1" fmla="*/ 1834 w 10032"/>
                <a:gd name="connsiteY1" fmla="*/ 7734 h 10136"/>
                <a:gd name="connsiteX2" fmla="*/ 10032 w 10032"/>
                <a:gd name="connsiteY2" fmla="*/ 9798 h 1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32" h="10136">
                  <a:moveTo>
                    <a:pt x="32" y="0"/>
                  </a:moveTo>
                  <a:cubicBezTo>
                    <a:pt x="62" y="4573"/>
                    <a:pt x="-465" y="5047"/>
                    <a:pt x="1834" y="7734"/>
                  </a:cubicBezTo>
                  <a:cubicBezTo>
                    <a:pt x="4132" y="9414"/>
                    <a:pt x="9320" y="10802"/>
                    <a:pt x="10032" y="979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90" name="Text Box 44">
              <a:extLst>
                <a:ext uri="{FF2B5EF4-FFF2-40B4-BE49-F238E27FC236}">
                  <a16:creationId xmlns:a16="http://schemas.microsoft.com/office/drawing/2014/main" id="{14130176-E966-1940-B020-47161106B1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7" y="2582"/>
              <a:ext cx="25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7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291" name="Line 45">
              <a:extLst>
                <a:ext uri="{FF2B5EF4-FFF2-40B4-BE49-F238E27FC236}">
                  <a16:creationId xmlns:a16="http://schemas.microsoft.com/office/drawing/2014/main" id="{5FA533BD-9B17-724F-B020-409CFC3CE3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50" y="2158"/>
              <a:ext cx="998" cy="82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92" name="Text Box 46">
              <a:extLst>
                <a:ext uri="{FF2B5EF4-FFF2-40B4-BE49-F238E27FC236}">
                  <a16:creationId xmlns:a16="http://schemas.microsoft.com/office/drawing/2014/main" id="{4B9E6712-F2E9-6348-B7CF-9CEC9EE3D6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5" y="2569"/>
              <a:ext cx="25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4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293" name="Freeform 47">
              <a:extLst>
                <a:ext uri="{FF2B5EF4-FFF2-40B4-BE49-F238E27FC236}">
                  <a16:creationId xmlns:a16="http://schemas.microsoft.com/office/drawing/2014/main" id="{61A0A93C-B128-F646-84CC-2F72C42DF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" y="1946"/>
              <a:ext cx="991" cy="484"/>
            </a:xfrm>
            <a:custGeom>
              <a:avLst/>
              <a:gdLst>
                <a:gd name="T0" fmla="*/ 0 w 991"/>
                <a:gd name="T1" fmla="*/ 168 h 484"/>
                <a:gd name="T2" fmla="*/ 204 w 991"/>
                <a:gd name="T3" fmla="*/ 484 h 484"/>
                <a:gd name="T4" fmla="*/ 302 w 991"/>
                <a:gd name="T5" fmla="*/ 7 h 484"/>
                <a:gd name="T6" fmla="*/ 379 w 991"/>
                <a:gd name="T7" fmla="*/ 442 h 484"/>
                <a:gd name="T8" fmla="*/ 534 w 991"/>
                <a:gd name="T9" fmla="*/ 21 h 484"/>
                <a:gd name="T10" fmla="*/ 611 w 991"/>
                <a:gd name="T11" fmla="*/ 351 h 484"/>
                <a:gd name="T12" fmla="*/ 660 w 991"/>
                <a:gd name="T13" fmla="*/ 77 h 484"/>
                <a:gd name="T14" fmla="*/ 991 w 991"/>
                <a:gd name="T15" fmla="*/ 218 h 4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91"/>
                <a:gd name="T25" fmla="*/ 0 h 484"/>
                <a:gd name="T26" fmla="*/ 991 w 991"/>
                <a:gd name="T27" fmla="*/ 484 h 484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91" h="484">
                  <a:moveTo>
                    <a:pt x="0" y="168"/>
                  </a:moveTo>
                  <a:cubicBezTo>
                    <a:pt x="0" y="168"/>
                    <a:pt x="145" y="484"/>
                    <a:pt x="204" y="484"/>
                  </a:cubicBezTo>
                  <a:cubicBezTo>
                    <a:pt x="263" y="484"/>
                    <a:pt x="253" y="6"/>
                    <a:pt x="302" y="7"/>
                  </a:cubicBezTo>
                  <a:cubicBezTo>
                    <a:pt x="331" y="0"/>
                    <a:pt x="313" y="444"/>
                    <a:pt x="379" y="442"/>
                  </a:cubicBezTo>
                  <a:cubicBezTo>
                    <a:pt x="418" y="444"/>
                    <a:pt x="475" y="24"/>
                    <a:pt x="534" y="21"/>
                  </a:cubicBezTo>
                  <a:cubicBezTo>
                    <a:pt x="573" y="6"/>
                    <a:pt x="575" y="360"/>
                    <a:pt x="611" y="351"/>
                  </a:cubicBezTo>
                  <a:cubicBezTo>
                    <a:pt x="647" y="342"/>
                    <a:pt x="577" y="80"/>
                    <a:pt x="660" y="77"/>
                  </a:cubicBezTo>
                  <a:cubicBezTo>
                    <a:pt x="743" y="74"/>
                    <a:pt x="922" y="189"/>
                    <a:pt x="991" y="21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294" name="Group 48">
              <a:extLst>
                <a:ext uri="{FF2B5EF4-FFF2-40B4-BE49-F238E27FC236}">
                  <a16:creationId xmlns:a16="http://schemas.microsoft.com/office/drawing/2014/main" id="{B7C23859-55BB-9B44-ADBB-F78119E7BD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32" y="2021"/>
              <a:ext cx="316" cy="289"/>
              <a:chOff x="1613" y="2011"/>
              <a:chExt cx="316" cy="289"/>
            </a:xfrm>
          </p:grpSpPr>
          <p:sp>
            <p:nvSpPr>
              <p:cNvPr id="311" name="Oval 49">
                <a:extLst>
                  <a:ext uri="{FF2B5EF4-FFF2-40B4-BE49-F238E27FC236}">
                    <a16:creationId xmlns:a16="http://schemas.microsoft.com/office/drawing/2014/main" id="{949CF37C-265E-D64E-B325-9AB7E8C27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6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2" name="Line 50">
                <a:extLst>
                  <a:ext uri="{FF2B5EF4-FFF2-40B4-BE49-F238E27FC236}">
                    <a16:creationId xmlns:a16="http://schemas.microsoft.com/office/drawing/2014/main" id="{97FEF3EE-7C25-6444-B8E7-03C400A28A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3" name="Line 51">
                <a:extLst>
                  <a:ext uri="{FF2B5EF4-FFF2-40B4-BE49-F238E27FC236}">
                    <a16:creationId xmlns:a16="http://schemas.microsoft.com/office/drawing/2014/main" id="{FE3C484F-0565-0E43-B670-DA87C89A2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4" name="Rectangle 52">
                <a:extLst>
                  <a:ext uri="{FF2B5EF4-FFF2-40B4-BE49-F238E27FC236}">
                    <a16:creationId xmlns:a16="http://schemas.microsoft.com/office/drawing/2014/main" id="{03D9537A-3264-0D40-B097-904F196709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5" name="Oval 53">
                <a:extLst>
                  <a:ext uri="{FF2B5EF4-FFF2-40B4-BE49-F238E27FC236}">
                    <a16:creationId xmlns:a16="http://schemas.microsoft.com/office/drawing/2014/main" id="{39EFFB9B-60D2-6F4A-AE7C-381CD9E03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3" y="2070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6" name="Rectangle 54">
                <a:extLst>
                  <a:ext uri="{FF2B5EF4-FFF2-40B4-BE49-F238E27FC236}">
                    <a16:creationId xmlns:a16="http://schemas.microsoft.com/office/drawing/2014/main" id="{56D1F98E-84A8-024C-B33E-AF0196C292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7" name="Text Box 55">
                <a:extLst>
                  <a:ext uri="{FF2B5EF4-FFF2-40B4-BE49-F238E27FC236}">
                    <a16:creationId xmlns:a16="http://schemas.microsoft.com/office/drawing/2014/main" id="{FF2D3BFC-D492-494B-B3FC-F2B37848F7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1" y="2011"/>
                <a:ext cx="258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y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95" name="Text Box 56">
              <a:extLst>
                <a:ext uri="{FF2B5EF4-FFF2-40B4-BE49-F238E27FC236}">
                  <a16:creationId xmlns:a16="http://schemas.microsoft.com/office/drawing/2014/main" id="{B415EC29-BD23-5146-8BE4-412D2D3F3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3" y="1721"/>
              <a:ext cx="25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8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296" name="Group 57">
              <a:extLst>
                <a:ext uri="{FF2B5EF4-FFF2-40B4-BE49-F238E27FC236}">
                  <a16:creationId xmlns:a16="http://schemas.microsoft.com/office/drawing/2014/main" id="{C4202DE4-8110-9149-847A-09872B32E9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7" y="2002"/>
              <a:ext cx="318" cy="289"/>
              <a:chOff x="1611" y="2011"/>
              <a:chExt cx="318" cy="289"/>
            </a:xfrm>
          </p:grpSpPr>
          <p:sp>
            <p:nvSpPr>
              <p:cNvPr id="304" name="Oval 58">
                <a:extLst>
                  <a:ext uri="{FF2B5EF4-FFF2-40B4-BE49-F238E27FC236}">
                    <a16:creationId xmlns:a16="http://schemas.microsoft.com/office/drawing/2014/main" id="{9EF75287-5339-3F4B-9A63-10529CE67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5" name="Line 59">
                <a:extLst>
                  <a:ext uri="{FF2B5EF4-FFF2-40B4-BE49-F238E27FC236}">
                    <a16:creationId xmlns:a16="http://schemas.microsoft.com/office/drawing/2014/main" id="{2AB637C9-6517-4947-A07D-D630784FBA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6" name="Line 60">
                <a:extLst>
                  <a:ext uri="{FF2B5EF4-FFF2-40B4-BE49-F238E27FC236}">
                    <a16:creationId xmlns:a16="http://schemas.microsoft.com/office/drawing/2014/main" id="{2495A212-75B8-3943-99C1-206BECF8DE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9" y="2131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7" name="Rectangle 61">
                <a:extLst>
                  <a:ext uri="{FF2B5EF4-FFF2-40B4-BE49-F238E27FC236}">
                    <a16:creationId xmlns:a16="http://schemas.microsoft.com/office/drawing/2014/main" id="{8AA8B627-1CEC-4142-A0A3-32829E047E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8" name="Oval 62">
                <a:extLst>
                  <a:ext uri="{FF2B5EF4-FFF2-40B4-BE49-F238E27FC236}">
                    <a16:creationId xmlns:a16="http://schemas.microsoft.com/office/drawing/2014/main" id="{F2AD727A-865F-A446-B467-3543A7C5AD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1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09" name="Rectangle 63">
                <a:extLst>
                  <a:ext uri="{FF2B5EF4-FFF2-40B4-BE49-F238E27FC236}">
                    <a16:creationId xmlns:a16="http://schemas.microsoft.com/office/drawing/2014/main" id="{694BCF0D-8965-434E-92FD-E4E57EB0AB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0" name="Text Box 64">
                <a:extLst>
                  <a:ext uri="{FF2B5EF4-FFF2-40B4-BE49-F238E27FC236}">
                    <a16:creationId xmlns:a16="http://schemas.microsoft.com/office/drawing/2014/main" id="{0A90B092-1D02-6E42-B19F-DD4E347FBB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32" y="2011"/>
                <a:ext cx="258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z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97" name="Line 65">
              <a:extLst>
                <a:ext uri="{FF2B5EF4-FFF2-40B4-BE49-F238E27FC236}">
                  <a16:creationId xmlns:a16="http://schemas.microsoft.com/office/drawing/2014/main" id="{65E888B4-5F50-3146-B1A9-976CBB4189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149"/>
              <a:ext cx="35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298" name="Text Box 66">
              <a:extLst>
                <a:ext uri="{FF2B5EF4-FFF2-40B4-BE49-F238E27FC236}">
                  <a16:creationId xmlns:a16="http://schemas.microsoft.com/office/drawing/2014/main" id="{F6469025-7017-984A-AA1F-2D5626DC3C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5" y="2149"/>
              <a:ext cx="25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2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299" name="Line 67">
              <a:extLst>
                <a:ext uri="{FF2B5EF4-FFF2-40B4-BE49-F238E27FC236}">
                  <a16:creationId xmlns:a16="http://schemas.microsoft.com/office/drawing/2014/main" id="{9DCC2A67-B231-F242-991B-5F4693B170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3" y="990"/>
              <a:ext cx="965" cy="113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00" name="Text Box 68">
              <a:extLst>
                <a:ext uri="{FF2B5EF4-FFF2-40B4-BE49-F238E27FC236}">
                  <a16:creationId xmlns:a16="http://schemas.microsoft.com/office/drawing/2014/main" id="{8129B7AB-5637-0844-AC15-1A3C9C295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8" y="1343"/>
              <a:ext cx="25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7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301" name="Freeform 69">
              <a:extLst>
                <a:ext uri="{FF2B5EF4-FFF2-40B4-BE49-F238E27FC236}">
                  <a16:creationId xmlns:a16="http://schemas.microsoft.com/office/drawing/2014/main" id="{29AAE3EF-0505-6F46-BD2A-6D69115981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" y="976"/>
              <a:ext cx="28" cy="14"/>
            </a:xfrm>
            <a:custGeom>
              <a:avLst/>
              <a:gdLst>
                <a:gd name="T0" fmla="*/ 0 w 28"/>
                <a:gd name="T1" fmla="*/ 14 h 14"/>
                <a:gd name="T2" fmla="*/ 28 w 28"/>
                <a:gd name="T3" fmla="*/ 0 h 14"/>
                <a:gd name="T4" fmla="*/ 0 w 28"/>
                <a:gd name="T5" fmla="*/ 14 h 14"/>
                <a:gd name="T6" fmla="*/ 0 60000 65536"/>
                <a:gd name="T7" fmla="*/ 0 60000 65536"/>
                <a:gd name="T8" fmla="*/ 0 60000 65536"/>
                <a:gd name="T9" fmla="*/ 0 w 28"/>
                <a:gd name="T10" fmla="*/ 0 h 14"/>
                <a:gd name="T11" fmla="*/ 28 w 28"/>
                <a:gd name="T12" fmla="*/ 14 h 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14">
                  <a:moveTo>
                    <a:pt x="0" y="14"/>
                  </a:moveTo>
                  <a:cubicBezTo>
                    <a:pt x="9" y="9"/>
                    <a:pt x="28" y="0"/>
                    <a:pt x="28" y="0"/>
                  </a:cubicBezTo>
                  <a:cubicBezTo>
                    <a:pt x="28" y="0"/>
                    <a:pt x="9" y="9"/>
                    <a:pt x="0" y="14"/>
                  </a:cubicBezTo>
                  <a:close/>
                </a:path>
              </a:pathLst>
            </a:custGeom>
            <a:solidFill>
              <a:srgbClr val="00CC99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02" name="Freeform 70">
              <a:extLst>
                <a:ext uri="{FF2B5EF4-FFF2-40B4-BE49-F238E27FC236}">
                  <a16:creationId xmlns:a16="http://schemas.microsoft.com/office/drawing/2014/main" id="{8B2F3D65-7E00-5D45-B201-518DAF552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3" y="999"/>
              <a:ext cx="1510" cy="1052"/>
            </a:xfrm>
            <a:custGeom>
              <a:avLst/>
              <a:gdLst>
                <a:gd name="T0" fmla="*/ 0 w 1510"/>
                <a:gd name="T1" fmla="*/ 5 h 1052"/>
                <a:gd name="T2" fmla="*/ 1102 w 1510"/>
                <a:gd name="T3" fmla="*/ 174 h 1052"/>
                <a:gd name="T4" fmla="*/ 1510 w 1510"/>
                <a:gd name="T5" fmla="*/ 1052 h 1052"/>
                <a:gd name="T6" fmla="*/ 0 60000 65536"/>
                <a:gd name="T7" fmla="*/ 0 60000 65536"/>
                <a:gd name="T8" fmla="*/ 0 60000 65536"/>
                <a:gd name="T9" fmla="*/ 0 w 1510"/>
                <a:gd name="T10" fmla="*/ 0 h 1052"/>
                <a:gd name="T11" fmla="*/ 1510 w 1510"/>
                <a:gd name="T12" fmla="*/ 1052 h 10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10" h="1052">
                  <a:moveTo>
                    <a:pt x="0" y="5"/>
                  </a:moveTo>
                  <a:cubicBezTo>
                    <a:pt x="184" y="33"/>
                    <a:pt x="851" y="0"/>
                    <a:pt x="1102" y="174"/>
                  </a:cubicBezTo>
                  <a:cubicBezTo>
                    <a:pt x="1353" y="348"/>
                    <a:pt x="1425" y="869"/>
                    <a:pt x="1510" y="105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303" name="Text Box 71">
              <a:extLst>
                <a:ext uri="{FF2B5EF4-FFF2-40B4-BE49-F238E27FC236}">
                  <a16:creationId xmlns:a16="http://schemas.microsoft.com/office/drawing/2014/main" id="{E68507B9-D09E-784A-9037-01E28A3376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9" y="1008"/>
              <a:ext cx="25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9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</p:grpSp>
      <p:sp>
        <p:nvSpPr>
          <p:cNvPr id="346" name="Text Box 73">
            <a:extLst>
              <a:ext uri="{FF2B5EF4-FFF2-40B4-BE49-F238E27FC236}">
                <a16:creationId xmlns:a16="http://schemas.microsoft.com/office/drawing/2014/main" id="{A7B8CE6F-D2D0-C64A-985C-14A532171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142" y="2201659"/>
            <a:ext cx="65921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kern="0" dirty="0">
                <a:solidFill>
                  <a:srgbClr val="000000"/>
                </a:solidFill>
              </a:rPr>
              <a:t>Step</a:t>
            </a:r>
          </a:p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800" kern="0" dirty="0">
              <a:solidFill>
                <a:srgbClr val="000000"/>
              </a:solidFill>
            </a:endParaRPr>
          </a:p>
        </p:txBody>
      </p:sp>
      <p:sp>
        <p:nvSpPr>
          <p:cNvPr id="347" name="Text Box 74">
            <a:extLst>
              <a:ext uri="{FF2B5EF4-FFF2-40B4-BE49-F238E27FC236}">
                <a16:creationId xmlns:a16="http://schemas.microsoft.com/office/drawing/2014/main" id="{68BAE725-C9B0-4841-BC00-DFE4ABCC8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621" y="2202314"/>
            <a:ext cx="3946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i="1" kern="0" dirty="0">
                <a:solidFill>
                  <a:srgbClr val="000000"/>
                </a:solidFill>
              </a:rPr>
              <a:t>N</a:t>
            </a:r>
            <a:r>
              <a:rPr lang="en-US" sz="1800" i="1" kern="0" dirty="0">
                <a:solidFill>
                  <a:srgbClr val="000000"/>
                </a:solidFill>
                <a:cs typeface="Arial" charset="0"/>
              </a:rPr>
              <a:t>'</a:t>
            </a:r>
          </a:p>
        </p:txBody>
      </p:sp>
      <p:sp>
        <p:nvSpPr>
          <p:cNvPr id="348" name="Text Box 75">
            <a:extLst>
              <a:ext uri="{FF2B5EF4-FFF2-40B4-BE49-F238E27FC236}">
                <a16:creationId xmlns:a16="http://schemas.microsoft.com/office/drawing/2014/main" id="{852A35C1-53FD-CB4F-B4CA-0E3908EA5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1828" y="2090784"/>
            <a:ext cx="518092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i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lang="en-US" sz="1200" i="1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sz="1200" i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i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p(v)</a:t>
            </a:r>
          </a:p>
        </p:txBody>
      </p:sp>
      <p:sp>
        <p:nvSpPr>
          <p:cNvPr id="349" name="Text Box 76">
            <a:extLst>
              <a:ext uri="{FF2B5EF4-FFF2-40B4-BE49-F238E27FC236}">
                <a16:creationId xmlns:a16="http://schemas.microsoft.com/office/drawing/2014/main" id="{BBDC5F24-2BBB-0D44-B8B8-9CFC425F4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384" y="2567325"/>
            <a:ext cx="2920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350" name="Text Box 77">
            <a:extLst>
              <a:ext uri="{FF2B5EF4-FFF2-40B4-BE49-F238E27FC236}">
                <a16:creationId xmlns:a16="http://schemas.microsoft.com/office/drawing/2014/main" id="{1F8B1E53-4D00-F94A-8B2B-876B77360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177" y="2893791"/>
            <a:ext cx="2920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351" name="Text Box 78">
            <a:extLst>
              <a:ext uri="{FF2B5EF4-FFF2-40B4-BE49-F238E27FC236}">
                <a16:creationId xmlns:a16="http://schemas.microsoft.com/office/drawing/2014/main" id="{E227DF10-F3CE-8B4B-80AA-C13257890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412" y="3252702"/>
            <a:ext cx="2920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352" name="Text Box 79">
            <a:extLst>
              <a:ext uri="{FF2B5EF4-FFF2-40B4-BE49-F238E27FC236}">
                <a16:creationId xmlns:a16="http://schemas.microsoft.com/office/drawing/2014/main" id="{58F5B987-DA0B-DE4E-A3DB-E7A0F640D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605" y="3573765"/>
            <a:ext cx="2920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353" name="Text Box 80">
            <a:extLst>
              <a:ext uri="{FF2B5EF4-FFF2-40B4-BE49-F238E27FC236}">
                <a16:creationId xmlns:a16="http://schemas.microsoft.com/office/drawing/2014/main" id="{E271C2C0-9C9D-0843-979B-F9ADBEE6B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030" y="3939794"/>
            <a:ext cx="2920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354" name="Text Box 81">
            <a:extLst>
              <a:ext uri="{FF2B5EF4-FFF2-40B4-BE49-F238E27FC236}">
                <a16:creationId xmlns:a16="http://schemas.microsoft.com/office/drawing/2014/main" id="{448385CC-395B-0249-94AC-C347F1C7C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075" y="4270534"/>
            <a:ext cx="2920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355" name="Text Box 82">
            <a:extLst>
              <a:ext uri="{FF2B5EF4-FFF2-40B4-BE49-F238E27FC236}">
                <a16:creationId xmlns:a16="http://schemas.microsoft.com/office/drawing/2014/main" id="{CB1E6E3C-1D2C-0440-BB3B-C048D495B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7735" y="2092633"/>
            <a:ext cx="551754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i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lang="en-US" sz="1200" i="1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200" i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i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p(w)</a:t>
            </a:r>
          </a:p>
        </p:txBody>
      </p:sp>
      <p:sp>
        <p:nvSpPr>
          <p:cNvPr id="356" name="Text Box 83">
            <a:extLst>
              <a:ext uri="{FF2B5EF4-FFF2-40B4-BE49-F238E27FC236}">
                <a16:creationId xmlns:a16="http://schemas.microsoft.com/office/drawing/2014/main" id="{3D04A92E-6A73-6E4A-8741-77860D627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5503" y="2092632"/>
            <a:ext cx="518092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i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lang="en-US" sz="1200" i="1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sz="1200" i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i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p(x)</a:t>
            </a:r>
          </a:p>
        </p:txBody>
      </p:sp>
      <p:sp>
        <p:nvSpPr>
          <p:cNvPr id="357" name="Text Box 84">
            <a:extLst>
              <a:ext uri="{FF2B5EF4-FFF2-40B4-BE49-F238E27FC236}">
                <a16:creationId xmlns:a16="http://schemas.microsoft.com/office/drawing/2014/main" id="{2192712D-9E59-B944-BD03-C11BC4233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2179" y="2096739"/>
            <a:ext cx="518092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i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lang="en-US" sz="1200" i="1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sz="1200" i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i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p(y)</a:t>
            </a:r>
          </a:p>
        </p:txBody>
      </p:sp>
      <p:sp>
        <p:nvSpPr>
          <p:cNvPr id="358" name="Text Box 85">
            <a:extLst>
              <a:ext uri="{FF2B5EF4-FFF2-40B4-BE49-F238E27FC236}">
                <a16:creationId xmlns:a16="http://schemas.microsoft.com/office/drawing/2014/main" id="{9759BEB2-4722-4F4D-9B33-21A7ED7DE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190" y="2096205"/>
            <a:ext cx="518092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i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D(</a:t>
            </a:r>
            <a:r>
              <a:rPr lang="en-US" sz="1200" i="1" kern="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r>
              <a:rPr lang="en-US" sz="1200" i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pPr algn="ctr"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200" i="1" kern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p(z)</a:t>
            </a:r>
          </a:p>
        </p:txBody>
      </p:sp>
      <p:sp>
        <p:nvSpPr>
          <p:cNvPr id="360" name="Line 87">
            <a:extLst>
              <a:ext uri="{FF2B5EF4-FFF2-40B4-BE49-F238E27FC236}">
                <a16:creationId xmlns:a16="http://schemas.microsoft.com/office/drawing/2014/main" id="{8A5F9E13-788E-9143-9F2C-DF086CF70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4548" y="2875193"/>
            <a:ext cx="3862588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1" name="Text Box 88">
            <a:extLst>
              <a:ext uri="{FF2B5EF4-FFF2-40B4-BE49-F238E27FC236}">
                <a16:creationId xmlns:a16="http://schemas.microsoft.com/office/drawing/2014/main" id="{B5D75FC0-2828-1E41-B4E4-7454030F9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8190" y="2560182"/>
            <a:ext cx="29206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FF0000"/>
                </a:solidFill>
              </a:rPr>
              <a:t>u</a:t>
            </a:r>
          </a:p>
        </p:txBody>
      </p:sp>
      <p:sp>
        <p:nvSpPr>
          <p:cNvPr id="362" name="Line 89">
            <a:extLst>
              <a:ext uri="{FF2B5EF4-FFF2-40B4-BE49-F238E27FC236}">
                <a16:creationId xmlns:a16="http://schemas.microsoft.com/office/drawing/2014/main" id="{8BD77020-FC12-9249-83A7-84423976E65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476" y="3220681"/>
            <a:ext cx="3918524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3" name="Line 90">
            <a:extLst>
              <a:ext uri="{FF2B5EF4-FFF2-40B4-BE49-F238E27FC236}">
                <a16:creationId xmlns:a16="http://schemas.microsoft.com/office/drawing/2014/main" id="{9B928B6B-4609-A44E-A6B9-1009B9CF89E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476" y="3571386"/>
            <a:ext cx="3918524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4" name="Line 91">
            <a:extLst>
              <a:ext uri="{FF2B5EF4-FFF2-40B4-BE49-F238E27FC236}">
                <a16:creationId xmlns:a16="http://schemas.microsoft.com/office/drawing/2014/main" id="{C76CD917-F8A2-084E-A595-FE42589B9B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822" y="4270530"/>
            <a:ext cx="3958178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5" name="Line 92">
            <a:extLst>
              <a:ext uri="{FF2B5EF4-FFF2-40B4-BE49-F238E27FC236}">
                <a16:creationId xmlns:a16="http://schemas.microsoft.com/office/drawing/2014/main" id="{676FEE77-1F18-B34E-9F67-2476A2B2924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905" y="3913625"/>
            <a:ext cx="3922095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366" name="Line 93">
            <a:extLst>
              <a:ext uri="{FF2B5EF4-FFF2-40B4-BE49-F238E27FC236}">
                <a16:creationId xmlns:a16="http://schemas.microsoft.com/office/drawing/2014/main" id="{3EEF148F-9B80-C748-A557-23B2FBFF01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9512" y="4614744"/>
            <a:ext cx="3922488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367" name="Group 94">
            <a:extLst>
              <a:ext uri="{FF2B5EF4-FFF2-40B4-BE49-F238E27FC236}">
                <a16:creationId xmlns:a16="http://schemas.microsoft.com/office/drawing/2014/main" id="{558A3619-2058-4548-85D0-840189D30DCE}"/>
              </a:ext>
            </a:extLst>
          </p:cNvPr>
          <p:cNvGrpSpPr>
            <a:grpSpLocks/>
          </p:cNvGrpSpPr>
          <p:nvPr/>
        </p:nvGrpSpPr>
        <p:grpSpPr bwMode="auto">
          <a:xfrm>
            <a:off x="1752427" y="2558826"/>
            <a:ext cx="3000380" cy="329803"/>
            <a:chOff x="1289" y="1036"/>
            <a:chExt cx="2520" cy="277"/>
          </a:xfrm>
        </p:grpSpPr>
        <p:sp>
          <p:nvSpPr>
            <p:cNvPr id="368" name="Text Box 95">
              <a:extLst>
                <a:ext uri="{FF2B5EF4-FFF2-40B4-BE49-F238E27FC236}">
                  <a16:creationId xmlns:a16="http://schemas.microsoft.com/office/drawing/2014/main" id="{A9A49627-FB9F-6845-8479-4BEAC4277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1" y="1036"/>
              <a:ext cx="33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  <a:latin typeface="Comic Sans MS" charset="0"/>
                </a:rPr>
                <a:t>∞ 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369" name="Text Box 96">
              <a:extLst>
                <a:ext uri="{FF2B5EF4-FFF2-40B4-BE49-F238E27FC236}">
                  <a16:creationId xmlns:a16="http://schemas.microsoft.com/office/drawing/2014/main" id="{41F7B139-E678-B342-AD4B-7706825D14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1" y="1042"/>
              <a:ext cx="33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  <a:latin typeface="Comic Sans MS" charset="0"/>
                </a:rPr>
                <a:t>∞ 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370" name="Text Box 97">
              <a:extLst>
                <a:ext uri="{FF2B5EF4-FFF2-40B4-BE49-F238E27FC236}">
                  <a16:creationId xmlns:a16="http://schemas.microsoft.com/office/drawing/2014/main" id="{5B097C3C-A220-B449-93F9-E7D23003D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9" y="1038"/>
              <a:ext cx="38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7,u</a:t>
              </a:r>
            </a:p>
          </p:txBody>
        </p:sp>
        <p:sp>
          <p:nvSpPr>
            <p:cNvPr id="371" name="Text Box 98">
              <a:extLst>
                <a:ext uri="{FF2B5EF4-FFF2-40B4-BE49-F238E27FC236}">
                  <a16:creationId xmlns:a16="http://schemas.microsoft.com/office/drawing/2014/main" id="{A0B94B27-CE7D-C949-AB21-F3E5E557F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5" y="1041"/>
              <a:ext cx="38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3,u</a:t>
              </a:r>
            </a:p>
          </p:txBody>
        </p:sp>
        <p:sp>
          <p:nvSpPr>
            <p:cNvPr id="372" name="Text Box 99">
              <a:extLst>
                <a:ext uri="{FF2B5EF4-FFF2-40B4-BE49-F238E27FC236}">
                  <a16:creationId xmlns:a16="http://schemas.microsoft.com/office/drawing/2014/main" id="{8F8C77A4-ABDE-6E4B-A507-A4A1C104D5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7" y="1038"/>
              <a:ext cx="38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5,u</a:t>
              </a:r>
            </a:p>
          </p:txBody>
        </p:sp>
      </p:grpSp>
      <p:sp>
        <p:nvSpPr>
          <p:cNvPr id="373" name="Text Box 100">
            <a:extLst>
              <a:ext uri="{FF2B5EF4-FFF2-40B4-BE49-F238E27FC236}">
                <a16:creationId xmlns:a16="http://schemas.microsoft.com/office/drawing/2014/main" id="{ACA0D86F-02A7-B84B-A3AB-5BBFB524F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062" y="2898475"/>
            <a:ext cx="431528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uw</a:t>
            </a:r>
          </a:p>
        </p:txBody>
      </p:sp>
      <p:grpSp>
        <p:nvGrpSpPr>
          <p:cNvPr id="374" name="Group 101">
            <a:extLst>
              <a:ext uri="{FF2B5EF4-FFF2-40B4-BE49-F238E27FC236}">
                <a16:creationId xmlns:a16="http://schemas.microsoft.com/office/drawing/2014/main" id="{BC7C6C04-9C61-5440-80EF-C809C32DFA20}"/>
              </a:ext>
            </a:extLst>
          </p:cNvPr>
          <p:cNvGrpSpPr>
            <a:grpSpLocks/>
          </p:cNvGrpSpPr>
          <p:nvPr/>
        </p:nvGrpSpPr>
        <p:grpSpPr bwMode="auto">
          <a:xfrm>
            <a:off x="1760758" y="2888124"/>
            <a:ext cx="2996803" cy="338138"/>
            <a:chOff x="1289" y="1004"/>
            <a:chExt cx="2517" cy="284"/>
          </a:xfrm>
        </p:grpSpPr>
        <p:sp>
          <p:nvSpPr>
            <p:cNvPr id="375" name="Text Box 102">
              <a:extLst>
                <a:ext uri="{FF2B5EF4-FFF2-40B4-BE49-F238E27FC236}">
                  <a16:creationId xmlns:a16="http://schemas.microsoft.com/office/drawing/2014/main" id="{ABAEF0CA-F3B4-3F40-B673-304562BCE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8" y="1004"/>
              <a:ext cx="338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  <a:latin typeface="Comic Sans MS" charset="0"/>
                </a:rPr>
                <a:t>∞ 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376" name="Text Box 103">
              <a:extLst>
                <a:ext uri="{FF2B5EF4-FFF2-40B4-BE49-F238E27FC236}">
                  <a16:creationId xmlns:a16="http://schemas.microsoft.com/office/drawing/2014/main" id="{E1707184-54DA-3043-95FA-5D25894790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1" y="1014"/>
              <a:ext cx="52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11</a:t>
              </a:r>
              <a:r>
                <a:rPr lang="en-US" sz="1500" kern="0" dirty="0">
                  <a:solidFill>
                    <a:srgbClr val="000000"/>
                  </a:solidFill>
                </a:rPr>
                <a:t>,w</a:t>
              </a:r>
              <a:r>
                <a:rPr lang="en-US" sz="1500" kern="0" dirty="0">
                  <a:solidFill>
                    <a:srgbClr val="000000"/>
                  </a:solidFill>
                  <a:latin typeface="Comic Sans MS" charset="0"/>
                </a:rPr>
                <a:t> 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377" name="Text Box 104">
              <a:extLst>
                <a:ext uri="{FF2B5EF4-FFF2-40B4-BE49-F238E27FC236}">
                  <a16:creationId xmlns:a16="http://schemas.microsoft.com/office/drawing/2014/main" id="{D3F92256-ECF4-674D-BB01-22E8F81019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9" y="1017"/>
              <a:ext cx="40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6,w</a:t>
              </a:r>
            </a:p>
          </p:txBody>
        </p:sp>
        <p:sp>
          <p:nvSpPr>
            <p:cNvPr id="378" name="Text Box 105">
              <a:extLst>
                <a:ext uri="{FF2B5EF4-FFF2-40B4-BE49-F238E27FC236}">
                  <a16:creationId xmlns:a16="http://schemas.microsoft.com/office/drawing/2014/main" id="{71B35D57-CA7D-E747-B1BC-4BCC98CEE5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8" y="1015"/>
              <a:ext cx="15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79" name="Text Box 106">
              <a:extLst>
                <a:ext uri="{FF2B5EF4-FFF2-40B4-BE49-F238E27FC236}">
                  <a16:creationId xmlns:a16="http://schemas.microsoft.com/office/drawing/2014/main" id="{05FF3FA7-68BA-E148-B1AB-F1DC697DD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0" y="1013"/>
              <a:ext cx="39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5,u</a:t>
              </a:r>
            </a:p>
          </p:txBody>
        </p:sp>
      </p:grpSp>
      <p:grpSp>
        <p:nvGrpSpPr>
          <p:cNvPr id="380" name="Group 107">
            <a:extLst>
              <a:ext uri="{FF2B5EF4-FFF2-40B4-BE49-F238E27FC236}">
                <a16:creationId xmlns:a16="http://schemas.microsoft.com/office/drawing/2014/main" id="{7E2626C5-CF93-9948-940E-8D5F72A7FC73}"/>
              </a:ext>
            </a:extLst>
          </p:cNvPr>
          <p:cNvGrpSpPr>
            <a:grpSpLocks/>
          </p:cNvGrpSpPr>
          <p:nvPr/>
        </p:nvGrpSpPr>
        <p:grpSpPr bwMode="auto">
          <a:xfrm>
            <a:off x="1752385" y="3224423"/>
            <a:ext cx="3050382" cy="333375"/>
            <a:chOff x="1289" y="1008"/>
            <a:chExt cx="2562" cy="280"/>
          </a:xfrm>
        </p:grpSpPr>
        <p:sp>
          <p:nvSpPr>
            <p:cNvPr id="381" name="Text Box 108">
              <a:extLst>
                <a:ext uri="{FF2B5EF4-FFF2-40B4-BE49-F238E27FC236}">
                  <a16:creationId xmlns:a16="http://schemas.microsoft.com/office/drawing/2014/main" id="{AFBD965A-43AF-524E-B4A9-98B0171545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5" y="1011"/>
              <a:ext cx="48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14</a:t>
              </a:r>
              <a:r>
                <a:rPr lang="en-US" sz="1500" kern="0" dirty="0">
                  <a:solidFill>
                    <a:srgbClr val="000000"/>
                  </a:solidFill>
                </a:rPr>
                <a:t>,x </a:t>
              </a:r>
            </a:p>
          </p:txBody>
        </p:sp>
        <p:sp>
          <p:nvSpPr>
            <p:cNvPr id="382" name="Text Box 109">
              <a:extLst>
                <a:ext uri="{FF2B5EF4-FFF2-40B4-BE49-F238E27FC236}">
                  <a16:creationId xmlns:a16="http://schemas.microsoft.com/office/drawing/2014/main" id="{AC0F38BE-BBC3-6F4E-B9EA-051436270F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6" y="1008"/>
              <a:ext cx="51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11,</a:t>
              </a:r>
              <a:r>
                <a:rPr lang="en-US" sz="1500" kern="0" dirty="0">
                  <a:solidFill>
                    <a:srgbClr val="000000"/>
                  </a:solidFill>
                </a:rPr>
                <a:t>w 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  <p:sp>
          <p:nvSpPr>
            <p:cNvPr id="383" name="Text Box 110">
              <a:extLst>
                <a:ext uri="{FF2B5EF4-FFF2-40B4-BE49-F238E27FC236}">
                  <a16:creationId xmlns:a16="http://schemas.microsoft.com/office/drawing/2014/main" id="{A05F7448-12D1-D84F-9CDE-912BCF72A0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9" y="1017"/>
              <a:ext cx="407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6,w</a:t>
              </a:r>
            </a:p>
          </p:txBody>
        </p:sp>
        <p:sp>
          <p:nvSpPr>
            <p:cNvPr id="384" name="Text Box 111">
              <a:extLst>
                <a:ext uri="{FF2B5EF4-FFF2-40B4-BE49-F238E27FC236}">
                  <a16:creationId xmlns:a16="http://schemas.microsoft.com/office/drawing/2014/main" id="{FD8E90C8-7E27-9944-8C71-AF1BD02336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8" y="1015"/>
              <a:ext cx="15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85" name="Text Box 112">
              <a:extLst>
                <a:ext uri="{FF2B5EF4-FFF2-40B4-BE49-F238E27FC236}">
                  <a16:creationId xmlns:a16="http://schemas.microsoft.com/office/drawing/2014/main" id="{42882C9F-E751-B44C-9ECC-51EC29977C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1" y="1016"/>
              <a:ext cx="15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00" kern="0" dirty="0">
                <a:solidFill>
                  <a:srgbClr val="000000"/>
                </a:solidFill>
              </a:endParaRPr>
            </a:p>
          </p:txBody>
        </p:sp>
      </p:grpSp>
      <p:sp>
        <p:nvSpPr>
          <p:cNvPr id="386" name="Oval 113">
            <a:extLst>
              <a:ext uri="{FF2B5EF4-FFF2-40B4-BE49-F238E27FC236}">
                <a16:creationId xmlns:a16="http://schemas.microsoft.com/office/drawing/2014/main" id="{CA07159E-E1BA-F141-B1FF-A9FEC3ABC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357" y="2555054"/>
            <a:ext cx="496058" cy="304781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87" name="Oval 114">
            <a:extLst>
              <a:ext uri="{FF2B5EF4-FFF2-40B4-BE49-F238E27FC236}">
                <a16:creationId xmlns:a16="http://schemas.microsoft.com/office/drawing/2014/main" id="{62801FA1-0308-3F47-AABC-89A1C31D0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7628" y="2896697"/>
            <a:ext cx="509862" cy="305199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88" name="Text Box 115">
            <a:extLst>
              <a:ext uri="{FF2B5EF4-FFF2-40B4-BE49-F238E27FC236}">
                <a16:creationId xmlns:a16="http://schemas.microsoft.com/office/drawing/2014/main" id="{FDC188CB-240A-384E-B25B-A5EC55C65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790" y="3253544"/>
            <a:ext cx="52770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uwx</a:t>
            </a:r>
          </a:p>
        </p:txBody>
      </p:sp>
      <p:sp>
        <p:nvSpPr>
          <p:cNvPr id="389" name="Oval 116">
            <a:extLst>
              <a:ext uri="{FF2B5EF4-FFF2-40B4-BE49-F238E27FC236}">
                <a16:creationId xmlns:a16="http://schemas.microsoft.com/office/drawing/2014/main" id="{B75F5C54-5678-6548-96E7-8FA9101FC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0643" y="3238541"/>
            <a:ext cx="499373" cy="318823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90" name="Text Box 117">
            <a:extLst>
              <a:ext uri="{FF2B5EF4-FFF2-40B4-BE49-F238E27FC236}">
                <a16:creationId xmlns:a16="http://schemas.microsoft.com/office/drawing/2014/main" id="{842A56D7-E405-6242-9B11-D34F99B3B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238" y="3597534"/>
            <a:ext cx="63793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uwxv</a:t>
            </a:r>
          </a:p>
        </p:txBody>
      </p:sp>
      <p:grpSp>
        <p:nvGrpSpPr>
          <p:cNvPr id="391" name="Group 118">
            <a:extLst>
              <a:ext uri="{FF2B5EF4-FFF2-40B4-BE49-F238E27FC236}">
                <a16:creationId xmlns:a16="http://schemas.microsoft.com/office/drawing/2014/main" id="{24891FB7-CCEA-1C44-8641-F1973787CC8B}"/>
              </a:ext>
            </a:extLst>
          </p:cNvPr>
          <p:cNvGrpSpPr>
            <a:grpSpLocks/>
          </p:cNvGrpSpPr>
          <p:nvPr/>
        </p:nvGrpSpPr>
        <p:grpSpPr bwMode="auto">
          <a:xfrm>
            <a:off x="3608627" y="3587208"/>
            <a:ext cx="1204913" cy="322660"/>
            <a:chOff x="1812" y="2756"/>
            <a:chExt cx="1012" cy="271"/>
          </a:xfrm>
        </p:grpSpPr>
        <p:sp>
          <p:nvSpPr>
            <p:cNvPr id="392" name="Text Box 119">
              <a:extLst>
                <a:ext uri="{FF2B5EF4-FFF2-40B4-BE49-F238E27FC236}">
                  <a16:creationId xmlns:a16="http://schemas.microsoft.com/office/drawing/2014/main" id="{FDD3AD43-F8C3-954D-8CC1-37DDA254D1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8" y="2756"/>
              <a:ext cx="486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14</a:t>
              </a:r>
              <a:r>
                <a:rPr lang="en-US" sz="1500" kern="0" dirty="0">
                  <a:solidFill>
                    <a:srgbClr val="000000"/>
                  </a:solidFill>
                </a:rPr>
                <a:t>,x </a:t>
              </a:r>
            </a:p>
          </p:txBody>
        </p:sp>
        <p:sp>
          <p:nvSpPr>
            <p:cNvPr id="393" name="Text Box 120">
              <a:extLst>
                <a:ext uri="{FF2B5EF4-FFF2-40B4-BE49-F238E27FC236}">
                  <a16:creationId xmlns:a16="http://schemas.microsoft.com/office/drawing/2014/main" id="{A5A6672A-2DAC-A548-AE0D-9C0BEAE1F4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2" y="2756"/>
              <a:ext cx="48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</a:rPr>
                <a:t>10,</a:t>
              </a:r>
              <a:r>
                <a:rPr lang="en-US" sz="1500" kern="0" dirty="0">
                  <a:solidFill>
                    <a:srgbClr val="000000"/>
                  </a:solidFill>
                </a:rPr>
                <a:t>v 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</p:grpSp>
      <p:sp>
        <p:nvSpPr>
          <p:cNvPr id="394" name="Oval 121">
            <a:extLst>
              <a:ext uri="{FF2B5EF4-FFF2-40B4-BE49-F238E27FC236}">
                <a16:creationId xmlns:a16="http://schemas.microsoft.com/office/drawing/2014/main" id="{611DDB78-2B7E-2542-9D8B-A5C45FB4E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6088" y="3596260"/>
            <a:ext cx="507437" cy="29502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95" name="Text Box 122">
            <a:extLst>
              <a:ext uri="{FF2B5EF4-FFF2-40B4-BE49-F238E27FC236}">
                <a16:creationId xmlns:a16="http://schemas.microsoft.com/office/drawing/2014/main" id="{8C60FCAA-A8DF-9E4E-9A07-3A30DE5CF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292" y="3937603"/>
            <a:ext cx="72006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uwxvy</a:t>
            </a:r>
          </a:p>
        </p:txBody>
      </p:sp>
      <p:sp>
        <p:nvSpPr>
          <p:cNvPr id="396" name="Text Box 123">
            <a:extLst>
              <a:ext uri="{FF2B5EF4-FFF2-40B4-BE49-F238E27FC236}">
                <a16:creationId xmlns:a16="http://schemas.microsoft.com/office/drawing/2014/main" id="{F1BFAA7C-7ACD-2F4D-86BB-F5DA8784B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5966" y="3928977"/>
            <a:ext cx="53077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</a:rPr>
              <a:t>12</a:t>
            </a:r>
            <a:r>
              <a:rPr lang="en-US" sz="1500" kern="0" dirty="0">
                <a:solidFill>
                  <a:srgbClr val="000000"/>
                </a:solidFill>
              </a:rPr>
              <a:t>,y </a:t>
            </a:r>
          </a:p>
        </p:txBody>
      </p:sp>
      <p:sp>
        <p:nvSpPr>
          <p:cNvPr id="397" name="Oval 124">
            <a:extLst>
              <a:ext uri="{FF2B5EF4-FFF2-40B4-BE49-F238E27FC236}">
                <a16:creationId xmlns:a16="http://schemas.microsoft.com/office/drawing/2014/main" id="{0595C3F1-3B4E-AC41-9EFD-C0BB66A3E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1833" y="3954917"/>
            <a:ext cx="530817" cy="291836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000000"/>
              </a:solidFill>
              <a:latin typeface="Comic Sans MS" charset="0"/>
              <a:ea typeface="ＭＳ Ｐゴシック" charset="0"/>
            </a:endParaRPr>
          </a:p>
        </p:txBody>
      </p:sp>
      <p:sp>
        <p:nvSpPr>
          <p:cNvPr id="398" name="Rectangle 125">
            <a:extLst>
              <a:ext uri="{FF2B5EF4-FFF2-40B4-BE49-F238E27FC236}">
                <a16:creationId xmlns:a16="http://schemas.microsoft.com/office/drawing/2014/main" id="{0037DF6F-3A02-DE43-B518-773A20FBE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330" y="4796072"/>
            <a:ext cx="6682985" cy="1065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57175" indent="-257175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</a:pPr>
            <a:r>
              <a:rPr lang="en-US" sz="2100" dirty="0">
                <a:solidFill>
                  <a:srgbClr val="CC0000"/>
                </a:solidFill>
                <a:latin typeface="Calibri" panose="020F0502020204030204"/>
                <a:ea typeface="ＭＳ Ｐゴシック" charset="0"/>
              </a:rPr>
              <a:t>notes: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Calibri" panose="020F0502020204030204"/>
                <a:ea typeface="ＭＳ Ｐゴシック" charset="0"/>
              </a:rPr>
              <a:t>construct least-cost-path tree by tracing predecessor nodes</a:t>
            </a:r>
          </a:p>
          <a:p>
            <a:pPr marL="257175" indent="-257175" defTabSz="6858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Calibri" panose="020F0502020204030204"/>
                <a:ea typeface="ＭＳ Ｐゴシック" charset="0"/>
              </a:rPr>
              <a:t>ties can exist (can be broken arbitrarily)</a:t>
            </a:r>
          </a:p>
        </p:txBody>
      </p:sp>
      <p:sp>
        <p:nvSpPr>
          <p:cNvPr id="399" name="Line 126">
            <a:extLst>
              <a:ext uri="{FF2B5EF4-FFF2-40B4-BE49-F238E27FC236}">
                <a16:creationId xmlns:a16="http://schemas.microsoft.com/office/drawing/2014/main" id="{C99F0D07-C97F-7244-BE7D-62DDB539F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8438" y="3461145"/>
            <a:ext cx="4429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0" name="Line 127">
            <a:extLst>
              <a:ext uri="{FF2B5EF4-FFF2-40B4-BE49-F238E27FC236}">
                <a16:creationId xmlns:a16="http://schemas.microsoft.com/office/drawing/2014/main" id="{8F3B222C-0283-4642-B404-4B8A996A5A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15816" y="3469826"/>
            <a:ext cx="1097756" cy="90368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1" name="Line 128">
            <a:extLst>
              <a:ext uri="{FF2B5EF4-FFF2-40B4-BE49-F238E27FC236}">
                <a16:creationId xmlns:a16="http://schemas.microsoft.com/office/drawing/2014/main" id="{F0DFADDD-C351-D342-B3F8-01384E3240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9225" y="3512147"/>
            <a:ext cx="7144" cy="78581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2" name="Line 129">
            <a:extLst>
              <a:ext uri="{FF2B5EF4-FFF2-40B4-BE49-F238E27FC236}">
                <a16:creationId xmlns:a16="http://schemas.microsoft.com/office/drawing/2014/main" id="{917DAF3B-7743-C54C-9109-8A2DC35908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83317" y="2173282"/>
            <a:ext cx="759619" cy="122158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3" name="Line 130">
            <a:extLst>
              <a:ext uri="{FF2B5EF4-FFF2-40B4-BE49-F238E27FC236}">
                <a16:creationId xmlns:a16="http://schemas.microsoft.com/office/drawing/2014/main" id="{F3B9ECBE-8021-EC4B-8E7D-26831A93BE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70126" y="3463527"/>
            <a:ext cx="70842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35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404" name="Text Box 131">
            <a:extLst>
              <a:ext uri="{FF2B5EF4-FFF2-40B4-BE49-F238E27FC236}">
                <a16:creationId xmlns:a16="http://schemas.microsoft.com/office/drawing/2014/main" id="{F5BA4ED6-2050-C341-8B0F-1599D2341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625" y="4295978"/>
            <a:ext cx="81624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 kern="0" dirty="0">
                <a:solidFill>
                  <a:srgbClr val="000000"/>
                </a:solidFill>
              </a:rPr>
              <a:t>uwxvyz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5D16F8-4952-FE4D-91E2-4F6D021B6D74}"/>
              </a:ext>
            </a:extLst>
          </p:cNvPr>
          <p:cNvCxnSpPr/>
          <p:nvPr/>
        </p:nvCxnSpPr>
        <p:spPr>
          <a:xfrm>
            <a:off x="501004" y="2532738"/>
            <a:ext cx="4233891" cy="0"/>
          </a:xfrm>
          <a:prstGeom prst="line">
            <a:avLst/>
          </a:prstGeom>
          <a:ln w="25400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" name="TextBox 511">
            <a:extLst>
              <a:ext uri="{FF2B5EF4-FFF2-40B4-BE49-F238E27FC236}">
                <a16:creationId xmlns:a16="http://schemas.microsoft.com/office/drawing/2014/main" id="{1F94D8F7-F56C-4044-B4A2-EFA8658B0151}"/>
              </a:ext>
            </a:extLst>
          </p:cNvPr>
          <p:cNvSpPr txBox="1"/>
          <p:nvPr/>
        </p:nvSpPr>
        <p:spPr>
          <a:xfrm>
            <a:off x="1897095" y="1895510"/>
            <a:ext cx="27781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350" i="1" dirty="0">
                <a:solidFill>
                  <a:srgbClr val="FF0000"/>
                </a:solidFill>
                <a:latin typeface="Calibri" panose="020F0502020204030204"/>
              </a:rPr>
              <a:t>v</a:t>
            </a: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7F4BE64D-5BB6-3946-92A1-758E1216783E}"/>
              </a:ext>
            </a:extLst>
          </p:cNvPr>
          <p:cNvSpPr txBox="1"/>
          <p:nvPr/>
        </p:nvSpPr>
        <p:spPr>
          <a:xfrm>
            <a:off x="2530379" y="1893966"/>
            <a:ext cx="27781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350" i="1" dirty="0">
                <a:solidFill>
                  <a:srgbClr val="FF0000"/>
                </a:solidFill>
                <a:latin typeface="Calibri" panose="020F0502020204030204"/>
              </a:rPr>
              <a:t>w</a:t>
            </a: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A1DE38EA-067E-254B-81F2-AFB941CD30A7}"/>
              </a:ext>
            </a:extLst>
          </p:cNvPr>
          <p:cNvSpPr txBox="1"/>
          <p:nvPr/>
        </p:nvSpPr>
        <p:spPr>
          <a:xfrm>
            <a:off x="3191465" y="1892421"/>
            <a:ext cx="27781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350" i="1" dirty="0">
                <a:solidFill>
                  <a:srgbClr val="FF0000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1FC94161-DABC-FD40-9A12-0A0B92FB9413}"/>
              </a:ext>
            </a:extLst>
          </p:cNvPr>
          <p:cNvSpPr txBox="1"/>
          <p:nvPr/>
        </p:nvSpPr>
        <p:spPr>
          <a:xfrm>
            <a:off x="3824750" y="1890876"/>
            <a:ext cx="27781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350" i="1" dirty="0">
                <a:solidFill>
                  <a:srgbClr val="FF0000"/>
                </a:solidFill>
                <a:latin typeface="Calibri" panose="020F0502020204030204"/>
              </a:rPr>
              <a:t>y</a:t>
            </a: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288BE9D6-D8FD-304E-9D68-FE3AAEE6F204}"/>
              </a:ext>
            </a:extLst>
          </p:cNvPr>
          <p:cNvSpPr txBox="1"/>
          <p:nvPr/>
        </p:nvSpPr>
        <p:spPr>
          <a:xfrm>
            <a:off x="4476569" y="1889331"/>
            <a:ext cx="27781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350" i="1" dirty="0">
                <a:solidFill>
                  <a:srgbClr val="FF0000"/>
                </a:solidFill>
                <a:latin typeface="Calibri" panose="020F0502020204030204"/>
              </a:rPr>
              <a:t>z</a:t>
            </a:r>
          </a:p>
        </p:txBody>
      </p: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CCBC2688-EEF7-0A41-A1D1-FD3592861590}"/>
              </a:ext>
            </a:extLst>
          </p:cNvPr>
          <p:cNvGrpSpPr/>
          <p:nvPr/>
        </p:nvGrpSpPr>
        <p:grpSpPr>
          <a:xfrm>
            <a:off x="1328352" y="1928427"/>
            <a:ext cx="1442651" cy="1239537"/>
            <a:chOff x="1771136" y="1428236"/>
            <a:chExt cx="1923534" cy="1652716"/>
          </a:xfrm>
        </p:grpSpPr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3C2FF37F-A919-434C-8979-051B31CFD835}"/>
                </a:ext>
              </a:extLst>
            </p:cNvPr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515" name="Straight Arrow Connector 514">
              <a:extLst>
                <a:ext uri="{FF2B5EF4-FFF2-40B4-BE49-F238E27FC236}">
                  <a16:creationId xmlns:a16="http://schemas.microsoft.com/office/drawing/2014/main" id="{6361C28B-7EB6-4E49-801C-002A7038AF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7973" y="1686697"/>
              <a:ext cx="1414851" cy="1143000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4" name="Oval 423">
              <a:extLst>
                <a:ext uri="{FF2B5EF4-FFF2-40B4-BE49-F238E27FC236}">
                  <a16:creationId xmlns:a16="http://schemas.microsoft.com/office/drawing/2014/main" id="{5CDBFCDB-3AB4-FE47-9C83-3D6DE05B385E}"/>
                </a:ext>
              </a:extLst>
            </p:cNvPr>
            <p:cNvSpPr/>
            <p:nvPr/>
          </p:nvSpPr>
          <p:spPr>
            <a:xfrm>
              <a:off x="1771136" y="278542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420" name="Group 419">
            <a:extLst>
              <a:ext uri="{FF2B5EF4-FFF2-40B4-BE49-F238E27FC236}">
                <a16:creationId xmlns:a16="http://schemas.microsoft.com/office/drawing/2014/main" id="{34492E69-FC51-D44D-A0DF-E498D79FEC0F}"/>
              </a:ext>
            </a:extLst>
          </p:cNvPr>
          <p:cNvGrpSpPr/>
          <p:nvPr/>
        </p:nvGrpSpPr>
        <p:grpSpPr>
          <a:xfrm>
            <a:off x="1359245" y="1922248"/>
            <a:ext cx="2054310" cy="1610240"/>
            <a:chOff x="955590" y="1428236"/>
            <a:chExt cx="2739080" cy="2146986"/>
          </a:xfrm>
        </p:grpSpPr>
        <p:sp>
          <p:nvSpPr>
            <p:cNvPr id="421" name="Oval 420">
              <a:extLst>
                <a:ext uri="{FF2B5EF4-FFF2-40B4-BE49-F238E27FC236}">
                  <a16:creationId xmlns:a16="http://schemas.microsoft.com/office/drawing/2014/main" id="{8B78A21D-0C51-5E40-A873-B41F0061767F}"/>
                </a:ext>
              </a:extLst>
            </p:cNvPr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422" name="Straight Arrow Connector 421">
              <a:extLst>
                <a:ext uri="{FF2B5EF4-FFF2-40B4-BE49-F238E27FC236}">
                  <a16:creationId xmlns:a16="http://schemas.microsoft.com/office/drawing/2014/main" id="{E057DF8D-CA83-344B-BC32-922BE22FB3C6}"/>
                </a:ext>
              </a:extLst>
            </p:cNvPr>
            <p:cNvCxnSpPr>
              <a:cxnSpLocks/>
              <a:endCxn id="426" idx="7"/>
            </p:cNvCxnSpPr>
            <p:nvPr/>
          </p:nvCxnSpPr>
          <p:spPr>
            <a:xfrm flipH="1">
              <a:off x="1224541" y="1686697"/>
              <a:ext cx="2198284" cy="1636273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6" name="Oval 425">
              <a:extLst>
                <a:ext uri="{FF2B5EF4-FFF2-40B4-BE49-F238E27FC236}">
                  <a16:creationId xmlns:a16="http://schemas.microsoft.com/office/drawing/2014/main" id="{1144855E-246F-7640-9688-9DE68CCDF895}"/>
                </a:ext>
              </a:extLst>
            </p:cNvPr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5C63813B-DF47-A04D-AB7C-06783AC116F7}"/>
              </a:ext>
            </a:extLst>
          </p:cNvPr>
          <p:cNvGrpSpPr/>
          <p:nvPr/>
        </p:nvGrpSpPr>
        <p:grpSpPr>
          <a:xfrm>
            <a:off x="1390136" y="1920705"/>
            <a:ext cx="742949" cy="1948505"/>
            <a:chOff x="955590" y="977215"/>
            <a:chExt cx="990599" cy="2598007"/>
          </a:xfrm>
        </p:grpSpPr>
        <p:sp>
          <p:nvSpPr>
            <p:cNvPr id="429" name="Oval 428">
              <a:extLst>
                <a:ext uri="{FF2B5EF4-FFF2-40B4-BE49-F238E27FC236}">
                  <a16:creationId xmlns:a16="http://schemas.microsoft.com/office/drawing/2014/main" id="{D4DF0F4E-4FAB-7E4A-B79C-58901FD967B2}"/>
                </a:ext>
              </a:extLst>
            </p:cNvPr>
            <p:cNvSpPr/>
            <p:nvPr/>
          </p:nvSpPr>
          <p:spPr>
            <a:xfrm>
              <a:off x="1631093" y="977215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430" name="Straight Arrow Connector 429">
              <a:extLst>
                <a:ext uri="{FF2B5EF4-FFF2-40B4-BE49-F238E27FC236}">
                  <a16:creationId xmlns:a16="http://schemas.microsoft.com/office/drawing/2014/main" id="{253E7A77-3CD8-4444-8652-326E4122CA29}"/>
                </a:ext>
              </a:extLst>
            </p:cNvPr>
            <p:cNvCxnSpPr>
              <a:cxnSpLocks/>
              <a:stCxn id="429" idx="4"/>
              <a:endCxn id="431" idx="0"/>
            </p:cNvCxnSpPr>
            <p:nvPr/>
          </p:nvCxnSpPr>
          <p:spPr>
            <a:xfrm flipH="1">
              <a:off x="1113138" y="1272747"/>
              <a:ext cx="675503" cy="2006943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1" name="Oval 430">
              <a:extLst>
                <a:ext uri="{FF2B5EF4-FFF2-40B4-BE49-F238E27FC236}">
                  <a16:creationId xmlns:a16="http://schemas.microsoft.com/office/drawing/2014/main" id="{77F07FF7-2B96-0646-A06A-6A4413FB14D0}"/>
                </a:ext>
              </a:extLst>
            </p:cNvPr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0CCDB2C5-7C8F-BA48-8528-642609B263D7}"/>
              </a:ext>
            </a:extLst>
          </p:cNvPr>
          <p:cNvGrpSpPr/>
          <p:nvPr/>
        </p:nvGrpSpPr>
        <p:grpSpPr>
          <a:xfrm>
            <a:off x="1436474" y="1934603"/>
            <a:ext cx="2610365" cy="2286773"/>
            <a:chOff x="955590" y="526192"/>
            <a:chExt cx="3480486" cy="3049030"/>
          </a:xfrm>
        </p:grpSpPr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B6DFCC8C-1043-294A-BBDC-453DCF8BA68B}"/>
                </a:ext>
              </a:extLst>
            </p:cNvPr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436" name="Straight Arrow Connector 435">
              <a:extLst>
                <a:ext uri="{FF2B5EF4-FFF2-40B4-BE49-F238E27FC236}">
                  <a16:creationId xmlns:a16="http://schemas.microsoft.com/office/drawing/2014/main" id="{97B46750-16A8-574E-A52F-46729E9F7031}"/>
                </a:ext>
              </a:extLst>
            </p:cNvPr>
            <p:cNvCxnSpPr>
              <a:cxnSpLocks/>
              <a:stCxn id="435" idx="3"/>
              <a:endCxn id="437" idx="7"/>
            </p:cNvCxnSpPr>
            <p:nvPr/>
          </p:nvCxnSpPr>
          <p:spPr>
            <a:xfrm flipH="1">
              <a:off x="1224541" y="778444"/>
              <a:ext cx="2942584" cy="2544526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904708D2-FA76-7B48-81BA-5EC9975951EB}"/>
                </a:ext>
              </a:extLst>
            </p:cNvPr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D192E325-2F11-F54E-90FD-CBE3F2807D0F}"/>
              </a:ext>
            </a:extLst>
          </p:cNvPr>
          <p:cNvGrpSpPr/>
          <p:nvPr/>
        </p:nvGrpSpPr>
        <p:grpSpPr>
          <a:xfrm>
            <a:off x="1379326" y="1923791"/>
            <a:ext cx="3314699" cy="2652842"/>
            <a:chOff x="16477" y="526192"/>
            <a:chExt cx="4419599" cy="3537122"/>
          </a:xfrm>
        </p:grpSpPr>
        <p:sp>
          <p:nvSpPr>
            <p:cNvPr id="440" name="Oval 439">
              <a:extLst>
                <a:ext uri="{FF2B5EF4-FFF2-40B4-BE49-F238E27FC236}">
                  <a16:creationId xmlns:a16="http://schemas.microsoft.com/office/drawing/2014/main" id="{10536CE6-8D99-2348-945A-2105D954DF20}"/>
                </a:ext>
              </a:extLst>
            </p:cNvPr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441" name="Straight Arrow Connector 440">
              <a:extLst>
                <a:ext uri="{FF2B5EF4-FFF2-40B4-BE49-F238E27FC236}">
                  <a16:creationId xmlns:a16="http://schemas.microsoft.com/office/drawing/2014/main" id="{F0B19E82-F38B-574C-B89D-511382F96E8E}"/>
                </a:ext>
              </a:extLst>
            </p:cNvPr>
            <p:cNvCxnSpPr>
              <a:cxnSpLocks/>
              <a:stCxn id="440" idx="3"/>
              <a:endCxn id="442" idx="7"/>
            </p:cNvCxnSpPr>
            <p:nvPr/>
          </p:nvCxnSpPr>
          <p:spPr>
            <a:xfrm flipH="1">
              <a:off x="285428" y="778444"/>
              <a:ext cx="3881697" cy="3032618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2" name="Oval 441">
              <a:extLst>
                <a:ext uri="{FF2B5EF4-FFF2-40B4-BE49-F238E27FC236}">
                  <a16:creationId xmlns:a16="http://schemas.microsoft.com/office/drawing/2014/main" id="{532A319F-9E77-E440-8542-72A35376DAE1}"/>
                </a:ext>
              </a:extLst>
            </p:cNvPr>
            <p:cNvSpPr/>
            <p:nvPr/>
          </p:nvSpPr>
          <p:spPr>
            <a:xfrm>
              <a:off x="16477" y="3767782"/>
              <a:ext cx="315096" cy="29553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004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1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6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1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10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6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1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1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" grpId="0"/>
      <p:bldP spid="386" grpId="0" animBg="1"/>
      <p:bldP spid="387" grpId="0" animBg="1"/>
      <p:bldP spid="388" grpId="0"/>
      <p:bldP spid="389" grpId="0" animBg="1"/>
      <p:bldP spid="390" grpId="0"/>
      <p:bldP spid="394" grpId="0" animBg="1"/>
      <p:bldP spid="395" grpId="0"/>
      <p:bldP spid="396" grpId="0"/>
      <p:bldP spid="397" grpId="0" animBg="1"/>
      <p:bldP spid="398" grpId="0"/>
      <p:bldP spid="399" grpId="0" animBg="1"/>
      <p:bldP spid="400" grpId="0" animBg="1"/>
      <p:bldP spid="401" grpId="0" animBg="1"/>
      <p:bldP spid="402" grpId="0" animBg="1"/>
      <p:bldP spid="403" grpId="0" animBg="1"/>
      <p:bldP spid="40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27BFF1-5DCE-D642-8EFE-FACB1C97E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0" dirty="0">
                <a:latin typeface="+mn-lt"/>
              </a:rPr>
              <a:t>Dijkstra’s algorithm: discussion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209919-D77F-0EFE-6237-AFC640C8C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46" name="Slide Number Placeholder 4">
            <a:extLst>
              <a:ext uri="{FF2B5EF4-FFF2-40B4-BE49-F238E27FC236}">
                <a16:creationId xmlns:a16="http://schemas.microsoft.com/office/drawing/2014/main" id="{5DC8F37A-7230-5148-88D9-265AE5AD3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>
              <a:defRPr/>
            </a:pPr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>
                <a:defRPr/>
              </a:pPr>
              <a:t>25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444" name="Rectangle 3">
            <a:extLst>
              <a:ext uri="{FF2B5EF4-FFF2-40B4-BE49-F238E27FC236}">
                <a16:creationId xmlns:a16="http://schemas.microsoft.com/office/drawing/2014/main" id="{6E59D8FF-3BFC-9E4A-88AA-D168D119E03B}"/>
              </a:ext>
            </a:extLst>
          </p:cNvPr>
          <p:cNvSpPr txBox="1">
            <a:spLocks noChangeArrowheads="1"/>
          </p:cNvSpPr>
          <p:nvPr/>
        </p:nvSpPr>
        <p:spPr>
          <a:xfrm>
            <a:off x="554593" y="1943101"/>
            <a:ext cx="6532007" cy="143637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sz="2100" dirty="0">
                <a:solidFill>
                  <a:srgbClr val="CC0000"/>
                </a:solidFill>
                <a:latin typeface="Calibri" panose="020F0502020204030204"/>
              </a:rPr>
              <a:t>algorithm complexity:</a:t>
            </a: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 </a:t>
            </a:r>
            <a:r>
              <a:rPr lang="en-US" sz="21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nodes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each of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iteration: need to check all nodes,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w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, not in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+1)/2 comparisons: O(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baseline="30000" dirty="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) complexity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more efficient implementations possible: O(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log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</p:txBody>
      </p:sp>
      <p:sp>
        <p:nvSpPr>
          <p:cNvPr id="445" name="Rectangle 3">
            <a:extLst>
              <a:ext uri="{FF2B5EF4-FFF2-40B4-BE49-F238E27FC236}">
                <a16:creationId xmlns:a16="http://schemas.microsoft.com/office/drawing/2014/main" id="{37555C05-2A0C-8E42-A9BE-7ECBAF0D8C2D}"/>
              </a:ext>
            </a:extLst>
          </p:cNvPr>
          <p:cNvSpPr txBox="1">
            <a:spLocks noChangeArrowheads="1"/>
          </p:cNvSpPr>
          <p:nvPr/>
        </p:nvSpPr>
        <p:spPr>
          <a:xfrm>
            <a:off x="546973" y="3390901"/>
            <a:ext cx="8482727" cy="1748789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sz="2100" dirty="0">
                <a:solidFill>
                  <a:srgbClr val="CC0000"/>
                </a:solidFill>
                <a:latin typeface="Calibri" panose="020F0502020204030204"/>
              </a:rPr>
              <a:t>message complexity:</a:t>
            </a: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 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each router must </a:t>
            </a:r>
            <a:r>
              <a:rPr lang="en-US" sz="1800" i="1" dirty="0">
                <a:solidFill>
                  <a:srgbClr val="0000A8"/>
                </a:solidFill>
                <a:latin typeface="Calibri" panose="020F0502020204030204"/>
              </a:rPr>
              <a:t>broadcast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its link state information to other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routers 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efficient (and interesting!) broadcast algorithms: O(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) link crossings to disseminate a broadcast message from one source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each router’s message crosses O(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) links: overall message complexity: O(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baseline="30000" dirty="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37390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719AE-B1B9-90B4-C7A9-C40C5C5D0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8603"/>
            <a:ext cx="7886700" cy="4857748"/>
          </a:xfrm>
        </p:spPr>
        <p:txBody>
          <a:bodyPr>
            <a:normAutofit/>
          </a:bodyPr>
          <a:lstStyle/>
          <a:p>
            <a:r>
              <a:rPr lang="en-US" dirty="0"/>
              <a:t>routing protocols</a:t>
            </a:r>
          </a:p>
          <a:p>
            <a:pPr lvl="1"/>
            <a:r>
              <a:rPr lang="en-US" dirty="0"/>
              <a:t>introduction</a:t>
            </a:r>
          </a:p>
          <a:p>
            <a:pPr lvl="1"/>
            <a:r>
              <a:rPr lang="en-US" dirty="0"/>
              <a:t>link state</a:t>
            </a:r>
          </a:p>
          <a:p>
            <a:pPr lvl="1"/>
            <a:r>
              <a:rPr lang="en-US" dirty="0"/>
              <a:t>distance vector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7263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544A75-190C-D540-8EFD-BF5721D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Distance vector algorithm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AD535FA-3323-5A43-A352-F3C8C44E3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97631" indent="0">
              <a:buNone/>
            </a:pPr>
            <a:r>
              <a:rPr lang="en-US" sz="2400" dirty="0"/>
              <a:t>Based on </a:t>
            </a:r>
            <a:r>
              <a:rPr lang="en-US" sz="2400" i="1" dirty="0">
                <a:solidFill>
                  <a:srgbClr val="0000A8"/>
                </a:solidFill>
              </a:rPr>
              <a:t>Bellman-Ford</a:t>
            </a:r>
            <a:r>
              <a:rPr lang="en-US" sz="2400" dirty="0"/>
              <a:t> (BF) equation (dynamic programming):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8655F-134F-9941-B2F1-519DACDBD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27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FFC0ED4-C8EE-C348-BF6A-3B5057DBF745}"/>
              </a:ext>
            </a:extLst>
          </p:cNvPr>
          <p:cNvGrpSpPr/>
          <p:nvPr/>
        </p:nvGrpSpPr>
        <p:grpSpPr>
          <a:xfrm>
            <a:off x="1426907" y="2737670"/>
            <a:ext cx="6640692" cy="2068461"/>
            <a:chOff x="1902542" y="2507226"/>
            <a:chExt cx="8854256" cy="2757948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16172113-4B9B-B44F-B37E-0F9E92FBDD0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803423" y="3288890"/>
              <a:ext cx="7953375" cy="1976284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92500" lnSpcReduction="10000"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64319" indent="-166688" defTabSz="685800">
                <a:spcBef>
                  <a:spcPts val="750"/>
                </a:spcBef>
                <a:buNone/>
              </a:pPr>
              <a:r>
                <a:rPr lang="en-US" sz="225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Let </a:t>
              </a:r>
              <a:r>
                <a:rPr lang="en-US" sz="2250" i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en-US" sz="2250" i="1" baseline="-250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2250" i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(y): </a:t>
              </a:r>
              <a:r>
                <a:rPr lang="en-US" sz="225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cost of least-cost path from </a:t>
              </a:r>
              <a:r>
                <a:rPr lang="en-US" sz="2250" i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225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to </a:t>
              </a:r>
              <a:r>
                <a:rPr lang="en-US" sz="2250" i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r>
                <a:rPr lang="en-US" sz="225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marL="264319" indent="-166688" defTabSz="685800">
                <a:spcBef>
                  <a:spcPts val="750"/>
                </a:spcBef>
                <a:buNone/>
              </a:pPr>
              <a:r>
                <a:rPr lang="en-US" sz="225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Then:</a:t>
              </a:r>
            </a:p>
            <a:p>
              <a:pPr marL="264319" indent="-166688" defTabSz="685800">
                <a:spcBef>
                  <a:spcPts val="750"/>
                </a:spcBef>
                <a:buNone/>
              </a:pPr>
              <a:r>
                <a:rPr lang="en-US" sz="21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sz="24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</a:t>
              </a:r>
              <a:r>
                <a:rPr lang="en-US" sz="2400" i="1" baseline="-250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sz="24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(y) = </a:t>
              </a:r>
              <a:r>
                <a:rPr lang="en-US" sz="24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min</a:t>
              </a:r>
              <a:r>
                <a:rPr lang="en-US" sz="2400" i="1" baseline="-250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sz="24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{ c</a:t>
              </a:r>
              <a:r>
                <a:rPr lang="en-US" sz="2400" i="1" baseline="-250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x,v </a:t>
              </a:r>
              <a:r>
                <a:rPr lang="en-US" sz="24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 D</a:t>
              </a:r>
              <a:r>
                <a:rPr lang="en-US" sz="2400" i="1" baseline="-25000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  <a:r>
                <a:rPr lang="en-US" sz="2400" i="1" dirty="0">
                  <a:solidFill>
                    <a:srgbClr val="CC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(y) }</a:t>
              </a:r>
            </a:p>
            <a:p>
              <a:pPr marL="264319" indent="-166688" defTabSz="685800">
                <a:spcBef>
                  <a:spcPts val="750"/>
                </a:spcBef>
                <a:buNone/>
              </a:pPr>
              <a:r>
                <a:rPr lang="en-US" sz="24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</a:p>
            <a:p>
              <a:pPr marL="264319" indent="-166688" defTabSz="685800">
                <a:spcBef>
                  <a:spcPts val="750"/>
                </a:spcBef>
                <a:buNone/>
              </a:pPr>
              <a:endParaRPr lang="en-US" sz="2100" dirty="0">
                <a:solidFill>
                  <a:prstClr val="black"/>
                </a:solidFill>
                <a:latin typeface="Gill Sans MT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B5C580C-1126-504E-8FA4-8CD48ACEC90C}"/>
                </a:ext>
              </a:extLst>
            </p:cNvPr>
            <p:cNvSpPr/>
            <p:nvPr/>
          </p:nvSpPr>
          <p:spPr>
            <a:xfrm>
              <a:off x="1902542" y="2743199"/>
              <a:ext cx="8686800" cy="2182761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9693CD9-8C4E-4040-AB87-525C3BB2DD5B}"/>
                </a:ext>
              </a:extLst>
            </p:cNvPr>
            <p:cNvSpPr txBox="1"/>
            <p:nvPr/>
          </p:nvSpPr>
          <p:spPr>
            <a:xfrm>
              <a:off x="2418735" y="2507226"/>
              <a:ext cx="3114015" cy="492443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dirty="0">
                  <a:solidFill>
                    <a:srgbClr val="C00000"/>
                  </a:solidFill>
                  <a:latin typeface="Calibri" panose="020F0502020204030204"/>
                </a:rPr>
                <a:t>Bellman-Ford equation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AC9B7B6-F48D-464C-80B7-D4E3FFE8A0DD}"/>
              </a:ext>
            </a:extLst>
          </p:cNvPr>
          <p:cNvGrpSpPr/>
          <p:nvPr/>
        </p:nvGrpSpPr>
        <p:grpSpPr>
          <a:xfrm>
            <a:off x="661605" y="4414282"/>
            <a:ext cx="3387594" cy="1194419"/>
            <a:chOff x="2040982" y="4374411"/>
            <a:chExt cx="4516792" cy="1592559"/>
          </a:xfrm>
        </p:grpSpPr>
        <p:sp>
          <p:nvSpPr>
            <p:cNvPr id="13" name="Text Box 8">
              <a:extLst>
                <a:ext uri="{FF2B5EF4-FFF2-40B4-BE49-F238E27FC236}">
                  <a16:creationId xmlns:a16="http://schemas.microsoft.com/office/drawing/2014/main" id="{3EF53877-706D-1B4F-97A3-D4D8AB9B34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0982" y="5474527"/>
              <a:ext cx="4516792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defTabSz="685800"/>
              <a:r>
                <a:rPr lang="en-US" sz="1800" i="1" dirty="0">
                  <a:solidFill>
                    <a:prstClr val="black"/>
                  </a:solidFill>
                  <a:latin typeface="Calibri" panose="020F0502020204030204"/>
                </a:rPr>
                <a:t>min</a:t>
              </a: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 taken over all neighbors</a:t>
              </a:r>
              <a:r>
                <a:rPr lang="en-US" sz="1800" i="1" dirty="0">
                  <a:solidFill>
                    <a:prstClr val="black"/>
                  </a:solidFill>
                  <a:latin typeface="Calibri" panose="020F0502020204030204"/>
                </a:rPr>
                <a:t> v </a:t>
              </a: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of </a:t>
              </a:r>
              <a:r>
                <a:rPr lang="en-US" sz="1800" i="1" dirty="0">
                  <a:solidFill>
                    <a:prstClr val="black"/>
                  </a:solidFill>
                  <a:latin typeface="Calibri" panose="020F0502020204030204"/>
                </a:rPr>
                <a:t>x</a:t>
              </a:r>
            </a:p>
          </p:txBody>
        </p:sp>
        <p:sp>
          <p:nvSpPr>
            <p:cNvPr id="15" name="Line 10">
              <a:extLst>
                <a:ext uri="{FF2B5EF4-FFF2-40B4-BE49-F238E27FC236}">
                  <a16:creationId xmlns:a16="http://schemas.microsoft.com/office/drawing/2014/main" id="{C88D2D32-84DC-074E-91A8-72F035B28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9694" y="4374411"/>
              <a:ext cx="0" cy="1357464"/>
            </a:xfrm>
            <a:prstGeom prst="line">
              <a:avLst/>
            </a:prstGeom>
            <a:noFill/>
            <a:ln w="12700">
              <a:solidFill>
                <a:srgbClr val="0000A8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9653ED9-AAD1-2C47-B7F8-1C4C9C2392B7}"/>
              </a:ext>
            </a:extLst>
          </p:cNvPr>
          <p:cNvGrpSpPr/>
          <p:nvPr/>
        </p:nvGrpSpPr>
        <p:grpSpPr>
          <a:xfrm>
            <a:off x="4867813" y="4370804"/>
            <a:ext cx="3698128" cy="827706"/>
            <a:chOff x="6490417" y="4684735"/>
            <a:chExt cx="4930837" cy="1103607"/>
          </a:xfrm>
        </p:grpSpPr>
        <p:sp>
          <p:nvSpPr>
            <p:cNvPr id="14" name="Text Box 9">
              <a:extLst>
                <a:ext uri="{FF2B5EF4-FFF2-40B4-BE49-F238E27FC236}">
                  <a16:creationId xmlns:a16="http://schemas.microsoft.com/office/drawing/2014/main" id="{84D3DDF1-A07C-4944-BFAD-0934045A41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0417" y="5295900"/>
              <a:ext cx="4930837" cy="492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defTabSz="685800"/>
              <a:r>
                <a:rPr lang="en-US" sz="1800" i="1" dirty="0">
                  <a:solidFill>
                    <a:prstClr val="black"/>
                  </a:solidFill>
                  <a:latin typeface="Calibri" panose="020F0502020204030204"/>
                </a:rPr>
                <a:t>v</a:t>
              </a: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’s estimated least-cost-path cost to </a:t>
              </a:r>
              <a:r>
                <a:rPr lang="en-US" sz="1800" i="1" dirty="0">
                  <a:solidFill>
                    <a:prstClr val="black"/>
                  </a:solidFill>
                  <a:latin typeface="Calibri" panose="020F0502020204030204"/>
                </a:rPr>
                <a:t>y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97FA599-E18E-564C-8B44-C47AC16DEB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89107" y="4684735"/>
              <a:ext cx="0" cy="713983"/>
            </a:xfrm>
            <a:prstGeom prst="line">
              <a:avLst/>
            </a:prstGeom>
            <a:ln w="12700">
              <a:solidFill>
                <a:srgbClr val="0000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9DDF3FC-7958-1A4C-9958-CFEED50F7D04}"/>
              </a:ext>
            </a:extLst>
          </p:cNvPr>
          <p:cNvGrpSpPr/>
          <p:nvPr/>
        </p:nvGrpSpPr>
        <p:grpSpPr>
          <a:xfrm>
            <a:off x="4424119" y="4419339"/>
            <a:ext cx="2854628" cy="1215442"/>
            <a:chOff x="5898825" y="4749453"/>
            <a:chExt cx="3806171" cy="1620590"/>
          </a:xfrm>
        </p:grpSpPr>
        <p:sp>
          <p:nvSpPr>
            <p:cNvPr id="12" name="Text Box 7">
              <a:extLst>
                <a:ext uri="{FF2B5EF4-FFF2-40B4-BE49-F238E27FC236}">
                  <a16:creationId xmlns:a16="http://schemas.microsoft.com/office/drawing/2014/main" id="{4E51D062-C026-C442-99A3-A58F234CF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8825" y="5877600"/>
              <a:ext cx="3806171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defTabSz="685800"/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direct cost of link from</a:t>
              </a:r>
              <a:r>
                <a:rPr lang="en-US" sz="1800" i="1" dirty="0">
                  <a:solidFill>
                    <a:prstClr val="black"/>
                  </a:solidFill>
                  <a:latin typeface="Calibri" panose="020F0502020204030204"/>
                </a:rPr>
                <a:t> x </a:t>
              </a:r>
              <a:r>
                <a:rPr lang="en-US" sz="1800" dirty="0">
                  <a:solidFill>
                    <a:prstClr val="black"/>
                  </a:solidFill>
                  <a:latin typeface="Calibri" panose="020F0502020204030204"/>
                </a:rPr>
                <a:t>to </a:t>
              </a:r>
              <a:r>
                <a:rPr lang="en-US" sz="1800" i="1" dirty="0">
                  <a:solidFill>
                    <a:prstClr val="black"/>
                  </a:solidFill>
                  <a:latin typeface="Calibri" panose="020F0502020204030204"/>
                </a:rPr>
                <a:t>v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BA47127-1CA2-C945-9F12-07114230EB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1847" y="4749453"/>
              <a:ext cx="0" cy="1338196"/>
            </a:xfrm>
            <a:prstGeom prst="line">
              <a:avLst/>
            </a:prstGeom>
            <a:ln w="12700">
              <a:solidFill>
                <a:srgbClr val="0000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0071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544A75-190C-D540-8EFD-BF5721D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Bellman-Ford Example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0D629D-84B5-7D98-93EB-8929467D0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8655F-134F-9941-B2F1-519DACDBD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28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101" name="Freeform 4">
            <a:extLst>
              <a:ext uri="{FF2B5EF4-FFF2-40B4-BE49-F238E27FC236}">
                <a16:creationId xmlns:a16="http://schemas.microsoft.com/office/drawing/2014/main" id="{B3361BDC-FC6E-7D45-AF3A-D0E68A57BA18}"/>
              </a:ext>
            </a:extLst>
          </p:cNvPr>
          <p:cNvSpPr>
            <a:spLocks/>
          </p:cNvSpPr>
          <p:nvPr/>
        </p:nvSpPr>
        <p:spPr bwMode="auto">
          <a:xfrm>
            <a:off x="1098672" y="2790451"/>
            <a:ext cx="2678906" cy="1677591"/>
          </a:xfrm>
          <a:custGeom>
            <a:avLst/>
            <a:gdLst>
              <a:gd name="T0" fmla="*/ 0 w 2250"/>
              <a:gd name="T1" fmla="*/ 624 h 1409"/>
              <a:gd name="T2" fmla="*/ 219 w 2250"/>
              <a:gd name="T3" fmla="*/ 321 h 1409"/>
              <a:gd name="T4" fmla="*/ 529 w 2250"/>
              <a:gd name="T5" fmla="*/ 35 h 1409"/>
              <a:gd name="T6" fmla="*/ 1551 w 2250"/>
              <a:gd name="T7" fmla="*/ 111 h 1409"/>
              <a:gd name="T8" fmla="*/ 1968 w 2250"/>
              <a:gd name="T9" fmla="*/ 483 h 1409"/>
              <a:gd name="T10" fmla="*/ 2199 w 2250"/>
              <a:gd name="T11" fmla="*/ 906 h 1409"/>
              <a:gd name="T12" fmla="*/ 1659 w 2250"/>
              <a:gd name="T13" fmla="*/ 1314 h 1409"/>
              <a:gd name="T14" fmla="*/ 993 w 2250"/>
              <a:gd name="T15" fmla="*/ 1386 h 1409"/>
              <a:gd name="T16" fmla="*/ 465 w 2250"/>
              <a:gd name="T17" fmla="*/ 1356 h 1409"/>
              <a:gd name="T18" fmla="*/ 102 w 2250"/>
              <a:gd name="T19" fmla="*/ 1068 h 1409"/>
              <a:gd name="T20" fmla="*/ 0 w 2250"/>
              <a:gd name="T21" fmla="*/ 624 h 140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250"/>
              <a:gd name="T34" fmla="*/ 0 h 1409"/>
              <a:gd name="T35" fmla="*/ 2250 w 2250"/>
              <a:gd name="T36" fmla="*/ 1409 h 140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250" h="1409">
                <a:moveTo>
                  <a:pt x="0" y="624"/>
                </a:moveTo>
                <a:cubicBezTo>
                  <a:pt x="5" y="506"/>
                  <a:pt x="131" y="419"/>
                  <a:pt x="219" y="321"/>
                </a:cubicBezTo>
                <a:cubicBezTo>
                  <a:pt x="307" y="223"/>
                  <a:pt x="307" y="70"/>
                  <a:pt x="529" y="35"/>
                </a:cubicBezTo>
                <a:cubicBezTo>
                  <a:pt x="751" y="0"/>
                  <a:pt x="1311" y="36"/>
                  <a:pt x="1551" y="111"/>
                </a:cubicBezTo>
                <a:cubicBezTo>
                  <a:pt x="1791" y="186"/>
                  <a:pt x="1860" y="351"/>
                  <a:pt x="1968" y="483"/>
                </a:cubicBezTo>
                <a:cubicBezTo>
                  <a:pt x="2076" y="615"/>
                  <a:pt x="2250" y="767"/>
                  <a:pt x="2199" y="906"/>
                </a:cubicBezTo>
                <a:cubicBezTo>
                  <a:pt x="2148" y="1045"/>
                  <a:pt x="1860" y="1234"/>
                  <a:pt x="1659" y="1314"/>
                </a:cubicBezTo>
                <a:cubicBezTo>
                  <a:pt x="1458" y="1394"/>
                  <a:pt x="1192" y="1379"/>
                  <a:pt x="993" y="1386"/>
                </a:cubicBezTo>
                <a:cubicBezTo>
                  <a:pt x="794" y="1393"/>
                  <a:pt x="613" y="1409"/>
                  <a:pt x="465" y="1356"/>
                </a:cubicBezTo>
                <a:cubicBezTo>
                  <a:pt x="317" y="1303"/>
                  <a:pt x="180" y="1190"/>
                  <a:pt x="102" y="1068"/>
                </a:cubicBezTo>
                <a:cubicBezTo>
                  <a:pt x="24" y="946"/>
                  <a:pt x="21" y="716"/>
                  <a:pt x="0" y="6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2" name="Freeform 5">
            <a:extLst>
              <a:ext uri="{FF2B5EF4-FFF2-40B4-BE49-F238E27FC236}">
                <a16:creationId xmlns:a16="http://schemas.microsoft.com/office/drawing/2014/main" id="{EB384ECE-A843-C347-B24C-9E275CEAC2CD}"/>
              </a:ext>
            </a:extLst>
          </p:cNvPr>
          <p:cNvSpPr>
            <a:spLocks/>
          </p:cNvSpPr>
          <p:nvPr/>
        </p:nvSpPr>
        <p:spPr bwMode="auto">
          <a:xfrm>
            <a:off x="1480909" y="3430745"/>
            <a:ext cx="407194" cy="221456"/>
          </a:xfrm>
          <a:custGeom>
            <a:avLst/>
            <a:gdLst>
              <a:gd name="T0" fmla="*/ 0 w 342"/>
              <a:gd name="T1" fmla="*/ 186 h 186"/>
              <a:gd name="T2" fmla="*/ 342 w 342"/>
              <a:gd name="T3" fmla="*/ 0 h 186"/>
              <a:gd name="T4" fmla="*/ 0 60000 65536"/>
              <a:gd name="T5" fmla="*/ 0 60000 65536"/>
              <a:gd name="T6" fmla="*/ 0 w 342"/>
              <a:gd name="T7" fmla="*/ 0 h 186"/>
              <a:gd name="T8" fmla="*/ 342 w 34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3" name="Oval 6">
            <a:extLst>
              <a:ext uri="{FF2B5EF4-FFF2-40B4-BE49-F238E27FC236}">
                <a16:creationId xmlns:a16="http://schemas.microsoft.com/office/drawing/2014/main" id="{AB39D95A-2416-9A44-A4A8-038FB65B4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1346" y="3718876"/>
            <a:ext cx="372666" cy="9644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4" name="Line 7">
            <a:extLst>
              <a:ext uri="{FF2B5EF4-FFF2-40B4-BE49-F238E27FC236}">
                <a16:creationId xmlns:a16="http://schemas.microsoft.com/office/drawing/2014/main" id="{E78BA6E9-D2DE-3B4C-B8F0-0B60FECF11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1346" y="3710542"/>
            <a:ext cx="0" cy="5953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5" name="Line 8">
            <a:extLst>
              <a:ext uri="{FF2B5EF4-FFF2-40B4-BE49-F238E27FC236}">
                <a16:creationId xmlns:a16="http://schemas.microsoft.com/office/drawing/2014/main" id="{A0D47CD4-5213-7747-B8ED-B82CB1DF3F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4012" y="3710542"/>
            <a:ext cx="0" cy="5953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6" name="Rectangle 9">
            <a:extLst>
              <a:ext uri="{FF2B5EF4-FFF2-40B4-BE49-F238E27FC236}">
                <a16:creationId xmlns:a16="http://schemas.microsoft.com/office/drawing/2014/main" id="{9CC7A1F3-7121-9A4D-8ED5-61BE06416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1347" y="3710541"/>
            <a:ext cx="369094" cy="58341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07" name="Oval 10">
            <a:extLst>
              <a:ext uri="{FF2B5EF4-FFF2-40B4-BE49-F238E27FC236}">
                <a16:creationId xmlns:a16="http://schemas.microsoft.com/office/drawing/2014/main" id="{942A74E2-4B12-2844-8247-4DD1081A4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775" y="3640295"/>
            <a:ext cx="372666" cy="11311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3" name="Oval 26">
            <a:extLst>
              <a:ext uri="{FF2B5EF4-FFF2-40B4-BE49-F238E27FC236}">
                <a16:creationId xmlns:a16="http://schemas.microsoft.com/office/drawing/2014/main" id="{74166FED-9DB6-AE4B-B5E4-19FFE3324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6044" y="4176076"/>
            <a:ext cx="372666" cy="9644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4" name="Line 27">
            <a:extLst>
              <a:ext uri="{FF2B5EF4-FFF2-40B4-BE49-F238E27FC236}">
                <a16:creationId xmlns:a16="http://schemas.microsoft.com/office/drawing/2014/main" id="{69186391-9606-034D-9306-C735925D82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6044" y="4167742"/>
            <a:ext cx="0" cy="5953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5" name="Line 28">
            <a:extLst>
              <a:ext uri="{FF2B5EF4-FFF2-40B4-BE49-F238E27FC236}">
                <a16:creationId xmlns:a16="http://schemas.microsoft.com/office/drawing/2014/main" id="{75BB6334-D1C4-D94A-BA99-4367AA9581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8709" y="4167742"/>
            <a:ext cx="0" cy="5953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6" name="Rectangle 29">
            <a:extLst>
              <a:ext uri="{FF2B5EF4-FFF2-40B4-BE49-F238E27FC236}">
                <a16:creationId xmlns:a16="http://schemas.microsoft.com/office/drawing/2014/main" id="{4D831A84-D0A6-2A4D-89B7-0B39B1BD8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6044" y="4167741"/>
            <a:ext cx="369094" cy="58341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7" name="Oval 30">
            <a:extLst>
              <a:ext uri="{FF2B5EF4-FFF2-40B4-BE49-F238E27FC236}">
                <a16:creationId xmlns:a16="http://schemas.microsoft.com/office/drawing/2014/main" id="{D0D42B8D-5E2B-7841-A6D2-30BC21485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2471" y="4097495"/>
            <a:ext cx="372666" cy="11311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8" name="Oval 31">
            <a:extLst>
              <a:ext uri="{FF2B5EF4-FFF2-40B4-BE49-F238E27FC236}">
                <a16:creationId xmlns:a16="http://schemas.microsoft.com/office/drawing/2014/main" id="{12DF998B-81DA-CA49-8C5F-CC780FA09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8746" y="3770072"/>
            <a:ext cx="372666" cy="96441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29" name="Line 32">
            <a:extLst>
              <a:ext uri="{FF2B5EF4-FFF2-40B4-BE49-F238E27FC236}">
                <a16:creationId xmlns:a16="http://schemas.microsoft.com/office/drawing/2014/main" id="{0931E746-EEC9-4149-B22C-B128CADA6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8746" y="3761739"/>
            <a:ext cx="0" cy="5953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30" name="Line 33">
            <a:extLst>
              <a:ext uri="{FF2B5EF4-FFF2-40B4-BE49-F238E27FC236}">
                <a16:creationId xmlns:a16="http://schemas.microsoft.com/office/drawing/2014/main" id="{18A78410-02D9-124E-8247-E082F13220B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01412" y="3761739"/>
            <a:ext cx="0" cy="5953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31" name="Rectangle 34">
            <a:extLst>
              <a:ext uri="{FF2B5EF4-FFF2-40B4-BE49-F238E27FC236}">
                <a16:creationId xmlns:a16="http://schemas.microsoft.com/office/drawing/2014/main" id="{200B969E-4AA3-A14C-AF42-EAA87444E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8747" y="3761738"/>
            <a:ext cx="369094" cy="58341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32" name="Oval 35">
            <a:extLst>
              <a:ext uri="{FF2B5EF4-FFF2-40B4-BE49-F238E27FC236}">
                <a16:creationId xmlns:a16="http://schemas.microsoft.com/office/drawing/2014/main" id="{79F8363D-C882-3044-8464-7FCFFC28C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5175" y="3691491"/>
            <a:ext cx="372666" cy="113110"/>
          </a:xfrm>
          <a:prstGeom prst="ellipse">
            <a:avLst/>
          </a:prstGeom>
          <a:solidFill>
            <a:srgbClr val="CCCC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33" name="Freeform 36">
            <a:extLst>
              <a:ext uri="{FF2B5EF4-FFF2-40B4-BE49-F238E27FC236}">
                <a16:creationId xmlns:a16="http://schemas.microsoft.com/office/drawing/2014/main" id="{C5ED50C5-F56B-144B-B077-B4B2FEDC3660}"/>
              </a:ext>
            </a:extLst>
          </p:cNvPr>
          <p:cNvSpPr>
            <a:spLocks/>
          </p:cNvSpPr>
          <p:nvPr/>
        </p:nvSpPr>
        <p:spPr bwMode="auto">
          <a:xfrm>
            <a:off x="2741781" y="3462892"/>
            <a:ext cx="1191" cy="621506"/>
          </a:xfrm>
          <a:custGeom>
            <a:avLst/>
            <a:gdLst>
              <a:gd name="T0" fmla="*/ 0 w 1"/>
              <a:gd name="T1" fmla="*/ 0 h 522"/>
              <a:gd name="T2" fmla="*/ 0 w 1"/>
              <a:gd name="T3" fmla="*/ 522 h 522"/>
              <a:gd name="T4" fmla="*/ 0 60000 65536"/>
              <a:gd name="T5" fmla="*/ 0 60000 65536"/>
              <a:gd name="T6" fmla="*/ 0 w 1"/>
              <a:gd name="T7" fmla="*/ 0 h 522"/>
              <a:gd name="T8" fmla="*/ 1 w 1"/>
              <a:gd name="T9" fmla="*/ 522 h 5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22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34" name="Freeform 37">
            <a:extLst>
              <a:ext uri="{FF2B5EF4-FFF2-40B4-BE49-F238E27FC236}">
                <a16:creationId xmlns:a16="http://schemas.microsoft.com/office/drawing/2014/main" id="{A19ED863-F302-4C4B-BF32-9ED18D75863D}"/>
              </a:ext>
            </a:extLst>
          </p:cNvPr>
          <p:cNvSpPr>
            <a:spLocks/>
          </p:cNvSpPr>
          <p:nvPr/>
        </p:nvSpPr>
        <p:spPr bwMode="auto">
          <a:xfrm>
            <a:off x="1916678" y="3470035"/>
            <a:ext cx="1191" cy="639366"/>
          </a:xfrm>
          <a:custGeom>
            <a:avLst/>
            <a:gdLst>
              <a:gd name="T0" fmla="*/ 0 w 1"/>
              <a:gd name="T1" fmla="*/ 0 h 537"/>
              <a:gd name="T2" fmla="*/ 0 w 1"/>
              <a:gd name="T3" fmla="*/ 537 h 537"/>
              <a:gd name="T4" fmla="*/ 0 60000 65536"/>
              <a:gd name="T5" fmla="*/ 0 60000 65536"/>
              <a:gd name="T6" fmla="*/ 0 w 1"/>
              <a:gd name="T7" fmla="*/ 0 h 537"/>
              <a:gd name="T8" fmla="*/ 1 w 1"/>
              <a:gd name="T9" fmla="*/ 537 h 53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37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35" name="Freeform 38">
            <a:extLst>
              <a:ext uri="{FF2B5EF4-FFF2-40B4-BE49-F238E27FC236}">
                <a16:creationId xmlns:a16="http://schemas.microsoft.com/office/drawing/2014/main" id="{6BF3134C-2B3E-1548-AB3D-A3BDFF4F4A5C}"/>
              </a:ext>
            </a:extLst>
          </p:cNvPr>
          <p:cNvSpPr>
            <a:spLocks/>
          </p:cNvSpPr>
          <p:nvPr/>
        </p:nvSpPr>
        <p:spPr bwMode="auto">
          <a:xfrm>
            <a:off x="2113131" y="3452176"/>
            <a:ext cx="600075" cy="714375"/>
          </a:xfrm>
          <a:custGeom>
            <a:avLst/>
            <a:gdLst>
              <a:gd name="T0" fmla="*/ 0 w 378"/>
              <a:gd name="T1" fmla="*/ 11993521 h 174"/>
              <a:gd name="T2" fmla="*/ 5035 w 378"/>
              <a:gd name="T3" fmla="*/ 0 h 174"/>
              <a:gd name="T4" fmla="*/ 0 60000 65536"/>
              <a:gd name="T5" fmla="*/ 0 60000 65536"/>
              <a:gd name="T6" fmla="*/ 0 w 378"/>
              <a:gd name="T7" fmla="*/ 0 h 174"/>
              <a:gd name="T8" fmla="*/ 378 w 378"/>
              <a:gd name="T9" fmla="*/ 174 h 1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36" name="Freeform 39">
            <a:extLst>
              <a:ext uri="{FF2B5EF4-FFF2-40B4-BE49-F238E27FC236}">
                <a16:creationId xmlns:a16="http://schemas.microsoft.com/office/drawing/2014/main" id="{C6245707-E1A1-D049-ABCA-63F805299AF1}"/>
              </a:ext>
            </a:extLst>
          </p:cNvPr>
          <p:cNvSpPr>
            <a:spLocks/>
          </p:cNvSpPr>
          <p:nvPr/>
        </p:nvSpPr>
        <p:spPr bwMode="auto">
          <a:xfrm>
            <a:off x="2931090" y="3866514"/>
            <a:ext cx="435769" cy="321469"/>
          </a:xfrm>
          <a:custGeom>
            <a:avLst/>
            <a:gdLst>
              <a:gd name="T0" fmla="*/ 0 w 366"/>
              <a:gd name="T1" fmla="*/ 270 h 270"/>
              <a:gd name="T2" fmla="*/ 366 w 366"/>
              <a:gd name="T3" fmla="*/ 0 h 270"/>
              <a:gd name="T4" fmla="*/ 0 60000 65536"/>
              <a:gd name="T5" fmla="*/ 0 60000 65536"/>
              <a:gd name="T6" fmla="*/ 0 w 366"/>
              <a:gd name="T7" fmla="*/ 0 h 270"/>
              <a:gd name="T8" fmla="*/ 366 w 366"/>
              <a:gd name="T9" fmla="*/ 270 h 27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270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37" name="Freeform 40">
            <a:extLst>
              <a:ext uri="{FF2B5EF4-FFF2-40B4-BE49-F238E27FC236}">
                <a16:creationId xmlns:a16="http://schemas.microsoft.com/office/drawing/2014/main" id="{4B76FA55-0E59-6C45-8AD8-BE40BC0A5648}"/>
              </a:ext>
            </a:extLst>
          </p:cNvPr>
          <p:cNvSpPr>
            <a:spLocks/>
          </p:cNvSpPr>
          <p:nvPr/>
        </p:nvSpPr>
        <p:spPr bwMode="auto">
          <a:xfrm>
            <a:off x="2120275" y="4202270"/>
            <a:ext cx="435769" cy="1191"/>
          </a:xfrm>
          <a:custGeom>
            <a:avLst/>
            <a:gdLst>
              <a:gd name="T0" fmla="*/ 366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38" name="Freeform 41">
            <a:extLst>
              <a:ext uri="{FF2B5EF4-FFF2-40B4-BE49-F238E27FC236}">
                <a16:creationId xmlns:a16="http://schemas.microsoft.com/office/drawing/2014/main" id="{478F5CA3-540D-704B-A0A9-843221692BFB}"/>
              </a:ext>
            </a:extLst>
          </p:cNvPr>
          <p:cNvSpPr>
            <a:spLocks/>
          </p:cNvSpPr>
          <p:nvPr/>
        </p:nvSpPr>
        <p:spPr bwMode="auto">
          <a:xfrm>
            <a:off x="1416615" y="3816507"/>
            <a:ext cx="328613" cy="314325"/>
          </a:xfrm>
          <a:custGeom>
            <a:avLst/>
            <a:gdLst>
              <a:gd name="T0" fmla="*/ 276 w 276"/>
              <a:gd name="T1" fmla="*/ 264 h 264"/>
              <a:gd name="T2" fmla="*/ 0 w 276"/>
              <a:gd name="T3" fmla="*/ 0 h 264"/>
              <a:gd name="T4" fmla="*/ 0 60000 65536"/>
              <a:gd name="T5" fmla="*/ 0 60000 65536"/>
              <a:gd name="T6" fmla="*/ 0 w 276"/>
              <a:gd name="T7" fmla="*/ 0 h 264"/>
              <a:gd name="T8" fmla="*/ 276 w 276"/>
              <a:gd name="T9" fmla="*/ 264 h 26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6" h="264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39" name="Freeform 42">
            <a:extLst>
              <a:ext uri="{FF2B5EF4-FFF2-40B4-BE49-F238E27FC236}">
                <a16:creationId xmlns:a16="http://schemas.microsoft.com/office/drawing/2014/main" id="{09441A01-DB3D-8849-9E6E-B61A9E1DF7A5}"/>
              </a:ext>
            </a:extLst>
          </p:cNvPr>
          <p:cNvSpPr>
            <a:spLocks/>
          </p:cNvSpPr>
          <p:nvPr/>
        </p:nvSpPr>
        <p:spPr bwMode="auto">
          <a:xfrm>
            <a:off x="2113131" y="3380738"/>
            <a:ext cx="435769" cy="1191"/>
          </a:xfrm>
          <a:custGeom>
            <a:avLst/>
            <a:gdLst>
              <a:gd name="T0" fmla="*/ 366 w 366"/>
              <a:gd name="T1" fmla="*/ 0 h 1"/>
              <a:gd name="T2" fmla="*/ 0 w 366"/>
              <a:gd name="T3" fmla="*/ 0 h 1"/>
              <a:gd name="T4" fmla="*/ 0 60000 65536"/>
              <a:gd name="T5" fmla="*/ 0 60000 65536"/>
              <a:gd name="T6" fmla="*/ 0 w 366"/>
              <a:gd name="T7" fmla="*/ 0 h 1"/>
              <a:gd name="T8" fmla="*/ 366 w 36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66" h="1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40" name="Freeform 43">
            <a:extLst>
              <a:ext uri="{FF2B5EF4-FFF2-40B4-BE49-F238E27FC236}">
                <a16:creationId xmlns:a16="http://schemas.microsoft.com/office/drawing/2014/main" id="{FFD32857-C28D-9847-80E0-9E7FFFB0893C}"/>
              </a:ext>
            </a:extLst>
          </p:cNvPr>
          <p:cNvSpPr>
            <a:spLocks/>
          </p:cNvSpPr>
          <p:nvPr/>
        </p:nvSpPr>
        <p:spPr bwMode="auto">
          <a:xfrm>
            <a:off x="2916802" y="3377167"/>
            <a:ext cx="471488" cy="317897"/>
          </a:xfrm>
          <a:custGeom>
            <a:avLst/>
            <a:gdLst>
              <a:gd name="T0" fmla="*/ 396 w 396"/>
              <a:gd name="T1" fmla="*/ 267 h 267"/>
              <a:gd name="T2" fmla="*/ 0 w 396"/>
              <a:gd name="T3" fmla="*/ 0 h 267"/>
              <a:gd name="T4" fmla="*/ 0 60000 65536"/>
              <a:gd name="T5" fmla="*/ 0 60000 65536"/>
              <a:gd name="T6" fmla="*/ 0 w 396"/>
              <a:gd name="T7" fmla="*/ 0 h 267"/>
              <a:gd name="T8" fmla="*/ 396 w 396"/>
              <a:gd name="T9" fmla="*/ 267 h 26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96" h="267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41" name="Freeform 44">
            <a:extLst>
              <a:ext uri="{FF2B5EF4-FFF2-40B4-BE49-F238E27FC236}">
                <a16:creationId xmlns:a16="http://schemas.microsoft.com/office/drawing/2014/main" id="{95317AFD-8425-9047-82D2-5C53D86FC4B1}"/>
              </a:ext>
            </a:extLst>
          </p:cNvPr>
          <p:cNvSpPr>
            <a:spLocks/>
          </p:cNvSpPr>
          <p:nvPr/>
        </p:nvSpPr>
        <p:spPr bwMode="auto">
          <a:xfrm>
            <a:off x="1348750" y="2866388"/>
            <a:ext cx="1321594" cy="767954"/>
          </a:xfrm>
          <a:custGeom>
            <a:avLst/>
            <a:gdLst>
              <a:gd name="T0" fmla="*/ 1110 w 1110"/>
              <a:gd name="T1" fmla="*/ 342 h 645"/>
              <a:gd name="T2" fmla="*/ 0 w 1110"/>
              <a:gd name="T3" fmla="*/ 645 h 645"/>
              <a:gd name="T4" fmla="*/ 0 60000 65536"/>
              <a:gd name="T5" fmla="*/ 0 60000 65536"/>
              <a:gd name="T6" fmla="*/ 0 w 1110"/>
              <a:gd name="T7" fmla="*/ 0 h 645"/>
              <a:gd name="T8" fmla="*/ 1110 w 1110"/>
              <a:gd name="T9" fmla="*/ 645 h 64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10" h="645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350" kern="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grpSp>
        <p:nvGrpSpPr>
          <p:cNvPr id="142" name="Group 45">
            <a:extLst>
              <a:ext uri="{FF2B5EF4-FFF2-40B4-BE49-F238E27FC236}">
                <a16:creationId xmlns:a16="http://schemas.microsoft.com/office/drawing/2014/main" id="{8EA0B5C0-FA92-A244-9016-9BA3D6889A5F}"/>
              </a:ext>
            </a:extLst>
          </p:cNvPr>
          <p:cNvGrpSpPr>
            <a:grpSpLocks/>
          </p:cNvGrpSpPr>
          <p:nvPr/>
        </p:nvGrpSpPr>
        <p:grpSpPr bwMode="auto">
          <a:xfrm>
            <a:off x="1206213" y="3578382"/>
            <a:ext cx="292190" cy="322660"/>
            <a:chOff x="2934" y="2425"/>
            <a:chExt cx="249" cy="271"/>
          </a:xfrm>
        </p:grpSpPr>
        <p:sp>
          <p:nvSpPr>
            <p:cNvPr id="168" name="Rectangle 46">
              <a:extLst>
                <a:ext uri="{FF2B5EF4-FFF2-40B4-BE49-F238E27FC236}">
                  <a16:creationId xmlns:a16="http://schemas.microsoft.com/office/drawing/2014/main" id="{F6376756-4852-A74B-A929-795C12362D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9" name="Text Box 47">
              <a:extLst>
                <a:ext uri="{FF2B5EF4-FFF2-40B4-BE49-F238E27FC236}">
                  <a16:creationId xmlns:a16="http://schemas.microsoft.com/office/drawing/2014/main" id="{8D21A96D-93CD-CC4E-9802-65B183FC94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4" y="2425"/>
              <a:ext cx="24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u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43" name="Group 48">
            <a:extLst>
              <a:ext uri="{FF2B5EF4-FFF2-40B4-BE49-F238E27FC236}">
                <a16:creationId xmlns:a16="http://schemas.microsoft.com/office/drawing/2014/main" id="{BAEC1726-7585-D84C-8544-8B19570BB0D1}"/>
              </a:ext>
            </a:extLst>
          </p:cNvPr>
          <p:cNvGrpSpPr>
            <a:grpSpLocks/>
          </p:cNvGrpSpPr>
          <p:nvPr/>
        </p:nvGrpSpPr>
        <p:grpSpPr bwMode="auto">
          <a:xfrm>
            <a:off x="2604025" y="4035582"/>
            <a:ext cx="280270" cy="322660"/>
            <a:chOff x="2938" y="2425"/>
            <a:chExt cx="239" cy="271"/>
          </a:xfrm>
        </p:grpSpPr>
        <p:sp>
          <p:nvSpPr>
            <p:cNvPr id="166" name="Rectangle 49">
              <a:extLst>
                <a:ext uri="{FF2B5EF4-FFF2-40B4-BE49-F238E27FC236}">
                  <a16:creationId xmlns:a16="http://schemas.microsoft.com/office/drawing/2014/main" id="{30D6A47E-3051-2642-B778-56D0A6ADF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67" name="Text Box 50">
              <a:extLst>
                <a:ext uri="{FF2B5EF4-FFF2-40B4-BE49-F238E27FC236}">
                  <a16:creationId xmlns:a16="http://schemas.microsoft.com/office/drawing/2014/main" id="{657B88CD-80B6-9149-A47C-0E4E47210B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8" y="2425"/>
              <a:ext cx="23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500" kern="0" dirty="0">
                  <a:solidFill>
                    <a:srgbClr val="000000"/>
                  </a:solidFill>
                </a:rPr>
                <a:t>y</a:t>
              </a:r>
              <a:endParaRPr lang="en-US" sz="1800" kern="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47" name="Group 60">
            <a:extLst>
              <a:ext uri="{FF2B5EF4-FFF2-40B4-BE49-F238E27FC236}">
                <a16:creationId xmlns:a16="http://schemas.microsoft.com/office/drawing/2014/main" id="{C6605578-FE95-B24F-BADA-356BBFD8BB95}"/>
              </a:ext>
            </a:extLst>
          </p:cNvPr>
          <p:cNvGrpSpPr>
            <a:grpSpLocks/>
          </p:cNvGrpSpPr>
          <p:nvPr/>
        </p:nvGrpSpPr>
        <p:grpSpPr bwMode="auto">
          <a:xfrm>
            <a:off x="3275403" y="3592671"/>
            <a:ext cx="299592" cy="369094"/>
            <a:chOff x="2929" y="2395"/>
            <a:chExt cx="254" cy="310"/>
          </a:xfrm>
        </p:grpSpPr>
        <p:sp>
          <p:nvSpPr>
            <p:cNvPr id="158" name="Rectangle 61">
              <a:extLst>
                <a:ext uri="{FF2B5EF4-FFF2-40B4-BE49-F238E27FC236}">
                  <a16:creationId xmlns:a16="http://schemas.microsoft.com/office/drawing/2014/main" id="{41CF463B-AC90-B448-AB77-AD1A2A48F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59" name="Text Box 62">
              <a:extLst>
                <a:ext uri="{FF2B5EF4-FFF2-40B4-BE49-F238E27FC236}">
                  <a16:creationId xmlns:a16="http://schemas.microsoft.com/office/drawing/2014/main" id="{6948C996-9399-804D-A0BC-5489BB15A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9" y="2395"/>
              <a:ext cx="25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800" kern="0" dirty="0">
                  <a:solidFill>
                    <a:srgbClr val="000000"/>
                  </a:solidFill>
                </a:rPr>
                <a:t>z</a:t>
              </a:r>
            </a:p>
          </p:txBody>
        </p:sp>
      </p:grpSp>
      <p:sp>
        <p:nvSpPr>
          <p:cNvPr id="148" name="Text Box 63">
            <a:extLst>
              <a:ext uri="{FF2B5EF4-FFF2-40B4-BE49-F238E27FC236}">
                <a16:creationId xmlns:a16="http://schemas.microsoft.com/office/drawing/2014/main" id="{5119DE63-46A3-DA49-98F8-27DCAD979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1214" y="3368832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</a:rPr>
              <a:t>2</a:t>
            </a:r>
            <a:endParaRPr lang="en-US" sz="1800" kern="0" dirty="0">
              <a:solidFill>
                <a:srgbClr val="000000"/>
              </a:solidFill>
            </a:endParaRPr>
          </a:p>
        </p:txBody>
      </p:sp>
      <p:sp>
        <p:nvSpPr>
          <p:cNvPr id="149" name="Text Box 64">
            <a:extLst>
              <a:ext uri="{FF2B5EF4-FFF2-40B4-BE49-F238E27FC236}">
                <a16:creationId xmlns:a16="http://schemas.microsoft.com/office/drawing/2014/main" id="{C6DA4233-38DD-5642-A09A-BB31A7CEF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5551" y="3629578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</a:rPr>
              <a:t>2</a:t>
            </a:r>
            <a:endParaRPr lang="en-US" sz="1800" kern="0" dirty="0">
              <a:solidFill>
                <a:srgbClr val="000000"/>
              </a:solidFill>
            </a:endParaRPr>
          </a:p>
        </p:txBody>
      </p:sp>
      <p:sp>
        <p:nvSpPr>
          <p:cNvPr id="150" name="Text Box 65">
            <a:extLst>
              <a:ext uri="{FF2B5EF4-FFF2-40B4-BE49-F238E27FC236}">
                <a16:creationId xmlns:a16="http://schemas.microsoft.com/office/drawing/2014/main" id="{6E303301-D563-6140-AA2B-70CA3406E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7629" y="3883182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</a:rPr>
              <a:t>1</a:t>
            </a:r>
            <a:endParaRPr lang="en-US" sz="1800" kern="0" dirty="0">
              <a:solidFill>
                <a:srgbClr val="000000"/>
              </a:solidFill>
            </a:endParaRPr>
          </a:p>
        </p:txBody>
      </p:sp>
      <p:sp>
        <p:nvSpPr>
          <p:cNvPr id="151" name="Text Box 66">
            <a:extLst>
              <a:ext uri="{FF2B5EF4-FFF2-40B4-BE49-F238E27FC236}">
                <a16:creationId xmlns:a16="http://schemas.microsoft.com/office/drawing/2014/main" id="{CBC99722-8514-834D-85FC-347C82160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2751" y="3740307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</a:rPr>
              <a:t>3</a:t>
            </a:r>
            <a:endParaRPr lang="en-US" sz="1800" kern="0" dirty="0">
              <a:solidFill>
                <a:srgbClr val="000000"/>
              </a:solidFill>
            </a:endParaRPr>
          </a:p>
        </p:txBody>
      </p:sp>
      <p:sp>
        <p:nvSpPr>
          <p:cNvPr id="152" name="Text Box 67">
            <a:extLst>
              <a:ext uri="{FF2B5EF4-FFF2-40B4-BE49-F238E27FC236}">
                <a16:creationId xmlns:a16="http://schemas.microsoft.com/office/drawing/2014/main" id="{83B046CC-9905-9C43-9054-62843B40F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7742" y="4161788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</a:rPr>
              <a:t>1</a:t>
            </a:r>
            <a:endParaRPr lang="en-US" sz="1800" kern="0" dirty="0">
              <a:solidFill>
                <a:srgbClr val="000000"/>
              </a:solidFill>
            </a:endParaRPr>
          </a:p>
        </p:txBody>
      </p:sp>
      <p:sp>
        <p:nvSpPr>
          <p:cNvPr id="153" name="Text Box 68">
            <a:extLst>
              <a:ext uri="{FF2B5EF4-FFF2-40B4-BE49-F238E27FC236}">
                <a16:creationId xmlns:a16="http://schemas.microsoft.com/office/drawing/2014/main" id="{534112F7-D709-B040-8EB3-28DABCD69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6367" y="3651010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</a:rPr>
              <a:t>1</a:t>
            </a:r>
            <a:endParaRPr lang="en-US" sz="1800" kern="0" dirty="0">
              <a:solidFill>
                <a:srgbClr val="000000"/>
              </a:solidFill>
            </a:endParaRPr>
          </a:p>
        </p:txBody>
      </p:sp>
      <p:sp>
        <p:nvSpPr>
          <p:cNvPr id="154" name="Text Box 69">
            <a:extLst>
              <a:ext uri="{FF2B5EF4-FFF2-40B4-BE49-F238E27FC236}">
                <a16:creationId xmlns:a16="http://schemas.microsoft.com/office/drawing/2014/main" id="{23747841-C3BA-4F4A-AF0C-5509D7AD1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4992" y="3965335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</a:rPr>
              <a:t>2</a:t>
            </a:r>
            <a:endParaRPr lang="en-US" sz="1800" kern="0" dirty="0">
              <a:solidFill>
                <a:srgbClr val="000000"/>
              </a:solidFill>
            </a:endParaRPr>
          </a:p>
        </p:txBody>
      </p:sp>
      <p:sp>
        <p:nvSpPr>
          <p:cNvPr id="155" name="Text Box 70">
            <a:extLst>
              <a:ext uri="{FF2B5EF4-FFF2-40B4-BE49-F238E27FC236}">
                <a16:creationId xmlns:a16="http://schemas.microsoft.com/office/drawing/2014/main" id="{505A16BA-1B4E-2946-BF56-95BF07F66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2845" y="3325969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</a:rPr>
              <a:t>5</a:t>
            </a:r>
            <a:endParaRPr lang="en-US" sz="1800" kern="0" dirty="0">
              <a:solidFill>
                <a:srgbClr val="000000"/>
              </a:solidFill>
            </a:endParaRPr>
          </a:p>
        </p:txBody>
      </p:sp>
      <p:sp>
        <p:nvSpPr>
          <p:cNvPr id="156" name="Text Box 71">
            <a:extLst>
              <a:ext uri="{FF2B5EF4-FFF2-40B4-BE49-F238E27FC236}">
                <a16:creationId xmlns:a16="http://schemas.microsoft.com/office/drawing/2014/main" id="{629902D3-50B9-0949-B491-4ABB18141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735" y="3147376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</a:rPr>
              <a:t>3</a:t>
            </a:r>
            <a:endParaRPr lang="en-US" sz="1800" kern="0" dirty="0">
              <a:solidFill>
                <a:srgbClr val="000000"/>
              </a:solidFill>
            </a:endParaRPr>
          </a:p>
        </p:txBody>
      </p:sp>
      <p:sp>
        <p:nvSpPr>
          <p:cNvPr id="157" name="Text Box 72">
            <a:extLst>
              <a:ext uri="{FF2B5EF4-FFF2-40B4-BE49-F238E27FC236}">
                <a16:creationId xmlns:a16="http://schemas.microsoft.com/office/drawing/2014/main" id="{165ABB11-551D-C643-B086-8CDB0076C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9826" y="2829478"/>
            <a:ext cx="2808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50" kern="0" dirty="0">
                <a:solidFill>
                  <a:srgbClr val="000000"/>
                </a:solidFill>
              </a:rPr>
              <a:t>5</a:t>
            </a:r>
            <a:endParaRPr lang="en-US" sz="1800" kern="0" dirty="0">
              <a:solidFill>
                <a:srgbClr val="000000"/>
              </a:solidFill>
            </a:endParaRPr>
          </a:p>
        </p:txBody>
      </p:sp>
      <p:sp>
        <p:nvSpPr>
          <p:cNvPr id="170" name="Text Box 73">
            <a:extLst>
              <a:ext uri="{FF2B5EF4-FFF2-40B4-BE49-F238E27FC236}">
                <a16:creationId xmlns:a16="http://schemas.microsoft.com/office/drawing/2014/main" id="{50793FC3-EA52-8A46-B2EB-EA9264E29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038" y="1947043"/>
            <a:ext cx="829536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00" kern="0" dirty="0">
                <a:solidFill>
                  <a:srgbClr val="000000"/>
                </a:solidFill>
                <a:latin typeface="Calibri" panose="020F0502020204030204"/>
              </a:rPr>
              <a:t>Suppose that </a:t>
            </a:r>
            <a:r>
              <a:rPr lang="en-US" sz="2100" i="1" kern="0" dirty="0">
                <a:solidFill>
                  <a:srgbClr val="000000"/>
                </a:solidFill>
                <a:latin typeface="Calibri" panose="020F0502020204030204"/>
              </a:rPr>
              <a:t>u</a:t>
            </a:r>
            <a:r>
              <a:rPr lang="en-US" sz="2100" kern="0" dirty="0">
                <a:solidFill>
                  <a:srgbClr val="000000"/>
                </a:solidFill>
                <a:latin typeface="Calibri" panose="020F0502020204030204"/>
              </a:rPr>
              <a:t>’s neighboring node</a:t>
            </a:r>
            <a:r>
              <a:rPr lang="en-US" sz="2100" i="1" kern="0" dirty="0">
                <a:solidFill>
                  <a:srgbClr val="000000"/>
                </a:solidFill>
                <a:latin typeface="Calibri" panose="020F0502020204030204"/>
              </a:rPr>
              <a:t>s, x,v,w, </a:t>
            </a:r>
            <a:r>
              <a:rPr lang="en-US" sz="2100" kern="0" dirty="0">
                <a:solidFill>
                  <a:srgbClr val="000000"/>
                </a:solidFill>
                <a:latin typeface="Calibri" panose="020F0502020204030204"/>
              </a:rPr>
              <a:t>know that for destination</a:t>
            </a:r>
            <a:r>
              <a:rPr lang="en-US" sz="2100" i="1" kern="0" dirty="0">
                <a:solidFill>
                  <a:srgbClr val="000000"/>
                </a:solidFill>
                <a:latin typeface="Calibri" panose="020F0502020204030204"/>
              </a:rPr>
              <a:t> z</a:t>
            </a:r>
            <a:r>
              <a:rPr lang="en-US" sz="2100" kern="0" dirty="0">
                <a:solidFill>
                  <a:srgbClr val="000000"/>
                </a:solidFill>
                <a:latin typeface="Calibri" panose="020F0502020204030204"/>
              </a:rPr>
              <a:t>:</a:t>
            </a:r>
          </a:p>
        </p:txBody>
      </p: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B6EDB62A-BA4E-E241-91FE-0B3F85B42586}"/>
              </a:ext>
            </a:extLst>
          </p:cNvPr>
          <p:cNvGrpSpPr/>
          <p:nvPr/>
        </p:nvGrpSpPr>
        <p:grpSpPr>
          <a:xfrm>
            <a:off x="4465677" y="2528986"/>
            <a:ext cx="3294492" cy="1354353"/>
            <a:chOff x="5954236" y="2228981"/>
            <a:chExt cx="4392656" cy="1805804"/>
          </a:xfrm>
        </p:grpSpPr>
        <p:sp>
          <p:nvSpPr>
            <p:cNvPr id="171" name="Text Box 74">
              <a:extLst>
                <a:ext uri="{FF2B5EF4-FFF2-40B4-BE49-F238E27FC236}">
                  <a16:creationId xmlns:a16="http://schemas.microsoft.com/office/drawing/2014/main" id="{08AC163F-B177-6F4C-8CFD-A821A782F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67193" y="2803678"/>
              <a:ext cx="3668099" cy="1231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800" i="1" kern="0" dirty="0">
                  <a:solidFill>
                    <a:srgbClr val="000000"/>
                  </a:solidFill>
                </a:rPr>
                <a:t>D</a:t>
              </a:r>
              <a:r>
                <a:rPr lang="en-US" sz="1800" i="1" kern="0" baseline="-25000" dirty="0">
                  <a:solidFill>
                    <a:srgbClr val="000000"/>
                  </a:solidFill>
                </a:rPr>
                <a:t>u</a:t>
              </a:r>
              <a:r>
                <a:rPr lang="en-US" sz="1800" i="1" kern="0" dirty="0">
                  <a:solidFill>
                    <a:srgbClr val="000000"/>
                  </a:solidFill>
                </a:rPr>
                <a:t>(z) </a:t>
              </a:r>
              <a:r>
                <a:rPr lang="en-US" sz="1800" kern="0" dirty="0">
                  <a:solidFill>
                    <a:srgbClr val="000000"/>
                  </a:solidFill>
                </a:rPr>
                <a:t>= min { </a:t>
              </a:r>
              <a:r>
                <a:rPr lang="en-US" sz="1800" i="1" kern="0" dirty="0">
                  <a:solidFill>
                    <a:srgbClr val="000000"/>
                  </a:solidFill>
                </a:rPr>
                <a:t>c</a:t>
              </a:r>
              <a:r>
                <a:rPr lang="en-US" sz="1800" i="1" kern="0" baseline="-25000" dirty="0">
                  <a:solidFill>
                    <a:srgbClr val="000000"/>
                  </a:solidFill>
                </a:rPr>
                <a:t>u,v </a:t>
              </a:r>
              <a:r>
                <a:rPr lang="en-US" sz="1800" i="1" kern="0" dirty="0">
                  <a:solidFill>
                    <a:srgbClr val="000000"/>
                  </a:solidFill>
                </a:rPr>
                <a:t>+ D</a:t>
              </a:r>
              <a:r>
                <a:rPr lang="en-US" sz="1800" i="1" kern="0" baseline="-25000" dirty="0">
                  <a:solidFill>
                    <a:srgbClr val="000000"/>
                  </a:solidFill>
                </a:rPr>
                <a:t>v</a:t>
              </a:r>
              <a:r>
                <a:rPr lang="en-US" sz="1800" i="1" kern="0" dirty="0">
                  <a:solidFill>
                    <a:srgbClr val="000000"/>
                  </a:solidFill>
                </a:rPr>
                <a:t>(z),</a:t>
              </a:r>
            </a:p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800" i="1" kern="0" dirty="0">
                  <a:solidFill>
                    <a:srgbClr val="000000"/>
                  </a:solidFill>
                </a:rPr>
                <a:t>                    c</a:t>
              </a:r>
              <a:r>
                <a:rPr lang="en-US" sz="1800" i="1" kern="0" baseline="-25000" dirty="0">
                  <a:solidFill>
                    <a:srgbClr val="000000"/>
                  </a:solidFill>
                </a:rPr>
                <a:t>u,x </a:t>
              </a:r>
              <a:r>
                <a:rPr lang="en-US" sz="1800" i="1" kern="0" dirty="0">
                  <a:solidFill>
                    <a:srgbClr val="000000"/>
                  </a:solidFill>
                </a:rPr>
                <a:t>+ D</a:t>
              </a:r>
              <a:r>
                <a:rPr lang="en-US" sz="1800" i="1" kern="0" baseline="-25000" dirty="0">
                  <a:solidFill>
                    <a:srgbClr val="000000"/>
                  </a:solidFill>
                </a:rPr>
                <a:t>x</a:t>
              </a:r>
              <a:r>
                <a:rPr lang="en-US" sz="1800" i="1" kern="0" dirty="0">
                  <a:solidFill>
                    <a:srgbClr val="000000"/>
                  </a:solidFill>
                </a:rPr>
                <a:t>(z),</a:t>
              </a:r>
            </a:p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800" i="1" kern="0" dirty="0">
                  <a:solidFill>
                    <a:srgbClr val="000000"/>
                  </a:solidFill>
                </a:rPr>
                <a:t>                    c</a:t>
              </a:r>
              <a:r>
                <a:rPr lang="en-US" sz="1800" i="1" kern="0" baseline="-25000" dirty="0">
                  <a:solidFill>
                    <a:srgbClr val="000000"/>
                  </a:solidFill>
                </a:rPr>
                <a:t>u,w </a:t>
              </a:r>
              <a:r>
                <a:rPr lang="en-US" sz="1800" i="1" kern="0" dirty="0">
                  <a:solidFill>
                    <a:srgbClr val="000000"/>
                  </a:solidFill>
                </a:rPr>
                <a:t>+ D</a:t>
              </a:r>
              <a:r>
                <a:rPr lang="en-US" sz="1800" i="1" kern="0" baseline="-25000" dirty="0">
                  <a:solidFill>
                    <a:srgbClr val="000000"/>
                  </a:solidFill>
                </a:rPr>
                <a:t>w</a:t>
              </a:r>
              <a:r>
                <a:rPr lang="en-US" sz="1800" i="1" kern="0" dirty="0">
                  <a:solidFill>
                    <a:srgbClr val="000000"/>
                  </a:solidFill>
                </a:rPr>
                <a:t>(z) </a:t>
              </a:r>
              <a:r>
                <a:rPr lang="en-US" sz="1800" kern="0" dirty="0">
                  <a:solidFill>
                    <a:srgbClr val="000000"/>
                  </a:solidFill>
                </a:rPr>
                <a:t>}</a:t>
              </a:r>
            </a:p>
          </p:txBody>
        </p:sp>
        <p:sp>
          <p:nvSpPr>
            <p:cNvPr id="173" name="Text Box 76">
              <a:extLst>
                <a:ext uri="{FF2B5EF4-FFF2-40B4-BE49-F238E27FC236}">
                  <a16:creationId xmlns:a16="http://schemas.microsoft.com/office/drawing/2014/main" id="{75683FA0-BB30-1143-8370-A231590EC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4236" y="2228981"/>
              <a:ext cx="4392656" cy="553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100" kern="0" dirty="0">
                  <a:solidFill>
                    <a:srgbClr val="000000"/>
                  </a:solidFill>
                  <a:latin typeface="Calibri" panose="020F0502020204030204"/>
                </a:rPr>
                <a:t>Bellman-Ford equation says:</a:t>
              </a:r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D0322153-8ADE-0E45-A262-AA9A6F947B78}"/>
              </a:ext>
            </a:extLst>
          </p:cNvPr>
          <p:cNvSpPr/>
          <p:nvPr/>
        </p:nvSpPr>
        <p:spPr>
          <a:xfrm>
            <a:off x="1117949" y="3487715"/>
            <a:ext cx="460332" cy="460332"/>
          </a:xfrm>
          <a:prstGeom prst="ellipse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5CDC77B-12CB-3641-B097-13A93B9A5519}"/>
              </a:ext>
            </a:extLst>
          </p:cNvPr>
          <p:cNvGrpSpPr/>
          <p:nvPr/>
        </p:nvGrpSpPr>
        <p:grpSpPr>
          <a:xfrm>
            <a:off x="573066" y="2501291"/>
            <a:ext cx="1268260" cy="845507"/>
            <a:chOff x="764088" y="2192055"/>
            <a:chExt cx="1691013" cy="1127342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6815DA-1947-6340-8445-6A386E65C0A9}"/>
                </a:ext>
              </a:extLst>
            </p:cNvPr>
            <p:cNvSpPr/>
            <p:nvPr/>
          </p:nvSpPr>
          <p:spPr>
            <a:xfrm>
              <a:off x="851770" y="2630466"/>
              <a:ext cx="1603331" cy="688931"/>
            </a:xfrm>
            <a:custGeom>
              <a:avLst/>
              <a:gdLst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331" h="6889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98000">
                  <a:schemeClr val="bg1">
                    <a:lumMod val="8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6668ED3-D130-3D45-B084-001DB41CD429}"/>
                </a:ext>
              </a:extLst>
            </p:cNvPr>
            <p:cNvGrpSpPr/>
            <p:nvPr/>
          </p:nvGrpSpPr>
          <p:grpSpPr>
            <a:xfrm>
              <a:off x="764088" y="2192055"/>
              <a:ext cx="1414063" cy="492443"/>
              <a:chOff x="764088" y="2192055"/>
              <a:chExt cx="1414063" cy="492443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3BEA4562-9169-7C42-BB3A-DDCF769E8C27}"/>
                  </a:ext>
                </a:extLst>
              </p:cNvPr>
              <p:cNvSpPr/>
              <p:nvPr/>
            </p:nvSpPr>
            <p:spPr>
              <a:xfrm>
                <a:off x="851770" y="2242159"/>
                <a:ext cx="1240077" cy="3883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FA04257-DEFD-8540-BF6E-236DE2C4C53F}"/>
                  </a:ext>
                </a:extLst>
              </p:cNvPr>
              <p:cNvSpPr txBox="1"/>
              <p:nvPr/>
            </p:nvSpPr>
            <p:spPr>
              <a:xfrm>
                <a:off x="764088" y="2192055"/>
                <a:ext cx="1414063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92869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i="1" kern="0" dirty="0">
                    <a:solidFill>
                      <a:srgbClr val="000000"/>
                    </a:solidFill>
                    <a:latin typeface="Calibri" panose="020F0502020204030204"/>
                    <a:ea typeface="ＭＳ Ｐゴシック" charset="0"/>
                  </a:rPr>
                  <a:t>D</a:t>
                </a:r>
                <a:r>
                  <a:rPr lang="en-US" i="1" kern="0" baseline="-25000" dirty="0">
                    <a:solidFill>
                      <a:srgbClr val="000000"/>
                    </a:solidFill>
                    <a:latin typeface="Calibri" panose="020F0502020204030204"/>
                    <a:ea typeface="ＭＳ Ｐゴシック" charset="0"/>
                  </a:rPr>
                  <a:t>v</a:t>
                </a:r>
                <a:r>
                  <a:rPr lang="en-US" i="1" kern="0" dirty="0">
                    <a:solidFill>
                      <a:srgbClr val="000000"/>
                    </a:solidFill>
                    <a:latin typeface="Calibri" panose="020F0502020204030204"/>
                    <a:ea typeface="ＭＳ Ｐゴシック" charset="0"/>
                  </a:rPr>
                  <a:t>(z) </a:t>
                </a:r>
                <a:r>
                  <a: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charset="0"/>
                  </a:rPr>
                  <a:t>= 5</a:t>
                </a:r>
                <a:endParaRPr lang="en-US" kern="0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C721CBAE-72DC-0B4C-AC71-D468764AA3F0}"/>
              </a:ext>
            </a:extLst>
          </p:cNvPr>
          <p:cNvGrpSpPr/>
          <p:nvPr/>
        </p:nvGrpSpPr>
        <p:grpSpPr>
          <a:xfrm>
            <a:off x="1736275" y="3227412"/>
            <a:ext cx="376238" cy="322660"/>
            <a:chOff x="836555" y="3112716"/>
            <a:chExt cx="501650" cy="430213"/>
          </a:xfrm>
        </p:grpSpPr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A465F243-8453-E94C-A8EB-000E66654551}"/>
                </a:ext>
              </a:extLst>
            </p:cNvPr>
            <p:cNvGrpSpPr/>
            <p:nvPr/>
          </p:nvGrpSpPr>
          <p:grpSpPr>
            <a:xfrm>
              <a:off x="836555" y="3205962"/>
              <a:ext cx="501650" cy="233363"/>
              <a:chOff x="2303158" y="3229713"/>
              <a:chExt cx="501650" cy="233363"/>
            </a:xfrm>
          </p:grpSpPr>
          <p:sp>
            <p:nvSpPr>
              <p:cNvPr id="113" name="Oval 16">
                <a:extLst>
                  <a:ext uri="{FF2B5EF4-FFF2-40B4-BE49-F238E27FC236}">
                    <a16:creationId xmlns:a16="http://schemas.microsoft.com/office/drawing/2014/main" id="{0853C746-773B-9B4B-9E9D-1A3FFD58F8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7920" y="3334488"/>
                <a:ext cx="496888" cy="128588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" name="Line 17">
                <a:extLst>
                  <a:ext uri="{FF2B5EF4-FFF2-40B4-BE49-F238E27FC236}">
                    <a16:creationId xmlns:a16="http://schemas.microsoft.com/office/drawing/2014/main" id="{02D5EB0A-0D47-D64A-94C0-9489ADD634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7920" y="3323376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5" name="Line 18">
                <a:extLst>
                  <a:ext uri="{FF2B5EF4-FFF2-40B4-BE49-F238E27FC236}">
                    <a16:creationId xmlns:a16="http://schemas.microsoft.com/office/drawing/2014/main" id="{19267F03-A18E-E94D-AFBE-D362644035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04808" y="3323376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6" name="Rectangle 19">
                <a:extLst>
                  <a:ext uri="{FF2B5EF4-FFF2-40B4-BE49-F238E27FC236}">
                    <a16:creationId xmlns:a16="http://schemas.microsoft.com/office/drawing/2014/main" id="{5775B4BF-7190-E346-A0C4-3136C4FDFA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7920" y="3323376"/>
                <a:ext cx="492125" cy="777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7" name="Oval 20">
                <a:extLst>
                  <a:ext uri="{FF2B5EF4-FFF2-40B4-BE49-F238E27FC236}">
                    <a16:creationId xmlns:a16="http://schemas.microsoft.com/office/drawing/2014/main" id="{527A7EAA-5AB1-D541-8B8E-A74D44BA75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3158" y="3229713"/>
                <a:ext cx="496888" cy="150813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46" name="Group 57">
              <a:extLst>
                <a:ext uri="{FF2B5EF4-FFF2-40B4-BE49-F238E27FC236}">
                  <a16:creationId xmlns:a16="http://schemas.microsoft.com/office/drawing/2014/main" id="{E5EC63B4-77F4-0244-AFB9-0658A6C7E1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8175" y="3112716"/>
              <a:ext cx="373692" cy="430213"/>
              <a:chOff x="2938" y="2425"/>
              <a:chExt cx="239" cy="271"/>
            </a:xfrm>
          </p:grpSpPr>
          <p:sp>
            <p:nvSpPr>
              <p:cNvPr id="160" name="Rectangle 58">
                <a:extLst>
                  <a:ext uri="{FF2B5EF4-FFF2-40B4-BE49-F238E27FC236}">
                    <a16:creationId xmlns:a16="http://schemas.microsoft.com/office/drawing/2014/main" id="{DD912960-89ED-D147-B665-AC6CCFCE5F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1" name="Text Box 59">
                <a:extLst>
                  <a:ext uri="{FF2B5EF4-FFF2-40B4-BE49-F238E27FC236}">
                    <a16:creationId xmlns:a16="http://schemas.microsoft.com/office/drawing/2014/main" id="{540DB369-7FE9-DE41-B6CA-42B11EC1DA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8" y="2425"/>
                <a:ext cx="239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v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F0B3B02B-083F-B544-92D3-D4A53099AC16}"/>
              </a:ext>
            </a:extLst>
          </p:cNvPr>
          <p:cNvGrpSpPr/>
          <p:nvPr/>
        </p:nvGrpSpPr>
        <p:grpSpPr>
          <a:xfrm>
            <a:off x="2788261" y="2474653"/>
            <a:ext cx="1264290" cy="848395"/>
            <a:chOff x="3717682" y="2156537"/>
            <a:chExt cx="1685721" cy="1131193"/>
          </a:xfrm>
        </p:grpSpPr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ADC690BC-B355-8B44-A59E-02C693DA19C7}"/>
                </a:ext>
              </a:extLst>
            </p:cNvPr>
            <p:cNvSpPr/>
            <p:nvPr/>
          </p:nvSpPr>
          <p:spPr>
            <a:xfrm flipH="1">
              <a:off x="3717682" y="2598799"/>
              <a:ext cx="1603331" cy="688931"/>
            </a:xfrm>
            <a:custGeom>
              <a:avLst/>
              <a:gdLst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331" h="6889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98000">
                  <a:schemeClr val="bg1">
                    <a:lumMod val="8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28A5A808-82DD-BB42-BA0F-146BE0A1F565}"/>
                </a:ext>
              </a:extLst>
            </p:cNvPr>
            <p:cNvGrpSpPr/>
            <p:nvPr/>
          </p:nvGrpSpPr>
          <p:grpSpPr>
            <a:xfrm>
              <a:off x="3933770" y="2156537"/>
              <a:ext cx="1469633" cy="492443"/>
              <a:chOff x="5257869" y="2364355"/>
              <a:chExt cx="1469633" cy="492443"/>
            </a:xfrm>
          </p:grpSpPr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549EF23C-2FFE-C14C-951E-E59A0690CED4}"/>
                  </a:ext>
                </a:extLst>
              </p:cNvPr>
              <p:cNvSpPr/>
              <p:nvPr/>
            </p:nvSpPr>
            <p:spPr>
              <a:xfrm>
                <a:off x="5402893" y="2421699"/>
                <a:ext cx="1240077" cy="3883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649CD771-2F80-AF41-B52D-63EB08A14300}"/>
                  </a:ext>
                </a:extLst>
              </p:cNvPr>
              <p:cNvSpPr txBox="1"/>
              <p:nvPr/>
            </p:nvSpPr>
            <p:spPr>
              <a:xfrm>
                <a:off x="5257869" y="2364355"/>
                <a:ext cx="1469633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92869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i="1" kern="0" dirty="0">
                    <a:solidFill>
                      <a:srgbClr val="000000"/>
                    </a:solidFill>
                    <a:latin typeface="Calibri" panose="020F0502020204030204"/>
                    <a:ea typeface="ＭＳ Ｐゴシック" charset="0"/>
                  </a:rPr>
                  <a:t>D</a:t>
                </a:r>
                <a:r>
                  <a:rPr lang="en-US" i="1" kern="0" baseline="-25000" dirty="0">
                    <a:solidFill>
                      <a:srgbClr val="000000"/>
                    </a:solidFill>
                    <a:latin typeface="Calibri" panose="020F0502020204030204"/>
                    <a:ea typeface="ＭＳ Ｐゴシック" charset="0"/>
                  </a:rPr>
                  <a:t>w</a:t>
                </a:r>
                <a:r>
                  <a:rPr lang="en-US" i="1" kern="0" dirty="0">
                    <a:solidFill>
                      <a:srgbClr val="000000"/>
                    </a:solidFill>
                    <a:latin typeface="Calibri" panose="020F0502020204030204"/>
                    <a:ea typeface="ＭＳ Ｐゴシック" charset="0"/>
                  </a:rPr>
                  <a:t>(z) = </a:t>
                </a:r>
                <a:r>
                  <a: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charset="0"/>
                  </a:rPr>
                  <a:t>3</a:t>
                </a:r>
              </a:p>
            </p:txBody>
          </p:sp>
        </p:grp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D186D734-0E35-0848-877D-0B8A6851C7C0}"/>
              </a:ext>
            </a:extLst>
          </p:cNvPr>
          <p:cNvGrpSpPr/>
          <p:nvPr/>
        </p:nvGrpSpPr>
        <p:grpSpPr>
          <a:xfrm>
            <a:off x="2544137" y="3199767"/>
            <a:ext cx="375047" cy="322660"/>
            <a:chOff x="3392183" y="3123356"/>
            <a:chExt cx="500062" cy="430213"/>
          </a:xfrm>
        </p:grpSpPr>
        <p:sp>
          <p:nvSpPr>
            <p:cNvPr id="118" name="Oval 21">
              <a:extLst>
                <a:ext uri="{FF2B5EF4-FFF2-40B4-BE49-F238E27FC236}">
                  <a16:creationId xmlns:a16="http://schemas.microsoft.com/office/drawing/2014/main" id="{CA014D69-6A3C-9242-91D0-7DCB5FF13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183" y="3328138"/>
              <a:ext cx="495300" cy="128588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9" name="Line 22">
              <a:extLst>
                <a:ext uri="{FF2B5EF4-FFF2-40B4-BE49-F238E27FC236}">
                  <a16:creationId xmlns:a16="http://schemas.microsoft.com/office/drawing/2014/main" id="{A6BCF00D-E263-8C4C-AD85-5BD8F55AD8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2183" y="3317026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0" name="Line 23">
              <a:extLst>
                <a:ext uri="{FF2B5EF4-FFF2-40B4-BE49-F238E27FC236}">
                  <a16:creationId xmlns:a16="http://schemas.microsoft.com/office/drawing/2014/main" id="{CDCA1E47-6B43-D144-9AB7-28160C22D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7483" y="3317026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1" name="Rectangle 24">
              <a:extLst>
                <a:ext uri="{FF2B5EF4-FFF2-40B4-BE49-F238E27FC236}">
                  <a16:creationId xmlns:a16="http://schemas.microsoft.com/office/drawing/2014/main" id="{B3CD70A8-E93D-AC46-8A88-E9576AB39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2183" y="3317026"/>
              <a:ext cx="490538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22" name="Oval 25">
              <a:extLst>
                <a:ext uri="{FF2B5EF4-FFF2-40B4-BE49-F238E27FC236}">
                  <a16:creationId xmlns:a16="http://schemas.microsoft.com/office/drawing/2014/main" id="{C2A5705E-82DA-3146-B8C6-31D210861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6945" y="3228126"/>
              <a:ext cx="495300" cy="1508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45" name="Group 54">
              <a:extLst>
                <a:ext uri="{FF2B5EF4-FFF2-40B4-BE49-F238E27FC236}">
                  <a16:creationId xmlns:a16="http://schemas.microsoft.com/office/drawing/2014/main" id="{10D52570-25C6-A74A-94B9-5AE0B127BC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5444" y="3123356"/>
              <a:ext cx="432556" cy="430213"/>
              <a:chOff x="2921" y="2413"/>
              <a:chExt cx="276" cy="271"/>
            </a:xfrm>
          </p:grpSpPr>
          <p:sp>
            <p:nvSpPr>
              <p:cNvPr id="162" name="Rectangle 55">
                <a:extLst>
                  <a:ext uri="{FF2B5EF4-FFF2-40B4-BE49-F238E27FC236}">
                    <a16:creationId xmlns:a16="http://schemas.microsoft.com/office/drawing/2014/main" id="{E048F283-E3E7-474A-9EB5-932E8F2E8A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3" name="Text Box 56">
                <a:extLst>
                  <a:ext uri="{FF2B5EF4-FFF2-40B4-BE49-F238E27FC236}">
                    <a16:creationId xmlns:a16="http://schemas.microsoft.com/office/drawing/2014/main" id="{44012ACC-934B-934B-8D00-F664ACDB7D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1" y="2413"/>
                <a:ext cx="27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</a:rPr>
                  <a:t>w</a:t>
                </a:r>
                <a:endParaRPr lang="en-US" sz="1800" kern="0" dirty="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860B586A-B5CC-CE4A-9EA2-334F6AEAC3E2}"/>
              </a:ext>
            </a:extLst>
          </p:cNvPr>
          <p:cNvGrpSpPr/>
          <p:nvPr/>
        </p:nvGrpSpPr>
        <p:grpSpPr>
          <a:xfrm>
            <a:off x="636351" y="4136385"/>
            <a:ext cx="1268805" cy="853291"/>
            <a:chOff x="848468" y="4372180"/>
            <a:chExt cx="1691740" cy="1137721"/>
          </a:xfrm>
        </p:grpSpPr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0FDAB56E-7C26-614E-9058-3AA449B7210D}"/>
                </a:ext>
              </a:extLst>
            </p:cNvPr>
            <p:cNvSpPr/>
            <p:nvPr/>
          </p:nvSpPr>
          <p:spPr>
            <a:xfrm flipV="1">
              <a:off x="936877" y="4372180"/>
              <a:ext cx="1603331" cy="688931"/>
            </a:xfrm>
            <a:custGeom>
              <a:avLst/>
              <a:gdLst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  <a:gd name="connsiteX0" fmla="*/ 1603331 w 1603331"/>
                <a:gd name="connsiteY0" fmla="*/ 626301 h 688931"/>
                <a:gd name="connsiteX1" fmla="*/ 1453019 w 1603331"/>
                <a:gd name="connsiteY1" fmla="*/ 688931 h 688931"/>
                <a:gd name="connsiteX2" fmla="*/ 0 w 1603331"/>
                <a:gd name="connsiteY2" fmla="*/ 0 h 688931"/>
                <a:gd name="connsiteX3" fmla="*/ 1240077 w 1603331"/>
                <a:gd name="connsiteY3" fmla="*/ 0 h 688931"/>
                <a:gd name="connsiteX4" fmla="*/ 1603331 w 1603331"/>
                <a:gd name="connsiteY4" fmla="*/ 626301 h 688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331" h="6889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98000">
                  <a:schemeClr val="bg1">
                    <a:lumMod val="8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31779409-6F55-874D-8E5A-3B311FFB355F}"/>
                </a:ext>
              </a:extLst>
            </p:cNvPr>
            <p:cNvGrpSpPr/>
            <p:nvPr/>
          </p:nvGrpSpPr>
          <p:grpSpPr>
            <a:xfrm>
              <a:off x="848468" y="5017459"/>
              <a:ext cx="1411925" cy="492442"/>
              <a:chOff x="296266" y="4536509"/>
              <a:chExt cx="1411925" cy="492442"/>
            </a:xfrm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6D48F49C-5FEB-D94C-B56E-06D13EA9B5E1}"/>
                  </a:ext>
                </a:extLst>
              </p:cNvPr>
              <p:cNvSpPr/>
              <p:nvPr/>
            </p:nvSpPr>
            <p:spPr>
              <a:xfrm>
                <a:off x="398223" y="4576176"/>
                <a:ext cx="1240077" cy="3883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1DB737CC-056A-554D-A2BB-CD3B4E0B69C1}"/>
                  </a:ext>
                </a:extLst>
              </p:cNvPr>
              <p:cNvSpPr txBox="1"/>
              <p:nvPr/>
            </p:nvSpPr>
            <p:spPr>
              <a:xfrm>
                <a:off x="296266" y="4536509"/>
                <a:ext cx="1411925" cy="4924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92869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i="1" kern="0" dirty="0">
                    <a:solidFill>
                      <a:srgbClr val="000000"/>
                    </a:solidFill>
                    <a:latin typeface="Calibri" panose="020F0502020204030204"/>
                    <a:ea typeface="ＭＳ Ｐゴシック" charset="0"/>
                  </a:rPr>
                  <a:t>D</a:t>
                </a:r>
                <a:r>
                  <a:rPr lang="en-US" i="1" kern="0" baseline="-25000" dirty="0">
                    <a:solidFill>
                      <a:srgbClr val="000000"/>
                    </a:solidFill>
                    <a:latin typeface="Calibri" panose="020F0502020204030204"/>
                    <a:ea typeface="ＭＳ Ｐゴシック" charset="0"/>
                  </a:rPr>
                  <a:t>x</a:t>
                </a:r>
                <a:r>
                  <a:rPr lang="en-US" i="1" kern="0" dirty="0">
                    <a:solidFill>
                      <a:srgbClr val="000000"/>
                    </a:solidFill>
                    <a:latin typeface="Calibri" panose="020F0502020204030204"/>
                    <a:ea typeface="ＭＳ Ｐゴシック" charset="0"/>
                  </a:rPr>
                  <a:t>(z)</a:t>
                </a:r>
                <a:r>
                  <a:rPr lang="en-US" kern="0" dirty="0">
                    <a:solidFill>
                      <a:srgbClr val="000000"/>
                    </a:solidFill>
                    <a:latin typeface="Calibri" panose="020F0502020204030204"/>
                    <a:ea typeface="ＭＳ Ｐゴシック" charset="0"/>
                  </a:rPr>
                  <a:t> = 3</a:t>
                </a:r>
                <a:endParaRPr lang="en-US" kern="0" dirty="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58A5A6F4-5535-7044-9045-AFBC8693D3DD}"/>
              </a:ext>
            </a:extLst>
          </p:cNvPr>
          <p:cNvGrpSpPr/>
          <p:nvPr/>
        </p:nvGrpSpPr>
        <p:grpSpPr>
          <a:xfrm>
            <a:off x="1732131" y="3996296"/>
            <a:ext cx="376238" cy="369095"/>
            <a:chOff x="2309508" y="4185396"/>
            <a:chExt cx="501650" cy="492126"/>
          </a:xfrm>
        </p:grpSpPr>
        <p:sp>
          <p:nvSpPr>
            <p:cNvPr id="108" name="Oval 11">
              <a:extLst>
                <a:ext uri="{FF2B5EF4-FFF2-40B4-BE49-F238E27FC236}">
                  <a16:creationId xmlns:a16="http://schemas.microsoft.com/office/drawing/2014/main" id="{470E1052-993B-F24E-9782-67DE07D0D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270" y="4429863"/>
              <a:ext cx="496888" cy="128588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09" name="Line 12">
              <a:extLst>
                <a:ext uri="{FF2B5EF4-FFF2-40B4-BE49-F238E27FC236}">
                  <a16:creationId xmlns:a16="http://schemas.microsoft.com/office/drawing/2014/main" id="{31D48756-4D3F-4547-BA38-955DF048F8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4270" y="4418751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0" name="Line 13">
              <a:extLst>
                <a:ext uri="{FF2B5EF4-FFF2-40B4-BE49-F238E27FC236}">
                  <a16:creationId xmlns:a16="http://schemas.microsoft.com/office/drawing/2014/main" id="{739610AA-5AAB-D14A-A48E-0A54C959A9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1158" y="4418751"/>
              <a:ext cx="0" cy="793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1" name="Rectangle 14">
              <a:extLst>
                <a:ext uri="{FF2B5EF4-FFF2-40B4-BE49-F238E27FC236}">
                  <a16:creationId xmlns:a16="http://schemas.microsoft.com/office/drawing/2014/main" id="{360C5DF9-4C76-A744-9F0B-26316821C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4270" y="4418751"/>
              <a:ext cx="492125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112" name="Oval 15">
              <a:extLst>
                <a:ext uri="{FF2B5EF4-FFF2-40B4-BE49-F238E27FC236}">
                  <a16:creationId xmlns:a16="http://schemas.microsoft.com/office/drawing/2014/main" id="{2CD5FE5E-F3FC-794D-801F-716C31135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9508" y="4325088"/>
              <a:ext cx="496888" cy="1508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144" name="Group 51">
              <a:extLst>
                <a:ext uri="{FF2B5EF4-FFF2-40B4-BE49-F238E27FC236}">
                  <a16:creationId xmlns:a16="http://schemas.microsoft.com/office/drawing/2014/main" id="{0ED4F197-C93F-DA4E-8544-F01425D7A9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77921" y="4185396"/>
              <a:ext cx="399752" cy="492126"/>
              <a:chOff x="2931" y="2395"/>
              <a:chExt cx="253" cy="310"/>
            </a:xfrm>
          </p:grpSpPr>
          <p:sp>
            <p:nvSpPr>
              <p:cNvPr id="164" name="Rectangle 52">
                <a:extLst>
                  <a:ext uri="{FF2B5EF4-FFF2-40B4-BE49-F238E27FC236}">
                    <a16:creationId xmlns:a16="http://schemas.microsoft.com/office/drawing/2014/main" id="{CE500E28-5EFE-184C-AFDD-8A846D358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65" name="Text Box 53">
                <a:extLst>
                  <a:ext uri="{FF2B5EF4-FFF2-40B4-BE49-F238E27FC236}">
                    <a16:creationId xmlns:a16="http://schemas.microsoft.com/office/drawing/2014/main" id="{37535D4F-07D0-264C-A07C-015C89C49E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1" y="2395"/>
                <a:ext cx="253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kern="0" dirty="0">
                    <a:solidFill>
                      <a:srgbClr val="000000"/>
                    </a:solidFill>
                  </a:rPr>
                  <a:t>x</a:t>
                </a:r>
              </a:p>
            </p:txBody>
          </p:sp>
        </p:grpSp>
      </p:grpSp>
      <p:sp>
        <p:nvSpPr>
          <p:cNvPr id="197" name="Text Box 74">
            <a:extLst>
              <a:ext uri="{FF2B5EF4-FFF2-40B4-BE49-F238E27FC236}">
                <a16:creationId xmlns:a16="http://schemas.microsoft.com/office/drawing/2014/main" id="{6F64D06C-3D4A-B04D-8692-766E31CD8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4734" y="3812850"/>
            <a:ext cx="194155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kern="0" dirty="0">
                <a:solidFill>
                  <a:srgbClr val="000000"/>
                </a:solidFill>
              </a:rPr>
              <a:t>= min {2 + 5,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kern="0" dirty="0">
                <a:solidFill>
                  <a:srgbClr val="000000"/>
                </a:solidFill>
              </a:rPr>
              <a:t>           1 + 3,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kern="0" dirty="0">
                <a:solidFill>
                  <a:srgbClr val="000000"/>
                </a:solidFill>
              </a:rPr>
              <a:t>           5 + 3}  = 4</a:t>
            </a:r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8A292125-2EE5-8447-8FF0-AEFFAC0F3684}"/>
              </a:ext>
            </a:extLst>
          </p:cNvPr>
          <p:cNvGrpSpPr/>
          <p:nvPr/>
        </p:nvGrpSpPr>
        <p:grpSpPr>
          <a:xfrm>
            <a:off x="4703199" y="2916216"/>
            <a:ext cx="3582768" cy="2823268"/>
            <a:chOff x="6270932" y="2745287"/>
            <a:chExt cx="4777024" cy="3764357"/>
          </a:xfrm>
        </p:grpSpPr>
        <p:sp>
          <p:nvSpPr>
            <p:cNvPr id="172" name="Text Box 75">
              <a:extLst>
                <a:ext uri="{FF2B5EF4-FFF2-40B4-BE49-F238E27FC236}">
                  <a16:creationId xmlns:a16="http://schemas.microsoft.com/office/drawing/2014/main" id="{D4C1EC73-3BE9-374D-9155-88EE026DCC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0932" y="5284523"/>
              <a:ext cx="4777024" cy="1225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defTabSz="6858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100" i="1" dirty="0">
                  <a:solidFill>
                    <a:srgbClr val="000000"/>
                  </a:solidFill>
                  <a:latin typeface="Calibri" panose="020F0502020204030204"/>
                </a:rPr>
                <a:t>node achieving minimum (x) is next hop on estimated least-cost path to destination (z)</a:t>
              </a:r>
            </a:p>
          </p:txBody>
        </p: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2177DC18-8CDE-BA4F-8FF1-5BE42EF07A19}"/>
                </a:ext>
              </a:extLst>
            </p:cNvPr>
            <p:cNvGrpSpPr/>
            <p:nvPr/>
          </p:nvGrpSpPr>
          <p:grpSpPr>
            <a:xfrm>
              <a:off x="6465518" y="2745287"/>
              <a:ext cx="3645073" cy="2469715"/>
              <a:chOff x="6465518" y="2745287"/>
              <a:chExt cx="3645073" cy="2469715"/>
            </a:xfrm>
          </p:grpSpPr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CF226A95-9353-0345-B51C-FDB35A8DBEBD}"/>
                  </a:ext>
                </a:extLst>
              </p:cNvPr>
              <p:cNvSpPr/>
              <p:nvPr/>
            </p:nvSpPr>
            <p:spPr>
              <a:xfrm>
                <a:off x="6465518" y="2745287"/>
                <a:ext cx="874734" cy="613776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700A119D-A8CE-A24F-8ACD-5859569B99F4}"/>
                  </a:ext>
                </a:extLst>
              </p:cNvPr>
              <p:cNvSpPr/>
              <p:nvPr/>
            </p:nvSpPr>
            <p:spPr>
              <a:xfrm>
                <a:off x="9235857" y="4601226"/>
                <a:ext cx="874734" cy="613776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02459B3A-8E65-7640-A5B7-E7540BECDC06}"/>
                  </a:ext>
                </a:extLst>
              </p:cNvPr>
              <p:cNvSpPr/>
              <p:nvPr/>
            </p:nvSpPr>
            <p:spPr>
              <a:xfrm>
                <a:off x="8098076" y="3187872"/>
                <a:ext cx="1722329" cy="482254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78864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544A75-190C-D540-8EFD-BF5721D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Distance vector algorithm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113D54-4862-25B0-8DFC-6F62AAE47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8655F-134F-9941-B2F1-519DACDBD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29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E33E7BCD-C9D1-7D45-9F57-213BDDBFDBF8}"/>
              </a:ext>
            </a:extLst>
          </p:cNvPr>
          <p:cNvSpPr txBox="1">
            <a:spLocks noChangeArrowheads="1"/>
          </p:cNvSpPr>
          <p:nvPr/>
        </p:nvSpPr>
        <p:spPr>
          <a:xfrm>
            <a:off x="522179" y="1944666"/>
            <a:ext cx="8111386" cy="1035746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sz="2400" dirty="0">
                <a:solidFill>
                  <a:srgbClr val="CC0000"/>
                </a:solidFill>
                <a:latin typeface="Calibri" panose="020F0502020204030204"/>
              </a:rPr>
              <a:t>key idea: </a:t>
            </a:r>
          </a:p>
          <a:p>
            <a:pPr marL="345281" indent="-247650" defTabSz="685800">
              <a:spcBef>
                <a:spcPts val="750"/>
              </a:spcBef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from time-to-time, each node sends its own distance vector estimate to neighbors</a:t>
            </a:r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64DF72B6-39CC-344C-9D00-C68FD6E10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130" y="4440788"/>
            <a:ext cx="8006039" cy="1125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60747" indent="-260747" defTabSz="685800">
              <a:lnSpc>
                <a:spcPct val="90000"/>
              </a:lnSpc>
              <a:spcBef>
                <a:spcPct val="20000"/>
              </a:spcBef>
              <a:buClr>
                <a:srgbClr val="0000A8"/>
              </a:buClr>
              <a:buSzPct val="100000"/>
              <a:buFont typeface="Wingdings" pitchFamily="2" charset="2"/>
              <a:buChar char="§"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under minor, natural conditions, the estimate </a:t>
            </a:r>
            <a:r>
              <a:rPr lang="en-US" sz="2100" i="1" dirty="0">
                <a:solidFill>
                  <a:prstClr val="black"/>
                </a:solidFill>
                <a:latin typeface="Calibri" panose="020F0502020204030204"/>
                <a:cs typeface="Times New Roman" charset="0"/>
              </a:rPr>
              <a:t>D</a:t>
            </a:r>
            <a:r>
              <a:rPr lang="en-US" sz="2100" i="1" baseline="-30000" dirty="0">
                <a:solidFill>
                  <a:prstClr val="black"/>
                </a:solidFill>
                <a:latin typeface="Calibri" panose="020F0502020204030204"/>
                <a:cs typeface="Times New Roman" charset="0"/>
              </a:rPr>
              <a:t>x</a:t>
            </a:r>
            <a:r>
              <a:rPr lang="en-US" sz="2100" i="1" dirty="0">
                <a:solidFill>
                  <a:prstClr val="black"/>
                </a:solidFill>
                <a:latin typeface="Calibri" panose="020F0502020204030204"/>
                <a:cs typeface="Times New Roman" charset="0"/>
              </a:rPr>
              <a:t>(y) converge to the actual least cost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2100" baseline="-25000" dirty="0">
                <a:solidFill>
                  <a:prstClr val="black"/>
                </a:solidFill>
                <a:latin typeface="Calibri" panose="020F0502020204030204"/>
              </a:rPr>
              <a:t>x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(y)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26794A-966A-6D45-813B-D1EAD011046F}"/>
              </a:ext>
            </a:extLst>
          </p:cNvPr>
          <p:cNvGrpSpPr/>
          <p:nvPr/>
        </p:nvGrpSpPr>
        <p:grpSpPr>
          <a:xfrm>
            <a:off x="486167" y="2951445"/>
            <a:ext cx="8111386" cy="1070717"/>
            <a:chOff x="648222" y="2792259"/>
            <a:chExt cx="10815181" cy="1427622"/>
          </a:xfrm>
        </p:grpSpPr>
        <p:sp>
          <p:nvSpPr>
            <p:cNvPr id="22" name="Rectangle 4">
              <a:extLst>
                <a:ext uri="{FF2B5EF4-FFF2-40B4-BE49-F238E27FC236}">
                  <a16:creationId xmlns:a16="http://schemas.microsoft.com/office/drawing/2014/main" id="{8820A465-F22E-4E44-9E83-58539B59D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529" y="3665884"/>
              <a:ext cx="6768348" cy="553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defTabSz="685800"/>
              <a:r>
                <a:rPr lang="en-US" sz="2100" i="1" dirty="0">
                  <a:solidFill>
                    <a:srgbClr val="CC0000"/>
                  </a:solidFill>
                  <a:latin typeface="Calibri" panose="020F0502020204030204"/>
                  <a:cs typeface="Times New Roman" charset="0"/>
                </a:rPr>
                <a:t>D</a:t>
              </a:r>
              <a:r>
                <a:rPr lang="en-US" sz="2100" i="1" baseline="-30000" dirty="0">
                  <a:solidFill>
                    <a:srgbClr val="CC0000"/>
                  </a:solidFill>
                  <a:latin typeface="Calibri" panose="020F0502020204030204"/>
                  <a:cs typeface="Times New Roman" charset="0"/>
                </a:rPr>
                <a:t>x</a:t>
              </a:r>
              <a:r>
                <a:rPr lang="en-US" sz="2100" i="1" dirty="0">
                  <a:solidFill>
                    <a:srgbClr val="CC0000"/>
                  </a:solidFill>
                  <a:latin typeface="Calibri" panose="020F0502020204030204"/>
                  <a:cs typeface="Times New Roman" charset="0"/>
                </a:rPr>
                <a:t>(y) ← min</a:t>
              </a:r>
              <a:r>
                <a:rPr lang="en-US" sz="2100" i="1" baseline="-30000" dirty="0">
                  <a:solidFill>
                    <a:srgbClr val="CC0000"/>
                  </a:solidFill>
                  <a:latin typeface="Calibri" panose="020F0502020204030204"/>
                  <a:cs typeface="Times New Roman" charset="0"/>
                </a:rPr>
                <a:t>v</a:t>
              </a:r>
              <a:r>
                <a:rPr lang="en-US" sz="2100" i="1" dirty="0">
                  <a:solidFill>
                    <a:srgbClr val="CC0000"/>
                  </a:solidFill>
                  <a:latin typeface="Calibri" panose="020F0502020204030204"/>
                  <a:cs typeface="Times New Roman" charset="0"/>
                </a:rPr>
                <a:t>{c</a:t>
              </a:r>
              <a:r>
                <a:rPr lang="en-US" sz="2100" i="1" baseline="-25000" dirty="0">
                  <a:solidFill>
                    <a:srgbClr val="CC0000"/>
                  </a:solidFill>
                  <a:latin typeface="Calibri" panose="020F0502020204030204"/>
                  <a:cs typeface="Times New Roman" charset="0"/>
                </a:rPr>
                <a:t>x,v </a:t>
              </a:r>
              <a:r>
                <a:rPr lang="en-US" sz="2100" i="1" dirty="0">
                  <a:solidFill>
                    <a:srgbClr val="CC0000"/>
                  </a:solidFill>
                  <a:latin typeface="Calibri" panose="020F0502020204030204"/>
                  <a:cs typeface="Times New Roman" charset="0"/>
                </a:rPr>
                <a:t>+ D</a:t>
              </a:r>
              <a:r>
                <a:rPr lang="en-US" sz="2100" i="1" baseline="-30000" dirty="0">
                  <a:solidFill>
                    <a:srgbClr val="CC0000"/>
                  </a:solidFill>
                  <a:latin typeface="Calibri" panose="020F0502020204030204"/>
                  <a:cs typeface="Times New Roman" charset="0"/>
                </a:rPr>
                <a:t>v</a:t>
              </a:r>
              <a:r>
                <a:rPr lang="en-US" sz="2100" i="1" dirty="0">
                  <a:solidFill>
                    <a:srgbClr val="CC0000"/>
                  </a:solidFill>
                  <a:latin typeface="Calibri" panose="020F0502020204030204"/>
                  <a:cs typeface="Times New Roman" charset="0"/>
                </a:rPr>
                <a:t>(y)}  </a:t>
              </a:r>
              <a:r>
                <a:rPr lang="en-US" sz="2100" dirty="0">
                  <a:solidFill>
                    <a:prstClr val="black"/>
                  </a:solidFill>
                  <a:latin typeface="Calibri" panose="020F0502020204030204"/>
                  <a:cs typeface="Times New Roman" charset="0"/>
                </a:rPr>
                <a:t>for each node </a:t>
              </a:r>
              <a:r>
                <a:rPr lang="en-US" sz="2100" i="1" dirty="0">
                  <a:solidFill>
                    <a:prstClr val="black"/>
                  </a:solidFill>
                  <a:latin typeface="Calibri" panose="020F0502020204030204"/>
                  <a:cs typeface="Times New Roman" charset="0"/>
                </a:rPr>
                <a:t>y</a:t>
              </a:r>
              <a:r>
                <a:rPr lang="en-US" sz="2100" dirty="0">
                  <a:solidFill>
                    <a:prstClr val="black"/>
                  </a:solidFill>
                  <a:latin typeface="Calibri" panose="020F0502020204030204"/>
                  <a:cs typeface="Times New Roman" charset="0"/>
                </a:rPr>
                <a:t> </a:t>
              </a:r>
              <a:r>
                <a:rPr lang="en-US" sz="2100" dirty="0">
                  <a:solidFill>
                    <a:prstClr val="black"/>
                  </a:solidFill>
                  <a:latin typeface="Calibri" panose="020F0502020204030204"/>
                  <a:ea typeface="MS Mincho" charset="0"/>
                  <a:cs typeface="MS Mincho" charset="0"/>
                </a:rPr>
                <a:t>∊</a:t>
              </a:r>
              <a:r>
                <a:rPr lang="en-US" sz="2100" dirty="0">
                  <a:solidFill>
                    <a:prstClr val="black"/>
                  </a:solidFill>
                  <a:latin typeface="Calibri" panose="020F0502020204030204"/>
                  <a:cs typeface="Times New Roman" charset="0"/>
                </a:rPr>
                <a:t> </a:t>
              </a:r>
              <a:r>
                <a:rPr lang="en-US" sz="2100" i="1" dirty="0">
                  <a:solidFill>
                    <a:prstClr val="black"/>
                  </a:solidFill>
                  <a:latin typeface="Calibri" panose="020F0502020204030204"/>
                  <a:cs typeface="Times New Roman" charset="0"/>
                </a:rPr>
                <a:t>N</a:t>
              </a:r>
            </a:p>
          </p:txBody>
        </p:sp>
        <p:sp>
          <p:nvSpPr>
            <p:cNvPr id="26" name="Rectangle 3">
              <a:extLst>
                <a:ext uri="{FF2B5EF4-FFF2-40B4-BE49-F238E27FC236}">
                  <a16:creationId xmlns:a16="http://schemas.microsoft.com/office/drawing/2014/main" id="{76402688-900A-584B-96BE-A2D2A8F80C5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48222" y="2792259"/>
              <a:ext cx="10815181" cy="1015653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45281" indent="-247650" defTabSz="685800">
                <a:spcBef>
                  <a:spcPts val="750"/>
                </a:spcBef>
                <a:defRPr/>
              </a:pPr>
              <a:r>
                <a:rPr lang="en-US" sz="2100" dirty="0">
                  <a:solidFill>
                    <a:prstClr val="black"/>
                  </a:solidFill>
                  <a:latin typeface="Calibri" panose="020F0502020204030204"/>
                </a:rPr>
                <a:t>when </a:t>
              </a:r>
              <a:r>
                <a:rPr lang="en-US" sz="2100" i="1" dirty="0">
                  <a:solidFill>
                    <a:prstClr val="black"/>
                  </a:solidFill>
                  <a:latin typeface="Calibri" panose="020F0502020204030204"/>
                </a:rPr>
                <a:t>x</a:t>
              </a:r>
              <a:r>
                <a:rPr lang="en-US" sz="2100" dirty="0">
                  <a:solidFill>
                    <a:prstClr val="black"/>
                  </a:solidFill>
                  <a:latin typeface="Calibri" panose="020F0502020204030204"/>
                </a:rPr>
                <a:t> receives new DV estimate from any neighbor, it updates its own DV using B-F equation: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3676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544A75-190C-D540-8EFD-BF5721DA6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Distance vector algorithm: 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483B72-7F6D-A6EF-3D63-D768ABD50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8655F-134F-9941-B2F1-519DACDBD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30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F891EAD-A289-0847-8476-12FDB9A2A09E}"/>
              </a:ext>
            </a:extLst>
          </p:cNvPr>
          <p:cNvSpPr txBox="1">
            <a:spLocks noChangeArrowheads="1"/>
          </p:cNvSpPr>
          <p:nvPr/>
        </p:nvSpPr>
        <p:spPr>
          <a:xfrm>
            <a:off x="4630226" y="2005030"/>
            <a:ext cx="4050311" cy="148268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</a:pPr>
            <a:r>
              <a:rPr lang="en-US" sz="2100" dirty="0">
                <a:solidFill>
                  <a:srgbClr val="CC0000"/>
                </a:solidFill>
                <a:latin typeface="Calibri" panose="020F0502020204030204"/>
              </a:rPr>
              <a:t>iterative, asynchronous:</a:t>
            </a:r>
            <a:r>
              <a:rPr lang="en-US" sz="2100" dirty="0">
                <a:solidFill>
                  <a:srgbClr val="FF0000"/>
                </a:solidFill>
                <a:latin typeface="Calibri" panose="020F0502020204030204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each local iteration caused by: </a:t>
            </a:r>
          </a:p>
          <a:p>
            <a:pPr marL="345281" indent="-167879" defTabSz="685800">
              <a:spcBef>
                <a:spcPts val="750"/>
              </a:spcBef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local link cost change </a:t>
            </a:r>
          </a:p>
          <a:p>
            <a:pPr marL="345281" indent="-167879" defTabSz="685800">
              <a:spcBef>
                <a:spcPts val="750"/>
              </a:spcBef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DV update message from neighbor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B41893AC-4325-F74F-8450-C793E4D00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183" y="2430017"/>
            <a:ext cx="3466578" cy="1782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defTabSz="685800">
              <a:spcBef>
                <a:spcPct val="50000"/>
              </a:spcBef>
            </a:pPr>
            <a:endParaRPr lang="en-US" sz="1800" dirty="0">
              <a:solidFill>
                <a:prstClr val="black"/>
              </a:solidFill>
              <a:latin typeface="Times New Roman" charset="0"/>
            </a:endParaRPr>
          </a:p>
          <a:p>
            <a:pPr algn="ctr" defTabSz="685800">
              <a:lnSpc>
                <a:spcPct val="90000"/>
              </a:lnSpc>
            </a:pPr>
            <a:r>
              <a:rPr lang="en-US" sz="2100" i="1" dirty="0">
                <a:solidFill>
                  <a:srgbClr val="000099"/>
                </a:solidFill>
                <a:latin typeface="Calibri" panose="020F0502020204030204"/>
              </a:rPr>
              <a:t>wait</a:t>
            </a:r>
            <a:r>
              <a:rPr lang="en-US" sz="1800" dirty="0">
                <a:solidFill>
                  <a:srgbClr val="000099"/>
                </a:solidFill>
                <a:latin typeface="Calibri" panose="020F0502020204030204"/>
              </a:rPr>
              <a:t>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for (change in local link cost or msg from neighbor)</a:t>
            </a:r>
          </a:p>
          <a:p>
            <a:pPr defTabSz="685800">
              <a:lnSpc>
                <a:spcPct val="90000"/>
              </a:lnSpc>
            </a:pP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90000"/>
              </a:lnSpc>
            </a:pP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685800">
              <a:spcBef>
                <a:spcPct val="50000"/>
              </a:spcBef>
            </a:pPr>
            <a:endParaRPr lang="en-US" sz="1800" dirty="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71AD5EDC-87FD-634A-9465-87600AAFC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492" y="1905441"/>
            <a:ext cx="15680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defTabSz="685800"/>
            <a:r>
              <a:rPr lang="en-US" dirty="0">
                <a:solidFill>
                  <a:srgbClr val="CC0000"/>
                </a:solidFill>
                <a:latin typeface="Calibri" panose="020F0502020204030204"/>
              </a:rPr>
              <a:t>each node: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5302920D-3833-AE4E-83FE-DE8AB636259C}"/>
              </a:ext>
            </a:extLst>
          </p:cNvPr>
          <p:cNvSpPr txBox="1">
            <a:spLocks noChangeArrowheads="1"/>
          </p:cNvSpPr>
          <p:nvPr/>
        </p:nvSpPr>
        <p:spPr>
          <a:xfrm>
            <a:off x="4603609" y="3519114"/>
            <a:ext cx="3702713" cy="2185709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</a:pPr>
            <a:r>
              <a:rPr lang="en-US" sz="2100" dirty="0">
                <a:solidFill>
                  <a:srgbClr val="CC0000"/>
                </a:solidFill>
                <a:latin typeface="Calibri" panose="020F0502020204030204"/>
              </a:rPr>
              <a:t>distributed, self-stopping: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each node notifies neighbors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only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when its DV changes</a:t>
            </a:r>
          </a:p>
          <a:p>
            <a:pPr marL="391716" lvl="1" indent="-177404" defTabSz="685800">
              <a:spcBef>
                <a:spcPts val="375"/>
              </a:spcBef>
              <a:buFont typeface="Wingdings" pitchFamily="2" charset="2"/>
              <a:buChar char="§"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neighbors then notify their neighbors –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only if necessary</a:t>
            </a:r>
          </a:p>
          <a:p>
            <a:pPr marL="391716" lvl="1" indent="-177404" defTabSz="685800">
              <a:spcBef>
                <a:spcPts val="375"/>
              </a:spcBef>
              <a:buFont typeface="Wingdings" pitchFamily="2" charset="2"/>
              <a:buChar char="§"/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no notification received, no actions taken!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53C11C6-D826-5F43-A2B4-6804C1E58E41}"/>
              </a:ext>
            </a:extLst>
          </p:cNvPr>
          <p:cNvGrpSpPr/>
          <p:nvPr/>
        </p:nvGrpSpPr>
        <p:grpSpPr>
          <a:xfrm>
            <a:off x="819143" y="3328009"/>
            <a:ext cx="3466578" cy="1188938"/>
            <a:chOff x="1317659" y="3169084"/>
            <a:chExt cx="4622104" cy="1585251"/>
          </a:xfrm>
        </p:grpSpPr>
        <p:sp>
          <p:nvSpPr>
            <p:cNvPr id="11" name="Line 5">
              <a:extLst>
                <a:ext uri="{FF2B5EF4-FFF2-40B4-BE49-F238E27FC236}">
                  <a16:creationId xmlns:a16="http://schemas.microsoft.com/office/drawing/2014/main" id="{3F1A2ABA-C0FF-3042-AB19-EBB20A32C1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1463" y="3169084"/>
              <a:ext cx="0" cy="422581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Text Box 4">
              <a:extLst>
                <a:ext uri="{FF2B5EF4-FFF2-40B4-BE49-F238E27FC236}">
                  <a16:creationId xmlns:a16="http://schemas.microsoft.com/office/drawing/2014/main" id="{0127FDB6-1E7E-B747-9FF9-706AF3DA6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7659" y="3301629"/>
              <a:ext cx="4622104" cy="145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defTabSz="685800">
                <a:lnSpc>
                  <a:spcPct val="90000"/>
                </a:lnSpc>
              </a:pPr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 defTabSz="685800">
                <a:lnSpc>
                  <a:spcPct val="90000"/>
                </a:lnSpc>
              </a:pPr>
              <a:r>
                <a:rPr lang="en-US" sz="2100" i="1" dirty="0">
                  <a:solidFill>
                    <a:srgbClr val="000099"/>
                  </a:solidFill>
                  <a:latin typeface="Calibri" panose="020F0502020204030204"/>
                </a:rPr>
                <a:t>recompute</a:t>
              </a:r>
              <a:r>
                <a:rPr lang="en-US" sz="2100" dirty="0">
                  <a:solidFill>
                    <a:prstClr val="black"/>
                  </a:solidFill>
                  <a:latin typeface="Calibri" panose="020F0502020204030204"/>
                </a:rPr>
                <a:t> DV estimates using DV received from neighbor</a:t>
              </a:r>
            </a:p>
            <a:p>
              <a:pPr defTabSz="685800">
                <a:lnSpc>
                  <a:spcPct val="90000"/>
                </a:lnSpc>
              </a:pPr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AB2E6A7-BBBF-E942-BD5C-47863B3A0DE5}"/>
              </a:ext>
            </a:extLst>
          </p:cNvPr>
          <p:cNvGrpSpPr/>
          <p:nvPr/>
        </p:nvGrpSpPr>
        <p:grpSpPr>
          <a:xfrm>
            <a:off x="790959" y="4248670"/>
            <a:ext cx="3466578" cy="986231"/>
            <a:chOff x="1280080" y="4396635"/>
            <a:chExt cx="4622104" cy="1314975"/>
          </a:xfrm>
        </p:grpSpPr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D8667227-75F3-2946-9800-49EF5E66E7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8268" y="4396635"/>
              <a:ext cx="0" cy="439673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/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Text Box 4">
              <a:extLst>
                <a:ext uri="{FF2B5EF4-FFF2-40B4-BE49-F238E27FC236}">
                  <a16:creationId xmlns:a16="http://schemas.microsoft.com/office/drawing/2014/main" id="{397A11E9-C3A3-2347-8FE5-1B38BBB5C8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0080" y="4535903"/>
              <a:ext cx="4622104" cy="11757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defTabSz="685800">
                <a:lnSpc>
                  <a:spcPct val="90000"/>
                </a:lnSpc>
              </a:pPr>
              <a:endParaRPr lang="en-US" sz="15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algn="ctr" defTabSz="685800">
                <a:lnSpc>
                  <a:spcPct val="90000"/>
                </a:lnSpc>
              </a:pPr>
              <a:r>
                <a:rPr lang="en-US" sz="2100" dirty="0">
                  <a:solidFill>
                    <a:prstClr val="black"/>
                  </a:solidFill>
                  <a:latin typeface="Calibri" panose="020F0502020204030204"/>
                </a:rPr>
                <a:t>if DV to any destination has changed, </a:t>
              </a:r>
              <a:r>
                <a:rPr lang="en-US" sz="2100" i="1" dirty="0">
                  <a:solidFill>
                    <a:srgbClr val="000099"/>
                  </a:solidFill>
                  <a:latin typeface="Calibri" panose="020F0502020204030204"/>
                </a:rPr>
                <a:t>notify</a:t>
              </a:r>
              <a:r>
                <a:rPr lang="en-US" sz="2100" dirty="0">
                  <a:solidFill>
                    <a:prstClr val="black"/>
                  </a:solidFill>
                  <a:latin typeface="Calibri" panose="020F0502020204030204"/>
                </a:rPr>
                <a:t> neighbors </a:t>
              </a: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F1EEA1-E3D6-FE44-9DE6-5BA118248F5E}"/>
              </a:ext>
            </a:extLst>
          </p:cNvPr>
          <p:cNvCxnSpPr/>
          <p:nvPr/>
        </p:nvCxnSpPr>
        <p:spPr>
          <a:xfrm flipV="1">
            <a:off x="2527126" y="5145849"/>
            <a:ext cx="0" cy="340551"/>
          </a:xfrm>
          <a:prstGeom prst="line">
            <a:avLst/>
          </a:prstGeom>
          <a:ln w="19050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1A9ECAE-CD60-CD4E-8453-32556903D047}"/>
              </a:ext>
            </a:extLst>
          </p:cNvPr>
          <p:cNvCxnSpPr/>
          <p:nvPr/>
        </p:nvCxnSpPr>
        <p:spPr>
          <a:xfrm>
            <a:off x="2514600" y="2491897"/>
            <a:ext cx="0" cy="2536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E0990E6-E4F6-004A-983C-35F56F91D474}"/>
              </a:ext>
            </a:extLst>
          </p:cNvPr>
          <p:cNvCxnSpPr/>
          <p:nvPr/>
        </p:nvCxnSpPr>
        <p:spPr>
          <a:xfrm>
            <a:off x="789139" y="5486400"/>
            <a:ext cx="172546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1994047-8DFC-3848-A093-707102890135}"/>
              </a:ext>
            </a:extLst>
          </p:cNvPr>
          <p:cNvCxnSpPr/>
          <p:nvPr/>
        </p:nvCxnSpPr>
        <p:spPr>
          <a:xfrm>
            <a:off x="789139" y="2491114"/>
            <a:ext cx="172546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BD0BEAE-AFEE-C84E-B69C-BA9C126D7B96}"/>
              </a:ext>
            </a:extLst>
          </p:cNvPr>
          <p:cNvCxnSpPr>
            <a:cxnSpLocks/>
          </p:cNvCxnSpPr>
          <p:nvPr/>
        </p:nvCxnSpPr>
        <p:spPr>
          <a:xfrm>
            <a:off x="779745" y="2482503"/>
            <a:ext cx="0" cy="300389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414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roup 357">
            <a:extLst>
              <a:ext uri="{FF2B5EF4-FFF2-40B4-BE49-F238E27FC236}">
                <a16:creationId xmlns:a16="http://schemas.microsoft.com/office/drawing/2014/main" id="{EFC6901E-6625-8845-BE3F-534E18DC96EB}"/>
              </a:ext>
            </a:extLst>
          </p:cNvPr>
          <p:cNvGrpSpPr/>
          <p:nvPr/>
        </p:nvGrpSpPr>
        <p:grpSpPr>
          <a:xfrm>
            <a:off x="2117034" y="1705282"/>
            <a:ext cx="1164483" cy="1988557"/>
            <a:chOff x="3216002" y="1012723"/>
            <a:chExt cx="1552644" cy="2651409"/>
          </a:xfrm>
        </p:grpSpPr>
        <p:sp>
          <p:nvSpPr>
            <p:cNvPr id="359" name="Freeform 358">
              <a:extLst>
                <a:ext uri="{FF2B5EF4-FFF2-40B4-BE49-F238E27FC236}">
                  <a16:creationId xmlns:a16="http://schemas.microsoft.com/office/drawing/2014/main" id="{4CD71459-EB0F-DA48-840A-CE1D12C897D0}"/>
                </a:ext>
              </a:extLst>
            </p:cNvPr>
            <p:cNvSpPr/>
            <p:nvPr/>
          </p:nvSpPr>
          <p:spPr>
            <a:xfrm>
              <a:off x="4316362" y="1042219"/>
              <a:ext cx="452284" cy="2389239"/>
            </a:xfrm>
            <a:custGeom>
              <a:avLst/>
              <a:gdLst>
                <a:gd name="connsiteX0" fmla="*/ 0 w 491613"/>
                <a:gd name="connsiteY0" fmla="*/ 0 h 2389239"/>
                <a:gd name="connsiteX1" fmla="*/ 491613 w 491613"/>
                <a:gd name="connsiteY1" fmla="*/ 904568 h 2389239"/>
                <a:gd name="connsiteX2" fmla="*/ 491613 w 491613"/>
                <a:gd name="connsiteY2" fmla="*/ 1052052 h 2389239"/>
                <a:gd name="connsiteX3" fmla="*/ 19665 w 491613"/>
                <a:gd name="connsiteY3" fmla="*/ 2389239 h 2389239"/>
                <a:gd name="connsiteX4" fmla="*/ 0 w 491613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360" name="Group 359">
              <a:extLst>
                <a:ext uri="{FF2B5EF4-FFF2-40B4-BE49-F238E27FC236}">
                  <a16:creationId xmlns:a16="http://schemas.microsoft.com/office/drawing/2014/main" id="{0EDC177C-D23A-4F4C-864F-FFDFF6E33129}"/>
                </a:ext>
              </a:extLst>
            </p:cNvPr>
            <p:cNvGrpSpPr/>
            <p:nvPr/>
          </p:nvGrpSpPr>
          <p:grpSpPr>
            <a:xfrm>
              <a:off x="3216002" y="1012723"/>
              <a:ext cx="1130292" cy="2651409"/>
              <a:chOff x="3216002" y="1012723"/>
              <a:chExt cx="1130292" cy="2651409"/>
            </a:xfrm>
          </p:grpSpPr>
          <p:sp>
            <p:nvSpPr>
              <p:cNvPr id="361" name="Rectangle 360">
                <a:extLst>
                  <a:ext uri="{FF2B5EF4-FFF2-40B4-BE49-F238E27FC236}">
                    <a16:creationId xmlns:a16="http://schemas.microsoft.com/office/drawing/2014/main" id="{F9DA473D-F5CB-3B48-B236-B65636E0B23E}"/>
                  </a:ext>
                </a:extLst>
              </p:cNvPr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362" name="Group 361">
                <a:extLst>
                  <a:ext uri="{FF2B5EF4-FFF2-40B4-BE49-F238E27FC236}">
                    <a16:creationId xmlns:a16="http://schemas.microsoft.com/office/drawing/2014/main" id="{FBAC5385-3193-A948-B616-246766D0C301}"/>
                  </a:ext>
                </a:extLst>
              </p:cNvPr>
              <p:cNvGrpSpPr/>
              <p:nvPr/>
            </p:nvGrpSpPr>
            <p:grpSpPr>
              <a:xfrm>
                <a:off x="3216002" y="1017253"/>
                <a:ext cx="1130292" cy="2646879"/>
                <a:chOff x="9472118" y="702026"/>
                <a:chExt cx="1130292" cy="2646879"/>
              </a:xfrm>
            </p:grpSpPr>
            <p:sp>
              <p:nvSpPr>
                <p:cNvPr id="363" name="Rectangle 362">
                  <a:extLst>
                    <a:ext uri="{FF2B5EF4-FFF2-40B4-BE49-F238E27FC236}">
                      <a16:creationId xmlns:a16="http://schemas.microsoft.com/office/drawing/2014/main" id="{62FD532C-FB8E-AD49-9559-40749CB0E8D6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64" name="TextBox 363">
                  <a:extLst>
                    <a:ext uri="{FF2B5EF4-FFF2-40B4-BE49-F238E27FC236}">
                      <a16:creationId xmlns:a16="http://schemas.microsoft.com/office/drawing/2014/main" id="{21E168E0-497F-9044-9F81-6819E97B423F}"/>
                    </a:ext>
                  </a:extLst>
                </p:cNvPr>
                <p:cNvSpPr txBox="1"/>
                <p:nvPr/>
              </p:nvSpPr>
              <p:spPr>
                <a:xfrm>
                  <a:off x="9472118" y="702026"/>
                  <a:ext cx="1117197" cy="26468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685800"/>
                  <a:r>
                    <a:rPr lang="en-US" sz="1500" dirty="0">
                      <a:solidFill>
                        <a:prstClr val="white"/>
                      </a:solidFill>
                      <a:latin typeface="Calibri" panose="020F0502020204030204"/>
                    </a:rPr>
                    <a:t>DV in a: 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(a)=0</a:t>
                  </a:r>
                </a:p>
                <a:p>
                  <a:pPr algn="ctr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(b) = 8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endParaRPr>
                </a:p>
                <a:p>
                  <a:pPr algn="ctr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(c)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algn="ctr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(d)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1</a:t>
                  </a:r>
                </a:p>
                <a:p>
                  <a:pPr algn="ctr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(e)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algn="ctr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(f)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algn="ctr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(g)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algn="ctr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(h)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algn="ctr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(i)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365" name="Straight Connector 364">
                  <a:extLst>
                    <a:ext uri="{FF2B5EF4-FFF2-40B4-BE49-F238E27FC236}">
                      <a16:creationId xmlns:a16="http://schemas.microsoft.com/office/drawing/2014/main" id="{B09A1AE0-8356-D74F-B5C2-A657CA3ED6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6" name="Rectangle 365">
                  <a:extLst>
                    <a:ext uri="{FF2B5EF4-FFF2-40B4-BE49-F238E27FC236}">
                      <a16:creationId xmlns:a16="http://schemas.microsoft.com/office/drawing/2014/main" id="{06F76BBD-7406-A34C-951B-FADCC0FF3664}"/>
                    </a:ext>
                  </a:extLst>
                </p:cNvPr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Distance vector: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B16DD-8FD7-5A05-7905-1E41BFDF2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31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4897745" y="2454091"/>
            <a:ext cx="0" cy="28973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3449078" y="3902756"/>
            <a:ext cx="289733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3449078" y="2454091"/>
            <a:ext cx="2897333" cy="289733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6285253" y="2507603"/>
            <a:ext cx="99381" cy="1391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3250339" y="5186415"/>
            <a:ext cx="3296513" cy="326495"/>
            <a:chOff x="4333785" y="5772223"/>
            <a:chExt cx="4395351" cy="43532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g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h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5784" y="2507406"/>
                <a:ext cx="337956" cy="454026"/>
                <a:chOff x="2950" y="2425"/>
                <a:chExt cx="216" cy="286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0" y="2425"/>
                  <a:ext cx="216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i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3229336" y="3010142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4663150" y="300290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3222103" y="4522085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4673280" y="452353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6115774" y="452498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4081522" y="3879691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5515336" y="387245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4082968" y="5322186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5516782" y="531495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4084414" y="2450218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5518228" y="244298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20D98609-9181-0C4A-AE2C-346DD87867AA}"/>
              </a:ext>
            </a:extLst>
          </p:cNvPr>
          <p:cNvGrpSpPr/>
          <p:nvPr/>
        </p:nvGrpSpPr>
        <p:grpSpPr>
          <a:xfrm>
            <a:off x="438277" y="2251609"/>
            <a:ext cx="596638" cy="945270"/>
            <a:chOff x="10030307" y="3444875"/>
            <a:chExt cx="795517" cy="1260360"/>
          </a:xfrm>
        </p:grpSpPr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28F628B2-E287-644F-9022-BD27AE29D1B1}"/>
                </a:ext>
              </a:extLst>
            </p:cNvPr>
            <p:cNvSpPr txBox="1"/>
            <p:nvPr/>
          </p:nvSpPr>
          <p:spPr>
            <a:xfrm>
              <a:off x="10030307" y="4089681"/>
              <a:ext cx="795517" cy="615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t=0</a:t>
              </a:r>
            </a:p>
          </p:txBody>
        </p:sp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CC49A0EA-8708-104C-8A7B-0A0875E68DB4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17BA58CB-2477-BE4F-97AD-F6234ACEAEAE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A83B3BF1-2FE7-D941-8F17-F53DF698D3D4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809C848E-61D7-604B-904F-F46B1F70915E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6E443275-F9DD-D04E-8D60-BAD1DFBA800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1A40FE45-C3D5-8644-80E7-3A6FF3B0D48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A92626E3-5D76-4747-8F59-14CDEC8134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4BE49970-1DAF-8145-AC4C-92BBC982EF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1D7190C8-8824-E245-88FF-07416CD845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B93D5913-A28D-6F4C-84E5-4BFBB5E948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0DAC6B31-B886-0043-8195-9BFF5909EE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FE8501E0-4894-EB46-9A8C-90438C4B45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7D05F761-1E2D-D242-8145-FA6CB521612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E8E9805E-BE5E-D841-AC71-C07001BD4D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FC54B5C3-6CE5-0444-91FF-053BF6CE589C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1FFD0838-0271-4340-8F0B-74EF500112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72725" y="3548510"/>
                <a:ext cx="0" cy="207515"/>
              </a:xfrm>
              <a:prstGeom prst="line">
                <a:avLst/>
              </a:prstGeom>
              <a:ln w="25400" cap="flat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55" name="TextBox 254">
            <a:extLst>
              <a:ext uri="{FF2B5EF4-FFF2-40B4-BE49-F238E27FC236}">
                <a16:creationId xmlns:a16="http://schemas.microsoft.com/office/drawing/2014/main" id="{748F6DEF-668E-5841-A6A2-B63A0C4711C1}"/>
              </a:ext>
            </a:extLst>
          </p:cNvPr>
          <p:cNvSpPr txBox="1"/>
          <p:nvPr/>
        </p:nvSpPr>
        <p:spPr>
          <a:xfrm flipH="1">
            <a:off x="320462" y="3313977"/>
            <a:ext cx="1712064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 defTabSz="68580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All nodes have distance estimates to nearest neighbors (only)</a:t>
            </a:r>
          </a:p>
        </p:txBody>
      </p: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317D5632-B975-3440-BACC-A257B3D4043E}"/>
              </a:ext>
            </a:extLst>
          </p:cNvPr>
          <p:cNvGrpSpPr/>
          <p:nvPr/>
        </p:nvGrpSpPr>
        <p:grpSpPr>
          <a:xfrm>
            <a:off x="4247770" y="2577538"/>
            <a:ext cx="4262277" cy="1747175"/>
            <a:chOff x="5663694" y="2293717"/>
            <a:chExt cx="5683035" cy="2329566"/>
          </a:xfrm>
        </p:grpSpPr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F3693395-6389-7A45-93DD-EF462B33B043}"/>
                </a:ext>
              </a:extLst>
            </p:cNvPr>
            <p:cNvSpPr txBox="1"/>
            <p:nvPr/>
          </p:nvSpPr>
          <p:spPr>
            <a:xfrm>
              <a:off x="9259747" y="3669175"/>
              <a:ext cx="2086982" cy="954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1350" dirty="0">
                  <a:solidFill>
                    <a:prstClr val="black"/>
                  </a:solidFill>
                  <a:latin typeface="Calibri" panose="020F0502020204030204"/>
                </a:rPr>
                <a:t>A few asymmetries:</a:t>
              </a:r>
            </a:p>
            <a:p>
              <a:pPr marL="214313" indent="-214313" defTabSz="685800">
                <a:buClr>
                  <a:srgbClr val="0000A8"/>
                </a:buClr>
                <a:buFont typeface="Wingdings" pitchFamily="2" charset="2"/>
                <a:buChar char="§"/>
              </a:pPr>
              <a:r>
                <a:rPr lang="en-US" sz="1350" dirty="0">
                  <a:solidFill>
                    <a:prstClr val="black"/>
                  </a:solidFill>
                  <a:latin typeface="Calibri" panose="020F0502020204030204"/>
                </a:rPr>
                <a:t>missing link</a:t>
              </a:r>
            </a:p>
            <a:p>
              <a:pPr marL="214313" indent="-214313" defTabSz="685800">
                <a:buClr>
                  <a:srgbClr val="0000A8"/>
                </a:buClr>
                <a:buFont typeface="Wingdings" pitchFamily="2" charset="2"/>
                <a:buChar char="§"/>
              </a:pPr>
              <a:r>
                <a:rPr lang="en-US" sz="1350" dirty="0">
                  <a:solidFill>
                    <a:prstClr val="black"/>
                  </a:solidFill>
                  <a:latin typeface="Calibri" panose="020F0502020204030204"/>
                </a:rPr>
                <a:t>larger cost</a:t>
              </a:r>
            </a:p>
          </p:txBody>
        </p:sp>
        <p:cxnSp>
          <p:nvCxnSpPr>
            <p:cNvPr id="1027" name="Straight Arrow Connector 1026">
              <a:extLst>
                <a:ext uri="{FF2B5EF4-FFF2-40B4-BE49-F238E27FC236}">
                  <a16:creationId xmlns:a16="http://schemas.microsoft.com/office/drawing/2014/main" id="{4E929335-40BB-CB40-86CA-FAACFF10EC6F}"/>
                </a:ext>
              </a:extLst>
            </p:cNvPr>
            <p:cNvCxnSpPr/>
            <p:nvPr/>
          </p:nvCxnSpPr>
          <p:spPr>
            <a:xfrm flipH="1" flipV="1">
              <a:off x="8414795" y="3032568"/>
              <a:ext cx="995423" cy="1111169"/>
            </a:xfrm>
            <a:prstGeom prst="straightConnector1">
              <a:avLst/>
            </a:prstGeom>
            <a:ln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Arrow Connector 259">
              <a:extLst>
                <a:ext uri="{FF2B5EF4-FFF2-40B4-BE49-F238E27FC236}">
                  <a16:creationId xmlns:a16="http://schemas.microsoft.com/office/drawing/2014/main" id="{8C615253-8FD8-C347-9EAB-9A57486BFF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63694" y="2293717"/>
              <a:ext cx="3726112" cy="2091470"/>
            </a:xfrm>
            <a:prstGeom prst="straightConnector1">
              <a:avLst/>
            </a:prstGeom>
            <a:ln>
              <a:solidFill>
                <a:srgbClr val="0000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2" name="Right Arrow 1031">
            <a:extLst>
              <a:ext uri="{FF2B5EF4-FFF2-40B4-BE49-F238E27FC236}">
                <a16:creationId xmlns:a16="http://schemas.microsoft.com/office/drawing/2014/main" id="{48701230-5EB3-4E4B-BEE9-CAD81136ECFC}"/>
              </a:ext>
            </a:extLst>
          </p:cNvPr>
          <p:cNvSpPr/>
          <p:nvPr/>
        </p:nvSpPr>
        <p:spPr>
          <a:xfrm rot="5400000">
            <a:off x="3299950" y="2778228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7" name="Right Arrow 266">
            <a:extLst>
              <a:ext uri="{FF2B5EF4-FFF2-40B4-BE49-F238E27FC236}">
                <a16:creationId xmlns:a16="http://schemas.microsoft.com/office/drawing/2014/main" id="{39C7E016-9840-8340-9D5C-7C9BC5953296}"/>
              </a:ext>
            </a:extLst>
          </p:cNvPr>
          <p:cNvSpPr/>
          <p:nvPr/>
        </p:nvSpPr>
        <p:spPr>
          <a:xfrm rot="16200000">
            <a:off x="3296263" y="3460341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8" name="Right Arrow 267">
            <a:extLst>
              <a:ext uri="{FF2B5EF4-FFF2-40B4-BE49-F238E27FC236}">
                <a16:creationId xmlns:a16="http://schemas.microsoft.com/office/drawing/2014/main" id="{0E4D6E8C-7EAB-9E44-AEFC-4FA875BCA32C}"/>
              </a:ext>
            </a:extLst>
          </p:cNvPr>
          <p:cNvSpPr/>
          <p:nvPr/>
        </p:nvSpPr>
        <p:spPr>
          <a:xfrm rot="5400000">
            <a:off x="4726856" y="2767168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9" name="Right Arrow 268">
            <a:extLst>
              <a:ext uri="{FF2B5EF4-FFF2-40B4-BE49-F238E27FC236}">
                <a16:creationId xmlns:a16="http://schemas.microsoft.com/office/drawing/2014/main" id="{F17D421F-D0A1-B94A-8B49-27953D5C8366}"/>
              </a:ext>
            </a:extLst>
          </p:cNvPr>
          <p:cNvSpPr/>
          <p:nvPr/>
        </p:nvSpPr>
        <p:spPr>
          <a:xfrm rot="16200000">
            <a:off x="4723169" y="3449281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0" name="Right Arrow 269">
            <a:extLst>
              <a:ext uri="{FF2B5EF4-FFF2-40B4-BE49-F238E27FC236}">
                <a16:creationId xmlns:a16="http://schemas.microsoft.com/office/drawing/2014/main" id="{C0BFDAF2-0356-354B-8B44-188593FB5A37}"/>
              </a:ext>
            </a:extLst>
          </p:cNvPr>
          <p:cNvSpPr/>
          <p:nvPr/>
        </p:nvSpPr>
        <p:spPr>
          <a:xfrm rot="5400000">
            <a:off x="3277826" y="4201451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1" name="Right Arrow 270">
            <a:extLst>
              <a:ext uri="{FF2B5EF4-FFF2-40B4-BE49-F238E27FC236}">
                <a16:creationId xmlns:a16="http://schemas.microsoft.com/office/drawing/2014/main" id="{112F6083-F42A-6740-A147-C25BA92606DD}"/>
              </a:ext>
            </a:extLst>
          </p:cNvPr>
          <p:cNvSpPr/>
          <p:nvPr/>
        </p:nvSpPr>
        <p:spPr>
          <a:xfrm rot="16200000">
            <a:off x="3274139" y="4883564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2" name="Right Arrow 271">
            <a:extLst>
              <a:ext uri="{FF2B5EF4-FFF2-40B4-BE49-F238E27FC236}">
                <a16:creationId xmlns:a16="http://schemas.microsoft.com/office/drawing/2014/main" id="{D340F2D5-4C4A-D441-99F4-FD489A89E6ED}"/>
              </a:ext>
            </a:extLst>
          </p:cNvPr>
          <p:cNvSpPr/>
          <p:nvPr/>
        </p:nvSpPr>
        <p:spPr>
          <a:xfrm rot="5400000">
            <a:off x="4734231" y="4197767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3" name="Right Arrow 272">
            <a:extLst>
              <a:ext uri="{FF2B5EF4-FFF2-40B4-BE49-F238E27FC236}">
                <a16:creationId xmlns:a16="http://schemas.microsoft.com/office/drawing/2014/main" id="{487BF544-1248-5D4C-B9E4-2B3ACA80EA1C}"/>
              </a:ext>
            </a:extLst>
          </p:cNvPr>
          <p:cNvSpPr/>
          <p:nvPr/>
        </p:nvSpPr>
        <p:spPr>
          <a:xfrm rot="16200000">
            <a:off x="4730544" y="4879880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4" name="Right Arrow 273">
            <a:extLst>
              <a:ext uri="{FF2B5EF4-FFF2-40B4-BE49-F238E27FC236}">
                <a16:creationId xmlns:a16="http://schemas.microsoft.com/office/drawing/2014/main" id="{0DF6A182-C1F7-C14D-900B-3242DA6B4D96}"/>
              </a:ext>
            </a:extLst>
          </p:cNvPr>
          <p:cNvSpPr/>
          <p:nvPr/>
        </p:nvSpPr>
        <p:spPr>
          <a:xfrm rot="5400000">
            <a:off x="6190636" y="4194083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5" name="Right Arrow 274">
            <a:extLst>
              <a:ext uri="{FF2B5EF4-FFF2-40B4-BE49-F238E27FC236}">
                <a16:creationId xmlns:a16="http://schemas.microsoft.com/office/drawing/2014/main" id="{EEAD3E84-70CC-2A46-87CC-F69A6D50ED35}"/>
              </a:ext>
            </a:extLst>
          </p:cNvPr>
          <p:cNvSpPr/>
          <p:nvPr/>
        </p:nvSpPr>
        <p:spPr>
          <a:xfrm rot="16200000">
            <a:off x="6186949" y="4876196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9" name="Right Arrow 278">
            <a:extLst>
              <a:ext uri="{FF2B5EF4-FFF2-40B4-BE49-F238E27FC236}">
                <a16:creationId xmlns:a16="http://schemas.microsoft.com/office/drawing/2014/main" id="{A7B19411-E5F9-AC49-9C67-23093CF98D95}"/>
              </a:ext>
            </a:extLst>
          </p:cNvPr>
          <p:cNvSpPr/>
          <p:nvPr/>
        </p:nvSpPr>
        <p:spPr>
          <a:xfrm rot="10800000">
            <a:off x="5686796" y="5229499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0" name="Right Arrow 279">
            <a:extLst>
              <a:ext uri="{FF2B5EF4-FFF2-40B4-BE49-F238E27FC236}">
                <a16:creationId xmlns:a16="http://schemas.microsoft.com/office/drawing/2014/main" id="{19CD2293-67D5-3048-9FAC-78E0AEE8C310}"/>
              </a:ext>
            </a:extLst>
          </p:cNvPr>
          <p:cNvSpPr/>
          <p:nvPr/>
        </p:nvSpPr>
        <p:spPr>
          <a:xfrm>
            <a:off x="5114778" y="5233186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3252344" y="3732598"/>
            <a:ext cx="3296513" cy="326495"/>
            <a:chOff x="4333785" y="5772223"/>
            <a:chExt cx="4395351" cy="43532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d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e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7954" y="2507406"/>
                <a:ext cx="352037" cy="454026"/>
                <a:chOff x="2945" y="2425"/>
                <a:chExt cx="225" cy="286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5" y="2425"/>
                  <a:ext cx="225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f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3250339" y="2286803"/>
            <a:ext cx="3296513" cy="326495"/>
            <a:chOff x="4333785" y="5772223"/>
            <a:chExt cx="4395351" cy="43532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a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b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9773" y="2507406"/>
                <a:ext cx="409926" cy="454026"/>
                <a:chOff x="2927" y="2425"/>
                <a:chExt cx="262" cy="286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7" y="2425"/>
                  <a:ext cx="26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c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346" name="Right Arrow 345">
            <a:extLst>
              <a:ext uri="{FF2B5EF4-FFF2-40B4-BE49-F238E27FC236}">
                <a16:creationId xmlns:a16="http://schemas.microsoft.com/office/drawing/2014/main" id="{042BFE25-0F60-794A-B634-E33D42BAAD21}"/>
              </a:ext>
            </a:extLst>
          </p:cNvPr>
          <p:cNvSpPr/>
          <p:nvPr/>
        </p:nvSpPr>
        <p:spPr>
          <a:xfrm rot="10800000">
            <a:off x="4245013" y="5239525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7" name="Right Arrow 346">
            <a:extLst>
              <a:ext uri="{FF2B5EF4-FFF2-40B4-BE49-F238E27FC236}">
                <a16:creationId xmlns:a16="http://schemas.microsoft.com/office/drawing/2014/main" id="{E9AE3BA5-DCA8-5D4F-A6D6-75EF46834F58}"/>
              </a:ext>
            </a:extLst>
          </p:cNvPr>
          <p:cNvSpPr/>
          <p:nvPr/>
        </p:nvSpPr>
        <p:spPr>
          <a:xfrm>
            <a:off x="3672994" y="5243212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8" name="Right Arrow 347">
            <a:extLst>
              <a:ext uri="{FF2B5EF4-FFF2-40B4-BE49-F238E27FC236}">
                <a16:creationId xmlns:a16="http://schemas.microsoft.com/office/drawing/2014/main" id="{80E704B5-3D0B-2A41-AF24-0F438DFF3159}"/>
              </a:ext>
            </a:extLst>
          </p:cNvPr>
          <p:cNvSpPr/>
          <p:nvPr/>
        </p:nvSpPr>
        <p:spPr>
          <a:xfrm rot="10800000">
            <a:off x="4238998" y="3785708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9" name="Right Arrow 348">
            <a:extLst>
              <a:ext uri="{FF2B5EF4-FFF2-40B4-BE49-F238E27FC236}">
                <a16:creationId xmlns:a16="http://schemas.microsoft.com/office/drawing/2014/main" id="{D96C2F6A-C449-3E42-9B4A-5B9F8178C165}"/>
              </a:ext>
            </a:extLst>
          </p:cNvPr>
          <p:cNvSpPr/>
          <p:nvPr/>
        </p:nvSpPr>
        <p:spPr>
          <a:xfrm>
            <a:off x="3679011" y="3789396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0" name="Right Arrow 349">
            <a:extLst>
              <a:ext uri="{FF2B5EF4-FFF2-40B4-BE49-F238E27FC236}">
                <a16:creationId xmlns:a16="http://schemas.microsoft.com/office/drawing/2014/main" id="{39F8950B-5EB1-4B4E-A0EF-73943A219C7C}"/>
              </a:ext>
            </a:extLst>
          </p:cNvPr>
          <p:cNvSpPr/>
          <p:nvPr/>
        </p:nvSpPr>
        <p:spPr>
          <a:xfrm rot="10800000">
            <a:off x="4245015" y="2331892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1" name="Right Arrow 350">
            <a:extLst>
              <a:ext uri="{FF2B5EF4-FFF2-40B4-BE49-F238E27FC236}">
                <a16:creationId xmlns:a16="http://schemas.microsoft.com/office/drawing/2014/main" id="{DF406DB6-2900-7C44-9860-A0ADA23E2211}"/>
              </a:ext>
            </a:extLst>
          </p:cNvPr>
          <p:cNvSpPr/>
          <p:nvPr/>
        </p:nvSpPr>
        <p:spPr>
          <a:xfrm>
            <a:off x="3693048" y="2347610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2" name="Right Arrow 351">
            <a:extLst>
              <a:ext uri="{FF2B5EF4-FFF2-40B4-BE49-F238E27FC236}">
                <a16:creationId xmlns:a16="http://schemas.microsoft.com/office/drawing/2014/main" id="{EE34E15B-D663-B047-93CF-9B1CD724C0A5}"/>
              </a:ext>
            </a:extLst>
          </p:cNvPr>
          <p:cNvSpPr/>
          <p:nvPr/>
        </p:nvSpPr>
        <p:spPr>
          <a:xfrm rot="10800000">
            <a:off x="5686799" y="2333896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3" name="Right Arrow 352">
            <a:extLst>
              <a:ext uri="{FF2B5EF4-FFF2-40B4-BE49-F238E27FC236}">
                <a16:creationId xmlns:a16="http://schemas.microsoft.com/office/drawing/2014/main" id="{C5E35028-9133-1F45-82D3-DD70357904CF}"/>
              </a:ext>
            </a:extLst>
          </p:cNvPr>
          <p:cNvSpPr/>
          <p:nvPr/>
        </p:nvSpPr>
        <p:spPr>
          <a:xfrm>
            <a:off x="5114781" y="2337584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4" name="Right Arrow 353">
            <a:extLst>
              <a:ext uri="{FF2B5EF4-FFF2-40B4-BE49-F238E27FC236}">
                <a16:creationId xmlns:a16="http://schemas.microsoft.com/office/drawing/2014/main" id="{F9910D40-9F0B-7C47-BDEC-508FFA6BCFDB}"/>
              </a:ext>
            </a:extLst>
          </p:cNvPr>
          <p:cNvSpPr/>
          <p:nvPr/>
        </p:nvSpPr>
        <p:spPr>
          <a:xfrm rot="10800000">
            <a:off x="5696827" y="3787712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5" name="Right Arrow 354">
            <a:extLst>
              <a:ext uri="{FF2B5EF4-FFF2-40B4-BE49-F238E27FC236}">
                <a16:creationId xmlns:a16="http://schemas.microsoft.com/office/drawing/2014/main" id="{EBB9FB89-D51A-8145-8D43-15C959806E3C}"/>
              </a:ext>
            </a:extLst>
          </p:cNvPr>
          <p:cNvSpPr/>
          <p:nvPr/>
        </p:nvSpPr>
        <p:spPr>
          <a:xfrm>
            <a:off x="5124808" y="3791400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51404446-23C0-2D44-BCD1-6A216A38E9F1}"/>
              </a:ext>
            </a:extLst>
          </p:cNvPr>
          <p:cNvSpPr txBox="1"/>
          <p:nvPr/>
        </p:nvSpPr>
        <p:spPr>
          <a:xfrm flipH="1">
            <a:off x="326479" y="4138927"/>
            <a:ext cx="1646861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 defTabSz="68580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All nodes send their local distance vector to their neighbors</a:t>
            </a:r>
          </a:p>
        </p:txBody>
      </p:sp>
    </p:spTree>
    <p:extLst>
      <p:ext uri="{BB962C8B-B14F-4D97-AF65-F5344CB8AC3E}">
        <p14:creationId xmlns:p14="http://schemas.microsoft.com/office/powerpoint/2010/main" val="430187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0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500"/>
                            </p:stCondLst>
                            <p:childTnLst>
                              <p:par>
                                <p:cTn id="7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000"/>
                            </p:stCondLst>
                            <p:childTnLst>
                              <p:par>
                                <p:cTn id="8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9" grpId="0" animBg="1"/>
      <p:bldP spid="280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  <p:bldP spid="35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Distance vector example: iteration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BBA15-2A49-6B61-3EAA-583109F7B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32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5592DAF-A3B4-9F43-84E1-39575A7F870C}"/>
              </a:ext>
            </a:extLst>
          </p:cNvPr>
          <p:cNvSpPr txBox="1"/>
          <p:nvPr/>
        </p:nvSpPr>
        <p:spPr>
          <a:xfrm flipH="1">
            <a:off x="357334" y="3166494"/>
            <a:ext cx="1646861" cy="2149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lnSpc>
                <a:spcPct val="90000"/>
              </a:lnSpc>
              <a:buClr>
                <a:srgbClr val="0000A8"/>
              </a:buClr>
            </a:pP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All nodes:</a:t>
            </a:r>
          </a:p>
          <a:p>
            <a:pPr marL="130969" indent="-130969" defTabSz="68580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receive distance vectors from neighbors</a:t>
            </a:r>
          </a:p>
          <a:p>
            <a:pPr marL="130969" indent="-130969" defTabSz="685800">
              <a:lnSpc>
                <a:spcPct val="90000"/>
              </a:lnSpc>
              <a:buClr>
                <a:prstClr val="white">
                  <a:lumMod val="75000"/>
                </a:prstClr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compute their new local  distance vector</a:t>
            </a:r>
          </a:p>
          <a:p>
            <a:pPr marL="130969" indent="-130969" defTabSz="685800">
              <a:lnSpc>
                <a:spcPct val="90000"/>
              </a:lnSpc>
              <a:buClr>
                <a:prstClr val="white">
                  <a:lumMod val="75000"/>
                </a:prstClr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1D9C22B-8B5F-5C4F-B836-7B225BEBAA34}"/>
              </a:ext>
            </a:extLst>
          </p:cNvPr>
          <p:cNvGrpSpPr/>
          <p:nvPr/>
        </p:nvGrpSpPr>
        <p:grpSpPr>
          <a:xfrm>
            <a:off x="438277" y="2251609"/>
            <a:ext cx="596638" cy="945270"/>
            <a:chOff x="10030307" y="3444875"/>
            <a:chExt cx="795517" cy="1260360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B6727C7-2D65-214B-AC24-3FD638275EC1}"/>
                </a:ext>
              </a:extLst>
            </p:cNvPr>
            <p:cNvSpPr txBox="1"/>
            <p:nvPr/>
          </p:nvSpPr>
          <p:spPr>
            <a:xfrm>
              <a:off x="10030307" y="4089681"/>
              <a:ext cx="795517" cy="615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7CD0CB56-7686-194E-9336-87E7A7D97331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4B2CF33-A55A-7045-88D1-AF4148705A10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1D12050-6F8E-D441-9EB3-D43C862E2FF7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9039BE19-8C89-2249-9429-12D66FAF87EA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E88497C8-6A73-4341-AC9C-EB6512208F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9E4797E5-1D6F-BE4B-A4F2-9F8C5FC997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A5E708AC-BFD0-124E-B7DC-30966CA85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6DFE5143-74BA-6D49-9376-30F7E9D09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6B211398-DB9E-FC45-8FDC-6F0E1B1A6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BF9AF430-A741-DC49-89C7-CC090ABEF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EE082992-203D-C64B-9E89-DB664E573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03B2445A-DC24-3247-8057-F3854B08E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FE122BB-AC85-9446-ACDF-58E64316B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B8F11881-407E-8D46-A809-9BB9CFD370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4FEE74AE-C9E3-9243-8316-465947D1AAB3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4DC6920A-A583-934A-B8F7-D01CB5A4F7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61752" y="3564494"/>
                <a:ext cx="137579" cy="231764"/>
              </a:xfrm>
              <a:prstGeom prst="line">
                <a:avLst/>
              </a:prstGeom>
              <a:ln w="25400" cap="flat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AB5E9CBF-AF97-5D48-B9CB-2EC5C2C526F5}"/>
              </a:ext>
            </a:extLst>
          </p:cNvPr>
          <p:cNvCxnSpPr>
            <a:cxnSpLocks/>
            <a:stCxn id="180" idx="2"/>
            <a:endCxn id="180" idx="0"/>
          </p:cNvCxnSpPr>
          <p:nvPr/>
        </p:nvCxnSpPr>
        <p:spPr>
          <a:xfrm flipV="1">
            <a:off x="4897745" y="2454091"/>
            <a:ext cx="0" cy="28973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D7EFE419-3569-2941-B21B-FEE938B00519}"/>
              </a:ext>
            </a:extLst>
          </p:cNvPr>
          <p:cNvCxnSpPr>
            <a:cxnSpLocks/>
            <a:stCxn id="180" idx="1"/>
            <a:endCxn id="180" idx="3"/>
          </p:cNvCxnSpPr>
          <p:nvPr/>
        </p:nvCxnSpPr>
        <p:spPr>
          <a:xfrm>
            <a:off x="3449078" y="3902756"/>
            <a:ext cx="289733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Rectangle 179">
            <a:extLst>
              <a:ext uri="{FF2B5EF4-FFF2-40B4-BE49-F238E27FC236}">
                <a16:creationId xmlns:a16="http://schemas.microsoft.com/office/drawing/2014/main" id="{4E468BF4-771A-9F4F-B78A-F622D4132D71}"/>
              </a:ext>
            </a:extLst>
          </p:cNvPr>
          <p:cNvSpPr/>
          <p:nvPr/>
        </p:nvSpPr>
        <p:spPr>
          <a:xfrm>
            <a:off x="3449078" y="2454091"/>
            <a:ext cx="2897333" cy="289733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CE684AEF-59A3-F546-87AC-81E722615FE7}"/>
              </a:ext>
            </a:extLst>
          </p:cNvPr>
          <p:cNvSpPr/>
          <p:nvPr/>
        </p:nvSpPr>
        <p:spPr>
          <a:xfrm>
            <a:off x="6285253" y="2507603"/>
            <a:ext cx="99381" cy="1391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90024695-3FDD-964E-B152-496C22A4D46B}"/>
              </a:ext>
            </a:extLst>
          </p:cNvPr>
          <p:cNvGrpSpPr/>
          <p:nvPr/>
        </p:nvGrpSpPr>
        <p:grpSpPr>
          <a:xfrm>
            <a:off x="3250339" y="5186415"/>
            <a:ext cx="3296513" cy="326495"/>
            <a:chOff x="4333785" y="5772223"/>
            <a:chExt cx="4395351" cy="435326"/>
          </a:xfrm>
        </p:grpSpPr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6C8EE3F3-AE25-054F-9105-9B7FA34FFD32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265" name="Group 264">
                <a:extLst>
                  <a:ext uri="{FF2B5EF4-FFF2-40B4-BE49-F238E27FC236}">
                    <a16:creationId xmlns:a16="http://schemas.microsoft.com/office/drawing/2014/main" id="{5D6CC66D-1EF8-A444-9970-9D45735DBF98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78" name="Oval 5">
                  <a:extLst>
                    <a:ext uri="{FF2B5EF4-FFF2-40B4-BE49-F238E27FC236}">
                      <a16:creationId xmlns:a16="http://schemas.microsoft.com/office/drawing/2014/main" id="{19EC7CC2-5F3C-F044-855B-3528C76254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81" name="Line 6">
                  <a:extLst>
                    <a:ext uri="{FF2B5EF4-FFF2-40B4-BE49-F238E27FC236}">
                      <a16:creationId xmlns:a16="http://schemas.microsoft.com/office/drawing/2014/main" id="{6779C44F-E1F7-DF44-9610-B2A0F6F279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82" name="Line 7">
                  <a:extLst>
                    <a:ext uri="{FF2B5EF4-FFF2-40B4-BE49-F238E27FC236}">
                      <a16:creationId xmlns:a16="http://schemas.microsoft.com/office/drawing/2014/main" id="{D14FB091-AFB7-A944-A8E6-CDE6BB062C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5" name="Rectangle 8">
                  <a:extLst>
                    <a:ext uri="{FF2B5EF4-FFF2-40B4-BE49-F238E27FC236}">
                      <a16:creationId xmlns:a16="http://schemas.microsoft.com/office/drawing/2014/main" id="{3C11373B-941E-A341-8B50-3B1BAB2883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57" name="Oval 9">
                  <a:extLst>
                    <a:ext uri="{FF2B5EF4-FFF2-40B4-BE49-F238E27FC236}">
                      <a16:creationId xmlns:a16="http://schemas.microsoft.com/office/drawing/2014/main" id="{59F44B8F-8F72-CD4B-B450-03B98435A4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66" name="Group 44">
                <a:extLst>
                  <a:ext uri="{FF2B5EF4-FFF2-40B4-BE49-F238E27FC236}">
                    <a16:creationId xmlns:a16="http://schemas.microsoft.com/office/drawing/2014/main" id="{C69DC42A-1FAB-8243-B34F-E94F334C76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276" name="Rectangle 45">
                  <a:extLst>
                    <a:ext uri="{FF2B5EF4-FFF2-40B4-BE49-F238E27FC236}">
                      <a16:creationId xmlns:a16="http://schemas.microsoft.com/office/drawing/2014/main" id="{70E25FC2-8CD7-BD46-8EEF-1398E7F97E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77" name="Text Box 46">
                  <a:extLst>
                    <a:ext uri="{FF2B5EF4-FFF2-40B4-BE49-F238E27FC236}">
                      <a16:creationId xmlns:a16="http://schemas.microsoft.com/office/drawing/2014/main" id="{F9BD9777-D95A-EA46-92E1-12A0C4095B9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g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1916AC98-2221-2E46-9C20-FABA3737D42E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id="{276E517F-B609-7C4D-AF44-D726D3196676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9" name="Oval 5">
                  <a:extLst>
                    <a:ext uri="{FF2B5EF4-FFF2-40B4-BE49-F238E27FC236}">
                      <a16:creationId xmlns:a16="http://schemas.microsoft.com/office/drawing/2014/main" id="{DB42A8EC-C196-C840-A504-2428E39476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61" name="Line 6">
                  <a:extLst>
                    <a:ext uri="{FF2B5EF4-FFF2-40B4-BE49-F238E27FC236}">
                      <a16:creationId xmlns:a16="http://schemas.microsoft.com/office/drawing/2014/main" id="{3F365F5A-D6EA-D742-8402-8A4394B313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62" name="Line 7">
                  <a:extLst>
                    <a:ext uri="{FF2B5EF4-FFF2-40B4-BE49-F238E27FC236}">
                      <a16:creationId xmlns:a16="http://schemas.microsoft.com/office/drawing/2014/main" id="{9177141B-66C5-2C42-A137-216B8B13C8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63" name="Rectangle 8">
                  <a:extLst>
                    <a:ext uri="{FF2B5EF4-FFF2-40B4-BE49-F238E27FC236}">
                      <a16:creationId xmlns:a16="http://schemas.microsoft.com/office/drawing/2014/main" id="{AE62DE18-0008-9444-9562-C4F5BAA688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64" name="Oval 9">
                  <a:extLst>
                    <a:ext uri="{FF2B5EF4-FFF2-40B4-BE49-F238E27FC236}">
                      <a16:creationId xmlns:a16="http://schemas.microsoft.com/office/drawing/2014/main" id="{152F8C8A-0D1A-8B45-807C-D91E535678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56" name="Group 44">
                <a:extLst>
                  <a:ext uri="{FF2B5EF4-FFF2-40B4-BE49-F238E27FC236}">
                    <a16:creationId xmlns:a16="http://schemas.microsoft.com/office/drawing/2014/main" id="{B39FA0FD-C7BF-0944-A9C2-76560B3C57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257" name="Rectangle 45">
                  <a:extLst>
                    <a:ext uri="{FF2B5EF4-FFF2-40B4-BE49-F238E27FC236}">
                      <a16:creationId xmlns:a16="http://schemas.microsoft.com/office/drawing/2014/main" id="{EC0865B6-5078-B846-B9A1-B22AF242AE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58" name="Text Box 46">
                  <a:extLst>
                    <a:ext uri="{FF2B5EF4-FFF2-40B4-BE49-F238E27FC236}">
                      <a16:creationId xmlns:a16="http://schemas.microsoft.com/office/drawing/2014/main" id="{31AE0430-51CF-024F-9407-1E001488D4F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h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117B399C-7375-8C45-B153-5E0DDE79A730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4F9AB240-E175-A144-B6B9-2DEE10D553A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38" name="Oval 5">
                  <a:extLst>
                    <a:ext uri="{FF2B5EF4-FFF2-40B4-BE49-F238E27FC236}">
                      <a16:creationId xmlns:a16="http://schemas.microsoft.com/office/drawing/2014/main" id="{3D7BCFC3-725F-A347-AF8E-208167808D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3" name="Line 6">
                  <a:extLst>
                    <a:ext uri="{FF2B5EF4-FFF2-40B4-BE49-F238E27FC236}">
                      <a16:creationId xmlns:a16="http://schemas.microsoft.com/office/drawing/2014/main" id="{A8673090-13F7-EA46-8F52-E998712551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4" name="Line 7">
                  <a:extLst>
                    <a:ext uri="{FF2B5EF4-FFF2-40B4-BE49-F238E27FC236}">
                      <a16:creationId xmlns:a16="http://schemas.microsoft.com/office/drawing/2014/main" id="{CA6A678E-A8F1-4341-B140-0132895B81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5" name="Rectangle 8">
                  <a:extLst>
                    <a:ext uri="{FF2B5EF4-FFF2-40B4-BE49-F238E27FC236}">
                      <a16:creationId xmlns:a16="http://schemas.microsoft.com/office/drawing/2014/main" id="{CB19ADB2-AFF7-0341-97AC-822A643656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46" name="Oval 9">
                  <a:extLst>
                    <a:ext uri="{FF2B5EF4-FFF2-40B4-BE49-F238E27FC236}">
                      <a16:creationId xmlns:a16="http://schemas.microsoft.com/office/drawing/2014/main" id="{129E19EF-F5CE-AE49-A59D-F98EA32F73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31" name="Group 44">
                <a:extLst>
                  <a:ext uri="{FF2B5EF4-FFF2-40B4-BE49-F238E27FC236}">
                    <a16:creationId xmlns:a16="http://schemas.microsoft.com/office/drawing/2014/main" id="{33BC9284-082A-C547-80A2-CE5B331839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5784" y="2507406"/>
                <a:ext cx="337956" cy="454026"/>
                <a:chOff x="2950" y="2425"/>
                <a:chExt cx="216" cy="286"/>
              </a:xfrm>
            </p:grpSpPr>
            <p:sp>
              <p:nvSpPr>
                <p:cNvPr id="236" name="Rectangle 45">
                  <a:extLst>
                    <a:ext uri="{FF2B5EF4-FFF2-40B4-BE49-F238E27FC236}">
                      <a16:creationId xmlns:a16="http://schemas.microsoft.com/office/drawing/2014/main" id="{4193C60B-BF7A-AF45-81F6-7D7BE48E1B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37" name="Text Box 46">
                  <a:extLst>
                    <a:ext uri="{FF2B5EF4-FFF2-40B4-BE49-F238E27FC236}">
                      <a16:creationId xmlns:a16="http://schemas.microsoft.com/office/drawing/2014/main" id="{5F25081C-318C-894D-91F5-40D4DDBE2A9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0" y="2425"/>
                  <a:ext cx="216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i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358" name="TextBox 357">
            <a:extLst>
              <a:ext uri="{FF2B5EF4-FFF2-40B4-BE49-F238E27FC236}">
                <a16:creationId xmlns:a16="http://schemas.microsoft.com/office/drawing/2014/main" id="{39063DBA-AA21-B940-821D-0DA362ACBFD2}"/>
              </a:ext>
            </a:extLst>
          </p:cNvPr>
          <p:cNvSpPr txBox="1"/>
          <p:nvPr/>
        </p:nvSpPr>
        <p:spPr>
          <a:xfrm>
            <a:off x="3229336" y="3010142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B6173759-393F-EF41-BF23-9FF3A6808F43}"/>
              </a:ext>
            </a:extLst>
          </p:cNvPr>
          <p:cNvSpPr txBox="1"/>
          <p:nvPr/>
        </p:nvSpPr>
        <p:spPr>
          <a:xfrm>
            <a:off x="4663150" y="300290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A2333B97-3D20-6A48-A225-3ECD3BF3BDCC}"/>
              </a:ext>
            </a:extLst>
          </p:cNvPr>
          <p:cNvSpPr txBox="1"/>
          <p:nvPr/>
        </p:nvSpPr>
        <p:spPr>
          <a:xfrm>
            <a:off x="3222103" y="4522085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FDA085E2-BBF4-1640-BBF7-8F6C365AFCD6}"/>
              </a:ext>
            </a:extLst>
          </p:cNvPr>
          <p:cNvSpPr txBox="1"/>
          <p:nvPr/>
        </p:nvSpPr>
        <p:spPr>
          <a:xfrm>
            <a:off x="4673280" y="452353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703C7E13-37F5-E945-B01D-1D28211C2728}"/>
              </a:ext>
            </a:extLst>
          </p:cNvPr>
          <p:cNvSpPr txBox="1"/>
          <p:nvPr/>
        </p:nvSpPr>
        <p:spPr>
          <a:xfrm>
            <a:off x="6115774" y="452498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0ABBA765-6FBF-C847-827C-2F752F3AAE10}"/>
              </a:ext>
            </a:extLst>
          </p:cNvPr>
          <p:cNvSpPr txBox="1"/>
          <p:nvPr/>
        </p:nvSpPr>
        <p:spPr>
          <a:xfrm>
            <a:off x="4081522" y="3879691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EBDE6AFC-30C3-2441-8BF5-2620B9D87DE9}"/>
              </a:ext>
            </a:extLst>
          </p:cNvPr>
          <p:cNvSpPr txBox="1"/>
          <p:nvPr/>
        </p:nvSpPr>
        <p:spPr>
          <a:xfrm>
            <a:off x="5515336" y="387245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CDA0FD3D-74E3-A34A-B988-BFD2BFA0DE3D}"/>
              </a:ext>
            </a:extLst>
          </p:cNvPr>
          <p:cNvSpPr txBox="1"/>
          <p:nvPr/>
        </p:nvSpPr>
        <p:spPr>
          <a:xfrm>
            <a:off x="4082968" y="5322186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43EDD2E3-77B9-4648-A935-D42AA319AD53}"/>
              </a:ext>
            </a:extLst>
          </p:cNvPr>
          <p:cNvSpPr txBox="1"/>
          <p:nvPr/>
        </p:nvSpPr>
        <p:spPr>
          <a:xfrm>
            <a:off x="5516782" y="531495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CDBF86C5-B9CE-4442-83BB-63B8F31E7B05}"/>
              </a:ext>
            </a:extLst>
          </p:cNvPr>
          <p:cNvSpPr txBox="1"/>
          <p:nvPr/>
        </p:nvSpPr>
        <p:spPr>
          <a:xfrm>
            <a:off x="4084414" y="2450218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8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A7F4D230-4375-284D-93AF-56B3816424D0}"/>
              </a:ext>
            </a:extLst>
          </p:cNvPr>
          <p:cNvSpPr txBox="1"/>
          <p:nvPr/>
        </p:nvSpPr>
        <p:spPr>
          <a:xfrm>
            <a:off x="5518228" y="244298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369" name="Right Arrow 368">
            <a:extLst>
              <a:ext uri="{FF2B5EF4-FFF2-40B4-BE49-F238E27FC236}">
                <a16:creationId xmlns:a16="http://schemas.microsoft.com/office/drawing/2014/main" id="{BA6E4B87-B0D2-584A-8275-944F9B27A998}"/>
              </a:ext>
            </a:extLst>
          </p:cNvPr>
          <p:cNvSpPr/>
          <p:nvPr/>
        </p:nvSpPr>
        <p:spPr>
          <a:xfrm rot="16200000" flipV="1">
            <a:off x="3299950" y="2778228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0" name="Right Arrow 369">
            <a:extLst>
              <a:ext uri="{FF2B5EF4-FFF2-40B4-BE49-F238E27FC236}">
                <a16:creationId xmlns:a16="http://schemas.microsoft.com/office/drawing/2014/main" id="{25938079-A318-4141-A85D-C146526D6BA5}"/>
              </a:ext>
            </a:extLst>
          </p:cNvPr>
          <p:cNvSpPr/>
          <p:nvPr/>
        </p:nvSpPr>
        <p:spPr>
          <a:xfrm rot="5400000" flipV="1">
            <a:off x="3296263" y="3460341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1" name="Right Arrow 370">
            <a:extLst>
              <a:ext uri="{FF2B5EF4-FFF2-40B4-BE49-F238E27FC236}">
                <a16:creationId xmlns:a16="http://schemas.microsoft.com/office/drawing/2014/main" id="{92A84268-7A7F-1141-806B-F9720C1E86BA}"/>
              </a:ext>
            </a:extLst>
          </p:cNvPr>
          <p:cNvSpPr/>
          <p:nvPr/>
        </p:nvSpPr>
        <p:spPr>
          <a:xfrm rot="16200000" flipV="1">
            <a:off x="4726856" y="2767168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2" name="Right Arrow 371">
            <a:extLst>
              <a:ext uri="{FF2B5EF4-FFF2-40B4-BE49-F238E27FC236}">
                <a16:creationId xmlns:a16="http://schemas.microsoft.com/office/drawing/2014/main" id="{5DCF7BEA-490D-7745-BC10-20C900207F60}"/>
              </a:ext>
            </a:extLst>
          </p:cNvPr>
          <p:cNvSpPr/>
          <p:nvPr/>
        </p:nvSpPr>
        <p:spPr>
          <a:xfrm rot="5400000" flipV="1">
            <a:off x="4723169" y="3449281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3" name="Right Arrow 372">
            <a:extLst>
              <a:ext uri="{FF2B5EF4-FFF2-40B4-BE49-F238E27FC236}">
                <a16:creationId xmlns:a16="http://schemas.microsoft.com/office/drawing/2014/main" id="{093DBBC2-F1D6-0B4E-A923-77744DD15C01}"/>
              </a:ext>
            </a:extLst>
          </p:cNvPr>
          <p:cNvSpPr/>
          <p:nvPr/>
        </p:nvSpPr>
        <p:spPr>
          <a:xfrm rot="16200000" flipV="1">
            <a:off x="3277826" y="4201451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4" name="Right Arrow 373">
            <a:extLst>
              <a:ext uri="{FF2B5EF4-FFF2-40B4-BE49-F238E27FC236}">
                <a16:creationId xmlns:a16="http://schemas.microsoft.com/office/drawing/2014/main" id="{0F571382-3562-BB46-B385-29691871F5CE}"/>
              </a:ext>
            </a:extLst>
          </p:cNvPr>
          <p:cNvSpPr/>
          <p:nvPr/>
        </p:nvSpPr>
        <p:spPr>
          <a:xfrm rot="5400000" flipV="1">
            <a:off x="3274139" y="4883564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5" name="Right Arrow 374">
            <a:extLst>
              <a:ext uri="{FF2B5EF4-FFF2-40B4-BE49-F238E27FC236}">
                <a16:creationId xmlns:a16="http://schemas.microsoft.com/office/drawing/2014/main" id="{876E6BAE-D896-7444-8D9A-FECC0D13BE6B}"/>
              </a:ext>
            </a:extLst>
          </p:cNvPr>
          <p:cNvSpPr/>
          <p:nvPr/>
        </p:nvSpPr>
        <p:spPr>
          <a:xfrm rot="16200000" flipV="1">
            <a:off x="4734231" y="4197767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6" name="Right Arrow 375">
            <a:extLst>
              <a:ext uri="{FF2B5EF4-FFF2-40B4-BE49-F238E27FC236}">
                <a16:creationId xmlns:a16="http://schemas.microsoft.com/office/drawing/2014/main" id="{8005B430-D654-C548-A728-7231A3350154}"/>
              </a:ext>
            </a:extLst>
          </p:cNvPr>
          <p:cNvSpPr/>
          <p:nvPr/>
        </p:nvSpPr>
        <p:spPr>
          <a:xfrm rot="5400000" flipV="1">
            <a:off x="4730544" y="4879880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7" name="Right Arrow 376">
            <a:extLst>
              <a:ext uri="{FF2B5EF4-FFF2-40B4-BE49-F238E27FC236}">
                <a16:creationId xmlns:a16="http://schemas.microsoft.com/office/drawing/2014/main" id="{07B2F373-535A-9748-8358-0787A35EDF9D}"/>
              </a:ext>
            </a:extLst>
          </p:cNvPr>
          <p:cNvSpPr/>
          <p:nvPr/>
        </p:nvSpPr>
        <p:spPr>
          <a:xfrm rot="16200000" flipV="1">
            <a:off x="6190636" y="4194083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8" name="Right Arrow 377">
            <a:extLst>
              <a:ext uri="{FF2B5EF4-FFF2-40B4-BE49-F238E27FC236}">
                <a16:creationId xmlns:a16="http://schemas.microsoft.com/office/drawing/2014/main" id="{52E07261-BA5A-9643-AF15-22A0B236F904}"/>
              </a:ext>
            </a:extLst>
          </p:cNvPr>
          <p:cNvSpPr/>
          <p:nvPr/>
        </p:nvSpPr>
        <p:spPr>
          <a:xfrm rot="5400000" flipV="1">
            <a:off x="6186949" y="4876196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9" name="Right Arrow 378">
            <a:extLst>
              <a:ext uri="{FF2B5EF4-FFF2-40B4-BE49-F238E27FC236}">
                <a16:creationId xmlns:a16="http://schemas.microsoft.com/office/drawing/2014/main" id="{2402EEBC-A1F3-1446-AA76-F9332E751545}"/>
              </a:ext>
            </a:extLst>
          </p:cNvPr>
          <p:cNvSpPr/>
          <p:nvPr/>
        </p:nvSpPr>
        <p:spPr>
          <a:xfrm rot="10800000" flipH="1">
            <a:off x="5686796" y="5229499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0" name="Right Arrow 379">
            <a:extLst>
              <a:ext uri="{FF2B5EF4-FFF2-40B4-BE49-F238E27FC236}">
                <a16:creationId xmlns:a16="http://schemas.microsoft.com/office/drawing/2014/main" id="{C1018A25-D7FD-F941-918C-CEFF20CD7430}"/>
              </a:ext>
            </a:extLst>
          </p:cNvPr>
          <p:cNvSpPr/>
          <p:nvPr/>
        </p:nvSpPr>
        <p:spPr>
          <a:xfrm flipH="1">
            <a:off x="5114778" y="5233186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81" name="Group 380">
            <a:extLst>
              <a:ext uri="{FF2B5EF4-FFF2-40B4-BE49-F238E27FC236}">
                <a16:creationId xmlns:a16="http://schemas.microsoft.com/office/drawing/2014/main" id="{2C52FCE5-76B4-7B4F-BED3-D2285766D778}"/>
              </a:ext>
            </a:extLst>
          </p:cNvPr>
          <p:cNvGrpSpPr/>
          <p:nvPr/>
        </p:nvGrpSpPr>
        <p:grpSpPr>
          <a:xfrm>
            <a:off x="3252344" y="3732598"/>
            <a:ext cx="3296513" cy="326495"/>
            <a:chOff x="4333785" y="5772223"/>
            <a:chExt cx="4395351" cy="435326"/>
          </a:xfrm>
        </p:grpSpPr>
        <p:grpSp>
          <p:nvGrpSpPr>
            <p:cNvPr id="382" name="Group 381">
              <a:extLst>
                <a:ext uri="{FF2B5EF4-FFF2-40B4-BE49-F238E27FC236}">
                  <a16:creationId xmlns:a16="http://schemas.microsoft.com/office/drawing/2014/main" id="{E5B74157-FBC4-9B41-9413-6A9523B4475D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403" name="Group 402">
                <a:extLst>
                  <a:ext uri="{FF2B5EF4-FFF2-40B4-BE49-F238E27FC236}">
                    <a16:creationId xmlns:a16="http://schemas.microsoft.com/office/drawing/2014/main" id="{BE1F897A-859B-D840-8C66-A7F185CFDEE9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7" name="Oval 5">
                  <a:extLst>
                    <a:ext uri="{FF2B5EF4-FFF2-40B4-BE49-F238E27FC236}">
                      <a16:creationId xmlns:a16="http://schemas.microsoft.com/office/drawing/2014/main" id="{44AFD1B0-34FB-A345-9A4A-558E115EE3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8" name="Line 6">
                  <a:extLst>
                    <a:ext uri="{FF2B5EF4-FFF2-40B4-BE49-F238E27FC236}">
                      <a16:creationId xmlns:a16="http://schemas.microsoft.com/office/drawing/2014/main" id="{92EE8670-6890-3E48-81E2-F252903697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9" name="Line 7">
                  <a:extLst>
                    <a:ext uri="{FF2B5EF4-FFF2-40B4-BE49-F238E27FC236}">
                      <a16:creationId xmlns:a16="http://schemas.microsoft.com/office/drawing/2014/main" id="{B5C3C8FB-696B-B740-A582-1BC475E8AD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0" name="Rectangle 8">
                  <a:extLst>
                    <a:ext uri="{FF2B5EF4-FFF2-40B4-BE49-F238E27FC236}">
                      <a16:creationId xmlns:a16="http://schemas.microsoft.com/office/drawing/2014/main" id="{4B0E4D59-1BC8-C542-BCF2-181FC4E1DD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1" name="Oval 9">
                  <a:extLst>
                    <a:ext uri="{FF2B5EF4-FFF2-40B4-BE49-F238E27FC236}">
                      <a16:creationId xmlns:a16="http://schemas.microsoft.com/office/drawing/2014/main" id="{60D48562-6FC2-394A-9762-DB852AC205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04" name="Group 44">
                <a:extLst>
                  <a:ext uri="{FF2B5EF4-FFF2-40B4-BE49-F238E27FC236}">
                    <a16:creationId xmlns:a16="http://schemas.microsoft.com/office/drawing/2014/main" id="{74519609-955F-A840-86C0-6A339E537D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405" name="Rectangle 45">
                  <a:extLst>
                    <a:ext uri="{FF2B5EF4-FFF2-40B4-BE49-F238E27FC236}">
                      <a16:creationId xmlns:a16="http://schemas.microsoft.com/office/drawing/2014/main" id="{3E79CB50-C86A-B743-885D-FCF36192F3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6" name="Text Box 46">
                  <a:extLst>
                    <a:ext uri="{FF2B5EF4-FFF2-40B4-BE49-F238E27FC236}">
                      <a16:creationId xmlns:a16="http://schemas.microsoft.com/office/drawing/2014/main" id="{AD8E9D3F-52FF-4D4D-A215-818DE19427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d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383" name="Group 382">
              <a:extLst>
                <a:ext uri="{FF2B5EF4-FFF2-40B4-BE49-F238E27FC236}">
                  <a16:creationId xmlns:a16="http://schemas.microsoft.com/office/drawing/2014/main" id="{20A7C2A6-7DD0-0445-AF7C-F9E28B75F235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394" name="Group 393">
                <a:extLst>
                  <a:ext uri="{FF2B5EF4-FFF2-40B4-BE49-F238E27FC236}">
                    <a16:creationId xmlns:a16="http://schemas.microsoft.com/office/drawing/2014/main" id="{5E0509C9-19D8-1641-9666-B248C5EAA158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8" name="Oval 5">
                  <a:extLst>
                    <a:ext uri="{FF2B5EF4-FFF2-40B4-BE49-F238E27FC236}">
                      <a16:creationId xmlns:a16="http://schemas.microsoft.com/office/drawing/2014/main" id="{F800737F-8972-794E-8C64-2C8CDAC483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9" name="Line 6">
                  <a:extLst>
                    <a:ext uri="{FF2B5EF4-FFF2-40B4-BE49-F238E27FC236}">
                      <a16:creationId xmlns:a16="http://schemas.microsoft.com/office/drawing/2014/main" id="{0099617B-FF31-3340-810C-247A1ED319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0" name="Line 7">
                  <a:extLst>
                    <a:ext uri="{FF2B5EF4-FFF2-40B4-BE49-F238E27FC236}">
                      <a16:creationId xmlns:a16="http://schemas.microsoft.com/office/drawing/2014/main" id="{AEB4753D-35A0-4B4F-AAE8-4B80DF356C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1" name="Rectangle 8">
                  <a:extLst>
                    <a:ext uri="{FF2B5EF4-FFF2-40B4-BE49-F238E27FC236}">
                      <a16:creationId xmlns:a16="http://schemas.microsoft.com/office/drawing/2014/main" id="{4BEFDEDD-8E64-8543-BC9A-2BCF6DAD65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02" name="Oval 9">
                  <a:extLst>
                    <a:ext uri="{FF2B5EF4-FFF2-40B4-BE49-F238E27FC236}">
                      <a16:creationId xmlns:a16="http://schemas.microsoft.com/office/drawing/2014/main" id="{D2A5D1FC-C342-FF42-8178-52927BF00B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95" name="Group 44">
                <a:extLst>
                  <a:ext uri="{FF2B5EF4-FFF2-40B4-BE49-F238E27FC236}">
                    <a16:creationId xmlns:a16="http://schemas.microsoft.com/office/drawing/2014/main" id="{FF45955A-4D2C-0E44-91D6-2BEA7A78D8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396" name="Rectangle 45">
                  <a:extLst>
                    <a:ext uri="{FF2B5EF4-FFF2-40B4-BE49-F238E27FC236}">
                      <a16:creationId xmlns:a16="http://schemas.microsoft.com/office/drawing/2014/main" id="{77268971-CD1F-DD41-BB7D-8BAB708D2C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7" name="Text Box 46">
                  <a:extLst>
                    <a:ext uri="{FF2B5EF4-FFF2-40B4-BE49-F238E27FC236}">
                      <a16:creationId xmlns:a16="http://schemas.microsoft.com/office/drawing/2014/main" id="{FD2F45D0-872F-6A45-A595-CB348ADD21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e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7CB50BA4-E6E4-A54D-B90C-A0EA7DDA6E81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385" name="Group 384">
                <a:extLst>
                  <a:ext uri="{FF2B5EF4-FFF2-40B4-BE49-F238E27FC236}">
                    <a16:creationId xmlns:a16="http://schemas.microsoft.com/office/drawing/2014/main" id="{F0C7D337-D5DC-B146-B6A0-5EAD66350917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89" name="Oval 5">
                  <a:extLst>
                    <a:ext uri="{FF2B5EF4-FFF2-40B4-BE49-F238E27FC236}">
                      <a16:creationId xmlns:a16="http://schemas.microsoft.com/office/drawing/2014/main" id="{4E201FD3-CC75-2B4F-83C6-9C945200DA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0" name="Line 6">
                  <a:extLst>
                    <a:ext uri="{FF2B5EF4-FFF2-40B4-BE49-F238E27FC236}">
                      <a16:creationId xmlns:a16="http://schemas.microsoft.com/office/drawing/2014/main" id="{A2B75435-5655-8E4D-A5FD-B37E0BE1D8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1" name="Line 7">
                  <a:extLst>
                    <a:ext uri="{FF2B5EF4-FFF2-40B4-BE49-F238E27FC236}">
                      <a16:creationId xmlns:a16="http://schemas.microsoft.com/office/drawing/2014/main" id="{84B12EFB-7BAE-C446-AAAD-5507060FFE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2" name="Rectangle 8">
                  <a:extLst>
                    <a:ext uri="{FF2B5EF4-FFF2-40B4-BE49-F238E27FC236}">
                      <a16:creationId xmlns:a16="http://schemas.microsoft.com/office/drawing/2014/main" id="{3F9824EC-B6A0-EA4F-97FB-E73B52F6A0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93" name="Oval 9">
                  <a:extLst>
                    <a:ext uri="{FF2B5EF4-FFF2-40B4-BE49-F238E27FC236}">
                      <a16:creationId xmlns:a16="http://schemas.microsoft.com/office/drawing/2014/main" id="{9BB965F5-6CB9-8945-9FD8-314A82137B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86" name="Group 44">
                <a:extLst>
                  <a:ext uri="{FF2B5EF4-FFF2-40B4-BE49-F238E27FC236}">
                    <a16:creationId xmlns:a16="http://schemas.microsoft.com/office/drawing/2014/main" id="{78550AC4-ABD8-394D-8ED0-A5E3144FAD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7954" y="2507406"/>
                <a:ext cx="352037" cy="454026"/>
                <a:chOff x="2945" y="2425"/>
                <a:chExt cx="225" cy="286"/>
              </a:xfrm>
            </p:grpSpPr>
            <p:sp>
              <p:nvSpPr>
                <p:cNvPr id="387" name="Rectangle 45">
                  <a:extLst>
                    <a:ext uri="{FF2B5EF4-FFF2-40B4-BE49-F238E27FC236}">
                      <a16:creationId xmlns:a16="http://schemas.microsoft.com/office/drawing/2014/main" id="{97E14D4A-6296-D445-802B-C680BA3614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88" name="Text Box 46">
                  <a:extLst>
                    <a:ext uri="{FF2B5EF4-FFF2-40B4-BE49-F238E27FC236}">
                      <a16:creationId xmlns:a16="http://schemas.microsoft.com/office/drawing/2014/main" id="{AAD06BA3-96DB-BD47-BF7B-5CEB82B1BB3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5" y="2425"/>
                  <a:ext cx="225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f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D6141904-3F73-4D45-A9C2-BEB109B06772}"/>
              </a:ext>
            </a:extLst>
          </p:cNvPr>
          <p:cNvGrpSpPr/>
          <p:nvPr/>
        </p:nvGrpSpPr>
        <p:grpSpPr>
          <a:xfrm>
            <a:off x="3250339" y="2286803"/>
            <a:ext cx="3296513" cy="326495"/>
            <a:chOff x="4333785" y="5772223"/>
            <a:chExt cx="4395351" cy="435326"/>
          </a:xfrm>
        </p:grpSpPr>
        <p:grpSp>
          <p:nvGrpSpPr>
            <p:cNvPr id="413" name="Group 412">
              <a:extLst>
                <a:ext uri="{FF2B5EF4-FFF2-40B4-BE49-F238E27FC236}">
                  <a16:creationId xmlns:a16="http://schemas.microsoft.com/office/drawing/2014/main" id="{930A2AFF-1070-E64E-9D6A-1403FCE21009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434" name="Group 433">
                <a:extLst>
                  <a:ext uri="{FF2B5EF4-FFF2-40B4-BE49-F238E27FC236}">
                    <a16:creationId xmlns:a16="http://schemas.microsoft.com/office/drawing/2014/main" id="{24483B8D-6CBB-CD46-8745-5EBE21AF8697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38" name="Oval 5">
                  <a:extLst>
                    <a:ext uri="{FF2B5EF4-FFF2-40B4-BE49-F238E27FC236}">
                      <a16:creationId xmlns:a16="http://schemas.microsoft.com/office/drawing/2014/main" id="{6FDC2129-9A8F-5A45-8E76-775246AE32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9" name="Line 6">
                  <a:extLst>
                    <a:ext uri="{FF2B5EF4-FFF2-40B4-BE49-F238E27FC236}">
                      <a16:creationId xmlns:a16="http://schemas.microsoft.com/office/drawing/2014/main" id="{E05E39C5-0238-1446-A5B0-A3A1B984A5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40" name="Line 7">
                  <a:extLst>
                    <a:ext uri="{FF2B5EF4-FFF2-40B4-BE49-F238E27FC236}">
                      <a16:creationId xmlns:a16="http://schemas.microsoft.com/office/drawing/2014/main" id="{60B86382-D07D-7040-A2F7-505F52DA76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41" name="Rectangle 8">
                  <a:extLst>
                    <a:ext uri="{FF2B5EF4-FFF2-40B4-BE49-F238E27FC236}">
                      <a16:creationId xmlns:a16="http://schemas.microsoft.com/office/drawing/2014/main" id="{07BC4E59-E5C2-AC45-9E61-0CAEAC713A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42" name="Oval 9">
                  <a:extLst>
                    <a:ext uri="{FF2B5EF4-FFF2-40B4-BE49-F238E27FC236}">
                      <a16:creationId xmlns:a16="http://schemas.microsoft.com/office/drawing/2014/main" id="{D15E7F48-03A4-C644-AB3D-9A07A4F2FF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35" name="Group 44">
                <a:extLst>
                  <a:ext uri="{FF2B5EF4-FFF2-40B4-BE49-F238E27FC236}">
                    <a16:creationId xmlns:a16="http://schemas.microsoft.com/office/drawing/2014/main" id="{0F84DC72-6B88-3747-8140-C35EAAD006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436" name="Rectangle 45">
                  <a:extLst>
                    <a:ext uri="{FF2B5EF4-FFF2-40B4-BE49-F238E27FC236}">
                      <a16:creationId xmlns:a16="http://schemas.microsoft.com/office/drawing/2014/main" id="{F778FC4B-8EF8-414B-9536-D30CF641FF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7" name="Text Box 46">
                  <a:extLst>
                    <a:ext uri="{FF2B5EF4-FFF2-40B4-BE49-F238E27FC236}">
                      <a16:creationId xmlns:a16="http://schemas.microsoft.com/office/drawing/2014/main" id="{912A3E35-D77A-6A40-B073-4EA003CCDF7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a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5CC18FC4-2A37-CC43-84F4-2E4969E1E18C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425" name="Group 424">
                <a:extLst>
                  <a:ext uri="{FF2B5EF4-FFF2-40B4-BE49-F238E27FC236}">
                    <a16:creationId xmlns:a16="http://schemas.microsoft.com/office/drawing/2014/main" id="{571FFDA0-7CCD-6541-9470-2DAA896E540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9" name="Oval 5">
                  <a:extLst>
                    <a:ext uri="{FF2B5EF4-FFF2-40B4-BE49-F238E27FC236}">
                      <a16:creationId xmlns:a16="http://schemas.microsoft.com/office/drawing/2014/main" id="{890F9138-93A9-9E4A-B33F-A3118CA22F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0" name="Line 6">
                  <a:extLst>
                    <a:ext uri="{FF2B5EF4-FFF2-40B4-BE49-F238E27FC236}">
                      <a16:creationId xmlns:a16="http://schemas.microsoft.com/office/drawing/2014/main" id="{5898E9B3-AFBD-234D-8D95-0C6F496ABD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1" name="Line 7">
                  <a:extLst>
                    <a:ext uri="{FF2B5EF4-FFF2-40B4-BE49-F238E27FC236}">
                      <a16:creationId xmlns:a16="http://schemas.microsoft.com/office/drawing/2014/main" id="{2FA91DB3-B0C8-CE4B-AD03-14386A8F0C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2" name="Rectangle 8">
                  <a:extLst>
                    <a:ext uri="{FF2B5EF4-FFF2-40B4-BE49-F238E27FC236}">
                      <a16:creationId xmlns:a16="http://schemas.microsoft.com/office/drawing/2014/main" id="{75D7AA85-AA3C-9A41-8DDF-35ED561A00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33" name="Oval 9">
                  <a:extLst>
                    <a:ext uri="{FF2B5EF4-FFF2-40B4-BE49-F238E27FC236}">
                      <a16:creationId xmlns:a16="http://schemas.microsoft.com/office/drawing/2014/main" id="{FFDDC1A2-DDBC-D54C-899E-4ED7244E74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26" name="Group 44">
                <a:extLst>
                  <a:ext uri="{FF2B5EF4-FFF2-40B4-BE49-F238E27FC236}">
                    <a16:creationId xmlns:a16="http://schemas.microsoft.com/office/drawing/2014/main" id="{8AC75149-FF4E-FF47-B9D1-2A503E9A2B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427" name="Rectangle 45">
                  <a:extLst>
                    <a:ext uri="{FF2B5EF4-FFF2-40B4-BE49-F238E27FC236}">
                      <a16:creationId xmlns:a16="http://schemas.microsoft.com/office/drawing/2014/main" id="{A1C72749-E916-C743-95AD-77A7093C54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8" name="Text Box 46">
                  <a:extLst>
                    <a:ext uri="{FF2B5EF4-FFF2-40B4-BE49-F238E27FC236}">
                      <a16:creationId xmlns:a16="http://schemas.microsoft.com/office/drawing/2014/main" id="{61C11CB2-AF11-A34A-BC61-DAC0A8724F5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b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F92775E6-8E4A-DC47-8C00-D7CDF3BF3A89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416" name="Group 415">
                <a:extLst>
                  <a:ext uri="{FF2B5EF4-FFF2-40B4-BE49-F238E27FC236}">
                    <a16:creationId xmlns:a16="http://schemas.microsoft.com/office/drawing/2014/main" id="{DF065D3B-3767-8B4A-9038-653B9F8AEE7B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0" name="Oval 5">
                  <a:extLst>
                    <a:ext uri="{FF2B5EF4-FFF2-40B4-BE49-F238E27FC236}">
                      <a16:creationId xmlns:a16="http://schemas.microsoft.com/office/drawing/2014/main" id="{D0A3835C-514D-5140-9584-0164B8BAB8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1" name="Line 6">
                  <a:extLst>
                    <a:ext uri="{FF2B5EF4-FFF2-40B4-BE49-F238E27FC236}">
                      <a16:creationId xmlns:a16="http://schemas.microsoft.com/office/drawing/2014/main" id="{6401BEF0-9CAC-7843-8992-54C5933DC3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2" name="Line 7">
                  <a:extLst>
                    <a:ext uri="{FF2B5EF4-FFF2-40B4-BE49-F238E27FC236}">
                      <a16:creationId xmlns:a16="http://schemas.microsoft.com/office/drawing/2014/main" id="{081C22D9-FA0D-3545-860C-4BCDAC6A95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3" name="Rectangle 8">
                  <a:extLst>
                    <a:ext uri="{FF2B5EF4-FFF2-40B4-BE49-F238E27FC236}">
                      <a16:creationId xmlns:a16="http://schemas.microsoft.com/office/drawing/2014/main" id="{A27FBD24-DB32-FF46-A024-AA93825D4A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24" name="Oval 9">
                  <a:extLst>
                    <a:ext uri="{FF2B5EF4-FFF2-40B4-BE49-F238E27FC236}">
                      <a16:creationId xmlns:a16="http://schemas.microsoft.com/office/drawing/2014/main" id="{C5D9CABA-76B6-FD40-A227-AF591EA2E4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417" name="Group 44">
                <a:extLst>
                  <a:ext uri="{FF2B5EF4-FFF2-40B4-BE49-F238E27FC236}">
                    <a16:creationId xmlns:a16="http://schemas.microsoft.com/office/drawing/2014/main" id="{B927058A-3D5D-DD42-8DDB-77B48BB33D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9773" y="2507406"/>
                <a:ext cx="409926" cy="454026"/>
                <a:chOff x="2927" y="2425"/>
                <a:chExt cx="262" cy="286"/>
              </a:xfrm>
            </p:grpSpPr>
            <p:sp>
              <p:nvSpPr>
                <p:cNvPr id="418" name="Rectangle 45">
                  <a:extLst>
                    <a:ext uri="{FF2B5EF4-FFF2-40B4-BE49-F238E27FC236}">
                      <a16:creationId xmlns:a16="http://schemas.microsoft.com/office/drawing/2014/main" id="{3F62028C-EF22-0244-93E4-6925CE49FE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19" name="Text Box 46">
                  <a:extLst>
                    <a:ext uri="{FF2B5EF4-FFF2-40B4-BE49-F238E27FC236}">
                      <a16:creationId xmlns:a16="http://schemas.microsoft.com/office/drawing/2014/main" id="{07E837AC-92AC-014D-85FB-20B8612303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7" y="2425"/>
                  <a:ext cx="26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c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443" name="Right Arrow 442">
            <a:extLst>
              <a:ext uri="{FF2B5EF4-FFF2-40B4-BE49-F238E27FC236}">
                <a16:creationId xmlns:a16="http://schemas.microsoft.com/office/drawing/2014/main" id="{08994EEC-226A-DA44-9536-FEE4129AED34}"/>
              </a:ext>
            </a:extLst>
          </p:cNvPr>
          <p:cNvSpPr/>
          <p:nvPr/>
        </p:nvSpPr>
        <p:spPr>
          <a:xfrm rot="10800000" flipH="1">
            <a:off x="4245013" y="5239525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4" name="Right Arrow 443">
            <a:extLst>
              <a:ext uri="{FF2B5EF4-FFF2-40B4-BE49-F238E27FC236}">
                <a16:creationId xmlns:a16="http://schemas.microsoft.com/office/drawing/2014/main" id="{A48E270D-862C-1C45-BEF7-EC00D39823A7}"/>
              </a:ext>
            </a:extLst>
          </p:cNvPr>
          <p:cNvSpPr/>
          <p:nvPr/>
        </p:nvSpPr>
        <p:spPr>
          <a:xfrm flipH="1">
            <a:off x="3672994" y="5243212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5" name="Right Arrow 444">
            <a:extLst>
              <a:ext uri="{FF2B5EF4-FFF2-40B4-BE49-F238E27FC236}">
                <a16:creationId xmlns:a16="http://schemas.microsoft.com/office/drawing/2014/main" id="{BC4763BF-FECA-554B-AFF7-E2BC3FABA73B}"/>
              </a:ext>
            </a:extLst>
          </p:cNvPr>
          <p:cNvSpPr/>
          <p:nvPr/>
        </p:nvSpPr>
        <p:spPr>
          <a:xfrm rot="10800000" flipH="1">
            <a:off x="4238998" y="3785708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6" name="Right Arrow 445">
            <a:extLst>
              <a:ext uri="{FF2B5EF4-FFF2-40B4-BE49-F238E27FC236}">
                <a16:creationId xmlns:a16="http://schemas.microsoft.com/office/drawing/2014/main" id="{B6066F19-55AA-384C-BDDF-80DC7824160A}"/>
              </a:ext>
            </a:extLst>
          </p:cNvPr>
          <p:cNvSpPr/>
          <p:nvPr/>
        </p:nvSpPr>
        <p:spPr>
          <a:xfrm flipH="1">
            <a:off x="3679011" y="3789396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7" name="Right Arrow 446">
            <a:extLst>
              <a:ext uri="{FF2B5EF4-FFF2-40B4-BE49-F238E27FC236}">
                <a16:creationId xmlns:a16="http://schemas.microsoft.com/office/drawing/2014/main" id="{CD8CACDD-8F79-BE47-96D9-8C52DBCA67F7}"/>
              </a:ext>
            </a:extLst>
          </p:cNvPr>
          <p:cNvSpPr/>
          <p:nvPr/>
        </p:nvSpPr>
        <p:spPr>
          <a:xfrm>
            <a:off x="4245015" y="2331892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8" name="Right Arrow 447">
            <a:extLst>
              <a:ext uri="{FF2B5EF4-FFF2-40B4-BE49-F238E27FC236}">
                <a16:creationId xmlns:a16="http://schemas.microsoft.com/office/drawing/2014/main" id="{0E6CECC5-E326-E14B-A49E-FA2AB4DFBA5F}"/>
              </a:ext>
            </a:extLst>
          </p:cNvPr>
          <p:cNvSpPr/>
          <p:nvPr/>
        </p:nvSpPr>
        <p:spPr>
          <a:xfrm rot="10800000">
            <a:off x="3693048" y="2347610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9" name="Right Arrow 448">
            <a:extLst>
              <a:ext uri="{FF2B5EF4-FFF2-40B4-BE49-F238E27FC236}">
                <a16:creationId xmlns:a16="http://schemas.microsoft.com/office/drawing/2014/main" id="{80466F61-87C0-9E4D-B619-90D68FA0F69E}"/>
              </a:ext>
            </a:extLst>
          </p:cNvPr>
          <p:cNvSpPr/>
          <p:nvPr/>
        </p:nvSpPr>
        <p:spPr>
          <a:xfrm rot="10800000" flipH="1">
            <a:off x="5686799" y="2333896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0" name="Right Arrow 449">
            <a:extLst>
              <a:ext uri="{FF2B5EF4-FFF2-40B4-BE49-F238E27FC236}">
                <a16:creationId xmlns:a16="http://schemas.microsoft.com/office/drawing/2014/main" id="{841A6B82-10F1-7644-AE66-76DBC46F143D}"/>
              </a:ext>
            </a:extLst>
          </p:cNvPr>
          <p:cNvSpPr/>
          <p:nvPr/>
        </p:nvSpPr>
        <p:spPr>
          <a:xfrm rot="10800000">
            <a:off x="5114781" y="2337584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1" name="Right Arrow 450">
            <a:extLst>
              <a:ext uri="{FF2B5EF4-FFF2-40B4-BE49-F238E27FC236}">
                <a16:creationId xmlns:a16="http://schemas.microsoft.com/office/drawing/2014/main" id="{7609754F-07F6-FA45-93A2-C8E47D2319FE}"/>
              </a:ext>
            </a:extLst>
          </p:cNvPr>
          <p:cNvSpPr/>
          <p:nvPr/>
        </p:nvSpPr>
        <p:spPr>
          <a:xfrm rot="10800000" flipH="1">
            <a:off x="5696827" y="3787712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2" name="Right Arrow 451">
            <a:extLst>
              <a:ext uri="{FF2B5EF4-FFF2-40B4-BE49-F238E27FC236}">
                <a16:creationId xmlns:a16="http://schemas.microsoft.com/office/drawing/2014/main" id="{5C844F20-C817-CD45-8859-550B71FF0669}"/>
              </a:ext>
            </a:extLst>
          </p:cNvPr>
          <p:cNvSpPr/>
          <p:nvPr/>
        </p:nvSpPr>
        <p:spPr>
          <a:xfrm flipH="1">
            <a:off x="5124808" y="3791400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0136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" grpId="0" animBg="1"/>
      <p:bldP spid="370" grpId="0" animBg="1"/>
      <p:bldP spid="371" grpId="0" animBg="1"/>
      <p:bldP spid="372" grpId="0" animBg="1"/>
      <p:bldP spid="373" grpId="0" animBg="1"/>
      <p:bldP spid="374" grpId="0" animBg="1"/>
      <p:bldP spid="375" grpId="0" animBg="1"/>
      <p:bldP spid="376" grpId="0" animBg="1"/>
      <p:bldP spid="377" grpId="0" animBg="1"/>
      <p:bldP spid="378" grpId="0" animBg="1"/>
      <p:bldP spid="379" grpId="0" animBg="1"/>
      <p:bldP spid="380" grpId="0" animBg="1"/>
      <p:bldP spid="443" grpId="0" animBg="1"/>
      <p:bldP spid="444" grpId="0" animBg="1"/>
      <p:bldP spid="445" grpId="0" animBg="1"/>
      <p:bldP spid="446" grpId="0" animBg="1"/>
      <p:bldP spid="447" grpId="0" animBg="1"/>
      <p:bldP spid="448" grpId="0" animBg="1"/>
      <p:bldP spid="449" grpId="0" animBg="1"/>
      <p:bldP spid="450" grpId="0" animBg="1"/>
      <p:bldP spid="451" grpId="0" animBg="1"/>
      <p:bldP spid="45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Distance vector example: iteration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F3DC5E2-0BD8-F94D-8A02-505C943DA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33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4897745" y="2454091"/>
            <a:ext cx="0" cy="28973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3449078" y="3902756"/>
            <a:ext cx="289733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3449078" y="2454091"/>
            <a:ext cx="2897333" cy="289733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6285253" y="2507603"/>
            <a:ext cx="99381" cy="1391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3250339" y="5186415"/>
            <a:ext cx="3296513" cy="326495"/>
            <a:chOff x="4333785" y="5772223"/>
            <a:chExt cx="4395351" cy="43532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g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h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5784" y="2507406"/>
                <a:ext cx="337956" cy="454026"/>
                <a:chOff x="2950" y="2425"/>
                <a:chExt cx="216" cy="286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0" y="2425"/>
                  <a:ext cx="216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i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3229336" y="3010142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4663150" y="300290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3222103" y="4522085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4673280" y="452353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6115774" y="452498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4081522" y="3879691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5515336" y="387245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4082968" y="5322186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5516782" y="531495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4084414" y="2450218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5518228" y="244298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3252344" y="3732598"/>
            <a:ext cx="3296513" cy="326495"/>
            <a:chOff x="4333785" y="5772223"/>
            <a:chExt cx="4395351" cy="43532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d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e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7954" y="2507406"/>
                <a:ext cx="352037" cy="454026"/>
                <a:chOff x="2945" y="2425"/>
                <a:chExt cx="225" cy="286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5" y="2425"/>
                  <a:ext cx="225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f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3250339" y="2286803"/>
            <a:ext cx="3296513" cy="326495"/>
            <a:chOff x="4333785" y="5772223"/>
            <a:chExt cx="4395351" cy="43532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a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b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9773" y="2507406"/>
                <a:ext cx="409926" cy="454026"/>
                <a:chOff x="2927" y="2425"/>
                <a:chExt cx="262" cy="286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7" y="2425"/>
                  <a:ext cx="26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c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B5592DAF-A3B4-9F43-84E1-39575A7F870C}"/>
              </a:ext>
            </a:extLst>
          </p:cNvPr>
          <p:cNvSpPr txBox="1"/>
          <p:nvPr/>
        </p:nvSpPr>
        <p:spPr>
          <a:xfrm flipH="1">
            <a:off x="357334" y="3166494"/>
            <a:ext cx="1646861" cy="2149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lnSpc>
                <a:spcPct val="90000"/>
              </a:lnSpc>
              <a:buClr>
                <a:srgbClr val="0000A8"/>
              </a:buClr>
            </a:pP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All nodes:</a:t>
            </a:r>
          </a:p>
          <a:p>
            <a:pPr marL="130969" indent="-130969" defTabSz="685800">
              <a:lnSpc>
                <a:spcPct val="90000"/>
              </a:lnSpc>
              <a:buClr>
                <a:prstClr val="white">
                  <a:lumMod val="75000"/>
                </a:prstClr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receive distance vectors from neighbors</a:t>
            </a:r>
          </a:p>
          <a:p>
            <a:pPr marL="130969" indent="-130969" defTabSz="68580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compute their new local  distance vector</a:t>
            </a:r>
          </a:p>
          <a:p>
            <a:pPr marL="130969" indent="-130969" defTabSz="685800">
              <a:lnSpc>
                <a:spcPct val="90000"/>
              </a:lnSpc>
              <a:buClr>
                <a:prstClr val="white">
                  <a:lumMod val="75000"/>
                </a:prstClr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1D9C22B-8B5F-5C4F-B836-7B225BEBAA34}"/>
              </a:ext>
            </a:extLst>
          </p:cNvPr>
          <p:cNvGrpSpPr/>
          <p:nvPr/>
        </p:nvGrpSpPr>
        <p:grpSpPr>
          <a:xfrm>
            <a:off x="438277" y="2251609"/>
            <a:ext cx="596638" cy="945270"/>
            <a:chOff x="10030307" y="3444875"/>
            <a:chExt cx="795517" cy="1260360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B6727C7-2D65-214B-AC24-3FD638275EC1}"/>
                </a:ext>
              </a:extLst>
            </p:cNvPr>
            <p:cNvSpPr txBox="1"/>
            <p:nvPr/>
          </p:nvSpPr>
          <p:spPr>
            <a:xfrm>
              <a:off x="10030307" y="4089681"/>
              <a:ext cx="795517" cy="615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7CD0CB56-7686-194E-9336-87E7A7D97331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4B2CF33-A55A-7045-88D1-AF4148705A10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1D12050-6F8E-D441-9EB3-D43C862E2FF7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9039BE19-8C89-2249-9429-12D66FAF87EA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E88497C8-6A73-4341-AC9C-EB6512208F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9E4797E5-1D6F-BE4B-A4F2-9F8C5FC997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A5E708AC-BFD0-124E-B7DC-30966CA85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6DFE5143-74BA-6D49-9376-30F7E9D09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6B211398-DB9E-FC45-8FDC-6F0E1B1A6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BF9AF430-A741-DC49-89C7-CC090ABEF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EE082992-203D-C64B-9E89-DB664E573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03B2445A-DC24-3247-8057-F3854B08E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FE122BB-AC85-9446-ACDF-58E64316B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B8F11881-407E-8D46-A809-9BB9CFD370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4FEE74AE-C9E3-9243-8316-465947D1AAB3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E3B24DF-00CD-F548-AD9E-519F13CEFE2A}"/>
              </a:ext>
            </a:extLst>
          </p:cNvPr>
          <p:cNvGrpSpPr/>
          <p:nvPr/>
        </p:nvGrpSpPr>
        <p:grpSpPr>
          <a:xfrm>
            <a:off x="2979175" y="2077682"/>
            <a:ext cx="3817220" cy="3716591"/>
            <a:chOff x="3982064" y="1612491"/>
            <a:chExt cx="5089626" cy="495545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AA8C641-B239-B74E-A56A-6FC17DD05F53}"/>
                </a:ext>
              </a:extLst>
            </p:cNvPr>
            <p:cNvGrpSpPr/>
            <p:nvPr/>
          </p:nvGrpSpPr>
          <p:grpSpPr>
            <a:xfrm>
              <a:off x="4011560" y="1641985"/>
              <a:ext cx="1196054" cy="1022555"/>
              <a:chOff x="9655277" y="2349909"/>
              <a:chExt cx="1196054" cy="1022555"/>
            </a:xfrm>
          </p:grpSpPr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00707AC5-49E7-AE40-8A46-1ACEF91E823B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C2C0DC-E6A2-784B-8032-7F8C86E35889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81834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srgbClr val="C00000"/>
                    </a:solidFill>
                    <a:latin typeface="Calibri" panose="020F0502020204030204"/>
                  </a:rPr>
                  <a:t>compute</a:t>
                </a:r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34F33CFE-B17F-9D43-BD1A-F46BCD176DD6}"/>
                </a:ext>
              </a:extLst>
            </p:cNvPr>
            <p:cNvGrpSpPr/>
            <p:nvPr/>
          </p:nvGrpSpPr>
          <p:grpSpPr>
            <a:xfrm>
              <a:off x="5943598" y="1627238"/>
              <a:ext cx="1196054" cy="1022555"/>
              <a:chOff x="9655277" y="2349909"/>
              <a:chExt cx="1196054" cy="1022555"/>
            </a:xfrm>
          </p:grpSpPr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F0BEA684-9A42-E94C-B2D5-EDC1A1F2EF20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F8ED3B6-87B0-574A-9DA5-A41BD73B3CF5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81834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srgbClr val="C00000"/>
                    </a:solidFill>
                    <a:latin typeface="Calibri" panose="020F0502020204030204"/>
                  </a:rPr>
                  <a:t>compute</a:t>
                </a: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9A4B8D63-0904-2145-8F9E-1FEF70C7AF9F}"/>
                </a:ext>
              </a:extLst>
            </p:cNvPr>
            <p:cNvGrpSpPr/>
            <p:nvPr/>
          </p:nvGrpSpPr>
          <p:grpSpPr>
            <a:xfrm>
              <a:off x="7875636" y="1612491"/>
              <a:ext cx="1196054" cy="1022555"/>
              <a:chOff x="9655277" y="2349909"/>
              <a:chExt cx="1196054" cy="1022555"/>
            </a:xfrm>
          </p:grpSpPr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EC6C0209-ECBD-E24C-AA45-744B932DC114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31B9CF9C-B04D-5A4F-AC32-278B0ED42F01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81834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srgbClr val="C00000"/>
                    </a:solidFill>
                    <a:latin typeface="Calibri" panose="020F0502020204030204"/>
                  </a:rPr>
                  <a:t>compute</a:t>
                </a:r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EC02EBAB-7E8B-8144-9064-B32C5427DBD9}"/>
                </a:ext>
              </a:extLst>
            </p:cNvPr>
            <p:cNvGrpSpPr/>
            <p:nvPr/>
          </p:nvGrpSpPr>
          <p:grpSpPr>
            <a:xfrm>
              <a:off x="3996812" y="3593688"/>
              <a:ext cx="1196054" cy="1022555"/>
              <a:chOff x="9655277" y="2349909"/>
              <a:chExt cx="1196054" cy="1022555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4F8E9313-A12A-3849-B12A-1BC5C1A36AF0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CA0F4249-5B41-3D48-9023-8757509C8B58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81834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srgbClr val="C00000"/>
                    </a:solidFill>
                    <a:latin typeface="Calibri" panose="020F0502020204030204"/>
                  </a:rPr>
                  <a:t>compute</a:t>
                </a: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B89D7B16-224E-0545-AAE5-58B841BB7F79}"/>
                </a:ext>
              </a:extLst>
            </p:cNvPr>
            <p:cNvGrpSpPr/>
            <p:nvPr/>
          </p:nvGrpSpPr>
          <p:grpSpPr>
            <a:xfrm>
              <a:off x="5928850" y="3578941"/>
              <a:ext cx="1196054" cy="1022555"/>
              <a:chOff x="9655277" y="2349909"/>
              <a:chExt cx="1196054" cy="1022555"/>
            </a:xfrm>
          </p:grpSpPr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C98EEB01-D57D-DF44-921F-DE4A3FCEA6FF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A6BE9F63-A36F-B842-81EA-382F13B1F7EE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81834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srgbClr val="C00000"/>
                    </a:solidFill>
                    <a:latin typeface="Calibri" panose="020F0502020204030204"/>
                  </a:rPr>
                  <a:t>compute</a:t>
                </a:r>
              </a:p>
            </p:txBody>
          </p:sp>
        </p:grp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D9355008-5692-5045-9867-573B61A6287F}"/>
                </a:ext>
              </a:extLst>
            </p:cNvPr>
            <p:cNvGrpSpPr/>
            <p:nvPr/>
          </p:nvGrpSpPr>
          <p:grpSpPr>
            <a:xfrm>
              <a:off x="7860888" y="3564194"/>
              <a:ext cx="1196054" cy="1022555"/>
              <a:chOff x="9655277" y="2349909"/>
              <a:chExt cx="1196054" cy="1022555"/>
            </a:xfrm>
          </p:grpSpPr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FB50278F-0DAA-BE47-BF4C-10BB64655FD9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D80FE26B-BC39-3840-8971-AC80538B679B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81834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srgbClr val="C00000"/>
                    </a:solidFill>
                    <a:latin typeface="Calibri" panose="020F0502020204030204"/>
                  </a:rPr>
                  <a:t>compute</a:t>
                </a:r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8919850D-033C-884C-874D-578D6BEF54D6}"/>
                </a:ext>
              </a:extLst>
            </p:cNvPr>
            <p:cNvGrpSpPr/>
            <p:nvPr/>
          </p:nvGrpSpPr>
          <p:grpSpPr>
            <a:xfrm>
              <a:off x="3982064" y="5545391"/>
              <a:ext cx="1196054" cy="1022555"/>
              <a:chOff x="9655277" y="2349909"/>
              <a:chExt cx="1196054" cy="1022555"/>
            </a:xfrm>
          </p:grpSpPr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A58AC890-F958-6645-870D-1AB87CB3F2A4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F91239F9-821D-324E-AED8-FC0DBAC8E537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81834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srgbClr val="C00000"/>
                    </a:solidFill>
                    <a:latin typeface="Calibri" panose="020F0502020204030204"/>
                  </a:rPr>
                  <a:t>compute</a:t>
                </a:r>
              </a:p>
            </p:txBody>
          </p: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4D851E35-9983-2647-8751-B14388AB0989}"/>
                </a:ext>
              </a:extLst>
            </p:cNvPr>
            <p:cNvGrpSpPr/>
            <p:nvPr/>
          </p:nvGrpSpPr>
          <p:grpSpPr>
            <a:xfrm>
              <a:off x="5914102" y="5530644"/>
              <a:ext cx="1196054" cy="1022555"/>
              <a:chOff x="9655277" y="2349909"/>
              <a:chExt cx="1196054" cy="1022555"/>
            </a:xfrm>
          </p:grpSpPr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B0E043AA-70A2-8045-AEF2-608FF9160AEF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E0712C29-CD00-4544-87CB-605AB5CBBE08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81834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srgbClr val="C00000"/>
                    </a:solidFill>
                    <a:latin typeface="Calibri" panose="020F0502020204030204"/>
                  </a:rPr>
                  <a:t>compute</a:t>
                </a:r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031F5E61-5B07-8C41-A704-C2A49253CC50}"/>
                </a:ext>
              </a:extLst>
            </p:cNvPr>
            <p:cNvGrpSpPr/>
            <p:nvPr/>
          </p:nvGrpSpPr>
          <p:grpSpPr>
            <a:xfrm>
              <a:off x="7846140" y="5515897"/>
              <a:ext cx="1196054" cy="1022555"/>
              <a:chOff x="9655277" y="2349909"/>
              <a:chExt cx="1196054" cy="1022555"/>
            </a:xfrm>
          </p:grpSpPr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B72B4351-32EB-1245-8CF3-9F678CEC542B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2D65D50F-2DBC-ED46-BC08-037761F3504F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81834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srgbClr val="C00000"/>
                    </a:solidFill>
                    <a:latin typeface="Calibri" panose="020F0502020204030204"/>
                  </a:rPr>
                  <a:t>compute</a:t>
                </a:r>
              </a:p>
            </p:txBody>
          </p:sp>
        </p:grpSp>
      </p:grp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B38AD34A-F832-BE4A-A882-9D9F4CB12C05}"/>
              </a:ext>
            </a:extLst>
          </p:cNvPr>
          <p:cNvCxnSpPr>
            <a:cxnSpLocks/>
          </p:cNvCxnSpPr>
          <p:nvPr/>
        </p:nvCxnSpPr>
        <p:spPr>
          <a:xfrm flipH="1">
            <a:off x="676471" y="2338578"/>
            <a:ext cx="113571" cy="193072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99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Distance vector example: iteration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A348D-3A78-A16A-46EA-C44ACCF43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34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4897745" y="2454091"/>
            <a:ext cx="0" cy="28973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3449078" y="3902756"/>
            <a:ext cx="289733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3449078" y="2454091"/>
            <a:ext cx="2897333" cy="289733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6285253" y="2507603"/>
            <a:ext cx="99381" cy="1391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3250339" y="5186415"/>
            <a:ext cx="3296513" cy="326495"/>
            <a:chOff x="4333785" y="5772223"/>
            <a:chExt cx="4395351" cy="43532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g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h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5784" y="2507406"/>
                <a:ext cx="337956" cy="454026"/>
                <a:chOff x="2950" y="2425"/>
                <a:chExt cx="216" cy="286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0" y="2425"/>
                  <a:ext cx="216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i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3229336" y="3010142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4663150" y="300290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3222103" y="4522085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4673280" y="452353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6115774" y="452498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4081522" y="3879691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5515336" y="387245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4082968" y="5322186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5516782" y="531495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4084414" y="2450218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5518228" y="244298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1032" name="Right Arrow 1031">
            <a:extLst>
              <a:ext uri="{FF2B5EF4-FFF2-40B4-BE49-F238E27FC236}">
                <a16:creationId xmlns:a16="http://schemas.microsoft.com/office/drawing/2014/main" id="{48701230-5EB3-4E4B-BEE9-CAD81136ECFC}"/>
              </a:ext>
            </a:extLst>
          </p:cNvPr>
          <p:cNvSpPr/>
          <p:nvPr/>
        </p:nvSpPr>
        <p:spPr>
          <a:xfrm rot="5400000">
            <a:off x="3299950" y="2778228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7" name="Right Arrow 266">
            <a:extLst>
              <a:ext uri="{FF2B5EF4-FFF2-40B4-BE49-F238E27FC236}">
                <a16:creationId xmlns:a16="http://schemas.microsoft.com/office/drawing/2014/main" id="{39C7E016-9840-8340-9D5C-7C9BC5953296}"/>
              </a:ext>
            </a:extLst>
          </p:cNvPr>
          <p:cNvSpPr/>
          <p:nvPr/>
        </p:nvSpPr>
        <p:spPr>
          <a:xfrm rot="16200000">
            <a:off x="3296263" y="3460341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8" name="Right Arrow 267">
            <a:extLst>
              <a:ext uri="{FF2B5EF4-FFF2-40B4-BE49-F238E27FC236}">
                <a16:creationId xmlns:a16="http://schemas.microsoft.com/office/drawing/2014/main" id="{0E4D6E8C-7EAB-9E44-AEFC-4FA875BCA32C}"/>
              </a:ext>
            </a:extLst>
          </p:cNvPr>
          <p:cNvSpPr/>
          <p:nvPr/>
        </p:nvSpPr>
        <p:spPr>
          <a:xfrm rot="5400000">
            <a:off x="4726856" y="2767168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9" name="Right Arrow 268">
            <a:extLst>
              <a:ext uri="{FF2B5EF4-FFF2-40B4-BE49-F238E27FC236}">
                <a16:creationId xmlns:a16="http://schemas.microsoft.com/office/drawing/2014/main" id="{F17D421F-D0A1-B94A-8B49-27953D5C8366}"/>
              </a:ext>
            </a:extLst>
          </p:cNvPr>
          <p:cNvSpPr/>
          <p:nvPr/>
        </p:nvSpPr>
        <p:spPr>
          <a:xfrm rot="16200000">
            <a:off x="4723169" y="3449281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0" name="Right Arrow 269">
            <a:extLst>
              <a:ext uri="{FF2B5EF4-FFF2-40B4-BE49-F238E27FC236}">
                <a16:creationId xmlns:a16="http://schemas.microsoft.com/office/drawing/2014/main" id="{C0BFDAF2-0356-354B-8B44-188593FB5A37}"/>
              </a:ext>
            </a:extLst>
          </p:cNvPr>
          <p:cNvSpPr/>
          <p:nvPr/>
        </p:nvSpPr>
        <p:spPr>
          <a:xfrm rot="5400000">
            <a:off x="3277826" y="4201451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1" name="Right Arrow 270">
            <a:extLst>
              <a:ext uri="{FF2B5EF4-FFF2-40B4-BE49-F238E27FC236}">
                <a16:creationId xmlns:a16="http://schemas.microsoft.com/office/drawing/2014/main" id="{112F6083-F42A-6740-A147-C25BA92606DD}"/>
              </a:ext>
            </a:extLst>
          </p:cNvPr>
          <p:cNvSpPr/>
          <p:nvPr/>
        </p:nvSpPr>
        <p:spPr>
          <a:xfrm rot="16200000">
            <a:off x="3274139" y="4883564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2" name="Right Arrow 271">
            <a:extLst>
              <a:ext uri="{FF2B5EF4-FFF2-40B4-BE49-F238E27FC236}">
                <a16:creationId xmlns:a16="http://schemas.microsoft.com/office/drawing/2014/main" id="{D340F2D5-4C4A-D441-99F4-FD489A89E6ED}"/>
              </a:ext>
            </a:extLst>
          </p:cNvPr>
          <p:cNvSpPr/>
          <p:nvPr/>
        </p:nvSpPr>
        <p:spPr>
          <a:xfrm rot="5400000">
            <a:off x="4734231" y="4197767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3" name="Right Arrow 272">
            <a:extLst>
              <a:ext uri="{FF2B5EF4-FFF2-40B4-BE49-F238E27FC236}">
                <a16:creationId xmlns:a16="http://schemas.microsoft.com/office/drawing/2014/main" id="{487BF544-1248-5D4C-B9E4-2B3ACA80EA1C}"/>
              </a:ext>
            </a:extLst>
          </p:cNvPr>
          <p:cNvSpPr/>
          <p:nvPr/>
        </p:nvSpPr>
        <p:spPr>
          <a:xfrm rot="16200000">
            <a:off x="4730544" y="4879880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4" name="Right Arrow 273">
            <a:extLst>
              <a:ext uri="{FF2B5EF4-FFF2-40B4-BE49-F238E27FC236}">
                <a16:creationId xmlns:a16="http://schemas.microsoft.com/office/drawing/2014/main" id="{0DF6A182-C1F7-C14D-900B-3242DA6B4D96}"/>
              </a:ext>
            </a:extLst>
          </p:cNvPr>
          <p:cNvSpPr/>
          <p:nvPr/>
        </p:nvSpPr>
        <p:spPr>
          <a:xfrm rot="5400000">
            <a:off x="6190636" y="4194083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5" name="Right Arrow 274">
            <a:extLst>
              <a:ext uri="{FF2B5EF4-FFF2-40B4-BE49-F238E27FC236}">
                <a16:creationId xmlns:a16="http://schemas.microsoft.com/office/drawing/2014/main" id="{EEAD3E84-70CC-2A46-87CC-F69A6D50ED35}"/>
              </a:ext>
            </a:extLst>
          </p:cNvPr>
          <p:cNvSpPr/>
          <p:nvPr/>
        </p:nvSpPr>
        <p:spPr>
          <a:xfrm rot="16200000">
            <a:off x="6186949" y="4876196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9" name="Right Arrow 278">
            <a:extLst>
              <a:ext uri="{FF2B5EF4-FFF2-40B4-BE49-F238E27FC236}">
                <a16:creationId xmlns:a16="http://schemas.microsoft.com/office/drawing/2014/main" id="{A7B19411-E5F9-AC49-9C67-23093CF98D95}"/>
              </a:ext>
            </a:extLst>
          </p:cNvPr>
          <p:cNvSpPr/>
          <p:nvPr/>
        </p:nvSpPr>
        <p:spPr>
          <a:xfrm rot="10800000">
            <a:off x="5686796" y="5229499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0" name="Right Arrow 279">
            <a:extLst>
              <a:ext uri="{FF2B5EF4-FFF2-40B4-BE49-F238E27FC236}">
                <a16:creationId xmlns:a16="http://schemas.microsoft.com/office/drawing/2014/main" id="{19CD2293-67D5-3048-9FAC-78E0AEE8C310}"/>
              </a:ext>
            </a:extLst>
          </p:cNvPr>
          <p:cNvSpPr/>
          <p:nvPr/>
        </p:nvSpPr>
        <p:spPr>
          <a:xfrm>
            <a:off x="5114778" y="5233186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3252344" y="3732598"/>
            <a:ext cx="3296513" cy="326495"/>
            <a:chOff x="4333785" y="5772223"/>
            <a:chExt cx="4395351" cy="43532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d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e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7954" y="2507406"/>
                <a:ext cx="352037" cy="454026"/>
                <a:chOff x="2945" y="2425"/>
                <a:chExt cx="225" cy="286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5" y="2425"/>
                  <a:ext cx="225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f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3250339" y="2286803"/>
            <a:ext cx="3296513" cy="326495"/>
            <a:chOff x="4333785" y="5772223"/>
            <a:chExt cx="4395351" cy="43532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a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b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9773" y="2507406"/>
                <a:ext cx="409926" cy="454026"/>
                <a:chOff x="2927" y="2425"/>
                <a:chExt cx="262" cy="286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7" y="2425"/>
                  <a:ext cx="26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c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346" name="Right Arrow 345">
            <a:extLst>
              <a:ext uri="{FF2B5EF4-FFF2-40B4-BE49-F238E27FC236}">
                <a16:creationId xmlns:a16="http://schemas.microsoft.com/office/drawing/2014/main" id="{042BFE25-0F60-794A-B634-E33D42BAAD21}"/>
              </a:ext>
            </a:extLst>
          </p:cNvPr>
          <p:cNvSpPr/>
          <p:nvPr/>
        </p:nvSpPr>
        <p:spPr>
          <a:xfrm rot="10800000">
            <a:off x="4245013" y="5239525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7" name="Right Arrow 346">
            <a:extLst>
              <a:ext uri="{FF2B5EF4-FFF2-40B4-BE49-F238E27FC236}">
                <a16:creationId xmlns:a16="http://schemas.microsoft.com/office/drawing/2014/main" id="{E9AE3BA5-DCA8-5D4F-A6D6-75EF46834F58}"/>
              </a:ext>
            </a:extLst>
          </p:cNvPr>
          <p:cNvSpPr/>
          <p:nvPr/>
        </p:nvSpPr>
        <p:spPr>
          <a:xfrm>
            <a:off x="3672994" y="5243212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8" name="Right Arrow 347">
            <a:extLst>
              <a:ext uri="{FF2B5EF4-FFF2-40B4-BE49-F238E27FC236}">
                <a16:creationId xmlns:a16="http://schemas.microsoft.com/office/drawing/2014/main" id="{80E704B5-3D0B-2A41-AF24-0F438DFF3159}"/>
              </a:ext>
            </a:extLst>
          </p:cNvPr>
          <p:cNvSpPr/>
          <p:nvPr/>
        </p:nvSpPr>
        <p:spPr>
          <a:xfrm rot="10800000">
            <a:off x="4238998" y="3785708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9" name="Right Arrow 348">
            <a:extLst>
              <a:ext uri="{FF2B5EF4-FFF2-40B4-BE49-F238E27FC236}">
                <a16:creationId xmlns:a16="http://schemas.microsoft.com/office/drawing/2014/main" id="{D96C2F6A-C449-3E42-9B4A-5B9F8178C165}"/>
              </a:ext>
            </a:extLst>
          </p:cNvPr>
          <p:cNvSpPr/>
          <p:nvPr/>
        </p:nvSpPr>
        <p:spPr>
          <a:xfrm>
            <a:off x="3679011" y="3789396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0" name="Right Arrow 349">
            <a:extLst>
              <a:ext uri="{FF2B5EF4-FFF2-40B4-BE49-F238E27FC236}">
                <a16:creationId xmlns:a16="http://schemas.microsoft.com/office/drawing/2014/main" id="{39F8950B-5EB1-4B4E-A0EF-73943A219C7C}"/>
              </a:ext>
            </a:extLst>
          </p:cNvPr>
          <p:cNvSpPr/>
          <p:nvPr/>
        </p:nvSpPr>
        <p:spPr>
          <a:xfrm rot="10800000">
            <a:off x="4245015" y="2331892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1" name="Right Arrow 350">
            <a:extLst>
              <a:ext uri="{FF2B5EF4-FFF2-40B4-BE49-F238E27FC236}">
                <a16:creationId xmlns:a16="http://schemas.microsoft.com/office/drawing/2014/main" id="{DF406DB6-2900-7C44-9860-A0ADA23E2211}"/>
              </a:ext>
            </a:extLst>
          </p:cNvPr>
          <p:cNvSpPr/>
          <p:nvPr/>
        </p:nvSpPr>
        <p:spPr>
          <a:xfrm>
            <a:off x="3693048" y="2347610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2" name="Right Arrow 351">
            <a:extLst>
              <a:ext uri="{FF2B5EF4-FFF2-40B4-BE49-F238E27FC236}">
                <a16:creationId xmlns:a16="http://schemas.microsoft.com/office/drawing/2014/main" id="{EE34E15B-D663-B047-93CF-9B1CD724C0A5}"/>
              </a:ext>
            </a:extLst>
          </p:cNvPr>
          <p:cNvSpPr/>
          <p:nvPr/>
        </p:nvSpPr>
        <p:spPr>
          <a:xfrm rot="10800000">
            <a:off x="5686799" y="2333896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3" name="Right Arrow 352">
            <a:extLst>
              <a:ext uri="{FF2B5EF4-FFF2-40B4-BE49-F238E27FC236}">
                <a16:creationId xmlns:a16="http://schemas.microsoft.com/office/drawing/2014/main" id="{C5E35028-9133-1F45-82D3-DD70357904CF}"/>
              </a:ext>
            </a:extLst>
          </p:cNvPr>
          <p:cNvSpPr/>
          <p:nvPr/>
        </p:nvSpPr>
        <p:spPr>
          <a:xfrm>
            <a:off x="5114781" y="2337584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4" name="Right Arrow 353">
            <a:extLst>
              <a:ext uri="{FF2B5EF4-FFF2-40B4-BE49-F238E27FC236}">
                <a16:creationId xmlns:a16="http://schemas.microsoft.com/office/drawing/2014/main" id="{F9910D40-9F0B-7C47-BDEC-508FFA6BCFDB}"/>
              </a:ext>
            </a:extLst>
          </p:cNvPr>
          <p:cNvSpPr/>
          <p:nvPr/>
        </p:nvSpPr>
        <p:spPr>
          <a:xfrm rot="10800000">
            <a:off x="5696827" y="3787712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5" name="Right Arrow 354">
            <a:extLst>
              <a:ext uri="{FF2B5EF4-FFF2-40B4-BE49-F238E27FC236}">
                <a16:creationId xmlns:a16="http://schemas.microsoft.com/office/drawing/2014/main" id="{EBB9FB89-D51A-8145-8D43-15C959806E3C}"/>
              </a:ext>
            </a:extLst>
          </p:cNvPr>
          <p:cNvSpPr/>
          <p:nvPr/>
        </p:nvSpPr>
        <p:spPr>
          <a:xfrm>
            <a:off x="5124808" y="3791400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66038ED-ED2A-EA48-9435-9C5569CA63F0}"/>
              </a:ext>
            </a:extLst>
          </p:cNvPr>
          <p:cNvSpPr txBox="1"/>
          <p:nvPr/>
        </p:nvSpPr>
        <p:spPr>
          <a:xfrm flipH="1">
            <a:off x="357334" y="3166494"/>
            <a:ext cx="1646861" cy="2149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lnSpc>
                <a:spcPct val="90000"/>
              </a:lnSpc>
              <a:buClr>
                <a:srgbClr val="0000A8"/>
              </a:buClr>
            </a:pP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All nodes:</a:t>
            </a:r>
          </a:p>
          <a:p>
            <a:pPr marL="130969" indent="-130969" defTabSz="685800">
              <a:lnSpc>
                <a:spcPct val="90000"/>
              </a:lnSpc>
              <a:buClr>
                <a:prstClr val="white">
                  <a:lumMod val="75000"/>
                </a:prstClr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receive distance vectors from neighbors</a:t>
            </a:r>
          </a:p>
          <a:p>
            <a:pPr marL="130969" indent="-130969" defTabSz="685800">
              <a:lnSpc>
                <a:spcPct val="90000"/>
              </a:lnSpc>
              <a:buClr>
                <a:prstClr val="white">
                  <a:lumMod val="75000"/>
                </a:prstClr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compute their new local  distance vector</a:t>
            </a:r>
          </a:p>
          <a:p>
            <a:pPr marL="130969" indent="-130969" defTabSz="68580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438277" y="2251609"/>
            <a:ext cx="596638" cy="945270"/>
            <a:chOff x="10030307" y="3444875"/>
            <a:chExt cx="795517" cy="1260360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95517" cy="615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 flipH="1">
            <a:off x="681438" y="2338578"/>
            <a:ext cx="111347" cy="184602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82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9" grpId="0" animBg="1"/>
      <p:bldP spid="280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Distance vector example: iteration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D7D57-979B-1F1B-777C-5898A0782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35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4897745" y="2454091"/>
            <a:ext cx="0" cy="28973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3449078" y="3902756"/>
            <a:ext cx="289733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3449078" y="2454091"/>
            <a:ext cx="2897333" cy="289733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6285253" y="2507603"/>
            <a:ext cx="99381" cy="1391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3250339" y="5186415"/>
            <a:ext cx="3296513" cy="326495"/>
            <a:chOff x="4333785" y="5772223"/>
            <a:chExt cx="4395351" cy="43532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g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h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5784" y="2507406"/>
                <a:ext cx="337956" cy="454026"/>
                <a:chOff x="2950" y="2425"/>
                <a:chExt cx="216" cy="286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0" y="2425"/>
                  <a:ext cx="216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i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3229336" y="3010142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4663150" y="300290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3222103" y="4522085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4673280" y="452353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6115774" y="452498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4081522" y="3879691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5515336" y="387245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4082968" y="5322186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5516782" y="531495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4084414" y="2450218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5518228" y="244298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1032" name="Right Arrow 1031">
            <a:extLst>
              <a:ext uri="{FF2B5EF4-FFF2-40B4-BE49-F238E27FC236}">
                <a16:creationId xmlns:a16="http://schemas.microsoft.com/office/drawing/2014/main" id="{48701230-5EB3-4E4B-BEE9-CAD81136ECFC}"/>
              </a:ext>
            </a:extLst>
          </p:cNvPr>
          <p:cNvSpPr/>
          <p:nvPr/>
        </p:nvSpPr>
        <p:spPr>
          <a:xfrm rot="16200000" flipV="1">
            <a:off x="3299950" y="2778228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7" name="Right Arrow 266">
            <a:extLst>
              <a:ext uri="{FF2B5EF4-FFF2-40B4-BE49-F238E27FC236}">
                <a16:creationId xmlns:a16="http://schemas.microsoft.com/office/drawing/2014/main" id="{39C7E016-9840-8340-9D5C-7C9BC5953296}"/>
              </a:ext>
            </a:extLst>
          </p:cNvPr>
          <p:cNvSpPr/>
          <p:nvPr/>
        </p:nvSpPr>
        <p:spPr>
          <a:xfrm rot="5400000" flipV="1">
            <a:off x="3296263" y="3460341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8" name="Right Arrow 267">
            <a:extLst>
              <a:ext uri="{FF2B5EF4-FFF2-40B4-BE49-F238E27FC236}">
                <a16:creationId xmlns:a16="http://schemas.microsoft.com/office/drawing/2014/main" id="{0E4D6E8C-7EAB-9E44-AEFC-4FA875BCA32C}"/>
              </a:ext>
            </a:extLst>
          </p:cNvPr>
          <p:cNvSpPr/>
          <p:nvPr/>
        </p:nvSpPr>
        <p:spPr>
          <a:xfrm rot="16200000" flipV="1">
            <a:off x="4726856" y="2767168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9" name="Right Arrow 268">
            <a:extLst>
              <a:ext uri="{FF2B5EF4-FFF2-40B4-BE49-F238E27FC236}">
                <a16:creationId xmlns:a16="http://schemas.microsoft.com/office/drawing/2014/main" id="{F17D421F-D0A1-B94A-8B49-27953D5C8366}"/>
              </a:ext>
            </a:extLst>
          </p:cNvPr>
          <p:cNvSpPr/>
          <p:nvPr/>
        </p:nvSpPr>
        <p:spPr>
          <a:xfrm rot="5400000" flipV="1">
            <a:off x="4723169" y="3449281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0" name="Right Arrow 269">
            <a:extLst>
              <a:ext uri="{FF2B5EF4-FFF2-40B4-BE49-F238E27FC236}">
                <a16:creationId xmlns:a16="http://schemas.microsoft.com/office/drawing/2014/main" id="{C0BFDAF2-0356-354B-8B44-188593FB5A37}"/>
              </a:ext>
            </a:extLst>
          </p:cNvPr>
          <p:cNvSpPr/>
          <p:nvPr/>
        </p:nvSpPr>
        <p:spPr>
          <a:xfrm rot="16200000" flipV="1">
            <a:off x="3277826" y="4201451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1" name="Right Arrow 270">
            <a:extLst>
              <a:ext uri="{FF2B5EF4-FFF2-40B4-BE49-F238E27FC236}">
                <a16:creationId xmlns:a16="http://schemas.microsoft.com/office/drawing/2014/main" id="{112F6083-F42A-6740-A147-C25BA92606DD}"/>
              </a:ext>
            </a:extLst>
          </p:cNvPr>
          <p:cNvSpPr/>
          <p:nvPr/>
        </p:nvSpPr>
        <p:spPr>
          <a:xfrm rot="5400000" flipV="1">
            <a:off x="3274139" y="4883564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2" name="Right Arrow 271">
            <a:extLst>
              <a:ext uri="{FF2B5EF4-FFF2-40B4-BE49-F238E27FC236}">
                <a16:creationId xmlns:a16="http://schemas.microsoft.com/office/drawing/2014/main" id="{D340F2D5-4C4A-D441-99F4-FD489A89E6ED}"/>
              </a:ext>
            </a:extLst>
          </p:cNvPr>
          <p:cNvSpPr/>
          <p:nvPr/>
        </p:nvSpPr>
        <p:spPr>
          <a:xfrm rot="16200000" flipV="1">
            <a:off x="4734231" y="4197767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3" name="Right Arrow 272">
            <a:extLst>
              <a:ext uri="{FF2B5EF4-FFF2-40B4-BE49-F238E27FC236}">
                <a16:creationId xmlns:a16="http://schemas.microsoft.com/office/drawing/2014/main" id="{487BF544-1248-5D4C-B9E4-2B3ACA80EA1C}"/>
              </a:ext>
            </a:extLst>
          </p:cNvPr>
          <p:cNvSpPr/>
          <p:nvPr/>
        </p:nvSpPr>
        <p:spPr>
          <a:xfrm rot="5400000" flipV="1">
            <a:off x="4730544" y="4879880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4" name="Right Arrow 273">
            <a:extLst>
              <a:ext uri="{FF2B5EF4-FFF2-40B4-BE49-F238E27FC236}">
                <a16:creationId xmlns:a16="http://schemas.microsoft.com/office/drawing/2014/main" id="{0DF6A182-C1F7-C14D-900B-3242DA6B4D96}"/>
              </a:ext>
            </a:extLst>
          </p:cNvPr>
          <p:cNvSpPr/>
          <p:nvPr/>
        </p:nvSpPr>
        <p:spPr>
          <a:xfrm rot="16200000" flipV="1">
            <a:off x="6190636" y="4194083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5" name="Right Arrow 274">
            <a:extLst>
              <a:ext uri="{FF2B5EF4-FFF2-40B4-BE49-F238E27FC236}">
                <a16:creationId xmlns:a16="http://schemas.microsoft.com/office/drawing/2014/main" id="{EEAD3E84-70CC-2A46-87CC-F69A6D50ED35}"/>
              </a:ext>
            </a:extLst>
          </p:cNvPr>
          <p:cNvSpPr/>
          <p:nvPr/>
        </p:nvSpPr>
        <p:spPr>
          <a:xfrm rot="5400000" flipV="1">
            <a:off x="6186949" y="4876196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9" name="Right Arrow 278">
            <a:extLst>
              <a:ext uri="{FF2B5EF4-FFF2-40B4-BE49-F238E27FC236}">
                <a16:creationId xmlns:a16="http://schemas.microsoft.com/office/drawing/2014/main" id="{A7B19411-E5F9-AC49-9C67-23093CF98D95}"/>
              </a:ext>
            </a:extLst>
          </p:cNvPr>
          <p:cNvSpPr/>
          <p:nvPr/>
        </p:nvSpPr>
        <p:spPr>
          <a:xfrm rot="10800000" flipH="1">
            <a:off x="5686796" y="5229499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0" name="Right Arrow 279">
            <a:extLst>
              <a:ext uri="{FF2B5EF4-FFF2-40B4-BE49-F238E27FC236}">
                <a16:creationId xmlns:a16="http://schemas.microsoft.com/office/drawing/2014/main" id="{19CD2293-67D5-3048-9FAC-78E0AEE8C310}"/>
              </a:ext>
            </a:extLst>
          </p:cNvPr>
          <p:cNvSpPr/>
          <p:nvPr/>
        </p:nvSpPr>
        <p:spPr>
          <a:xfrm flipH="1">
            <a:off x="5114778" y="5233186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3252344" y="3732598"/>
            <a:ext cx="3296513" cy="326495"/>
            <a:chOff x="4333785" y="5772223"/>
            <a:chExt cx="4395351" cy="43532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d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e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7954" y="2507406"/>
                <a:ext cx="352037" cy="454026"/>
                <a:chOff x="2945" y="2425"/>
                <a:chExt cx="225" cy="286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5" y="2425"/>
                  <a:ext cx="225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f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3250339" y="2286803"/>
            <a:ext cx="3296513" cy="326495"/>
            <a:chOff x="4333785" y="5772223"/>
            <a:chExt cx="4395351" cy="43532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a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b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9773" y="2507406"/>
                <a:ext cx="409926" cy="454026"/>
                <a:chOff x="2927" y="2425"/>
                <a:chExt cx="262" cy="286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7" y="2425"/>
                  <a:ext cx="26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c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346" name="Right Arrow 345">
            <a:extLst>
              <a:ext uri="{FF2B5EF4-FFF2-40B4-BE49-F238E27FC236}">
                <a16:creationId xmlns:a16="http://schemas.microsoft.com/office/drawing/2014/main" id="{042BFE25-0F60-794A-B634-E33D42BAAD21}"/>
              </a:ext>
            </a:extLst>
          </p:cNvPr>
          <p:cNvSpPr/>
          <p:nvPr/>
        </p:nvSpPr>
        <p:spPr>
          <a:xfrm rot="10800000" flipH="1">
            <a:off x="4245013" y="5239525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7" name="Right Arrow 346">
            <a:extLst>
              <a:ext uri="{FF2B5EF4-FFF2-40B4-BE49-F238E27FC236}">
                <a16:creationId xmlns:a16="http://schemas.microsoft.com/office/drawing/2014/main" id="{E9AE3BA5-DCA8-5D4F-A6D6-75EF46834F58}"/>
              </a:ext>
            </a:extLst>
          </p:cNvPr>
          <p:cNvSpPr/>
          <p:nvPr/>
        </p:nvSpPr>
        <p:spPr>
          <a:xfrm flipH="1">
            <a:off x="3672994" y="5243212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8" name="Right Arrow 347">
            <a:extLst>
              <a:ext uri="{FF2B5EF4-FFF2-40B4-BE49-F238E27FC236}">
                <a16:creationId xmlns:a16="http://schemas.microsoft.com/office/drawing/2014/main" id="{80E704B5-3D0B-2A41-AF24-0F438DFF3159}"/>
              </a:ext>
            </a:extLst>
          </p:cNvPr>
          <p:cNvSpPr/>
          <p:nvPr/>
        </p:nvSpPr>
        <p:spPr>
          <a:xfrm rot="10800000" flipH="1">
            <a:off x="4238998" y="3785708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9" name="Right Arrow 348">
            <a:extLst>
              <a:ext uri="{FF2B5EF4-FFF2-40B4-BE49-F238E27FC236}">
                <a16:creationId xmlns:a16="http://schemas.microsoft.com/office/drawing/2014/main" id="{D96C2F6A-C449-3E42-9B4A-5B9F8178C165}"/>
              </a:ext>
            </a:extLst>
          </p:cNvPr>
          <p:cNvSpPr/>
          <p:nvPr/>
        </p:nvSpPr>
        <p:spPr>
          <a:xfrm flipH="1">
            <a:off x="3679011" y="3789396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0" name="Right Arrow 349">
            <a:extLst>
              <a:ext uri="{FF2B5EF4-FFF2-40B4-BE49-F238E27FC236}">
                <a16:creationId xmlns:a16="http://schemas.microsoft.com/office/drawing/2014/main" id="{39F8950B-5EB1-4B4E-A0EF-73943A219C7C}"/>
              </a:ext>
            </a:extLst>
          </p:cNvPr>
          <p:cNvSpPr/>
          <p:nvPr/>
        </p:nvSpPr>
        <p:spPr>
          <a:xfrm>
            <a:off x="4245015" y="2331892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1" name="Right Arrow 350">
            <a:extLst>
              <a:ext uri="{FF2B5EF4-FFF2-40B4-BE49-F238E27FC236}">
                <a16:creationId xmlns:a16="http://schemas.microsoft.com/office/drawing/2014/main" id="{DF406DB6-2900-7C44-9860-A0ADA23E2211}"/>
              </a:ext>
            </a:extLst>
          </p:cNvPr>
          <p:cNvSpPr/>
          <p:nvPr/>
        </p:nvSpPr>
        <p:spPr>
          <a:xfrm rot="10800000">
            <a:off x="3693048" y="2347610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2" name="Right Arrow 351">
            <a:extLst>
              <a:ext uri="{FF2B5EF4-FFF2-40B4-BE49-F238E27FC236}">
                <a16:creationId xmlns:a16="http://schemas.microsoft.com/office/drawing/2014/main" id="{EE34E15B-D663-B047-93CF-9B1CD724C0A5}"/>
              </a:ext>
            </a:extLst>
          </p:cNvPr>
          <p:cNvSpPr/>
          <p:nvPr/>
        </p:nvSpPr>
        <p:spPr>
          <a:xfrm rot="10800000" flipH="1">
            <a:off x="5686799" y="2333896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3" name="Right Arrow 352">
            <a:extLst>
              <a:ext uri="{FF2B5EF4-FFF2-40B4-BE49-F238E27FC236}">
                <a16:creationId xmlns:a16="http://schemas.microsoft.com/office/drawing/2014/main" id="{C5E35028-9133-1F45-82D3-DD70357904CF}"/>
              </a:ext>
            </a:extLst>
          </p:cNvPr>
          <p:cNvSpPr/>
          <p:nvPr/>
        </p:nvSpPr>
        <p:spPr>
          <a:xfrm rot="10800000">
            <a:off x="5114781" y="2337584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4" name="Right Arrow 353">
            <a:extLst>
              <a:ext uri="{FF2B5EF4-FFF2-40B4-BE49-F238E27FC236}">
                <a16:creationId xmlns:a16="http://schemas.microsoft.com/office/drawing/2014/main" id="{F9910D40-9F0B-7C47-BDEC-508FFA6BCFDB}"/>
              </a:ext>
            </a:extLst>
          </p:cNvPr>
          <p:cNvSpPr/>
          <p:nvPr/>
        </p:nvSpPr>
        <p:spPr>
          <a:xfrm rot="10800000" flipH="1">
            <a:off x="5696827" y="3787712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5" name="Right Arrow 354">
            <a:extLst>
              <a:ext uri="{FF2B5EF4-FFF2-40B4-BE49-F238E27FC236}">
                <a16:creationId xmlns:a16="http://schemas.microsoft.com/office/drawing/2014/main" id="{EBB9FB89-D51A-8145-8D43-15C959806E3C}"/>
              </a:ext>
            </a:extLst>
          </p:cNvPr>
          <p:cNvSpPr/>
          <p:nvPr/>
        </p:nvSpPr>
        <p:spPr>
          <a:xfrm flipH="1">
            <a:off x="5124808" y="3791400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5592DAF-A3B4-9F43-84E1-39575A7F870C}"/>
              </a:ext>
            </a:extLst>
          </p:cNvPr>
          <p:cNvSpPr txBox="1"/>
          <p:nvPr/>
        </p:nvSpPr>
        <p:spPr>
          <a:xfrm flipH="1">
            <a:off x="357334" y="3166494"/>
            <a:ext cx="1646861" cy="2149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lnSpc>
                <a:spcPct val="90000"/>
              </a:lnSpc>
              <a:buClr>
                <a:srgbClr val="0000A8"/>
              </a:buClr>
            </a:pP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All nodes:</a:t>
            </a:r>
          </a:p>
          <a:p>
            <a:pPr marL="130969" indent="-130969" defTabSz="68580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receive distance vectors from neighbors</a:t>
            </a:r>
          </a:p>
          <a:p>
            <a:pPr marL="130969" indent="-130969" defTabSz="685800">
              <a:lnSpc>
                <a:spcPct val="90000"/>
              </a:lnSpc>
              <a:buClr>
                <a:prstClr val="white">
                  <a:lumMod val="75000"/>
                </a:prstClr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compute their new local  distance vector</a:t>
            </a:r>
          </a:p>
          <a:p>
            <a:pPr marL="130969" indent="-130969" defTabSz="685800">
              <a:lnSpc>
                <a:spcPct val="90000"/>
              </a:lnSpc>
              <a:buClr>
                <a:prstClr val="white">
                  <a:lumMod val="75000"/>
                </a:prstClr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1D9C22B-8B5F-5C4F-B836-7B225BEBAA34}"/>
              </a:ext>
            </a:extLst>
          </p:cNvPr>
          <p:cNvGrpSpPr/>
          <p:nvPr/>
        </p:nvGrpSpPr>
        <p:grpSpPr>
          <a:xfrm>
            <a:off x="438277" y="2251609"/>
            <a:ext cx="596638" cy="945270"/>
            <a:chOff x="10030307" y="3444875"/>
            <a:chExt cx="795517" cy="1260360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B6727C7-2D65-214B-AC24-3FD638275EC1}"/>
                </a:ext>
              </a:extLst>
            </p:cNvPr>
            <p:cNvSpPr txBox="1"/>
            <p:nvPr/>
          </p:nvSpPr>
          <p:spPr>
            <a:xfrm>
              <a:off x="10030307" y="4089681"/>
              <a:ext cx="795517" cy="615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t=2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7CD0CB56-7686-194E-9336-87E7A7D97331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4B2CF33-A55A-7045-88D1-AF4148705A10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1D12050-6F8E-D441-9EB3-D43C862E2FF7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9039BE19-8C89-2249-9429-12D66FAF87EA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E88497C8-6A73-4341-AC9C-EB6512208F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9E4797E5-1D6F-BE4B-A4F2-9F8C5FC997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A5E708AC-BFD0-124E-B7DC-30966CA85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6DFE5143-74BA-6D49-9376-30F7E9D09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6B211398-DB9E-FC45-8FDC-6F0E1B1A6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BF9AF430-A741-DC49-89C7-CC090ABEF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EE082992-203D-C64B-9E89-DB664E573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03B2445A-DC24-3247-8057-F3854B08E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FE122BB-AC85-9446-ACDF-58E64316B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B8F11881-407E-8D46-A809-9BB9CFD370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4FEE74AE-C9E3-9243-8316-465947D1AAB3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4DC6920A-A583-934A-B8F7-D01CB5A4F7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65498" y="3656685"/>
                <a:ext cx="240612" cy="121026"/>
              </a:xfrm>
              <a:prstGeom prst="line">
                <a:avLst/>
              </a:prstGeom>
              <a:ln w="25400" cap="flat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260381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9" grpId="0" animBg="1"/>
      <p:bldP spid="280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Distance vector example: iteration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60AEA2D-99CD-8517-2206-E96D7BFB9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36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4897745" y="2454091"/>
            <a:ext cx="0" cy="28973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3449078" y="3902756"/>
            <a:ext cx="289733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3449078" y="2454091"/>
            <a:ext cx="2897333" cy="289733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6285253" y="2507603"/>
            <a:ext cx="99381" cy="1391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3250339" y="5186415"/>
            <a:ext cx="3296513" cy="326495"/>
            <a:chOff x="4333785" y="5772223"/>
            <a:chExt cx="4395351" cy="43532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g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h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5784" y="2507406"/>
                <a:ext cx="337956" cy="454026"/>
                <a:chOff x="2950" y="2425"/>
                <a:chExt cx="216" cy="286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0" y="2425"/>
                  <a:ext cx="216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i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3229336" y="3010142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4663150" y="300290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3222103" y="4522085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4673280" y="452353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6115774" y="452498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4081522" y="3879691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5515336" y="387245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4082968" y="5322186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8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5516782" y="531495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4084414" y="2450218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2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5518228" y="244298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3252344" y="3732598"/>
            <a:ext cx="3296513" cy="326495"/>
            <a:chOff x="4333785" y="5772223"/>
            <a:chExt cx="4395351" cy="43532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d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e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7954" y="2507406"/>
                <a:ext cx="352037" cy="454026"/>
                <a:chOff x="2945" y="2425"/>
                <a:chExt cx="225" cy="286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5" y="2425"/>
                  <a:ext cx="225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f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3250339" y="2286803"/>
            <a:ext cx="3296513" cy="326495"/>
            <a:chOff x="4333785" y="5772223"/>
            <a:chExt cx="4395351" cy="43532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a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b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9773" y="2507406"/>
                <a:ext cx="409926" cy="454026"/>
                <a:chOff x="2927" y="2425"/>
                <a:chExt cx="262" cy="286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7" y="2425"/>
                  <a:ext cx="26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c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158" name="TextBox 157">
            <a:extLst>
              <a:ext uri="{FF2B5EF4-FFF2-40B4-BE49-F238E27FC236}">
                <a16:creationId xmlns:a16="http://schemas.microsoft.com/office/drawing/2014/main" id="{B5592DAF-A3B4-9F43-84E1-39575A7F870C}"/>
              </a:ext>
            </a:extLst>
          </p:cNvPr>
          <p:cNvSpPr txBox="1"/>
          <p:nvPr/>
        </p:nvSpPr>
        <p:spPr>
          <a:xfrm flipH="1">
            <a:off x="357334" y="3166494"/>
            <a:ext cx="1646861" cy="2149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lnSpc>
                <a:spcPct val="90000"/>
              </a:lnSpc>
              <a:buClr>
                <a:srgbClr val="0000A8"/>
              </a:buClr>
            </a:pP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All nodes:</a:t>
            </a:r>
          </a:p>
          <a:p>
            <a:pPr marL="130969" indent="-130969" defTabSz="685800">
              <a:lnSpc>
                <a:spcPct val="90000"/>
              </a:lnSpc>
              <a:buClr>
                <a:prstClr val="white">
                  <a:lumMod val="75000"/>
                </a:prstClr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receive distance vectors from neighbors</a:t>
            </a:r>
          </a:p>
          <a:p>
            <a:pPr marL="130969" indent="-130969" defTabSz="68580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compute their new local  distance vector</a:t>
            </a:r>
          </a:p>
          <a:p>
            <a:pPr marL="130969" indent="-130969" defTabSz="685800">
              <a:lnSpc>
                <a:spcPct val="90000"/>
              </a:lnSpc>
              <a:buClr>
                <a:prstClr val="white">
                  <a:lumMod val="75000"/>
                </a:prstClr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1D9C22B-8B5F-5C4F-B836-7B225BEBAA34}"/>
              </a:ext>
            </a:extLst>
          </p:cNvPr>
          <p:cNvGrpSpPr/>
          <p:nvPr/>
        </p:nvGrpSpPr>
        <p:grpSpPr>
          <a:xfrm>
            <a:off x="438277" y="2251609"/>
            <a:ext cx="596638" cy="945270"/>
            <a:chOff x="10030307" y="3444875"/>
            <a:chExt cx="795517" cy="1260360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B6727C7-2D65-214B-AC24-3FD638275EC1}"/>
                </a:ext>
              </a:extLst>
            </p:cNvPr>
            <p:cNvSpPr txBox="1"/>
            <p:nvPr/>
          </p:nvSpPr>
          <p:spPr>
            <a:xfrm>
              <a:off x="10030307" y="4089681"/>
              <a:ext cx="795517" cy="615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t=2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7CD0CB56-7686-194E-9336-87E7A7D97331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4B2CF33-A55A-7045-88D1-AF4148705A10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1D12050-6F8E-D441-9EB3-D43C862E2FF7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9039BE19-8C89-2249-9429-12D66FAF87EA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E88497C8-6A73-4341-AC9C-EB6512208F7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9E4797E5-1D6F-BE4B-A4F2-9F8C5FC9970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A5E708AC-BFD0-124E-B7DC-30966CA85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6DFE5143-74BA-6D49-9376-30F7E9D09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6B211398-DB9E-FC45-8FDC-6F0E1B1A67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BF9AF430-A741-DC49-89C7-CC090ABEF1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EE082992-203D-C64B-9E89-DB664E5738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03B2445A-DC24-3247-8057-F3854B08E8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DFE122BB-AC85-9446-ACDF-58E64316BE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B8F11881-407E-8D46-A809-9BB9CFD370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4FEE74AE-C9E3-9243-8316-465947D1AAB3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E3B24DF-00CD-F548-AD9E-519F13CEFE2A}"/>
              </a:ext>
            </a:extLst>
          </p:cNvPr>
          <p:cNvGrpSpPr/>
          <p:nvPr/>
        </p:nvGrpSpPr>
        <p:grpSpPr>
          <a:xfrm>
            <a:off x="3030793" y="2044496"/>
            <a:ext cx="3817220" cy="3716591"/>
            <a:chOff x="3982064" y="1612491"/>
            <a:chExt cx="5089626" cy="495545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AA8C641-B239-B74E-A56A-6FC17DD05F53}"/>
                </a:ext>
              </a:extLst>
            </p:cNvPr>
            <p:cNvGrpSpPr/>
            <p:nvPr/>
          </p:nvGrpSpPr>
          <p:grpSpPr>
            <a:xfrm>
              <a:off x="4011560" y="1641985"/>
              <a:ext cx="1196054" cy="1022555"/>
              <a:chOff x="9655277" y="2349909"/>
              <a:chExt cx="1196054" cy="1022555"/>
            </a:xfrm>
          </p:grpSpPr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00707AC5-49E7-AE40-8A46-1ACEF91E823B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C2C0DC-E6A2-784B-8032-7F8C86E35889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81834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srgbClr val="C00000"/>
                    </a:solidFill>
                    <a:latin typeface="Calibri" panose="020F0502020204030204"/>
                  </a:rPr>
                  <a:t>compute</a:t>
                </a:r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34F33CFE-B17F-9D43-BD1A-F46BCD176DD6}"/>
                </a:ext>
              </a:extLst>
            </p:cNvPr>
            <p:cNvGrpSpPr/>
            <p:nvPr/>
          </p:nvGrpSpPr>
          <p:grpSpPr>
            <a:xfrm>
              <a:off x="5943598" y="1627238"/>
              <a:ext cx="1196054" cy="1022555"/>
              <a:chOff x="9655277" y="2349909"/>
              <a:chExt cx="1196054" cy="1022555"/>
            </a:xfrm>
          </p:grpSpPr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F0BEA684-9A42-E94C-B2D5-EDC1A1F2EF20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F8ED3B6-87B0-574A-9DA5-A41BD73B3CF5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81834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srgbClr val="C00000"/>
                    </a:solidFill>
                    <a:latin typeface="Calibri" panose="020F0502020204030204"/>
                  </a:rPr>
                  <a:t>compute</a:t>
                </a: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9A4B8D63-0904-2145-8F9E-1FEF70C7AF9F}"/>
                </a:ext>
              </a:extLst>
            </p:cNvPr>
            <p:cNvGrpSpPr/>
            <p:nvPr/>
          </p:nvGrpSpPr>
          <p:grpSpPr>
            <a:xfrm>
              <a:off x="7875636" y="1612491"/>
              <a:ext cx="1196054" cy="1022555"/>
              <a:chOff x="9655277" y="2349909"/>
              <a:chExt cx="1196054" cy="1022555"/>
            </a:xfrm>
          </p:grpSpPr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EC6C0209-ECBD-E24C-AA45-744B932DC114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31B9CF9C-B04D-5A4F-AC32-278B0ED42F01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81834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srgbClr val="C00000"/>
                    </a:solidFill>
                    <a:latin typeface="Calibri" panose="020F0502020204030204"/>
                  </a:rPr>
                  <a:t>compute</a:t>
                </a:r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EC02EBAB-7E8B-8144-9064-B32C5427DBD9}"/>
                </a:ext>
              </a:extLst>
            </p:cNvPr>
            <p:cNvGrpSpPr/>
            <p:nvPr/>
          </p:nvGrpSpPr>
          <p:grpSpPr>
            <a:xfrm>
              <a:off x="3996812" y="3593688"/>
              <a:ext cx="1196054" cy="1022555"/>
              <a:chOff x="9655277" y="2349909"/>
              <a:chExt cx="1196054" cy="1022555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4F8E9313-A12A-3849-B12A-1BC5C1A36AF0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CA0F4249-5B41-3D48-9023-8757509C8B58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81834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srgbClr val="C00000"/>
                    </a:solidFill>
                    <a:latin typeface="Calibri" panose="020F0502020204030204"/>
                  </a:rPr>
                  <a:t>compute</a:t>
                </a: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B89D7B16-224E-0545-AAE5-58B841BB7F79}"/>
                </a:ext>
              </a:extLst>
            </p:cNvPr>
            <p:cNvGrpSpPr/>
            <p:nvPr/>
          </p:nvGrpSpPr>
          <p:grpSpPr>
            <a:xfrm>
              <a:off x="5928850" y="3578941"/>
              <a:ext cx="1196054" cy="1022555"/>
              <a:chOff x="9655277" y="2349909"/>
              <a:chExt cx="1196054" cy="1022555"/>
            </a:xfrm>
          </p:grpSpPr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C98EEB01-D57D-DF44-921F-DE4A3FCEA6FF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A6BE9F63-A36F-B842-81EA-382F13B1F7EE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81834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srgbClr val="C00000"/>
                    </a:solidFill>
                    <a:latin typeface="Calibri" panose="020F0502020204030204"/>
                  </a:rPr>
                  <a:t>compute</a:t>
                </a:r>
              </a:p>
            </p:txBody>
          </p:sp>
        </p:grp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D9355008-5692-5045-9867-573B61A6287F}"/>
                </a:ext>
              </a:extLst>
            </p:cNvPr>
            <p:cNvGrpSpPr/>
            <p:nvPr/>
          </p:nvGrpSpPr>
          <p:grpSpPr>
            <a:xfrm>
              <a:off x="7860888" y="3564194"/>
              <a:ext cx="1196054" cy="1022555"/>
              <a:chOff x="9655277" y="2349909"/>
              <a:chExt cx="1196054" cy="1022555"/>
            </a:xfrm>
          </p:grpSpPr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FB50278F-0DAA-BE47-BF4C-10BB64655FD9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D80FE26B-BC39-3840-8971-AC80538B679B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81834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srgbClr val="C00000"/>
                    </a:solidFill>
                    <a:latin typeface="Calibri" panose="020F0502020204030204"/>
                  </a:rPr>
                  <a:t>compute</a:t>
                </a:r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8919850D-033C-884C-874D-578D6BEF54D6}"/>
                </a:ext>
              </a:extLst>
            </p:cNvPr>
            <p:cNvGrpSpPr/>
            <p:nvPr/>
          </p:nvGrpSpPr>
          <p:grpSpPr>
            <a:xfrm>
              <a:off x="3982064" y="5545391"/>
              <a:ext cx="1196054" cy="1022555"/>
              <a:chOff x="9655277" y="2349909"/>
              <a:chExt cx="1196054" cy="1022555"/>
            </a:xfrm>
          </p:grpSpPr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A58AC890-F958-6645-870D-1AB87CB3F2A4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F91239F9-821D-324E-AED8-FC0DBAC8E537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81834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srgbClr val="C00000"/>
                    </a:solidFill>
                    <a:latin typeface="Calibri" panose="020F0502020204030204"/>
                  </a:rPr>
                  <a:t>compute</a:t>
                </a:r>
              </a:p>
            </p:txBody>
          </p:sp>
        </p:grp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4D851E35-9983-2647-8751-B14388AB0989}"/>
                </a:ext>
              </a:extLst>
            </p:cNvPr>
            <p:cNvGrpSpPr/>
            <p:nvPr/>
          </p:nvGrpSpPr>
          <p:grpSpPr>
            <a:xfrm>
              <a:off x="5914102" y="5530644"/>
              <a:ext cx="1196054" cy="1022555"/>
              <a:chOff x="9655277" y="2349909"/>
              <a:chExt cx="1196054" cy="1022555"/>
            </a:xfrm>
          </p:grpSpPr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B0E043AA-70A2-8045-AEF2-608FF9160AEF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E0712C29-CD00-4544-87CB-605AB5CBBE08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81834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srgbClr val="C00000"/>
                    </a:solidFill>
                    <a:latin typeface="Calibri" panose="020F0502020204030204"/>
                  </a:rPr>
                  <a:t>compute</a:t>
                </a:r>
              </a:p>
            </p:txBody>
          </p:sp>
        </p:grp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031F5E61-5B07-8C41-A704-C2A49253CC50}"/>
                </a:ext>
              </a:extLst>
            </p:cNvPr>
            <p:cNvGrpSpPr/>
            <p:nvPr/>
          </p:nvGrpSpPr>
          <p:grpSpPr>
            <a:xfrm>
              <a:off x="7846140" y="5515897"/>
              <a:ext cx="1196054" cy="1022555"/>
              <a:chOff x="9655277" y="2349909"/>
              <a:chExt cx="1196054" cy="1022555"/>
            </a:xfrm>
          </p:grpSpPr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B72B4351-32EB-1245-8CF3-9F678CEC542B}"/>
                  </a:ext>
                </a:extLst>
              </p:cNvPr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avLst/>
                <a:gdLst>
                  <a:gd name="connsiteX0" fmla="*/ 1416106 w 2820074"/>
                  <a:gd name="connsiteY0" fmla="*/ 606903 h 2290046"/>
                  <a:gd name="connsiteX1" fmla="*/ 1096471 w 2820074"/>
                  <a:gd name="connsiteY1" fmla="*/ 222531 h 2290046"/>
                  <a:gd name="connsiteX2" fmla="*/ 954860 w 2820074"/>
                  <a:gd name="connsiteY2" fmla="*/ 667593 h 2290046"/>
                  <a:gd name="connsiteX3" fmla="*/ 89012 w 2820074"/>
                  <a:gd name="connsiteY3" fmla="*/ 242761 h 2290046"/>
                  <a:gd name="connsiteX4" fmla="*/ 610948 w 2820074"/>
                  <a:gd name="connsiteY4" fmla="*/ 797066 h 2290046"/>
                  <a:gd name="connsiteX5" fmla="*/ 0 w 2820074"/>
                  <a:gd name="connsiteY5" fmla="*/ 902262 h 2290046"/>
                  <a:gd name="connsiteX6" fmla="*/ 481476 w 2820074"/>
                  <a:gd name="connsiteY6" fmla="*/ 1246174 h 2290046"/>
                  <a:gd name="connsiteX7" fmla="*/ 36414 w 2820074"/>
                  <a:gd name="connsiteY7" fmla="*/ 1533441 h 2290046"/>
                  <a:gd name="connsiteX8" fmla="*/ 760651 w 2820074"/>
                  <a:gd name="connsiteY8" fmla="*/ 1476797 h 2290046"/>
                  <a:gd name="connsiteX9" fmla="*/ 623086 w 2820074"/>
                  <a:gd name="connsiteY9" fmla="*/ 1869260 h 2290046"/>
                  <a:gd name="connsiteX10" fmla="*/ 1003412 w 2820074"/>
                  <a:gd name="connsiteY10" fmla="*/ 1658867 h 2290046"/>
                  <a:gd name="connsiteX11" fmla="*/ 1104563 w 2820074"/>
                  <a:gd name="connsiteY11" fmla="*/ 2290046 h 2290046"/>
                  <a:gd name="connsiteX12" fmla="*/ 1383738 w 2820074"/>
                  <a:gd name="connsiteY12" fmla="*/ 1569855 h 2290046"/>
                  <a:gd name="connsiteX13" fmla="*/ 1743833 w 2820074"/>
                  <a:gd name="connsiteY13" fmla="*/ 2091791 h 2290046"/>
                  <a:gd name="connsiteX14" fmla="*/ 1836892 w 2820074"/>
                  <a:gd name="connsiteY14" fmla="*/ 1529395 h 2290046"/>
                  <a:gd name="connsiteX15" fmla="*/ 2375012 w 2820074"/>
                  <a:gd name="connsiteY15" fmla="*/ 1889491 h 2290046"/>
                  <a:gd name="connsiteX16" fmla="*/ 2209125 w 2820074"/>
                  <a:gd name="connsiteY16" fmla="*/ 1351370 h 2290046"/>
                  <a:gd name="connsiteX17" fmla="*/ 2820074 w 2820074"/>
                  <a:gd name="connsiteY17" fmla="*/ 1399922 h 2290046"/>
                  <a:gd name="connsiteX18" fmla="*/ 2310276 w 2820074"/>
                  <a:gd name="connsiteY18" fmla="*/ 1092425 h 2290046"/>
                  <a:gd name="connsiteX19" fmla="*/ 2775568 w 2820074"/>
                  <a:gd name="connsiteY19" fmla="*/ 837526 h 2290046"/>
                  <a:gd name="connsiteX20" fmla="*/ 2196987 w 2820074"/>
                  <a:gd name="connsiteY20" fmla="*/ 768744 h 2290046"/>
                  <a:gd name="connsiteX21" fmla="*/ 2427610 w 2820074"/>
                  <a:gd name="connsiteY21" fmla="*/ 441016 h 2290046"/>
                  <a:gd name="connsiteX22" fmla="*/ 1844984 w 2820074"/>
                  <a:gd name="connsiteY22" fmla="*/ 546213 h 2290046"/>
                  <a:gd name="connsiteX23" fmla="*/ 1901628 w 2820074"/>
                  <a:gd name="connsiteY23" fmla="*/ 0 h 2290046"/>
                  <a:gd name="connsiteX24" fmla="*/ 1416106 w 2820074"/>
                  <a:gd name="connsiteY24" fmla="*/ 606903 h 2290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20074" h="2290046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2D65D50F-2DBC-ED46-BC08-037761F3504F}"/>
                  </a:ext>
                </a:extLst>
              </p:cNvPr>
              <p:cNvSpPr txBox="1"/>
              <p:nvPr/>
            </p:nvSpPr>
            <p:spPr>
              <a:xfrm>
                <a:off x="9753600" y="2635045"/>
                <a:ext cx="1081834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srgbClr val="C00000"/>
                    </a:solidFill>
                    <a:latin typeface="Calibri" panose="020F0502020204030204"/>
                  </a:rPr>
                  <a:t>compute</a:t>
                </a:r>
              </a:p>
            </p:txBody>
          </p:sp>
        </p:grpSp>
      </p:grp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B38AD34A-F832-BE4A-A882-9D9F4CB12C05}"/>
              </a:ext>
            </a:extLst>
          </p:cNvPr>
          <p:cNvCxnSpPr>
            <a:cxnSpLocks/>
          </p:cNvCxnSpPr>
          <p:nvPr/>
        </p:nvCxnSpPr>
        <p:spPr>
          <a:xfrm flipH="1">
            <a:off x="689667" y="2410465"/>
            <a:ext cx="180459" cy="90770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15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Distance vector example: iteration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78DC-F008-0D93-7705-69EABE3F8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37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4897745" y="2454091"/>
            <a:ext cx="0" cy="28973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3449078" y="3902756"/>
            <a:ext cx="289733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3449078" y="2454091"/>
            <a:ext cx="2897333" cy="289733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6285253" y="2507603"/>
            <a:ext cx="99381" cy="1391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3250339" y="5186415"/>
            <a:ext cx="3296513" cy="326495"/>
            <a:chOff x="4333785" y="5772223"/>
            <a:chExt cx="4395351" cy="43532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g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h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5784" y="2507406"/>
                <a:ext cx="337956" cy="454026"/>
                <a:chOff x="2950" y="2425"/>
                <a:chExt cx="216" cy="286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0" y="2425"/>
                  <a:ext cx="216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i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3229336" y="3010142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4663150" y="300290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3222103" y="4522085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4673280" y="452353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6115774" y="452498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4081522" y="3879691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5515336" y="387245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4082968" y="5322186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5516782" y="531495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4084414" y="2450218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5518228" y="244298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1032" name="Right Arrow 1031">
            <a:extLst>
              <a:ext uri="{FF2B5EF4-FFF2-40B4-BE49-F238E27FC236}">
                <a16:creationId xmlns:a16="http://schemas.microsoft.com/office/drawing/2014/main" id="{48701230-5EB3-4E4B-BEE9-CAD81136ECFC}"/>
              </a:ext>
            </a:extLst>
          </p:cNvPr>
          <p:cNvSpPr/>
          <p:nvPr/>
        </p:nvSpPr>
        <p:spPr>
          <a:xfrm rot="5400000">
            <a:off x="3299950" y="2778228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7" name="Right Arrow 266">
            <a:extLst>
              <a:ext uri="{FF2B5EF4-FFF2-40B4-BE49-F238E27FC236}">
                <a16:creationId xmlns:a16="http://schemas.microsoft.com/office/drawing/2014/main" id="{39C7E016-9840-8340-9D5C-7C9BC5953296}"/>
              </a:ext>
            </a:extLst>
          </p:cNvPr>
          <p:cNvSpPr/>
          <p:nvPr/>
        </p:nvSpPr>
        <p:spPr>
          <a:xfrm rot="16200000">
            <a:off x="3296263" y="3460341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8" name="Right Arrow 267">
            <a:extLst>
              <a:ext uri="{FF2B5EF4-FFF2-40B4-BE49-F238E27FC236}">
                <a16:creationId xmlns:a16="http://schemas.microsoft.com/office/drawing/2014/main" id="{0E4D6E8C-7EAB-9E44-AEFC-4FA875BCA32C}"/>
              </a:ext>
            </a:extLst>
          </p:cNvPr>
          <p:cNvSpPr/>
          <p:nvPr/>
        </p:nvSpPr>
        <p:spPr>
          <a:xfrm rot="5400000">
            <a:off x="4726856" y="2767168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9" name="Right Arrow 268">
            <a:extLst>
              <a:ext uri="{FF2B5EF4-FFF2-40B4-BE49-F238E27FC236}">
                <a16:creationId xmlns:a16="http://schemas.microsoft.com/office/drawing/2014/main" id="{F17D421F-D0A1-B94A-8B49-27953D5C8366}"/>
              </a:ext>
            </a:extLst>
          </p:cNvPr>
          <p:cNvSpPr/>
          <p:nvPr/>
        </p:nvSpPr>
        <p:spPr>
          <a:xfrm rot="16200000">
            <a:off x="4723169" y="3449281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0" name="Right Arrow 269">
            <a:extLst>
              <a:ext uri="{FF2B5EF4-FFF2-40B4-BE49-F238E27FC236}">
                <a16:creationId xmlns:a16="http://schemas.microsoft.com/office/drawing/2014/main" id="{C0BFDAF2-0356-354B-8B44-188593FB5A37}"/>
              </a:ext>
            </a:extLst>
          </p:cNvPr>
          <p:cNvSpPr/>
          <p:nvPr/>
        </p:nvSpPr>
        <p:spPr>
          <a:xfrm rot="5400000">
            <a:off x="3277826" y="4201451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1" name="Right Arrow 270">
            <a:extLst>
              <a:ext uri="{FF2B5EF4-FFF2-40B4-BE49-F238E27FC236}">
                <a16:creationId xmlns:a16="http://schemas.microsoft.com/office/drawing/2014/main" id="{112F6083-F42A-6740-A147-C25BA92606DD}"/>
              </a:ext>
            </a:extLst>
          </p:cNvPr>
          <p:cNvSpPr/>
          <p:nvPr/>
        </p:nvSpPr>
        <p:spPr>
          <a:xfrm rot="16200000">
            <a:off x="3274139" y="4883564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2" name="Right Arrow 271">
            <a:extLst>
              <a:ext uri="{FF2B5EF4-FFF2-40B4-BE49-F238E27FC236}">
                <a16:creationId xmlns:a16="http://schemas.microsoft.com/office/drawing/2014/main" id="{D340F2D5-4C4A-D441-99F4-FD489A89E6ED}"/>
              </a:ext>
            </a:extLst>
          </p:cNvPr>
          <p:cNvSpPr/>
          <p:nvPr/>
        </p:nvSpPr>
        <p:spPr>
          <a:xfrm rot="5400000">
            <a:off x="4734231" y="4197767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3" name="Right Arrow 272">
            <a:extLst>
              <a:ext uri="{FF2B5EF4-FFF2-40B4-BE49-F238E27FC236}">
                <a16:creationId xmlns:a16="http://schemas.microsoft.com/office/drawing/2014/main" id="{487BF544-1248-5D4C-B9E4-2B3ACA80EA1C}"/>
              </a:ext>
            </a:extLst>
          </p:cNvPr>
          <p:cNvSpPr/>
          <p:nvPr/>
        </p:nvSpPr>
        <p:spPr>
          <a:xfrm rot="16200000">
            <a:off x="4730544" y="4879880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4" name="Right Arrow 273">
            <a:extLst>
              <a:ext uri="{FF2B5EF4-FFF2-40B4-BE49-F238E27FC236}">
                <a16:creationId xmlns:a16="http://schemas.microsoft.com/office/drawing/2014/main" id="{0DF6A182-C1F7-C14D-900B-3242DA6B4D96}"/>
              </a:ext>
            </a:extLst>
          </p:cNvPr>
          <p:cNvSpPr/>
          <p:nvPr/>
        </p:nvSpPr>
        <p:spPr>
          <a:xfrm rot="5400000">
            <a:off x="6190636" y="4194083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5" name="Right Arrow 274">
            <a:extLst>
              <a:ext uri="{FF2B5EF4-FFF2-40B4-BE49-F238E27FC236}">
                <a16:creationId xmlns:a16="http://schemas.microsoft.com/office/drawing/2014/main" id="{EEAD3E84-70CC-2A46-87CC-F69A6D50ED35}"/>
              </a:ext>
            </a:extLst>
          </p:cNvPr>
          <p:cNvSpPr/>
          <p:nvPr/>
        </p:nvSpPr>
        <p:spPr>
          <a:xfrm rot="16200000">
            <a:off x="6186949" y="4876196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9" name="Right Arrow 278">
            <a:extLst>
              <a:ext uri="{FF2B5EF4-FFF2-40B4-BE49-F238E27FC236}">
                <a16:creationId xmlns:a16="http://schemas.microsoft.com/office/drawing/2014/main" id="{A7B19411-E5F9-AC49-9C67-23093CF98D95}"/>
              </a:ext>
            </a:extLst>
          </p:cNvPr>
          <p:cNvSpPr/>
          <p:nvPr/>
        </p:nvSpPr>
        <p:spPr>
          <a:xfrm rot="10800000">
            <a:off x="5686796" y="5229499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0" name="Right Arrow 279">
            <a:extLst>
              <a:ext uri="{FF2B5EF4-FFF2-40B4-BE49-F238E27FC236}">
                <a16:creationId xmlns:a16="http://schemas.microsoft.com/office/drawing/2014/main" id="{19CD2293-67D5-3048-9FAC-78E0AEE8C310}"/>
              </a:ext>
            </a:extLst>
          </p:cNvPr>
          <p:cNvSpPr/>
          <p:nvPr/>
        </p:nvSpPr>
        <p:spPr>
          <a:xfrm>
            <a:off x="5114778" y="5233186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3252344" y="3732598"/>
            <a:ext cx="3296513" cy="326495"/>
            <a:chOff x="4333785" y="5772223"/>
            <a:chExt cx="4395351" cy="43532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d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e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7954" y="2507406"/>
                <a:ext cx="352037" cy="454026"/>
                <a:chOff x="2945" y="2425"/>
                <a:chExt cx="225" cy="286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5" y="2425"/>
                  <a:ext cx="225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f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3250339" y="2286803"/>
            <a:ext cx="3296513" cy="326495"/>
            <a:chOff x="4333785" y="5772223"/>
            <a:chExt cx="4395351" cy="43532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a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b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9796" y="2507406"/>
                <a:ext cx="409928" cy="454026"/>
                <a:chOff x="2927" y="2425"/>
                <a:chExt cx="262" cy="286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7" y="2425"/>
                  <a:ext cx="26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c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346" name="Right Arrow 345">
            <a:extLst>
              <a:ext uri="{FF2B5EF4-FFF2-40B4-BE49-F238E27FC236}">
                <a16:creationId xmlns:a16="http://schemas.microsoft.com/office/drawing/2014/main" id="{042BFE25-0F60-794A-B634-E33D42BAAD21}"/>
              </a:ext>
            </a:extLst>
          </p:cNvPr>
          <p:cNvSpPr/>
          <p:nvPr/>
        </p:nvSpPr>
        <p:spPr>
          <a:xfrm rot="10800000">
            <a:off x="4245013" y="5239525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7" name="Right Arrow 346">
            <a:extLst>
              <a:ext uri="{FF2B5EF4-FFF2-40B4-BE49-F238E27FC236}">
                <a16:creationId xmlns:a16="http://schemas.microsoft.com/office/drawing/2014/main" id="{E9AE3BA5-DCA8-5D4F-A6D6-75EF46834F58}"/>
              </a:ext>
            </a:extLst>
          </p:cNvPr>
          <p:cNvSpPr/>
          <p:nvPr/>
        </p:nvSpPr>
        <p:spPr>
          <a:xfrm>
            <a:off x="3672994" y="5243212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8" name="Right Arrow 347">
            <a:extLst>
              <a:ext uri="{FF2B5EF4-FFF2-40B4-BE49-F238E27FC236}">
                <a16:creationId xmlns:a16="http://schemas.microsoft.com/office/drawing/2014/main" id="{80E704B5-3D0B-2A41-AF24-0F438DFF3159}"/>
              </a:ext>
            </a:extLst>
          </p:cNvPr>
          <p:cNvSpPr/>
          <p:nvPr/>
        </p:nvSpPr>
        <p:spPr>
          <a:xfrm rot="10800000">
            <a:off x="4238998" y="3785708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9" name="Right Arrow 348">
            <a:extLst>
              <a:ext uri="{FF2B5EF4-FFF2-40B4-BE49-F238E27FC236}">
                <a16:creationId xmlns:a16="http://schemas.microsoft.com/office/drawing/2014/main" id="{D96C2F6A-C449-3E42-9B4A-5B9F8178C165}"/>
              </a:ext>
            </a:extLst>
          </p:cNvPr>
          <p:cNvSpPr/>
          <p:nvPr/>
        </p:nvSpPr>
        <p:spPr>
          <a:xfrm>
            <a:off x="3679011" y="3789396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0" name="Right Arrow 349">
            <a:extLst>
              <a:ext uri="{FF2B5EF4-FFF2-40B4-BE49-F238E27FC236}">
                <a16:creationId xmlns:a16="http://schemas.microsoft.com/office/drawing/2014/main" id="{39F8950B-5EB1-4B4E-A0EF-73943A219C7C}"/>
              </a:ext>
            </a:extLst>
          </p:cNvPr>
          <p:cNvSpPr/>
          <p:nvPr/>
        </p:nvSpPr>
        <p:spPr>
          <a:xfrm rot="10800000">
            <a:off x="4245015" y="2331892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1" name="Right Arrow 350">
            <a:extLst>
              <a:ext uri="{FF2B5EF4-FFF2-40B4-BE49-F238E27FC236}">
                <a16:creationId xmlns:a16="http://schemas.microsoft.com/office/drawing/2014/main" id="{DF406DB6-2900-7C44-9860-A0ADA23E2211}"/>
              </a:ext>
            </a:extLst>
          </p:cNvPr>
          <p:cNvSpPr/>
          <p:nvPr/>
        </p:nvSpPr>
        <p:spPr>
          <a:xfrm>
            <a:off x="3693048" y="2347610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2" name="Right Arrow 351">
            <a:extLst>
              <a:ext uri="{FF2B5EF4-FFF2-40B4-BE49-F238E27FC236}">
                <a16:creationId xmlns:a16="http://schemas.microsoft.com/office/drawing/2014/main" id="{EE34E15B-D663-B047-93CF-9B1CD724C0A5}"/>
              </a:ext>
            </a:extLst>
          </p:cNvPr>
          <p:cNvSpPr/>
          <p:nvPr/>
        </p:nvSpPr>
        <p:spPr>
          <a:xfrm rot="10800000">
            <a:off x="5686799" y="2333896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3" name="Right Arrow 352">
            <a:extLst>
              <a:ext uri="{FF2B5EF4-FFF2-40B4-BE49-F238E27FC236}">
                <a16:creationId xmlns:a16="http://schemas.microsoft.com/office/drawing/2014/main" id="{C5E35028-9133-1F45-82D3-DD70357904CF}"/>
              </a:ext>
            </a:extLst>
          </p:cNvPr>
          <p:cNvSpPr/>
          <p:nvPr/>
        </p:nvSpPr>
        <p:spPr>
          <a:xfrm>
            <a:off x="5114781" y="2337584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4" name="Right Arrow 353">
            <a:extLst>
              <a:ext uri="{FF2B5EF4-FFF2-40B4-BE49-F238E27FC236}">
                <a16:creationId xmlns:a16="http://schemas.microsoft.com/office/drawing/2014/main" id="{F9910D40-9F0B-7C47-BDEC-508FFA6BCFDB}"/>
              </a:ext>
            </a:extLst>
          </p:cNvPr>
          <p:cNvSpPr/>
          <p:nvPr/>
        </p:nvSpPr>
        <p:spPr>
          <a:xfrm rot="10800000">
            <a:off x="5696827" y="3787712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5" name="Right Arrow 354">
            <a:extLst>
              <a:ext uri="{FF2B5EF4-FFF2-40B4-BE49-F238E27FC236}">
                <a16:creationId xmlns:a16="http://schemas.microsoft.com/office/drawing/2014/main" id="{EBB9FB89-D51A-8145-8D43-15C959806E3C}"/>
              </a:ext>
            </a:extLst>
          </p:cNvPr>
          <p:cNvSpPr/>
          <p:nvPr/>
        </p:nvSpPr>
        <p:spPr>
          <a:xfrm>
            <a:off x="5124808" y="3791400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66038ED-ED2A-EA48-9435-9C5569CA63F0}"/>
              </a:ext>
            </a:extLst>
          </p:cNvPr>
          <p:cNvSpPr txBox="1"/>
          <p:nvPr/>
        </p:nvSpPr>
        <p:spPr>
          <a:xfrm flipH="1">
            <a:off x="357334" y="3166494"/>
            <a:ext cx="1646861" cy="2149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lnSpc>
                <a:spcPct val="90000"/>
              </a:lnSpc>
              <a:buClr>
                <a:srgbClr val="0000A8"/>
              </a:buClr>
            </a:pP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All nodes:</a:t>
            </a:r>
          </a:p>
          <a:p>
            <a:pPr marL="130969" indent="-130969" defTabSz="685800">
              <a:lnSpc>
                <a:spcPct val="90000"/>
              </a:lnSpc>
              <a:buClr>
                <a:prstClr val="white">
                  <a:lumMod val="75000"/>
                </a:prstClr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receive distance vectors from neighbors</a:t>
            </a:r>
          </a:p>
          <a:p>
            <a:pPr marL="130969" indent="-130969" defTabSz="685800">
              <a:lnSpc>
                <a:spcPct val="90000"/>
              </a:lnSpc>
              <a:buClr>
                <a:prstClr val="white">
                  <a:lumMod val="75000"/>
                </a:prstClr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white">
                    <a:lumMod val="75000"/>
                  </a:prstClr>
                </a:solidFill>
                <a:latin typeface="Calibri" panose="020F0502020204030204"/>
              </a:rPr>
              <a:t>compute their new local  distance vector</a:t>
            </a:r>
          </a:p>
          <a:p>
            <a:pPr marL="130969" indent="-130969" defTabSz="68580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send their new local distance vector to neighbors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438277" y="2251609"/>
            <a:ext cx="596638" cy="945270"/>
            <a:chOff x="10030307" y="3444875"/>
            <a:chExt cx="795517" cy="1260360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95517" cy="615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t=2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 flipH="1">
            <a:off x="689667" y="2410465"/>
            <a:ext cx="180459" cy="90770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19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9" grpId="0" animBg="1"/>
      <p:bldP spid="280" grpId="0" animBg="1"/>
      <p:bldP spid="346" grpId="0" animBg="1"/>
      <p:bldP spid="347" grpId="0" animBg="1"/>
      <p:bldP spid="348" grpId="0" animBg="1"/>
      <p:bldP spid="349" grpId="0" animBg="1"/>
      <p:bldP spid="350" grpId="0" animBg="1"/>
      <p:bldP spid="351" grpId="0" animBg="1"/>
      <p:bldP spid="352" grpId="0" animBg="1"/>
      <p:bldP spid="353" grpId="0" animBg="1"/>
      <p:bldP spid="354" grpId="0" animBg="1"/>
      <p:bldP spid="35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Distance vector example: iteration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2E9F91-DD58-D729-788D-297846D36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38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4D2C47-1DEC-CB48-81E3-F236B95001DD}"/>
              </a:ext>
            </a:extLst>
          </p:cNvPr>
          <p:cNvSpPr txBox="1"/>
          <p:nvPr/>
        </p:nvSpPr>
        <p:spPr>
          <a:xfrm>
            <a:off x="960120" y="2251710"/>
            <a:ext cx="6695936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…. and so on</a:t>
            </a:r>
          </a:p>
          <a:p>
            <a:pPr defTabSz="685800"/>
            <a:endParaRPr lang="en-US" sz="21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/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Let’s next take a look at the iterative </a:t>
            </a:r>
            <a:r>
              <a:rPr lang="en-US" sz="2100" i="1" dirty="0">
                <a:solidFill>
                  <a:prstClr val="black"/>
                </a:solidFill>
                <a:latin typeface="Calibri" panose="020F0502020204030204"/>
              </a:rPr>
              <a:t>computations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at nodes</a:t>
            </a:r>
          </a:p>
        </p:txBody>
      </p:sp>
    </p:spTree>
    <p:extLst>
      <p:ext uri="{BB962C8B-B14F-4D97-AF65-F5344CB8AC3E}">
        <p14:creationId xmlns:p14="http://schemas.microsoft.com/office/powerpoint/2010/main" val="34575125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 371">
            <a:extLst>
              <a:ext uri="{FF2B5EF4-FFF2-40B4-BE49-F238E27FC236}">
                <a16:creationId xmlns:a16="http://schemas.microsoft.com/office/drawing/2014/main" id="{6256310D-2722-AC40-836B-70B2E6C735F3}"/>
              </a:ext>
            </a:extLst>
          </p:cNvPr>
          <p:cNvGrpSpPr/>
          <p:nvPr/>
        </p:nvGrpSpPr>
        <p:grpSpPr>
          <a:xfrm>
            <a:off x="2120974" y="1705282"/>
            <a:ext cx="1160543" cy="1988557"/>
            <a:chOff x="3221255" y="1012723"/>
            <a:chExt cx="1547391" cy="2651409"/>
          </a:xfrm>
        </p:grpSpPr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id="{83550A18-F3EF-E943-8229-8A03AEBA0C06}"/>
                </a:ext>
              </a:extLst>
            </p:cNvPr>
            <p:cNvSpPr/>
            <p:nvPr/>
          </p:nvSpPr>
          <p:spPr>
            <a:xfrm>
              <a:off x="4316362" y="1042219"/>
              <a:ext cx="452284" cy="2389239"/>
            </a:xfrm>
            <a:custGeom>
              <a:avLst/>
              <a:gdLst>
                <a:gd name="connsiteX0" fmla="*/ 0 w 491613"/>
                <a:gd name="connsiteY0" fmla="*/ 0 h 2389239"/>
                <a:gd name="connsiteX1" fmla="*/ 491613 w 491613"/>
                <a:gd name="connsiteY1" fmla="*/ 904568 h 2389239"/>
                <a:gd name="connsiteX2" fmla="*/ 491613 w 491613"/>
                <a:gd name="connsiteY2" fmla="*/ 1052052 h 2389239"/>
                <a:gd name="connsiteX3" fmla="*/ 19665 w 491613"/>
                <a:gd name="connsiteY3" fmla="*/ 2389239 h 2389239"/>
                <a:gd name="connsiteX4" fmla="*/ 0 w 491613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CB9AF062-8753-5B40-ABD3-B709A7CA41D6}"/>
                </a:ext>
              </a:extLst>
            </p:cNvPr>
            <p:cNvGrpSpPr/>
            <p:nvPr/>
          </p:nvGrpSpPr>
          <p:grpSpPr>
            <a:xfrm>
              <a:off x="3221255" y="1012723"/>
              <a:ext cx="1172904" cy="2651409"/>
              <a:chOff x="3221255" y="1012723"/>
              <a:chExt cx="1172904" cy="2651409"/>
            </a:xfrm>
          </p:grpSpPr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993DA739-7CEA-114D-820B-DF132DB3984F}"/>
                  </a:ext>
                </a:extLst>
              </p:cNvPr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376" name="Group 375">
                <a:extLst>
                  <a:ext uri="{FF2B5EF4-FFF2-40B4-BE49-F238E27FC236}">
                    <a16:creationId xmlns:a16="http://schemas.microsoft.com/office/drawing/2014/main" id="{CCC46E28-2F9A-614B-981E-EA679AD82EB0}"/>
                  </a:ext>
                </a:extLst>
              </p:cNvPr>
              <p:cNvGrpSpPr/>
              <p:nvPr/>
            </p:nvGrpSpPr>
            <p:grpSpPr>
              <a:xfrm>
                <a:off x="3221255" y="1017253"/>
                <a:ext cx="1172904" cy="2646879"/>
                <a:chOff x="9477371" y="702026"/>
                <a:chExt cx="1172904" cy="2646879"/>
              </a:xfrm>
            </p:grpSpPr>
            <p:sp>
              <p:nvSpPr>
                <p:cNvPr id="377" name="Rectangle 376">
                  <a:extLst>
                    <a:ext uri="{FF2B5EF4-FFF2-40B4-BE49-F238E27FC236}">
                      <a16:creationId xmlns:a16="http://schemas.microsoft.com/office/drawing/2014/main" id="{99E48FE5-7FBB-0648-927F-69AA9BA117F7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78" name="TextBox 377">
                  <a:extLst>
                    <a:ext uri="{FF2B5EF4-FFF2-40B4-BE49-F238E27FC236}">
                      <a16:creationId xmlns:a16="http://schemas.microsoft.com/office/drawing/2014/main" id="{741917D9-8AC9-0D49-8D6F-B97725FED00C}"/>
                    </a:ext>
                  </a:extLst>
                </p:cNvPr>
                <p:cNvSpPr txBox="1"/>
                <p:nvPr/>
              </p:nvSpPr>
              <p:spPr>
                <a:xfrm>
                  <a:off x="9533078" y="702026"/>
                  <a:ext cx="1117197" cy="26468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685800"/>
                  <a:r>
                    <a:rPr lang="en-US" sz="1500" dirty="0">
                      <a:solidFill>
                        <a:prstClr val="white"/>
                      </a:solidFill>
                      <a:latin typeface="Calibri" panose="020F0502020204030204"/>
                    </a:rPr>
                    <a:t>DV in a: 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(a)=0</a:t>
                  </a:r>
                </a:p>
                <a:p>
                  <a:pPr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(b) = 8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endParaRPr>
                </a:p>
                <a:p>
                  <a:pPr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(c)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(d)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1</a:t>
                  </a:r>
                </a:p>
                <a:p>
                  <a:pPr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(e)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(f)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(g)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(h)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(i)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379" name="Straight Connector 378">
                  <a:extLst>
                    <a:ext uri="{FF2B5EF4-FFF2-40B4-BE49-F238E27FC236}">
                      <a16:creationId xmlns:a16="http://schemas.microsoft.com/office/drawing/2014/main" id="{50ED32A2-619A-5348-8102-F0D95343AD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0" name="Rectangle 379">
                  <a:extLst>
                    <a:ext uri="{FF2B5EF4-FFF2-40B4-BE49-F238E27FC236}">
                      <a16:creationId xmlns:a16="http://schemas.microsoft.com/office/drawing/2014/main" id="{DCEA8569-4767-BC4F-95B8-4CEC559CA8A1}"/>
                    </a:ext>
                  </a:extLst>
                </p:cNvPr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Distance vector example: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7ED27-B080-1C90-2ED0-6075B9C4C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39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4897745" y="2454091"/>
            <a:ext cx="0" cy="28973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3449078" y="3902756"/>
            <a:ext cx="289733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3449078" y="2454091"/>
            <a:ext cx="2897333" cy="289733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6285253" y="2507603"/>
            <a:ext cx="99381" cy="1391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3250339" y="5186415"/>
            <a:ext cx="3296513" cy="326495"/>
            <a:chOff x="4333785" y="5772223"/>
            <a:chExt cx="4395351" cy="43532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g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h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5784" y="2507406"/>
                <a:ext cx="337956" cy="454026"/>
                <a:chOff x="2950" y="2425"/>
                <a:chExt cx="216" cy="286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0" y="2425"/>
                  <a:ext cx="216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i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3229336" y="3010142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4663150" y="300290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3222103" y="4522085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4673280" y="452353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6115774" y="452498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4081522" y="3879691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5515336" y="387245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4082968" y="5322186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5516782" y="531495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4084414" y="2450218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5518228" y="244298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438277" y="2251609"/>
            <a:ext cx="596638" cy="945270"/>
            <a:chOff x="10030307" y="3444875"/>
            <a:chExt cx="795517" cy="1260360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95517" cy="615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689667" y="2354212"/>
            <a:ext cx="0" cy="147023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4970207" y="1063728"/>
            <a:ext cx="2278626" cy="47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0DE6387-1D17-B74C-B49C-337140026F6C}"/>
              </a:ext>
            </a:extLst>
          </p:cNvPr>
          <p:cNvGrpSpPr/>
          <p:nvPr/>
        </p:nvGrpSpPr>
        <p:grpSpPr>
          <a:xfrm>
            <a:off x="4992329" y="1034231"/>
            <a:ext cx="1869850" cy="1437968"/>
            <a:chOff x="7010400" y="108155"/>
            <a:chExt cx="2493133" cy="1917291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AAB1A5DE-415B-F14B-A28A-363ED94665BF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937CC7FC-FB1E-3F44-8360-192E93D54F76}"/>
                </a:ext>
              </a:extLst>
            </p:cNvPr>
            <p:cNvGrpSpPr/>
            <p:nvPr/>
          </p:nvGrpSpPr>
          <p:grpSpPr>
            <a:xfrm>
              <a:off x="7323884" y="108155"/>
              <a:ext cx="2179649" cy="1461852"/>
              <a:chOff x="7323884" y="108155"/>
              <a:chExt cx="2179649" cy="1461852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4491BF2B-1B3B-CC46-9290-459EE74E54A2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FCF8DCB2-D709-AF40-B84B-C341D1A769CD}"/>
                  </a:ext>
                </a:extLst>
              </p:cNvPr>
              <p:cNvGrpSpPr/>
              <p:nvPr/>
            </p:nvGrpSpPr>
            <p:grpSpPr>
              <a:xfrm>
                <a:off x="7323884" y="120836"/>
                <a:ext cx="2179649" cy="1449171"/>
                <a:chOff x="7323884" y="120836"/>
                <a:chExt cx="2179649" cy="1449171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AAB1F5FE-4DFF-8942-96D2-1BF59A9B8ED7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02C346E9-CF40-A846-ACD9-F72DFBB9E805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685800">
                    <a:spcAft>
                      <a:spcPts val="300"/>
                    </a:spcAft>
                  </a:pPr>
                  <a:r>
                    <a:rPr lang="en-US" sz="1500" dirty="0">
                      <a:solidFill>
                        <a:prstClr val="white"/>
                      </a:solidFill>
                      <a:latin typeface="Calibri" panose="020F0502020204030204"/>
                    </a:rPr>
                    <a:t>DV in b:</a:t>
                  </a:r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322E19FC-BD9D-FC41-8AF9-4540EB9B5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14EC7CB6-196B-5E44-AD24-302ACAC213D8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15AACE12-C210-0141-824B-658545F2E1EB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10095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(f)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(g)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(h)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(i)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8FBBD149-E4A4-7649-964F-57535C719AD2}"/>
                    </a:ext>
                  </a:extLst>
                </p:cNvPr>
                <p:cNvSpPr txBox="1"/>
                <p:nvPr/>
              </p:nvSpPr>
              <p:spPr>
                <a:xfrm>
                  <a:off x="7323884" y="557387"/>
                  <a:ext cx="1201877" cy="10095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85725" lvl="1"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(a) = 8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endParaRPr>
                </a:p>
                <a:p>
                  <a:pPr marL="85725" lvl="1"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(c)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1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(d)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(e)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1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261469" y="3166494"/>
            <a:ext cx="1646861" cy="466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 defTabSz="68580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b receives DVs from a, c, e</a:t>
            </a:r>
          </a:p>
        </p:txBody>
      </p:sp>
      <p:sp>
        <p:nvSpPr>
          <p:cNvPr id="345" name="Right Arrow 344">
            <a:extLst>
              <a:ext uri="{FF2B5EF4-FFF2-40B4-BE49-F238E27FC236}">
                <a16:creationId xmlns:a16="http://schemas.microsoft.com/office/drawing/2014/main" id="{92F5E3C5-FAC5-934A-B5A5-9BE872588D4E}"/>
              </a:ext>
            </a:extLst>
          </p:cNvPr>
          <p:cNvSpPr/>
          <p:nvPr/>
        </p:nvSpPr>
        <p:spPr>
          <a:xfrm rot="16200000">
            <a:off x="4760039" y="3412411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6" name="Right Arrow 355">
            <a:extLst>
              <a:ext uri="{FF2B5EF4-FFF2-40B4-BE49-F238E27FC236}">
                <a16:creationId xmlns:a16="http://schemas.microsoft.com/office/drawing/2014/main" id="{FECE1C4C-C6DE-E44B-8914-C9FAB6E59F01}"/>
              </a:ext>
            </a:extLst>
          </p:cNvPr>
          <p:cNvSpPr/>
          <p:nvPr/>
        </p:nvSpPr>
        <p:spPr>
          <a:xfrm>
            <a:off x="3729918" y="2310740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7" name="Right Arrow 356">
            <a:extLst>
              <a:ext uri="{FF2B5EF4-FFF2-40B4-BE49-F238E27FC236}">
                <a16:creationId xmlns:a16="http://schemas.microsoft.com/office/drawing/2014/main" id="{E44AC5A8-AB5C-6D48-965A-B3150C882B9F}"/>
              </a:ext>
            </a:extLst>
          </p:cNvPr>
          <p:cNvSpPr/>
          <p:nvPr/>
        </p:nvSpPr>
        <p:spPr>
          <a:xfrm rot="10800000">
            <a:off x="5723669" y="2297026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3250339" y="2286803"/>
            <a:ext cx="3296513" cy="326495"/>
            <a:chOff x="4333785" y="5772223"/>
            <a:chExt cx="4395351" cy="43532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a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b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9796" y="2507406"/>
                <a:ext cx="409928" cy="454026"/>
                <a:chOff x="2927" y="2425"/>
                <a:chExt cx="262" cy="286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7" y="2425"/>
                  <a:ext cx="26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c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3252344" y="3732598"/>
            <a:ext cx="3296513" cy="326495"/>
            <a:chOff x="4333785" y="5772223"/>
            <a:chExt cx="4395351" cy="43532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d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e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7954" y="2507406"/>
                <a:ext cx="352037" cy="454026"/>
                <a:chOff x="2945" y="2425"/>
                <a:chExt cx="225" cy="286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5" y="2425"/>
                  <a:ext cx="225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f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3B35DA9-63C6-B944-AEED-1CE8A219D68F}"/>
              </a:ext>
            </a:extLst>
          </p:cNvPr>
          <p:cNvGrpSpPr/>
          <p:nvPr/>
        </p:nvGrpSpPr>
        <p:grpSpPr>
          <a:xfrm>
            <a:off x="6555659" y="1022248"/>
            <a:ext cx="1604012" cy="2023631"/>
            <a:chOff x="8740877" y="219997"/>
            <a:chExt cx="2138682" cy="2698174"/>
          </a:xfrm>
        </p:grpSpPr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CD3625DA-7674-FD43-A116-87C156BB9E53}"/>
                </a:ext>
              </a:extLst>
            </p:cNvPr>
            <p:cNvSpPr/>
            <p:nvPr/>
          </p:nvSpPr>
          <p:spPr>
            <a:xfrm>
              <a:off x="8740877" y="247036"/>
              <a:ext cx="924232" cy="2428567"/>
            </a:xfrm>
            <a:custGeom>
              <a:avLst/>
              <a:gdLst>
                <a:gd name="connsiteX0" fmla="*/ 9833 w 786581"/>
                <a:gd name="connsiteY0" fmla="*/ 501445 h 2458064"/>
                <a:gd name="connsiteX1" fmla="*/ 747252 w 786581"/>
                <a:gd name="connsiteY1" fmla="*/ 0 h 2458064"/>
                <a:gd name="connsiteX2" fmla="*/ 786581 w 786581"/>
                <a:gd name="connsiteY2" fmla="*/ 2458064 h 2458064"/>
                <a:gd name="connsiteX3" fmla="*/ 0 w 786581"/>
                <a:gd name="connsiteY3" fmla="*/ 668593 h 2458064"/>
                <a:gd name="connsiteX4" fmla="*/ 9833 w 786581"/>
                <a:gd name="connsiteY4" fmla="*/ 501445 h 2458064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358" name="Group 357">
              <a:extLst>
                <a:ext uri="{FF2B5EF4-FFF2-40B4-BE49-F238E27FC236}">
                  <a16:creationId xmlns:a16="http://schemas.microsoft.com/office/drawing/2014/main" id="{8E84743B-19DB-E241-B0AF-861F515FE360}"/>
                </a:ext>
              </a:extLst>
            </p:cNvPr>
            <p:cNvGrpSpPr/>
            <p:nvPr/>
          </p:nvGrpSpPr>
          <p:grpSpPr>
            <a:xfrm>
              <a:off x="9636527" y="219997"/>
              <a:ext cx="1243032" cy="2698174"/>
              <a:chOff x="9764347" y="1447800"/>
              <a:chExt cx="1243032" cy="2698174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FBF5705D-BC98-2845-B684-C5D5E33CE86A}"/>
                  </a:ext>
                </a:extLst>
              </p:cNvPr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360" name="Group 359">
                <a:extLst>
                  <a:ext uri="{FF2B5EF4-FFF2-40B4-BE49-F238E27FC236}">
                    <a16:creationId xmlns:a16="http://schemas.microsoft.com/office/drawing/2014/main" id="{45185F04-540F-1048-94D0-753D4872458F}"/>
                  </a:ext>
                </a:extLst>
              </p:cNvPr>
              <p:cNvGrpSpPr/>
              <p:nvPr/>
            </p:nvGrpSpPr>
            <p:grpSpPr>
              <a:xfrm>
                <a:off x="9764347" y="1447800"/>
                <a:ext cx="1243032" cy="2698174"/>
                <a:chOff x="9472118" y="702026"/>
                <a:chExt cx="1243032" cy="2698174"/>
              </a:xfrm>
            </p:grpSpPr>
            <p:sp>
              <p:nvSpPr>
                <p:cNvPr id="361" name="Rectangle 360">
                  <a:extLst>
                    <a:ext uri="{FF2B5EF4-FFF2-40B4-BE49-F238E27FC236}">
                      <a16:creationId xmlns:a16="http://schemas.microsoft.com/office/drawing/2014/main" id="{F1B029F2-3CFB-F446-A49B-ABBE33D07546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E601508D-C456-214F-B2CC-E58813667624}"/>
                    </a:ext>
                  </a:extLst>
                </p:cNvPr>
                <p:cNvSpPr txBox="1"/>
                <p:nvPr/>
              </p:nvSpPr>
              <p:spPr>
                <a:xfrm>
                  <a:off x="9472118" y="702026"/>
                  <a:ext cx="1243032" cy="26981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685800">
                    <a:spcAft>
                      <a:spcPts val="300"/>
                    </a:spcAft>
                  </a:pPr>
                  <a:r>
                    <a:rPr lang="en-US" sz="1500" dirty="0">
                      <a:solidFill>
                        <a:prstClr val="white"/>
                      </a:solidFill>
                      <a:latin typeface="Calibri" panose="020F0502020204030204"/>
                    </a:rPr>
                    <a:t>DV in c:</a:t>
                  </a: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(a)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(b)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1</a:t>
                  </a: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(c) = 0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(d)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(e)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(f)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(g)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(h)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(i)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363" name="Straight Connector 362">
                  <a:extLst>
                    <a:ext uri="{FF2B5EF4-FFF2-40B4-BE49-F238E27FC236}">
                      <a16:creationId xmlns:a16="http://schemas.microsoft.com/office/drawing/2014/main" id="{3FDDC54C-ACD2-B847-8FF7-2C6CBDB5C1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4" name="Rectangle 363">
                  <a:extLst>
                    <a:ext uri="{FF2B5EF4-FFF2-40B4-BE49-F238E27FC236}">
                      <a16:creationId xmlns:a16="http://schemas.microsoft.com/office/drawing/2014/main" id="{C28D2058-9ADC-2F45-A3D5-6BE95FBA06E4}"/>
                    </a:ext>
                  </a:extLst>
                </p:cNvPr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</p:grpSp>
      <p:sp>
        <p:nvSpPr>
          <p:cNvPr id="183" name="Freeform 182">
            <a:extLst>
              <a:ext uri="{FF2B5EF4-FFF2-40B4-BE49-F238E27FC236}">
                <a16:creationId xmlns:a16="http://schemas.microsoft.com/office/drawing/2014/main" id="{2593EFCC-23E2-4043-94E6-A9E17FCC79C5}"/>
              </a:ext>
            </a:extLst>
          </p:cNvPr>
          <p:cNvSpPr/>
          <p:nvPr/>
        </p:nvSpPr>
        <p:spPr>
          <a:xfrm>
            <a:off x="5095813" y="3119653"/>
            <a:ext cx="2167277" cy="1975793"/>
          </a:xfrm>
          <a:custGeom>
            <a:avLst/>
            <a:gdLst>
              <a:gd name="connsiteX0" fmla="*/ 0 w 2615381"/>
              <a:gd name="connsiteY0" fmla="*/ 0 h 2615381"/>
              <a:gd name="connsiteX1" fmla="*/ 2595716 w 2615381"/>
              <a:gd name="connsiteY1" fmla="*/ 235975 h 2615381"/>
              <a:gd name="connsiteX2" fmla="*/ 2615381 w 2615381"/>
              <a:gd name="connsiteY2" fmla="*/ 2615381 h 2615381"/>
              <a:gd name="connsiteX3" fmla="*/ 9832 w 2615381"/>
              <a:gd name="connsiteY3" fmla="*/ 167149 h 2615381"/>
              <a:gd name="connsiteX4" fmla="*/ 0 w 2615381"/>
              <a:gd name="connsiteY4" fmla="*/ 0 h 2615381"/>
              <a:gd name="connsiteX0" fmla="*/ 0 w 2654709"/>
              <a:gd name="connsiteY0" fmla="*/ 0 h 2615381"/>
              <a:gd name="connsiteX1" fmla="*/ 2654709 w 2654709"/>
              <a:gd name="connsiteY1" fmla="*/ 255639 h 2615381"/>
              <a:gd name="connsiteX2" fmla="*/ 2615381 w 2654709"/>
              <a:gd name="connsiteY2" fmla="*/ 2615381 h 2615381"/>
              <a:gd name="connsiteX3" fmla="*/ 9832 w 2654709"/>
              <a:gd name="connsiteY3" fmla="*/ 167149 h 2615381"/>
              <a:gd name="connsiteX4" fmla="*/ 0 w 2654709"/>
              <a:gd name="connsiteY4" fmla="*/ 0 h 2615381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19663 w 2939845"/>
              <a:gd name="connsiteY3" fmla="*/ 1307690 h 2349910"/>
              <a:gd name="connsiteX4" fmla="*/ 0 w 2939845"/>
              <a:gd name="connsiteY4" fmla="*/ 1140541 h 234991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9702" h="2634390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CD6AC636-949C-B04A-A12F-4BBF60E3A068}"/>
              </a:ext>
            </a:extLst>
          </p:cNvPr>
          <p:cNvGrpSpPr/>
          <p:nvPr/>
        </p:nvGrpSpPr>
        <p:grpSpPr>
          <a:xfrm>
            <a:off x="7240979" y="3120882"/>
            <a:ext cx="932274" cy="2029362"/>
            <a:chOff x="9762791" y="4031226"/>
            <a:chExt cx="1243031" cy="2705816"/>
          </a:xfrm>
        </p:grpSpPr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E11C6EC6-4F28-CD44-B5B6-0143F1CD0CD3}"/>
                </a:ext>
              </a:extLst>
            </p:cNvPr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367" name="Group 366">
              <a:extLst>
                <a:ext uri="{FF2B5EF4-FFF2-40B4-BE49-F238E27FC236}">
                  <a16:creationId xmlns:a16="http://schemas.microsoft.com/office/drawing/2014/main" id="{B79E58C0-B1B4-B94B-8F0E-EB904614ACD4}"/>
                </a:ext>
              </a:extLst>
            </p:cNvPr>
            <p:cNvGrpSpPr/>
            <p:nvPr/>
          </p:nvGrpSpPr>
          <p:grpSpPr>
            <a:xfrm>
              <a:off x="9762791" y="4038868"/>
              <a:ext cx="1243031" cy="2698174"/>
              <a:chOff x="9472117" y="702026"/>
              <a:chExt cx="1243031" cy="2698174"/>
            </a:xfrm>
          </p:grpSpPr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F6C3876C-103E-634C-8619-285D4D96A9C8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7C7420E3-75DE-FB4C-B805-F6E92683D068}"/>
                  </a:ext>
                </a:extLst>
              </p:cNvPr>
              <p:cNvSpPr txBox="1"/>
              <p:nvPr/>
            </p:nvSpPr>
            <p:spPr>
              <a:xfrm>
                <a:off x="9472117" y="702026"/>
                <a:ext cx="1243031" cy="2698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>
                  <a:spcAft>
                    <a:spcPts val="300"/>
                  </a:spcAft>
                </a:pPr>
                <a:r>
                  <a:rPr lang="en-US" sz="1500" dirty="0">
                    <a:solidFill>
                      <a:prstClr val="white"/>
                    </a:solidFill>
                    <a:latin typeface="Calibri" panose="020F0502020204030204"/>
                  </a:rPr>
                  <a:t>DV in e:</a:t>
                </a: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(a)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(b)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1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(c)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(d)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1</a:t>
                </a: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(e) = 0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(f)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1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(g)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(h)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1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(i)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1DC7A48D-E2F6-C84C-A00F-2E0AAD5811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D7FCACB9-7EBD-6042-B148-4018CD65A0BC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7738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 animBg="1"/>
      <p:bldP spid="345" grpId="0" animBg="1"/>
      <p:bldP spid="356" grpId="0" animBg="1"/>
      <p:bldP spid="357" grpId="0" animBg="1"/>
      <p:bldP spid="18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C01053-31EC-35C7-1543-9E3171181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40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4970207" y="1063728"/>
            <a:ext cx="2278626" cy="47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F5A721E1-D89A-D04F-AF9A-53AC581D1684}"/>
              </a:ext>
            </a:extLst>
          </p:cNvPr>
          <p:cNvGrpSpPr/>
          <p:nvPr/>
        </p:nvGrpSpPr>
        <p:grpSpPr>
          <a:xfrm>
            <a:off x="2120974" y="1705282"/>
            <a:ext cx="1160543" cy="1988557"/>
            <a:chOff x="3221255" y="1012723"/>
            <a:chExt cx="1547391" cy="2651409"/>
          </a:xfrm>
        </p:grpSpPr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49DB6681-9B63-7A46-990C-D2A795B1B751}"/>
                </a:ext>
              </a:extLst>
            </p:cNvPr>
            <p:cNvSpPr/>
            <p:nvPr/>
          </p:nvSpPr>
          <p:spPr>
            <a:xfrm>
              <a:off x="4316362" y="1042219"/>
              <a:ext cx="452284" cy="2389239"/>
            </a:xfrm>
            <a:custGeom>
              <a:avLst/>
              <a:gdLst>
                <a:gd name="connsiteX0" fmla="*/ 0 w 491613"/>
                <a:gd name="connsiteY0" fmla="*/ 0 h 2389239"/>
                <a:gd name="connsiteX1" fmla="*/ 491613 w 491613"/>
                <a:gd name="connsiteY1" fmla="*/ 904568 h 2389239"/>
                <a:gd name="connsiteX2" fmla="*/ 491613 w 491613"/>
                <a:gd name="connsiteY2" fmla="*/ 1052052 h 2389239"/>
                <a:gd name="connsiteX3" fmla="*/ 19665 w 491613"/>
                <a:gd name="connsiteY3" fmla="*/ 2389239 h 2389239"/>
                <a:gd name="connsiteX4" fmla="*/ 0 w 491613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69CB876D-91B9-C142-AA5B-DC2AF8DEC6AE}"/>
                </a:ext>
              </a:extLst>
            </p:cNvPr>
            <p:cNvGrpSpPr/>
            <p:nvPr/>
          </p:nvGrpSpPr>
          <p:grpSpPr>
            <a:xfrm>
              <a:off x="3221255" y="1012723"/>
              <a:ext cx="1172904" cy="2651409"/>
              <a:chOff x="3221255" y="1012723"/>
              <a:chExt cx="1172904" cy="2651409"/>
            </a:xfrm>
          </p:grpSpPr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FC99428F-669F-1E46-A55A-26DF3A9BEA1B}"/>
                  </a:ext>
                </a:extLst>
              </p:cNvPr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270" name="Group 269">
                <a:extLst>
                  <a:ext uri="{FF2B5EF4-FFF2-40B4-BE49-F238E27FC236}">
                    <a16:creationId xmlns:a16="http://schemas.microsoft.com/office/drawing/2014/main" id="{677BBA41-FB32-774E-B537-76ECED6020C6}"/>
                  </a:ext>
                </a:extLst>
              </p:cNvPr>
              <p:cNvGrpSpPr/>
              <p:nvPr/>
            </p:nvGrpSpPr>
            <p:grpSpPr>
              <a:xfrm>
                <a:off x="3221255" y="1017253"/>
                <a:ext cx="1172904" cy="2646879"/>
                <a:chOff x="9477371" y="702026"/>
                <a:chExt cx="1172904" cy="2646879"/>
              </a:xfrm>
            </p:grpSpPr>
            <p:sp>
              <p:nvSpPr>
                <p:cNvPr id="271" name="Rectangle 270">
                  <a:extLst>
                    <a:ext uri="{FF2B5EF4-FFF2-40B4-BE49-F238E27FC236}">
                      <a16:creationId xmlns:a16="http://schemas.microsoft.com/office/drawing/2014/main" id="{4648EB17-23D0-A848-88DD-EC56D3EAAB24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72" name="TextBox 271">
                  <a:extLst>
                    <a:ext uri="{FF2B5EF4-FFF2-40B4-BE49-F238E27FC236}">
                      <a16:creationId xmlns:a16="http://schemas.microsoft.com/office/drawing/2014/main" id="{FF1D7D44-0F2C-4347-A4A1-BBEC5CE4FD94}"/>
                    </a:ext>
                  </a:extLst>
                </p:cNvPr>
                <p:cNvSpPr txBox="1"/>
                <p:nvPr/>
              </p:nvSpPr>
              <p:spPr>
                <a:xfrm>
                  <a:off x="9533078" y="702026"/>
                  <a:ext cx="1117197" cy="26468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685800"/>
                  <a:r>
                    <a:rPr lang="en-US" sz="1500" dirty="0">
                      <a:solidFill>
                        <a:prstClr val="white"/>
                      </a:solidFill>
                      <a:latin typeface="Calibri" panose="020F0502020204030204"/>
                    </a:rPr>
                    <a:t>DV in a: 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(a)=0</a:t>
                  </a:r>
                </a:p>
                <a:p>
                  <a:pPr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(b) = 8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endParaRPr>
                </a:p>
                <a:p>
                  <a:pPr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(c)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(d)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1</a:t>
                  </a:r>
                </a:p>
                <a:p>
                  <a:pPr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(e)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(f)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(g)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(h)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(i)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273" name="Straight Connector 272">
                  <a:extLst>
                    <a:ext uri="{FF2B5EF4-FFF2-40B4-BE49-F238E27FC236}">
                      <a16:creationId xmlns:a16="http://schemas.microsoft.com/office/drawing/2014/main" id="{8B19CF8A-DF73-AB45-8BDA-ABCDA25B84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4" name="Rectangle 273">
                  <a:extLst>
                    <a:ext uri="{FF2B5EF4-FFF2-40B4-BE49-F238E27FC236}">
                      <a16:creationId xmlns:a16="http://schemas.microsoft.com/office/drawing/2014/main" id="{916DB935-59F3-ED4F-9B27-B2F6B2896EC2}"/>
                    </a:ext>
                  </a:extLst>
                </p:cNvPr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A2F1D687-C332-114C-A115-90CF8BBB8F39}"/>
              </a:ext>
            </a:extLst>
          </p:cNvPr>
          <p:cNvGrpSpPr/>
          <p:nvPr/>
        </p:nvGrpSpPr>
        <p:grpSpPr>
          <a:xfrm>
            <a:off x="4992329" y="1034231"/>
            <a:ext cx="1869850" cy="1437968"/>
            <a:chOff x="7010400" y="108155"/>
            <a:chExt cx="2493133" cy="1917291"/>
          </a:xfrm>
        </p:grpSpPr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7C98B51F-B4A6-3B45-888C-5FBB44E4FF36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A45539DD-F434-7243-8ECC-25D3434D7334}"/>
                </a:ext>
              </a:extLst>
            </p:cNvPr>
            <p:cNvGrpSpPr/>
            <p:nvPr/>
          </p:nvGrpSpPr>
          <p:grpSpPr>
            <a:xfrm>
              <a:off x="7323883" y="108155"/>
              <a:ext cx="2179650" cy="1461852"/>
              <a:chOff x="7323883" y="108155"/>
              <a:chExt cx="2179650" cy="1461852"/>
            </a:xfrm>
          </p:grpSpPr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CA406176-DE57-4844-B765-7A5DBC46A9EB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279" name="Group 278">
                <a:extLst>
                  <a:ext uri="{FF2B5EF4-FFF2-40B4-BE49-F238E27FC236}">
                    <a16:creationId xmlns:a16="http://schemas.microsoft.com/office/drawing/2014/main" id="{D1BD4369-9943-0043-95A9-A467EAB2D21E}"/>
                  </a:ext>
                </a:extLst>
              </p:cNvPr>
              <p:cNvGrpSpPr/>
              <p:nvPr/>
            </p:nvGrpSpPr>
            <p:grpSpPr>
              <a:xfrm>
                <a:off x="7323883" y="120836"/>
                <a:ext cx="2179650" cy="1449171"/>
                <a:chOff x="7323883" y="120836"/>
                <a:chExt cx="2179650" cy="1449171"/>
              </a:xfrm>
            </p:grpSpPr>
            <p:sp>
              <p:nvSpPr>
                <p:cNvPr id="280" name="Rectangle 279">
                  <a:extLst>
                    <a:ext uri="{FF2B5EF4-FFF2-40B4-BE49-F238E27FC236}">
                      <a16:creationId xmlns:a16="http://schemas.microsoft.com/office/drawing/2014/main" id="{089F8FCB-FEC8-0A4A-8AC9-A05239270264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82" name="TextBox 281">
                  <a:extLst>
                    <a:ext uri="{FF2B5EF4-FFF2-40B4-BE49-F238E27FC236}">
                      <a16:creationId xmlns:a16="http://schemas.microsoft.com/office/drawing/2014/main" id="{618E84D4-ACDD-F443-9A75-31985FCC03A1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685800">
                    <a:spcAft>
                      <a:spcPts val="300"/>
                    </a:spcAft>
                  </a:pPr>
                  <a:r>
                    <a:rPr lang="en-US" sz="1500" dirty="0">
                      <a:solidFill>
                        <a:prstClr val="white"/>
                      </a:solidFill>
                      <a:latin typeface="Calibri" panose="020F0502020204030204"/>
                    </a:rPr>
                    <a:t>DV in b:</a:t>
                  </a:r>
                </a:p>
              </p:txBody>
            </p:sp>
            <p:cxnSp>
              <p:nvCxnSpPr>
                <p:cNvPr id="346" name="Straight Connector 345">
                  <a:extLst>
                    <a:ext uri="{FF2B5EF4-FFF2-40B4-BE49-F238E27FC236}">
                      <a16:creationId xmlns:a16="http://schemas.microsoft.com/office/drawing/2014/main" id="{076AD015-1EF6-8F4C-958E-F02708D5F2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7" name="Rectangle 346">
                  <a:extLst>
                    <a:ext uri="{FF2B5EF4-FFF2-40B4-BE49-F238E27FC236}">
                      <a16:creationId xmlns:a16="http://schemas.microsoft.com/office/drawing/2014/main" id="{397C8588-CD10-484F-9B94-94120FF4354A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48" name="TextBox 347">
                  <a:extLst>
                    <a:ext uri="{FF2B5EF4-FFF2-40B4-BE49-F238E27FC236}">
                      <a16:creationId xmlns:a16="http://schemas.microsoft.com/office/drawing/2014/main" id="{470F7948-0893-B143-8C47-CBE72D6C5729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10095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(f)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(g)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(h)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(i)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49" name="TextBox 348">
                  <a:extLst>
                    <a:ext uri="{FF2B5EF4-FFF2-40B4-BE49-F238E27FC236}">
                      <a16:creationId xmlns:a16="http://schemas.microsoft.com/office/drawing/2014/main" id="{60E7DAE4-8059-1543-AFD1-A4A0E4F2EF26}"/>
                    </a:ext>
                  </a:extLst>
                </p:cNvPr>
                <p:cNvSpPr txBox="1"/>
                <p:nvPr/>
              </p:nvSpPr>
              <p:spPr>
                <a:xfrm>
                  <a:off x="7323883" y="557387"/>
                  <a:ext cx="1235113" cy="10095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85725" lvl="1"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(a) = 8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endParaRPr>
                </a:p>
                <a:p>
                  <a:pPr marL="85725" lvl="1"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(c)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1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(d)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(e)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1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</p:grp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D4D406BB-E3BB-5344-B200-F9B30FAC676C}"/>
              </a:ext>
            </a:extLst>
          </p:cNvPr>
          <p:cNvGrpSpPr/>
          <p:nvPr/>
        </p:nvGrpSpPr>
        <p:grpSpPr>
          <a:xfrm>
            <a:off x="6555660" y="1022248"/>
            <a:ext cx="1554786" cy="2023631"/>
            <a:chOff x="8740877" y="219997"/>
            <a:chExt cx="2073047" cy="2698174"/>
          </a:xfrm>
        </p:grpSpPr>
        <p:sp>
          <p:nvSpPr>
            <p:cNvPr id="351" name="Freeform 350">
              <a:extLst>
                <a:ext uri="{FF2B5EF4-FFF2-40B4-BE49-F238E27FC236}">
                  <a16:creationId xmlns:a16="http://schemas.microsoft.com/office/drawing/2014/main" id="{29570479-0D3A-DD40-AC69-6246D2D0E3AE}"/>
                </a:ext>
              </a:extLst>
            </p:cNvPr>
            <p:cNvSpPr/>
            <p:nvPr/>
          </p:nvSpPr>
          <p:spPr>
            <a:xfrm>
              <a:off x="8740877" y="247036"/>
              <a:ext cx="924232" cy="2428567"/>
            </a:xfrm>
            <a:custGeom>
              <a:avLst/>
              <a:gdLst>
                <a:gd name="connsiteX0" fmla="*/ 9833 w 786581"/>
                <a:gd name="connsiteY0" fmla="*/ 501445 h 2458064"/>
                <a:gd name="connsiteX1" fmla="*/ 747252 w 786581"/>
                <a:gd name="connsiteY1" fmla="*/ 0 h 2458064"/>
                <a:gd name="connsiteX2" fmla="*/ 786581 w 786581"/>
                <a:gd name="connsiteY2" fmla="*/ 2458064 h 2458064"/>
                <a:gd name="connsiteX3" fmla="*/ 0 w 786581"/>
                <a:gd name="connsiteY3" fmla="*/ 668593 h 2458064"/>
                <a:gd name="connsiteX4" fmla="*/ 9833 w 786581"/>
                <a:gd name="connsiteY4" fmla="*/ 501445 h 2458064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352" name="Group 351">
              <a:extLst>
                <a:ext uri="{FF2B5EF4-FFF2-40B4-BE49-F238E27FC236}">
                  <a16:creationId xmlns:a16="http://schemas.microsoft.com/office/drawing/2014/main" id="{C0DD3948-CF89-1B4A-9C82-0AB37CAEB9E9}"/>
                </a:ext>
              </a:extLst>
            </p:cNvPr>
            <p:cNvGrpSpPr/>
            <p:nvPr/>
          </p:nvGrpSpPr>
          <p:grpSpPr>
            <a:xfrm>
              <a:off x="9636528" y="219997"/>
              <a:ext cx="1177396" cy="2698174"/>
              <a:chOff x="9764348" y="1447800"/>
              <a:chExt cx="1177396" cy="2698174"/>
            </a:xfrm>
          </p:grpSpPr>
          <p:sp>
            <p:nvSpPr>
              <p:cNvPr id="353" name="Rectangle 352">
                <a:extLst>
                  <a:ext uri="{FF2B5EF4-FFF2-40B4-BE49-F238E27FC236}">
                    <a16:creationId xmlns:a16="http://schemas.microsoft.com/office/drawing/2014/main" id="{437B9C08-3BDF-8F4F-A9C0-02990BD722CE}"/>
                  </a:ext>
                </a:extLst>
              </p:cNvPr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354" name="Group 353">
                <a:extLst>
                  <a:ext uri="{FF2B5EF4-FFF2-40B4-BE49-F238E27FC236}">
                    <a16:creationId xmlns:a16="http://schemas.microsoft.com/office/drawing/2014/main" id="{E7008705-C479-2D4C-9959-510B7A9B8EE6}"/>
                  </a:ext>
                </a:extLst>
              </p:cNvPr>
              <p:cNvGrpSpPr/>
              <p:nvPr/>
            </p:nvGrpSpPr>
            <p:grpSpPr>
              <a:xfrm>
                <a:off x="9764348" y="1447800"/>
                <a:ext cx="1177396" cy="2698174"/>
                <a:chOff x="9472119" y="702026"/>
                <a:chExt cx="1177396" cy="2698174"/>
              </a:xfrm>
            </p:grpSpPr>
            <p:sp>
              <p:nvSpPr>
                <p:cNvPr id="355" name="Rectangle 354">
                  <a:extLst>
                    <a:ext uri="{FF2B5EF4-FFF2-40B4-BE49-F238E27FC236}">
                      <a16:creationId xmlns:a16="http://schemas.microsoft.com/office/drawing/2014/main" id="{085258CE-30FC-464C-A0FC-0D9E6D9AB747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81" name="TextBox 380">
                  <a:extLst>
                    <a:ext uri="{FF2B5EF4-FFF2-40B4-BE49-F238E27FC236}">
                      <a16:creationId xmlns:a16="http://schemas.microsoft.com/office/drawing/2014/main" id="{B9BA6274-E0A0-3948-A5DB-55B7676924DC}"/>
                    </a:ext>
                  </a:extLst>
                </p:cNvPr>
                <p:cNvSpPr txBox="1"/>
                <p:nvPr/>
              </p:nvSpPr>
              <p:spPr>
                <a:xfrm>
                  <a:off x="9472119" y="702026"/>
                  <a:ext cx="1177396" cy="26981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685800">
                    <a:spcAft>
                      <a:spcPts val="300"/>
                    </a:spcAft>
                  </a:pPr>
                  <a:r>
                    <a:rPr lang="en-US" sz="1500" dirty="0">
                      <a:solidFill>
                        <a:prstClr val="white"/>
                      </a:solidFill>
                      <a:latin typeface="Calibri" panose="020F0502020204030204"/>
                    </a:rPr>
                    <a:t>DV in c:</a:t>
                  </a: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(a)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(b)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1</a:t>
                  </a: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(c) = 0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(d)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(e)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(f)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(g)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(h)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(i)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382" name="Straight Connector 381">
                  <a:extLst>
                    <a:ext uri="{FF2B5EF4-FFF2-40B4-BE49-F238E27FC236}">
                      <a16:creationId xmlns:a16="http://schemas.microsoft.com/office/drawing/2014/main" id="{AFF98828-2852-754C-BEFC-C6380D94C0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3" name="Rectangle 382">
                  <a:extLst>
                    <a:ext uri="{FF2B5EF4-FFF2-40B4-BE49-F238E27FC236}">
                      <a16:creationId xmlns:a16="http://schemas.microsoft.com/office/drawing/2014/main" id="{999BD57D-FB10-9E43-BD0A-D8BC2F0EB294}"/>
                    </a:ext>
                  </a:extLst>
                </p:cNvPr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</p:grp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FB03A273-627E-574B-BDC0-F4AE140B7CE4}"/>
              </a:ext>
            </a:extLst>
          </p:cNvPr>
          <p:cNvGrpSpPr/>
          <p:nvPr/>
        </p:nvGrpSpPr>
        <p:grpSpPr>
          <a:xfrm>
            <a:off x="7240976" y="3120882"/>
            <a:ext cx="952486" cy="2029362"/>
            <a:chOff x="9762792" y="4031226"/>
            <a:chExt cx="1269981" cy="2705816"/>
          </a:xfrm>
        </p:grpSpPr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98C9FAD2-B0B7-5F4B-8DEA-95D7BB126D5B}"/>
                </a:ext>
              </a:extLst>
            </p:cNvPr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386" name="Group 385">
              <a:extLst>
                <a:ext uri="{FF2B5EF4-FFF2-40B4-BE49-F238E27FC236}">
                  <a16:creationId xmlns:a16="http://schemas.microsoft.com/office/drawing/2014/main" id="{86276953-83B5-3D47-A4D9-B87794FE4688}"/>
                </a:ext>
              </a:extLst>
            </p:cNvPr>
            <p:cNvGrpSpPr/>
            <p:nvPr/>
          </p:nvGrpSpPr>
          <p:grpSpPr>
            <a:xfrm>
              <a:off x="9762792" y="4038868"/>
              <a:ext cx="1269981" cy="2698174"/>
              <a:chOff x="9472118" y="702026"/>
              <a:chExt cx="1269981" cy="2698174"/>
            </a:xfrm>
          </p:grpSpPr>
          <p:sp>
            <p:nvSpPr>
              <p:cNvPr id="387" name="Rectangle 386">
                <a:extLst>
                  <a:ext uri="{FF2B5EF4-FFF2-40B4-BE49-F238E27FC236}">
                    <a16:creationId xmlns:a16="http://schemas.microsoft.com/office/drawing/2014/main" id="{26F330CB-993E-B144-B52B-1CE527DC352D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88" name="TextBox 387">
                <a:extLst>
                  <a:ext uri="{FF2B5EF4-FFF2-40B4-BE49-F238E27FC236}">
                    <a16:creationId xmlns:a16="http://schemas.microsoft.com/office/drawing/2014/main" id="{61BA57FB-5FEA-284A-9CDD-7BA22D224965}"/>
                  </a:ext>
                </a:extLst>
              </p:cNvPr>
              <p:cNvSpPr txBox="1"/>
              <p:nvPr/>
            </p:nvSpPr>
            <p:spPr>
              <a:xfrm>
                <a:off x="9472118" y="702026"/>
                <a:ext cx="1269981" cy="2698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>
                  <a:spcAft>
                    <a:spcPts val="300"/>
                  </a:spcAft>
                </a:pPr>
                <a:r>
                  <a:rPr lang="en-US" sz="1500" dirty="0">
                    <a:solidFill>
                      <a:prstClr val="white"/>
                    </a:solidFill>
                    <a:latin typeface="Calibri" panose="020F0502020204030204"/>
                  </a:rPr>
                  <a:t>DV in e:</a:t>
                </a: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(a)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(b)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1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(c)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(d)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1</a:t>
                </a: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(e) = 0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(f)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1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(g)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(h)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1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(i)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389" name="Straight Connector 388">
                <a:extLst>
                  <a:ext uri="{FF2B5EF4-FFF2-40B4-BE49-F238E27FC236}">
                    <a16:creationId xmlns:a16="http://schemas.microsoft.com/office/drawing/2014/main" id="{15485626-0681-5545-8700-8078D9D0CE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0" name="Rectangle 389">
                <a:extLst>
                  <a:ext uri="{FF2B5EF4-FFF2-40B4-BE49-F238E27FC236}">
                    <a16:creationId xmlns:a16="http://schemas.microsoft.com/office/drawing/2014/main" id="{F3B40FD9-7D9E-B44D-9695-EAE9651C456A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4897745" y="2454091"/>
            <a:ext cx="0" cy="28973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3449078" y="3902756"/>
            <a:ext cx="289733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3449078" y="2454091"/>
            <a:ext cx="2897333" cy="289733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6285253" y="2507603"/>
            <a:ext cx="99381" cy="1391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3250339" y="5186415"/>
            <a:ext cx="3296513" cy="326495"/>
            <a:chOff x="4333785" y="5772223"/>
            <a:chExt cx="4395351" cy="43532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g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h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5784" y="2507406"/>
                <a:ext cx="337956" cy="454026"/>
                <a:chOff x="2950" y="2425"/>
                <a:chExt cx="216" cy="286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0" y="2425"/>
                  <a:ext cx="216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i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3229336" y="3010142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4663150" y="300290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2940163" y="4499225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4391340" y="450067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6115774" y="452498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3799582" y="3856831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5515336" y="387245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3801028" y="5299326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5311042" y="528447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4084414" y="2450218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5518228" y="244298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438277" y="2251609"/>
            <a:ext cx="596638" cy="945270"/>
            <a:chOff x="10030307" y="3444875"/>
            <a:chExt cx="795517" cy="1260360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95517" cy="615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689667" y="2354212"/>
            <a:ext cx="0" cy="147023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261469" y="3166494"/>
            <a:ext cx="1646861" cy="653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 defTabSz="68580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b receives DVs from a, c, e, computes:</a:t>
            </a:r>
          </a:p>
        </p:txBody>
      </p:sp>
      <p:sp>
        <p:nvSpPr>
          <p:cNvPr id="356" name="Right Arrow 355">
            <a:extLst>
              <a:ext uri="{FF2B5EF4-FFF2-40B4-BE49-F238E27FC236}">
                <a16:creationId xmlns:a16="http://schemas.microsoft.com/office/drawing/2014/main" id="{FECE1C4C-C6DE-E44B-8914-C9FAB6E59F01}"/>
              </a:ext>
            </a:extLst>
          </p:cNvPr>
          <p:cNvSpPr/>
          <p:nvPr/>
        </p:nvSpPr>
        <p:spPr>
          <a:xfrm>
            <a:off x="3729918" y="2310740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7" name="Right Arrow 356">
            <a:extLst>
              <a:ext uri="{FF2B5EF4-FFF2-40B4-BE49-F238E27FC236}">
                <a16:creationId xmlns:a16="http://schemas.microsoft.com/office/drawing/2014/main" id="{E44AC5A8-AB5C-6D48-965A-B3150C882B9F}"/>
              </a:ext>
            </a:extLst>
          </p:cNvPr>
          <p:cNvSpPr/>
          <p:nvPr/>
        </p:nvSpPr>
        <p:spPr>
          <a:xfrm rot="10800000">
            <a:off x="5723669" y="2297026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3250339" y="2286803"/>
            <a:ext cx="3296513" cy="326495"/>
            <a:chOff x="4333785" y="5772223"/>
            <a:chExt cx="4395351" cy="43532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a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b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9796" y="2507406"/>
                <a:ext cx="409928" cy="454026"/>
                <a:chOff x="2927" y="2425"/>
                <a:chExt cx="262" cy="286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7" y="2425"/>
                  <a:ext cx="26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c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3252344" y="3732598"/>
            <a:ext cx="3296513" cy="326495"/>
            <a:chOff x="4333785" y="5772223"/>
            <a:chExt cx="4395351" cy="43532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d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e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7954" y="2507406"/>
                <a:ext cx="352037" cy="454026"/>
                <a:chOff x="2945" y="2425"/>
                <a:chExt cx="225" cy="286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5" y="2425"/>
                  <a:ext cx="225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f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2C0204D3-6B89-BB42-939B-2BC738257374}"/>
              </a:ext>
            </a:extLst>
          </p:cNvPr>
          <p:cNvSpPr/>
          <p:nvPr/>
        </p:nvSpPr>
        <p:spPr>
          <a:xfrm>
            <a:off x="2308859" y="3021330"/>
            <a:ext cx="4442461" cy="2865120"/>
          </a:xfrm>
          <a:custGeom>
            <a:avLst/>
            <a:gdLst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55520 w 5049520"/>
              <a:gd name="connsiteY2" fmla="*/ 690880 h 3840480"/>
              <a:gd name="connsiteX3" fmla="*/ 5049520 w 5049520"/>
              <a:gd name="connsiteY3" fmla="*/ 6807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49520 w 5049520"/>
              <a:gd name="connsiteY3" fmla="*/ 6807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19040 w 5049520"/>
              <a:gd name="connsiteY3" fmla="*/ 7823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19040 w 5049520"/>
              <a:gd name="connsiteY3" fmla="*/ 7823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56923 w 5049520"/>
              <a:gd name="connsiteY6" fmla="*/ 904240 h 3840480"/>
              <a:gd name="connsiteX7" fmla="*/ 294640 w 5049520"/>
              <a:gd name="connsiteY7" fmla="*/ 375920 h 3840480"/>
              <a:gd name="connsiteX8" fmla="*/ 528320 w 5049520"/>
              <a:gd name="connsiteY8" fmla="*/ 0 h 3840480"/>
              <a:gd name="connsiteX0" fmla="*/ 1170627 w 5691827"/>
              <a:gd name="connsiteY0" fmla="*/ 0 h 3840480"/>
              <a:gd name="connsiteX1" fmla="*/ 2918147 w 5691827"/>
              <a:gd name="connsiteY1" fmla="*/ 0 h 3840480"/>
              <a:gd name="connsiteX2" fmla="*/ 2918147 w 5691827"/>
              <a:gd name="connsiteY2" fmla="*/ 955040 h 3840480"/>
              <a:gd name="connsiteX3" fmla="*/ 5661347 w 5691827"/>
              <a:gd name="connsiteY3" fmla="*/ 782320 h 3840480"/>
              <a:gd name="connsiteX4" fmla="*/ 5691827 w 5691827"/>
              <a:gd name="connsiteY4" fmla="*/ 3820160 h 3840480"/>
              <a:gd name="connsiteX5" fmla="*/ 642307 w 5691827"/>
              <a:gd name="connsiteY5" fmla="*/ 3840480 h 3840480"/>
              <a:gd name="connsiteX6" fmla="*/ 0 w 5691827"/>
              <a:gd name="connsiteY6" fmla="*/ 955040 h 3840480"/>
              <a:gd name="connsiteX7" fmla="*/ 936947 w 5691827"/>
              <a:gd name="connsiteY7" fmla="*/ 375920 h 3840480"/>
              <a:gd name="connsiteX8" fmla="*/ 1170627 w 5691827"/>
              <a:gd name="connsiteY8" fmla="*/ 0 h 3840480"/>
              <a:gd name="connsiteX0" fmla="*/ 1239799 w 5760999"/>
              <a:gd name="connsiteY0" fmla="*/ 0 h 3820160"/>
              <a:gd name="connsiteX1" fmla="*/ 2987319 w 5760999"/>
              <a:gd name="connsiteY1" fmla="*/ 0 h 3820160"/>
              <a:gd name="connsiteX2" fmla="*/ 2987319 w 5760999"/>
              <a:gd name="connsiteY2" fmla="*/ 955040 h 3820160"/>
              <a:gd name="connsiteX3" fmla="*/ 5730519 w 5760999"/>
              <a:gd name="connsiteY3" fmla="*/ 782320 h 3820160"/>
              <a:gd name="connsiteX4" fmla="*/ 5760999 w 5760999"/>
              <a:gd name="connsiteY4" fmla="*/ 3820160 h 3820160"/>
              <a:gd name="connsiteX5" fmla="*/ 0 w 5760999"/>
              <a:gd name="connsiteY5" fmla="*/ 3810000 h 3820160"/>
              <a:gd name="connsiteX6" fmla="*/ 69172 w 5760999"/>
              <a:gd name="connsiteY6" fmla="*/ 955040 h 3820160"/>
              <a:gd name="connsiteX7" fmla="*/ 1006119 w 5760999"/>
              <a:gd name="connsiteY7" fmla="*/ 375920 h 3820160"/>
              <a:gd name="connsiteX8" fmla="*/ 1239799 w 5760999"/>
              <a:gd name="connsiteY8" fmla="*/ 0 h 3820160"/>
              <a:gd name="connsiteX0" fmla="*/ 1239799 w 5760999"/>
              <a:gd name="connsiteY0" fmla="*/ 0 h 3820160"/>
              <a:gd name="connsiteX1" fmla="*/ 2987319 w 5760999"/>
              <a:gd name="connsiteY1" fmla="*/ 0 h 3820160"/>
              <a:gd name="connsiteX2" fmla="*/ 2987319 w 5760999"/>
              <a:gd name="connsiteY2" fmla="*/ 955040 h 3820160"/>
              <a:gd name="connsiteX3" fmla="*/ 5730519 w 5760999"/>
              <a:gd name="connsiteY3" fmla="*/ 782320 h 3820160"/>
              <a:gd name="connsiteX4" fmla="*/ 5760999 w 5760999"/>
              <a:gd name="connsiteY4" fmla="*/ 3820160 h 3820160"/>
              <a:gd name="connsiteX5" fmla="*/ 0 w 5760999"/>
              <a:gd name="connsiteY5" fmla="*/ 3810000 h 3820160"/>
              <a:gd name="connsiteX6" fmla="*/ 69172 w 5760999"/>
              <a:gd name="connsiteY6" fmla="*/ 955040 h 3820160"/>
              <a:gd name="connsiteX7" fmla="*/ 917184 w 5760999"/>
              <a:gd name="connsiteY7" fmla="*/ 904240 h 3820160"/>
              <a:gd name="connsiteX8" fmla="*/ 1239799 w 5760999"/>
              <a:gd name="connsiteY8" fmla="*/ 0 h 382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60999" h="3820160">
                <a:moveTo>
                  <a:pt x="1239799" y="0"/>
                </a:moveTo>
                <a:lnTo>
                  <a:pt x="2987319" y="0"/>
                </a:lnTo>
                <a:lnTo>
                  <a:pt x="2987319" y="955040"/>
                </a:lnTo>
                <a:lnTo>
                  <a:pt x="5730519" y="782320"/>
                </a:lnTo>
                <a:lnTo>
                  <a:pt x="5760999" y="3820160"/>
                </a:lnTo>
                <a:lnTo>
                  <a:pt x="0" y="3810000"/>
                </a:lnTo>
                <a:lnTo>
                  <a:pt x="69172" y="955040"/>
                </a:lnTo>
                <a:lnTo>
                  <a:pt x="917184" y="904240"/>
                </a:lnTo>
                <a:lnTo>
                  <a:pt x="123979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0E0A9FB0-8302-2744-A9AC-61FA5D0E591E}"/>
              </a:ext>
            </a:extLst>
          </p:cNvPr>
          <p:cNvGrpSpPr/>
          <p:nvPr/>
        </p:nvGrpSpPr>
        <p:grpSpPr>
          <a:xfrm>
            <a:off x="5257922" y="4707070"/>
            <a:ext cx="1596637" cy="1096389"/>
            <a:chOff x="7344204" y="108155"/>
            <a:chExt cx="2128849" cy="1461851"/>
          </a:xfrm>
        </p:grpSpPr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D243147C-9122-B241-8C55-25D0B03D8B27}"/>
                </a:ext>
              </a:extLst>
            </p:cNvPr>
            <p:cNvSpPr/>
            <p:nvPr/>
          </p:nvSpPr>
          <p:spPr>
            <a:xfrm>
              <a:off x="7413523" y="108155"/>
              <a:ext cx="1936954" cy="14355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6D2336AA-0C32-324B-A00A-57F9CA7ECD15}"/>
                </a:ext>
              </a:extLst>
            </p:cNvPr>
            <p:cNvGrpSpPr/>
            <p:nvPr/>
          </p:nvGrpSpPr>
          <p:grpSpPr>
            <a:xfrm>
              <a:off x="7344204" y="120836"/>
              <a:ext cx="2128849" cy="1449170"/>
              <a:chOff x="7344204" y="120836"/>
              <a:chExt cx="2128849" cy="1449170"/>
            </a:xfrm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9DC590FA-D1AC-6D48-9AED-FD23B9858548}"/>
                  </a:ext>
                </a:extLst>
              </p:cNvPr>
              <p:cNvSpPr/>
              <p:nvPr/>
            </p:nvSpPr>
            <p:spPr>
              <a:xfrm>
                <a:off x="7409951" y="124866"/>
                <a:ext cx="1940525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8366C6AB-4C92-574D-ABC4-3F2AE3DE7BA4}"/>
                  </a:ext>
                </a:extLst>
              </p:cNvPr>
              <p:cNvSpPr txBox="1"/>
              <p:nvPr/>
            </p:nvSpPr>
            <p:spPr>
              <a:xfrm>
                <a:off x="7799764" y="120836"/>
                <a:ext cx="111719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>
                  <a:spcAft>
                    <a:spcPts val="300"/>
                  </a:spcAft>
                </a:pPr>
                <a:r>
                  <a:rPr lang="en-US" sz="1500" dirty="0">
                    <a:solidFill>
                      <a:prstClr val="white"/>
                    </a:solidFill>
                    <a:latin typeface="Calibri" panose="020F0502020204030204"/>
                  </a:rPr>
                  <a:t>DV in b:</a:t>
                </a:r>
              </a:p>
            </p:txBody>
          </p: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D0A767ED-844F-1848-B773-F20F44965F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01895" y="49525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14FE793B-897D-AE4D-809B-4BC6049E42EF}"/>
                  </a:ext>
                </a:extLst>
              </p:cNvPr>
              <p:cNvSpPr/>
              <p:nvPr/>
            </p:nvSpPr>
            <p:spPr>
              <a:xfrm>
                <a:off x="7404189" y="124866"/>
                <a:ext cx="1936455" cy="14286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4C7B8338-DF18-834C-9D16-A6EFCD25492C}"/>
                  </a:ext>
                </a:extLst>
              </p:cNvPr>
              <p:cNvSpPr txBox="1"/>
              <p:nvPr/>
            </p:nvSpPr>
            <p:spPr>
              <a:xfrm>
                <a:off x="8362008" y="560500"/>
                <a:ext cx="1111045" cy="1009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85800">
                  <a:lnSpc>
                    <a:spcPct val="90000"/>
                  </a:lnSpc>
                </a:pP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b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(f)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2</a:t>
                </a:r>
              </a:p>
              <a:p>
                <a:pPr defTabSz="685800">
                  <a:lnSpc>
                    <a:spcPct val="90000"/>
                  </a:lnSpc>
                </a:pP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b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(g)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</a:p>
              <a:p>
                <a:pPr defTabSz="685800">
                  <a:lnSpc>
                    <a:spcPct val="90000"/>
                  </a:lnSpc>
                </a:pP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b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(h)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2</a:t>
                </a:r>
              </a:p>
              <a:p>
                <a:pPr defTabSz="685800">
                  <a:lnSpc>
                    <a:spcPct val="90000"/>
                  </a:lnSpc>
                </a:pP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b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(i)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258" name="TextBox 257">
                <a:extLst>
                  <a:ext uri="{FF2B5EF4-FFF2-40B4-BE49-F238E27FC236}">
                    <a16:creationId xmlns:a16="http://schemas.microsoft.com/office/drawing/2014/main" id="{35BC9C8C-D610-0F40-9928-D68B0361F296}"/>
                  </a:ext>
                </a:extLst>
              </p:cNvPr>
              <p:cNvSpPr txBox="1"/>
              <p:nvPr/>
            </p:nvSpPr>
            <p:spPr>
              <a:xfrm>
                <a:off x="7344204" y="557386"/>
                <a:ext cx="1117197" cy="1009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5725" lvl="1" defTabSz="685800">
                  <a:lnSpc>
                    <a:spcPct val="90000"/>
                  </a:lnSpc>
                </a:pP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b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(a) = 8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  <a:cs typeface="Arial" charset="0"/>
                </a:endParaRPr>
              </a:p>
              <a:p>
                <a:pPr marL="85725" lvl="1" defTabSz="685800">
                  <a:lnSpc>
                    <a:spcPct val="90000"/>
                  </a:lnSpc>
                </a:pP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b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(c)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1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>
                  <a:lnSpc>
                    <a:spcPct val="90000"/>
                  </a:lnSpc>
                </a:pP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b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(d)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2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>
                  <a:lnSpc>
                    <a:spcPct val="90000"/>
                  </a:lnSpc>
                </a:pP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b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(e)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1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89D4687F-AFE7-244E-A453-8BB8262DAAC3}"/>
              </a:ext>
            </a:extLst>
          </p:cNvPr>
          <p:cNvGrpSpPr/>
          <p:nvPr/>
        </p:nvGrpSpPr>
        <p:grpSpPr>
          <a:xfrm>
            <a:off x="4692593" y="3439041"/>
            <a:ext cx="398866" cy="299869"/>
            <a:chOff x="1348328" y="2507406"/>
            <a:chExt cx="603916" cy="454026"/>
          </a:xfrm>
        </p:grpSpPr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C2BE01E6-70E6-8E4C-BA8D-DED393966A32}"/>
                </a:ext>
              </a:extLst>
            </p:cNvPr>
            <p:cNvGrpSpPr/>
            <p:nvPr/>
          </p:nvGrpSpPr>
          <p:grpSpPr>
            <a:xfrm>
              <a:off x="1348328" y="2555748"/>
              <a:ext cx="603916" cy="308999"/>
              <a:chOff x="5278570" y="2983486"/>
              <a:chExt cx="501650" cy="233363"/>
            </a:xfrm>
          </p:grpSpPr>
          <p:sp>
            <p:nvSpPr>
              <p:cNvPr id="214" name="Oval 5">
                <a:extLst>
                  <a:ext uri="{FF2B5EF4-FFF2-40B4-BE49-F238E27FC236}">
                    <a16:creationId xmlns:a16="http://schemas.microsoft.com/office/drawing/2014/main" id="{576AA6BD-E7DD-0A40-BFA5-EFAB7BD89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3332" y="3088261"/>
                <a:ext cx="496888" cy="128588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0" name="Line 6">
                <a:extLst>
                  <a:ext uri="{FF2B5EF4-FFF2-40B4-BE49-F238E27FC236}">
                    <a16:creationId xmlns:a16="http://schemas.microsoft.com/office/drawing/2014/main" id="{FB5F05C7-2780-E646-8583-F10D5D5536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3332" y="3077148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7" name="Line 7">
                <a:extLst>
                  <a:ext uri="{FF2B5EF4-FFF2-40B4-BE49-F238E27FC236}">
                    <a16:creationId xmlns:a16="http://schemas.microsoft.com/office/drawing/2014/main" id="{240BBD39-ACCD-DF48-9D18-EC6A730D10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0220" y="3077148"/>
                <a:ext cx="0" cy="7937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8" name="Rectangle 8">
                <a:extLst>
                  <a:ext uri="{FF2B5EF4-FFF2-40B4-BE49-F238E27FC236}">
                    <a16:creationId xmlns:a16="http://schemas.microsoft.com/office/drawing/2014/main" id="{349823E2-5D3A-874F-8AEA-E5A577221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3332" y="3077148"/>
                <a:ext cx="492125" cy="777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29" name="Oval 9">
                <a:extLst>
                  <a:ext uri="{FF2B5EF4-FFF2-40B4-BE49-F238E27FC236}">
                    <a16:creationId xmlns:a16="http://schemas.microsoft.com/office/drawing/2014/main" id="{6A08B5E5-AB62-2748-A4C8-66903F651E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78570" y="2983486"/>
                <a:ext cx="496888" cy="150813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</p:grpSp>
        <p:grpSp>
          <p:nvGrpSpPr>
            <p:cNvPr id="180" name="Group 44">
              <a:extLst>
                <a:ext uri="{FF2B5EF4-FFF2-40B4-BE49-F238E27FC236}">
                  <a16:creationId xmlns:a16="http://schemas.microsoft.com/office/drawing/2014/main" id="{43C35E11-2685-B047-A4DC-8CC297487F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21952" y="2507406"/>
              <a:ext cx="425572" cy="454026"/>
              <a:chOff x="2922" y="2425"/>
              <a:chExt cx="272" cy="286"/>
            </a:xfrm>
          </p:grpSpPr>
          <p:sp>
            <p:nvSpPr>
              <p:cNvPr id="181" name="Rectangle 45">
                <a:extLst>
                  <a:ext uri="{FF2B5EF4-FFF2-40B4-BE49-F238E27FC236}">
                    <a16:creationId xmlns:a16="http://schemas.microsoft.com/office/drawing/2014/main" id="{EC128E69-3091-E647-8AD6-7159F31038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20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82" name="Text Box 46">
                <a:extLst>
                  <a:ext uri="{FF2B5EF4-FFF2-40B4-BE49-F238E27FC236}">
                    <a16:creationId xmlns:a16="http://schemas.microsoft.com/office/drawing/2014/main" id="{A7A5AEDE-B171-4F4D-BA15-5EAD869315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2" y="2425"/>
                <a:ext cx="272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350" kern="0" dirty="0">
                    <a:solidFill>
                      <a:srgbClr val="000000"/>
                    </a:solidFill>
                  </a:rPr>
                  <a:t>e</a:t>
                </a:r>
                <a:endParaRPr lang="en-US" sz="1500" kern="0" dirty="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259" name="Right Arrow 258">
            <a:extLst>
              <a:ext uri="{FF2B5EF4-FFF2-40B4-BE49-F238E27FC236}">
                <a16:creationId xmlns:a16="http://schemas.microsoft.com/office/drawing/2014/main" id="{E250E3B0-8C1E-E145-9521-A455E8D67258}"/>
              </a:ext>
            </a:extLst>
          </p:cNvPr>
          <p:cNvSpPr/>
          <p:nvPr/>
        </p:nvSpPr>
        <p:spPr>
          <a:xfrm rot="16200000">
            <a:off x="4730544" y="3130471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4" name="Freeform 263">
            <a:extLst>
              <a:ext uri="{FF2B5EF4-FFF2-40B4-BE49-F238E27FC236}">
                <a16:creationId xmlns:a16="http://schemas.microsoft.com/office/drawing/2014/main" id="{858E32EE-CF9A-BC4E-8C7A-5B0F4E196DDB}"/>
              </a:ext>
            </a:extLst>
          </p:cNvPr>
          <p:cNvSpPr/>
          <p:nvPr/>
        </p:nvSpPr>
        <p:spPr>
          <a:xfrm>
            <a:off x="5088192" y="3119653"/>
            <a:ext cx="2174897" cy="1975793"/>
          </a:xfrm>
          <a:custGeom>
            <a:avLst/>
            <a:gdLst>
              <a:gd name="connsiteX0" fmla="*/ 0 w 2615381"/>
              <a:gd name="connsiteY0" fmla="*/ 0 h 2615381"/>
              <a:gd name="connsiteX1" fmla="*/ 2595716 w 2615381"/>
              <a:gd name="connsiteY1" fmla="*/ 235975 h 2615381"/>
              <a:gd name="connsiteX2" fmla="*/ 2615381 w 2615381"/>
              <a:gd name="connsiteY2" fmla="*/ 2615381 h 2615381"/>
              <a:gd name="connsiteX3" fmla="*/ 9832 w 2615381"/>
              <a:gd name="connsiteY3" fmla="*/ 167149 h 2615381"/>
              <a:gd name="connsiteX4" fmla="*/ 0 w 2615381"/>
              <a:gd name="connsiteY4" fmla="*/ 0 h 2615381"/>
              <a:gd name="connsiteX0" fmla="*/ 0 w 2654709"/>
              <a:gd name="connsiteY0" fmla="*/ 0 h 2615381"/>
              <a:gd name="connsiteX1" fmla="*/ 2654709 w 2654709"/>
              <a:gd name="connsiteY1" fmla="*/ 255639 h 2615381"/>
              <a:gd name="connsiteX2" fmla="*/ 2615381 w 2654709"/>
              <a:gd name="connsiteY2" fmla="*/ 2615381 h 2615381"/>
              <a:gd name="connsiteX3" fmla="*/ 9832 w 2654709"/>
              <a:gd name="connsiteY3" fmla="*/ 167149 h 2615381"/>
              <a:gd name="connsiteX4" fmla="*/ 0 w 2654709"/>
              <a:gd name="connsiteY4" fmla="*/ 0 h 2615381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19663 w 2939845"/>
              <a:gd name="connsiteY3" fmla="*/ 1307690 h 2349910"/>
              <a:gd name="connsiteX4" fmla="*/ 0 w 2939845"/>
              <a:gd name="connsiteY4" fmla="*/ 1140541 h 234991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0 w 2899205"/>
              <a:gd name="connsiteY0" fmla="*/ 541101 h 2634390"/>
              <a:gd name="connsiteX1" fmla="*/ 2878884 w 2899205"/>
              <a:gd name="connsiteY1" fmla="*/ 0 h 2634390"/>
              <a:gd name="connsiteX2" fmla="*/ 2899205 w 2899205"/>
              <a:gd name="connsiteY2" fmla="*/ 2634390 h 2634390"/>
              <a:gd name="connsiteX3" fmla="*/ 9503 w 2899205"/>
              <a:gd name="connsiteY3" fmla="*/ 1094330 h 2634390"/>
              <a:gd name="connsiteX4" fmla="*/ 0 w 2899205"/>
              <a:gd name="connsiteY4" fmla="*/ 541101 h 2634390"/>
              <a:gd name="connsiteX0" fmla="*/ 0 w 2899205"/>
              <a:gd name="connsiteY0" fmla="*/ 541101 h 2634390"/>
              <a:gd name="connsiteX1" fmla="*/ 2878884 w 2899205"/>
              <a:gd name="connsiteY1" fmla="*/ 0 h 2634390"/>
              <a:gd name="connsiteX2" fmla="*/ 2899205 w 2899205"/>
              <a:gd name="connsiteY2" fmla="*/ 2634390 h 2634390"/>
              <a:gd name="connsiteX3" fmla="*/ 9503 w 2899205"/>
              <a:gd name="connsiteY3" fmla="*/ 1094330 h 2634390"/>
              <a:gd name="connsiteX4" fmla="*/ 0 w 2899205"/>
              <a:gd name="connsiteY4" fmla="*/ 541101 h 2634390"/>
              <a:gd name="connsiteX0" fmla="*/ 657 w 2899862"/>
              <a:gd name="connsiteY0" fmla="*/ 541101 h 2634390"/>
              <a:gd name="connsiteX1" fmla="*/ 2879541 w 2899862"/>
              <a:gd name="connsiteY1" fmla="*/ 0 h 2634390"/>
              <a:gd name="connsiteX2" fmla="*/ 2899862 w 2899862"/>
              <a:gd name="connsiteY2" fmla="*/ 2634390 h 2634390"/>
              <a:gd name="connsiteX3" fmla="*/ 0 w 2899862"/>
              <a:gd name="connsiteY3" fmla="*/ 708250 h 2634390"/>
              <a:gd name="connsiteX4" fmla="*/ 657 w 2899862"/>
              <a:gd name="connsiteY4" fmla="*/ 541101 h 2634390"/>
              <a:gd name="connsiteX0" fmla="*/ 657 w 2899862"/>
              <a:gd name="connsiteY0" fmla="*/ 541101 h 2634390"/>
              <a:gd name="connsiteX1" fmla="*/ 2879541 w 2899862"/>
              <a:gd name="connsiteY1" fmla="*/ 0 h 2634390"/>
              <a:gd name="connsiteX2" fmla="*/ 2899862 w 2899862"/>
              <a:gd name="connsiteY2" fmla="*/ 2634390 h 2634390"/>
              <a:gd name="connsiteX3" fmla="*/ 0 w 2899862"/>
              <a:gd name="connsiteY3" fmla="*/ 708250 h 2634390"/>
              <a:gd name="connsiteX4" fmla="*/ 657 w 2899862"/>
              <a:gd name="connsiteY4" fmla="*/ 541101 h 263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99862" h="2634390">
                <a:moveTo>
                  <a:pt x="657" y="541101"/>
                </a:moveTo>
                <a:cubicBezTo>
                  <a:pt x="1842566" y="465721"/>
                  <a:pt x="1787505" y="533564"/>
                  <a:pt x="2879541" y="0"/>
                </a:cubicBezTo>
                <a:cubicBezTo>
                  <a:pt x="2879541" y="783303"/>
                  <a:pt x="2899862" y="1851087"/>
                  <a:pt x="2899862" y="2634390"/>
                </a:cubicBezTo>
                <a:cubicBezTo>
                  <a:pt x="2640945" y="598784"/>
                  <a:pt x="2154903" y="642374"/>
                  <a:pt x="0" y="708250"/>
                </a:cubicBezTo>
                <a:lnTo>
                  <a:pt x="657" y="54110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5" name="Down Arrow 264">
            <a:extLst>
              <a:ext uri="{FF2B5EF4-FFF2-40B4-BE49-F238E27FC236}">
                <a16:creationId xmlns:a16="http://schemas.microsoft.com/office/drawing/2014/main" id="{3CB1AFBB-CB3F-1542-8613-2F98EF8BBFE5}"/>
              </a:ext>
            </a:extLst>
          </p:cNvPr>
          <p:cNvSpPr/>
          <p:nvPr/>
        </p:nvSpPr>
        <p:spPr>
          <a:xfrm rot="16200000">
            <a:off x="4959681" y="4915218"/>
            <a:ext cx="254711" cy="420472"/>
          </a:xfrm>
          <a:prstGeom prst="downArrow">
            <a:avLst/>
          </a:prstGeom>
          <a:gradFill>
            <a:gsLst>
              <a:gs pos="0">
                <a:schemeClr val="bg1"/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3DD77FF-E95C-9640-83A8-8668D2A2C680}"/>
              </a:ext>
            </a:extLst>
          </p:cNvPr>
          <p:cNvGrpSpPr/>
          <p:nvPr/>
        </p:nvGrpSpPr>
        <p:grpSpPr>
          <a:xfrm>
            <a:off x="563880" y="2442210"/>
            <a:ext cx="4511040" cy="3406140"/>
            <a:chOff x="751840" y="2113280"/>
            <a:chExt cx="6014720" cy="4541520"/>
          </a:xfrm>
        </p:grpSpPr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F01C52F0-787E-E542-8310-BD2127FCC025}"/>
                </a:ext>
              </a:extLst>
            </p:cNvPr>
            <p:cNvSpPr/>
            <p:nvPr/>
          </p:nvSpPr>
          <p:spPr>
            <a:xfrm>
              <a:off x="782320" y="3942080"/>
              <a:ext cx="5659120" cy="271272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B553762-65E4-7242-AB73-E073D39B1FB6}"/>
                </a:ext>
              </a:extLst>
            </p:cNvPr>
            <p:cNvSpPr/>
            <p:nvPr/>
          </p:nvSpPr>
          <p:spPr>
            <a:xfrm>
              <a:off x="751840" y="2113280"/>
              <a:ext cx="6014720" cy="1838960"/>
            </a:xfrm>
            <a:custGeom>
              <a:avLst/>
              <a:gdLst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1848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5912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  <a:gd name="connsiteX0" fmla="*/ 6014720 w 6014720"/>
                <a:gd name="connsiteY0" fmla="*/ 0 h 1838960"/>
                <a:gd name="connsiteX1" fmla="*/ 5659120 w 6014720"/>
                <a:gd name="connsiteY1" fmla="*/ 1838960 h 1838960"/>
                <a:gd name="connsiteX2" fmla="*/ 0 w 6014720"/>
                <a:gd name="connsiteY2" fmla="*/ 1838960 h 1838960"/>
                <a:gd name="connsiteX3" fmla="*/ 5496560 w 6014720"/>
                <a:gd name="connsiteY3" fmla="*/ 0 h 1838960"/>
                <a:gd name="connsiteX4" fmla="*/ 6014720 w 6014720"/>
                <a:gd name="connsiteY4" fmla="*/ 0 h 1838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14720" h="1838960">
                  <a:moveTo>
                    <a:pt x="6014720" y="0"/>
                  </a:moveTo>
                  <a:cubicBezTo>
                    <a:pt x="4937760" y="795867"/>
                    <a:pt x="5008880" y="1479973"/>
                    <a:pt x="5659120" y="1838960"/>
                  </a:cubicBezTo>
                  <a:lnTo>
                    <a:pt x="0" y="1838960"/>
                  </a:lnTo>
                  <a:cubicBezTo>
                    <a:pt x="3772747" y="1642533"/>
                    <a:pt x="3776133" y="1578187"/>
                    <a:pt x="5496560" y="0"/>
                  </a:cubicBezTo>
                  <a:lnTo>
                    <a:pt x="6014720" y="0"/>
                  </a:ln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100000">
                  <a:schemeClr val="accent5">
                    <a:lumMod val="20000"/>
                    <a:lumOff val="8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F7FE6501-59AE-7E4F-A363-64532C89299C}"/>
              </a:ext>
            </a:extLst>
          </p:cNvPr>
          <p:cNvGrpSpPr/>
          <p:nvPr/>
        </p:nvGrpSpPr>
        <p:grpSpPr>
          <a:xfrm>
            <a:off x="4389334" y="2176492"/>
            <a:ext cx="897041" cy="766916"/>
            <a:chOff x="9655277" y="2349909"/>
            <a:chExt cx="1196054" cy="1022555"/>
          </a:xfrm>
        </p:grpSpPr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C63ACF7A-01CE-D940-9A14-306A3279A424}"/>
                </a:ext>
              </a:extLst>
            </p:cNvPr>
            <p:cNvSpPr/>
            <p:nvPr/>
          </p:nvSpPr>
          <p:spPr>
            <a:xfrm>
              <a:off x="9655277" y="2349909"/>
              <a:ext cx="1196054" cy="1022555"/>
            </a:xfrm>
            <a:custGeom>
              <a:avLst/>
              <a:gdLst>
                <a:gd name="connsiteX0" fmla="*/ 1416106 w 2820074"/>
                <a:gd name="connsiteY0" fmla="*/ 606903 h 2290046"/>
                <a:gd name="connsiteX1" fmla="*/ 1096471 w 2820074"/>
                <a:gd name="connsiteY1" fmla="*/ 222531 h 2290046"/>
                <a:gd name="connsiteX2" fmla="*/ 954860 w 2820074"/>
                <a:gd name="connsiteY2" fmla="*/ 667593 h 2290046"/>
                <a:gd name="connsiteX3" fmla="*/ 89012 w 2820074"/>
                <a:gd name="connsiteY3" fmla="*/ 242761 h 2290046"/>
                <a:gd name="connsiteX4" fmla="*/ 610948 w 2820074"/>
                <a:gd name="connsiteY4" fmla="*/ 797066 h 2290046"/>
                <a:gd name="connsiteX5" fmla="*/ 0 w 2820074"/>
                <a:gd name="connsiteY5" fmla="*/ 902262 h 2290046"/>
                <a:gd name="connsiteX6" fmla="*/ 481476 w 2820074"/>
                <a:gd name="connsiteY6" fmla="*/ 1246174 h 2290046"/>
                <a:gd name="connsiteX7" fmla="*/ 36414 w 2820074"/>
                <a:gd name="connsiteY7" fmla="*/ 1533441 h 2290046"/>
                <a:gd name="connsiteX8" fmla="*/ 760651 w 2820074"/>
                <a:gd name="connsiteY8" fmla="*/ 1476797 h 2290046"/>
                <a:gd name="connsiteX9" fmla="*/ 623086 w 2820074"/>
                <a:gd name="connsiteY9" fmla="*/ 1869260 h 2290046"/>
                <a:gd name="connsiteX10" fmla="*/ 1003412 w 2820074"/>
                <a:gd name="connsiteY10" fmla="*/ 1658867 h 2290046"/>
                <a:gd name="connsiteX11" fmla="*/ 1104563 w 2820074"/>
                <a:gd name="connsiteY11" fmla="*/ 2290046 h 2290046"/>
                <a:gd name="connsiteX12" fmla="*/ 1383738 w 2820074"/>
                <a:gd name="connsiteY12" fmla="*/ 1569855 h 2290046"/>
                <a:gd name="connsiteX13" fmla="*/ 1743833 w 2820074"/>
                <a:gd name="connsiteY13" fmla="*/ 2091791 h 2290046"/>
                <a:gd name="connsiteX14" fmla="*/ 1836892 w 2820074"/>
                <a:gd name="connsiteY14" fmla="*/ 1529395 h 2290046"/>
                <a:gd name="connsiteX15" fmla="*/ 2375012 w 2820074"/>
                <a:gd name="connsiteY15" fmla="*/ 1889491 h 2290046"/>
                <a:gd name="connsiteX16" fmla="*/ 2209125 w 2820074"/>
                <a:gd name="connsiteY16" fmla="*/ 1351370 h 2290046"/>
                <a:gd name="connsiteX17" fmla="*/ 2820074 w 2820074"/>
                <a:gd name="connsiteY17" fmla="*/ 1399922 h 2290046"/>
                <a:gd name="connsiteX18" fmla="*/ 2310276 w 2820074"/>
                <a:gd name="connsiteY18" fmla="*/ 1092425 h 2290046"/>
                <a:gd name="connsiteX19" fmla="*/ 2775568 w 2820074"/>
                <a:gd name="connsiteY19" fmla="*/ 837526 h 2290046"/>
                <a:gd name="connsiteX20" fmla="*/ 2196987 w 2820074"/>
                <a:gd name="connsiteY20" fmla="*/ 768744 h 2290046"/>
                <a:gd name="connsiteX21" fmla="*/ 2427610 w 2820074"/>
                <a:gd name="connsiteY21" fmla="*/ 441016 h 2290046"/>
                <a:gd name="connsiteX22" fmla="*/ 1844984 w 2820074"/>
                <a:gd name="connsiteY22" fmla="*/ 546213 h 2290046"/>
                <a:gd name="connsiteX23" fmla="*/ 1901628 w 2820074"/>
                <a:gd name="connsiteY23" fmla="*/ 0 h 2290046"/>
                <a:gd name="connsiteX24" fmla="*/ 1416106 w 2820074"/>
                <a:gd name="connsiteY24" fmla="*/ 606903 h 229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20074" h="2290046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669F4A56-8AD8-9443-9DD4-4E6082993E4D}"/>
                </a:ext>
              </a:extLst>
            </p:cNvPr>
            <p:cNvSpPr txBox="1"/>
            <p:nvPr/>
          </p:nvSpPr>
          <p:spPr>
            <a:xfrm>
              <a:off x="9753600" y="2635045"/>
              <a:ext cx="1081834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1350" dirty="0">
                  <a:solidFill>
                    <a:srgbClr val="C00000"/>
                  </a:solidFill>
                  <a:latin typeface="Calibri" panose="020F0502020204030204"/>
                </a:rPr>
                <a:t>compute</a:t>
              </a:r>
            </a:p>
          </p:txBody>
        </p:sp>
      </p:grpSp>
      <p:sp>
        <p:nvSpPr>
          <p:cNvPr id="263" name="TextBox 262">
            <a:extLst>
              <a:ext uri="{FF2B5EF4-FFF2-40B4-BE49-F238E27FC236}">
                <a16:creationId xmlns:a16="http://schemas.microsoft.com/office/drawing/2014/main" id="{AD73DF7B-C6A1-8C43-92E7-35914D44AF5F}"/>
              </a:ext>
            </a:extLst>
          </p:cNvPr>
          <p:cNvSpPr txBox="1"/>
          <p:nvPr/>
        </p:nvSpPr>
        <p:spPr>
          <a:xfrm>
            <a:off x="4766572" y="2303053"/>
            <a:ext cx="28565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500" dirty="0">
                <a:solidFill>
                  <a:prstClr val="black"/>
                </a:solidFill>
                <a:latin typeface="Calibri" panose="020F0502020204030204"/>
              </a:rPr>
              <a:t>b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592C8CA7-0104-4B46-8A79-58E2F147158C}"/>
              </a:ext>
            </a:extLst>
          </p:cNvPr>
          <p:cNvSpPr txBox="1"/>
          <p:nvPr/>
        </p:nvSpPr>
        <p:spPr>
          <a:xfrm>
            <a:off x="670560" y="3873431"/>
            <a:ext cx="4175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spcBef>
                <a:spcPts val="225"/>
              </a:spcBef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(a) = min{c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b,a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(a), 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b,c 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(a), 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b,e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e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(a)}  = min{8,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∞,∞} = 8 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DCFB5697-087A-6A4F-A48D-98A3E75CFA5F}"/>
              </a:ext>
            </a:extLst>
          </p:cNvPr>
          <p:cNvSpPr txBox="1"/>
          <p:nvPr/>
        </p:nvSpPr>
        <p:spPr>
          <a:xfrm>
            <a:off x="670560" y="4117271"/>
            <a:ext cx="4152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spcBef>
                <a:spcPts val="225"/>
              </a:spcBef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(c) = min{c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b,a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(c), 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b,c 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(c), 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 b,e 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e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(c)}  = min{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∞,1,∞} = 1 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E1E6414-BFC2-6F49-BF7D-69F4679C38EE}"/>
              </a:ext>
            </a:extLst>
          </p:cNvPr>
          <p:cNvSpPr txBox="1"/>
          <p:nvPr/>
        </p:nvSpPr>
        <p:spPr>
          <a:xfrm>
            <a:off x="662940" y="4361111"/>
            <a:ext cx="4145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spcBef>
                <a:spcPts val="225"/>
              </a:spcBef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(d) = min{c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b,a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(d), 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b,c 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(d), 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 b,e 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e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(d)}  = min{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9,2,∞} = 2 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3834A49C-F57F-2B4C-8C1E-8CA2C48DB280}"/>
              </a:ext>
            </a:extLst>
          </p:cNvPr>
          <p:cNvSpPr txBox="1"/>
          <p:nvPr/>
        </p:nvSpPr>
        <p:spPr>
          <a:xfrm>
            <a:off x="662940" y="4833551"/>
            <a:ext cx="41224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spcBef>
                <a:spcPts val="225"/>
              </a:spcBef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(f) = min{c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b,a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(f), 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b,c 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(f), 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 b,e 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e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(f)}  = min{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∞,∞,2} = 2 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0F652DFE-1D53-2E40-AA65-BBF6D49AD967}"/>
              </a:ext>
            </a:extLst>
          </p:cNvPr>
          <p:cNvSpPr txBox="1"/>
          <p:nvPr/>
        </p:nvSpPr>
        <p:spPr>
          <a:xfrm>
            <a:off x="670560" y="5540872"/>
            <a:ext cx="4099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spcBef>
                <a:spcPts val="225"/>
              </a:spcBef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(i) = min{c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b,a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(i), 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b,c 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(i), 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 b,e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e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(i)}  = min{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∞,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∞, ∞} = ∞ 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6F6C5C23-C561-3C45-BF6E-B71BD8ABBA6F}"/>
              </a:ext>
            </a:extLst>
          </p:cNvPr>
          <p:cNvSpPr txBox="1"/>
          <p:nvPr/>
        </p:nvSpPr>
        <p:spPr>
          <a:xfrm>
            <a:off x="662940" y="5312272"/>
            <a:ext cx="4160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spcBef>
                <a:spcPts val="225"/>
              </a:spcBef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(h) = min{c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b,a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(h), 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b,c 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(h), 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 b,e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e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(h)}  = min{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∞,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∞, 2} = 2 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BADCD68C-1DA0-8447-9D21-763071468EAD}"/>
              </a:ext>
            </a:extLst>
          </p:cNvPr>
          <p:cNvSpPr txBox="1"/>
          <p:nvPr/>
        </p:nvSpPr>
        <p:spPr>
          <a:xfrm>
            <a:off x="670560" y="4589711"/>
            <a:ext cx="4084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spcBef>
                <a:spcPts val="225"/>
              </a:spcBef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(e) = min{c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b,a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(e), 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b,c 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(e), 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 b,e 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e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(e)}  = min{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∞,∞,1} = 1 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CD08082F-26E1-5D4C-847F-FBDD59BB5533}"/>
              </a:ext>
            </a:extLst>
          </p:cNvPr>
          <p:cNvSpPr txBox="1"/>
          <p:nvPr/>
        </p:nvSpPr>
        <p:spPr>
          <a:xfrm>
            <a:off x="670560" y="5069771"/>
            <a:ext cx="42474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spcBef>
                <a:spcPts val="225"/>
              </a:spcBef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(g) = min{c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b,a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a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(g), 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b,c 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(g), 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 b,e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e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(g)}  = min{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∞,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∞, ∞} = ∞ 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99959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-3.7037E-6 L -0.0013 -0.71435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357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65" grpId="0" animBg="1"/>
      <p:bldP spid="230" grpId="0"/>
      <p:bldP spid="231" grpId="0"/>
      <p:bldP spid="232" grpId="0"/>
      <p:bldP spid="235" grpId="0"/>
      <p:bldP spid="237" grpId="0"/>
      <p:bldP spid="238" grpId="0"/>
      <p:bldP spid="233" grpId="0"/>
      <p:bldP spid="23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roup 371">
            <a:extLst>
              <a:ext uri="{FF2B5EF4-FFF2-40B4-BE49-F238E27FC236}">
                <a16:creationId xmlns:a16="http://schemas.microsoft.com/office/drawing/2014/main" id="{6256310D-2722-AC40-836B-70B2E6C735F3}"/>
              </a:ext>
            </a:extLst>
          </p:cNvPr>
          <p:cNvGrpSpPr/>
          <p:nvPr/>
        </p:nvGrpSpPr>
        <p:grpSpPr>
          <a:xfrm>
            <a:off x="2120974" y="1705282"/>
            <a:ext cx="1160543" cy="1988557"/>
            <a:chOff x="3221255" y="1012723"/>
            <a:chExt cx="1547391" cy="2651409"/>
          </a:xfrm>
        </p:grpSpPr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id="{83550A18-F3EF-E943-8229-8A03AEBA0C06}"/>
                </a:ext>
              </a:extLst>
            </p:cNvPr>
            <p:cNvSpPr/>
            <p:nvPr/>
          </p:nvSpPr>
          <p:spPr>
            <a:xfrm>
              <a:off x="4316362" y="1042219"/>
              <a:ext cx="452284" cy="2389239"/>
            </a:xfrm>
            <a:custGeom>
              <a:avLst/>
              <a:gdLst>
                <a:gd name="connsiteX0" fmla="*/ 0 w 491613"/>
                <a:gd name="connsiteY0" fmla="*/ 0 h 2389239"/>
                <a:gd name="connsiteX1" fmla="*/ 491613 w 491613"/>
                <a:gd name="connsiteY1" fmla="*/ 904568 h 2389239"/>
                <a:gd name="connsiteX2" fmla="*/ 491613 w 491613"/>
                <a:gd name="connsiteY2" fmla="*/ 1052052 h 2389239"/>
                <a:gd name="connsiteX3" fmla="*/ 19665 w 491613"/>
                <a:gd name="connsiteY3" fmla="*/ 2389239 h 2389239"/>
                <a:gd name="connsiteX4" fmla="*/ 0 w 491613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19664 w 471948"/>
                <a:gd name="connsiteY0" fmla="*/ 0 h 2389239"/>
                <a:gd name="connsiteX1" fmla="*/ 471948 w 471948"/>
                <a:gd name="connsiteY1" fmla="*/ 904568 h 2389239"/>
                <a:gd name="connsiteX2" fmla="*/ 471948 w 471948"/>
                <a:gd name="connsiteY2" fmla="*/ 1052052 h 2389239"/>
                <a:gd name="connsiteX3" fmla="*/ 0 w 471948"/>
                <a:gd name="connsiteY3" fmla="*/ 2389239 h 2389239"/>
                <a:gd name="connsiteX4" fmla="*/ 19664 w 471948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  <a:gd name="connsiteX0" fmla="*/ 0 w 452284"/>
                <a:gd name="connsiteY0" fmla="*/ 0 h 2389239"/>
                <a:gd name="connsiteX1" fmla="*/ 452284 w 452284"/>
                <a:gd name="connsiteY1" fmla="*/ 904568 h 2389239"/>
                <a:gd name="connsiteX2" fmla="*/ 452284 w 452284"/>
                <a:gd name="connsiteY2" fmla="*/ 1052052 h 2389239"/>
                <a:gd name="connsiteX3" fmla="*/ 9833 w 452284"/>
                <a:gd name="connsiteY3" fmla="*/ 2389239 h 2389239"/>
                <a:gd name="connsiteX4" fmla="*/ 0 w 452284"/>
                <a:gd name="connsiteY4" fmla="*/ 0 h 238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2284" h="2389239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CB9AF062-8753-5B40-ABD3-B709A7CA41D6}"/>
                </a:ext>
              </a:extLst>
            </p:cNvPr>
            <p:cNvGrpSpPr/>
            <p:nvPr/>
          </p:nvGrpSpPr>
          <p:grpSpPr>
            <a:xfrm>
              <a:off x="3221255" y="1012723"/>
              <a:ext cx="1172904" cy="2651409"/>
              <a:chOff x="3221255" y="1012723"/>
              <a:chExt cx="1172904" cy="2651409"/>
            </a:xfrm>
          </p:grpSpPr>
          <p:sp>
            <p:nvSpPr>
              <p:cNvPr id="375" name="Rectangle 374">
                <a:extLst>
                  <a:ext uri="{FF2B5EF4-FFF2-40B4-BE49-F238E27FC236}">
                    <a16:creationId xmlns:a16="http://schemas.microsoft.com/office/drawing/2014/main" id="{993DA739-7CEA-114D-820B-DF132DB3984F}"/>
                  </a:ext>
                </a:extLst>
              </p:cNvPr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376" name="Group 375">
                <a:extLst>
                  <a:ext uri="{FF2B5EF4-FFF2-40B4-BE49-F238E27FC236}">
                    <a16:creationId xmlns:a16="http://schemas.microsoft.com/office/drawing/2014/main" id="{CCC46E28-2F9A-614B-981E-EA679AD82EB0}"/>
                  </a:ext>
                </a:extLst>
              </p:cNvPr>
              <p:cNvGrpSpPr/>
              <p:nvPr/>
            </p:nvGrpSpPr>
            <p:grpSpPr>
              <a:xfrm>
                <a:off x="3221255" y="1017253"/>
                <a:ext cx="1172904" cy="2646879"/>
                <a:chOff x="9477371" y="702026"/>
                <a:chExt cx="1172904" cy="2646879"/>
              </a:xfrm>
            </p:grpSpPr>
            <p:sp>
              <p:nvSpPr>
                <p:cNvPr id="377" name="Rectangle 376">
                  <a:extLst>
                    <a:ext uri="{FF2B5EF4-FFF2-40B4-BE49-F238E27FC236}">
                      <a16:creationId xmlns:a16="http://schemas.microsoft.com/office/drawing/2014/main" id="{99E48FE5-7FBB-0648-927F-69AA9BA117F7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78" name="TextBox 377">
                  <a:extLst>
                    <a:ext uri="{FF2B5EF4-FFF2-40B4-BE49-F238E27FC236}">
                      <a16:creationId xmlns:a16="http://schemas.microsoft.com/office/drawing/2014/main" id="{741917D9-8AC9-0D49-8D6F-B97725FED00C}"/>
                    </a:ext>
                  </a:extLst>
                </p:cNvPr>
                <p:cNvSpPr txBox="1"/>
                <p:nvPr/>
              </p:nvSpPr>
              <p:spPr>
                <a:xfrm>
                  <a:off x="9533078" y="702026"/>
                  <a:ext cx="1117197" cy="264687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685800"/>
                  <a:r>
                    <a:rPr lang="en-US" sz="1500" dirty="0">
                      <a:solidFill>
                        <a:prstClr val="white"/>
                      </a:solidFill>
                      <a:latin typeface="Calibri" panose="020F0502020204030204"/>
                    </a:rPr>
                    <a:t>DV in a: 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(a)=0</a:t>
                  </a:r>
                </a:p>
                <a:p>
                  <a:pPr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(b) = 8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endParaRPr>
                </a:p>
                <a:p>
                  <a:pPr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(c)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(d)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1</a:t>
                  </a:r>
                </a:p>
                <a:p>
                  <a:pPr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(e)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(f)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(g)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(h)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a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(i)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379" name="Straight Connector 378">
                  <a:extLst>
                    <a:ext uri="{FF2B5EF4-FFF2-40B4-BE49-F238E27FC236}">
                      <a16:creationId xmlns:a16="http://schemas.microsoft.com/office/drawing/2014/main" id="{50ED32A2-619A-5348-8102-F0D95343AD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0" name="Rectangle 379">
                  <a:extLst>
                    <a:ext uri="{FF2B5EF4-FFF2-40B4-BE49-F238E27FC236}">
                      <a16:creationId xmlns:a16="http://schemas.microsoft.com/office/drawing/2014/main" id="{DCEA8569-4767-BC4F-95B8-4CEC559CA8A1}"/>
                    </a:ext>
                  </a:extLst>
                </p:cNvPr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D6D20-7345-FD7A-77E2-940DD1A1B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41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4897745" y="2454091"/>
            <a:ext cx="0" cy="28973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3449078" y="3902756"/>
            <a:ext cx="289733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3449078" y="2454091"/>
            <a:ext cx="2897333" cy="289733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6285253" y="2507603"/>
            <a:ext cx="99381" cy="1391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3250339" y="5186415"/>
            <a:ext cx="3296513" cy="326495"/>
            <a:chOff x="4333785" y="5772223"/>
            <a:chExt cx="4395351" cy="43532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g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h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5784" y="2507406"/>
                <a:ext cx="337956" cy="454026"/>
                <a:chOff x="2950" y="2425"/>
                <a:chExt cx="216" cy="286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0" y="2425"/>
                  <a:ext cx="216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i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3229336" y="3010142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4663150" y="300290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3222103" y="4522085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4673280" y="452353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6115774" y="452498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4081522" y="3879691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5515336" y="387245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4082968" y="5322186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5516782" y="531495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4084414" y="2450218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5518228" y="244298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438277" y="2251609"/>
            <a:ext cx="596638" cy="945270"/>
            <a:chOff x="10030307" y="3444875"/>
            <a:chExt cx="795517" cy="1260360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95517" cy="615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689667" y="2354212"/>
            <a:ext cx="0" cy="147023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4970207" y="1063728"/>
            <a:ext cx="2278626" cy="47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0DE6387-1D17-B74C-B49C-337140026F6C}"/>
              </a:ext>
            </a:extLst>
          </p:cNvPr>
          <p:cNvGrpSpPr/>
          <p:nvPr/>
        </p:nvGrpSpPr>
        <p:grpSpPr>
          <a:xfrm>
            <a:off x="4992329" y="1034231"/>
            <a:ext cx="1869850" cy="1437968"/>
            <a:chOff x="7010400" y="108155"/>
            <a:chExt cx="2493133" cy="1917291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AAB1A5DE-415B-F14B-A28A-363ED94665BF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937CC7FC-FB1E-3F44-8360-192E93D54F76}"/>
                </a:ext>
              </a:extLst>
            </p:cNvPr>
            <p:cNvGrpSpPr/>
            <p:nvPr/>
          </p:nvGrpSpPr>
          <p:grpSpPr>
            <a:xfrm>
              <a:off x="7323883" y="108155"/>
              <a:ext cx="2179650" cy="1461852"/>
              <a:chOff x="7323883" y="108155"/>
              <a:chExt cx="2179650" cy="1461852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4491BF2B-1B3B-CC46-9290-459EE74E54A2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FCF8DCB2-D709-AF40-B84B-C341D1A769CD}"/>
                  </a:ext>
                </a:extLst>
              </p:cNvPr>
              <p:cNvGrpSpPr/>
              <p:nvPr/>
            </p:nvGrpSpPr>
            <p:grpSpPr>
              <a:xfrm>
                <a:off x="7323883" y="120836"/>
                <a:ext cx="2179650" cy="1449171"/>
                <a:chOff x="7323883" y="120836"/>
                <a:chExt cx="2179650" cy="1449171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AAB1F5FE-4DFF-8942-96D2-1BF59A9B8ED7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02C346E9-CF40-A846-ACD9-F72DFBB9E805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685800">
                    <a:spcAft>
                      <a:spcPts val="300"/>
                    </a:spcAft>
                  </a:pPr>
                  <a:r>
                    <a:rPr lang="en-US" sz="1500" dirty="0">
                      <a:solidFill>
                        <a:prstClr val="white"/>
                      </a:solidFill>
                      <a:latin typeface="Calibri" panose="020F0502020204030204"/>
                    </a:rPr>
                    <a:t>DV in b:</a:t>
                  </a:r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322E19FC-BD9D-FC41-8AF9-4540EB9B5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14EC7CB6-196B-5E44-AD24-302ACAC213D8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15AACE12-C210-0141-824B-658545F2E1EB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10095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(f)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(g)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(h)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(i)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8FBBD149-E4A4-7649-964F-57535C719AD2}"/>
                    </a:ext>
                  </a:extLst>
                </p:cNvPr>
                <p:cNvSpPr txBox="1"/>
                <p:nvPr/>
              </p:nvSpPr>
              <p:spPr>
                <a:xfrm>
                  <a:off x="7323883" y="557387"/>
                  <a:ext cx="1283998" cy="10095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85725" lvl="1"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(a) = 8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endParaRPr>
                </a:p>
                <a:p>
                  <a:pPr marL="85725" lvl="1"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(c)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1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(d)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(e)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1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261469" y="3166494"/>
            <a:ext cx="1646861" cy="466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 defTabSz="68580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c receives DVs from b</a:t>
            </a:r>
          </a:p>
        </p:txBody>
      </p:sp>
      <p:sp>
        <p:nvSpPr>
          <p:cNvPr id="345" name="Right Arrow 344">
            <a:extLst>
              <a:ext uri="{FF2B5EF4-FFF2-40B4-BE49-F238E27FC236}">
                <a16:creationId xmlns:a16="http://schemas.microsoft.com/office/drawing/2014/main" id="{92F5E3C5-FAC5-934A-B5A5-9BE872588D4E}"/>
              </a:ext>
            </a:extLst>
          </p:cNvPr>
          <p:cNvSpPr/>
          <p:nvPr/>
        </p:nvSpPr>
        <p:spPr>
          <a:xfrm rot="16200000">
            <a:off x="4760039" y="3412411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6" name="Right Arrow 355">
            <a:extLst>
              <a:ext uri="{FF2B5EF4-FFF2-40B4-BE49-F238E27FC236}">
                <a16:creationId xmlns:a16="http://schemas.microsoft.com/office/drawing/2014/main" id="{FECE1C4C-C6DE-E44B-8914-C9FAB6E59F01}"/>
              </a:ext>
            </a:extLst>
          </p:cNvPr>
          <p:cNvSpPr/>
          <p:nvPr/>
        </p:nvSpPr>
        <p:spPr>
          <a:xfrm>
            <a:off x="3729918" y="2310740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7" name="Right Arrow 356">
            <a:extLst>
              <a:ext uri="{FF2B5EF4-FFF2-40B4-BE49-F238E27FC236}">
                <a16:creationId xmlns:a16="http://schemas.microsoft.com/office/drawing/2014/main" id="{E44AC5A8-AB5C-6D48-965A-B3150C882B9F}"/>
              </a:ext>
            </a:extLst>
          </p:cNvPr>
          <p:cNvSpPr/>
          <p:nvPr/>
        </p:nvSpPr>
        <p:spPr>
          <a:xfrm rot="10800000">
            <a:off x="5723669" y="2297026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3250339" y="2286803"/>
            <a:ext cx="3296513" cy="326495"/>
            <a:chOff x="4333785" y="5772223"/>
            <a:chExt cx="4395351" cy="43532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a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b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9796" y="2507406"/>
                <a:ext cx="409928" cy="454026"/>
                <a:chOff x="2927" y="2425"/>
                <a:chExt cx="262" cy="286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7" y="2425"/>
                  <a:ext cx="26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c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3252344" y="3732598"/>
            <a:ext cx="3296513" cy="326495"/>
            <a:chOff x="4333785" y="5772223"/>
            <a:chExt cx="4395351" cy="43532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d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e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7954" y="2507406"/>
                <a:ext cx="352037" cy="454026"/>
                <a:chOff x="2945" y="2425"/>
                <a:chExt cx="225" cy="286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5" y="2425"/>
                  <a:ext cx="225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f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3B35DA9-63C6-B944-AEED-1CE8A219D68F}"/>
              </a:ext>
            </a:extLst>
          </p:cNvPr>
          <p:cNvGrpSpPr/>
          <p:nvPr/>
        </p:nvGrpSpPr>
        <p:grpSpPr>
          <a:xfrm>
            <a:off x="6555660" y="1022248"/>
            <a:ext cx="1680126" cy="2023631"/>
            <a:chOff x="8740877" y="219997"/>
            <a:chExt cx="2240167" cy="2698174"/>
          </a:xfrm>
        </p:grpSpPr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CD3625DA-7674-FD43-A116-87C156BB9E53}"/>
                </a:ext>
              </a:extLst>
            </p:cNvPr>
            <p:cNvSpPr/>
            <p:nvPr/>
          </p:nvSpPr>
          <p:spPr>
            <a:xfrm>
              <a:off x="8740877" y="247036"/>
              <a:ext cx="924232" cy="2428567"/>
            </a:xfrm>
            <a:custGeom>
              <a:avLst/>
              <a:gdLst>
                <a:gd name="connsiteX0" fmla="*/ 9833 w 786581"/>
                <a:gd name="connsiteY0" fmla="*/ 501445 h 2458064"/>
                <a:gd name="connsiteX1" fmla="*/ 747252 w 786581"/>
                <a:gd name="connsiteY1" fmla="*/ 0 h 2458064"/>
                <a:gd name="connsiteX2" fmla="*/ 786581 w 786581"/>
                <a:gd name="connsiteY2" fmla="*/ 2458064 h 2458064"/>
                <a:gd name="connsiteX3" fmla="*/ 0 w 786581"/>
                <a:gd name="connsiteY3" fmla="*/ 668593 h 2458064"/>
                <a:gd name="connsiteX4" fmla="*/ 9833 w 786581"/>
                <a:gd name="connsiteY4" fmla="*/ 501445 h 2458064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358" name="Group 357">
              <a:extLst>
                <a:ext uri="{FF2B5EF4-FFF2-40B4-BE49-F238E27FC236}">
                  <a16:creationId xmlns:a16="http://schemas.microsoft.com/office/drawing/2014/main" id="{8E84743B-19DB-E241-B0AF-861F515FE360}"/>
                </a:ext>
              </a:extLst>
            </p:cNvPr>
            <p:cNvGrpSpPr/>
            <p:nvPr/>
          </p:nvGrpSpPr>
          <p:grpSpPr>
            <a:xfrm>
              <a:off x="9636527" y="219997"/>
              <a:ext cx="1344517" cy="2698174"/>
              <a:chOff x="9764347" y="1447800"/>
              <a:chExt cx="1344517" cy="2698174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FBF5705D-BC98-2845-B684-C5D5E33CE86A}"/>
                  </a:ext>
                </a:extLst>
              </p:cNvPr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360" name="Group 359">
                <a:extLst>
                  <a:ext uri="{FF2B5EF4-FFF2-40B4-BE49-F238E27FC236}">
                    <a16:creationId xmlns:a16="http://schemas.microsoft.com/office/drawing/2014/main" id="{45185F04-540F-1048-94D0-753D4872458F}"/>
                  </a:ext>
                </a:extLst>
              </p:cNvPr>
              <p:cNvGrpSpPr/>
              <p:nvPr/>
            </p:nvGrpSpPr>
            <p:grpSpPr>
              <a:xfrm>
                <a:off x="9764347" y="1447800"/>
                <a:ext cx="1344517" cy="2698174"/>
                <a:chOff x="9472118" y="702026"/>
                <a:chExt cx="1344517" cy="2698174"/>
              </a:xfrm>
            </p:grpSpPr>
            <p:sp>
              <p:nvSpPr>
                <p:cNvPr id="361" name="Rectangle 360">
                  <a:extLst>
                    <a:ext uri="{FF2B5EF4-FFF2-40B4-BE49-F238E27FC236}">
                      <a16:creationId xmlns:a16="http://schemas.microsoft.com/office/drawing/2014/main" id="{F1B029F2-3CFB-F446-A49B-ABBE33D07546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E601508D-C456-214F-B2CC-E58813667624}"/>
                    </a:ext>
                  </a:extLst>
                </p:cNvPr>
                <p:cNvSpPr txBox="1"/>
                <p:nvPr/>
              </p:nvSpPr>
              <p:spPr>
                <a:xfrm>
                  <a:off x="9472118" y="702026"/>
                  <a:ext cx="1344517" cy="26981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685800">
                    <a:spcAft>
                      <a:spcPts val="300"/>
                    </a:spcAft>
                  </a:pPr>
                  <a:r>
                    <a:rPr lang="en-US" sz="1500" dirty="0">
                      <a:solidFill>
                        <a:prstClr val="white"/>
                      </a:solidFill>
                      <a:latin typeface="Calibri" panose="020F0502020204030204"/>
                    </a:rPr>
                    <a:t>DV in c:</a:t>
                  </a: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(a)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(b)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1</a:t>
                  </a: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(c) = 0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(d)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(e)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(f)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(g)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(h)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(i)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363" name="Straight Connector 362">
                  <a:extLst>
                    <a:ext uri="{FF2B5EF4-FFF2-40B4-BE49-F238E27FC236}">
                      <a16:creationId xmlns:a16="http://schemas.microsoft.com/office/drawing/2014/main" id="{3FDDC54C-ACD2-B847-8FF7-2C6CBDB5C1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4" name="Rectangle 363">
                  <a:extLst>
                    <a:ext uri="{FF2B5EF4-FFF2-40B4-BE49-F238E27FC236}">
                      <a16:creationId xmlns:a16="http://schemas.microsoft.com/office/drawing/2014/main" id="{C28D2058-9ADC-2F45-A3D5-6BE95FBA06E4}"/>
                    </a:ext>
                  </a:extLst>
                </p:cNvPr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</p:grpSp>
      <p:sp>
        <p:nvSpPr>
          <p:cNvPr id="183" name="Freeform 182">
            <a:extLst>
              <a:ext uri="{FF2B5EF4-FFF2-40B4-BE49-F238E27FC236}">
                <a16:creationId xmlns:a16="http://schemas.microsoft.com/office/drawing/2014/main" id="{2593EFCC-23E2-4043-94E6-A9E17FCC79C5}"/>
              </a:ext>
            </a:extLst>
          </p:cNvPr>
          <p:cNvSpPr/>
          <p:nvPr/>
        </p:nvSpPr>
        <p:spPr>
          <a:xfrm>
            <a:off x="5095813" y="3119653"/>
            <a:ext cx="2167277" cy="1975793"/>
          </a:xfrm>
          <a:custGeom>
            <a:avLst/>
            <a:gdLst>
              <a:gd name="connsiteX0" fmla="*/ 0 w 2615381"/>
              <a:gd name="connsiteY0" fmla="*/ 0 h 2615381"/>
              <a:gd name="connsiteX1" fmla="*/ 2595716 w 2615381"/>
              <a:gd name="connsiteY1" fmla="*/ 235975 h 2615381"/>
              <a:gd name="connsiteX2" fmla="*/ 2615381 w 2615381"/>
              <a:gd name="connsiteY2" fmla="*/ 2615381 h 2615381"/>
              <a:gd name="connsiteX3" fmla="*/ 9832 w 2615381"/>
              <a:gd name="connsiteY3" fmla="*/ 167149 h 2615381"/>
              <a:gd name="connsiteX4" fmla="*/ 0 w 2615381"/>
              <a:gd name="connsiteY4" fmla="*/ 0 h 2615381"/>
              <a:gd name="connsiteX0" fmla="*/ 0 w 2654709"/>
              <a:gd name="connsiteY0" fmla="*/ 0 h 2615381"/>
              <a:gd name="connsiteX1" fmla="*/ 2654709 w 2654709"/>
              <a:gd name="connsiteY1" fmla="*/ 255639 h 2615381"/>
              <a:gd name="connsiteX2" fmla="*/ 2615381 w 2654709"/>
              <a:gd name="connsiteY2" fmla="*/ 2615381 h 2615381"/>
              <a:gd name="connsiteX3" fmla="*/ 9832 w 2654709"/>
              <a:gd name="connsiteY3" fmla="*/ 167149 h 2615381"/>
              <a:gd name="connsiteX4" fmla="*/ 0 w 2654709"/>
              <a:gd name="connsiteY4" fmla="*/ 0 h 2615381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19663 w 2939845"/>
              <a:gd name="connsiteY3" fmla="*/ 1307690 h 2349910"/>
              <a:gd name="connsiteX4" fmla="*/ 0 w 2939845"/>
              <a:gd name="connsiteY4" fmla="*/ 1140541 h 234991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9702" h="2634390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CD6AC636-949C-B04A-A12F-4BBF60E3A068}"/>
              </a:ext>
            </a:extLst>
          </p:cNvPr>
          <p:cNvGrpSpPr/>
          <p:nvPr/>
        </p:nvGrpSpPr>
        <p:grpSpPr>
          <a:xfrm>
            <a:off x="7240976" y="3120882"/>
            <a:ext cx="1008388" cy="2029362"/>
            <a:chOff x="9762792" y="4031226"/>
            <a:chExt cx="1344517" cy="2705816"/>
          </a:xfrm>
        </p:grpSpPr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E11C6EC6-4F28-CD44-B5B6-0143F1CD0CD3}"/>
                </a:ext>
              </a:extLst>
            </p:cNvPr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367" name="Group 366">
              <a:extLst>
                <a:ext uri="{FF2B5EF4-FFF2-40B4-BE49-F238E27FC236}">
                  <a16:creationId xmlns:a16="http://schemas.microsoft.com/office/drawing/2014/main" id="{B79E58C0-B1B4-B94B-8F0E-EB904614ACD4}"/>
                </a:ext>
              </a:extLst>
            </p:cNvPr>
            <p:cNvGrpSpPr/>
            <p:nvPr/>
          </p:nvGrpSpPr>
          <p:grpSpPr>
            <a:xfrm>
              <a:off x="9762792" y="4038868"/>
              <a:ext cx="1344517" cy="2698174"/>
              <a:chOff x="9472118" y="702026"/>
              <a:chExt cx="1344517" cy="2698174"/>
            </a:xfrm>
          </p:grpSpPr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F6C3876C-103E-634C-8619-285D4D96A9C8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369" name="TextBox 368">
                <a:extLst>
                  <a:ext uri="{FF2B5EF4-FFF2-40B4-BE49-F238E27FC236}">
                    <a16:creationId xmlns:a16="http://schemas.microsoft.com/office/drawing/2014/main" id="{7C7420E3-75DE-FB4C-B805-F6E92683D068}"/>
                  </a:ext>
                </a:extLst>
              </p:cNvPr>
              <p:cNvSpPr txBox="1"/>
              <p:nvPr/>
            </p:nvSpPr>
            <p:spPr>
              <a:xfrm>
                <a:off x="9472118" y="702026"/>
                <a:ext cx="1344517" cy="2698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>
                  <a:spcAft>
                    <a:spcPts val="300"/>
                  </a:spcAft>
                </a:pPr>
                <a:r>
                  <a:rPr lang="en-US" sz="1500" dirty="0">
                    <a:solidFill>
                      <a:prstClr val="white"/>
                    </a:solidFill>
                    <a:latin typeface="Calibri" panose="020F0502020204030204"/>
                  </a:rPr>
                  <a:t>DV in e:</a:t>
                </a: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(a)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(b)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1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(c)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(d)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1</a:t>
                </a: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(e) = 0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(f)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1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(g)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(h)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1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e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(i)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1DC7A48D-E2F6-C84C-A00F-2E0AAD5811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1" name="Rectangle 370">
                <a:extLst>
                  <a:ext uri="{FF2B5EF4-FFF2-40B4-BE49-F238E27FC236}">
                    <a16:creationId xmlns:a16="http://schemas.microsoft.com/office/drawing/2014/main" id="{D7FCACB9-7EBD-6042-B148-4018CD65A0BC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176" name="Right Arrow 175">
            <a:extLst>
              <a:ext uri="{FF2B5EF4-FFF2-40B4-BE49-F238E27FC236}">
                <a16:creationId xmlns:a16="http://schemas.microsoft.com/office/drawing/2014/main" id="{ADFF0534-3A73-9C40-92B4-D9FA82829903}"/>
              </a:ext>
            </a:extLst>
          </p:cNvPr>
          <p:cNvSpPr/>
          <p:nvPr/>
        </p:nvSpPr>
        <p:spPr>
          <a:xfrm>
            <a:off x="5233035" y="2303120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6696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" grpId="0"/>
      <p:bldP spid="345" grpId="0" animBg="1"/>
      <p:bldP spid="356" grpId="0" animBg="1"/>
      <p:bldP spid="357" grpId="0" animBg="1"/>
      <p:bldP spid="183" grpId="0" animBg="1"/>
      <p:bldP spid="17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1F619A-AABA-3579-F26D-29B80E270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42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4897745" y="2454091"/>
            <a:ext cx="0" cy="28973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3449078" y="3902756"/>
            <a:ext cx="289733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3449078" y="2454091"/>
            <a:ext cx="2897333" cy="289733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6285253" y="2522843"/>
            <a:ext cx="99381" cy="1391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3250339" y="5186415"/>
            <a:ext cx="3296513" cy="326495"/>
            <a:chOff x="4333785" y="5772223"/>
            <a:chExt cx="4395351" cy="43532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g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h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5784" y="2507406"/>
                <a:ext cx="337956" cy="454026"/>
                <a:chOff x="2950" y="2425"/>
                <a:chExt cx="216" cy="286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0" y="2425"/>
                  <a:ext cx="216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i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3229336" y="3010142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4663150" y="300290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4084414" y="2450218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5518228" y="244298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438277" y="2251609"/>
            <a:ext cx="596638" cy="945270"/>
            <a:chOff x="10030307" y="3444875"/>
            <a:chExt cx="795517" cy="1260360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95517" cy="615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689667" y="2354212"/>
            <a:ext cx="0" cy="147023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4970207" y="1063728"/>
            <a:ext cx="2278626" cy="47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0DE6387-1D17-B74C-B49C-337140026F6C}"/>
              </a:ext>
            </a:extLst>
          </p:cNvPr>
          <p:cNvGrpSpPr/>
          <p:nvPr/>
        </p:nvGrpSpPr>
        <p:grpSpPr>
          <a:xfrm>
            <a:off x="4992329" y="1034231"/>
            <a:ext cx="1869850" cy="1437968"/>
            <a:chOff x="7010400" y="108155"/>
            <a:chExt cx="2493133" cy="1917291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AAB1A5DE-415B-F14B-A28A-363ED94665BF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937CC7FC-FB1E-3F44-8360-192E93D54F76}"/>
                </a:ext>
              </a:extLst>
            </p:cNvPr>
            <p:cNvGrpSpPr/>
            <p:nvPr/>
          </p:nvGrpSpPr>
          <p:grpSpPr>
            <a:xfrm>
              <a:off x="7323883" y="108155"/>
              <a:ext cx="2179650" cy="1461852"/>
              <a:chOff x="7323883" y="108155"/>
              <a:chExt cx="2179650" cy="1461852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4491BF2B-1B3B-CC46-9290-459EE74E54A2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FCF8DCB2-D709-AF40-B84B-C341D1A769CD}"/>
                  </a:ext>
                </a:extLst>
              </p:cNvPr>
              <p:cNvGrpSpPr/>
              <p:nvPr/>
            </p:nvGrpSpPr>
            <p:grpSpPr>
              <a:xfrm>
                <a:off x="7323883" y="120836"/>
                <a:ext cx="2179650" cy="1449171"/>
                <a:chOff x="7323883" y="120836"/>
                <a:chExt cx="2179650" cy="1449171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AAB1F5FE-4DFF-8942-96D2-1BF59A9B8ED7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02C346E9-CF40-A846-ACD9-F72DFBB9E805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685800">
                    <a:spcAft>
                      <a:spcPts val="300"/>
                    </a:spcAft>
                  </a:pPr>
                  <a:r>
                    <a:rPr lang="en-US" sz="1500" dirty="0">
                      <a:solidFill>
                        <a:prstClr val="white"/>
                      </a:solidFill>
                      <a:latin typeface="Calibri" panose="020F0502020204030204"/>
                    </a:rPr>
                    <a:t>DV in b:</a:t>
                  </a:r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322E19FC-BD9D-FC41-8AF9-4540EB9B5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14EC7CB6-196B-5E44-AD24-302ACAC213D8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15AACE12-C210-0141-824B-658545F2E1EB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10095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(f)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(g)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(h)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(i)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8FBBD149-E4A4-7649-964F-57535C719AD2}"/>
                    </a:ext>
                  </a:extLst>
                </p:cNvPr>
                <p:cNvSpPr txBox="1"/>
                <p:nvPr/>
              </p:nvSpPr>
              <p:spPr>
                <a:xfrm>
                  <a:off x="7323883" y="557387"/>
                  <a:ext cx="1178225" cy="10095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85725" lvl="1"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(a) = 8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endParaRPr>
                </a:p>
                <a:p>
                  <a:pPr marL="85725" lvl="1"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(c)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1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(d)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(e)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1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261469" y="3166494"/>
            <a:ext cx="1646861" cy="466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 defTabSz="68580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c receives DVs from b computes:</a:t>
            </a:r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3250339" y="2286803"/>
            <a:ext cx="3296513" cy="326495"/>
            <a:chOff x="4333785" y="5772223"/>
            <a:chExt cx="4395351" cy="43532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a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b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9796" y="2507406"/>
                <a:ext cx="409928" cy="454026"/>
                <a:chOff x="2927" y="2425"/>
                <a:chExt cx="262" cy="286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7" y="2425"/>
                  <a:ext cx="26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c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3252344" y="3732598"/>
            <a:ext cx="3296513" cy="326495"/>
            <a:chOff x="4333785" y="5772223"/>
            <a:chExt cx="4395351" cy="43532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d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e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7954" y="2507406"/>
                <a:ext cx="352037" cy="454026"/>
                <a:chOff x="2945" y="2425"/>
                <a:chExt cx="225" cy="286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5" y="2425"/>
                  <a:ext cx="225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f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3B35DA9-63C6-B944-AEED-1CE8A219D68F}"/>
              </a:ext>
            </a:extLst>
          </p:cNvPr>
          <p:cNvGrpSpPr/>
          <p:nvPr/>
        </p:nvGrpSpPr>
        <p:grpSpPr>
          <a:xfrm>
            <a:off x="6555658" y="1022248"/>
            <a:ext cx="1630210" cy="2023631"/>
            <a:chOff x="8740877" y="219997"/>
            <a:chExt cx="2173613" cy="2698174"/>
          </a:xfrm>
        </p:grpSpPr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CD3625DA-7674-FD43-A116-87C156BB9E53}"/>
                </a:ext>
              </a:extLst>
            </p:cNvPr>
            <p:cNvSpPr/>
            <p:nvPr/>
          </p:nvSpPr>
          <p:spPr>
            <a:xfrm>
              <a:off x="8740877" y="247036"/>
              <a:ext cx="924232" cy="2428567"/>
            </a:xfrm>
            <a:custGeom>
              <a:avLst/>
              <a:gdLst>
                <a:gd name="connsiteX0" fmla="*/ 9833 w 786581"/>
                <a:gd name="connsiteY0" fmla="*/ 501445 h 2458064"/>
                <a:gd name="connsiteX1" fmla="*/ 747252 w 786581"/>
                <a:gd name="connsiteY1" fmla="*/ 0 h 2458064"/>
                <a:gd name="connsiteX2" fmla="*/ 786581 w 786581"/>
                <a:gd name="connsiteY2" fmla="*/ 2458064 h 2458064"/>
                <a:gd name="connsiteX3" fmla="*/ 0 w 786581"/>
                <a:gd name="connsiteY3" fmla="*/ 668593 h 2458064"/>
                <a:gd name="connsiteX4" fmla="*/ 9833 w 786581"/>
                <a:gd name="connsiteY4" fmla="*/ 501445 h 2458064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9833 w 786581"/>
                <a:gd name="connsiteY0" fmla="*/ 471948 h 2428567"/>
                <a:gd name="connsiteX1" fmla="*/ 776749 w 786581"/>
                <a:gd name="connsiteY1" fmla="*/ 0 h 2428567"/>
                <a:gd name="connsiteX2" fmla="*/ 786581 w 786581"/>
                <a:gd name="connsiteY2" fmla="*/ 2428567 h 2428567"/>
                <a:gd name="connsiteX3" fmla="*/ 0 w 786581"/>
                <a:gd name="connsiteY3" fmla="*/ 639096 h 2428567"/>
                <a:gd name="connsiteX4" fmla="*/ 9833 w 786581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393291 w 1170039"/>
                <a:gd name="connsiteY0" fmla="*/ 471948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393291 w 1170039"/>
                <a:gd name="connsiteY4" fmla="*/ 471948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  <a:gd name="connsiteX0" fmla="*/ 1 w 1170039"/>
                <a:gd name="connsiteY0" fmla="*/ 1809135 h 2428567"/>
                <a:gd name="connsiteX1" fmla="*/ 1160207 w 1170039"/>
                <a:gd name="connsiteY1" fmla="*/ 0 h 2428567"/>
                <a:gd name="connsiteX2" fmla="*/ 1170039 w 1170039"/>
                <a:gd name="connsiteY2" fmla="*/ 2428567 h 2428567"/>
                <a:gd name="connsiteX3" fmla="*/ 0 w 1170039"/>
                <a:gd name="connsiteY3" fmla="*/ 1946786 h 2428567"/>
                <a:gd name="connsiteX4" fmla="*/ 1 w 1170039"/>
                <a:gd name="connsiteY4" fmla="*/ 1809135 h 24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039" h="2428567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358" name="Group 357">
              <a:extLst>
                <a:ext uri="{FF2B5EF4-FFF2-40B4-BE49-F238E27FC236}">
                  <a16:creationId xmlns:a16="http://schemas.microsoft.com/office/drawing/2014/main" id="{8E84743B-19DB-E241-B0AF-861F515FE360}"/>
                </a:ext>
              </a:extLst>
            </p:cNvPr>
            <p:cNvGrpSpPr/>
            <p:nvPr/>
          </p:nvGrpSpPr>
          <p:grpSpPr>
            <a:xfrm>
              <a:off x="9636527" y="219997"/>
              <a:ext cx="1277963" cy="2698174"/>
              <a:chOff x="9764347" y="1447800"/>
              <a:chExt cx="1277963" cy="2698174"/>
            </a:xfrm>
          </p:grpSpPr>
          <p:sp>
            <p:nvSpPr>
              <p:cNvPr id="359" name="Rectangle 358">
                <a:extLst>
                  <a:ext uri="{FF2B5EF4-FFF2-40B4-BE49-F238E27FC236}">
                    <a16:creationId xmlns:a16="http://schemas.microsoft.com/office/drawing/2014/main" id="{FBF5705D-BC98-2845-B684-C5D5E33CE86A}"/>
                  </a:ext>
                </a:extLst>
              </p:cNvPr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360" name="Group 359">
                <a:extLst>
                  <a:ext uri="{FF2B5EF4-FFF2-40B4-BE49-F238E27FC236}">
                    <a16:creationId xmlns:a16="http://schemas.microsoft.com/office/drawing/2014/main" id="{45185F04-540F-1048-94D0-753D4872458F}"/>
                  </a:ext>
                </a:extLst>
              </p:cNvPr>
              <p:cNvGrpSpPr/>
              <p:nvPr/>
            </p:nvGrpSpPr>
            <p:grpSpPr>
              <a:xfrm>
                <a:off x="9764347" y="1447800"/>
                <a:ext cx="1277963" cy="2698174"/>
                <a:chOff x="9472118" y="702026"/>
                <a:chExt cx="1277963" cy="2698174"/>
              </a:xfrm>
            </p:grpSpPr>
            <p:sp>
              <p:nvSpPr>
                <p:cNvPr id="361" name="Rectangle 360">
                  <a:extLst>
                    <a:ext uri="{FF2B5EF4-FFF2-40B4-BE49-F238E27FC236}">
                      <a16:creationId xmlns:a16="http://schemas.microsoft.com/office/drawing/2014/main" id="{F1B029F2-3CFB-F446-A49B-ABBE33D07546}"/>
                    </a:ext>
                  </a:extLst>
                </p:cNvPr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362" name="TextBox 361">
                  <a:extLst>
                    <a:ext uri="{FF2B5EF4-FFF2-40B4-BE49-F238E27FC236}">
                      <a16:creationId xmlns:a16="http://schemas.microsoft.com/office/drawing/2014/main" id="{E601508D-C456-214F-B2CC-E58813667624}"/>
                    </a:ext>
                  </a:extLst>
                </p:cNvPr>
                <p:cNvSpPr txBox="1"/>
                <p:nvPr/>
              </p:nvSpPr>
              <p:spPr>
                <a:xfrm>
                  <a:off x="9472118" y="702026"/>
                  <a:ext cx="1277963" cy="26981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685800">
                    <a:spcAft>
                      <a:spcPts val="300"/>
                    </a:spcAft>
                  </a:pPr>
                  <a:r>
                    <a:rPr lang="en-US" sz="1500" dirty="0">
                      <a:solidFill>
                        <a:prstClr val="white"/>
                      </a:solidFill>
                      <a:latin typeface="Calibri" panose="020F0502020204030204"/>
                    </a:rPr>
                    <a:t>DV in c:</a:t>
                  </a: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(a)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(b)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1</a:t>
                  </a: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(c) = 0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(d)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(e)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(f)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(g)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(h)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defTabSz="685800"/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c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(i)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363" name="Straight Connector 362">
                  <a:extLst>
                    <a:ext uri="{FF2B5EF4-FFF2-40B4-BE49-F238E27FC236}">
                      <a16:creationId xmlns:a16="http://schemas.microsoft.com/office/drawing/2014/main" id="{3FDDC54C-ACD2-B847-8FF7-2C6CBDB5C1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77371" y="107644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4" name="Rectangle 363">
                  <a:extLst>
                    <a:ext uri="{FF2B5EF4-FFF2-40B4-BE49-F238E27FC236}">
                      <a16:creationId xmlns:a16="http://schemas.microsoft.com/office/drawing/2014/main" id="{C28D2058-9ADC-2F45-A3D5-6BE95FBA06E4}"/>
                    </a:ext>
                  </a:extLst>
                </p:cNvPr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</p:grpSp>
        </p:grpSp>
      </p:grpSp>
      <p:sp>
        <p:nvSpPr>
          <p:cNvPr id="176" name="Right Arrow 175">
            <a:extLst>
              <a:ext uri="{FF2B5EF4-FFF2-40B4-BE49-F238E27FC236}">
                <a16:creationId xmlns:a16="http://schemas.microsoft.com/office/drawing/2014/main" id="{ADFF0534-3A73-9C40-92B4-D9FA82829903}"/>
              </a:ext>
            </a:extLst>
          </p:cNvPr>
          <p:cNvSpPr/>
          <p:nvPr/>
        </p:nvSpPr>
        <p:spPr>
          <a:xfrm>
            <a:off x="5233035" y="2303120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7" name="Freeform 176">
            <a:extLst>
              <a:ext uri="{FF2B5EF4-FFF2-40B4-BE49-F238E27FC236}">
                <a16:creationId xmlns:a16="http://schemas.microsoft.com/office/drawing/2014/main" id="{331A1580-F5D4-CF4F-8042-0A1E5AEF8310}"/>
              </a:ext>
            </a:extLst>
          </p:cNvPr>
          <p:cNvSpPr/>
          <p:nvPr/>
        </p:nvSpPr>
        <p:spPr>
          <a:xfrm>
            <a:off x="2461259" y="2167890"/>
            <a:ext cx="4442461" cy="3741420"/>
          </a:xfrm>
          <a:custGeom>
            <a:avLst/>
            <a:gdLst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55520 w 5049520"/>
              <a:gd name="connsiteY2" fmla="*/ 690880 h 3840480"/>
              <a:gd name="connsiteX3" fmla="*/ 5049520 w 5049520"/>
              <a:gd name="connsiteY3" fmla="*/ 6807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49520 w 5049520"/>
              <a:gd name="connsiteY3" fmla="*/ 6807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19040 w 5049520"/>
              <a:gd name="connsiteY3" fmla="*/ 7823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94640 w 5049520"/>
              <a:gd name="connsiteY6" fmla="*/ 375920 h 3840480"/>
              <a:gd name="connsiteX7" fmla="*/ 528320 w 5049520"/>
              <a:gd name="connsiteY7" fmla="*/ 0 h 3840480"/>
              <a:gd name="connsiteX0" fmla="*/ 528320 w 5049520"/>
              <a:gd name="connsiteY0" fmla="*/ 0 h 3840480"/>
              <a:gd name="connsiteX1" fmla="*/ 2275840 w 5049520"/>
              <a:gd name="connsiteY1" fmla="*/ 0 h 3840480"/>
              <a:gd name="connsiteX2" fmla="*/ 2275840 w 5049520"/>
              <a:gd name="connsiteY2" fmla="*/ 955040 h 3840480"/>
              <a:gd name="connsiteX3" fmla="*/ 5019040 w 5049520"/>
              <a:gd name="connsiteY3" fmla="*/ 782320 h 3840480"/>
              <a:gd name="connsiteX4" fmla="*/ 5049520 w 5049520"/>
              <a:gd name="connsiteY4" fmla="*/ 3820160 h 3840480"/>
              <a:gd name="connsiteX5" fmla="*/ 0 w 5049520"/>
              <a:gd name="connsiteY5" fmla="*/ 3840480 h 3840480"/>
              <a:gd name="connsiteX6" fmla="*/ 256923 w 5049520"/>
              <a:gd name="connsiteY6" fmla="*/ 904240 h 3840480"/>
              <a:gd name="connsiteX7" fmla="*/ 294640 w 5049520"/>
              <a:gd name="connsiteY7" fmla="*/ 375920 h 3840480"/>
              <a:gd name="connsiteX8" fmla="*/ 528320 w 5049520"/>
              <a:gd name="connsiteY8" fmla="*/ 0 h 3840480"/>
              <a:gd name="connsiteX0" fmla="*/ 1170627 w 5691827"/>
              <a:gd name="connsiteY0" fmla="*/ 0 h 3840480"/>
              <a:gd name="connsiteX1" fmla="*/ 2918147 w 5691827"/>
              <a:gd name="connsiteY1" fmla="*/ 0 h 3840480"/>
              <a:gd name="connsiteX2" fmla="*/ 2918147 w 5691827"/>
              <a:gd name="connsiteY2" fmla="*/ 955040 h 3840480"/>
              <a:gd name="connsiteX3" fmla="*/ 5661347 w 5691827"/>
              <a:gd name="connsiteY3" fmla="*/ 782320 h 3840480"/>
              <a:gd name="connsiteX4" fmla="*/ 5691827 w 5691827"/>
              <a:gd name="connsiteY4" fmla="*/ 3820160 h 3840480"/>
              <a:gd name="connsiteX5" fmla="*/ 642307 w 5691827"/>
              <a:gd name="connsiteY5" fmla="*/ 3840480 h 3840480"/>
              <a:gd name="connsiteX6" fmla="*/ 0 w 5691827"/>
              <a:gd name="connsiteY6" fmla="*/ 955040 h 3840480"/>
              <a:gd name="connsiteX7" fmla="*/ 936947 w 5691827"/>
              <a:gd name="connsiteY7" fmla="*/ 375920 h 3840480"/>
              <a:gd name="connsiteX8" fmla="*/ 1170627 w 5691827"/>
              <a:gd name="connsiteY8" fmla="*/ 0 h 3840480"/>
              <a:gd name="connsiteX0" fmla="*/ 1239799 w 5760999"/>
              <a:gd name="connsiteY0" fmla="*/ 0 h 3820160"/>
              <a:gd name="connsiteX1" fmla="*/ 2987319 w 5760999"/>
              <a:gd name="connsiteY1" fmla="*/ 0 h 3820160"/>
              <a:gd name="connsiteX2" fmla="*/ 2987319 w 5760999"/>
              <a:gd name="connsiteY2" fmla="*/ 955040 h 3820160"/>
              <a:gd name="connsiteX3" fmla="*/ 5730519 w 5760999"/>
              <a:gd name="connsiteY3" fmla="*/ 782320 h 3820160"/>
              <a:gd name="connsiteX4" fmla="*/ 5760999 w 5760999"/>
              <a:gd name="connsiteY4" fmla="*/ 3820160 h 3820160"/>
              <a:gd name="connsiteX5" fmla="*/ 0 w 5760999"/>
              <a:gd name="connsiteY5" fmla="*/ 3810000 h 3820160"/>
              <a:gd name="connsiteX6" fmla="*/ 69172 w 5760999"/>
              <a:gd name="connsiteY6" fmla="*/ 955040 h 3820160"/>
              <a:gd name="connsiteX7" fmla="*/ 1006119 w 5760999"/>
              <a:gd name="connsiteY7" fmla="*/ 375920 h 3820160"/>
              <a:gd name="connsiteX8" fmla="*/ 1239799 w 5760999"/>
              <a:gd name="connsiteY8" fmla="*/ 0 h 3820160"/>
              <a:gd name="connsiteX0" fmla="*/ 1239799 w 5760999"/>
              <a:gd name="connsiteY0" fmla="*/ 0 h 3820160"/>
              <a:gd name="connsiteX1" fmla="*/ 2987319 w 5760999"/>
              <a:gd name="connsiteY1" fmla="*/ 0 h 3820160"/>
              <a:gd name="connsiteX2" fmla="*/ 2987319 w 5760999"/>
              <a:gd name="connsiteY2" fmla="*/ 955040 h 3820160"/>
              <a:gd name="connsiteX3" fmla="*/ 5730519 w 5760999"/>
              <a:gd name="connsiteY3" fmla="*/ 782320 h 3820160"/>
              <a:gd name="connsiteX4" fmla="*/ 5760999 w 5760999"/>
              <a:gd name="connsiteY4" fmla="*/ 3820160 h 3820160"/>
              <a:gd name="connsiteX5" fmla="*/ 0 w 5760999"/>
              <a:gd name="connsiteY5" fmla="*/ 3810000 h 3820160"/>
              <a:gd name="connsiteX6" fmla="*/ 69172 w 5760999"/>
              <a:gd name="connsiteY6" fmla="*/ 955040 h 3820160"/>
              <a:gd name="connsiteX7" fmla="*/ 917184 w 5760999"/>
              <a:gd name="connsiteY7" fmla="*/ 904240 h 3820160"/>
              <a:gd name="connsiteX8" fmla="*/ 1239799 w 5760999"/>
              <a:gd name="connsiteY8" fmla="*/ 0 h 3820160"/>
              <a:gd name="connsiteX0" fmla="*/ 1239799 w 5760999"/>
              <a:gd name="connsiteY0" fmla="*/ 386080 h 4206240"/>
              <a:gd name="connsiteX1" fmla="*/ 2987319 w 5760999"/>
              <a:gd name="connsiteY1" fmla="*/ 386080 h 4206240"/>
              <a:gd name="connsiteX2" fmla="*/ 3570336 w 5760999"/>
              <a:gd name="connsiteY2" fmla="*/ 0 h 4206240"/>
              <a:gd name="connsiteX3" fmla="*/ 5730519 w 5760999"/>
              <a:gd name="connsiteY3" fmla="*/ 1168400 h 4206240"/>
              <a:gd name="connsiteX4" fmla="*/ 5760999 w 5760999"/>
              <a:gd name="connsiteY4" fmla="*/ 4206240 h 4206240"/>
              <a:gd name="connsiteX5" fmla="*/ 0 w 5760999"/>
              <a:gd name="connsiteY5" fmla="*/ 4196080 h 4206240"/>
              <a:gd name="connsiteX6" fmla="*/ 69172 w 5760999"/>
              <a:gd name="connsiteY6" fmla="*/ 1341120 h 4206240"/>
              <a:gd name="connsiteX7" fmla="*/ 917184 w 5760999"/>
              <a:gd name="connsiteY7" fmla="*/ 1290320 h 4206240"/>
              <a:gd name="connsiteX8" fmla="*/ 1239799 w 5760999"/>
              <a:gd name="connsiteY8" fmla="*/ 386080 h 4206240"/>
              <a:gd name="connsiteX0" fmla="*/ 1239799 w 5760999"/>
              <a:gd name="connsiteY0" fmla="*/ 599440 h 4419600"/>
              <a:gd name="connsiteX1" fmla="*/ 2829213 w 5760999"/>
              <a:gd name="connsiteY1" fmla="*/ 0 h 4419600"/>
              <a:gd name="connsiteX2" fmla="*/ 3570336 w 5760999"/>
              <a:gd name="connsiteY2" fmla="*/ 213360 h 4419600"/>
              <a:gd name="connsiteX3" fmla="*/ 5730519 w 5760999"/>
              <a:gd name="connsiteY3" fmla="*/ 1381760 h 4419600"/>
              <a:gd name="connsiteX4" fmla="*/ 5760999 w 5760999"/>
              <a:gd name="connsiteY4" fmla="*/ 4419600 h 4419600"/>
              <a:gd name="connsiteX5" fmla="*/ 0 w 5760999"/>
              <a:gd name="connsiteY5" fmla="*/ 4409440 h 4419600"/>
              <a:gd name="connsiteX6" fmla="*/ 69172 w 5760999"/>
              <a:gd name="connsiteY6" fmla="*/ 1554480 h 4419600"/>
              <a:gd name="connsiteX7" fmla="*/ 917184 w 5760999"/>
              <a:gd name="connsiteY7" fmla="*/ 1503680 h 4419600"/>
              <a:gd name="connsiteX8" fmla="*/ 1239799 w 5760999"/>
              <a:gd name="connsiteY8" fmla="*/ 599440 h 4419600"/>
              <a:gd name="connsiteX0" fmla="*/ 2524413 w 5760999"/>
              <a:gd name="connsiteY0" fmla="*/ 0 h 4958080"/>
              <a:gd name="connsiteX1" fmla="*/ 2829213 w 5760999"/>
              <a:gd name="connsiteY1" fmla="*/ 538480 h 4958080"/>
              <a:gd name="connsiteX2" fmla="*/ 3570336 w 5760999"/>
              <a:gd name="connsiteY2" fmla="*/ 751840 h 4958080"/>
              <a:gd name="connsiteX3" fmla="*/ 5730519 w 5760999"/>
              <a:gd name="connsiteY3" fmla="*/ 1920240 h 4958080"/>
              <a:gd name="connsiteX4" fmla="*/ 5760999 w 5760999"/>
              <a:gd name="connsiteY4" fmla="*/ 4958080 h 4958080"/>
              <a:gd name="connsiteX5" fmla="*/ 0 w 5760999"/>
              <a:gd name="connsiteY5" fmla="*/ 4947920 h 4958080"/>
              <a:gd name="connsiteX6" fmla="*/ 69172 w 5760999"/>
              <a:gd name="connsiteY6" fmla="*/ 2092960 h 4958080"/>
              <a:gd name="connsiteX7" fmla="*/ 917184 w 5760999"/>
              <a:gd name="connsiteY7" fmla="*/ 2042160 h 4958080"/>
              <a:gd name="connsiteX8" fmla="*/ 2524413 w 5760999"/>
              <a:gd name="connsiteY8" fmla="*/ 0 h 4958080"/>
              <a:gd name="connsiteX0" fmla="*/ 2524413 w 5760999"/>
              <a:gd name="connsiteY0" fmla="*/ 30480 h 4988560"/>
              <a:gd name="connsiteX1" fmla="*/ 2829213 w 5760999"/>
              <a:gd name="connsiteY1" fmla="*/ 568960 h 4988560"/>
              <a:gd name="connsiteX2" fmla="*/ 3570336 w 5760999"/>
              <a:gd name="connsiteY2" fmla="*/ 782320 h 4988560"/>
              <a:gd name="connsiteX3" fmla="*/ 5730519 w 5760999"/>
              <a:gd name="connsiteY3" fmla="*/ 1950720 h 4988560"/>
              <a:gd name="connsiteX4" fmla="*/ 5760999 w 5760999"/>
              <a:gd name="connsiteY4" fmla="*/ 4988560 h 4988560"/>
              <a:gd name="connsiteX5" fmla="*/ 0 w 5760999"/>
              <a:gd name="connsiteY5" fmla="*/ 4978400 h 4988560"/>
              <a:gd name="connsiteX6" fmla="*/ 69172 w 5760999"/>
              <a:gd name="connsiteY6" fmla="*/ 2123440 h 4988560"/>
              <a:gd name="connsiteX7" fmla="*/ 936947 w 5760999"/>
              <a:gd name="connsiteY7" fmla="*/ 0 h 4988560"/>
              <a:gd name="connsiteX8" fmla="*/ 2524413 w 5760999"/>
              <a:gd name="connsiteY8" fmla="*/ 30480 h 4988560"/>
              <a:gd name="connsiteX0" fmla="*/ 2524413 w 5760999"/>
              <a:gd name="connsiteY0" fmla="*/ 30480 h 4988560"/>
              <a:gd name="connsiteX1" fmla="*/ 2829213 w 5760999"/>
              <a:gd name="connsiteY1" fmla="*/ 568960 h 4988560"/>
              <a:gd name="connsiteX2" fmla="*/ 3570336 w 5760999"/>
              <a:gd name="connsiteY2" fmla="*/ 782320 h 4988560"/>
              <a:gd name="connsiteX3" fmla="*/ 5730519 w 5760999"/>
              <a:gd name="connsiteY3" fmla="*/ 1950720 h 4988560"/>
              <a:gd name="connsiteX4" fmla="*/ 5760999 w 5760999"/>
              <a:gd name="connsiteY4" fmla="*/ 4988560 h 4988560"/>
              <a:gd name="connsiteX5" fmla="*/ 0 w 5760999"/>
              <a:gd name="connsiteY5" fmla="*/ 4978400 h 4988560"/>
              <a:gd name="connsiteX6" fmla="*/ 138344 w 5760999"/>
              <a:gd name="connsiteY6" fmla="*/ 20320 h 4988560"/>
              <a:gd name="connsiteX7" fmla="*/ 936947 w 5760999"/>
              <a:gd name="connsiteY7" fmla="*/ 0 h 4988560"/>
              <a:gd name="connsiteX8" fmla="*/ 2524413 w 5760999"/>
              <a:gd name="connsiteY8" fmla="*/ 30480 h 498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60999" h="4988560">
                <a:moveTo>
                  <a:pt x="2524413" y="30480"/>
                </a:moveTo>
                <a:lnTo>
                  <a:pt x="2829213" y="568960"/>
                </a:lnTo>
                <a:lnTo>
                  <a:pt x="3570336" y="782320"/>
                </a:lnTo>
                <a:lnTo>
                  <a:pt x="5730519" y="1950720"/>
                </a:lnTo>
                <a:lnTo>
                  <a:pt x="5760999" y="4988560"/>
                </a:lnTo>
                <a:lnTo>
                  <a:pt x="0" y="4978400"/>
                </a:lnTo>
                <a:lnTo>
                  <a:pt x="138344" y="20320"/>
                </a:lnTo>
                <a:lnTo>
                  <a:pt x="936947" y="0"/>
                </a:lnTo>
                <a:lnTo>
                  <a:pt x="2524413" y="3048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6DAE9A3-A8D4-1F4F-87B8-95E9E01E9ED6}"/>
              </a:ext>
            </a:extLst>
          </p:cNvPr>
          <p:cNvSpPr/>
          <p:nvPr/>
        </p:nvSpPr>
        <p:spPr>
          <a:xfrm>
            <a:off x="2301240" y="3714750"/>
            <a:ext cx="2651760" cy="20345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6435970D-289F-5C44-88EB-0ED68EC089EF}"/>
              </a:ext>
            </a:extLst>
          </p:cNvPr>
          <p:cNvSpPr txBox="1"/>
          <p:nvPr/>
        </p:nvSpPr>
        <p:spPr>
          <a:xfrm>
            <a:off x="2385060" y="3774371"/>
            <a:ext cx="2514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spcBef>
                <a:spcPts val="225"/>
              </a:spcBef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(a) = min{c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c,b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(a}} 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= 1 + 8 = 9 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2915EDBD-C6AE-C34B-A2D2-6F98B54A26DF}"/>
              </a:ext>
            </a:extLst>
          </p:cNvPr>
          <p:cNvSpPr txBox="1"/>
          <p:nvPr/>
        </p:nvSpPr>
        <p:spPr>
          <a:xfrm>
            <a:off x="2385060" y="4018211"/>
            <a:ext cx="2514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spcBef>
                <a:spcPts val="225"/>
              </a:spcBef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(b) = min{c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c,b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(b)} = 1 + 0 = 1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2ACDF90F-67A6-E647-A359-36DFD3E0EAEE}"/>
              </a:ext>
            </a:extLst>
          </p:cNvPr>
          <p:cNvSpPr txBox="1"/>
          <p:nvPr/>
        </p:nvSpPr>
        <p:spPr>
          <a:xfrm>
            <a:off x="2377440" y="4262051"/>
            <a:ext cx="2583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spcBef>
                <a:spcPts val="225"/>
              </a:spcBef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(d) = min{c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c,b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(d)} = 1+ 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∞ = ∞ 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D24FB0F-A16D-AD44-B13C-8FACD3AE60AA}"/>
              </a:ext>
            </a:extLst>
          </p:cNvPr>
          <p:cNvSpPr txBox="1"/>
          <p:nvPr/>
        </p:nvSpPr>
        <p:spPr>
          <a:xfrm>
            <a:off x="2385060" y="4490651"/>
            <a:ext cx="2453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spcBef>
                <a:spcPts val="225"/>
              </a:spcBef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(e) = min{c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c,b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(e)} = 1 + 1 = 2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392C7836-E2B2-3344-B33C-D0311C182CE1}"/>
              </a:ext>
            </a:extLst>
          </p:cNvPr>
          <p:cNvSpPr txBox="1"/>
          <p:nvPr/>
        </p:nvSpPr>
        <p:spPr>
          <a:xfrm>
            <a:off x="2377440" y="4734491"/>
            <a:ext cx="25222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spcBef>
                <a:spcPts val="225"/>
              </a:spcBef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(f) = min{c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c,b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(f)} = 1+ 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∞ = ∞ 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A4B5D70E-C9D4-A94D-83A5-723A3BC5D7B2}"/>
              </a:ext>
            </a:extLst>
          </p:cNvPr>
          <p:cNvSpPr txBox="1"/>
          <p:nvPr/>
        </p:nvSpPr>
        <p:spPr>
          <a:xfrm>
            <a:off x="2385060" y="4970711"/>
            <a:ext cx="24155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spcBef>
                <a:spcPts val="225"/>
              </a:spcBef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(g) = min{c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c,b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(g)} = 1+ 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∞ = ∞ 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8C46536-27F6-EA4E-8DAA-99731029B077}"/>
              </a:ext>
            </a:extLst>
          </p:cNvPr>
          <p:cNvSpPr txBox="1"/>
          <p:nvPr/>
        </p:nvSpPr>
        <p:spPr>
          <a:xfrm>
            <a:off x="2385060" y="5441812"/>
            <a:ext cx="2529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spcBef>
                <a:spcPts val="225"/>
              </a:spcBef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(i) = min{c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c,b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(i)} = 1+ 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∞ = ∞ 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5B587E4B-98D8-314C-AD6C-D5C59E491D12}"/>
              </a:ext>
            </a:extLst>
          </p:cNvPr>
          <p:cNvSpPr txBox="1"/>
          <p:nvPr/>
        </p:nvSpPr>
        <p:spPr>
          <a:xfrm>
            <a:off x="2377440" y="5213212"/>
            <a:ext cx="2537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spcBef>
                <a:spcPts val="225"/>
              </a:spcBef>
            </a:pP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c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(h) = min{c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bc,b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+D</a:t>
            </a:r>
            <a:r>
              <a:rPr lang="en-US" sz="1200" baseline="-25000" dirty="0">
                <a:solidFill>
                  <a:prstClr val="black"/>
                </a:solidFill>
                <a:latin typeface="Calibri" panose="020F0502020204030204"/>
              </a:rPr>
              <a:t>b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(h)} = 1+ </a:t>
            </a:r>
            <a:r>
              <a:rPr lang="en-US" sz="1200" dirty="0">
                <a:solidFill>
                  <a:prstClr val="black"/>
                </a:solidFill>
                <a:latin typeface="Calibri" panose="020F0502020204030204"/>
                <a:cs typeface="Arial" charset="0"/>
              </a:rPr>
              <a:t>∞ = ∞ 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8" name="Down Arrow 237">
            <a:extLst>
              <a:ext uri="{FF2B5EF4-FFF2-40B4-BE49-F238E27FC236}">
                <a16:creationId xmlns:a16="http://schemas.microsoft.com/office/drawing/2014/main" id="{1B75EA05-516F-1A42-869B-A05112D9F54E}"/>
              </a:ext>
            </a:extLst>
          </p:cNvPr>
          <p:cNvSpPr/>
          <p:nvPr/>
        </p:nvSpPr>
        <p:spPr>
          <a:xfrm rot="16200000">
            <a:off x="5028261" y="4915218"/>
            <a:ext cx="254711" cy="420472"/>
          </a:xfrm>
          <a:prstGeom prst="downArrow">
            <a:avLst/>
          </a:prstGeom>
          <a:gradFill>
            <a:gsLst>
              <a:gs pos="0">
                <a:schemeClr val="bg1"/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7E5DB8CA-DD05-F947-B8C0-C515F9C0A281}"/>
              </a:ext>
            </a:extLst>
          </p:cNvPr>
          <p:cNvGrpSpPr/>
          <p:nvPr/>
        </p:nvGrpSpPr>
        <p:grpSpPr>
          <a:xfrm>
            <a:off x="5360495" y="3834028"/>
            <a:ext cx="898133" cy="2023631"/>
            <a:chOff x="9764347" y="1447800"/>
            <a:chExt cx="1197510" cy="2698174"/>
          </a:xfrm>
        </p:grpSpPr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90DA1C9B-D797-2940-9D9A-52DB91665546}"/>
                </a:ext>
              </a:extLst>
            </p:cNvPr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A438FEFE-9A0E-E14F-A20C-433AD0E31E2A}"/>
                </a:ext>
              </a:extLst>
            </p:cNvPr>
            <p:cNvGrpSpPr/>
            <p:nvPr/>
          </p:nvGrpSpPr>
          <p:grpSpPr>
            <a:xfrm>
              <a:off x="9764347" y="1447800"/>
              <a:ext cx="1197510" cy="2698174"/>
              <a:chOff x="9472118" y="702026"/>
              <a:chExt cx="1197510" cy="2698174"/>
            </a:xfrm>
          </p:grpSpPr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0DDE6AB4-1AAE-4740-BF48-DF453B07DF19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E5208DC7-BADD-0348-8188-DDEF7D011927}"/>
                  </a:ext>
                </a:extLst>
              </p:cNvPr>
              <p:cNvSpPr txBox="1"/>
              <p:nvPr/>
            </p:nvSpPr>
            <p:spPr>
              <a:xfrm>
                <a:off x="9472118" y="702026"/>
                <a:ext cx="1197510" cy="2698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>
                  <a:spcAft>
                    <a:spcPts val="300"/>
                  </a:spcAft>
                </a:pPr>
                <a:r>
                  <a:rPr lang="en-US" sz="1500" dirty="0">
                    <a:solidFill>
                      <a:prstClr val="white"/>
                    </a:solidFill>
                    <a:latin typeface="Calibri" panose="020F0502020204030204"/>
                  </a:rPr>
                  <a:t>DV in c:</a:t>
                </a: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(a)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9</a:t>
                </a: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(b)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1</a:t>
                </a: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(c) = 0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(d)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2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(e)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(f)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(g)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(h)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(i)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27A1646E-2395-DE4C-9EB7-A010C4C5AB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5D06E1AD-42EC-234A-8990-0D862398AAF1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49C604FF-993B-294E-A4FB-B0CD03969C40}"/>
              </a:ext>
            </a:extLst>
          </p:cNvPr>
          <p:cNvSpPr/>
          <p:nvPr/>
        </p:nvSpPr>
        <p:spPr>
          <a:xfrm>
            <a:off x="2301240" y="2503170"/>
            <a:ext cx="4198620" cy="1219200"/>
          </a:xfrm>
          <a:custGeom>
            <a:avLst/>
            <a:gdLst>
              <a:gd name="connsiteX0" fmla="*/ 5120640 w 5628640"/>
              <a:gd name="connsiteY0" fmla="*/ 0 h 1615440"/>
              <a:gd name="connsiteX1" fmla="*/ 0 w 5628640"/>
              <a:gd name="connsiteY1" fmla="*/ 1615440 h 1615440"/>
              <a:gd name="connsiteX2" fmla="*/ 3515360 w 5628640"/>
              <a:gd name="connsiteY2" fmla="*/ 1615440 h 1615440"/>
              <a:gd name="connsiteX3" fmla="*/ 5628640 w 5628640"/>
              <a:gd name="connsiteY3" fmla="*/ 10160 h 1615440"/>
              <a:gd name="connsiteX4" fmla="*/ 5120640 w 5628640"/>
              <a:gd name="connsiteY4" fmla="*/ 0 h 1615440"/>
              <a:gd name="connsiteX0" fmla="*/ 5120640 w 5628640"/>
              <a:gd name="connsiteY0" fmla="*/ 0 h 1615440"/>
              <a:gd name="connsiteX1" fmla="*/ 0 w 5628640"/>
              <a:gd name="connsiteY1" fmla="*/ 1615440 h 1615440"/>
              <a:gd name="connsiteX2" fmla="*/ 3515360 w 5628640"/>
              <a:gd name="connsiteY2" fmla="*/ 1615440 h 1615440"/>
              <a:gd name="connsiteX3" fmla="*/ 5628640 w 5628640"/>
              <a:gd name="connsiteY3" fmla="*/ 10160 h 1615440"/>
              <a:gd name="connsiteX4" fmla="*/ 5120640 w 5628640"/>
              <a:gd name="connsiteY4" fmla="*/ 0 h 161544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628640"/>
              <a:gd name="connsiteY0" fmla="*/ 0 h 1625600"/>
              <a:gd name="connsiteX1" fmla="*/ 0 w 5628640"/>
              <a:gd name="connsiteY1" fmla="*/ 1615440 h 1625600"/>
              <a:gd name="connsiteX2" fmla="*/ 3535680 w 5628640"/>
              <a:gd name="connsiteY2" fmla="*/ 1625600 h 1625600"/>
              <a:gd name="connsiteX3" fmla="*/ 5628640 w 5628640"/>
              <a:gd name="connsiteY3" fmla="*/ 10160 h 1625600"/>
              <a:gd name="connsiteX4" fmla="*/ 5120640 w 5628640"/>
              <a:gd name="connsiteY4" fmla="*/ 0 h 1625600"/>
              <a:gd name="connsiteX0" fmla="*/ 5120640 w 5598160"/>
              <a:gd name="connsiteY0" fmla="*/ 0 h 1625600"/>
              <a:gd name="connsiteX1" fmla="*/ 0 w 5598160"/>
              <a:gd name="connsiteY1" fmla="*/ 1615440 h 1625600"/>
              <a:gd name="connsiteX2" fmla="*/ 3535680 w 5598160"/>
              <a:gd name="connsiteY2" fmla="*/ 1625600 h 1625600"/>
              <a:gd name="connsiteX3" fmla="*/ 5598160 w 5598160"/>
              <a:gd name="connsiteY3" fmla="*/ 50800 h 1625600"/>
              <a:gd name="connsiteX4" fmla="*/ 5120640 w 5598160"/>
              <a:gd name="connsiteY4" fmla="*/ 0 h 1625600"/>
              <a:gd name="connsiteX0" fmla="*/ 5120640 w 5598160"/>
              <a:gd name="connsiteY0" fmla="*/ 0 h 1625600"/>
              <a:gd name="connsiteX1" fmla="*/ 0 w 5598160"/>
              <a:gd name="connsiteY1" fmla="*/ 1615440 h 1625600"/>
              <a:gd name="connsiteX2" fmla="*/ 3535680 w 5598160"/>
              <a:gd name="connsiteY2" fmla="*/ 1625600 h 1625600"/>
              <a:gd name="connsiteX3" fmla="*/ 5598160 w 5598160"/>
              <a:gd name="connsiteY3" fmla="*/ 50800 h 1625600"/>
              <a:gd name="connsiteX4" fmla="*/ 5120640 w 5598160"/>
              <a:gd name="connsiteY4" fmla="*/ 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98160" h="1625600">
                <a:moveTo>
                  <a:pt x="5120640" y="0"/>
                </a:moveTo>
                <a:cubicBezTo>
                  <a:pt x="3495040" y="812800"/>
                  <a:pt x="2540000" y="1127760"/>
                  <a:pt x="0" y="1615440"/>
                </a:cubicBezTo>
                <a:lnTo>
                  <a:pt x="3535680" y="1625600"/>
                </a:lnTo>
                <a:cubicBezTo>
                  <a:pt x="4087707" y="988907"/>
                  <a:pt x="4243493" y="890693"/>
                  <a:pt x="5598160" y="50800"/>
                </a:cubicBezTo>
                <a:cubicBezTo>
                  <a:pt x="5317067" y="98213"/>
                  <a:pt x="5259493" y="115147"/>
                  <a:pt x="5120640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100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A044BE68-E074-7343-AA40-5C62E04FEF33}"/>
              </a:ext>
            </a:extLst>
          </p:cNvPr>
          <p:cNvGrpSpPr/>
          <p:nvPr/>
        </p:nvGrpSpPr>
        <p:grpSpPr>
          <a:xfrm>
            <a:off x="5901321" y="2130772"/>
            <a:ext cx="897041" cy="766916"/>
            <a:chOff x="9655277" y="2349909"/>
            <a:chExt cx="1196054" cy="1022555"/>
          </a:xfrm>
        </p:grpSpPr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C432037B-C0B1-0946-9310-8F414043AC97}"/>
                </a:ext>
              </a:extLst>
            </p:cNvPr>
            <p:cNvSpPr/>
            <p:nvPr/>
          </p:nvSpPr>
          <p:spPr>
            <a:xfrm>
              <a:off x="9655277" y="2349909"/>
              <a:ext cx="1196054" cy="1022555"/>
            </a:xfrm>
            <a:custGeom>
              <a:avLst/>
              <a:gdLst>
                <a:gd name="connsiteX0" fmla="*/ 1416106 w 2820074"/>
                <a:gd name="connsiteY0" fmla="*/ 606903 h 2290046"/>
                <a:gd name="connsiteX1" fmla="*/ 1096471 w 2820074"/>
                <a:gd name="connsiteY1" fmla="*/ 222531 h 2290046"/>
                <a:gd name="connsiteX2" fmla="*/ 954860 w 2820074"/>
                <a:gd name="connsiteY2" fmla="*/ 667593 h 2290046"/>
                <a:gd name="connsiteX3" fmla="*/ 89012 w 2820074"/>
                <a:gd name="connsiteY3" fmla="*/ 242761 h 2290046"/>
                <a:gd name="connsiteX4" fmla="*/ 610948 w 2820074"/>
                <a:gd name="connsiteY4" fmla="*/ 797066 h 2290046"/>
                <a:gd name="connsiteX5" fmla="*/ 0 w 2820074"/>
                <a:gd name="connsiteY5" fmla="*/ 902262 h 2290046"/>
                <a:gd name="connsiteX6" fmla="*/ 481476 w 2820074"/>
                <a:gd name="connsiteY6" fmla="*/ 1246174 h 2290046"/>
                <a:gd name="connsiteX7" fmla="*/ 36414 w 2820074"/>
                <a:gd name="connsiteY7" fmla="*/ 1533441 h 2290046"/>
                <a:gd name="connsiteX8" fmla="*/ 760651 w 2820074"/>
                <a:gd name="connsiteY8" fmla="*/ 1476797 h 2290046"/>
                <a:gd name="connsiteX9" fmla="*/ 623086 w 2820074"/>
                <a:gd name="connsiteY9" fmla="*/ 1869260 h 2290046"/>
                <a:gd name="connsiteX10" fmla="*/ 1003412 w 2820074"/>
                <a:gd name="connsiteY10" fmla="*/ 1658867 h 2290046"/>
                <a:gd name="connsiteX11" fmla="*/ 1104563 w 2820074"/>
                <a:gd name="connsiteY11" fmla="*/ 2290046 h 2290046"/>
                <a:gd name="connsiteX12" fmla="*/ 1383738 w 2820074"/>
                <a:gd name="connsiteY12" fmla="*/ 1569855 h 2290046"/>
                <a:gd name="connsiteX13" fmla="*/ 1743833 w 2820074"/>
                <a:gd name="connsiteY13" fmla="*/ 2091791 h 2290046"/>
                <a:gd name="connsiteX14" fmla="*/ 1836892 w 2820074"/>
                <a:gd name="connsiteY14" fmla="*/ 1529395 h 2290046"/>
                <a:gd name="connsiteX15" fmla="*/ 2375012 w 2820074"/>
                <a:gd name="connsiteY15" fmla="*/ 1889491 h 2290046"/>
                <a:gd name="connsiteX16" fmla="*/ 2209125 w 2820074"/>
                <a:gd name="connsiteY16" fmla="*/ 1351370 h 2290046"/>
                <a:gd name="connsiteX17" fmla="*/ 2820074 w 2820074"/>
                <a:gd name="connsiteY17" fmla="*/ 1399922 h 2290046"/>
                <a:gd name="connsiteX18" fmla="*/ 2310276 w 2820074"/>
                <a:gd name="connsiteY18" fmla="*/ 1092425 h 2290046"/>
                <a:gd name="connsiteX19" fmla="*/ 2775568 w 2820074"/>
                <a:gd name="connsiteY19" fmla="*/ 837526 h 2290046"/>
                <a:gd name="connsiteX20" fmla="*/ 2196987 w 2820074"/>
                <a:gd name="connsiteY20" fmla="*/ 768744 h 2290046"/>
                <a:gd name="connsiteX21" fmla="*/ 2427610 w 2820074"/>
                <a:gd name="connsiteY21" fmla="*/ 441016 h 2290046"/>
                <a:gd name="connsiteX22" fmla="*/ 1844984 w 2820074"/>
                <a:gd name="connsiteY22" fmla="*/ 546213 h 2290046"/>
                <a:gd name="connsiteX23" fmla="*/ 1901628 w 2820074"/>
                <a:gd name="connsiteY23" fmla="*/ 0 h 2290046"/>
                <a:gd name="connsiteX24" fmla="*/ 1416106 w 2820074"/>
                <a:gd name="connsiteY24" fmla="*/ 606903 h 229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20074" h="2290046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282C0F4B-EE5D-3F44-A552-A4006C30F736}"/>
                </a:ext>
              </a:extLst>
            </p:cNvPr>
            <p:cNvSpPr txBox="1"/>
            <p:nvPr/>
          </p:nvSpPr>
          <p:spPr>
            <a:xfrm>
              <a:off x="9753600" y="2635045"/>
              <a:ext cx="1081834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1350" dirty="0">
                  <a:solidFill>
                    <a:srgbClr val="C00000"/>
                  </a:solidFill>
                  <a:latin typeface="Calibri" panose="020F0502020204030204"/>
                </a:rPr>
                <a:t>compute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3642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48148E-6 L 0.20417 -0.54653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08" y="-273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 animBg="1"/>
      <p:bldP spid="182" grpId="0" animBg="1"/>
      <p:bldP spid="214" grpId="0"/>
      <p:bldP spid="220" grpId="0"/>
      <p:bldP spid="227" grpId="0"/>
      <p:bldP spid="228" grpId="0"/>
      <p:bldP spid="229" grpId="0"/>
      <p:bldP spid="230" grpId="0"/>
      <p:bldP spid="231" grpId="0"/>
      <p:bldP spid="232" grpId="0"/>
      <p:bldP spid="238" grpId="0" animBg="1"/>
      <p:bldP spid="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Distance vector example: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AFC85-DEE1-5EBE-DB61-526FF5D66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05715-B0AC-CF47-B242-18018B71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r>
              <a:rPr lang="en-US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Network Layer: 5-</a:t>
            </a:r>
            <a:fld id="{C4204591-24BD-A542-B9D5-F8D8A88D2FEE}" type="slidenum">
              <a:rPr lang="en-US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pPr defTabSz="685800"/>
              <a:t>43</a:t>
            </a:fld>
            <a:endParaRPr lang="en-US" dirty="0">
              <a:solidFill>
                <a:prstClr val="white">
                  <a:lumMod val="50000"/>
                </a:prstClr>
              </a:solidFill>
              <a:latin typeface="Calibri" panose="020F0502020204030204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374B35E8-95B6-B946-8240-59B747B607B3}"/>
              </a:ext>
            </a:extLst>
          </p:cNvPr>
          <p:cNvCxnSpPr>
            <a:cxnSpLocks/>
            <a:stCxn id="76" idx="2"/>
            <a:endCxn id="76" idx="0"/>
          </p:cNvCxnSpPr>
          <p:nvPr/>
        </p:nvCxnSpPr>
        <p:spPr>
          <a:xfrm flipV="1">
            <a:off x="4897745" y="2454091"/>
            <a:ext cx="0" cy="28973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E34EA38-AB93-704A-ACF2-764D62663226}"/>
              </a:ext>
            </a:extLst>
          </p:cNvPr>
          <p:cNvCxnSpPr>
            <a:cxnSpLocks/>
            <a:stCxn id="76" idx="1"/>
            <a:endCxn id="76" idx="3"/>
          </p:cNvCxnSpPr>
          <p:nvPr/>
        </p:nvCxnSpPr>
        <p:spPr>
          <a:xfrm>
            <a:off x="3449078" y="3902756"/>
            <a:ext cx="289733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A169888C-5E10-3E40-BC1D-A5D0DB850712}"/>
              </a:ext>
            </a:extLst>
          </p:cNvPr>
          <p:cNvSpPr/>
          <p:nvPr/>
        </p:nvSpPr>
        <p:spPr>
          <a:xfrm>
            <a:off x="3449078" y="2454091"/>
            <a:ext cx="2897333" cy="289733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CB39BACF-E4D1-6641-8B8C-0274EDEFA113}"/>
              </a:ext>
            </a:extLst>
          </p:cNvPr>
          <p:cNvSpPr/>
          <p:nvPr/>
        </p:nvSpPr>
        <p:spPr>
          <a:xfrm>
            <a:off x="6285253" y="2507603"/>
            <a:ext cx="99381" cy="1391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2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4A89238-377F-A840-BB03-52D53CBBC3F3}"/>
              </a:ext>
            </a:extLst>
          </p:cNvPr>
          <p:cNvSpPr txBox="1"/>
          <p:nvPr/>
        </p:nvSpPr>
        <p:spPr>
          <a:xfrm>
            <a:off x="3229336" y="3010142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D3F7215-9DE8-0542-8CCA-A9CEDC8717E2}"/>
              </a:ext>
            </a:extLst>
          </p:cNvPr>
          <p:cNvSpPr txBox="1"/>
          <p:nvPr/>
        </p:nvSpPr>
        <p:spPr>
          <a:xfrm>
            <a:off x="4663150" y="300290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C342D48-14A2-BA4E-A191-060C4177F678}"/>
              </a:ext>
            </a:extLst>
          </p:cNvPr>
          <p:cNvSpPr txBox="1"/>
          <p:nvPr/>
        </p:nvSpPr>
        <p:spPr>
          <a:xfrm>
            <a:off x="3222103" y="4522085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C9336A94-9BC9-8F41-95A7-69E18360DF3D}"/>
              </a:ext>
            </a:extLst>
          </p:cNvPr>
          <p:cNvSpPr txBox="1"/>
          <p:nvPr/>
        </p:nvSpPr>
        <p:spPr>
          <a:xfrm>
            <a:off x="4673280" y="4523533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1EFAA3-3025-6E40-9F7B-8AEC8E44C52D}"/>
              </a:ext>
            </a:extLst>
          </p:cNvPr>
          <p:cNvSpPr txBox="1"/>
          <p:nvPr/>
        </p:nvSpPr>
        <p:spPr>
          <a:xfrm>
            <a:off x="6115774" y="452498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EECDCBF1-5ACC-CF43-B981-907337945BA2}"/>
              </a:ext>
            </a:extLst>
          </p:cNvPr>
          <p:cNvSpPr txBox="1"/>
          <p:nvPr/>
        </p:nvSpPr>
        <p:spPr>
          <a:xfrm>
            <a:off x="4081522" y="3879691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2DD32315-0DAF-354B-ADE2-76F406D6A871}"/>
              </a:ext>
            </a:extLst>
          </p:cNvPr>
          <p:cNvSpPr txBox="1"/>
          <p:nvPr/>
        </p:nvSpPr>
        <p:spPr>
          <a:xfrm>
            <a:off x="5515336" y="387245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25B3E8DA-82E1-B746-9524-A8B47546C7B7}"/>
              </a:ext>
            </a:extLst>
          </p:cNvPr>
          <p:cNvSpPr txBox="1"/>
          <p:nvPr/>
        </p:nvSpPr>
        <p:spPr>
          <a:xfrm>
            <a:off x="4082968" y="5322186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1516E14-40A2-B34F-B880-05B80B68D6FC}"/>
              </a:ext>
            </a:extLst>
          </p:cNvPr>
          <p:cNvSpPr txBox="1"/>
          <p:nvPr/>
        </p:nvSpPr>
        <p:spPr>
          <a:xfrm>
            <a:off x="5516782" y="531495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9174059A-E895-E740-9A26-AA7943E4A64F}"/>
              </a:ext>
            </a:extLst>
          </p:cNvPr>
          <p:cNvSpPr txBox="1"/>
          <p:nvPr/>
        </p:nvSpPr>
        <p:spPr>
          <a:xfrm>
            <a:off x="4084414" y="2450218"/>
            <a:ext cx="226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8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7510488-7C59-7449-A4EE-C5A32BFCB3A5}"/>
              </a:ext>
            </a:extLst>
          </p:cNvPr>
          <p:cNvSpPr txBox="1"/>
          <p:nvPr/>
        </p:nvSpPr>
        <p:spPr>
          <a:xfrm>
            <a:off x="5518228" y="244298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200" dirty="0">
                <a:solidFill>
                  <a:prstClr val="black"/>
                </a:solidFill>
                <a:latin typeface="Calibri" panose="020F0502020204030204"/>
              </a:rPr>
              <a:t>1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AAED925-F16C-8F45-B5D7-47EABDB0B993}"/>
              </a:ext>
            </a:extLst>
          </p:cNvPr>
          <p:cNvGrpSpPr/>
          <p:nvPr/>
        </p:nvGrpSpPr>
        <p:grpSpPr>
          <a:xfrm>
            <a:off x="438277" y="2251609"/>
            <a:ext cx="596638" cy="945270"/>
            <a:chOff x="10030307" y="3444875"/>
            <a:chExt cx="795517" cy="1260360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6655EB12-A2B9-9D4A-A0A9-F9958BDB0106}"/>
                </a:ext>
              </a:extLst>
            </p:cNvPr>
            <p:cNvSpPr txBox="1"/>
            <p:nvPr/>
          </p:nvSpPr>
          <p:spPr>
            <a:xfrm>
              <a:off x="10030307" y="4089681"/>
              <a:ext cx="795517" cy="615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2400" dirty="0">
                  <a:solidFill>
                    <a:prstClr val="black"/>
                  </a:solidFill>
                  <a:latin typeface="Calibri" panose="020F0502020204030204"/>
                </a:rPr>
                <a:t>t=1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0523D739-F413-264B-A745-A38C62E06D3B}"/>
                </a:ext>
              </a:extLst>
            </p:cNvPr>
            <p:cNvGrpSpPr/>
            <p:nvPr/>
          </p:nvGrpSpPr>
          <p:grpSpPr>
            <a:xfrm>
              <a:off x="10034588" y="3444875"/>
              <a:ext cx="682627" cy="682625"/>
              <a:chOff x="10034588" y="3444875"/>
              <a:chExt cx="682627" cy="682625"/>
            </a:xfrm>
          </p:grpSpPr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CB814881-01DB-0E43-BA2F-B64D7EA26896}"/>
                  </a:ext>
                </a:extLst>
              </p:cNvPr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w="349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08775389-41CA-4740-B083-4D54E5FAECED}"/>
                  </a:ext>
                </a:extLst>
              </p:cNvPr>
              <p:cNvCxnSpPr/>
              <p:nvPr/>
            </p:nvCxnSpPr>
            <p:spPr>
              <a:xfrm>
                <a:off x="10372725" y="34448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3E6B6CB9-512E-6343-AD8B-BBAB6CE819A4}"/>
                  </a:ext>
                </a:extLst>
              </p:cNvPr>
              <p:cNvCxnSpPr/>
              <p:nvPr/>
            </p:nvCxnSpPr>
            <p:spPr>
              <a:xfrm>
                <a:off x="10372725" y="406717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84002D-08B3-2041-9EB9-DE4D7AA96DC7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064751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C10AF67D-3C60-074D-85D9-BB7F3C22BA6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687053" y="3756025"/>
                <a:ext cx="0" cy="6032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D7001C9A-A249-5941-879B-C26FFA2151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23542" y="40370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6CFD6FA-4D66-9F4F-9565-82515FD78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02867" y="3490913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3AF8B4F1-6823-4E49-BDC2-8B3DFF75FC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96517" y="40338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8A30E75-242F-B744-AD86-D5121CF798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17192" y="3487738"/>
                <a:ext cx="26983" cy="42862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CA6C8979-7ABA-2548-A690-DBB79A1510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631493" y="36115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9D0B68AA-F684-FE43-A969-18E51C1C177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85393" y="3929065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5419F84A-0D3B-EF47-949B-02A63FAFFC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094918" y="36147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>
                <a:extLst>
                  <a:ext uri="{FF2B5EF4-FFF2-40B4-BE49-F238E27FC236}">
                    <a16:creationId xmlns:a16="http://schemas.microsoft.com/office/drawing/2014/main" id="{FDC9525E-B8EE-704E-94A9-DA434054CDB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631493" y="3932240"/>
                <a:ext cx="36507" cy="26985"/>
              </a:xfrm>
              <a:prstGeom prst="line">
                <a:avLst/>
              </a:prstGeom>
              <a:ln w="25400" cap="rnd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326D6D5-4368-3242-940E-7E5978F1247E}"/>
                  </a:ext>
                </a:extLst>
              </p:cNvPr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BDF6761-A298-0649-AD22-E32D353E085B}"/>
              </a:ext>
            </a:extLst>
          </p:cNvPr>
          <p:cNvCxnSpPr>
            <a:cxnSpLocks/>
          </p:cNvCxnSpPr>
          <p:nvPr/>
        </p:nvCxnSpPr>
        <p:spPr>
          <a:xfrm>
            <a:off x="689667" y="2354212"/>
            <a:ext cx="0" cy="147023"/>
          </a:xfrm>
          <a:prstGeom prst="line">
            <a:avLst/>
          </a:prstGeom>
          <a:ln w="25400" cap="flat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E805ECD-DD10-C845-94C0-375A905AFE6F}"/>
              </a:ext>
            </a:extLst>
          </p:cNvPr>
          <p:cNvSpPr/>
          <p:nvPr/>
        </p:nvSpPr>
        <p:spPr>
          <a:xfrm>
            <a:off x="4970207" y="1063728"/>
            <a:ext cx="2278626" cy="4719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C0DE6387-1D17-B74C-B49C-337140026F6C}"/>
              </a:ext>
            </a:extLst>
          </p:cNvPr>
          <p:cNvGrpSpPr/>
          <p:nvPr/>
        </p:nvGrpSpPr>
        <p:grpSpPr>
          <a:xfrm>
            <a:off x="4992329" y="1034231"/>
            <a:ext cx="1869850" cy="1437968"/>
            <a:chOff x="7010400" y="108155"/>
            <a:chExt cx="2493133" cy="1917291"/>
          </a:xfrm>
        </p:grpSpPr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AAB1A5DE-415B-F14B-A28A-363ED94665BF}"/>
                </a:ext>
              </a:extLst>
            </p:cNvPr>
            <p:cNvSpPr/>
            <p:nvPr/>
          </p:nvSpPr>
          <p:spPr>
            <a:xfrm>
              <a:off x="7010400" y="176982"/>
              <a:ext cx="2340077" cy="1848464"/>
            </a:xfrm>
            <a:custGeom>
              <a:avLst/>
              <a:gdLst>
                <a:gd name="connsiteX0" fmla="*/ 0 w 2340077"/>
                <a:gd name="connsiteY0" fmla="*/ 304800 h 432619"/>
                <a:gd name="connsiteX1" fmla="*/ 393290 w 2340077"/>
                <a:gd name="connsiteY1" fmla="*/ 0 h 432619"/>
                <a:gd name="connsiteX2" fmla="*/ 2340077 w 2340077"/>
                <a:gd name="connsiteY2" fmla="*/ 0 h 432619"/>
                <a:gd name="connsiteX3" fmla="*/ 147484 w 2340077"/>
                <a:gd name="connsiteY3" fmla="*/ 432619 h 432619"/>
                <a:gd name="connsiteX4" fmla="*/ 0 w 2340077"/>
                <a:gd name="connsiteY4" fmla="*/ 304800 h 432619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18967"/>
                <a:gd name="connsiteX1" fmla="*/ 383458 w 2340077"/>
                <a:gd name="connsiteY1" fmla="*/ 0 h 1818967"/>
                <a:gd name="connsiteX2" fmla="*/ 2340077 w 2340077"/>
                <a:gd name="connsiteY2" fmla="*/ 1386348 h 1818967"/>
                <a:gd name="connsiteX3" fmla="*/ 147484 w 2340077"/>
                <a:gd name="connsiteY3" fmla="*/ 1818967 h 1818967"/>
                <a:gd name="connsiteX4" fmla="*/ 0 w 2340077"/>
                <a:gd name="connsiteY4" fmla="*/ 1691148 h 1818967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28799"/>
                <a:gd name="connsiteX1" fmla="*/ 383458 w 2340077"/>
                <a:gd name="connsiteY1" fmla="*/ 0 h 1828799"/>
                <a:gd name="connsiteX2" fmla="*/ 2340077 w 2340077"/>
                <a:gd name="connsiteY2" fmla="*/ 1386348 h 1828799"/>
                <a:gd name="connsiteX3" fmla="*/ 186813 w 2340077"/>
                <a:gd name="connsiteY3" fmla="*/ 1828799 h 1828799"/>
                <a:gd name="connsiteX4" fmla="*/ 0 w 2340077"/>
                <a:gd name="connsiteY4" fmla="*/ 1691148 h 1828799"/>
                <a:gd name="connsiteX0" fmla="*/ 0 w 2340077"/>
                <a:gd name="connsiteY0" fmla="*/ 1691148 h 1848464"/>
                <a:gd name="connsiteX1" fmla="*/ 383458 w 2340077"/>
                <a:gd name="connsiteY1" fmla="*/ 0 h 1848464"/>
                <a:gd name="connsiteX2" fmla="*/ 2340077 w 2340077"/>
                <a:gd name="connsiteY2" fmla="*/ 1386348 h 1848464"/>
                <a:gd name="connsiteX3" fmla="*/ 137651 w 2340077"/>
                <a:gd name="connsiteY3" fmla="*/ 1848464 h 1848464"/>
                <a:gd name="connsiteX4" fmla="*/ 0 w 2340077"/>
                <a:gd name="connsiteY4" fmla="*/ 1691148 h 1848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0077" h="1848464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937CC7FC-FB1E-3F44-8360-192E93D54F76}"/>
                </a:ext>
              </a:extLst>
            </p:cNvPr>
            <p:cNvGrpSpPr/>
            <p:nvPr/>
          </p:nvGrpSpPr>
          <p:grpSpPr>
            <a:xfrm>
              <a:off x="7323883" y="108155"/>
              <a:ext cx="2179650" cy="1461852"/>
              <a:chOff x="7323883" y="108155"/>
              <a:chExt cx="2179650" cy="1461852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4491BF2B-1B3B-CC46-9290-459EE74E54A2}"/>
                  </a:ext>
                </a:extLst>
              </p:cNvPr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FCF8DCB2-D709-AF40-B84B-C341D1A769CD}"/>
                  </a:ext>
                </a:extLst>
              </p:cNvPr>
              <p:cNvGrpSpPr/>
              <p:nvPr/>
            </p:nvGrpSpPr>
            <p:grpSpPr>
              <a:xfrm>
                <a:off x="7323883" y="120836"/>
                <a:ext cx="2179650" cy="1449171"/>
                <a:chOff x="7323883" y="120836"/>
                <a:chExt cx="2179650" cy="1449171"/>
              </a:xfrm>
            </p:grpSpPr>
            <p:sp>
              <p:nvSpPr>
                <p:cNvPr id="246" name="Rectangle 245">
                  <a:extLst>
                    <a:ext uri="{FF2B5EF4-FFF2-40B4-BE49-F238E27FC236}">
                      <a16:creationId xmlns:a16="http://schemas.microsoft.com/office/drawing/2014/main" id="{AAB1F5FE-4DFF-8942-96D2-1BF59A9B8ED7}"/>
                    </a:ext>
                  </a:extLst>
                </p:cNvPr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47" name="TextBox 246">
                  <a:extLst>
                    <a:ext uri="{FF2B5EF4-FFF2-40B4-BE49-F238E27FC236}">
                      <a16:creationId xmlns:a16="http://schemas.microsoft.com/office/drawing/2014/main" id="{02C346E9-CF40-A846-ACD9-F72DFBB9E805}"/>
                    </a:ext>
                  </a:extLst>
                </p:cNvPr>
                <p:cNvSpPr txBox="1"/>
                <p:nvPr/>
              </p:nvSpPr>
              <p:spPr>
                <a:xfrm>
                  <a:off x="7799764" y="120836"/>
                  <a:ext cx="1117197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685800">
                    <a:spcAft>
                      <a:spcPts val="300"/>
                    </a:spcAft>
                  </a:pPr>
                  <a:r>
                    <a:rPr lang="en-US" sz="1500" dirty="0">
                      <a:solidFill>
                        <a:prstClr val="white"/>
                      </a:solidFill>
                      <a:latin typeface="Calibri" panose="020F0502020204030204"/>
                    </a:rPr>
                    <a:t>DV in b:</a:t>
                  </a:r>
                </a:p>
              </p:txBody>
            </p: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322E19FC-BD9D-FC41-8AF9-4540EB9B5B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1895" y="495254"/>
                  <a:ext cx="1123866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14EC7CB6-196B-5E44-AD24-302ACAC213D8}"/>
                    </a:ext>
                  </a:extLst>
                </p:cNvPr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50" name="TextBox 249">
                  <a:extLst>
                    <a:ext uri="{FF2B5EF4-FFF2-40B4-BE49-F238E27FC236}">
                      <a16:creationId xmlns:a16="http://schemas.microsoft.com/office/drawing/2014/main" id="{15AACE12-C210-0141-824B-658545F2E1EB}"/>
                    </a:ext>
                  </a:extLst>
                </p:cNvPr>
                <p:cNvSpPr txBox="1"/>
                <p:nvPr/>
              </p:nvSpPr>
              <p:spPr>
                <a:xfrm>
                  <a:off x="8392488" y="560500"/>
                  <a:ext cx="1111045" cy="10095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(f)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(g)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(h)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</a:p>
                <a:p>
                  <a:pPr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(i)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251" name="TextBox 250">
                  <a:extLst>
                    <a:ext uri="{FF2B5EF4-FFF2-40B4-BE49-F238E27FC236}">
                      <a16:creationId xmlns:a16="http://schemas.microsoft.com/office/drawing/2014/main" id="{8FBBD149-E4A4-7649-964F-57535C719AD2}"/>
                    </a:ext>
                  </a:extLst>
                </p:cNvPr>
                <p:cNvSpPr txBox="1"/>
                <p:nvPr/>
              </p:nvSpPr>
              <p:spPr>
                <a:xfrm>
                  <a:off x="7323883" y="557387"/>
                  <a:ext cx="1235113" cy="10095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85725" lvl="1"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(a) = 8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endParaRPr>
                </a:p>
                <a:p>
                  <a:pPr marL="85725" lvl="1"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(c)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1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(d)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∞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  <a:p>
                  <a:pPr marL="85725" lvl="1" defTabSz="685800">
                    <a:lnSpc>
                      <a:spcPct val="90000"/>
                    </a:lnSpc>
                  </a:pP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D</a:t>
                  </a:r>
                  <a:r>
                    <a:rPr lang="en-US" sz="1200" baseline="-25000" dirty="0">
                      <a:solidFill>
                        <a:prstClr val="black"/>
                      </a:solidFill>
                      <a:latin typeface="Calibri" panose="020F0502020204030204"/>
                    </a:rPr>
                    <a:t>b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</a:rPr>
                    <a:t>(e) =</a:t>
                  </a:r>
                  <a:r>
                    <a:rPr lang="en-US" sz="1200" dirty="0">
                      <a:solidFill>
                        <a:prstClr val="black"/>
                      </a:solidFill>
                      <a:latin typeface="Calibri" panose="020F0502020204030204"/>
                      <a:cs typeface="Arial" charset="0"/>
                    </a:rPr>
                    <a:t> 1</a:t>
                  </a:r>
                  <a:endParaRPr lang="en-US" sz="12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9547E6FC-ED98-A842-83E6-5B393D42D482}"/>
              </a:ext>
            </a:extLst>
          </p:cNvPr>
          <p:cNvSpPr txBox="1"/>
          <p:nvPr/>
        </p:nvSpPr>
        <p:spPr>
          <a:xfrm flipH="1">
            <a:off x="261469" y="3166494"/>
            <a:ext cx="1646861" cy="466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 defTabSz="685800">
              <a:lnSpc>
                <a:spcPct val="90000"/>
              </a:lnSpc>
              <a:buClr>
                <a:srgbClr val="0000A8"/>
              </a:buClr>
              <a:buFont typeface="Wingdings" pitchFamily="2" charset="2"/>
              <a:buChar char="§"/>
            </a:pP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e receives DVs from b, d, f, h</a:t>
            </a:r>
          </a:p>
        </p:txBody>
      </p: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917871C2-1731-FE43-944D-6364CCE85DA9}"/>
              </a:ext>
            </a:extLst>
          </p:cNvPr>
          <p:cNvGrpSpPr/>
          <p:nvPr/>
        </p:nvGrpSpPr>
        <p:grpSpPr>
          <a:xfrm>
            <a:off x="3250339" y="2286803"/>
            <a:ext cx="3296513" cy="326495"/>
            <a:chOff x="4333785" y="5772223"/>
            <a:chExt cx="4395351" cy="435326"/>
          </a:xfrm>
        </p:grpSpPr>
        <p:grpSp>
          <p:nvGrpSpPr>
            <p:cNvPr id="315" name="Group 314">
              <a:extLst>
                <a:ext uri="{FF2B5EF4-FFF2-40B4-BE49-F238E27FC236}">
                  <a16:creationId xmlns:a16="http://schemas.microsoft.com/office/drawing/2014/main" id="{68E7B419-D4D3-3A4B-86E1-D40C76B2BB2C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336" name="Group 335">
                <a:extLst>
                  <a:ext uri="{FF2B5EF4-FFF2-40B4-BE49-F238E27FC236}">
                    <a16:creationId xmlns:a16="http://schemas.microsoft.com/office/drawing/2014/main" id="{93705575-DDBD-3D44-B843-C77E28CEAAD2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0" name="Oval 5">
                  <a:extLst>
                    <a:ext uri="{FF2B5EF4-FFF2-40B4-BE49-F238E27FC236}">
                      <a16:creationId xmlns:a16="http://schemas.microsoft.com/office/drawing/2014/main" id="{AF888CEF-6837-CD45-809F-91550C92C8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1" name="Line 6">
                  <a:extLst>
                    <a:ext uri="{FF2B5EF4-FFF2-40B4-BE49-F238E27FC236}">
                      <a16:creationId xmlns:a16="http://schemas.microsoft.com/office/drawing/2014/main" id="{4535759C-A65E-D84B-9508-03E1DC0B82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2" name="Line 7">
                  <a:extLst>
                    <a:ext uri="{FF2B5EF4-FFF2-40B4-BE49-F238E27FC236}">
                      <a16:creationId xmlns:a16="http://schemas.microsoft.com/office/drawing/2014/main" id="{FFA7BAB7-E53C-EC41-ACE7-66FCD86296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3" name="Rectangle 8">
                  <a:extLst>
                    <a:ext uri="{FF2B5EF4-FFF2-40B4-BE49-F238E27FC236}">
                      <a16:creationId xmlns:a16="http://schemas.microsoft.com/office/drawing/2014/main" id="{69E05203-3EC0-6447-8988-D4F7C2150F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44" name="Oval 9">
                  <a:extLst>
                    <a:ext uri="{FF2B5EF4-FFF2-40B4-BE49-F238E27FC236}">
                      <a16:creationId xmlns:a16="http://schemas.microsoft.com/office/drawing/2014/main" id="{D9043B05-A159-7D41-90D4-718D621EA0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37" name="Group 44">
                <a:extLst>
                  <a:ext uri="{FF2B5EF4-FFF2-40B4-BE49-F238E27FC236}">
                    <a16:creationId xmlns:a16="http://schemas.microsoft.com/office/drawing/2014/main" id="{230264F8-C92F-C344-8341-A92C3D105F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338" name="Rectangle 45">
                  <a:extLst>
                    <a:ext uri="{FF2B5EF4-FFF2-40B4-BE49-F238E27FC236}">
                      <a16:creationId xmlns:a16="http://schemas.microsoft.com/office/drawing/2014/main" id="{F2B81453-DE5E-984D-B97A-6884B0BDD3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9" name="Text Box 46">
                  <a:extLst>
                    <a:ext uri="{FF2B5EF4-FFF2-40B4-BE49-F238E27FC236}">
                      <a16:creationId xmlns:a16="http://schemas.microsoft.com/office/drawing/2014/main" id="{35E945F9-D699-744B-ACB7-587B2AA668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a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316" name="Group 315">
              <a:extLst>
                <a:ext uri="{FF2B5EF4-FFF2-40B4-BE49-F238E27FC236}">
                  <a16:creationId xmlns:a16="http://schemas.microsoft.com/office/drawing/2014/main" id="{1CE7BA36-0E22-4F41-B503-121F0E8FF751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ABA31A37-F3CD-1746-9C86-0557D36C540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1" name="Oval 5">
                  <a:extLst>
                    <a:ext uri="{FF2B5EF4-FFF2-40B4-BE49-F238E27FC236}">
                      <a16:creationId xmlns:a16="http://schemas.microsoft.com/office/drawing/2014/main" id="{39C9919B-E459-6946-BAB3-A266303D27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2" name="Line 6">
                  <a:extLst>
                    <a:ext uri="{FF2B5EF4-FFF2-40B4-BE49-F238E27FC236}">
                      <a16:creationId xmlns:a16="http://schemas.microsoft.com/office/drawing/2014/main" id="{61A62C09-3017-A541-9429-460C1A7F6B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3" name="Line 7">
                  <a:extLst>
                    <a:ext uri="{FF2B5EF4-FFF2-40B4-BE49-F238E27FC236}">
                      <a16:creationId xmlns:a16="http://schemas.microsoft.com/office/drawing/2014/main" id="{86063EB7-D2C3-3447-B2FD-57FC1E74D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4" name="Rectangle 8">
                  <a:extLst>
                    <a:ext uri="{FF2B5EF4-FFF2-40B4-BE49-F238E27FC236}">
                      <a16:creationId xmlns:a16="http://schemas.microsoft.com/office/drawing/2014/main" id="{BD5BCC42-3550-DF4A-BB55-F643AEBFD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5" name="Oval 9">
                  <a:extLst>
                    <a:ext uri="{FF2B5EF4-FFF2-40B4-BE49-F238E27FC236}">
                      <a16:creationId xmlns:a16="http://schemas.microsoft.com/office/drawing/2014/main" id="{74611398-E647-494F-A7BD-186BB5CB5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28" name="Group 44">
                <a:extLst>
                  <a:ext uri="{FF2B5EF4-FFF2-40B4-BE49-F238E27FC236}">
                    <a16:creationId xmlns:a16="http://schemas.microsoft.com/office/drawing/2014/main" id="{B57BC638-F090-114B-B8BF-7E2F4A6CC8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329" name="Rectangle 45">
                  <a:extLst>
                    <a:ext uri="{FF2B5EF4-FFF2-40B4-BE49-F238E27FC236}">
                      <a16:creationId xmlns:a16="http://schemas.microsoft.com/office/drawing/2014/main" id="{0F91A427-A1B7-A54C-8320-A92F425DFC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30" name="Text Box 46">
                  <a:extLst>
                    <a:ext uri="{FF2B5EF4-FFF2-40B4-BE49-F238E27FC236}">
                      <a16:creationId xmlns:a16="http://schemas.microsoft.com/office/drawing/2014/main" id="{E600E15A-04DE-4F44-AD3B-D284039393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b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317" name="Group 316">
              <a:extLst>
                <a:ext uri="{FF2B5EF4-FFF2-40B4-BE49-F238E27FC236}">
                  <a16:creationId xmlns:a16="http://schemas.microsoft.com/office/drawing/2014/main" id="{2EB87748-B820-0349-A8AC-FE8BBD55B257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318" name="Group 317">
                <a:extLst>
                  <a:ext uri="{FF2B5EF4-FFF2-40B4-BE49-F238E27FC236}">
                    <a16:creationId xmlns:a16="http://schemas.microsoft.com/office/drawing/2014/main" id="{EB6E4C7D-CDAA-7F47-A797-1E5FB2A80494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2" name="Oval 5">
                  <a:extLst>
                    <a:ext uri="{FF2B5EF4-FFF2-40B4-BE49-F238E27FC236}">
                      <a16:creationId xmlns:a16="http://schemas.microsoft.com/office/drawing/2014/main" id="{F9943B67-FB21-3647-869F-669BE6A721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3" name="Line 6">
                  <a:extLst>
                    <a:ext uri="{FF2B5EF4-FFF2-40B4-BE49-F238E27FC236}">
                      <a16:creationId xmlns:a16="http://schemas.microsoft.com/office/drawing/2014/main" id="{57CCD935-17C4-B04B-B482-9A946E848E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4" name="Line 7">
                  <a:extLst>
                    <a:ext uri="{FF2B5EF4-FFF2-40B4-BE49-F238E27FC236}">
                      <a16:creationId xmlns:a16="http://schemas.microsoft.com/office/drawing/2014/main" id="{2FE8EAFF-CC53-364C-974F-2F913B960D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5" name="Rectangle 8">
                  <a:extLst>
                    <a:ext uri="{FF2B5EF4-FFF2-40B4-BE49-F238E27FC236}">
                      <a16:creationId xmlns:a16="http://schemas.microsoft.com/office/drawing/2014/main" id="{B25B691E-9E1D-1E4F-9419-915601381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6" name="Oval 9">
                  <a:extLst>
                    <a:ext uri="{FF2B5EF4-FFF2-40B4-BE49-F238E27FC236}">
                      <a16:creationId xmlns:a16="http://schemas.microsoft.com/office/drawing/2014/main" id="{9CB3B73F-9E39-EC4E-83F7-FBE1069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19" name="Group 44">
                <a:extLst>
                  <a:ext uri="{FF2B5EF4-FFF2-40B4-BE49-F238E27FC236}">
                    <a16:creationId xmlns:a16="http://schemas.microsoft.com/office/drawing/2014/main" id="{0F42679C-ED56-BC45-8C82-597609DBD4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9796" y="2507406"/>
                <a:ext cx="409928" cy="454026"/>
                <a:chOff x="2927" y="2425"/>
                <a:chExt cx="262" cy="286"/>
              </a:xfrm>
            </p:grpSpPr>
            <p:sp>
              <p:nvSpPr>
                <p:cNvPr id="320" name="Rectangle 45">
                  <a:extLst>
                    <a:ext uri="{FF2B5EF4-FFF2-40B4-BE49-F238E27FC236}">
                      <a16:creationId xmlns:a16="http://schemas.microsoft.com/office/drawing/2014/main" id="{CF557465-1C6C-1245-9762-D6D2D9F891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21" name="Text Box 46">
                  <a:extLst>
                    <a:ext uri="{FF2B5EF4-FFF2-40B4-BE49-F238E27FC236}">
                      <a16:creationId xmlns:a16="http://schemas.microsoft.com/office/drawing/2014/main" id="{CEEF1658-9381-E84D-81A0-1A501484FB8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7" y="2425"/>
                  <a:ext cx="26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c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183" name="Freeform 182">
            <a:extLst>
              <a:ext uri="{FF2B5EF4-FFF2-40B4-BE49-F238E27FC236}">
                <a16:creationId xmlns:a16="http://schemas.microsoft.com/office/drawing/2014/main" id="{2593EFCC-23E2-4043-94E6-A9E17FCC79C5}"/>
              </a:ext>
            </a:extLst>
          </p:cNvPr>
          <p:cNvSpPr/>
          <p:nvPr/>
        </p:nvSpPr>
        <p:spPr>
          <a:xfrm>
            <a:off x="5081066" y="1687093"/>
            <a:ext cx="2225819" cy="2260928"/>
          </a:xfrm>
          <a:custGeom>
            <a:avLst/>
            <a:gdLst>
              <a:gd name="connsiteX0" fmla="*/ 0 w 2615381"/>
              <a:gd name="connsiteY0" fmla="*/ 0 h 2615381"/>
              <a:gd name="connsiteX1" fmla="*/ 2595716 w 2615381"/>
              <a:gd name="connsiteY1" fmla="*/ 235975 h 2615381"/>
              <a:gd name="connsiteX2" fmla="*/ 2615381 w 2615381"/>
              <a:gd name="connsiteY2" fmla="*/ 2615381 h 2615381"/>
              <a:gd name="connsiteX3" fmla="*/ 9832 w 2615381"/>
              <a:gd name="connsiteY3" fmla="*/ 167149 h 2615381"/>
              <a:gd name="connsiteX4" fmla="*/ 0 w 2615381"/>
              <a:gd name="connsiteY4" fmla="*/ 0 h 2615381"/>
              <a:gd name="connsiteX0" fmla="*/ 0 w 2654709"/>
              <a:gd name="connsiteY0" fmla="*/ 0 h 2615381"/>
              <a:gd name="connsiteX1" fmla="*/ 2654709 w 2654709"/>
              <a:gd name="connsiteY1" fmla="*/ 255639 h 2615381"/>
              <a:gd name="connsiteX2" fmla="*/ 2615381 w 2654709"/>
              <a:gd name="connsiteY2" fmla="*/ 2615381 h 2615381"/>
              <a:gd name="connsiteX3" fmla="*/ 9832 w 2654709"/>
              <a:gd name="connsiteY3" fmla="*/ 167149 h 2615381"/>
              <a:gd name="connsiteX4" fmla="*/ 0 w 2654709"/>
              <a:gd name="connsiteY4" fmla="*/ 0 h 2615381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0 w 2654710"/>
              <a:gd name="connsiteY0" fmla="*/ 0 h 2605549"/>
              <a:gd name="connsiteX1" fmla="*/ 2654709 w 2654710"/>
              <a:gd name="connsiteY1" fmla="*/ 255639 h 2605549"/>
              <a:gd name="connsiteX2" fmla="*/ 2654710 w 2654710"/>
              <a:gd name="connsiteY2" fmla="*/ 2605549 h 2605549"/>
              <a:gd name="connsiteX3" fmla="*/ 9832 w 2654710"/>
              <a:gd name="connsiteY3" fmla="*/ 167149 h 2605549"/>
              <a:gd name="connsiteX4" fmla="*/ 0 w 2654710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9497 w 2684207"/>
              <a:gd name="connsiteY0" fmla="*/ 0 h 2605549"/>
              <a:gd name="connsiteX1" fmla="*/ 2684206 w 2684207"/>
              <a:gd name="connsiteY1" fmla="*/ 255639 h 2605549"/>
              <a:gd name="connsiteX2" fmla="*/ 2684207 w 2684207"/>
              <a:gd name="connsiteY2" fmla="*/ 2605549 h 2605549"/>
              <a:gd name="connsiteX3" fmla="*/ 0 w 2684207"/>
              <a:gd name="connsiteY3" fmla="*/ 176981 h 2605549"/>
              <a:gd name="connsiteX4" fmla="*/ 29497 w 2684207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226143 w 2880853"/>
              <a:gd name="connsiteY0" fmla="*/ 0 h 2605549"/>
              <a:gd name="connsiteX1" fmla="*/ 2880852 w 2880853"/>
              <a:gd name="connsiteY1" fmla="*/ 255639 h 2605549"/>
              <a:gd name="connsiteX2" fmla="*/ 2880853 w 2880853"/>
              <a:gd name="connsiteY2" fmla="*/ 2605549 h 2605549"/>
              <a:gd name="connsiteX3" fmla="*/ 0 w 2880853"/>
              <a:gd name="connsiteY3" fmla="*/ 1543665 h 2605549"/>
              <a:gd name="connsiteX4" fmla="*/ 226143 w 2880853"/>
              <a:gd name="connsiteY4" fmla="*/ 0 h 2605549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58992 w 2939845"/>
              <a:gd name="connsiteY3" fmla="*/ 1288026 h 2349910"/>
              <a:gd name="connsiteX4" fmla="*/ 0 w 2939845"/>
              <a:gd name="connsiteY4" fmla="*/ 1140541 h 2349910"/>
              <a:gd name="connsiteX0" fmla="*/ 0 w 2939845"/>
              <a:gd name="connsiteY0" fmla="*/ 1140541 h 2349910"/>
              <a:gd name="connsiteX1" fmla="*/ 2939844 w 2939845"/>
              <a:gd name="connsiteY1" fmla="*/ 0 h 2349910"/>
              <a:gd name="connsiteX2" fmla="*/ 2939845 w 2939845"/>
              <a:gd name="connsiteY2" fmla="*/ 2349910 h 2349910"/>
              <a:gd name="connsiteX3" fmla="*/ 19663 w 2939845"/>
              <a:gd name="connsiteY3" fmla="*/ 1307690 h 2349910"/>
              <a:gd name="connsiteX4" fmla="*/ 0 w 2939845"/>
              <a:gd name="connsiteY4" fmla="*/ 1140541 h 234991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39844"/>
              <a:gd name="connsiteY0" fmla="*/ 1140541 h 2878230"/>
              <a:gd name="connsiteX1" fmla="*/ 2939844 w 2939844"/>
              <a:gd name="connsiteY1" fmla="*/ 0 h 2878230"/>
              <a:gd name="connsiteX2" fmla="*/ 2919525 w 2939844"/>
              <a:gd name="connsiteY2" fmla="*/ 2878230 h 2878230"/>
              <a:gd name="connsiteX3" fmla="*/ 19663 w 2939844"/>
              <a:gd name="connsiteY3" fmla="*/ 1307690 h 2878230"/>
              <a:gd name="connsiteX4" fmla="*/ 0 w 2939844"/>
              <a:gd name="connsiteY4" fmla="*/ 1140541 h 287823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19663 w 2919525"/>
              <a:gd name="connsiteY3" fmla="*/ 106385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0 w 2919525"/>
              <a:gd name="connsiteY0" fmla="*/ 896701 h 2634390"/>
              <a:gd name="connsiteX1" fmla="*/ 2899204 w 2919525"/>
              <a:gd name="connsiteY1" fmla="*/ 0 h 2634390"/>
              <a:gd name="connsiteX2" fmla="*/ 2919525 w 2919525"/>
              <a:gd name="connsiteY2" fmla="*/ 2634390 h 2634390"/>
              <a:gd name="connsiteX3" fmla="*/ 29823 w 2919525"/>
              <a:gd name="connsiteY3" fmla="*/ 1094330 h 2634390"/>
              <a:gd name="connsiteX4" fmla="*/ 0 w 2919525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889702"/>
              <a:gd name="connsiteY0" fmla="*/ 896701 h 2634390"/>
              <a:gd name="connsiteX1" fmla="*/ 2869381 w 2889702"/>
              <a:gd name="connsiteY1" fmla="*/ 0 h 2634390"/>
              <a:gd name="connsiteX2" fmla="*/ 2889702 w 2889702"/>
              <a:gd name="connsiteY2" fmla="*/ 2634390 h 2634390"/>
              <a:gd name="connsiteX3" fmla="*/ 0 w 2889702"/>
              <a:gd name="connsiteY3" fmla="*/ 1094330 h 2634390"/>
              <a:gd name="connsiteX4" fmla="*/ 10817 w 2889702"/>
              <a:gd name="connsiteY4" fmla="*/ 896701 h 2634390"/>
              <a:gd name="connsiteX0" fmla="*/ 10817 w 2991301"/>
              <a:gd name="connsiteY0" fmla="*/ 2319101 h 4056790"/>
              <a:gd name="connsiteX1" fmla="*/ 2991301 w 2991301"/>
              <a:gd name="connsiteY1" fmla="*/ 0 h 4056790"/>
              <a:gd name="connsiteX2" fmla="*/ 2889702 w 2991301"/>
              <a:gd name="connsiteY2" fmla="*/ 4056790 h 4056790"/>
              <a:gd name="connsiteX3" fmla="*/ 0 w 2991301"/>
              <a:gd name="connsiteY3" fmla="*/ 2516730 h 4056790"/>
              <a:gd name="connsiteX4" fmla="*/ 10817 w 2991301"/>
              <a:gd name="connsiteY4" fmla="*/ 2319101 h 4056790"/>
              <a:gd name="connsiteX0" fmla="*/ 10817 w 2991301"/>
              <a:gd name="connsiteY0" fmla="*/ 2319101 h 4056790"/>
              <a:gd name="connsiteX1" fmla="*/ 2991301 w 2991301"/>
              <a:gd name="connsiteY1" fmla="*/ 0 h 4056790"/>
              <a:gd name="connsiteX2" fmla="*/ 2889702 w 2991301"/>
              <a:gd name="connsiteY2" fmla="*/ 4056790 h 4056790"/>
              <a:gd name="connsiteX3" fmla="*/ 0 w 2991301"/>
              <a:gd name="connsiteY3" fmla="*/ 2516730 h 4056790"/>
              <a:gd name="connsiteX4" fmla="*/ 10817 w 2991301"/>
              <a:gd name="connsiteY4" fmla="*/ 2319101 h 4056790"/>
              <a:gd name="connsiteX0" fmla="*/ 10817 w 2991301"/>
              <a:gd name="connsiteY0" fmla="*/ 2319101 h 2614070"/>
              <a:gd name="connsiteX1" fmla="*/ 2991301 w 2991301"/>
              <a:gd name="connsiteY1" fmla="*/ 0 h 2614070"/>
              <a:gd name="connsiteX2" fmla="*/ 2930342 w 2991301"/>
              <a:gd name="connsiteY2" fmla="*/ 2614070 h 2614070"/>
              <a:gd name="connsiteX3" fmla="*/ 0 w 2991301"/>
              <a:gd name="connsiteY3" fmla="*/ 2516730 h 2614070"/>
              <a:gd name="connsiteX4" fmla="*/ 10817 w 2991301"/>
              <a:gd name="connsiteY4" fmla="*/ 2319101 h 2614070"/>
              <a:gd name="connsiteX0" fmla="*/ 10817 w 2991301"/>
              <a:gd name="connsiteY0" fmla="*/ 2319101 h 2614070"/>
              <a:gd name="connsiteX1" fmla="*/ 2991301 w 2991301"/>
              <a:gd name="connsiteY1" fmla="*/ 0 h 2614070"/>
              <a:gd name="connsiteX2" fmla="*/ 2930342 w 2991301"/>
              <a:gd name="connsiteY2" fmla="*/ 2614070 h 2614070"/>
              <a:gd name="connsiteX3" fmla="*/ 0 w 2991301"/>
              <a:gd name="connsiteY3" fmla="*/ 2516730 h 2614070"/>
              <a:gd name="connsiteX4" fmla="*/ 10817 w 2991301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0484"/>
              <a:gd name="connsiteY0" fmla="*/ 2319101 h 2614070"/>
              <a:gd name="connsiteX1" fmla="*/ 2980484 w 2980484"/>
              <a:gd name="connsiteY1" fmla="*/ 0 h 2614070"/>
              <a:gd name="connsiteX2" fmla="*/ 2919525 w 2980484"/>
              <a:gd name="connsiteY2" fmla="*/ 2614070 h 2614070"/>
              <a:gd name="connsiteX3" fmla="*/ 50143 w 2980484"/>
              <a:gd name="connsiteY3" fmla="*/ 2506570 h 2614070"/>
              <a:gd name="connsiteX4" fmla="*/ 0 w 2980484"/>
              <a:gd name="connsiteY4" fmla="*/ 2319101 h 2614070"/>
              <a:gd name="connsiteX0" fmla="*/ 0 w 2987119"/>
              <a:gd name="connsiteY0" fmla="*/ 2319101 h 2593750"/>
              <a:gd name="connsiteX1" fmla="*/ 2980484 w 2987119"/>
              <a:gd name="connsiteY1" fmla="*/ 0 h 2593750"/>
              <a:gd name="connsiteX2" fmla="*/ 2970325 w 2987119"/>
              <a:gd name="connsiteY2" fmla="*/ 2593750 h 2593750"/>
              <a:gd name="connsiteX3" fmla="*/ 50143 w 2987119"/>
              <a:gd name="connsiteY3" fmla="*/ 2506570 h 2593750"/>
              <a:gd name="connsiteX4" fmla="*/ 0 w 2987119"/>
              <a:gd name="connsiteY4" fmla="*/ 2319101 h 2593750"/>
              <a:gd name="connsiteX0" fmla="*/ 0 w 2987119"/>
              <a:gd name="connsiteY0" fmla="*/ 2319101 h 2593750"/>
              <a:gd name="connsiteX1" fmla="*/ 2980484 w 2987119"/>
              <a:gd name="connsiteY1" fmla="*/ 0 h 2593750"/>
              <a:gd name="connsiteX2" fmla="*/ 2970325 w 2987119"/>
              <a:gd name="connsiteY2" fmla="*/ 2593750 h 2593750"/>
              <a:gd name="connsiteX3" fmla="*/ 50143 w 2987119"/>
              <a:gd name="connsiteY3" fmla="*/ 2506570 h 2593750"/>
              <a:gd name="connsiteX4" fmla="*/ 0 w 2987119"/>
              <a:gd name="connsiteY4" fmla="*/ 2319101 h 2593750"/>
              <a:gd name="connsiteX0" fmla="*/ 0 w 2987119"/>
              <a:gd name="connsiteY0" fmla="*/ 2319101 h 2593750"/>
              <a:gd name="connsiteX1" fmla="*/ 2980484 w 2987119"/>
              <a:gd name="connsiteY1" fmla="*/ 0 h 2593750"/>
              <a:gd name="connsiteX2" fmla="*/ 2970325 w 2987119"/>
              <a:gd name="connsiteY2" fmla="*/ 2593750 h 2593750"/>
              <a:gd name="connsiteX3" fmla="*/ 19663 w 2987119"/>
              <a:gd name="connsiteY3" fmla="*/ 2526890 h 2593750"/>
              <a:gd name="connsiteX4" fmla="*/ 0 w 2987119"/>
              <a:gd name="connsiteY4" fmla="*/ 2319101 h 2593750"/>
              <a:gd name="connsiteX0" fmla="*/ 0 w 3017599"/>
              <a:gd name="connsiteY0" fmla="*/ 2390221 h 2593750"/>
              <a:gd name="connsiteX1" fmla="*/ 3010964 w 3017599"/>
              <a:gd name="connsiteY1" fmla="*/ 0 h 2593750"/>
              <a:gd name="connsiteX2" fmla="*/ 3000805 w 3017599"/>
              <a:gd name="connsiteY2" fmla="*/ 2593750 h 2593750"/>
              <a:gd name="connsiteX3" fmla="*/ 50143 w 3017599"/>
              <a:gd name="connsiteY3" fmla="*/ 2526890 h 2593750"/>
              <a:gd name="connsiteX4" fmla="*/ 0 w 3017599"/>
              <a:gd name="connsiteY4" fmla="*/ 2390221 h 2593750"/>
              <a:gd name="connsiteX0" fmla="*/ 0 w 3010964"/>
              <a:gd name="connsiteY0" fmla="*/ 2390221 h 2526890"/>
              <a:gd name="connsiteX1" fmla="*/ 3010964 w 3010964"/>
              <a:gd name="connsiteY1" fmla="*/ 0 h 2526890"/>
              <a:gd name="connsiteX2" fmla="*/ 2960165 w 3010964"/>
              <a:gd name="connsiteY2" fmla="*/ 2095910 h 2526890"/>
              <a:gd name="connsiteX3" fmla="*/ 50143 w 3010964"/>
              <a:gd name="connsiteY3" fmla="*/ 2526890 h 2526890"/>
              <a:gd name="connsiteX4" fmla="*/ 0 w 3010964"/>
              <a:gd name="connsiteY4" fmla="*/ 2390221 h 2526890"/>
              <a:gd name="connsiteX0" fmla="*/ 0 w 3010964"/>
              <a:gd name="connsiteY0" fmla="*/ 2390221 h 2526890"/>
              <a:gd name="connsiteX1" fmla="*/ 3010964 w 3010964"/>
              <a:gd name="connsiteY1" fmla="*/ 0 h 2526890"/>
              <a:gd name="connsiteX2" fmla="*/ 2960165 w 3010964"/>
              <a:gd name="connsiteY2" fmla="*/ 2095910 h 2526890"/>
              <a:gd name="connsiteX3" fmla="*/ 50143 w 3010964"/>
              <a:gd name="connsiteY3" fmla="*/ 2526890 h 2526890"/>
              <a:gd name="connsiteX4" fmla="*/ 0 w 3010964"/>
              <a:gd name="connsiteY4" fmla="*/ 2390221 h 2526890"/>
              <a:gd name="connsiteX0" fmla="*/ 0 w 3010964"/>
              <a:gd name="connsiteY0" fmla="*/ 2390221 h 2526890"/>
              <a:gd name="connsiteX1" fmla="*/ 3010964 w 3010964"/>
              <a:gd name="connsiteY1" fmla="*/ 0 h 2526890"/>
              <a:gd name="connsiteX2" fmla="*/ 2960165 w 3010964"/>
              <a:gd name="connsiteY2" fmla="*/ 2095910 h 2526890"/>
              <a:gd name="connsiteX3" fmla="*/ 50143 w 3010964"/>
              <a:gd name="connsiteY3" fmla="*/ 2526890 h 2526890"/>
              <a:gd name="connsiteX4" fmla="*/ 0 w 3010964"/>
              <a:gd name="connsiteY4" fmla="*/ 2390221 h 2526890"/>
              <a:gd name="connsiteX0" fmla="*/ 0 w 2967758"/>
              <a:gd name="connsiteY0" fmla="*/ 2877901 h 3014570"/>
              <a:gd name="connsiteX1" fmla="*/ 2919524 w 2967758"/>
              <a:gd name="connsiteY1" fmla="*/ 0 h 3014570"/>
              <a:gd name="connsiteX2" fmla="*/ 2960165 w 2967758"/>
              <a:gd name="connsiteY2" fmla="*/ 2583590 h 3014570"/>
              <a:gd name="connsiteX3" fmla="*/ 50143 w 2967758"/>
              <a:gd name="connsiteY3" fmla="*/ 3014570 h 3014570"/>
              <a:gd name="connsiteX4" fmla="*/ 0 w 2967758"/>
              <a:gd name="connsiteY4" fmla="*/ 2877901 h 3014570"/>
              <a:gd name="connsiteX0" fmla="*/ 0 w 2967758"/>
              <a:gd name="connsiteY0" fmla="*/ 2877901 h 3014570"/>
              <a:gd name="connsiteX1" fmla="*/ 2919524 w 2967758"/>
              <a:gd name="connsiteY1" fmla="*/ 0 h 3014570"/>
              <a:gd name="connsiteX2" fmla="*/ 2960165 w 2967758"/>
              <a:gd name="connsiteY2" fmla="*/ 2583590 h 3014570"/>
              <a:gd name="connsiteX3" fmla="*/ 50143 w 2967758"/>
              <a:gd name="connsiteY3" fmla="*/ 3014570 h 3014570"/>
              <a:gd name="connsiteX4" fmla="*/ 0 w 2967758"/>
              <a:gd name="connsiteY4" fmla="*/ 2877901 h 3014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7758" h="3014570">
                <a:moveTo>
                  <a:pt x="0" y="2877901"/>
                </a:moveTo>
                <a:cubicBezTo>
                  <a:pt x="1740309" y="2497721"/>
                  <a:pt x="2305008" y="1488604"/>
                  <a:pt x="2919524" y="0"/>
                </a:cubicBezTo>
                <a:cubicBezTo>
                  <a:pt x="2919524" y="783303"/>
                  <a:pt x="2990645" y="1719007"/>
                  <a:pt x="2960165" y="2583590"/>
                </a:cubicBezTo>
                <a:cubicBezTo>
                  <a:pt x="2152608" y="2386944"/>
                  <a:pt x="1676726" y="2623574"/>
                  <a:pt x="50143" y="3014570"/>
                </a:cubicBezTo>
                <a:lnTo>
                  <a:pt x="0" y="2877901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8" name="Freeform 177">
            <a:extLst>
              <a:ext uri="{FF2B5EF4-FFF2-40B4-BE49-F238E27FC236}">
                <a16:creationId xmlns:a16="http://schemas.microsoft.com/office/drawing/2014/main" id="{871D2208-E245-1F4C-95E8-E69A25614938}"/>
              </a:ext>
            </a:extLst>
          </p:cNvPr>
          <p:cNvSpPr/>
          <p:nvPr/>
        </p:nvSpPr>
        <p:spPr>
          <a:xfrm>
            <a:off x="6334677" y="3762868"/>
            <a:ext cx="929394" cy="1821425"/>
          </a:xfrm>
          <a:custGeom>
            <a:avLst/>
            <a:gdLst>
              <a:gd name="connsiteX0" fmla="*/ 9833 w 786581"/>
              <a:gd name="connsiteY0" fmla="*/ 501445 h 2458064"/>
              <a:gd name="connsiteX1" fmla="*/ 747252 w 786581"/>
              <a:gd name="connsiteY1" fmla="*/ 0 h 2458064"/>
              <a:gd name="connsiteX2" fmla="*/ 786581 w 786581"/>
              <a:gd name="connsiteY2" fmla="*/ 2458064 h 2458064"/>
              <a:gd name="connsiteX3" fmla="*/ 0 w 786581"/>
              <a:gd name="connsiteY3" fmla="*/ 668593 h 2458064"/>
              <a:gd name="connsiteX4" fmla="*/ 9833 w 786581"/>
              <a:gd name="connsiteY4" fmla="*/ 501445 h 2458064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9833 w 786581"/>
              <a:gd name="connsiteY0" fmla="*/ 471948 h 2428567"/>
              <a:gd name="connsiteX1" fmla="*/ 776749 w 786581"/>
              <a:gd name="connsiteY1" fmla="*/ 0 h 2428567"/>
              <a:gd name="connsiteX2" fmla="*/ 786581 w 786581"/>
              <a:gd name="connsiteY2" fmla="*/ 2428567 h 2428567"/>
              <a:gd name="connsiteX3" fmla="*/ 0 w 786581"/>
              <a:gd name="connsiteY3" fmla="*/ 639096 h 2428567"/>
              <a:gd name="connsiteX4" fmla="*/ 9833 w 786581"/>
              <a:gd name="connsiteY4" fmla="*/ 471948 h 2428567"/>
              <a:gd name="connsiteX0" fmla="*/ 393291 w 1170039"/>
              <a:gd name="connsiteY0" fmla="*/ 471948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393291 w 1170039"/>
              <a:gd name="connsiteY4" fmla="*/ 471948 h 2428567"/>
              <a:gd name="connsiteX0" fmla="*/ 393291 w 1170039"/>
              <a:gd name="connsiteY0" fmla="*/ 471948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393291 w 1170039"/>
              <a:gd name="connsiteY4" fmla="*/ 471948 h 2428567"/>
              <a:gd name="connsiteX0" fmla="*/ 393291 w 1170039"/>
              <a:gd name="connsiteY0" fmla="*/ 471948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393291 w 1170039"/>
              <a:gd name="connsiteY4" fmla="*/ 471948 h 2428567"/>
              <a:gd name="connsiteX0" fmla="*/ 1 w 1170039"/>
              <a:gd name="connsiteY0" fmla="*/ 1809135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1 w 1170039"/>
              <a:gd name="connsiteY4" fmla="*/ 1809135 h 2428567"/>
              <a:gd name="connsiteX0" fmla="*/ 1 w 1170039"/>
              <a:gd name="connsiteY0" fmla="*/ 1809135 h 2428567"/>
              <a:gd name="connsiteX1" fmla="*/ 1160207 w 1170039"/>
              <a:gd name="connsiteY1" fmla="*/ 0 h 2428567"/>
              <a:gd name="connsiteX2" fmla="*/ 1170039 w 1170039"/>
              <a:gd name="connsiteY2" fmla="*/ 2428567 h 2428567"/>
              <a:gd name="connsiteX3" fmla="*/ 0 w 1170039"/>
              <a:gd name="connsiteY3" fmla="*/ 1946786 h 2428567"/>
              <a:gd name="connsiteX4" fmla="*/ 1 w 1170039"/>
              <a:gd name="connsiteY4" fmla="*/ 1809135 h 2428567"/>
              <a:gd name="connsiteX0" fmla="*/ 0 w 1208624"/>
              <a:gd name="connsiteY0" fmla="*/ 224175 h 2428567"/>
              <a:gd name="connsiteX1" fmla="*/ 1198792 w 1208624"/>
              <a:gd name="connsiteY1" fmla="*/ 0 h 2428567"/>
              <a:gd name="connsiteX2" fmla="*/ 1208624 w 1208624"/>
              <a:gd name="connsiteY2" fmla="*/ 2428567 h 2428567"/>
              <a:gd name="connsiteX3" fmla="*/ 38585 w 1208624"/>
              <a:gd name="connsiteY3" fmla="*/ 1946786 h 2428567"/>
              <a:gd name="connsiteX4" fmla="*/ 0 w 1208624"/>
              <a:gd name="connsiteY4" fmla="*/ 224175 h 2428567"/>
              <a:gd name="connsiteX0" fmla="*/ 0 w 1208624"/>
              <a:gd name="connsiteY0" fmla="*/ 224175 h 2428567"/>
              <a:gd name="connsiteX1" fmla="*/ 1198792 w 1208624"/>
              <a:gd name="connsiteY1" fmla="*/ 0 h 2428567"/>
              <a:gd name="connsiteX2" fmla="*/ 1208624 w 1208624"/>
              <a:gd name="connsiteY2" fmla="*/ 2428567 h 2428567"/>
              <a:gd name="connsiteX3" fmla="*/ 38585 w 1208624"/>
              <a:gd name="connsiteY3" fmla="*/ 1946786 h 2428567"/>
              <a:gd name="connsiteX4" fmla="*/ 0 w 1208624"/>
              <a:gd name="connsiteY4" fmla="*/ 224175 h 2428567"/>
              <a:gd name="connsiteX0" fmla="*/ 0 w 1208624"/>
              <a:gd name="connsiteY0" fmla="*/ 224175 h 2428567"/>
              <a:gd name="connsiteX1" fmla="*/ 1198792 w 1208624"/>
              <a:gd name="connsiteY1" fmla="*/ 0 h 2428567"/>
              <a:gd name="connsiteX2" fmla="*/ 1208624 w 1208624"/>
              <a:gd name="connsiteY2" fmla="*/ 2428567 h 2428567"/>
              <a:gd name="connsiteX3" fmla="*/ 38585 w 1208624"/>
              <a:gd name="connsiteY3" fmla="*/ 1946786 h 2428567"/>
              <a:gd name="connsiteX4" fmla="*/ 0 w 1208624"/>
              <a:gd name="connsiteY4" fmla="*/ 224175 h 2428567"/>
              <a:gd name="connsiteX0" fmla="*/ 0 w 1208624"/>
              <a:gd name="connsiteY0" fmla="*/ 224175 h 2428567"/>
              <a:gd name="connsiteX1" fmla="*/ 1198792 w 1208624"/>
              <a:gd name="connsiteY1" fmla="*/ 0 h 2428567"/>
              <a:gd name="connsiteX2" fmla="*/ 1208624 w 1208624"/>
              <a:gd name="connsiteY2" fmla="*/ 2428567 h 2428567"/>
              <a:gd name="connsiteX3" fmla="*/ 38585 w 1208624"/>
              <a:gd name="connsiteY3" fmla="*/ 1946786 h 2428567"/>
              <a:gd name="connsiteX4" fmla="*/ 0 w 1208624"/>
              <a:gd name="connsiteY4" fmla="*/ 224175 h 2428567"/>
              <a:gd name="connsiteX0" fmla="*/ 360141 w 1568765"/>
              <a:gd name="connsiteY0" fmla="*/ 224175 h 2428567"/>
              <a:gd name="connsiteX1" fmla="*/ 1558933 w 1568765"/>
              <a:gd name="connsiteY1" fmla="*/ 0 h 2428567"/>
              <a:gd name="connsiteX2" fmla="*/ 1568765 w 1568765"/>
              <a:gd name="connsiteY2" fmla="*/ 2428567 h 2428567"/>
              <a:gd name="connsiteX3" fmla="*/ 0 w 1568765"/>
              <a:gd name="connsiteY3" fmla="*/ 341506 h 2428567"/>
              <a:gd name="connsiteX4" fmla="*/ 360141 w 1568765"/>
              <a:gd name="connsiteY4" fmla="*/ 224175 h 2428567"/>
              <a:gd name="connsiteX0" fmla="*/ 360141 w 1568765"/>
              <a:gd name="connsiteY0" fmla="*/ 224175 h 2428567"/>
              <a:gd name="connsiteX1" fmla="*/ 1558933 w 1568765"/>
              <a:gd name="connsiteY1" fmla="*/ 0 h 2428567"/>
              <a:gd name="connsiteX2" fmla="*/ 1568765 w 1568765"/>
              <a:gd name="connsiteY2" fmla="*/ 2428567 h 2428567"/>
              <a:gd name="connsiteX3" fmla="*/ 0 w 1568765"/>
              <a:gd name="connsiteY3" fmla="*/ 341506 h 2428567"/>
              <a:gd name="connsiteX4" fmla="*/ 360141 w 1568765"/>
              <a:gd name="connsiteY4" fmla="*/ 224175 h 2428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8765" h="2428567">
                <a:moveTo>
                  <a:pt x="360141" y="224175"/>
                </a:moveTo>
                <a:cubicBezTo>
                  <a:pt x="978394" y="281530"/>
                  <a:pt x="1236509" y="288085"/>
                  <a:pt x="1558933" y="0"/>
                </a:cubicBezTo>
                <a:cubicBezTo>
                  <a:pt x="1562210" y="809522"/>
                  <a:pt x="1565488" y="1619045"/>
                  <a:pt x="1568765" y="2428567"/>
                </a:cubicBezTo>
                <a:cubicBezTo>
                  <a:pt x="1218082" y="2058219"/>
                  <a:pt x="714478" y="485712"/>
                  <a:pt x="0" y="341506"/>
                </a:cubicBezTo>
                <a:cubicBezTo>
                  <a:pt x="0" y="295622"/>
                  <a:pt x="360141" y="270059"/>
                  <a:pt x="360141" y="224175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10DDEBD4-7353-9541-B72F-43E36357B966}"/>
              </a:ext>
            </a:extLst>
          </p:cNvPr>
          <p:cNvGrpSpPr/>
          <p:nvPr/>
        </p:nvGrpSpPr>
        <p:grpSpPr>
          <a:xfrm>
            <a:off x="7242640" y="3742588"/>
            <a:ext cx="929350" cy="2023631"/>
            <a:chOff x="9764348" y="1447800"/>
            <a:chExt cx="1239132" cy="2698174"/>
          </a:xfrm>
        </p:grpSpPr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E0ED8B3F-2D0A-3B4F-8597-6D523A519ACE}"/>
                </a:ext>
              </a:extLst>
            </p:cNvPr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FCC75114-1E36-B840-9A29-0C23BD09F41B}"/>
                </a:ext>
              </a:extLst>
            </p:cNvPr>
            <p:cNvGrpSpPr/>
            <p:nvPr/>
          </p:nvGrpSpPr>
          <p:grpSpPr>
            <a:xfrm>
              <a:off x="9764348" y="1447800"/>
              <a:ext cx="1239132" cy="2698174"/>
              <a:chOff x="9472119" y="702026"/>
              <a:chExt cx="1239132" cy="2698174"/>
            </a:xfrm>
          </p:grpSpPr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263C8C73-22EE-D041-BE86-2A0A330003BA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1D4B225B-56A4-C54E-B06D-75AF9FB2D768}"/>
                  </a:ext>
                </a:extLst>
              </p:cNvPr>
              <p:cNvSpPr txBox="1"/>
              <p:nvPr/>
            </p:nvSpPr>
            <p:spPr>
              <a:xfrm>
                <a:off x="9472119" y="702026"/>
                <a:ext cx="1239132" cy="2698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>
                  <a:spcAft>
                    <a:spcPts val="300"/>
                  </a:spcAft>
                </a:pPr>
                <a:r>
                  <a:rPr lang="en-US" sz="1500" dirty="0">
                    <a:solidFill>
                      <a:prstClr val="white"/>
                    </a:solidFill>
                    <a:latin typeface="Calibri" panose="020F0502020204030204"/>
                  </a:rPr>
                  <a:t>DV in f:</a:t>
                </a: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(a)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(b)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(c) =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(d)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(e)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1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(f)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0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(g)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(h)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(i)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1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E590C634-B576-E54C-94F8-7B2EAD859B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03080151-68AE-D642-A727-713A5B002CA3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6A226F5-E1A0-0745-A702-A2A97BFBFCD7}"/>
              </a:ext>
            </a:extLst>
          </p:cNvPr>
          <p:cNvGrpSpPr/>
          <p:nvPr/>
        </p:nvGrpSpPr>
        <p:grpSpPr>
          <a:xfrm>
            <a:off x="7263836" y="1657843"/>
            <a:ext cx="971947" cy="2029362"/>
            <a:chOff x="10325196" y="813456"/>
            <a:chExt cx="1295930" cy="2705816"/>
          </a:xfrm>
        </p:grpSpPr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E11C6EC6-4F28-CD44-B5B6-0143F1CD0CD3}"/>
                </a:ext>
              </a:extLst>
            </p:cNvPr>
            <p:cNvSpPr/>
            <p:nvPr/>
          </p:nvSpPr>
          <p:spPr>
            <a:xfrm>
              <a:off x="10355334" y="813456"/>
              <a:ext cx="1125466" cy="26307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68" name="Rectangle 367">
              <a:extLst>
                <a:ext uri="{FF2B5EF4-FFF2-40B4-BE49-F238E27FC236}">
                  <a16:creationId xmlns:a16="http://schemas.microsoft.com/office/drawing/2014/main" id="{F6C3876C-103E-634C-8619-285D4D96A9C8}"/>
                </a:ext>
              </a:extLst>
            </p:cNvPr>
            <p:cNvSpPr/>
            <p:nvPr/>
          </p:nvSpPr>
          <p:spPr>
            <a:xfrm>
              <a:off x="10338507" y="825123"/>
              <a:ext cx="1141582" cy="40783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7C7420E3-75DE-FB4C-B805-F6E92683D068}"/>
                </a:ext>
              </a:extLst>
            </p:cNvPr>
            <p:cNvSpPr txBox="1"/>
            <p:nvPr/>
          </p:nvSpPr>
          <p:spPr>
            <a:xfrm>
              <a:off x="10325196" y="821097"/>
              <a:ext cx="1295930" cy="26981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85800">
                <a:spcAft>
                  <a:spcPts val="300"/>
                </a:spcAft>
              </a:pPr>
              <a:r>
                <a:rPr lang="en-US" sz="1500" dirty="0">
                  <a:solidFill>
                    <a:prstClr val="white"/>
                  </a:solidFill>
                  <a:latin typeface="Calibri" panose="020F0502020204030204"/>
                </a:rPr>
                <a:t>DV in e:</a:t>
              </a:r>
            </a:p>
            <a:p>
              <a:pPr marL="85725" lvl="1" defTabSz="685800"/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D</a:t>
              </a:r>
              <a:r>
                <a:rPr lang="en-US" sz="1200" baseline="-25000" dirty="0">
                  <a:solidFill>
                    <a:prstClr val="black"/>
                  </a:solidFill>
                  <a:latin typeface="Calibri" panose="020F0502020204030204"/>
                </a:rPr>
                <a:t>e</a:t>
              </a:r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(a) =</a:t>
              </a:r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  <a:cs typeface="Arial" charset="0"/>
                </a:rPr>
                <a:t> ∞</a:t>
              </a:r>
            </a:p>
            <a:p>
              <a:pPr marL="85725" lvl="1" defTabSz="685800"/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D</a:t>
              </a:r>
              <a:r>
                <a:rPr lang="en-US" sz="1200" baseline="-25000" dirty="0">
                  <a:solidFill>
                    <a:prstClr val="black"/>
                  </a:solidFill>
                  <a:latin typeface="Calibri" panose="020F0502020204030204"/>
                </a:rPr>
                <a:t>e</a:t>
              </a:r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(b) =</a:t>
              </a:r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  <a:cs typeface="Arial" charset="0"/>
                </a:rPr>
                <a:t> 1</a:t>
              </a:r>
              <a:endParaRPr lang="en-US" sz="12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marL="85725" lvl="1" defTabSz="685800"/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D</a:t>
              </a:r>
              <a:r>
                <a:rPr lang="en-US" sz="1200" baseline="-25000" dirty="0">
                  <a:solidFill>
                    <a:prstClr val="black"/>
                  </a:solidFill>
                  <a:latin typeface="Calibri" panose="020F0502020204030204"/>
                </a:rPr>
                <a:t>e</a:t>
              </a:r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(c) =</a:t>
              </a:r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  <a:cs typeface="Arial" charset="0"/>
                </a:rPr>
                <a:t> ∞</a:t>
              </a:r>
              <a:endParaRPr lang="en-US" sz="12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marL="85725" lvl="1" defTabSz="685800"/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D</a:t>
              </a:r>
              <a:r>
                <a:rPr lang="en-US" sz="1200" baseline="-25000" dirty="0">
                  <a:solidFill>
                    <a:prstClr val="black"/>
                  </a:solidFill>
                  <a:latin typeface="Calibri" panose="020F0502020204030204"/>
                </a:rPr>
                <a:t>e</a:t>
              </a:r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(d) =</a:t>
              </a:r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  <a:cs typeface="Arial" charset="0"/>
                </a:rPr>
                <a:t> 1</a:t>
              </a:r>
            </a:p>
            <a:p>
              <a:pPr marL="85725" lvl="1" defTabSz="685800"/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  <a:cs typeface="Arial" charset="0"/>
                </a:rPr>
                <a:t>D</a:t>
              </a:r>
              <a:r>
                <a:rPr lang="en-US" sz="1200" baseline="-25000" dirty="0">
                  <a:solidFill>
                    <a:prstClr val="black"/>
                  </a:solidFill>
                  <a:latin typeface="Calibri" panose="020F0502020204030204"/>
                  <a:cs typeface="Arial" charset="0"/>
                </a:rPr>
                <a:t>e</a:t>
              </a:r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  <a:cs typeface="Arial" charset="0"/>
                </a:rPr>
                <a:t>(e) = 0</a:t>
              </a:r>
              <a:endParaRPr lang="en-US" sz="12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marL="85725" lvl="1" defTabSz="685800"/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D</a:t>
              </a:r>
              <a:r>
                <a:rPr lang="en-US" sz="1200" baseline="-25000" dirty="0">
                  <a:solidFill>
                    <a:prstClr val="black"/>
                  </a:solidFill>
                  <a:latin typeface="Calibri" panose="020F0502020204030204"/>
                </a:rPr>
                <a:t>e</a:t>
              </a:r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(f) =</a:t>
              </a:r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  <a:cs typeface="Arial" charset="0"/>
                </a:rPr>
                <a:t> 1</a:t>
              </a:r>
              <a:endParaRPr lang="en-US" sz="12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marL="85725" lvl="1" defTabSz="685800"/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D</a:t>
              </a:r>
              <a:r>
                <a:rPr lang="en-US" sz="1200" baseline="-25000" dirty="0">
                  <a:solidFill>
                    <a:prstClr val="black"/>
                  </a:solidFill>
                  <a:latin typeface="Calibri" panose="020F0502020204030204"/>
                </a:rPr>
                <a:t>e</a:t>
              </a:r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(g) =</a:t>
              </a:r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  <a:cs typeface="Arial" charset="0"/>
                </a:rPr>
                <a:t> ∞</a:t>
              </a:r>
              <a:endParaRPr lang="en-US" sz="12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marL="85725" lvl="1" defTabSz="685800"/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D</a:t>
              </a:r>
              <a:r>
                <a:rPr lang="en-US" sz="1200" baseline="-25000" dirty="0">
                  <a:solidFill>
                    <a:prstClr val="black"/>
                  </a:solidFill>
                  <a:latin typeface="Calibri" panose="020F0502020204030204"/>
                </a:rPr>
                <a:t>e</a:t>
              </a:r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(h) =</a:t>
              </a:r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  <a:cs typeface="Arial" charset="0"/>
                </a:rPr>
                <a:t> 1</a:t>
              </a:r>
              <a:endParaRPr lang="en-US" sz="1200" dirty="0">
                <a:solidFill>
                  <a:prstClr val="black"/>
                </a:solidFill>
                <a:latin typeface="Calibri" panose="020F0502020204030204"/>
              </a:endParaRPr>
            </a:p>
            <a:p>
              <a:pPr marL="85725" defTabSz="685800"/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D</a:t>
              </a:r>
              <a:r>
                <a:rPr lang="en-US" sz="1200" baseline="-25000" dirty="0">
                  <a:solidFill>
                    <a:prstClr val="black"/>
                  </a:solidFill>
                  <a:latin typeface="Calibri" panose="020F0502020204030204"/>
                </a:rPr>
                <a:t>e</a:t>
              </a:r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(i) =</a:t>
              </a:r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  <a:cs typeface="Arial" charset="0"/>
                </a:rPr>
                <a:t> ∞</a:t>
              </a:r>
              <a:endParaRPr lang="en-US" sz="12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1DC7A48D-E2F6-C84C-A00F-2E0AAD581115}"/>
                </a:ext>
              </a:extLst>
            </p:cNvPr>
            <p:cNvCxnSpPr>
              <a:cxnSpLocks/>
            </p:cNvCxnSpPr>
            <p:nvPr/>
          </p:nvCxnSpPr>
          <p:spPr>
            <a:xfrm>
              <a:off x="10330450" y="1225636"/>
              <a:ext cx="114861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1" name="Rectangle 370">
              <a:extLst>
                <a:ext uri="{FF2B5EF4-FFF2-40B4-BE49-F238E27FC236}">
                  <a16:creationId xmlns:a16="http://schemas.microsoft.com/office/drawing/2014/main" id="{D7FCACB9-7EBD-6042-B148-4018CD65A0BC}"/>
                </a:ext>
              </a:extLst>
            </p:cNvPr>
            <p:cNvSpPr/>
            <p:nvPr/>
          </p:nvSpPr>
          <p:spPr>
            <a:xfrm>
              <a:off x="10332745" y="825123"/>
              <a:ext cx="1122744" cy="26165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9413BF4D-A39A-5642-A43D-A3C2CE1A0D9F}"/>
              </a:ext>
            </a:extLst>
          </p:cNvPr>
          <p:cNvGrpSpPr/>
          <p:nvPr/>
        </p:nvGrpSpPr>
        <p:grpSpPr>
          <a:xfrm>
            <a:off x="1946736" y="3910228"/>
            <a:ext cx="950702" cy="2023631"/>
            <a:chOff x="9764348" y="1447800"/>
            <a:chExt cx="1267602" cy="2698174"/>
          </a:xfrm>
        </p:grpSpPr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9ADF260B-6661-034F-A0B1-9434C10CB6EA}"/>
                </a:ext>
              </a:extLst>
            </p:cNvPr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A0F6E678-018D-9043-9B9E-520CE9425B4F}"/>
                </a:ext>
              </a:extLst>
            </p:cNvPr>
            <p:cNvGrpSpPr/>
            <p:nvPr/>
          </p:nvGrpSpPr>
          <p:grpSpPr>
            <a:xfrm>
              <a:off x="9764348" y="1447800"/>
              <a:ext cx="1267602" cy="2698174"/>
              <a:chOff x="9472119" y="702026"/>
              <a:chExt cx="1267602" cy="2698174"/>
            </a:xfrm>
          </p:grpSpPr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3C54479A-6447-6C41-A65D-8CDF02997F4D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EAB40A06-F7FC-E544-9A35-C1EB6AB93171}"/>
                  </a:ext>
                </a:extLst>
              </p:cNvPr>
              <p:cNvSpPr txBox="1"/>
              <p:nvPr/>
            </p:nvSpPr>
            <p:spPr>
              <a:xfrm>
                <a:off x="9472119" y="702026"/>
                <a:ext cx="1267602" cy="2698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>
                  <a:spcAft>
                    <a:spcPts val="300"/>
                  </a:spcAft>
                </a:pPr>
                <a:r>
                  <a:rPr lang="en-US" sz="1500" dirty="0">
                    <a:solidFill>
                      <a:prstClr val="white"/>
                    </a:solidFill>
                    <a:latin typeface="Calibri" panose="020F0502020204030204"/>
                  </a:rPr>
                  <a:t>DV in h:</a:t>
                </a: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(a)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(b)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(c) =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(d)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(e)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1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(f)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(g)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1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(h)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0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(i)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1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4EE88B9D-48AE-3C41-ACEF-AB953A3DC3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B0D4837F-C7E1-464E-AE20-E7BA24E30BAB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E5D1DC4A-8FFB-BC47-A0A1-C5FDF0C7BB15}"/>
              </a:ext>
            </a:extLst>
          </p:cNvPr>
          <p:cNvGrpSpPr/>
          <p:nvPr/>
        </p:nvGrpSpPr>
        <p:grpSpPr>
          <a:xfrm>
            <a:off x="1908637" y="1791868"/>
            <a:ext cx="993606" cy="2023631"/>
            <a:chOff x="9764348" y="1447800"/>
            <a:chExt cx="1324807" cy="2698174"/>
          </a:xfrm>
        </p:grpSpPr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C5D97005-6275-0E40-AC90-33504E6F88D3}"/>
                </a:ext>
              </a:extLst>
            </p:cNvPr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F0F5EFAC-DD71-6445-A54E-E854D4BF79CB}"/>
                </a:ext>
              </a:extLst>
            </p:cNvPr>
            <p:cNvGrpSpPr/>
            <p:nvPr/>
          </p:nvGrpSpPr>
          <p:grpSpPr>
            <a:xfrm>
              <a:off x="9764348" y="1447800"/>
              <a:ext cx="1324807" cy="2698174"/>
              <a:chOff x="9472119" y="702026"/>
              <a:chExt cx="1324807" cy="2698174"/>
            </a:xfrm>
          </p:grpSpPr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96962042-8A2E-A64D-8876-1FD7A84833E5}"/>
                  </a:ext>
                </a:extLst>
              </p:cNvPr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940904E2-A3C0-D842-9DA2-FE7E9C839DC9}"/>
                  </a:ext>
                </a:extLst>
              </p:cNvPr>
              <p:cNvSpPr txBox="1"/>
              <p:nvPr/>
            </p:nvSpPr>
            <p:spPr>
              <a:xfrm>
                <a:off x="9472119" y="702026"/>
                <a:ext cx="1324807" cy="2698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>
                  <a:spcAft>
                    <a:spcPts val="300"/>
                  </a:spcAft>
                </a:pPr>
                <a:r>
                  <a:rPr lang="en-US" sz="1500" dirty="0">
                    <a:solidFill>
                      <a:prstClr val="white"/>
                    </a:solidFill>
                    <a:latin typeface="Calibri" panose="020F0502020204030204"/>
                  </a:rPr>
                  <a:t>DV in d:</a:t>
                </a: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(a)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1</a:t>
                </a: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(b)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(c) =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(d)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0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(e)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1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(f)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 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(g) = 1</a:t>
                </a:r>
              </a:p>
              <a:p>
                <a:pPr marL="85725" lvl="1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(h)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85725" defTabSz="685800"/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D</a:t>
                </a:r>
                <a:r>
                  <a:rPr lang="en-US" sz="1200" baseline="-25000" dirty="0">
                    <a:solidFill>
                      <a:prstClr val="black"/>
                    </a:solidFill>
                    <a:latin typeface="Calibri" panose="020F0502020204030204"/>
                  </a:rPr>
                  <a:t>c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</a:rPr>
                  <a:t>(i) =</a:t>
                </a:r>
                <a:r>
                  <a:rPr lang="en-US" sz="1200" dirty="0">
                    <a:solidFill>
                      <a:prstClr val="black"/>
                    </a:solidFill>
                    <a:latin typeface="Calibri" panose="020F0502020204030204"/>
                    <a:cs typeface="Arial" charset="0"/>
                  </a:rPr>
                  <a:t> ∞</a:t>
                </a:r>
                <a:endParaRPr lang="en-US" sz="12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A4C13240-3690-274C-B6C9-0173DDE856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77371" y="1076444"/>
                <a:ext cx="112386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8546D7D6-52BC-7B4C-A56A-8A4EB693C647}"/>
                  </a:ext>
                </a:extLst>
              </p:cNvPr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/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9" name="Freeform 8">
            <a:extLst>
              <a:ext uri="{FF2B5EF4-FFF2-40B4-BE49-F238E27FC236}">
                <a16:creationId xmlns:a16="http://schemas.microsoft.com/office/drawing/2014/main" id="{FE2F627E-78F3-5D44-9884-C049E1334721}"/>
              </a:ext>
            </a:extLst>
          </p:cNvPr>
          <p:cNvSpPr/>
          <p:nvPr/>
        </p:nvSpPr>
        <p:spPr>
          <a:xfrm>
            <a:off x="2758440" y="1817370"/>
            <a:ext cx="640080" cy="2118360"/>
          </a:xfrm>
          <a:custGeom>
            <a:avLst/>
            <a:gdLst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3440" h="2824480">
                <a:moveTo>
                  <a:pt x="680720" y="2824480"/>
                </a:moveTo>
                <a:cubicBezTo>
                  <a:pt x="443653" y="2705947"/>
                  <a:pt x="328507" y="2658533"/>
                  <a:pt x="0" y="2590800"/>
                </a:cubicBezTo>
                <a:lnTo>
                  <a:pt x="0" y="0"/>
                </a:lnTo>
                <a:cubicBezTo>
                  <a:pt x="254000" y="1222587"/>
                  <a:pt x="447040" y="1835573"/>
                  <a:pt x="853440" y="2631440"/>
                </a:cubicBezTo>
                <a:lnTo>
                  <a:pt x="680720" y="2824480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A665C0C8-7FDD-0A42-80A3-CC602804C042}"/>
              </a:ext>
            </a:extLst>
          </p:cNvPr>
          <p:cNvGrpSpPr/>
          <p:nvPr/>
        </p:nvGrpSpPr>
        <p:grpSpPr>
          <a:xfrm>
            <a:off x="3252344" y="3732598"/>
            <a:ext cx="3296513" cy="326495"/>
            <a:chOff x="4333785" y="5772223"/>
            <a:chExt cx="4395351" cy="435326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4C02DC92-2A83-AC4D-B9F0-2BCDE917BDBC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1EB862-010E-A34F-8D39-25BC2BED2A6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9" name="Oval 5">
                  <a:extLst>
                    <a:ext uri="{FF2B5EF4-FFF2-40B4-BE49-F238E27FC236}">
                      <a16:creationId xmlns:a16="http://schemas.microsoft.com/office/drawing/2014/main" id="{C2A61603-05BC-1E4D-99AA-0AB1CC4947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0" name="Line 6">
                  <a:extLst>
                    <a:ext uri="{FF2B5EF4-FFF2-40B4-BE49-F238E27FC236}">
                      <a16:creationId xmlns:a16="http://schemas.microsoft.com/office/drawing/2014/main" id="{7043DA0E-702D-CD4E-BA28-9341275851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1" name="Line 7">
                  <a:extLst>
                    <a:ext uri="{FF2B5EF4-FFF2-40B4-BE49-F238E27FC236}">
                      <a16:creationId xmlns:a16="http://schemas.microsoft.com/office/drawing/2014/main" id="{CE93F761-782C-C640-B2B6-8CA7492B2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2" name="Rectangle 8">
                  <a:extLst>
                    <a:ext uri="{FF2B5EF4-FFF2-40B4-BE49-F238E27FC236}">
                      <a16:creationId xmlns:a16="http://schemas.microsoft.com/office/drawing/2014/main" id="{723858D6-68CF-1C4E-A28B-A9FF5D728F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13" name="Oval 9">
                  <a:extLst>
                    <a:ext uri="{FF2B5EF4-FFF2-40B4-BE49-F238E27FC236}">
                      <a16:creationId xmlns:a16="http://schemas.microsoft.com/office/drawing/2014/main" id="{70A7292E-FC97-924B-9010-8079BEC621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306" name="Group 44">
                <a:extLst>
                  <a:ext uri="{FF2B5EF4-FFF2-40B4-BE49-F238E27FC236}">
                    <a16:creationId xmlns:a16="http://schemas.microsoft.com/office/drawing/2014/main" id="{DA3B2173-D171-E340-B704-06A3FE481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307" name="Rectangle 45">
                  <a:extLst>
                    <a:ext uri="{FF2B5EF4-FFF2-40B4-BE49-F238E27FC236}">
                      <a16:creationId xmlns:a16="http://schemas.microsoft.com/office/drawing/2014/main" id="{A7CA85B6-08AA-4840-AE2B-A3321A49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8" name="Text Box 46">
                  <a:extLst>
                    <a:ext uri="{FF2B5EF4-FFF2-40B4-BE49-F238E27FC236}">
                      <a16:creationId xmlns:a16="http://schemas.microsoft.com/office/drawing/2014/main" id="{68812F5E-7A92-7B45-BBDE-2068A3A134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d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285" name="Group 284">
              <a:extLst>
                <a:ext uri="{FF2B5EF4-FFF2-40B4-BE49-F238E27FC236}">
                  <a16:creationId xmlns:a16="http://schemas.microsoft.com/office/drawing/2014/main" id="{5E3B07EB-D89E-C542-85F0-D68A3698AEC4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CE2D511A-9878-0E42-B4E3-97548A8A67A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" name="Oval 5">
                  <a:extLst>
                    <a:ext uri="{FF2B5EF4-FFF2-40B4-BE49-F238E27FC236}">
                      <a16:creationId xmlns:a16="http://schemas.microsoft.com/office/drawing/2014/main" id="{C66E96DA-F1B1-9A41-8B0D-2F21B3B7AC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1" name="Line 6">
                  <a:extLst>
                    <a:ext uri="{FF2B5EF4-FFF2-40B4-BE49-F238E27FC236}">
                      <a16:creationId xmlns:a16="http://schemas.microsoft.com/office/drawing/2014/main" id="{A2387D1F-7EF0-9443-8128-6FF284EC9A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2" name="Line 7">
                  <a:extLst>
                    <a:ext uri="{FF2B5EF4-FFF2-40B4-BE49-F238E27FC236}">
                      <a16:creationId xmlns:a16="http://schemas.microsoft.com/office/drawing/2014/main" id="{4B183F70-EB28-A94F-BF31-54B939F6B7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3" name="Rectangle 8">
                  <a:extLst>
                    <a:ext uri="{FF2B5EF4-FFF2-40B4-BE49-F238E27FC236}">
                      <a16:creationId xmlns:a16="http://schemas.microsoft.com/office/drawing/2014/main" id="{84BE29FD-A805-D348-99C3-8D3C650618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304" name="Oval 9">
                  <a:extLst>
                    <a:ext uri="{FF2B5EF4-FFF2-40B4-BE49-F238E27FC236}">
                      <a16:creationId xmlns:a16="http://schemas.microsoft.com/office/drawing/2014/main" id="{BF5D685A-16D6-5B40-9EEF-970D3CDCE3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97" name="Group 44">
                <a:extLst>
                  <a:ext uri="{FF2B5EF4-FFF2-40B4-BE49-F238E27FC236}">
                    <a16:creationId xmlns:a16="http://schemas.microsoft.com/office/drawing/2014/main" id="{058B095B-B9C0-F84A-B78C-FE9DCA729C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298" name="Rectangle 45">
                  <a:extLst>
                    <a:ext uri="{FF2B5EF4-FFF2-40B4-BE49-F238E27FC236}">
                      <a16:creationId xmlns:a16="http://schemas.microsoft.com/office/drawing/2014/main" id="{7FBA9119-2A14-E84A-A39B-55E9D6AE93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9" name="Text Box 46">
                  <a:extLst>
                    <a:ext uri="{FF2B5EF4-FFF2-40B4-BE49-F238E27FC236}">
                      <a16:creationId xmlns:a16="http://schemas.microsoft.com/office/drawing/2014/main" id="{2944FA12-D5D2-E241-A9FC-D4A85A350D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e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B9D4EE61-1CC1-6D4C-822D-300C73469B48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75D4F492-E56A-6541-9F9D-1D85B09999F3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1" name="Oval 5">
                  <a:extLst>
                    <a:ext uri="{FF2B5EF4-FFF2-40B4-BE49-F238E27FC236}">
                      <a16:creationId xmlns:a16="http://schemas.microsoft.com/office/drawing/2014/main" id="{190A087A-A659-3E4D-B4FE-1EA13D56BE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2" name="Line 6">
                  <a:extLst>
                    <a:ext uri="{FF2B5EF4-FFF2-40B4-BE49-F238E27FC236}">
                      <a16:creationId xmlns:a16="http://schemas.microsoft.com/office/drawing/2014/main" id="{E7E9FE4A-5449-D244-A5A8-DEB5E1D849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3" name="Line 7">
                  <a:extLst>
                    <a:ext uri="{FF2B5EF4-FFF2-40B4-BE49-F238E27FC236}">
                      <a16:creationId xmlns:a16="http://schemas.microsoft.com/office/drawing/2014/main" id="{8C243F83-93B5-2C49-9D61-2E8E8652A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4" name="Rectangle 8">
                  <a:extLst>
                    <a:ext uri="{FF2B5EF4-FFF2-40B4-BE49-F238E27FC236}">
                      <a16:creationId xmlns:a16="http://schemas.microsoft.com/office/drawing/2014/main" id="{B0B61A2E-99AA-324F-8224-CB0B3B4404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5" name="Oval 9">
                  <a:extLst>
                    <a:ext uri="{FF2B5EF4-FFF2-40B4-BE49-F238E27FC236}">
                      <a16:creationId xmlns:a16="http://schemas.microsoft.com/office/drawing/2014/main" id="{2F485C77-8179-0B4E-B93A-E5C91296B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88" name="Group 44">
                <a:extLst>
                  <a:ext uri="{FF2B5EF4-FFF2-40B4-BE49-F238E27FC236}">
                    <a16:creationId xmlns:a16="http://schemas.microsoft.com/office/drawing/2014/main" id="{0826EA6F-730D-8C47-8DDA-2C65DD6716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57954" y="2507406"/>
                <a:ext cx="352037" cy="454026"/>
                <a:chOff x="2945" y="2425"/>
                <a:chExt cx="225" cy="286"/>
              </a:xfrm>
            </p:grpSpPr>
            <p:sp>
              <p:nvSpPr>
                <p:cNvPr id="289" name="Rectangle 45">
                  <a:extLst>
                    <a:ext uri="{FF2B5EF4-FFF2-40B4-BE49-F238E27FC236}">
                      <a16:creationId xmlns:a16="http://schemas.microsoft.com/office/drawing/2014/main" id="{C3E85E15-4F40-FF40-89C4-0E851470F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90" name="Text Box 46">
                  <a:extLst>
                    <a:ext uri="{FF2B5EF4-FFF2-40B4-BE49-F238E27FC236}">
                      <a16:creationId xmlns:a16="http://schemas.microsoft.com/office/drawing/2014/main" id="{1905E332-CD71-E748-AE06-2A274A0D7B1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45" y="2425"/>
                  <a:ext cx="225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f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254" name="Freeform 253">
            <a:extLst>
              <a:ext uri="{FF2B5EF4-FFF2-40B4-BE49-F238E27FC236}">
                <a16:creationId xmlns:a16="http://schemas.microsoft.com/office/drawing/2014/main" id="{5E971120-97A0-A04E-98CB-2AE07466929F}"/>
              </a:ext>
            </a:extLst>
          </p:cNvPr>
          <p:cNvSpPr/>
          <p:nvPr/>
        </p:nvSpPr>
        <p:spPr>
          <a:xfrm>
            <a:off x="2796540" y="3943350"/>
            <a:ext cx="2042160" cy="1920240"/>
          </a:xfrm>
          <a:custGeom>
            <a:avLst/>
            <a:gdLst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680720 w 853440"/>
              <a:gd name="connsiteY0" fmla="*/ 2824480 h 2824480"/>
              <a:gd name="connsiteX1" fmla="*/ 0 w 853440"/>
              <a:gd name="connsiteY1" fmla="*/ 2590800 h 2824480"/>
              <a:gd name="connsiteX2" fmla="*/ 0 w 853440"/>
              <a:gd name="connsiteY2" fmla="*/ 0 h 2824480"/>
              <a:gd name="connsiteX3" fmla="*/ 853440 w 853440"/>
              <a:gd name="connsiteY3" fmla="*/ 2631440 h 2824480"/>
              <a:gd name="connsiteX4" fmla="*/ 680720 w 853440"/>
              <a:gd name="connsiteY4" fmla="*/ 2824480 h 2824480"/>
              <a:gd name="connsiteX0" fmla="*/ 2529840 w 2702560"/>
              <a:gd name="connsiteY0" fmla="*/ 2824480 h 3438178"/>
              <a:gd name="connsiteX1" fmla="*/ 0 w 2702560"/>
              <a:gd name="connsiteY1" fmla="*/ 3434080 h 3438178"/>
              <a:gd name="connsiteX2" fmla="*/ 1849120 w 2702560"/>
              <a:gd name="connsiteY2" fmla="*/ 0 h 3438178"/>
              <a:gd name="connsiteX3" fmla="*/ 2702560 w 2702560"/>
              <a:gd name="connsiteY3" fmla="*/ 2631440 h 3438178"/>
              <a:gd name="connsiteX4" fmla="*/ 2529840 w 2702560"/>
              <a:gd name="connsiteY4" fmla="*/ 2824480 h 3438178"/>
              <a:gd name="connsiteX0" fmla="*/ 2529840 w 2702560"/>
              <a:gd name="connsiteY0" fmla="*/ 2824480 h 3434080"/>
              <a:gd name="connsiteX1" fmla="*/ 0 w 2702560"/>
              <a:gd name="connsiteY1" fmla="*/ 3434080 h 3434080"/>
              <a:gd name="connsiteX2" fmla="*/ 1849120 w 2702560"/>
              <a:gd name="connsiteY2" fmla="*/ 0 h 3434080"/>
              <a:gd name="connsiteX3" fmla="*/ 2702560 w 2702560"/>
              <a:gd name="connsiteY3" fmla="*/ 2631440 h 3434080"/>
              <a:gd name="connsiteX4" fmla="*/ 2529840 w 2702560"/>
              <a:gd name="connsiteY4" fmla="*/ 2824480 h 3434080"/>
              <a:gd name="connsiteX0" fmla="*/ 2529840 w 2702560"/>
              <a:gd name="connsiteY0" fmla="*/ 1981200 h 2590800"/>
              <a:gd name="connsiteX1" fmla="*/ 0 w 2702560"/>
              <a:gd name="connsiteY1" fmla="*/ 2590800 h 2590800"/>
              <a:gd name="connsiteX2" fmla="*/ 50800 w 2702560"/>
              <a:gd name="connsiteY2" fmla="*/ 0 h 2590800"/>
              <a:gd name="connsiteX3" fmla="*/ 2702560 w 2702560"/>
              <a:gd name="connsiteY3" fmla="*/ 1788160 h 2590800"/>
              <a:gd name="connsiteX4" fmla="*/ 2529840 w 2702560"/>
              <a:gd name="connsiteY4" fmla="*/ 1981200 h 2590800"/>
              <a:gd name="connsiteX0" fmla="*/ 2529840 w 2702560"/>
              <a:gd name="connsiteY0" fmla="*/ 1981200 h 2590800"/>
              <a:gd name="connsiteX1" fmla="*/ 0 w 2702560"/>
              <a:gd name="connsiteY1" fmla="*/ 2590800 h 2590800"/>
              <a:gd name="connsiteX2" fmla="*/ 50800 w 2702560"/>
              <a:gd name="connsiteY2" fmla="*/ 0 h 2590800"/>
              <a:gd name="connsiteX3" fmla="*/ 2702560 w 2702560"/>
              <a:gd name="connsiteY3" fmla="*/ 1788160 h 2590800"/>
              <a:gd name="connsiteX4" fmla="*/ 2529840 w 2702560"/>
              <a:gd name="connsiteY4" fmla="*/ 1981200 h 2590800"/>
              <a:gd name="connsiteX0" fmla="*/ 2550160 w 2722880"/>
              <a:gd name="connsiteY0" fmla="*/ 1950720 h 2560320"/>
              <a:gd name="connsiteX1" fmla="*/ 20320 w 2722880"/>
              <a:gd name="connsiteY1" fmla="*/ 2560320 h 2560320"/>
              <a:gd name="connsiteX2" fmla="*/ 0 w 2722880"/>
              <a:gd name="connsiteY2" fmla="*/ 0 h 2560320"/>
              <a:gd name="connsiteX3" fmla="*/ 2722880 w 2722880"/>
              <a:gd name="connsiteY3" fmla="*/ 1757680 h 2560320"/>
              <a:gd name="connsiteX4" fmla="*/ 2550160 w 2722880"/>
              <a:gd name="connsiteY4" fmla="*/ 1950720 h 2560320"/>
              <a:gd name="connsiteX0" fmla="*/ 2550160 w 2722880"/>
              <a:gd name="connsiteY0" fmla="*/ 1950720 h 2560320"/>
              <a:gd name="connsiteX1" fmla="*/ 20320 w 2722880"/>
              <a:gd name="connsiteY1" fmla="*/ 2560320 h 2560320"/>
              <a:gd name="connsiteX2" fmla="*/ 0 w 2722880"/>
              <a:gd name="connsiteY2" fmla="*/ 0 h 2560320"/>
              <a:gd name="connsiteX3" fmla="*/ 2722880 w 2722880"/>
              <a:gd name="connsiteY3" fmla="*/ 1757680 h 2560320"/>
              <a:gd name="connsiteX4" fmla="*/ 2550160 w 2722880"/>
              <a:gd name="connsiteY4" fmla="*/ 1950720 h 2560320"/>
              <a:gd name="connsiteX0" fmla="*/ 2550160 w 2722880"/>
              <a:gd name="connsiteY0" fmla="*/ 1950720 h 2560320"/>
              <a:gd name="connsiteX1" fmla="*/ 20320 w 2722880"/>
              <a:gd name="connsiteY1" fmla="*/ 2560320 h 2560320"/>
              <a:gd name="connsiteX2" fmla="*/ 0 w 2722880"/>
              <a:gd name="connsiteY2" fmla="*/ 0 h 2560320"/>
              <a:gd name="connsiteX3" fmla="*/ 2722880 w 2722880"/>
              <a:gd name="connsiteY3" fmla="*/ 1757680 h 2560320"/>
              <a:gd name="connsiteX4" fmla="*/ 2550160 w 2722880"/>
              <a:gd name="connsiteY4" fmla="*/ 1950720 h 2560320"/>
              <a:gd name="connsiteX0" fmla="*/ 2550160 w 2722880"/>
              <a:gd name="connsiteY0" fmla="*/ 1950720 h 2560320"/>
              <a:gd name="connsiteX1" fmla="*/ 20320 w 2722880"/>
              <a:gd name="connsiteY1" fmla="*/ 2560320 h 2560320"/>
              <a:gd name="connsiteX2" fmla="*/ 0 w 2722880"/>
              <a:gd name="connsiteY2" fmla="*/ 0 h 2560320"/>
              <a:gd name="connsiteX3" fmla="*/ 2722880 w 2722880"/>
              <a:gd name="connsiteY3" fmla="*/ 1757680 h 2560320"/>
              <a:gd name="connsiteX4" fmla="*/ 2550160 w 2722880"/>
              <a:gd name="connsiteY4" fmla="*/ 1950720 h 256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22880" h="2560320">
                <a:moveTo>
                  <a:pt x="2550160" y="1950720"/>
                </a:moveTo>
                <a:cubicBezTo>
                  <a:pt x="931333" y="1507067"/>
                  <a:pt x="399627" y="1347893"/>
                  <a:pt x="20320" y="2560320"/>
                </a:cubicBezTo>
                <a:lnTo>
                  <a:pt x="0" y="0"/>
                </a:lnTo>
                <a:cubicBezTo>
                  <a:pt x="1148080" y="887307"/>
                  <a:pt x="1513840" y="1297093"/>
                  <a:pt x="2722880" y="1757680"/>
                </a:cubicBezTo>
                <a:lnTo>
                  <a:pt x="2550160" y="1950720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B4BFA757-E5EA-9A42-8A16-AA2091E708C8}"/>
              </a:ext>
            </a:extLst>
          </p:cNvPr>
          <p:cNvGrpSpPr/>
          <p:nvPr/>
        </p:nvGrpSpPr>
        <p:grpSpPr>
          <a:xfrm>
            <a:off x="3250339" y="5186415"/>
            <a:ext cx="3296513" cy="326495"/>
            <a:chOff x="4333785" y="5772223"/>
            <a:chExt cx="4395351" cy="435326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600795BD-C1B6-1748-B28A-001A8505BE86}"/>
                </a:ext>
              </a:extLst>
            </p:cNvPr>
            <p:cNvGrpSpPr/>
            <p:nvPr/>
          </p:nvGrpSpPr>
          <p:grpSpPr>
            <a:xfrm>
              <a:off x="4333785" y="5772223"/>
              <a:ext cx="531821" cy="399826"/>
              <a:chOff x="1348328" y="2475656"/>
              <a:chExt cx="603916" cy="454026"/>
            </a:xfrm>
          </p:grpSpPr>
          <p:grpSp>
            <p:nvGrpSpPr>
              <p:cNvPr id="205" name="Group 204">
                <a:extLst>
                  <a:ext uri="{FF2B5EF4-FFF2-40B4-BE49-F238E27FC236}">
                    <a16:creationId xmlns:a16="http://schemas.microsoft.com/office/drawing/2014/main" id="{CE81AFB3-2346-434C-A463-93F9C295562A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9" name="Oval 5">
                  <a:extLst>
                    <a:ext uri="{FF2B5EF4-FFF2-40B4-BE49-F238E27FC236}">
                      <a16:creationId xmlns:a16="http://schemas.microsoft.com/office/drawing/2014/main" id="{7918ED2E-E380-6C4E-86AA-0BF9D7614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0" name="Line 6">
                  <a:extLst>
                    <a:ext uri="{FF2B5EF4-FFF2-40B4-BE49-F238E27FC236}">
                      <a16:creationId xmlns:a16="http://schemas.microsoft.com/office/drawing/2014/main" id="{45F96407-8127-654C-9C52-5B62690756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1" name="Line 7">
                  <a:extLst>
                    <a:ext uri="{FF2B5EF4-FFF2-40B4-BE49-F238E27FC236}">
                      <a16:creationId xmlns:a16="http://schemas.microsoft.com/office/drawing/2014/main" id="{F1C01DA2-272A-CD4F-87F1-779C30F355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2" name="Rectangle 8">
                  <a:extLst>
                    <a:ext uri="{FF2B5EF4-FFF2-40B4-BE49-F238E27FC236}">
                      <a16:creationId xmlns:a16="http://schemas.microsoft.com/office/drawing/2014/main" id="{7969C970-9697-A847-B375-82D629934D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13" name="Oval 9">
                  <a:extLst>
                    <a:ext uri="{FF2B5EF4-FFF2-40B4-BE49-F238E27FC236}">
                      <a16:creationId xmlns:a16="http://schemas.microsoft.com/office/drawing/2014/main" id="{F8D02D26-0EA1-FD40-AD1F-E4E8635F47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206" name="Group 44">
                <a:extLst>
                  <a:ext uri="{FF2B5EF4-FFF2-40B4-BE49-F238E27FC236}">
                    <a16:creationId xmlns:a16="http://schemas.microsoft.com/office/drawing/2014/main" id="{02C0B744-445A-A04E-812A-2D60476C15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475656"/>
                <a:ext cx="425572" cy="454026"/>
                <a:chOff x="2922" y="2405"/>
                <a:chExt cx="272" cy="286"/>
              </a:xfrm>
            </p:grpSpPr>
            <p:sp>
              <p:nvSpPr>
                <p:cNvPr id="207" name="Rectangle 45">
                  <a:extLst>
                    <a:ext uri="{FF2B5EF4-FFF2-40B4-BE49-F238E27FC236}">
                      <a16:creationId xmlns:a16="http://schemas.microsoft.com/office/drawing/2014/main" id="{83E6E4B2-940F-B749-91D8-19B033341D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8" name="Text Box 46">
                  <a:extLst>
                    <a:ext uri="{FF2B5EF4-FFF2-40B4-BE49-F238E27FC236}">
                      <a16:creationId xmlns:a16="http://schemas.microsoft.com/office/drawing/2014/main" id="{16D546E0-A23E-174D-8F0D-BFB691AF1D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0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g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34A0F8A7-FCD0-9A45-80B9-24CC78B561FE}"/>
                </a:ext>
              </a:extLst>
            </p:cNvPr>
            <p:cNvGrpSpPr/>
            <p:nvPr/>
          </p:nvGrpSpPr>
          <p:grpSpPr>
            <a:xfrm>
              <a:off x="6263949" y="5807724"/>
              <a:ext cx="531821" cy="399825"/>
              <a:chOff x="1348328" y="2507406"/>
              <a:chExt cx="603916" cy="454026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18AECA76-7F06-F84A-928B-C13839D9F43F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00" name="Oval 5">
                  <a:extLst>
                    <a:ext uri="{FF2B5EF4-FFF2-40B4-BE49-F238E27FC236}">
                      <a16:creationId xmlns:a16="http://schemas.microsoft.com/office/drawing/2014/main" id="{04917013-CC10-D043-8A71-34F2481304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1" name="Line 6">
                  <a:extLst>
                    <a:ext uri="{FF2B5EF4-FFF2-40B4-BE49-F238E27FC236}">
                      <a16:creationId xmlns:a16="http://schemas.microsoft.com/office/drawing/2014/main" id="{7E7DEF49-D295-8547-9FE7-8CBB42CEB8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2" name="Line 7">
                  <a:extLst>
                    <a:ext uri="{FF2B5EF4-FFF2-40B4-BE49-F238E27FC236}">
                      <a16:creationId xmlns:a16="http://schemas.microsoft.com/office/drawing/2014/main" id="{5633B25D-6786-5A4A-A44E-E4A1EE3575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3" name="Rectangle 8">
                  <a:extLst>
                    <a:ext uri="{FF2B5EF4-FFF2-40B4-BE49-F238E27FC236}">
                      <a16:creationId xmlns:a16="http://schemas.microsoft.com/office/drawing/2014/main" id="{968E012E-E513-8340-9324-11A79B223E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204" name="Oval 9">
                  <a:extLst>
                    <a:ext uri="{FF2B5EF4-FFF2-40B4-BE49-F238E27FC236}">
                      <a16:creationId xmlns:a16="http://schemas.microsoft.com/office/drawing/2014/main" id="{7AFB2A7E-90B7-454F-BABB-E2A39AC7C9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97" name="Group 44">
                <a:extLst>
                  <a:ext uri="{FF2B5EF4-FFF2-40B4-BE49-F238E27FC236}">
                    <a16:creationId xmlns:a16="http://schemas.microsoft.com/office/drawing/2014/main" id="{5567606D-D82D-2A4D-A3C8-A7D0703B3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21952" y="2507406"/>
                <a:ext cx="425572" cy="454026"/>
                <a:chOff x="2922" y="2425"/>
                <a:chExt cx="272" cy="286"/>
              </a:xfrm>
            </p:grpSpPr>
            <p:sp>
              <p:nvSpPr>
                <p:cNvPr id="198" name="Rectangle 45">
                  <a:extLst>
                    <a:ext uri="{FF2B5EF4-FFF2-40B4-BE49-F238E27FC236}">
                      <a16:creationId xmlns:a16="http://schemas.microsoft.com/office/drawing/2014/main" id="{39206D20-AD6D-3242-8865-2C6680CB4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9" name="Text Box 46">
                  <a:extLst>
                    <a:ext uri="{FF2B5EF4-FFF2-40B4-BE49-F238E27FC236}">
                      <a16:creationId xmlns:a16="http://schemas.microsoft.com/office/drawing/2014/main" id="{E3BB3556-A335-984F-978A-FECE515B67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2" y="2425"/>
                  <a:ext cx="272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h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3B620D34-7BA8-EF49-AC1C-93F5BBC84AEC}"/>
                </a:ext>
              </a:extLst>
            </p:cNvPr>
            <p:cNvGrpSpPr/>
            <p:nvPr/>
          </p:nvGrpSpPr>
          <p:grpSpPr>
            <a:xfrm>
              <a:off x="8197315" y="5805275"/>
              <a:ext cx="531821" cy="399825"/>
              <a:chOff x="1348328" y="2507406"/>
              <a:chExt cx="603916" cy="454026"/>
            </a:xfrm>
          </p:grpSpPr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A6C2F80D-43A1-5746-B518-C0C4F1A20ACD}"/>
                  </a:ext>
                </a:extLst>
              </p:cNvPr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191" name="Oval 5">
                  <a:extLst>
                    <a:ext uri="{FF2B5EF4-FFF2-40B4-BE49-F238E27FC236}">
                      <a16:creationId xmlns:a16="http://schemas.microsoft.com/office/drawing/2014/main" id="{442E1AFF-BC2C-C849-85D1-13E42B701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2" name="Line 6">
                  <a:extLst>
                    <a:ext uri="{FF2B5EF4-FFF2-40B4-BE49-F238E27FC236}">
                      <a16:creationId xmlns:a16="http://schemas.microsoft.com/office/drawing/2014/main" id="{C2994154-DB6D-E247-8511-C6FE8D9665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3332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3" name="Line 7">
                  <a:extLst>
                    <a:ext uri="{FF2B5EF4-FFF2-40B4-BE49-F238E27FC236}">
                      <a16:creationId xmlns:a16="http://schemas.microsoft.com/office/drawing/2014/main" id="{C730A3ED-5222-5348-831E-092DE7D6CE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80220" y="3077148"/>
                  <a:ext cx="0" cy="79375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4" name="Rectangle 8">
                  <a:extLst>
                    <a:ext uri="{FF2B5EF4-FFF2-40B4-BE49-F238E27FC236}">
                      <a16:creationId xmlns:a16="http://schemas.microsoft.com/office/drawing/2014/main" id="{BED424F7-1928-5F41-831D-417161F22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5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5" name="Oval 9">
                  <a:extLst>
                    <a:ext uri="{FF2B5EF4-FFF2-40B4-BE49-F238E27FC236}">
                      <a16:creationId xmlns:a16="http://schemas.microsoft.com/office/drawing/2014/main" id="{76DDF5F9-ACB7-E642-ACEA-223EE2F5F41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</p:grpSp>
          <p:grpSp>
            <p:nvGrpSpPr>
              <p:cNvPr id="188" name="Group 44">
                <a:extLst>
                  <a:ext uri="{FF2B5EF4-FFF2-40B4-BE49-F238E27FC236}">
                    <a16:creationId xmlns:a16="http://schemas.microsoft.com/office/drawing/2014/main" id="{495DC56F-8C0E-6549-849D-6D43F4F8BC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5784" y="2507406"/>
                <a:ext cx="337956" cy="454026"/>
                <a:chOff x="2950" y="2425"/>
                <a:chExt cx="216" cy="286"/>
              </a:xfrm>
            </p:grpSpPr>
            <p:sp>
              <p:nvSpPr>
                <p:cNvPr id="189" name="Rectangle 45">
                  <a:extLst>
                    <a:ext uri="{FF2B5EF4-FFF2-40B4-BE49-F238E27FC236}">
                      <a16:creationId xmlns:a16="http://schemas.microsoft.com/office/drawing/2014/main" id="{892DBBAB-E011-FD4A-BA7E-105CEF9075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20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90" name="Text Box 46">
                  <a:extLst>
                    <a:ext uri="{FF2B5EF4-FFF2-40B4-BE49-F238E27FC236}">
                      <a16:creationId xmlns:a16="http://schemas.microsoft.com/office/drawing/2014/main" id="{173A4036-1DC3-BD4D-9E66-D9BC48C58B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50" y="2425"/>
                  <a:ext cx="216" cy="2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350" kern="0" dirty="0">
                      <a:solidFill>
                        <a:srgbClr val="000000"/>
                      </a:solidFill>
                    </a:rPr>
                    <a:t>i</a:t>
                  </a:r>
                  <a:endParaRPr 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  <p:sp>
        <p:nvSpPr>
          <p:cNvPr id="255" name="Rectangle 254">
            <a:extLst>
              <a:ext uri="{FF2B5EF4-FFF2-40B4-BE49-F238E27FC236}">
                <a16:creationId xmlns:a16="http://schemas.microsoft.com/office/drawing/2014/main" id="{F5690667-A0AD-3441-901C-58ACD8DB9CB9}"/>
              </a:ext>
            </a:extLst>
          </p:cNvPr>
          <p:cNvSpPr/>
          <p:nvPr/>
        </p:nvSpPr>
        <p:spPr>
          <a:xfrm>
            <a:off x="3573780" y="2815590"/>
            <a:ext cx="2651760" cy="4800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Q: what is new DV computed in e at </a:t>
            </a:r>
            <a:r>
              <a:rPr lang="en-US" sz="1350" i="1" dirty="0">
                <a:solidFill>
                  <a:prstClr val="black"/>
                </a:solidFill>
                <a:latin typeface="Calibri" panose="020F0502020204030204"/>
              </a:rPr>
              <a:t>t=1</a:t>
            </a: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?</a:t>
            </a:r>
          </a:p>
        </p:txBody>
      </p:sp>
      <p:sp>
        <p:nvSpPr>
          <p:cNvPr id="256" name="Right Arrow 255">
            <a:extLst>
              <a:ext uri="{FF2B5EF4-FFF2-40B4-BE49-F238E27FC236}">
                <a16:creationId xmlns:a16="http://schemas.microsoft.com/office/drawing/2014/main" id="{3F3727DD-64E4-8E44-A860-1B6F3AAFA945}"/>
              </a:ext>
            </a:extLst>
          </p:cNvPr>
          <p:cNvSpPr/>
          <p:nvPr/>
        </p:nvSpPr>
        <p:spPr>
          <a:xfrm rot="5400000" flipV="1">
            <a:off x="4723169" y="3449281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7" name="Right Arrow 256">
            <a:extLst>
              <a:ext uri="{FF2B5EF4-FFF2-40B4-BE49-F238E27FC236}">
                <a16:creationId xmlns:a16="http://schemas.microsoft.com/office/drawing/2014/main" id="{243C704B-7CF3-234F-BE06-49455A56103D}"/>
              </a:ext>
            </a:extLst>
          </p:cNvPr>
          <p:cNvSpPr/>
          <p:nvPr/>
        </p:nvSpPr>
        <p:spPr>
          <a:xfrm rot="16200000" flipV="1">
            <a:off x="4734231" y="4197767"/>
            <a:ext cx="479325" cy="117988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8" name="Right Arrow 257">
            <a:extLst>
              <a:ext uri="{FF2B5EF4-FFF2-40B4-BE49-F238E27FC236}">
                <a16:creationId xmlns:a16="http://schemas.microsoft.com/office/drawing/2014/main" id="{10D66682-A305-4140-B8C3-5D5379725A71}"/>
              </a:ext>
            </a:extLst>
          </p:cNvPr>
          <p:cNvSpPr/>
          <p:nvPr/>
        </p:nvSpPr>
        <p:spPr>
          <a:xfrm rot="10800000" flipH="1">
            <a:off x="4238998" y="3785708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9" name="Right Arrow 258">
            <a:extLst>
              <a:ext uri="{FF2B5EF4-FFF2-40B4-BE49-F238E27FC236}">
                <a16:creationId xmlns:a16="http://schemas.microsoft.com/office/drawing/2014/main" id="{5082A0A8-497B-E44C-BB21-E8FA27FE24FB}"/>
              </a:ext>
            </a:extLst>
          </p:cNvPr>
          <p:cNvSpPr/>
          <p:nvPr/>
        </p:nvSpPr>
        <p:spPr>
          <a:xfrm flipH="1">
            <a:off x="5124808" y="3791400"/>
            <a:ext cx="431393" cy="114311"/>
          </a:xfrm>
          <a:prstGeom prst="rightArrow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C27D4E3A-D1FC-A141-84A4-309423E9F3B8}"/>
              </a:ext>
            </a:extLst>
          </p:cNvPr>
          <p:cNvGrpSpPr/>
          <p:nvPr/>
        </p:nvGrpSpPr>
        <p:grpSpPr>
          <a:xfrm>
            <a:off x="4529721" y="3532852"/>
            <a:ext cx="897041" cy="766916"/>
            <a:chOff x="9655277" y="2349909"/>
            <a:chExt cx="1196054" cy="1022555"/>
          </a:xfrm>
        </p:grpSpPr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5F0B966E-6247-6947-B318-2BE50246EA22}"/>
                </a:ext>
              </a:extLst>
            </p:cNvPr>
            <p:cNvSpPr/>
            <p:nvPr/>
          </p:nvSpPr>
          <p:spPr>
            <a:xfrm>
              <a:off x="9655277" y="2349909"/>
              <a:ext cx="1196054" cy="1022555"/>
            </a:xfrm>
            <a:custGeom>
              <a:avLst/>
              <a:gdLst>
                <a:gd name="connsiteX0" fmla="*/ 1416106 w 2820074"/>
                <a:gd name="connsiteY0" fmla="*/ 606903 h 2290046"/>
                <a:gd name="connsiteX1" fmla="*/ 1096471 w 2820074"/>
                <a:gd name="connsiteY1" fmla="*/ 222531 h 2290046"/>
                <a:gd name="connsiteX2" fmla="*/ 954860 w 2820074"/>
                <a:gd name="connsiteY2" fmla="*/ 667593 h 2290046"/>
                <a:gd name="connsiteX3" fmla="*/ 89012 w 2820074"/>
                <a:gd name="connsiteY3" fmla="*/ 242761 h 2290046"/>
                <a:gd name="connsiteX4" fmla="*/ 610948 w 2820074"/>
                <a:gd name="connsiteY4" fmla="*/ 797066 h 2290046"/>
                <a:gd name="connsiteX5" fmla="*/ 0 w 2820074"/>
                <a:gd name="connsiteY5" fmla="*/ 902262 h 2290046"/>
                <a:gd name="connsiteX6" fmla="*/ 481476 w 2820074"/>
                <a:gd name="connsiteY6" fmla="*/ 1246174 h 2290046"/>
                <a:gd name="connsiteX7" fmla="*/ 36414 w 2820074"/>
                <a:gd name="connsiteY7" fmla="*/ 1533441 h 2290046"/>
                <a:gd name="connsiteX8" fmla="*/ 760651 w 2820074"/>
                <a:gd name="connsiteY8" fmla="*/ 1476797 h 2290046"/>
                <a:gd name="connsiteX9" fmla="*/ 623086 w 2820074"/>
                <a:gd name="connsiteY9" fmla="*/ 1869260 h 2290046"/>
                <a:gd name="connsiteX10" fmla="*/ 1003412 w 2820074"/>
                <a:gd name="connsiteY10" fmla="*/ 1658867 h 2290046"/>
                <a:gd name="connsiteX11" fmla="*/ 1104563 w 2820074"/>
                <a:gd name="connsiteY11" fmla="*/ 2290046 h 2290046"/>
                <a:gd name="connsiteX12" fmla="*/ 1383738 w 2820074"/>
                <a:gd name="connsiteY12" fmla="*/ 1569855 h 2290046"/>
                <a:gd name="connsiteX13" fmla="*/ 1743833 w 2820074"/>
                <a:gd name="connsiteY13" fmla="*/ 2091791 h 2290046"/>
                <a:gd name="connsiteX14" fmla="*/ 1836892 w 2820074"/>
                <a:gd name="connsiteY14" fmla="*/ 1529395 h 2290046"/>
                <a:gd name="connsiteX15" fmla="*/ 2375012 w 2820074"/>
                <a:gd name="connsiteY15" fmla="*/ 1889491 h 2290046"/>
                <a:gd name="connsiteX16" fmla="*/ 2209125 w 2820074"/>
                <a:gd name="connsiteY16" fmla="*/ 1351370 h 2290046"/>
                <a:gd name="connsiteX17" fmla="*/ 2820074 w 2820074"/>
                <a:gd name="connsiteY17" fmla="*/ 1399922 h 2290046"/>
                <a:gd name="connsiteX18" fmla="*/ 2310276 w 2820074"/>
                <a:gd name="connsiteY18" fmla="*/ 1092425 h 2290046"/>
                <a:gd name="connsiteX19" fmla="*/ 2775568 w 2820074"/>
                <a:gd name="connsiteY19" fmla="*/ 837526 h 2290046"/>
                <a:gd name="connsiteX20" fmla="*/ 2196987 w 2820074"/>
                <a:gd name="connsiteY20" fmla="*/ 768744 h 2290046"/>
                <a:gd name="connsiteX21" fmla="*/ 2427610 w 2820074"/>
                <a:gd name="connsiteY21" fmla="*/ 441016 h 2290046"/>
                <a:gd name="connsiteX22" fmla="*/ 1844984 w 2820074"/>
                <a:gd name="connsiteY22" fmla="*/ 546213 h 2290046"/>
                <a:gd name="connsiteX23" fmla="*/ 1901628 w 2820074"/>
                <a:gd name="connsiteY23" fmla="*/ 0 h 2290046"/>
                <a:gd name="connsiteX24" fmla="*/ 1416106 w 2820074"/>
                <a:gd name="connsiteY24" fmla="*/ 606903 h 2290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20074" h="2290046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6012C683-6837-1240-8EA8-A8A29041E157}"/>
                </a:ext>
              </a:extLst>
            </p:cNvPr>
            <p:cNvSpPr txBox="1"/>
            <p:nvPr/>
          </p:nvSpPr>
          <p:spPr>
            <a:xfrm>
              <a:off x="9753600" y="2635045"/>
              <a:ext cx="1081834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1350" dirty="0">
                  <a:solidFill>
                    <a:srgbClr val="C00000"/>
                  </a:solidFill>
                  <a:latin typeface="Calibri" panose="020F0502020204030204"/>
                </a:rPr>
                <a:t>compute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0143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" grpId="0"/>
      <p:bldP spid="255" grpId="0" animBg="1"/>
      <p:bldP spid="256" grpId="0" animBg="1"/>
      <p:bldP spid="257" grpId="0" animBg="1"/>
      <p:bldP spid="258" grpId="0" animBg="1"/>
      <p:bldP spid="25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9189-7CDF-0741-9858-A7935714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6525"/>
            <a:ext cx="8013416" cy="772796"/>
          </a:xfrm>
        </p:spPr>
        <p:txBody>
          <a:bodyPr>
            <a:normAutofit fontScale="90000"/>
          </a:bodyPr>
          <a:lstStyle/>
          <a:p>
            <a:r>
              <a:rPr lang="en-US" dirty="0"/>
              <a:t>Distance vector: state information diffusion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248046A-DD40-6A4F-8F87-08D248221920}"/>
              </a:ext>
            </a:extLst>
          </p:cNvPr>
          <p:cNvGrpSpPr/>
          <p:nvPr/>
        </p:nvGrpSpPr>
        <p:grpSpPr>
          <a:xfrm>
            <a:off x="495947" y="2245354"/>
            <a:ext cx="3327245" cy="301541"/>
            <a:chOff x="661263" y="1925960"/>
            <a:chExt cx="4436326" cy="40205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671DC03-A8D0-9F43-86C4-B8B21FDE2F62}"/>
                </a:ext>
              </a:extLst>
            </p:cNvPr>
            <p:cNvGrpSpPr/>
            <p:nvPr/>
          </p:nvGrpSpPr>
          <p:grpSpPr>
            <a:xfrm>
              <a:off x="661263" y="1927187"/>
              <a:ext cx="980332" cy="400828"/>
              <a:chOff x="1097284" y="2174236"/>
              <a:chExt cx="980332" cy="400828"/>
            </a:xfrm>
          </p:grpSpPr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28F628B2-E287-644F-9022-BD27AE29D1B1}"/>
                  </a:ext>
                </a:extLst>
              </p:cNvPr>
              <p:cNvSpPr txBox="1"/>
              <p:nvPr/>
            </p:nvSpPr>
            <p:spPr>
              <a:xfrm>
                <a:off x="1521480" y="2174955"/>
                <a:ext cx="556136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prstClr val="black"/>
                    </a:solidFill>
                    <a:latin typeface="Calibri" panose="020F0502020204030204"/>
                  </a:rPr>
                  <a:t>t=0</a:t>
                </a: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143F3C31-C52A-4144-B3DB-177678E48211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17BA58CB-2477-BE4F-97AD-F6234ACEAEAE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230" name="Straight Connector 229">
                  <a:extLst>
                    <a:ext uri="{FF2B5EF4-FFF2-40B4-BE49-F238E27FC236}">
                      <a16:creationId xmlns:a16="http://schemas.microsoft.com/office/drawing/2014/main" id="{A83B3BF1-2FE7-D941-8F17-F53DF698D3D4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>
                  <a:extLst>
                    <a:ext uri="{FF2B5EF4-FFF2-40B4-BE49-F238E27FC236}">
                      <a16:creationId xmlns:a16="http://schemas.microsoft.com/office/drawing/2014/main" id="{809C848E-61D7-604B-904F-F46B1F70915E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>
                  <a:extLst>
                    <a:ext uri="{FF2B5EF4-FFF2-40B4-BE49-F238E27FC236}">
                      <a16:creationId xmlns:a16="http://schemas.microsoft.com/office/drawing/2014/main" id="{6E443275-F9DD-D04E-8D60-BAD1DFBA80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1A40FE45-C3D5-8644-80E7-3A6FF3B0D4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>
                  <a:extLst>
                    <a:ext uri="{FF2B5EF4-FFF2-40B4-BE49-F238E27FC236}">
                      <a16:creationId xmlns:a16="http://schemas.microsoft.com/office/drawing/2014/main" id="{A92626E3-5D76-4747-8F59-14CDEC8134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>
                  <a:extLst>
                    <a:ext uri="{FF2B5EF4-FFF2-40B4-BE49-F238E27FC236}">
                      <a16:creationId xmlns:a16="http://schemas.microsoft.com/office/drawing/2014/main" id="{4BE49970-1DAF-8145-AC4C-92BBC982EF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>
                  <a:extLst>
                    <a:ext uri="{FF2B5EF4-FFF2-40B4-BE49-F238E27FC236}">
                      <a16:creationId xmlns:a16="http://schemas.microsoft.com/office/drawing/2014/main" id="{1D7190C8-8824-E245-88FF-07416CD845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>
                  <a:extLst>
                    <a:ext uri="{FF2B5EF4-FFF2-40B4-BE49-F238E27FC236}">
                      <a16:creationId xmlns:a16="http://schemas.microsoft.com/office/drawing/2014/main" id="{B93D5913-A28D-6F4C-84E5-4BFBB5E948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Straight Connector 241">
                  <a:extLst>
                    <a:ext uri="{FF2B5EF4-FFF2-40B4-BE49-F238E27FC236}">
                      <a16:creationId xmlns:a16="http://schemas.microsoft.com/office/drawing/2014/main" id="{0DAC6B31-B886-0043-8195-9BFF5909EE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>
                  <a:extLst>
                    <a:ext uri="{FF2B5EF4-FFF2-40B4-BE49-F238E27FC236}">
                      <a16:creationId xmlns:a16="http://schemas.microsoft.com/office/drawing/2014/main" id="{FE8501E0-4894-EB46-9A8C-90438C4B45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7D05F761-1E2D-D242-8145-FA6CB52161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>
                  <a:extLst>
                    <a:ext uri="{FF2B5EF4-FFF2-40B4-BE49-F238E27FC236}">
                      <a16:creationId xmlns:a16="http://schemas.microsoft.com/office/drawing/2014/main" id="{E8E9805E-BE5E-D841-AC71-C07001BD4D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0" name="Oval 249">
                  <a:extLst>
                    <a:ext uri="{FF2B5EF4-FFF2-40B4-BE49-F238E27FC236}">
                      <a16:creationId xmlns:a16="http://schemas.microsoft.com/office/drawing/2014/main" id="{FC54B5C3-6CE5-0444-91FF-053BF6CE589C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252" name="Straight Connector 251">
                  <a:extLst>
                    <a:ext uri="{FF2B5EF4-FFF2-40B4-BE49-F238E27FC236}">
                      <a16:creationId xmlns:a16="http://schemas.microsoft.com/office/drawing/2014/main" id="{1FFD0838-0271-4340-8F0B-74EF500112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14533" y="2230033"/>
                  <a:ext cx="0" cy="111727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748F6DEF-668E-5841-A6A2-B63A0C4711C1}"/>
                </a:ext>
              </a:extLst>
            </p:cNvPr>
            <p:cNvSpPr txBox="1"/>
            <p:nvPr/>
          </p:nvSpPr>
          <p:spPr>
            <a:xfrm flipH="1">
              <a:off x="1653914" y="1925960"/>
              <a:ext cx="34436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lnSpc>
                  <a:spcPct val="90000"/>
                </a:lnSpc>
                <a:buClr>
                  <a:srgbClr val="0000A8"/>
                </a:buClr>
              </a:pPr>
              <a:r>
                <a:rPr lang="en-US" sz="1500" dirty="0">
                  <a:solidFill>
                    <a:prstClr val="black"/>
                  </a:solidFill>
                  <a:latin typeface="Calibri" panose="020F0502020204030204"/>
                </a:rPr>
                <a:t>c’s state at t=0 is at c only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E11B072-C45E-D04F-867D-0453E060BFC1}"/>
              </a:ext>
            </a:extLst>
          </p:cNvPr>
          <p:cNvGrpSpPr/>
          <p:nvPr/>
        </p:nvGrpSpPr>
        <p:grpSpPr>
          <a:xfrm>
            <a:off x="5378564" y="2363005"/>
            <a:ext cx="3326753" cy="3312380"/>
            <a:chOff x="6907258" y="1814633"/>
            <a:chExt cx="4435671" cy="4416506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74B35E8-95B6-B946-8240-59B747B607B3}"/>
                </a:ext>
              </a:extLst>
            </p:cNvPr>
            <p:cNvCxnSpPr>
              <a:cxnSpLocks/>
              <a:stCxn id="76" idx="2"/>
              <a:endCxn id="76" idx="0"/>
            </p:cNvCxnSpPr>
            <p:nvPr/>
          </p:nvCxnSpPr>
          <p:spPr>
            <a:xfrm flipV="1">
              <a:off x="9141446" y="2037680"/>
              <a:ext cx="0" cy="38631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DE34EA38-AB93-704A-ACF2-764D62663226}"/>
                </a:ext>
              </a:extLst>
            </p:cNvPr>
            <p:cNvCxnSpPr>
              <a:cxnSpLocks/>
              <a:stCxn id="76" idx="1"/>
              <a:endCxn id="76" idx="3"/>
            </p:cNvCxnSpPr>
            <p:nvPr/>
          </p:nvCxnSpPr>
          <p:spPr>
            <a:xfrm>
              <a:off x="7209890" y="3969235"/>
              <a:ext cx="38631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169888C-5E10-3E40-BC1D-A5D0DB850712}"/>
                </a:ext>
              </a:extLst>
            </p:cNvPr>
            <p:cNvSpPr/>
            <p:nvPr/>
          </p:nvSpPr>
          <p:spPr>
            <a:xfrm>
              <a:off x="7209890" y="2037680"/>
              <a:ext cx="3863111" cy="386311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2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CB39BACF-E4D1-6641-8B8C-0274EDEFA113}"/>
                </a:ext>
              </a:extLst>
            </p:cNvPr>
            <p:cNvSpPr/>
            <p:nvPr/>
          </p:nvSpPr>
          <p:spPr>
            <a:xfrm>
              <a:off x="10991457" y="2109030"/>
              <a:ext cx="132508" cy="18551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2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B4BFA757-E5EA-9A42-8A16-AA2091E708C8}"/>
                </a:ext>
              </a:extLst>
            </p:cNvPr>
            <p:cNvGrpSpPr/>
            <p:nvPr/>
          </p:nvGrpSpPr>
          <p:grpSpPr>
            <a:xfrm>
              <a:off x="6944905" y="5680783"/>
              <a:ext cx="4395351" cy="435326"/>
              <a:chOff x="4333785" y="5772223"/>
              <a:chExt cx="4395351" cy="435326"/>
            </a:xfrm>
          </p:grpSpPr>
          <p:grpSp>
            <p:nvGrpSpPr>
              <p:cNvPr id="184" name="Group 183">
                <a:extLst>
                  <a:ext uri="{FF2B5EF4-FFF2-40B4-BE49-F238E27FC236}">
                    <a16:creationId xmlns:a16="http://schemas.microsoft.com/office/drawing/2014/main" id="{600795BD-C1B6-1748-B28A-001A8505BE86}"/>
                  </a:ext>
                </a:extLst>
              </p:cNvPr>
              <p:cNvGrpSpPr/>
              <p:nvPr/>
            </p:nvGrpSpPr>
            <p:grpSpPr>
              <a:xfrm>
                <a:off x="4333785" y="5772223"/>
                <a:ext cx="531821" cy="399826"/>
                <a:chOff x="1348328" y="2475656"/>
                <a:chExt cx="603916" cy="454026"/>
              </a:xfrm>
            </p:grpSpPr>
            <p:grpSp>
              <p:nvGrpSpPr>
                <p:cNvPr id="205" name="Group 204">
                  <a:extLst>
                    <a:ext uri="{FF2B5EF4-FFF2-40B4-BE49-F238E27FC236}">
                      <a16:creationId xmlns:a16="http://schemas.microsoft.com/office/drawing/2014/main" id="{CE81AFB3-2346-434C-A463-93F9C295562A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209" name="Oval 5">
                    <a:extLst>
                      <a:ext uri="{FF2B5EF4-FFF2-40B4-BE49-F238E27FC236}">
                        <a16:creationId xmlns:a16="http://schemas.microsoft.com/office/drawing/2014/main" id="{7918ED2E-E380-6C4E-86AA-0BF9D76144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10" name="Line 6">
                    <a:extLst>
                      <a:ext uri="{FF2B5EF4-FFF2-40B4-BE49-F238E27FC236}">
                        <a16:creationId xmlns:a16="http://schemas.microsoft.com/office/drawing/2014/main" id="{45F96407-8127-654C-9C52-5B626907562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11" name="Line 7">
                    <a:extLst>
                      <a:ext uri="{FF2B5EF4-FFF2-40B4-BE49-F238E27FC236}">
                        <a16:creationId xmlns:a16="http://schemas.microsoft.com/office/drawing/2014/main" id="{F1C01DA2-272A-CD4F-87F1-779C30F3555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12" name="Rectangle 8">
                    <a:extLst>
                      <a:ext uri="{FF2B5EF4-FFF2-40B4-BE49-F238E27FC236}">
                        <a16:creationId xmlns:a16="http://schemas.microsoft.com/office/drawing/2014/main" id="{7969C970-9697-A847-B375-82D629934D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5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13" name="Oval 9">
                    <a:extLst>
                      <a:ext uri="{FF2B5EF4-FFF2-40B4-BE49-F238E27FC236}">
                        <a16:creationId xmlns:a16="http://schemas.microsoft.com/office/drawing/2014/main" id="{F8D02D26-0EA1-FD40-AD1F-E4E8635F47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206" name="Group 44">
                  <a:extLst>
                    <a:ext uri="{FF2B5EF4-FFF2-40B4-BE49-F238E27FC236}">
                      <a16:creationId xmlns:a16="http://schemas.microsoft.com/office/drawing/2014/main" id="{02C0B744-445A-A04E-812A-2D60476C152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21952" y="2475656"/>
                  <a:ext cx="425572" cy="454026"/>
                  <a:chOff x="2922" y="2405"/>
                  <a:chExt cx="272" cy="286"/>
                </a:xfrm>
              </p:grpSpPr>
              <p:sp>
                <p:nvSpPr>
                  <p:cNvPr id="207" name="Rectangle 45">
                    <a:extLst>
                      <a:ext uri="{FF2B5EF4-FFF2-40B4-BE49-F238E27FC236}">
                        <a16:creationId xmlns:a16="http://schemas.microsoft.com/office/drawing/2014/main" id="{83E6E4B2-940F-B749-91D8-19B033341D5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8" name="Text Box 46">
                    <a:extLst>
                      <a:ext uri="{FF2B5EF4-FFF2-40B4-BE49-F238E27FC236}">
                        <a16:creationId xmlns:a16="http://schemas.microsoft.com/office/drawing/2014/main" id="{16D546E0-A23E-174D-8F0D-BFB691AF1D6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22" y="2405"/>
                    <a:ext cx="272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350" kern="0" dirty="0">
                        <a:solidFill>
                          <a:srgbClr val="000000"/>
                        </a:solidFill>
                      </a:rPr>
                      <a:t>g</a:t>
                    </a:r>
                    <a:endParaRPr 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</p:grpSp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34A0F8A7-FCD0-9A45-80B9-24CC78B561FE}"/>
                  </a:ext>
                </a:extLst>
              </p:cNvPr>
              <p:cNvGrpSpPr/>
              <p:nvPr/>
            </p:nvGrpSpPr>
            <p:grpSpPr>
              <a:xfrm>
                <a:off x="6263949" y="5807724"/>
                <a:ext cx="531821" cy="399825"/>
                <a:chOff x="1348328" y="2507406"/>
                <a:chExt cx="603916" cy="454026"/>
              </a:xfrm>
            </p:grpSpPr>
            <p:grpSp>
              <p:nvGrpSpPr>
                <p:cNvPr id="196" name="Group 195">
                  <a:extLst>
                    <a:ext uri="{FF2B5EF4-FFF2-40B4-BE49-F238E27FC236}">
                      <a16:creationId xmlns:a16="http://schemas.microsoft.com/office/drawing/2014/main" id="{18AECA76-7F06-F84A-928B-C13839D9F43F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200" name="Oval 5">
                    <a:extLst>
                      <a:ext uri="{FF2B5EF4-FFF2-40B4-BE49-F238E27FC236}">
                        <a16:creationId xmlns:a16="http://schemas.microsoft.com/office/drawing/2014/main" id="{04917013-CC10-D043-8A71-34F2481304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1" name="Line 6">
                    <a:extLst>
                      <a:ext uri="{FF2B5EF4-FFF2-40B4-BE49-F238E27FC236}">
                        <a16:creationId xmlns:a16="http://schemas.microsoft.com/office/drawing/2014/main" id="{7E7DEF49-D295-8547-9FE7-8CBB42CEB81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2" name="Line 7">
                    <a:extLst>
                      <a:ext uri="{FF2B5EF4-FFF2-40B4-BE49-F238E27FC236}">
                        <a16:creationId xmlns:a16="http://schemas.microsoft.com/office/drawing/2014/main" id="{5633B25D-6786-5A4A-A44E-E4A1EE3575B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3" name="Rectangle 8">
                    <a:extLst>
                      <a:ext uri="{FF2B5EF4-FFF2-40B4-BE49-F238E27FC236}">
                        <a16:creationId xmlns:a16="http://schemas.microsoft.com/office/drawing/2014/main" id="{968E012E-E513-8340-9324-11A79B223E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5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04" name="Oval 9">
                    <a:extLst>
                      <a:ext uri="{FF2B5EF4-FFF2-40B4-BE49-F238E27FC236}">
                        <a16:creationId xmlns:a16="http://schemas.microsoft.com/office/drawing/2014/main" id="{7AFB2A7E-90B7-454F-BABB-E2A39AC7C95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197" name="Group 44">
                  <a:extLst>
                    <a:ext uri="{FF2B5EF4-FFF2-40B4-BE49-F238E27FC236}">
                      <a16:creationId xmlns:a16="http://schemas.microsoft.com/office/drawing/2014/main" id="{5567606D-D82D-2A4D-A3C8-A7D0703B3CC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21952" y="2507406"/>
                  <a:ext cx="425572" cy="454026"/>
                  <a:chOff x="2922" y="2425"/>
                  <a:chExt cx="272" cy="286"/>
                </a:xfrm>
              </p:grpSpPr>
              <p:sp>
                <p:nvSpPr>
                  <p:cNvPr id="198" name="Rectangle 45">
                    <a:extLst>
                      <a:ext uri="{FF2B5EF4-FFF2-40B4-BE49-F238E27FC236}">
                        <a16:creationId xmlns:a16="http://schemas.microsoft.com/office/drawing/2014/main" id="{39206D20-AD6D-3242-8865-2C6680CB41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9" name="Text Box 46">
                    <a:extLst>
                      <a:ext uri="{FF2B5EF4-FFF2-40B4-BE49-F238E27FC236}">
                        <a16:creationId xmlns:a16="http://schemas.microsoft.com/office/drawing/2014/main" id="{E3BB3556-A335-984F-978A-FECE515B670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22" y="2425"/>
                    <a:ext cx="272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350" kern="0" dirty="0">
                        <a:solidFill>
                          <a:srgbClr val="000000"/>
                        </a:solidFill>
                      </a:rPr>
                      <a:t>h</a:t>
                    </a:r>
                    <a:endParaRPr 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</p:grpSp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3B620D34-7BA8-EF49-AC1C-93F5BBC84AEC}"/>
                  </a:ext>
                </a:extLst>
              </p:cNvPr>
              <p:cNvGrpSpPr/>
              <p:nvPr/>
            </p:nvGrpSpPr>
            <p:grpSpPr>
              <a:xfrm>
                <a:off x="8197315" y="5805275"/>
                <a:ext cx="531821" cy="399825"/>
                <a:chOff x="1348328" y="2507406"/>
                <a:chExt cx="603916" cy="454026"/>
              </a:xfrm>
            </p:grpSpPr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A6C2F80D-43A1-5746-B518-C0C4F1A20ACD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191" name="Oval 5">
                    <a:extLst>
                      <a:ext uri="{FF2B5EF4-FFF2-40B4-BE49-F238E27FC236}">
                        <a16:creationId xmlns:a16="http://schemas.microsoft.com/office/drawing/2014/main" id="{442E1AFF-BC2C-C849-85D1-13E42B701CE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2" name="Line 6">
                    <a:extLst>
                      <a:ext uri="{FF2B5EF4-FFF2-40B4-BE49-F238E27FC236}">
                        <a16:creationId xmlns:a16="http://schemas.microsoft.com/office/drawing/2014/main" id="{C2994154-DB6D-E247-8511-C6FE8D9665F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3" name="Line 7">
                    <a:extLst>
                      <a:ext uri="{FF2B5EF4-FFF2-40B4-BE49-F238E27FC236}">
                        <a16:creationId xmlns:a16="http://schemas.microsoft.com/office/drawing/2014/main" id="{C730A3ED-5222-5348-831E-092DE7D6CEE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4" name="Rectangle 8">
                    <a:extLst>
                      <a:ext uri="{FF2B5EF4-FFF2-40B4-BE49-F238E27FC236}">
                        <a16:creationId xmlns:a16="http://schemas.microsoft.com/office/drawing/2014/main" id="{BED424F7-1928-5F41-831D-417161F220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5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5" name="Oval 9">
                    <a:extLst>
                      <a:ext uri="{FF2B5EF4-FFF2-40B4-BE49-F238E27FC236}">
                        <a16:creationId xmlns:a16="http://schemas.microsoft.com/office/drawing/2014/main" id="{76DDF5F9-ACB7-E642-ACEA-223EE2F5F4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188" name="Group 44">
                  <a:extLst>
                    <a:ext uri="{FF2B5EF4-FFF2-40B4-BE49-F238E27FC236}">
                      <a16:creationId xmlns:a16="http://schemas.microsoft.com/office/drawing/2014/main" id="{495DC56F-8C0E-6549-849D-6D43F4F8BC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65784" y="2507406"/>
                  <a:ext cx="337956" cy="454026"/>
                  <a:chOff x="2950" y="2425"/>
                  <a:chExt cx="216" cy="286"/>
                </a:xfrm>
              </p:grpSpPr>
              <p:sp>
                <p:nvSpPr>
                  <p:cNvPr id="189" name="Rectangle 45">
                    <a:extLst>
                      <a:ext uri="{FF2B5EF4-FFF2-40B4-BE49-F238E27FC236}">
                        <a16:creationId xmlns:a16="http://schemas.microsoft.com/office/drawing/2014/main" id="{892DBBAB-E011-FD4A-BA7E-105CEF9075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190" name="Text Box 46">
                    <a:extLst>
                      <a:ext uri="{FF2B5EF4-FFF2-40B4-BE49-F238E27FC236}">
                        <a16:creationId xmlns:a16="http://schemas.microsoft.com/office/drawing/2014/main" id="{173A4036-1DC3-BD4D-9E66-D9BC48C58BA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0" y="2425"/>
                    <a:ext cx="216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350" kern="0" dirty="0">
                        <a:solidFill>
                          <a:srgbClr val="000000"/>
                        </a:solidFill>
                      </a:rPr>
                      <a:t>i</a:t>
                    </a:r>
                    <a:endParaRPr 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</p:grpSp>
        </p:grp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74A89238-377F-A840-BB03-52D53CBBC3F3}"/>
                </a:ext>
              </a:extLst>
            </p:cNvPr>
            <p:cNvSpPr txBox="1"/>
            <p:nvPr/>
          </p:nvSpPr>
          <p:spPr>
            <a:xfrm>
              <a:off x="6916902" y="2779083"/>
              <a:ext cx="301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1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3D3F7215-9DE8-0542-8CCA-A9CEDC8717E2}"/>
                </a:ext>
              </a:extLst>
            </p:cNvPr>
            <p:cNvSpPr txBox="1"/>
            <p:nvPr/>
          </p:nvSpPr>
          <p:spPr>
            <a:xfrm>
              <a:off x="8828654" y="2769437"/>
              <a:ext cx="350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1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FC342D48-14A2-BA4E-A191-060C4177F678}"/>
                </a:ext>
              </a:extLst>
            </p:cNvPr>
            <p:cNvSpPr txBox="1"/>
            <p:nvPr/>
          </p:nvSpPr>
          <p:spPr>
            <a:xfrm>
              <a:off x="6907258" y="4795006"/>
              <a:ext cx="301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1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C9336A94-9BC9-8F41-95A7-69E18360DF3D}"/>
                </a:ext>
              </a:extLst>
            </p:cNvPr>
            <p:cNvSpPr txBox="1"/>
            <p:nvPr/>
          </p:nvSpPr>
          <p:spPr>
            <a:xfrm>
              <a:off x="8842159" y="4796936"/>
              <a:ext cx="350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1</a:t>
              </a: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E11EFAA3-3025-6E40-9F7B-8AEC8E44C52D}"/>
                </a:ext>
              </a:extLst>
            </p:cNvPr>
            <p:cNvSpPr txBox="1"/>
            <p:nvPr/>
          </p:nvSpPr>
          <p:spPr>
            <a:xfrm>
              <a:off x="10765485" y="4798866"/>
              <a:ext cx="350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1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EECDCBF1-5ACC-CF43-B981-907337945BA2}"/>
                </a:ext>
              </a:extLst>
            </p:cNvPr>
            <p:cNvSpPr txBox="1"/>
            <p:nvPr/>
          </p:nvSpPr>
          <p:spPr>
            <a:xfrm>
              <a:off x="8053150" y="3938480"/>
              <a:ext cx="301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1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2DD32315-0DAF-354B-ADE2-76F406D6A871}"/>
                </a:ext>
              </a:extLst>
            </p:cNvPr>
            <p:cNvSpPr txBox="1"/>
            <p:nvPr/>
          </p:nvSpPr>
          <p:spPr>
            <a:xfrm>
              <a:off x="9964902" y="3928834"/>
              <a:ext cx="350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1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25B3E8DA-82E1-B746-9524-A8B47546C7B7}"/>
                </a:ext>
              </a:extLst>
            </p:cNvPr>
            <p:cNvSpPr txBox="1"/>
            <p:nvPr/>
          </p:nvSpPr>
          <p:spPr>
            <a:xfrm>
              <a:off x="8055078" y="5861807"/>
              <a:ext cx="301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1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51516E14-40A2-B34F-B880-05B80B68D6FC}"/>
                </a:ext>
              </a:extLst>
            </p:cNvPr>
            <p:cNvSpPr txBox="1"/>
            <p:nvPr/>
          </p:nvSpPr>
          <p:spPr>
            <a:xfrm>
              <a:off x="9966830" y="5852162"/>
              <a:ext cx="350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1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9174059A-E895-E740-9A26-AA7943E4A64F}"/>
                </a:ext>
              </a:extLst>
            </p:cNvPr>
            <p:cNvSpPr txBox="1"/>
            <p:nvPr/>
          </p:nvSpPr>
          <p:spPr>
            <a:xfrm>
              <a:off x="8057006" y="2032516"/>
              <a:ext cx="301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8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F7510488-7C59-7449-A4EE-C5A32BFCB3A5}"/>
                </a:ext>
              </a:extLst>
            </p:cNvPr>
            <p:cNvSpPr txBox="1"/>
            <p:nvPr/>
          </p:nvSpPr>
          <p:spPr>
            <a:xfrm>
              <a:off x="9968758" y="2022871"/>
              <a:ext cx="350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1200" dirty="0">
                  <a:solidFill>
                    <a:prstClr val="black"/>
                  </a:solidFill>
                  <a:latin typeface="Calibri" panose="020F0502020204030204"/>
                </a:rPr>
                <a:t>1</a:t>
              </a:r>
            </a:p>
          </p:txBody>
        </p:sp>
        <p:sp>
          <p:nvSpPr>
            <p:cNvPr id="1032" name="Right Arrow 1031">
              <a:extLst>
                <a:ext uri="{FF2B5EF4-FFF2-40B4-BE49-F238E27FC236}">
                  <a16:creationId xmlns:a16="http://schemas.microsoft.com/office/drawing/2014/main" id="{48701230-5EB3-4E4B-BEE9-CAD81136ECFC}"/>
                </a:ext>
              </a:extLst>
            </p:cNvPr>
            <p:cNvSpPr/>
            <p:nvPr/>
          </p:nvSpPr>
          <p:spPr>
            <a:xfrm rot="5400000">
              <a:off x="7011053" y="2469864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67" name="Right Arrow 266">
              <a:extLst>
                <a:ext uri="{FF2B5EF4-FFF2-40B4-BE49-F238E27FC236}">
                  <a16:creationId xmlns:a16="http://schemas.microsoft.com/office/drawing/2014/main" id="{39C7E016-9840-8340-9D5C-7C9BC5953296}"/>
                </a:ext>
              </a:extLst>
            </p:cNvPr>
            <p:cNvSpPr/>
            <p:nvPr/>
          </p:nvSpPr>
          <p:spPr>
            <a:xfrm rot="16200000">
              <a:off x="7006137" y="3379348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68" name="Right Arrow 267">
              <a:extLst>
                <a:ext uri="{FF2B5EF4-FFF2-40B4-BE49-F238E27FC236}">
                  <a16:creationId xmlns:a16="http://schemas.microsoft.com/office/drawing/2014/main" id="{0E4D6E8C-7EAB-9E44-AEFC-4FA875BCA32C}"/>
                </a:ext>
              </a:extLst>
            </p:cNvPr>
            <p:cNvSpPr/>
            <p:nvPr/>
          </p:nvSpPr>
          <p:spPr>
            <a:xfrm rot="5400000">
              <a:off x="8913594" y="2455117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69" name="Right Arrow 268">
              <a:extLst>
                <a:ext uri="{FF2B5EF4-FFF2-40B4-BE49-F238E27FC236}">
                  <a16:creationId xmlns:a16="http://schemas.microsoft.com/office/drawing/2014/main" id="{F17D421F-D0A1-B94A-8B49-27953D5C8366}"/>
                </a:ext>
              </a:extLst>
            </p:cNvPr>
            <p:cNvSpPr/>
            <p:nvPr/>
          </p:nvSpPr>
          <p:spPr>
            <a:xfrm rot="16200000">
              <a:off x="8908678" y="3364601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70" name="Right Arrow 269">
              <a:extLst>
                <a:ext uri="{FF2B5EF4-FFF2-40B4-BE49-F238E27FC236}">
                  <a16:creationId xmlns:a16="http://schemas.microsoft.com/office/drawing/2014/main" id="{C0BFDAF2-0356-354B-8B44-188593FB5A37}"/>
                </a:ext>
              </a:extLst>
            </p:cNvPr>
            <p:cNvSpPr/>
            <p:nvPr/>
          </p:nvSpPr>
          <p:spPr>
            <a:xfrm rot="5400000">
              <a:off x="6981555" y="4367494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71" name="Right Arrow 270">
              <a:extLst>
                <a:ext uri="{FF2B5EF4-FFF2-40B4-BE49-F238E27FC236}">
                  <a16:creationId xmlns:a16="http://schemas.microsoft.com/office/drawing/2014/main" id="{112F6083-F42A-6740-A147-C25BA92606DD}"/>
                </a:ext>
              </a:extLst>
            </p:cNvPr>
            <p:cNvSpPr/>
            <p:nvPr/>
          </p:nvSpPr>
          <p:spPr>
            <a:xfrm rot="16200000">
              <a:off x="6976639" y="5276978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72" name="Right Arrow 271">
              <a:extLst>
                <a:ext uri="{FF2B5EF4-FFF2-40B4-BE49-F238E27FC236}">
                  <a16:creationId xmlns:a16="http://schemas.microsoft.com/office/drawing/2014/main" id="{D340F2D5-4C4A-D441-99F4-FD489A89E6ED}"/>
                </a:ext>
              </a:extLst>
            </p:cNvPr>
            <p:cNvSpPr/>
            <p:nvPr/>
          </p:nvSpPr>
          <p:spPr>
            <a:xfrm rot="5400000">
              <a:off x="8923428" y="4362582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73" name="Right Arrow 272">
              <a:extLst>
                <a:ext uri="{FF2B5EF4-FFF2-40B4-BE49-F238E27FC236}">
                  <a16:creationId xmlns:a16="http://schemas.microsoft.com/office/drawing/2014/main" id="{487BF544-1248-5D4C-B9E4-2B3ACA80EA1C}"/>
                </a:ext>
              </a:extLst>
            </p:cNvPr>
            <p:cNvSpPr/>
            <p:nvPr/>
          </p:nvSpPr>
          <p:spPr>
            <a:xfrm rot="16200000">
              <a:off x="8918512" y="5272066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74" name="Right Arrow 273">
              <a:extLst>
                <a:ext uri="{FF2B5EF4-FFF2-40B4-BE49-F238E27FC236}">
                  <a16:creationId xmlns:a16="http://schemas.microsoft.com/office/drawing/2014/main" id="{0DF6A182-C1F7-C14D-900B-3242DA6B4D96}"/>
                </a:ext>
              </a:extLst>
            </p:cNvPr>
            <p:cNvSpPr/>
            <p:nvPr/>
          </p:nvSpPr>
          <p:spPr>
            <a:xfrm rot="5400000">
              <a:off x="10865301" y="4357670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75" name="Right Arrow 274">
              <a:extLst>
                <a:ext uri="{FF2B5EF4-FFF2-40B4-BE49-F238E27FC236}">
                  <a16:creationId xmlns:a16="http://schemas.microsoft.com/office/drawing/2014/main" id="{EEAD3E84-70CC-2A46-87CC-F69A6D50ED35}"/>
                </a:ext>
              </a:extLst>
            </p:cNvPr>
            <p:cNvSpPr/>
            <p:nvPr/>
          </p:nvSpPr>
          <p:spPr>
            <a:xfrm rot="16200000">
              <a:off x="10860385" y="5267154"/>
              <a:ext cx="639100" cy="157317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79" name="Right Arrow 278">
              <a:extLst>
                <a:ext uri="{FF2B5EF4-FFF2-40B4-BE49-F238E27FC236}">
                  <a16:creationId xmlns:a16="http://schemas.microsoft.com/office/drawing/2014/main" id="{A7B19411-E5F9-AC49-9C67-23093CF98D95}"/>
                </a:ext>
              </a:extLst>
            </p:cNvPr>
            <p:cNvSpPr/>
            <p:nvPr/>
          </p:nvSpPr>
          <p:spPr>
            <a:xfrm rot="10800000">
              <a:off x="10193515" y="5738225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80" name="Right Arrow 279">
              <a:extLst>
                <a:ext uri="{FF2B5EF4-FFF2-40B4-BE49-F238E27FC236}">
                  <a16:creationId xmlns:a16="http://schemas.microsoft.com/office/drawing/2014/main" id="{19CD2293-67D5-3048-9FAC-78E0AEE8C310}"/>
                </a:ext>
              </a:extLst>
            </p:cNvPr>
            <p:cNvSpPr/>
            <p:nvPr/>
          </p:nvSpPr>
          <p:spPr>
            <a:xfrm>
              <a:off x="9430824" y="5743142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A665C0C8-7FDD-0A42-80A3-CC602804C042}"/>
                </a:ext>
              </a:extLst>
            </p:cNvPr>
            <p:cNvGrpSpPr/>
            <p:nvPr/>
          </p:nvGrpSpPr>
          <p:grpSpPr>
            <a:xfrm>
              <a:off x="6947578" y="3742360"/>
              <a:ext cx="4395351" cy="435326"/>
              <a:chOff x="4333785" y="5772223"/>
              <a:chExt cx="4395351" cy="435326"/>
            </a:xfrm>
          </p:grpSpPr>
          <p:grpSp>
            <p:nvGrpSpPr>
              <p:cNvPr id="284" name="Group 283">
                <a:extLst>
                  <a:ext uri="{FF2B5EF4-FFF2-40B4-BE49-F238E27FC236}">
                    <a16:creationId xmlns:a16="http://schemas.microsoft.com/office/drawing/2014/main" id="{4C02DC92-2A83-AC4D-B9F0-2BCDE917BDBC}"/>
                  </a:ext>
                </a:extLst>
              </p:cNvPr>
              <p:cNvGrpSpPr/>
              <p:nvPr/>
            </p:nvGrpSpPr>
            <p:grpSpPr>
              <a:xfrm>
                <a:off x="4333785" y="5772223"/>
                <a:ext cx="531821" cy="399826"/>
                <a:chOff x="1348328" y="2475656"/>
                <a:chExt cx="603916" cy="454026"/>
              </a:xfrm>
            </p:grpSpPr>
            <p:grpSp>
              <p:nvGrpSpPr>
                <p:cNvPr id="305" name="Group 304">
                  <a:extLst>
                    <a:ext uri="{FF2B5EF4-FFF2-40B4-BE49-F238E27FC236}">
                      <a16:creationId xmlns:a16="http://schemas.microsoft.com/office/drawing/2014/main" id="{F01EB862-010E-A34F-8D39-25BC2BED2A63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09" name="Oval 5">
                    <a:extLst>
                      <a:ext uri="{FF2B5EF4-FFF2-40B4-BE49-F238E27FC236}">
                        <a16:creationId xmlns:a16="http://schemas.microsoft.com/office/drawing/2014/main" id="{C2A61603-05BC-1E4D-99AA-0AB1CC49473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0" name="Line 6">
                    <a:extLst>
                      <a:ext uri="{FF2B5EF4-FFF2-40B4-BE49-F238E27FC236}">
                        <a16:creationId xmlns:a16="http://schemas.microsoft.com/office/drawing/2014/main" id="{7043DA0E-702D-CD4E-BA28-9341275851D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1" name="Line 7">
                    <a:extLst>
                      <a:ext uri="{FF2B5EF4-FFF2-40B4-BE49-F238E27FC236}">
                        <a16:creationId xmlns:a16="http://schemas.microsoft.com/office/drawing/2014/main" id="{CE93F761-782C-C640-B2B6-8CA7492B28B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2" name="Rectangle 8">
                    <a:extLst>
                      <a:ext uri="{FF2B5EF4-FFF2-40B4-BE49-F238E27FC236}">
                        <a16:creationId xmlns:a16="http://schemas.microsoft.com/office/drawing/2014/main" id="{723858D6-68CF-1C4E-A28B-A9FF5D728F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5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13" name="Oval 9">
                    <a:extLst>
                      <a:ext uri="{FF2B5EF4-FFF2-40B4-BE49-F238E27FC236}">
                        <a16:creationId xmlns:a16="http://schemas.microsoft.com/office/drawing/2014/main" id="{70A7292E-FC97-924B-9010-8079BEC621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306" name="Group 44">
                  <a:extLst>
                    <a:ext uri="{FF2B5EF4-FFF2-40B4-BE49-F238E27FC236}">
                      <a16:creationId xmlns:a16="http://schemas.microsoft.com/office/drawing/2014/main" id="{DA3B2173-D171-E340-B704-06A3FE481C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21952" y="2475656"/>
                  <a:ext cx="425572" cy="454026"/>
                  <a:chOff x="2922" y="2405"/>
                  <a:chExt cx="272" cy="286"/>
                </a:xfrm>
              </p:grpSpPr>
              <p:sp>
                <p:nvSpPr>
                  <p:cNvPr id="307" name="Rectangle 45">
                    <a:extLst>
                      <a:ext uri="{FF2B5EF4-FFF2-40B4-BE49-F238E27FC236}">
                        <a16:creationId xmlns:a16="http://schemas.microsoft.com/office/drawing/2014/main" id="{A7CA85B6-08AA-4840-AE2B-A3321A49B6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8" name="Text Box 46">
                    <a:extLst>
                      <a:ext uri="{FF2B5EF4-FFF2-40B4-BE49-F238E27FC236}">
                        <a16:creationId xmlns:a16="http://schemas.microsoft.com/office/drawing/2014/main" id="{68812F5E-7A92-7B45-BBDE-2068A3A134D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22" y="2405"/>
                    <a:ext cx="272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350" kern="0" dirty="0">
                        <a:solidFill>
                          <a:srgbClr val="000000"/>
                        </a:solidFill>
                      </a:rPr>
                      <a:t>d</a:t>
                    </a:r>
                    <a:endParaRPr 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</p:grpSp>
          <p:grpSp>
            <p:nvGrpSpPr>
              <p:cNvPr id="285" name="Group 284">
                <a:extLst>
                  <a:ext uri="{FF2B5EF4-FFF2-40B4-BE49-F238E27FC236}">
                    <a16:creationId xmlns:a16="http://schemas.microsoft.com/office/drawing/2014/main" id="{5E3B07EB-D89E-C542-85F0-D68A3698AEC4}"/>
                  </a:ext>
                </a:extLst>
              </p:cNvPr>
              <p:cNvGrpSpPr/>
              <p:nvPr/>
            </p:nvGrpSpPr>
            <p:grpSpPr>
              <a:xfrm>
                <a:off x="6263949" y="5807724"/>
                <a:ext cx="531821" cy="399825"/>
                <a:chOff x="1348328" y="2507406"/>
                <a:chExt cx="603916" cy="454026"/>
              </a:xfrm>
            </p:grpSpPr>
            <p:grpSp>
              <p:nvGrpSpPr>
                <p:cNvPr id="296" name="Group 295">
                  <a:extLst>
                    <a:ext uri="{FF2B5EF4-FFF2-40B4-BE49-F238E27FC236}">
                      <a16:creationId xmlns:a16="http://schemas.microsoft.com/office/drawing/2014/main" id="{CE2D511A-9878-0E42-B4E3-97548A8A67A3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00" name="Oval 5">
                    <a:extLst>
                      <a:ext uri="{FF2B5EF4-FFF2-40B4-BE49-F238E27FC236}">
                        <a16:creationId xmlns:a16="http://schemas.microsoft.com/office/drawing/2014/main" id="{C66E96DA-F1B1-9A41-8B0D-2F21B3B7AC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1" name="Line 6">
                    <a:extLst>
                      <a:ext uri="{FF2B5EF4-FFF2-40B4-BE49-F238E27FC236}">
                        <a16:creationId xmlns:a16="http://schemas.microsoft.com/office/drawing/2014/main" id="{A2387D1F-7EF0-9443-8128-6FF284EC9AF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2" name="Line 7">
                    <a:extLst>
                      <a:ext uri="{FF2B5EF4-FFF2-40B4-BE49-F238E27FC236}">
                        <a16:creationId xmlns:a16="http://schemas.microsoft.com/office/drawing/2014/main" id="{4B183F70-EB28-A94F-BF31-54B939F6B75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3" name="Rectangle 8">
                    <a:extLst>
                      <a:ext uri="{FF2B5EF4-FFF2-40B4-BE49-F238E27FC236}">
                        <a16:creationId xmlns:a16="http://schemas.microsoft.com/office/drawing/2014/main" id="{84BE29FD-A805-D348-99C3-8D3C650618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5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04" name="Oval 9">
                    <a:extLst>
                      <a:ext uri="{FF2B5EF4-FFF2-40B4-BE49-F238E27FC236}">
                        <a16:creationId xmlns:a16="http://schemas.microsoft.com/office/drawing/2014/main" id="{BF5D685A-16D6-5B40-9EEF-970D3CDCE3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297" name="Group 44">
                  <a:extLst>
                    <a:ext uri="{FF2B5EF4-FFF2-40B4-BE49-F238E27FC236}">
                      <a16:creationId xmlns:a16="http://schemas.microsoft.com/office/drawing/2014/main" id="{058B095B-B9C0-F84A-B78C-FE9DCA729C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21952" y="2507406"/>
                  <a:ext cx="425572" cy="454026"/>
                  <a:chOff x="2922" y="2425"/>
                  <a:chExt cx="272" cy="286"/>
                </a:xfrm>
              </p:grpSpPr>
              <p:sp>
                <p:nvSpPr>
                  <p:cNvPr id="298" name="Rectangle 45">
                    <a:extLst>
                      <a:ext uri="{FF2B5EF4-FFF2-40B4-BE49-F238E27FC236}">
                        <a16:creationId xmlns:a16="http://schemas.microsoft.com/office/drawing/2014/main" id="{7FBA9119-2A14-E84A-A39B-55E9D6AE93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9" name="Text Box 46">
                    <a:extLst>
                      <a:ext uri="{FF2B5EF4-FFF2-40B4-BE49-F238E27FC236}">
                        <a16:creationId xmlns:a16="http://schemas.microsoft.com/office/drawing/2014/main" id="{2944FA12-D5D2-E241-A9FC-D4A85A350D0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22" y="2425"/>
                    <a:ext cx="272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350" kern="0" dirty="0">
                        <a:solidFill>
                          <a:srgbClr val="000000"/>
                        </a:solidFill>
                      </a:rPr>
                      <a:t>e</a:t>
                    </a:r>
                    <a:endParaRPr 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</p:grpSp>
          <p:grpSp>
            <p:nvGrpSpPr>
              <p:cNvPr id="286" name="Group 285">
                <a:extLst>
                  <a:ext uri="{FF2B5EF4-FFF2-40B4-BE49-F238E27FC236}">
                    <a16:creationId xmlns:a16="http://schemas.microsoft.com/office/drawing/2014/main" id="{B9D4EE61-1CC1-6D4C-822D-300C73469B48}"/>
                  </a:ext>
                </a:extLst>
              </p:cNvPr>
              <p:cNvGrpSpPr/>
              <p:nvPr/>
            </p:nvGrpSpPr>
            <p:grpSpPr>
              <a:xfrm>
                <a:off x="8197315" y="5805275"/>
                <a:ext cx="531821" cy="399825"/>
                <a:chOff x="1348328" y="2507406"/>
                <a:chExt cx="603916" cy="454026"/>
              </a:xfrm>
            </p:grpSpPr>
            <p:grpSp>
              <p:nvGrpSpPr>
                <p:cNvPr id="287" name="Group 286">
                  <a:extLst>
                    <a:ext uri="{FF2B5EF4-FFF2-40B4-BE49-F238E27FC236}">
                      <a16:creationId xmlns:a16="http://schemas.microsoft.com/office/drawing/2014/main" id="{75D4F492-E56A-6541-9F9D-1D85B09999F3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291" name="Oval 5">
                    <a:extLst>
                      <a:ext uri="{FF2B5EF4-FFF2-40B4-BE49-F238E27FC236}">
                        <a16:creationId xmlns:a16="http://schemas.microsoft.com/office/drawing/2014/main" id="{190A087A-A659-3E4D-B4FE-1EA13D56BE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2" name="Line 6">
                    <a:extLst>
                      <a:ext uri="{FF2B5EF4-FFF2-40B4-BE49-F238E27FC236}">
                        <a16:creationId xmlns:a16="http://schemas.microsoft.com/office/drawing/2014/main" id="{E7E9FE4A-5449-D244-A5A8-DEB5E1D849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3" name="Line 7">
                    <a:extLst>
                      <a:ext uri="{FF2B5EF4-FFF2-40B4-BE49-F238E27FC236}">
                        <a16:creationId xmlns:a16="http://schemas.microsoft.com/office/drawing/2014/main" id="{8C243F83-93B5-2C49-9D61-2E8E8652A48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4" name="Rectangle 8">
                    <a:extLst>
                      <a:ext uri="{FF2B5EF4-FFF2-40B4-BE49-F238E27FC236}">
                        <a16:creationId xmlns:a16="http://schemas.microsoft.com/office/drawing/2014/main" id="{B0B61A2E-99AA-324F-8224-CB0B3B4404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5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5" name="Oval 9">
                    <a:extLst>
                      <a:ext uri="{FF2B5EF4-FFF2-40B4-BE49-F238E27FC236}">
                        <a16:creationId xmlns:a16="http://schemas.microsoft.com/office/drawing/2014/main" id="{2F485C77-8179-0B4E-B93A-E5C91296B44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288" name="Group 44">
                  <a:extLst>
                    <a:ext uri="{FF2B5EF4-FFF2-40B4-BE49-F238E27FC236}">
                      <a16:creationId xmlns:a16="http://schemas.microsoft.com/office/drawing/2014/main" id="{0826EA6F-730D-8C47-8DDA-2C65DD6716B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57954" y="2507406"/>
                  <a:ext cx="352037" cy="454026"/>
                  <a:chOff x="2945" y="2425"/>
                  <a:chExt cx="225" cy="286"/>
                </a:xfrm>
              </p:grpSpPr>
              <p:sp>
                <p:nvSpPr>
                  <p:cNvPr id="289" name="Rectangle 45">
                    <a:extLst>
                      <a:ext uri="{FF2B5EF4-FFF2-40B4-BE49-F238E27FC236}">
                        <a16:creationId xmlns:a16="http://schemas.microsoft.com/office/drawing/2014/main" id="{C3E85E15-4F40-FF40-89C4-0E851470FA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290" name="Text Box 46">
                    <a:extLst>
                      <a:ext uri="{FF2B5EF4-FFF2-40B4-BE49-F238E27FC236}">
                        <a16:creationId xmlns:a16="http://schemas.microsoft.com/office/drawing/2014/main" id="{1905E332-CD71-E748-AE06-2A274A0D7B1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45" y="2425"/>
                    <a:ext cx="225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350" kern="0" dirty="0">
                        <a:solidFill>
                          <a:srgbClr val="000000"/>
                        </a:solidFill>
                      </a:rPr>
                      <a:t>f</a:t>
                    </a:r>
                    <a:endParaRPr 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917871C2-1731-FE43-944D-6364CCE85DA9}"/>
                </a:ext>
              </a:extLst>
            </p:cNvPr>
            <p:cNvGrpSpPr/>
            <p:nvPr/>
          </p:nvGrpSpPr>
          <p:grpSpPr>
            <a:xfrm>
              <a:off x="6944905" y="1814633"/>
              <a:ext cx="4395351" cy="435326"/>
              <a:chOff x="4333785" y="5772223"/>
              <a:chExt cx="4395351" cy="435326"/>
            </a:xfrm>
          </p:grpSpPr>
          <p:grpSp>
            <p:nvGrpSpPr>
              <p:cNvPr id="315" name="Group 314">
                <a:extLst>
                  <a:ext uri="{FF2B5EF4-FFF2-40B4-BE49-F238E27FC236}">
                    <a16:creationId xmlns:a16="http://schemas.microsoft.com/office/drawing/2014/main" id="{68E7B419-D4D3-3A4B-86E1-D40C76B2BB2C}"/>
                  </a:ext>
                </a:extLst>
              </p:cNvPr>
              <p:cNvGrpSpPr/>
              <p:nvPr/>
            </p:nvGrpSpPr>
            <p:grpSpPr>
              <a:xfrm>
                <a:off x="4333785" y="5772223"/>
                <a:ext cx="531821" cy="399826"/>
                <a:chOff x="1348328" y="2475656"/>
                <a:chExt cx="603916" cy="454026"/>
              </a:xfrm>
            </p:grpSpPr>
            <p:grpSp>
              <p:nvGrpSpPr>
                <p:cNvPr id="336" name="Group 335">
                  <a:extLst>
                    <a:ext uri="{FF2B5EF4-FFF2-40B4-BE49-F238E27FC236}">
                      <a16:creationId xmlns:a16="http://schemas.microsoft.com/office/drawing/2014/main" id="{93705575-DDBD-3D44-B843-C77E28CEAAD2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40" name="Oval 5">
                    <a:extLst>
                      <a:ext uri="{FF2B5EF4-FFF2-40B4-BE49-F238E27FC236}">
                        <a16:creationId xmlns:a16="http://schemas.microsoft.com/office/drawing/2014/main" id="{AF888CEF-6837-CD45-809F-91550C92C8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41" name="Line 6">
                    <a:extLst>
                      <a:ext uri="{FF2B5EF4-FFF2-40B4-BE49-F238E27FC236}">
                        <a16:creationId xmlns:a16="http://schemas.microsoft.com/office/drawing/2014/main" id="{4535759C-A65E-D84B-9508-03E1DC0B824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42" name="Line 7">
                    <a:extLst>
                      <a:ext uri="{FF2B5EF4-FFF2-40B4-BE49-F238E27FC236}">
                        <a16:creationId xmlns:a16="http://schemas.microsoft.com/office/drawing/2014/main" id="{FFA7BAB7-E53C-EC41-ACE7-66FCD862969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43" name="Rectangle 8">
                    <a:extLst>
                      <a:ext uri="{FF2B5EF4-FFF2-40B4-BE49-F238E27FC236}">
                        <a16:creationId xmlns:a16="http://schemas.microsoft.com/office/drawing/2014/main" id="{69E05203-3EC0-6447-8988-D4F7C2150FA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5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44" name="Oval 9">
                    <a:extLst>
                      <a:ext uri="{FF2B5EF4-FFF2-40B4-BE49-F238E27FC236}">
                        <a16:creationId xmlns:a16="http://schemas.microsoft.com/office/drawing/2014/main" id="{D9043B05-A159-7D41-90D4-718D621EA02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337" name="Group 44">
                  <a:extLst>
                    <a:ext uri="{FF2B5EF4-FFF2-40B4-BE49-F238E27FC236}">
                      <a16:creationId xmlns:a16="http://schemas.microsoft.com/office/drawing/2014/main" id="{230264F8-C92F-C344-8341-A92C3D105F2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21952" y="2475656"/>
                  <a:ext cx="425572" cy="454026"/>
                  <a:chOff x="2922" y="2405"/>
                  <a:chExt cx="272" cy="286"/>
                </a:xfrm>
              </p:grpSpPr>
              <p:sp>
                <p:nvSpPr>
                  <p:cNvPr id="338" name="Rectangle 45">
                    <a:extLst>
                      <a:ext uri="{FF2B5EF4-FFF2-40B4-BE49-F238E27FC236}">
                        <a16:creationId xmlns:a16="http://schemas.microsoft.com/office/drawing/2014/main" id="{F2B81453-DE5E-984D-B97A-6884B0BDD3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9" name="Text Box 46">
                    <a:extLst>
                      <a:ext uri="{FF2B5EF4-FFF2-40B4-BE49-F238E27FC236}">
                        <a16:creationId xmlns:a16="http://schemas.microsoft.com/office/drawing/2014/main" id="{35E945F9-D699-744B-ACB7-587B2AA668D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22" y="2405"/>
                    <a:ext cx="272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350" kern="0" dirty="0">
                        <a:solidFill>
                          <a:srgbClr val="000000"/>
                        </a:solidFill>
                      </a:rPr>
                      <a:t>a</a:t>
                    </a:r>
                    <a:endParaRPr 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</p:grpSp>
          <p:grpSp>
            <p:nvGrpSpPr>
              <p:cNvPr id="316" name="Group 315">
                <a:extLst>
                  <a:ext uri="{FF2B5EF4-FFF2-40B4-BE49-F238E27FC236}">
                    <a16:creationId xmlns:a16="http://schemas.microsoft.com/office/drawing/2014/main" id="{1CE7BA36-0E22-4F41-B503-121F0E8FF751}"/>
                  </a:ext>
                </a:extLst>
              </p:cNvPr>
              <p:cNvGrpSpPr/>
              <p:nvPr/>
            </p:nvGrpSpPr>
            <p:grpSpPr>
              <a:xfrm>
                <a:off x="6263949" y="5807724"/>
                <a:ext cx="531821" cy="399825"/>
                <a:chOff x="1348328" y="2507406"/>
                <a:chExt cx="603916" cy="454026"/>
              </a:xfrm>
            </p:grpSpPr>
            <p:grpSp>
              <p:nvGrpSpPr>
                <p:cNvPr id="327" name="Group 326">
                  <a:extLst>
                    <a:ext uri="{FF2B5EF4-FFF2-40B4-BE49-F238E27FC236}">
                      <a16:creationId xmlns:a16="http://schemas.microsoft.com/office/drawing/2014/main" id="{ABA31A37-F3CD-1746-9C86-0557D36C5404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31" name="Oval 5">
                    <a:extLst>
                      <a:ext uri="{FF2B5EF4-FFF2-40B4-BE49-F238E27FC236}">
                        <a16:creationId xmlns:a16="http://schemas.microsoft.com/office/drawing/2014/main" id="{39C9919B-E459-6946-BAB3-A266303D27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2" name="Line 6">
                    <a:extLst>
                      <a:ext uri="{FF2B5EF4-FFF2-40B4-BE49-F238E27FC236}">
                        <a16:creationId xmlns:a16="http://schemas.microsoft.com/office/drawing/2014/main" id="{61A62C09-3017-A541-9429-460C1A7F6B5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3" name="Line 7">
                    <a:extLst>
                      <a:ext uri="{FF2B5EF4-FFF2-40B4-BE49-F238E27FC236}">
                        <a16:creationId xmlns:a16="http://schemas.microsoft.com/office/drawing/2014/main" id="{86063EB7-D2C3-3447-B2FD-57FC1E74D32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4" name="Rectangle 8">
                    <a:extLst>
                      <a:ext uri="{FF2B5EF4-FFF2-40B4-BE49-F238E27FC236}">
                        <a16:creationId xmlns:a16="http://schemas.microsoft.com/office/drawing/2014/main" id="{BD5BCC42-3550-DF4A-BB55-F643AEBFD9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5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5" name="Oval 9">
                    <a:extLst>
                      <a:ext uri="{FF2B5EF4-FFF2-40B4-BE49-F238E27FC236}">
                        <a16:creationId xmlns:a16="http://schemas.microsoft.com/office/drawing/2014/main" id="{74611398-E647-494F-A7BD-186BB5CB54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328" name="Group 44">
                  <a:extLst>
                    <a:ext uri="{FF2B5EF4-FFF2-40B4-BE49-F238E27FC236}">
                      <a16:creationId xmlns:a16="http://schemas.microsoft.com/office/drawing/2014/main" id="{B57BC638-F090-114B-B8BF-7E2F4A6CC8F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21952" y="2507406"/>
                  <a:ext cx="425572" cy="454026"/>
                  <a:chOff x="2922" y="2425"/>
                  <a:chExt cx="272" cy="286"/>
                </a:xfrm>
              </p:grpSpPr>
              <p:sp>
                <p:nvSpPr>
                  <p:cNvPr id="329" name="Rectangle 45">
                    <a:extLst>
                      <a:ext uri="{FF2B5EF4-FFF2-40B4-BE49-F238E27FC236}">
                        <a16:creationId xmlns:a16="http://schemas.microsoft.com/office/drawing/2014/main" id="{0F91A427-A1B7-A54C-8320-A92F425DFC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30" name="Text Box 46">
                    <a:extLst>
                      <a:ext uri="{FF2B5EF4-FFF2-40B4-BE49-F238E27FC236}">
                        <a16:creationId xmlns:a16="http://schemas.microsoft.com/office/drawing/2014/main" id="{E600E15A-04DE-4F44-AD3B-D284039393A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22" y="2425"/>
                    <a:ext cx="272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350" kern="0" dirty="0">
                        <a:solidFill>
                          <a:srgbClr val="000000"/>
                        </a:solidFill>
                      </a:rPr>
                      <a:t>b</a:t>
                    </a:r>
                    <a:endParaRPr 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</p:grpSp>
          <p:grpSp>
            <p:nvGrpSpPr>
              <p:cNvPr id="317" name="Group 316">
                <a:extLst>
                  <a:ext uri="{FF2B5EF4-FFF2-40B4-BE49-F238E27FC236}">
                    <a16:creationId xmlns:a16="http://schemas.microsoft.com/office/drawing/2014/main" id="{2EB87748-B820-0349-A8AC-FE8BBD55B257}"/>
                  </a:ext>
                </a:extLst>
              </p:cNvPr>
              <p:cNvGrpSpPr/>
              <p:nvPr/>
            </p:nvGrpSpPr>
            <p:grpSpPr>
              <a:xfrm>
                <a:off x="8197315" y="5805275"/>
                <a:ext cx="531821" cy="399825"/>
                <a:chOff x="1348328" y="2507406"/>
                <a:chExt cx="603916" cy="454026"/>
              </a:xfrm>
            </p:grpSpPr>
            <p:grpSp>
              <p:nvGrpSpPr>
                <p:cNvPr id="318" name="Group 317">
                  <a:extLst>
                    <a:ext uri="{FF2B5EF4-FFF2-40B4-BE49-F238E27FC236}">
                      <a16:creationId xmlns:a16="http://schemas.microsoft.com/office/drawing/2014/main" id="{EB6E4C7D-CDAA-7F47-A797-1E5FB2A80494}"/>
                    </a:ext>
                  </a:extLst>
                </p:cNvPr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322" name="Oval 5">
                    <a:extLst>
                      <a:ext uri="{FF2B5EF4-FFF2-40B4-BE49-F238E27FC236}">
                        <a16:creationId xmlns:a16="http://schemas.microsoft.com/office/drawing/2014/main" id="{F9943B67-FB21-3647-869F-669BE6A721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3" name="Line 6">
                    <a:extLst>
                      <a:ext uri="{FF2B5EF4-FFF2-40B4-BE49-F238E27FC236}">
                        <a16:creationId xmlns:a16="http://schemas.microsoft.com/office/drawing/2014/main" id="{57CCD935-17C4-B04B-B482-9A946E848EC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283332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4" name="Line 7">
                    <a:extLst>
                      <a:ext uri="{FF2B5EF4-FFF2-40B4-BE49-F238E27FC236}">
                        <a16:creationId xmlns:a16="http://schemas.microsoft.com/office/drawing/2014/main" id="{2FE8EAFF-CC53-364C-974F-2F913B960D6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5780220" y="3077148"/>
                    <a:ext cx="0" cy="79375"/>
                  </a:xfrm>
                  <a:prstGeom prst="line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5" name="Rectangle 8">
                    <a:extLst>
                      <a:ext uri="{FF2B5EF4-FFF2-40B4-BE49-F238E27FC236}">
                        <a16:creationId xmlns:a16="http://schemas.microsoft.com/office/drawing/2014/main" id="{B25B691E-9E1D-1E4F-9419-9156013814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5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6" name="Oval 9">
                    <a:extLst>
                      <a:ext uri="{FF2B5EF4-FFF2-40B4-BE49-F238E27FC236}">
                        <a16:creationId xmlns:a16="http://schemas.microsoft.com/office/drawing/2014/main" id="{9CB3B73F-9E39-EC4E-83F7-FBE1069740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</p:grpSp>
            <p:grpSp>
              <p:nvGrpSpPr>
                <p:cNvPr id="319" name="Group 44">
                  <a:extLst>
                    <a:ext uri="{FF2B5EF4-FFF2-40B4-BE49-F238E27FC236}">
                      <a16:creationId xmlns:a16="http://schemas.microsoft.com/office/drawing/2014/main" id="{0F42679C-ED56-BC45-8C82-597609DBD4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29773" y="2507406"/>
                  <a:ext cx="409926" cy="454026"/>
                  <a:chOff x="2927" y="2425"/>
                  <a:chExt cx="262" cy="286"/>
                </a:xfrm>
              </p:grpSpPr>
              <p:sp>
                <p:nvSpPr>
                  <p:cNvPr id="320" name="Rectangle 45">
                    <a:extLst>
                      <a:ext uri="{FF2B5EF4-FFF2-40B4-BE49-F238E27FC236}">
                        <a16:creationId xmlns:a16="http://schemas.microsoft.com/office/drawing/2014/main" id="{CF557465-1C6C-1245-9762-D6D2D9F891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en-US" sz="1200" kern="0" dirty="0">
                      <a:solidFill>
                        <a:srgbClr val="000000"/>
                      </a:solidFill>
                      <a:latin typeface="Arial" charset="0"/>
                      <a:ea typeface="ＭＳ Ｐゴシック" charset="0"/>
                    </a:endParaRPr>
                  </a:p>
                </p:txBody>
              </p:sp>
              <p:sp>
                <p:nvSpPr>
                  <p:cNvPr id="321" name="Text Box 46">
                    <a:extLst>
                      <a:ext uri="{FF2B5EF4-FFF2-40B4-BE49-F238E27FC236}">
                        <a16:creationId xmlns:a16="http://schemas.microsoft.com/office/drawing/2014/main" id="{CEEF1658-9381-E84D-81A0-1A501484FB8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27" y="2425"/>
                    <a:ext cx="262" cy="28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  <a:cs typeface="ＭＳ Ｐゴシック" charset="0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  <a:ea typeface="ＭＳ Ｐゴシック" charset="0"/>
                      </a:defRPr>
                    </a:lvl9pPr>
                  </a:lstStyle>
                  <a:p>
                    <a:pPr algn="ctr" defTabSz="685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r>
                      <a:rPr lang="en-US" sz="1350" kern="0" dirty="0">
                        <a:solidFill>
                          <a:srgbClr val="000000"/>
                        </a:solidFill>
                      </a:rPr>
                      <a:t>c</a:t>
                    </a:r>
                    <a:endParaRPr lang="en-US" sz="1500" kern="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</p:grpSp>
        </p:grpSp>
        <p:sp>
          <p:nvSpPr>
            <p:cNvPr id="346" name="Right Arrow 345">
              <a:extLst>
                <a:ext uri="{FF2B5EF4-FFF2-40B4-BE49-F238E27FC236}">
                  <a16:creationId xmlns:a16="http://schemas.microsoft.com/office/drawing/2014/main" id="{042BFE25-0F60-794A-B634-E33D42BAAD21}"/>
                </a:ext>
              </a:extLst>
            </p:cNvPr>
            <p:cNvSpPr/>
            <p:nvPr/>
          </p:nvSpPr>
          <p:spPr>
            <a:xfrm rot="10800000">
              <a:off x="8271137" y="5751593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47" name="Right Arrow 346">
              <a:extLst>
                <a:ext uri="{FF2B5EF4-FFF2-40B4-BE49-F238E27FC236}">
                  <a16:creationId xmlns:a16="http://schemas.microsoft.com/office/drawing/2014/main" id="{E9AE3BA5-DCA8-5D4F-A6D6-75EF46834F58}"/>
                </a:ext>
              </a:extLst>
            </p:cNvPr>
            <p:cNvSpPr/>
            <p:nvPr/>
          </p:nvSpPr>
          <p:spPr>
            <a:xfrm>
              <a:off x="7508446" y="5756510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48" name="Right Arrow 347">
              <a:extLst>
                <a:ext uri="{FF2B5EF4-FFF2-40B4-BE49-F238E27FC236}">
                  <a16:creationId xmlns:a16="http://schemas.microsoft.com/office/drawing/2014/main" id="{80E704B5-3D0B-2A41-AF24-0F438DFF3159}"/>
                </a:ext>
              </a:extLst>
            </p:cNvPr>
            <p:cNvSpPr/>
            <p:nvPr/>
          </p:nvSpPr>
          <p:spPr>
            <a:xfrm rot="10800000">
              <a:off x="8263118" y="3813171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49" name="Right Arrow 348">
              <a:extLst>
                <a:ext uri="{FF2B5EF4-FFF2-40B4-BE49-F238E27FC236}">
                  <a16:creationId xmlns:a16="http://schemas.microsoft.com/office/drawing/2014/main" id="{D96C2F6A-C449-3E42-9B4A-5B9F8178C165}"/>
                </a:ext>
              </a:extLst>
            </p:cNvPr>
            <p:cNvSpPr/>
            <p:nvPr/>
          </p:nvSpPr>
          <p:spPr>
            <a:xfrm>
              <a:off x="7516468" y="3818088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50" name="Right Arrow 349">
              <a:extLst>
                <a:ext uri="{FF2B5EF4-FFF2-40B4-BE49-F238E27FC236}">
                  <a16:creationId xmlns:a16="http://schemas.microsoft.com/office/drawing/2014/main" id="{39F8950B-5EB1-4B4E-A0EF-73943A219C7C}"/>
                </a:ext>
              </a:extLst>
            </p:cNvPr>
            <p:cNvSpPr/>
            <p:nvPr/>
          </p:nvSpPr>
          <p:spPr>
            <a:xfrm rot="10800000">
              <a:off x="8271140" y="1874749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51" name="Right Arrow 350">
              <a:extLst>
                <a:ext uri="{FF2B5EF4-FFF2-40B4-BE49-F238E27FC236}">
                  <a16:creationId xmlns:a16="http://schemas.microsoft.com/office/drawing/2014/main" id="{DF406DB6-2900-7C44-9860-A0ADA23E2211}"/>
                </a:ext>
              </a:extLst>
            </p:cNvPr>
            <p:cNvSpPr/>
            <p:nvPr/>
          </p:nvSpPr>
          <p:spPr>
            <a:xfrm>
              <a:off x="7535184" y="1895707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52" name="Right Arrow 351">
              <a:extLst>
                <a:ext uri="{FF2B5EF4-FFF2-40B4-BE49-F238E27FC236}">
                  <a16:creationId xmlns:a16="http://schemas.microsoft.com/office/drawing/2014/main" id="{EE34E15B-D663-B047-93CF-9B1CD724C0A5}"/>
                </a:ext>
              </a:extLst>
            </p:cNvPr>
            <p:cNvSpPr/>
            <p:nvPr/>
          </p:nvSpPr>
          <p:spPr>
            <a:xfrm rot="10800000">
              <a:off x="10193519" y="1877422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53" name="Right Arrow 352">
              <a:extLst>
                <a:ext uri="{FF2B5EF4-FFF2-40B4-BE49-F238E27FC236}">
                  <a16:creationId xmlns:a16="http://schemas.microsoft.com/office/drawing/2014/main" id="{C5E35028-9133-1F45-82D3-DD70357904CF}"/>
                </a:ext>
              </a:extLst>
            </p:cNvPr>
            <p:cNvSpPr/>
            <p:nvPr/>
          </p:nvSpPr>
          <p:spPr>
            <a:xfrm>
              <a:off x="9430828" y="1882339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54" name="Right Arrow 353">
              <a:extLst>
                <a:ext uri="{FF2B5EF4-FFF2-40B4-BE49-F238E27FC236}">
                  <a16:creationId xmlns:a16="http://schemas.microsoft.com/office/drawing/2014/main" id="{F9910D40-9F0B-7C47-BDEC-508FFA6BCFDB}"/>
                </a:ext>
              </a:extLst>
            </p:cNvPr>
            <p:cNvSpPr/>
            <p:nvPr/>
          </p:nvSpPr>
          <p:spPr>
            <a:xfrm rot="10800000">
              <a:off x="10206889" y="3815843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355" name="Right Arrow 354">
              <a:extLst>
                <a:ext uri="{FF2B5EF4-FFF2-40B4-BE49-F238E27FC236}">
                  <a16:creationId xmlns:a16="http://schemas.microsoft.com/office/drawing/2014/main" id="{EBB9FB89-D51A-8145-8D43-15C959806E3C}"/>
                </a:ext>
              </a:extLst>
            </p:cNvPr>
            <p:cNvSpPr/>
            <p:nvPr/>
          </p:nvSpPr>
          <p:spPr>
            <a:xfrm>
              <a:off x="9444198" y="3820760"/>
              <a:ext cx="575190" cy="152414"/>
            </a:xfrm>
            <a:prstGeom prst="rightArrow">
              <a:avLst/>
            </a:pr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A68ED79-45E9-CC44-B576-3A4920C60B8F}"/>
              </a:ext>
            </a:extLst>
          </p:cNvPr>
          <p:cNvGrpSpPr/>
          <p:nvPr/>
        </p:nvGrpSpPr>
        <p:grpSpPr>
          <a:xfrm>
            <a:off x="493395" y="2657350"/>
            <a:ext cx="4300115" cy="757130"/>
            <a:chOff x="657860" y="2475288"/>
            <a:chExt cx="5733486" cy="1009507"/>
          </a:xfrm>
        </p:grpSpPr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2013F4FC-3576-324F-8772-2A46D8919E19}"/>
                </a:ext>
              </a:extLst>
            </p:cNvPr>
            <p:cNvSpPr txBox="1"/>
            <p:nvPr/>
          </p:nvSpPr>
          <p:spPr>
            <a:xfrm flipH="1">
              <a:off x="1644363" y="2475288"/>
              <a:ext cx="4746983" cy="10095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lnSpc>
                  <a:spcPct val="90000"/>
                </a:lnSpc>
                <a:buClr>
                  <a:srgbClr val="0000A8"/>
                </a:buClr>
              </a:pPr>
              <a:r>
                <a:rPr lang="en-US" sz="1500" dirty="0">
                  <a:solidFill>
                    <a:prstClr val="black"/>
                  </a:solidFill>
                  <a:latin typeface="Calibri" panose="020F0502020204030204"/>
                </a:rPr>
                <a:t>c’s state at t=0 has propagated to b, and may influence distance vector computations up to </a:t>
              </a:r>
              <a:r>
                <a:rPr lang="en-US" b="1" dirty="0">
                  <a:solidFill>
                    <a:srgbClr val="0000A8"/>
                  </a:solidFill>
                  <a:latin typeface="Calibri" panose="020F0502020204030204"/>
                </a:rPr>
                <a:t>1 </a:t>
              </a:r>
              <a:r>
                <a:rPr lang="en-US" sz="1500" dirty="0">
                  <a:solidFill>
                    <a:prstClr val="black"/>
                  </a:solidFill>
                  <a:latin typeface="Calibri" panose="020F0502020204030204"/>
                </a:rPr>
                <a:t>hop away, i.e., at b</a:t>
              </a:r>
            </a:p>
          </p:txBody>
        </p: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9C85FCEB-E7DC-7842-AEE6-1D9E48843ECA}"/>
                </a:ext>
              </a:extLst>
            </p:cNvPr>
            <p:cNvGrpSpPr/>
            <p:nvPr/>
          </p:nvGrpSpPr>
          <p:grpSpPr>
            <a:xfrm>
              <a:off x="657860" y="2750299"/>
              <a:ext cx="980332" cy="400828"/>
              <a:chOff x="1097284" y="2174236"/>
              <a:chExt cx="980332" cy="400828"/>
            </a:xfrm>
          </p:grpSpPr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6407F663-7874-8D41-BE55-CD70E43CAAE6}"/>
                  </a:ext>
                </a:extLst>
              </p:cNvPr>
              <p:cNvSpPr txBox="1"/>
              <p:nvPr/>
            </p:nvSpPr>
            <p:spPr>
              <a:xfrm>
                <a:off x="1521480" y="2174955"/>
                <a:ext cx="556136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prstClr val="black"/>
                    </a:solidFill>
                    <a:latin typeface="Calibri" panose="020F0502020204030204"/>
                  </a:rPr>
                  <a:t>t=1</a:t>
                </a:r>
              </a:p>
            </p:txBody>
          </p:sp>
          <p:grpSp>
            <p:nvGrpSpPr>
              <p:cNvPr id="175" name="Group 174">
                <a:extLst>
                  <a:ext uri="{FF2B5EF4-FFF2-40B4-BE49-F238E27FC236}">
                    <a16:creationId xmlns:a16="http://schemas.microsoft.com/office/drawing/2014/main" id="{D10C9CF1-B1DD-6F42-885B-B1224B171A90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176" name="Oval 175">
                  <a:extLst>
                    <a:ext uri="{FF2B5EF4-FFF2-40B4-BE49-F238E27FC236}">
                      <a16:creationId xmlns:a16="http://schemas.microsoft.com/office/drawing/2014/main" id="{A14F8EC7-4938-634D-88A6-27EC87A14463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33F3DD7F-306B-3D46-AE49-582B347DD801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6D6D1258-DA12-4840-A676-33406E4563DA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48DD9DF8-7B49-5040-BED5-AC02018D2E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2CA38E79-6C1B-9549-8167-C9C781F3B2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C86B83C6-0038-A94D-834B-A003898211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3D78F8B0-C316-0041-915B-FB25693F99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>
                  <a:extLst>
                    <a:ext uri="{FF2B5EF4-FFF2-40B4-BE49-F238E27FC236}">
                      <a16:creationId xmlns:a16="http://schemas.microsoft.com/office/drawing/2014/main" id="{D6E42BA2-10AD-E946-BA77-EF83F80D67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>
                  <a:extLst>
                    <a:ext uri="{FF2B5EF4-FFF2-40B4-BE49-F238E27FC236}">
                      <a16:creationId xmlns:a16="http://schemas.microsoft.com/office/drawing/2014/main" id="{88433B2E-3D4E-FD4C-AD3F-71D749E269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>
                  <a:extLst>
                    <a:ext uri="{FF2B5EF4-FFF2-40B4-BE49-F238E27FC236}">
                      <a16:creationId xmlns:a16="http://schemas.microsoft.com/office/drawing/2014/main" id="{31CF1464-DE43-084B-B680-06FDD203FF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C0C2A298-F7C7-A147-B7CC-505ED7BED7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>
                  <a:extLst>
                    <a:ext uri="{FF2B5EF4-FFF2-40B4-BE49-F238E27FC236}">
                      <a16:creationId xmlns:a16="http://schemas.microsoft.com/office/drawing/2014/main" id="{080612D4-C694-8D44-8E2C-5B94650146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>
                  <a:extLst>
                    <a:ext uri="{FF2B5EF4-FFF2-40B4-BE49-F238E27FC236}">
                      <a16:creationId xmlns:a16="http://schemas.microsoft.com/office/drawing/2014/main" id="{6B115B08-82E4-8C4F-9D79-C3FF19440F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7" name="Oval 236">
                  <a:extLst>
                    <a:ext uri="{FF2B5EF4-FFF2-40B4-BE49-F238E27FC236}">
                      <a16:creationId xmlns:a16="http://schemas.microsoft.com/office/drawing/2014/main" id="{E122EC6B-9D5B-B74E-A99F-E5FC3F4164C3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238" name="Straight Connector 237">
                  <a:extLst>
                    <a:ext uri="{FF2B5EF4-FFF2-40B4-BE49-F238E27FC236}">
                      <a16:creationId xmlns:a16="http://schemas.microsoft.com/office/drawing/2014/main" id="{EDAD50CB-524A-0542-A559-A2229BF67D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18079" y="2243337"/>
                  <a:ext cx="79786" cy="111123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FB12BE9-3CB5-8E45-8113-CD53343E18C5}"/>
              </a:ext>
            </a:extLst>
          </p:cNvPr>
          <p:cNvGrpSpPr/>
          <p:nvPr/>
        </p:nvGrpSpPr>
        <p:grpSpPr>
          <a:xfrm>
            <a:off x="483394" y="3455729"/>
            <a:ext cx="4380071" cy="757130"/>
            <a:chOff x="644525" y="3539796"/>
            <a:chExt cx="5840095" cy="1009506"/>
          </a:xfrm>
        </p:grpSpPr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A4A7377A-3138-FC43-98BD-729D7EB7E64C}"/>
                </a:ext>
              </a:extLst>
            </p:cNvPr>
            <p:cNvSpPr txBox="1"/>
            <p:nvPr/>
          </p:nvSpPr>
          <p:spPr>
            <a:xfrm flipH="1">
              <a:off x="1638864" y="3539796"/>
              <a:ext cx="4845756" cy="10095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lnSpc>
                  <a:spcPct val="90000"/>
                </a:lnSpc>
                <a:buClr>
                  <a:srgbClr val="0000A8"/>
                </a:buClr>
              </a:pPr>
              <a:r>
                <a:rPr lang="en-US" sz="1500" dirty="0">
                  <a:solidFill>
                    <a:prstClr val="black"/>
                  </a:solidFill>
                  <a:latin typeface="Calibri" panose="020F0502020204030204"/>
                </a:rPr>
                <a:t>c’s state at t=0 may now influence distance vector computations up to </a:t>
              </a:r>
              <a:r>
                <a:rPr lang="en-US" b="1" dirty="0">
                  <a:solidFill>
                    <a:srgbClr val="0000A8"/>
                  </a:solidFill>
                  <a:latin typeface="Calibri" panose="020F0502020204030204"/>
                </a:rPr>
                <a:t>2 </a:t>
              </a:r>
              <a:r>
                <a:rPr lang="en-US" sz="1500" dirty="0">
                  <a:solidFill>
                    <a:prstClr val="black"/>
                  </a:solidFill>
                  <a:latin typeface="Calibri" panose="020F0502020204030204"/>
                </a:rPr>
                <a:t>hops away, i.e., at b and now at a, e as well</a:t>
              </a:r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B931310F-8D34-744B-BD5D-8A0D55B151E8}"/>
                </a:ext>
              </a:extLst>
            </p:cNvPr>
            <p:cNvGrpSpPr/>
            <p:nvPr/>
          </p:nvGrpSpPr>
          <p:grpSpPr>
            <a:xfrm>
              <a:off x="644525" y="3789159"/>
              <a:ext cx="980332" cy="400828"/>
              <a:chOff x="1097284" y="2174236"/>
              <a:chExt cx="980332" cy="400828"/>
            </a:xfrm>
          </p:grpSpPr>
          <p:sp>
            <p:nvSpPr>
              <p:cNvPr id="244" name="TextBox 243">
                <a:extLst>
                  <a:ext uri="{FF2B5EF4-FFF2-40B4-BE49-F238E27FC236}">
                    <a16:creationId xmlns:a16="http://schemas.microsoft.com/office/drawing/2014/main" id="{DBF37831-78F3-2145-BEC9-369382FB29D9}"/>
                  </a:ext>
                </a:extLst>
              </p:cNvPr>
              <p:cNvSpPr txBox="1"/>
              <p:nvPr/>
            </p:nvSpPr>
            <p:spPr>
              <a:xfrm>
                <a:off x="1521480" y="2174955"/>
                <a:ext cx="556136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prstClr val="black"/>
                    </a:solidFill>
                    <a:latin typeface="Calibri" panose="020F0502020204030204"/>
                  </a:rPr>
                  <a:t>t=2</a:t>
                </a:r>
              </a:p>
            </p:txBody>
          </p: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4A612D2D-6486-C04A-B754-CA873108FA46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246" name="Oval 245">
                  <a:extLst>
                    <a:ext uri="{FF2B5EF4-FFF2-40B4-BE49-F238E27FC236}">
                      <a16:creationId xmlns:a16="http://schemas.microsoft.com/office/drawing/2014/main" id="{0F369F45-D988-6D4C-BE05-2D0E19677FB1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251" name="Straight Connector 250">
                  <a:extLst>
                    <a:ext uri="{FF2B5EF4-FFF2-40B4-BE49-F238E27FC236}">
                      <a16:creationId xmlns:a16="http://schemas.microsoft.com/office/drawing/2014/main" id="{23E3A523-360B-B445-8C29-43304BEAB275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Connector 255">
                  <a:extLst>
                    <a:ext uri="{FF2B5EF4-FFF2-40B4-BE49-F238E27FC236}">
                      <a16:creationId xmlns:a16="http://schemas.microsoft.com/office/drawing/2014/main" id="{9B6FDD0F-15D4-0B4C-BA8E-3B601550C3D3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>
                  <a:extLst>
                    <a:ext uri="{FF2B5EF4-FFF2-40B4-BE49-F238E27FC236}">
                      <a16:creationId xmlns:a16="http://schemas.microsoft.com/office/drawing/2014/main" id="{C142B1FE-E468-1A40-8C49-B1EC401AFC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>
                  <a:extLst>
                    <a:ext uri="{FF2B5EF4-FFF2-40B4-BE49-F238E27FC236}">
                      <a16:creationId xmlns:a16="http://schemas.microsoft.com/office/drawing/2014/main" id="{538E6D6E-02A7-E944-9182-7EE53565AD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>
                  <a:extLst>
                    <a:ext uri="{FF2B5EF4-FFF2-40B4-BE49-F238E27FC236}">
                      <a16:creationId xmlns:a16="http://schemas.microsoft.com/office/drawing/2014/main" id="{18C75D3D-2BDE-2746-B977-14408BECB8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>
                  <a:extLst>
                    <a:ext uri="{FF2B5EF4-FFF2-40B4-BE49-F238E27FC236}">
                      <a16:creationId xmlns:a16="http://schemas.microsoft.com/office/drawing/2014/main" id="{07B9B84D-F07B-954A-9C0C-6D624EB4EF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>
                  <a:extLst>
                    <a:ext uri="{FF2B5EF4-FFF2-40B4-BE49-F238E27FC236}">
                      <a16:creationId xmlns:a16="http://schemas.microsoft.com/office/drawing/2014/main" id="{B8826E3E-9CD2-884C-BC7F-2A2ECF5DCB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>
                  <a:extLst>
                    <a:ext uri="{FF2B5EF4-FFF2-40B4-BE49-F238E27FC236}">
                      <a16:creationId xmlns:a16="http://schemas.microsoft.com/office/drawing/2014/main" id="{9143171F-271F-2448-B0E3-075448D34C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>
                  <a:extLst>
                    <a:ext uri="{FF2B5EF4-FFF2-40B4-BE49-F238E27FC236}">
                      <a16:creationId xmlns:a16="http://schemas.microsoft.com/office/drawing/2014/main" id="{48C065DC-DA76-F84C-B99B-A87374A232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>
                  <a:extLst>
                    <a:ext uri="{FF2B5EF4-FFF2-40B4-BE49-F238E27FC236}">
                      <a16:creationId xmlns:a16="http://schemas.microsoft.com/office/drawing/2014/main" id="{2DCEAF1C-3C72-BE47-8DC0-E69467D439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>
                  <a:extLst>
                    <a:ext uri="{FF2B5EF4-FFF2-40B4-BE49-F238E27FC236}">
                      <a16:creationId xmlns:a16="http://schemas.microsoft.com/office/drawing/2014/main" id="{38F29380-FC05-974A-929E-E2A3CBE278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>
                  <a:extLst>
                    <a:ext uri="{FF2B5EF4-FFF2-40B4-BE49-F238E27FC236}">
                      <a16:creationId xmlns:a16="http://schemas.microsoft.com/office/drawing/2014/main" id="{C9AA46C9-A442-4B4D-BC4D-0848FACD8B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7" name="Oval 276">
                  <a:extLst>
                    <a:ext uri="{FF2B5EF4-FFF2-40B4-BE49-F238E27FC236}">
                      <a16:creationId xmlns:a16="http://schemas.microsoft.com/office/drawing/2014/main" id="{6A50A089-AD54-C245-8ADC-E805E6D50FF3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278" name="Straight Connector 277">
                  <a:extLst>
                    <a:ext uri="{FF2B5EF4-FFF2-40B4-BE49-F238E27FC236}">
                      <a16:creationId xmlns:a16="http://schemas.microsoft.com/office/drawing/2014/main" id="{8B3093BD-CFE2-4142-ABCD-C25BF9AD82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10990" y="2293502"/>
                  <a:ext cx="151387" cy="67308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26D2FCC-4519-194E-8CB3-21DB9C01A117}"/>
              </a:ext>
            </a:extLst>
          </p:cNvPr>
          <p:cNvGrpSpPr/>
          <p:nvPr/>
        </p:nvGrpSpPr>
        <p:grpSpPr>
          <a:xfrm>
            <a:off x="493395" y="4329040"/>
            <a:ext cx="4499610" cy="549381"/>
            <a:chOff x="657860" y="4629055"/>
            <a:chExt cx="5999480" cy="732508"/>
          </a:xfrm>
        </p:grpSpPr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9EF13B0-7DD1-E541-89DF-FCD4AD2CD993}"/>
                </a:ext>
              </a:extLst>
            </p:cNvPr>
            <p:cNvSpPr txBox="1"/>
            <p:nvPr/>
          </p:nvSpPr>
          <p:spPr>
            <a:xfrm flipH="1">
              <a:off x="1659184" y="4629055"/>
              <a:ext cx="4998156" cy="7325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lnSpc>
                  <a:spcPct val="90000"/>
                </a:lnSpc>
                <a:buClr>
                  <a:srgbClr val="0000A8"/>
                </a:buClr>
              </a:pPr>
              <a:r>
                <a:rPr lang="en-US" sz="1500" dirty="0">
                  <a:solidFill>
                    <a:prstClr val="black"/>
                  </a:solidFill>
                  <a:latin typeface="Calibri" panose="020F0502020204030204"/>
                </a:rPr>
                <a:t>c’s state at t=0 may influence distance vector computations up to </a:t>
              </a:r>
              <a:r>
                <a:rPr lang="en-US" b="1" dirty="0">
                  <a:solidFill>
                    <a:srgbClr val="0000A8"/>
                  </a:solidFill>
                  <a:latin typeface="Calibri" panose="020F0502020204030204"/>
                </a:rPr>
                <a:t>3</a:t>
              </a:r>
              <a:r>
                <a:rPr lang="en-US" sz="1500" dirty="0">
                  <a:solidFill>
                    <a:prstClr val="black"/>
                  </a:solidFill>
                  <a:latin typeface="Calibri" panose="020F0502020204030204"/>
                </a:rPr>
                <a:t> hops away, i.e., at d, f, h</a:t>
              </a:r>
            </a:p>
          </p:txBody>
        </p:sp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A5A52D85-6CD3-D445-B929-D0E8B8B65C1F}"/>
                </a:ext>
              </a:extLst>
            </p:cNvPr>
            <p:cNvGrpSpPr/>
            <p:nvPr/>
          </p:nvGrpSpPr>
          <p:grpSpPr>
            <a:xfrm>
              <a:off x="657860" y="4761979"/>
              <a:ext cx="980332" cy="400828"/>
              <a:chOff x="1097284" y="2174236"/>
              <a:chExt cx="980332" cy="400828"/>
            </a:xfrm>
          </p:grpSpPr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30B13979-FE63-E24E-B47A-5E098E8B8E4A}"/>
                  </a:ext>
                </a:extLst>
              </p:cNvPr>
              <p:cNvSpPr txBox="1"/>
              <p:nvPr/>
            </p:nvSpPr>
            <p:spPr>
              <a:xfrm>
                <a:off x="1521480" y="2174955"/>
                <a:ext cx="556136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prstClr val="black"/>
                    </a:solidFill>
                    <a:latin typeface="Calibri" panose="020F0502020204030204"/>
                  </a:rPr>
                  <a:t>t=3</a:t>
                </a:r>
              </a:p>
            </p:txBody>
          </p:sp>
          <p:grpSp>
            <p:nvGrpSpPr>
              <p:cNvPr id="345" name="Group 344">
                <a:extLst>
                  <a:ext uri="{FF2B5EF4-FFF2-40B4-BE49-F238E27FC236}">
                    <a16:creationId xmlns:a16="http://schemas.microsoft.com/office/drawing/2014/main" id="{1A403FAE-73B3-214E-A95E-8F3D864408A2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357" name="Oval 356">
                  <a:extLst>
                    <a:ext uri="{FF2B5EF4-FFF2-40B4-BE49-F238E27FC236}">
                      <a16:creationId xmlns:a16="http://schemas.microsoft.com/office/drawing/2014/main" id="{91FF21CF-ACE1-114C-AF40-457630C4AB74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367" name="Straight Connector 366">
                  <a:extLst>
                    <a:ext uri="{FF2B5EF4-FFF2-40B4-BE49-F238E27FC236}">
                      <a16:creationId xmlns:a16="http://schemas.microsoft.com/office/drawing/2014/main" id="{A932C4E8-DAA6-BF49-B8AB-D0AC5B968318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8" name="Straight Connector 367">
                  <a:extLst>
                    <a:ext uri="{FF2B5EF4-FFF2-40B4-BE49-F238E27FC236}">
                      <a16:creationId xmlns:a16="http://schemas.microsoft.com/office/drawing/2014/main" id="{B598560C-BCF0-6540-A930-6E3452DA2F59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Straight Connector 368">
                  <a:extLst>
                    <a:ext uri="{FF2B5EF4-FFF2-40B4-BE49-F238E27FC236}">
                      <a16:creationId xmlns:a16="http://schemas.microsoft.com/office/drawing/2014/main" id="{92F927D8-3807-6B46-BCA2-BEC7225122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Straight Connector 369">
                  <a:extLst>
                    <a:ext uri="{FF2B5EF4-FFF2-40B4-BE49-F238E27FC236}">
                      <a16:creationId xmlns:a16="http://schemas.microsoft.com/office/drawing/2014/main" id="{B2276A01-1036-2D48-BE69-15831400DC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Straight Connector 370">
                  <a:extLst>
                    <a:ext uri="{FF2B5EF4-FFF2-40B4-BE49-F238E27FC236}">
                      <a16:creationId xmlns:a16="http://schemas.microsoft.com/office/drawing/2014/main" id="{F35AD5A3-0A6E-E04C-A282-2F3C997699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2" name="Straight Connector 371">
                  <a:extLst>
                    <a:ext uri="{FF2B5EF4-FFF2-40B4-BE49-F238E27FC236}">
                      <a16:creationId xmlns:a16="http://schemas.microsoft.com/office/drawing/2014/main" id="{1FDF9C7E-FB2A-E74A-857B-82B6CFC722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3" name="Straight Connector 372">
                  <a:extLst>
                    <a:ext uri="{FF2B5EF4-FFF2-40B4-BE49-F238E27FC236}">
                      <a16:creationId xmlns:a16="http://schemas.microsoft.com/office/drawing/2014/main" id="{2C2982F5-1FAC-6E45-99FF-7935E0FFDD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4" name="Straight Connector 373">
                  <a:extLst>
                    <a:ext uri="{FF2B5EF4-FFF2-40B4-BE49-F238E27FC236}">
                      <a16:creationId xmlns:a16="http://schemas.microsoft.com/office/drawing/2014/main" id="{6A7FCB1A-613F-8548-99DC-0A176CB343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Straight Connector 374">
                  <a:extLst>
                    <a:ext uri="{FF2B5EF4-FFF2-40B4-BE49-F238E27FC236}">
                      <a16:creationId xmlns:a16="http://schemas.microsoft.com/office/drawing/2014/main" id="{1A0B9C39-6065-7243-B092-8728059E78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6" name="Straight Connector 375">
                  <a:extLst>
                    <a:ext uri="{FF2B5EF4-FFF2-40B4-BE49-F238E27FC236}">
                      <a16:creationId xmlns:a16="http://schemas.microsoft.com/office/drawing/2014/main" id="{846ED202-1E7B-6B47-A9E2-400A813440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Straight Connector 376">
                  <a:extLst>
                    <a:ext uri="{FF2B5EF4-FFF2-40B4-BE49-F238E27FC236}">
                      <a16:creationId xmlns:a16="http://schemas.microsoft.com/office/drawing/2014/main" id="{FBDED580-4A52-764D-964D-B986221CB9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8" name="Straight Connector 377">
                  <a:extLst>
                    <a:ext uri="{FF2B5EF4-FFF2-40B4-BE49-F238E27FC236}">
                      <a16:creationId xmlns:a16="http://schemas.microsoft.com/office/drawing/2014/main" id="{743C0F0F-0E63-474A-A14F-0DF1A12A16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9" name="Oval 378">
                  <a:extLst>
                    <a:ext uri="{FF2B5EF4-FFF2-40B4-BE49-F238E27FC236}">
                      <a16:creationId xmlns:a16="http://schemas.microsoft.com/office/drawing/2014/main" id="{0D3FBCFB-A3B6-D240-BF0F-F0B30AAFFAD8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380" name="Straight Connector 379">
                  <a:extLst>
                    <a:ext uri="{FF2B5EF4-FFF2-40B4-BE49-F238E27FC236}">
                      <a16:creationId xmlns:a16="http://schemas.microsoft.com/office/drawing/2014/main" id="{5C6CF4CD-B823-7943-9D77-B4AA179926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314533" y="2354460"/>
                  <a:ext cx="154224" cy="0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AC0DA2B-BD26-BB4F-B1E2-9A0BE319047B}"/>
              </a:ext>
            </a:extLst>
          </p:cNvPr>
          <p:cNvGrpSpPr/>
          <p:nvPr/>
        </p:nvGrpSpPr>
        <p:grpSpPr>
          <a:xfrm>
            <a:off x="493395" y="5096997"/>
            <a:ext cx="4438650" cy="549381"/>
            <a:chOff x="657860" y="5627947"/>
            <a:chExt cx="5918200" cy="73250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A8B40C8-D0BF-E549-8280-EE389E285592}"/>
                </a:ext>
              </a:extLst>
            </p:cNvPr>
            <p:cNvSpPr/>
            <p:nvPr/>
          </p:nvSpPr>
          <p:spPr>
            <a:xfrm>
              <a:off x="1638300" y="5627947"/>
              <a:ext cx="4937760" cy="7325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685800">
                <a:lnSpc>
                  <a:spcPct val="90000"/>
                </a:lnSpc>
                <a:buClr>
                  <a:srgbClr val="0000A8"/>
                </a:buClr>
              </a:pPr>
              <a:r>
                <a:rPr lang="en-US" sz="1500" dirty="0">
                  <a:solidFill>
                    <a:prstClr val="black"/>
                  </a:solidFill>
                  <a:latin typeface="Calibri" panose="020F0502020204030204"/>
                </a:rPr>
                <a:t>c’s state at t=0 may influence distance vector computations up to </a:t>
              </a:r>
              <a:r>
                <a:rPr lang="en-US" b="1" dirty="0">
                  <a:solidFill>
                    <a:srgbClr val="0000A8"/>
                  </a:solidFill>
                  <a:latin typeface="Calibri" panose="020F0502020204030204"/>
                </a:rPr>
                <a:t>4</a:t>
              </a:r>
              <a:r>
                <a:rPr lang="en-US" sz="1500" dirty="0">
                  <a:solidFill>
                    <a:prstClr val="black"/>
                  </a:solidFill>
                  <a:latin typeface="Calibri" panose="020F0502020204030204"/>
                </a:rPr>
                <a:t> hops away, i.e., at g, i</a:t>
              </a:r>
            </a:p>
          </p:txBody>
        </p:sp>
        <p:grpSp>
          <p:nvGrpSpPr>
            <p:cNvPr id="381" name="Group 380">
              <a:extLst>
                <a:ext uri="{FF2B5EF4-FFF2-40B4-BE49-F238E27FC236}">
                  <a16:creationId xmlns:a16="http://schemas.microsoft.com/office/drawing/2014/main" id="{BF0491AD-F320-A845-9707-456351BE1D98}"/>
                </a:ext>
              </a:extLst>
            </p:cNvPr>
            <p:cNvGrpSpPr/>
            <p:nvPr/>
          </p:nvGrpSpPr>
          <p:grpSpPr>
            <a:xfrm>
              <a:off x="657860" y="5777979"/>
              <a:ext cx="980332" cy="400828"/>
              <a:chOff x="1097284" y="2174236"/>
              <a:chExt cx="980332" cy="400828"/>
            </a:xfrm>
          </p:grpSpPr>
          <p:sp>
            <p:nvSpPr>
              <p:cNvPr id="382" name="TextBox 381">
                <a:extLst>
                  <a:ext uri="{FF2B5EF4-FFF2-40B4-BE49-F238E27FC236}">
                    <a16:creationId xmlns:a16="http://schemas.microsoft.com/office/drawing/2014/main" id="{9E1FC597-91E5-1541-8074-E2D80420D31D}"/>
                  </a:ext>
                </a:extLst>
              </p:cNvPr>
              <p:cNvSpPr txBox="1"/>
              <p:nvPr/>
            </p:nvSpPr>
            <p:spPr>
              <a:xfrm>
                <a:off x="1521480" y="2174955"/>
                <a:ext cx="556136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685800"/>
                <a:r>
                  <a:rPr lang="en-US" sz="1350" dirty="0">
                    <a:solidFill>
                      <a:prstClr val="black"/>
                    </a:solidFill>
                    <a:latin typeface="Calibri" panose="020F0502020204030204"/>
                  </a:rPr>
                  <a:t>t=4</a:t>
                </a:r>
              </a:p>
            </p:txBody>
          </p:sp>
          <p:grpSp>
            <p:nvGrpSpPr>
              <p:cNvPr id="383" name="Group 382">
                <a:extLst>
                  <a:ext uri="{FF2B5EF4-FFF2-40B4-BE49-F238E27FC236}">
                    <a16:creationId xmlns:a16="http://schemas.microsoft.com/office/drawing/2014/main" id="{EA849807-5604-1C4E-8335-F0F326C10FDF}"/>
                  </a:ext>
                </a:extLst>
              </p:cNvPr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384" name="Oval 383">
                  <a:extLst>
                    <a:ext uri="{FF2B5EF4-FFF2-40B4-BE49-F238E27FC236}">
                      <a16:creationId xmlns:a16="http://schemas.microsoft.com/office/drawing/2014/main" id="{0D87A56E-2A01-5F4C-96CD-BF0360192FB0}"/>
                    </a:ext>
                  </a:extLst>
                </p:cNvPr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w="19050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385" name="Straight Connector 384">
                  <a:extLst>
                    <a:ext uri="{FF2B5EF4-FFF2-40B4-BE49-F238E27FC236}">
                      <a16:creationId xmlns:a16="http://schemas.microsoft.com/office/drawing/2014/main" id="{1652CF53-1D97-7043-81A9-E2E70EFBC851}"/>
                    </a:ext>
                  </a:extLst>
                </p:cNvPr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6" name="Straight Connector 385">
                  <a:extLst>
                    <a:ext uri="{FF2B5EF4-FFF2-40B4-BE49-F238E27FC236}">
                      <a16:creationId xmlns:a16="http://schemas.microsoft.com/office/drawing/2014/main" id="{64B69590-52DD-8D44-A5A8-EE0A165ED4D8}"/>
                    </a:ext>
                  </a:extLst>
                </p:cNvPr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Straight Connector 386">
                  <a:extLst>
                    <a:ext uri="{FF2B5EF4-FFF2-40B4-BE49-F238E27FC236}">
                      <a16:creationId xmlns:a16="http://schemas.microsoft.com/office/drawing/2014/main" id="{AD88D891-B658-8E42-8364-AB5201F060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116663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8" name="Straight Connector 387">
                  <a:extLst>
                    <a:ext uri="{FF2B5EF4-FFF2-40B4-BE49-F238E27FC236}">
                      <a16:creationId xmlns:a16="http://schemas.microsoft.com/office/drawing/2014/main" id="{0C23501F-6802-3942-978A-86C96E1D73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516484" y="2338620"/>
                  <a:ext cx="0" cy="38758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9" name="Straight Connector 388">
                  <a:extLst>
                    <a:ext uri="{FF2B5EF4-FFF2-40B4-BE49-F238E27FC236}">
                      <a16:creationId xmlns:a16="http://schemas.microsoft.com/office/drawing/2014/main" id="{16E4AD36-E2DB-114E-9CDE-2AF74EFB63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11431" y="249304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0" name="Straight Connector 389">
                  <a:extLst>
                    <a:ext uri="{FF2B5EF4-FFF2-40B4-BE49-F238E27FC236}">
                      <a16:creationId xmlns:a16="http://schemas.microsoft.com/office/drawing/2014/main" id="{F249C9BC-D936-AF41-86AB-9EFF55EAB8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05401" y="2199023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1" name="Straight Connector 390">
                  <a:extLst>
                    <a:ext uri="{FF2B5EF4-FFF2-40B4-BE49-F238E27FC236}">
                      <a16:creationId xmlns:a16="http://schemas.microsoft.com/office/drawing/2014/main" id="{87ACF5BF-E803-4D45-A058-1DE1221925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01321" y="2491335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2" name="Straight Connector 391">
                  <a:extLst>
                    <a:ext uri="{FF2B5EF4-FFF2-40B4-BE49-F238E27FC236}">
                      <a16:creationId xmlns:a16="http://schemas.microsoft.com/office/drawing/2014/main" id="{28582EEE-1DDA-C642-BE33-7DCE82CF48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07351" y="2197314"/>
                  <a:ext cx="17336" cy="23077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F2062828-7B4B-3742-BD3A-98D1F14B8F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480788" y="226398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Straight Connector 393">
                  <a:extLst>
                    <a:ext uri="{FF2B5EF4-FFF2-40B4-BE49-F238E27FC236}">
                      <a16:creationId xmlns:a16="http://schemas.microsoft.com/office/drawing/2014/main" id="{89BA0FDD-19D8-D443-A524-5B3EC8A361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29926" y="243492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5" name="Straight Connector 394">
                  <a:extLst>
                    <a:ext uri="{FF2B5EF4-FFF2-40B4-BE49-F238E27FC236}">
                      <a16:creationId xmlns:a16="http://schemas.microsoft.com/office/drawing/2014/main" id="{04889F2B-57AC-9544-B854-FF098914A7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36045" y="2265692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Straight Connector 395">
                  <a:extLst>
                    <a:ext uri="{FF2B5EF4-FFF2-40B4-BE49-F238E27FC236}">
                      <a16:creationId xmlns:a16="http://schemas.microsoft.com/office/drawing/2014/main" id="{53AB91B1-C113-7348-A644-471659C4A6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480788" y="2436635"/>
                  <a:ext cx="23455" cy="14529"/>
                </a:xfrm>
                <a:prstGeom prst="line">
                  <a:avLst/>
                </a:prstGeom>
                <a:ln w="12700" cap="rnd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7" name="Oval 396">
                  <a:extLst>
                    <a:ext uri="{FF2B5EF4-FFF2-40B4-BE49-F238E27FC236}">
                      <a16:creationId xmlns:a16="http://schemas.microsoft.com/office/drawing/2014/main" id="{D074E508-AAAF-0C40-B339-7BE22BF6EB49}"/>
                    </a:ext>
                  </a:extLst>
                </p:cNvPr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/>
                  <a:endParaRPr lang="en-US" sz="1350" dirty="0">
                    <a:solidFill>
                      <a:prstClr val="white"/>
                    </a:solidFill>
                    <a:latin typeface="Calibri" panose="020F0502020204030204"/>
                  </a:endParaRPr>
                </a:p>
              </p:txBody>
            </p:sp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id="{3D730851-A79B-F14C-A452-E91404AE3B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310989" y="2351285"/>
                  <a:ext cx="140045" cy="71122"/>
                </a:xfrm>
                <a:prstGeom prst="line">
                  <a:avLst/>
                </a:prstGeom>
                <a:ln w="25400" cap="flat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76ACB8D-A57C-0642-B81E-86A464F478CF}"/>
              </a:ext>
            </a:extLst>
          </p:cNvPr>
          <p:cNvSpPr txBox="1"/>
          <p:nvPr/>
        </p:nvSpPr>
        <p:spPr>
          <a:xfrm>
            <a:off x="601980" y="1748790"/>
            <a:ext cx="8026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Iterative communication, computation steps diffuses information through network: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CB7EA12-A941-B948-B442-65C8B1C74625}"/>
              </a:ext>
            </a:extLst>
          </p:cNvPr>
          <p:cNvGrpSpPr/>
          <p:nvPr/>
        </p:nvGrpSpPr>
        <p:grpSpPr>
          <a:xfrm>
            <a:off x="6659549" y="2210062"/>
            <a:ext cx="2185332" cy="1220745"/>
            <a:chOff x="8879399" y="1803748"/>
            <a:chExt cx="2913776" cy="1627659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0984253E-DE4B-7248-9D42-029000165996}"/>
                </a:ext>
              </a:extLst>
            </p:cNvPr>
            <p:cNvSpPr/>
            <p:nvPr/>
          </p:nvSpPr>
          <p:spPr>
            <a:xfrm>
              <a:off x="8879399" y="1803748"/>
              <a:ext cx="2857489" cy="1536065"/>
            </a:xfrm>
            <a:custGeom>
              <a:avLst/>
              <a:gdLst>
                <a:gd name="connsiteX0" fmla="*/ 0 w 3319398"/>
                <a:gd name="connsiteY0" fmla="*/ 0 h 1215025"/>
                <a:gd name="connsiteX1" fmla="*/ 613776 w 3319398"/>
                <a:gd name="connsiteY1" fmla="*/ 1189973 h 1215025"/>
                <a:gd name="connsiteX2" fmla="*/ 3319398 w 3319398"/>
                <a:gd name="connsiteY2" fmla="*/ 1215025 h 1215025"/>
                <a:gd name="connsiteX0" fmla="*/ 0 w 3319398"/>
                <a:gd name="connsiteY0" fmla="*/ 0 h 1284889"/>
                <a:gd name="connsiteX1" fmla="*/ 613776 w 3319398"/>
                <a:gd name="connsiteY1" fmla="*/ 1189973 h 1284889"/>
                <a:gd name="connsiteX2" fmla="*/ 3319398 w 3319398"/>
                <a:gd name="connsiteY2" fmla="*/ 1215025 h 1284889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181611"/>
                <a:gd name="connsiteY0" fmla="*/ 0 h 1528175"/>
                <a:gd name="connsiteX1" fmla="*/ 475989 w 3181611"/>
                <a:gd name="connsiteY1" fmla="*/ 1189973 h 1528175"/>
                <a:gd name="connsiteX2" fmla="*/ 3181611 w 3181611"/>
                <a:gd name="connsiteY2" fmla="*/ 1528175 h 1528175"/>
                <a:gd name="connsiteX0" fmla="*/ 9476 w 3191087"/>
                <a:gd name="connsiteY0" fmla="*/ 0 h 1528175"/>
                <a:gd name="connsiteX1" fmla="*/ 485465 w 3191087"/>
                <a:gd name="connsiteY1" fmla="*/ 1189973 h 1528175"/>
                <a:gd name="connsiteX2" fmla="*/ 3191087 w 3191087"/>
                <a:gd name="connsiteY2" fmla="*/ 1528175 h 1528175"/>
                <a:gd name="connsiteX0" fmla="*/ 9703 w 3203840"/>
                <a:gd name="connsiteY0" fmla="*/ 0 h 1453019"/>
                <a:gd name="connsiteX1" fmla="*/ 485692 w 3203840"/>
                <a:gd name="connsiteY1" fmla="*/ 1189973 h 1453019"/>
                <a:gd name="connsiteX2" fmla="*/ 3203840 w 3203840"/>
                <a:gd name="connsiteY2" fmla="*/ 1453019 h 1453019"/>
                <a:gd name="connsiteX0" fmla="*/ 6182 w 3200319"/>
                <a:gd name="connsiteY0" fmla="*/ 0 h 1461838"/>
                <a:gd name="connsiteX1" fmla="*/ 519749 w 3200319"/>
                <a:gd name="connsiteY1" fmla="*/ 1290182 h 1461838"/>
                <a:gd name="connsiteX2" fmla="*/ 3200319 w 3200319"/>
                <a:gd name="connsiteY2" fmla="*/ 1453019 h 1461838"/>
                <a:gd name="connsiteX0" fmla="*/ 113523 w 2944405"/>
                <a:gd name="connsiteY0" fmla="*/ 0 h 1461838"/>
                <a:gd name="connsiteX1" fmla="*/ 263835 w 2944405"/>
                <a:gd name="connsiteY1" fmla="*/ 1290182 h 1461838"/>
                <a:gd name="connsiteX2" fmla="*/ 2944405 w 2944405"/>
                <a:gd name="connsiteY2" fmla="*/ 1453019 h 1461838"/>
                <a:gd name="connsiteX0" fmla="*/ 7733 w 2838615"/>
                <a:gd name="connsiteY0" fmla="*/ 0 h 1523002"/>
                <a:gd name="connsiteX1" fmla="*/ 446144 w 2838615"/>
                <a:gd name="connsiteY1" fmla="*/ 1402916 h 1523002"/>
                <a:gd name="connsiteX2" fmla="*/ 2838615 w 2838615"/>
                <a:gd name="connsiteY2" fmla="*/ 1453019 h 1523002"/>
                <a:gd name="connsiteX0" fmla="*/ 6626 w 2837508"/>
                <a:gd name="connsiteY0" fmla="*/ 0 h 1484577"/>
                <a:gd name="connsiteX1" fmla="*/ 457563 w 2837508"/>
                <a:gd name="connsiteY1" fmla="*/ 1340286 h 1484577"/>
                <a:gd name="connsiteX2" fmla="*/ 2837508 w 2837508"/>
                <a:gd name="connsiteY2" fmla="*/ 1453019 h 1484577"/>
                <a:gd name="connsiteX0" fmla="*/ 6626 w 2837508"/>
                <a:gd name="connsiteY0" fmla="*/ 0 h 1506274"/>
                <a:gd name="connsiteX1" fmla="*/ 457563 w 2837508"/>
                <a:gd name="connsiteY1" fmla="*/ 1340286 h 1506274"/>
                <a:gd name="connsiteX2" fmla="*/ 2837508 w 2837508"/>
                <a:gd name="connsiteY2" fmla="*/ 1490597 h 1506274"/>
                <a:gd name="connsiteX0" fmla="*/ 6626 w 2837508"/>
                <a:gd name="connsiteY0" fmla="*/ 0 h 1532376"/>
                <a:gd name="connsiteX1" fmla="*/ 457563 w 2837508"/>
                <a:gd name="connsiteY1" fmla="*/ 1340286 h 1532376"/>
                <a:gd name="connsiteX2" fmla="*/ 2837508 w 2837508"/>
                <a:gd name="connsiteY2" fmla="*/ 1528175 h 1532376"/>
                <a:gd name="connsiteX0" fmla="*/ 2412 w 2833294"/>
                <a:gd name="connsiteY0" fmla="*/ 0 h 1532376"/>
                <a:gd name="connsiteX1" fmla="*/ 453349 w 2833294"/>
                <a:gd name="connsiteY1" fmla="*/ 1340286 h 1532376"/>
                <a:gd name="connsiteX2" fmla="*/ 2833294 w 2833294"/>
                <a:gd name="connsiteY2" fmla="*/ 1528175 h 1532376"/>
                <a:gd name="connsiteX0" fmla="*/ 1555 w 2857489"/>
                <a:gd name="connsiteY0" fmla="*/ 0 h 1519367"/>
                <a:gd name="connsiteX1" fmla="*/ 477544 w 2857489"/>
                <a:gd name="connsiteY1" fmla="*/ 1327760 h 1519367"/>
                <a:gd name="connsiteX2" fmla="*/ 2857489 w 2857489"/>
                <a:gd name="connsiteY2" fmla="*/ 1515649 h 1519367"/>
                <a:gd name="connsiteX0" fmla="*/ 1555 w 2857489"/>
                <a:gd name="connsiteY0" fmla="*/ 0 h 1493055"/>
                <a:gd name="connsiteX1" fmla="*/ 477544 w 2857489"/>
                <a:gd name="connsiteY1" fmla="*/ 1327760 h 1493055"/>
                <a:gd name="connsiteX2" fmla="*/ 2857489 w 2857489"/>
                <a:gd name="connsiteY2" fmla="*/ 1478071 h 1493055"/>
                <a:gd name="connsiteX0" fmla="*/ 1555 w 2857489"/>
                <a:gd name="connsiteY0" fmla="*/ 0 h 1508807"/>
                <a:gd name="connsiteX1" fmla="*/ 477544 w 2857489"/>
                <a:gd name="connsiteY1" fmla="*/ 1327760 h 1508807"/>
                <a:gd name="connsiteX2" fmla="*/ 2857489 w 2857489"/>
                <a:gd name="connsiteY2" fmla="*/ 1478071 h 1508807"/>
                <a:gd name="connsiteX0" fmla="*/ 1555 w 2857489"/>
                <a:gd name="connsiteY0" fmla="*/ 0 h 1536065"/>
                <a:gd name="connsiteX1" fmla="*/ 477544 w 2857489"/>
                <a:gd name="connsiteY1" fmla="*/ 1327760 h 1536065"/>
                <a:gd name="connsiteX2" fmla="*/ 2857489 w 2857489"/>
                <a:gd name="connsiteY2" fmla="*/ 1515649 h 1536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57489" h="1536065">
                  <a:moveTo>
                    <a:pt x="1555" y="0"/>
                  </a:moveTo>
                  <a:cubicBezTo>
                    <a:pt x="-6794" y="271398"/>
                    <a:pt x="1555" y="1075152"/>
                    <a:pt x="477544" y="1327760"/>
                  </a:cubicBezTo>
                  <a:cubicBezTo>
                    <a:pt x="953533" y="1580368"/>
                    <a:pt x="1968141" y="1544876"/>
                    <a:pt x="2857489" y="1515649"/>
                  </a:cubicBezTo>
                </a:path>
              </a:pathLst>
            </a:custGeom>
            <a:noFill/>
            <a:ln w="412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B7FBE2B-A272-8E4E-B714-C57A637BAC12}"/>
                </a:ext>
              </a:extLst>
            </p:cNvPr>
            <p:cNvSpPr txBox="1"/>
            <p:nvPr/>
          </p:nvSpPr>
          <p:spPr>
            <a:xfrm>
              <a:off x="11185743" y="3031298"/>
              <a:ext cx="607432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1350" dirty="0">
                  <a:solidFill>
                    <a:srgbClr val="0000A8"/>
                  </a:solidFill>
                  <a:latin typeface="Calibri" panose="020F0502020204030204"/>
                </a:rPr>
                <a:t>t=1 </a:t>
              </a:r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4AC637B2-9DF3-0843-A113-74CCCFDBE3CE}"/>
              </a:ext>
            </a:extLst>
          </p:cNvPr>
          <p:cNvGrpSpPr/>
          <p:nvPr/>
        </p:nvGrpSpPr>
        <p:grpSpPr>
          <a:xfrm>
            <a:off x="5362286" y="2304391"/>
            <a:ext cx="3485354" cy="1949570"/>
            <a:chOff x="8907795" y="1814699"/>
            <a:chExt cx="2812318" cy="2599426"/>
          </a:xfrm>
        </p:grpSpPr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E30EA4F8-E34A-3D4F-ACF7-B399EF985322}"/>
                </a:ext>
              </a:extLst>
            </p:cNvPr>
            <p:cNvSpPr/>
            <p:nvPr/>
          </p:nvSpPr>
          <p:spPr>
            <a:xfrm>
              <a:off x="8907795" y="1814699"/>
              <a:ext cx="2745708" cy="2599426"/>
            </a:xfrm>
            <a:custGeom>
              <a:avLst/>
              <a:gdLst>
                <a:gd name="connsiteX0" fmla="*/ 0 w 3319398"/>
                <a:gd name="connsiteY0" fmla="*/ 0 h 1215025"/>
                <a:gd name="connsiteX1" fmla="*/ 613776 w 3319398"/>
                <a:gd name="connsiteY1" fmla="*/ 1189973 h 1215025"/>
                <a:gd name="connsiteX2" fmla="*/ 3319398 w 3319398"/>
                <a:gd name="connsiteY2" fmla="*/ 1215025 h 1215025"/>
                <a:gd name="connsiteX0" fmla="*/ 0 w 3319398"/>
                <a:gd name="connsiteY0" fmla="*/ 0 h 1284889"/>
                <a:gd name="connsiteX1" fmla="*/ 613776 w 3319398"/>
                <a:gd name="connsiteY1" fmla="*/ 1189973 h 1284889"/>
                <a:gd name="connsiteX2" fmla="*/ 3319398 w 3319398"/>
                <a:gd name="connsiteY2" fmla="*/ 1215025 h 1284889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181611"/>
                <a:gd name="connsiteY0" fmla="*/ 0 h 1528175"/>
                <a:gd name="connsiteX1" fmla="*/ 475989 w 3181611"/>
                <a:gd name="connsiteY1" fmla="*/ 1189973 h 1528175"/>
                <a:gd name="connsiteX2" fmla="*/ 3181611 w 3181611"/>
                <a:gd name="connsiteY2" fmla="*/ 1528175 h 1528175"/>
                <a:gd name="connsiteX0" fmla="*/ 9476 w 3191087"/>
                <a:gd name="connsiteY0" fmla="*/ 0 h 1528175"/>
                <a:gd name="connsiteX1" fmla="*/ 485465 w 3191087"/>
                <a:gd name="connsiteY1" fmla="*/ 1189973 h 1528175"/>
                <a:gd name="connsiteX2" fmla="*/ 3191087 w 3191087"/>
                <a:gd name="connsiteY2" fmla="*/ 1528175 h 1528175"/>
                <a:gd name="connsiteX0" fmla="*/ 9703 w 3203840"/>
                <a:gd name="connsiteY0" fmla="*/ 0 h 1453019"/>
                <a:gd name="connsiteX1" fmla="*/ 485692 w 3203840"/>
                <a:gd name="connsiteY1" fmla="*/ 1189973 h 1453019"/>
                <a:gd name="connsiteX2" fmla="*/ 3203840 w 3203840"/>
                <a:gd name="connsiteY2" fmla="*/ 1453019 h 1453019"/>
                <a:gd name="connsiteX0" fmla="*/ 6182 w 3200319"/>
                <a:gd name="connsiteY0" fmla="*/ 0 h 1461838"/>
                <a:gd name="connsiteX1" fmla="*/ 519749 w 3200319"/>
                <a:gd name="connsiteY1" fmla="*/ 1290182 h 1461838"/>
                <a:gd name="connsiteX2" fmla="*/ 3200319 w 3200319"/>
                <a:gd name="connsiteY2" fmla="*/ 1453019 h 1461838"/>
                <a:gd name="connsiteX0" fmla="*/ 113523 w 2944405"/>
                <a:gd name="connsiteY0" fmla="*/ 0 h 1461838"/>
                <a:gd name="connsiteX1" fmla="*/ 263835 w 2944405"/>
                <a:gd name="connsiteY1" fmla="*/ 1290182 h 1461838"/>
                <a:gd name="connsiteX2" fmla="*/ 2944405 w 2944405"/>
                <a:gd name="connsiteY2" fmla="*/ 1453019 h 1461838"/>
                <a:gd name="connsiteX0" fmla="*/ 7733 w 2838615"/>
                <a:gd name="connsiteY0" fmla="*/ 0 h 1523002"/>
                <a:gd name="connsiteX1" fmla="*/ 446144 w 2838615"/>
                <a:gd name="connsiteY1" fmla="*/ 1402916 h 1523002"/>
                <a:gd name="connsiteX2" fmla="*/ 2838615 w 2838615"/>
                <a:gd name="connsiteY2" fmla="*/ 1453019 h 1523002"/>
                <a:gd name="connsiteX0" fmla="*/ 6626 w 2837508"/>
                <a:gd name="connsiteY0" fmla="*/ 0 h 1484577"/>
                <a:gd name="connsiteX1" fmla="*/ 457563 w 2837508"/>
                <a:gd name="connsiteY1" fmla="*/ 1340286 h 1484577"/>
                <a:gd name="connsiteX2" fmla="*/ 2837508 w 2837508"/>
                <a:gd name="connsiteY2" fmla="*/ 1453019 h 1484577"/>
                <a:gd name="connsiteX0" fmla="*/ 6626 w 2837508"/>
                <a:gd name="connsiteY0" fmla="*/ 0 h 1506274"/>
                <a:gd name="connsiteX1" fmla="*/ 457563 w 2837508"/>
                <a:gd name="connsiteY1" fmla="*/ 1340286 h 1506274"/>
                <a:gd name="connsiteX2" fmla="*/ 2837508 w 2837508"/>
                <a:gd name="connsiteY2" fmla="*/ 1490597 h 1506274"/>
                <a:gd name="connsiteX0" fmla="*/ 6626 w 2837508"/>
                <a:gd name="connsiteY0" fmla="*/ 0 h 1532376"/>
                <a:gd name="connsiteX1" fmla="*/ 457563 w 2837508"/>
                <a:gd name="connsiteY1" fmla="*/ 1340286 h 1532376"/>
                <a:gd name="connsiteX2" fmla="*/ 2837508 w 2837508"/>
                <a:gd name="connsiteY2" fmla="*/ 1528175 h 1532376"/>
                <a:gd name="connsiteX0" fmla="*/ 2412 w 2833294"/>
                <a:gd name="connsiteY0" fmla="*/ 0 h 1532376"/>
                <a:gd name="connsiteX1" fmla="*/ 453349 w 2833294"/>
                <a:gd name="connsiteY1" fmla="*/ 1340286 h 1532376"/>
                <a:gd name="connsiteX2" fmla="*/ 2833294 w 2833294"/>
                <a:gd name="connsiteY2" fmla="*/ 1528175 h 1532376"/>
                <a:gd name="connsiteX0" fmla="*/ 1555 w 2857489"/>
                <a:gd name="connsiteY0" fmla="*/ 0 h 1519367"/>
                <a:gd name="connsiteX1" fmla="*/ 477544 w 2857489"/>
                <a:gd name="connsiteY1" fmla="*/ 1327760 h 1519367"/>
                <a:gd name="connsiteX2" fmla="*/ 2857489 w 2857489"/>
                <a:gd name="connsiteY2" fmla="*/ 1515649 h 1519367"/>
                <a:gd name="connsiteX0" fmla="*/ 1555 w 2857489"/>
                <a:gd name="connsiteY0" fmla="*/ 0 h 1493055"/>
                <a:gd name="connsiteX1" fmla="*/ 477544 w 2857489"/>
                <a:gd name="connsiteY1" fmla="*/ 1327760 h 1493055"/>
                <a:gd name="connsiteX2" fmla="*/ 2857489 w 2857489"/>
                <a:gd name="connsiteY2" fmla="*/ 1478071 h 1493055"/>
                <a:gd name="connsiteX0" fmla="*/ 1555 w 2857489"/>
                <a:gd name="connsiteY0" fmla="*/ 0 h 1508807"/>
                <a:gd name="connsiteX1" fmla="*/ 477544 w 2857489"/>
                <a:gd name="connsiteY1" fmla="*/ 1327760 h 1508807"/>
                <a:gd name="connsiteX2" fmla="*/ 2857489 w 2857489"/>
                <a:gd name="connsiteY2" fmla="*/ 1478071 h 1508807"/>
                <a:gd name="connsiteX0" fmla="*/ 1555 w 2857489"/>
                <a:gd name="connsiteY0" fmla="*/ 0 h 1536065"/>
                <a:gd name="connsiteX1" fmla="*/ 477544 w 2857489"/>
                <a:gd name="connsiteY1" fmla="*/ 1327760 h 1536065"/>
                <a:gd name="connsiteX2" fmla="*/ 2857489 w 2857489"/>
                <a:gd name="connsiteY2" fmla="*/ 1515649 h 1536065"/>
                <a:gd name="connsiteX0" fmla="*/ 1555 w 2857489"/>
                <a:gd name="connsiteY0" fmla="*/ 0 h 1536841"/>
                <a:gd name="connsiteX1" fmla="*/ 477544 w 2857489"/>
                <a:gd name="connsiteY1" fmla="*/ 1327760 h 1536841"/>
                <a:gd name="connsiteX2" fmla="*/ 1394471 w 2857489"/>
                <a:gd name="connsiteY2" fmla="*/ 1524673 h 1536841"/>
                <a:gd name="connsiteX3" fmla="*/ 2857489 w 2857489"/>
                <a:gd name="connsiteY3" fmla="*/ 1515649 h 1536841"/>
                <a:gd name="connsiteX0" fmla="*/ 206 w 2856140"/>
                <a:gd name="connsiteY0" fmla="*/ 0 h 2379901"/>
                <a:gd name="connsiteX1" fmla="*/ 476195 w 2856140"/>
                <a:gd name="connsiteY1" fmla="*/ 1327760 h 2379901"/>
                <a:gd name="connsiteX2" fmla="*/ 1423443 w 2856140"/>
                <a:gd name="connsiteY2" fmla="*/ 2379097 h 2379901"/>
                <a:gd name="connsiteX3" fmla="*/ 2856140 w 2856140"/>
                <a:gd name="connsiteY3" fmla="*/ 1515649 h 2379901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0 w 2772550"/>
                <a:gd name="connsiteY0" fmla="*/ 0 h 2379097"/>
                <a:gd name="connsiteX1" fmla="*/ 475989 w 2772550"/>
                <a:gd name="connsiteY1" fmla="*/ 132776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491150 w 2772550"/>
                <a:gd name="connsiteY1" fmla="*/ 1487254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4133 w 2776683"/>
                <a:gd name="connsiteY0" fmla="*/ 0 h 2379097"/>
                <a:gd name="connsiteX1" fmla="*/ 495283 w 2776683"/>
                <a:gd name="connsiteY1" fmla="*/ 1487254 h 2379097"/>
                <a:gd name="connsiteX2" fmla="*/ 1427370 w 2776683"/>
                <a:gd name="connsiteY2" fmla="*/ 2379097 h 2379097"/>
                <a:gd name="connsiteX3" fmla="*/ 2776683 w 2776683"/>
                <a:gd name="connsiteY3" fmla="*/ 1549826 h 2379097"/>
                <a:gd name="connsiteX0" fmla="*/ 7071 w 2779621"/>
                <a:gd name="connsiteY0" fmla="*/ 0 h 2379097"/>
                <a:gd name="connsiteX1" fmla="*/ 498221 w 2779621"/>
                <a:gd name="connsiteY1" fmla="*/ 1487254 h 2379097"/>
                <a:gd name="connsiteX2" fmla="*/ 1430308 w 2779621"/>
                <a:gd name="connsiteY2" fmla="*/ 2379097 h 2379097"/>
                <a:gd name="connsiteX3" fmla="*/ 2779621 w 2779621"/>
                <a:gd name="connsiteY3" fmla="*/ 1549826 h 2379097"/>
                <a:gd name="connsiteX0" fmla="*/ 11488 w 2784038"/>
                <a:gd name="connsiteY0" fmla="*/ 0 h 2379097"/>
                <a:gd name="connsiteX1" fmla="*/ 502638 w 2784038"/>
                <a:gd name="connsiteY1" fmla="*/ 1487254 h 2379097"/>
                <a:gd name="connsiteX2" fmla="*/ 1434725 w 2784038"/>
                <a:gd name="connsiteY2" fmla="*/ 2379097 h 2379097"/>
                <a:gd name="connsiteX3" fmla="*/ 2784038 w 2784038"/>
                <a:gd name="connsiteY3" fmla="*/ 1549826 h 2379097"/>
                <a:gd name="connsiteX0" fmla="*/ 16 w 2786015"/>
                <a:gd name="connsiteY0" fmla="*/ 0 h 2369138"/>
                <a:gd name="connsiteX1" fmla="*/ 504615 w 2786015"/>
                <a:gd name="connsiteY1" fmla="*/ 1477295 h 2369138"/>
                <a:gd name="connsiteX2" fmla="*/ 1436702 w 2786015"/>
                <a:gd name="connsiteY2" fmla="*/ 2369138 h 2369138"/>
                <a:gd name="connsiteX3" fmla="*/ 2786015 w 2786015"/>
                <a:gd name="connsiteY3" fmla="*/ 1539867 h 2369138"/>
                <a:gd name="connsiteX0" fmla="*/ 0 w 2785999"/>
                <a:gd name="connsiteY0" fmla="*/ 0 h 2369138"/>
                <a:gd name="connsiteX1" fmla="*/ 504599 w 2785999"/>
                <a:gd name="connsiteY1" fmla="*/ 147729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780300 w 2785999"/>
                <a:gd name="connsiteY1" fmla="*/ 151215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5999" h="2364158">
                  <a:moveTo>
                    <a:pt x="0" y="0"/>
                  </a:moveTo>
                  <a:cubicBezTo>
                    <a:pt x="943" y="1381432"/>
                    <a:pt x="550939" y="1118129"/>
                    <a:pt x="780300" y="1512155"/>
                  </a:cubicBezTo>
                  <a:cubicBezTo>
                    <a:pt x="1009661" y="1906181"/>
                    <a:pt x="979509" y="2332843"/>
                    <a:pt x="1376166" y="2364158"/>
                  </a:cubicBezTo>
                  <a:cubicBezTo>
                    <a:pt x="1818305" y="2338511"/>
                    <a:pt x="1761382" y="1586941"/>
                    <a:pt x="2785999" y="1539867"/>
                  </a:cubicBezTo>
                </a:path>
              </a:pathLst>
            </a:custGeom>
            <a:noFill/>
            <a:ln w="412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D955C141-C4CE-A64F-AC5E-8F7995F25D1F}"/>
                </a:ext>
              </a:extLst>
            </p:cNvPr>
            <p:cNvSpPr txBox="1"/>
            <p:nvPr/>
          </p:nvSpPr>
          <p:spPr>
            <a:xfrm>
              <a:off x="11352512" y="3203511"/>
              <a:ext cx="36760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1350" dirty="0">
                  <a:solidFill>
                    <a:srgbClr val="0000A8"/>
                  </a:solidFill>
                  <a:latin typeface="Calibri" panose="020F0502020204030204"/>
                </a:rPr>
                <a:t>t=2 </a:t>
              </a:r>
            </a:p>
          </p:txBody>
        </p:sp>
      </p:grp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AE38B66F-80BE-FE4C-8935-79EC957DD921}"/>
              </a:ext>
            </a:extLst>
          </p:cNvPr>
          <p:cNvGrpSpPr/>
          <p:nvPr/>
        </p:nvGrpSpPr>
        <p:grpSpPr>
          <a:xfrm>
            <a:off x="5269904" y="2352929"/>
            <a:ext cx="3663852" cy="3274198"/>
            <a:chOff x="8907795" y="1814698"/>
            <a:chExt cx="2956348" cy="4365597"/>
          </a:xfrm>
        </p:grpSpPr>
        <p:sp>
          <p:nvSpPr>
            <p:cNvPr id="358" name="Freeform 357">
              <a:extLst>
                <a:ext uri="{FF2B5EF4-FFF2-40B4-BE49-F238E27FC236}">
                  <a16:creationId xmlns:a16="http://schemas.microsoft.com/office/drawing/2014/main" id="{5E330CB8-05D7-564B-94D6-965785148116}"/>
                </a:ext>
              </a:extLst>
            </p:cNvPr>
            <p:cNvSpPr/>
            <p:nvPr/>
          </p:nvSpPr>
          <p:spPr>
            <a:xfrm>
              <a:off x="8907795" y="1814698"/>
              <a:ext cx="2806352" cy="4365597"/>
            </a:xfrm>
            <a:custGeom>
              <a:avLst/>
              <a:gdLst>
                <a:gd name="connsiteX0" fmla="*/ 0 w 3319398"/>
                <a:gd name="connsiteY0" fmla="*/ 0 h 1215025"/>
                <a:gd name="connsiteX1" fmla="*/ 613776 w 3319398"/>
                <a:gd name="connsiteY1" fmla="*/ 1189973 h 1215025"/>
                <a:gd name="connsiteX2" fmla="*/ 3319398 w 3319398"/>
                <a:gd name="connsiteY2" fmla="*/ 1215025 h 1215025"/>
                <a:gd name="connsiteX0" fmla="*/ 0 w 3319398"/>
                <a:gd name="connsiteY0" fmla="*/ 0 h 1284889"/>
                <a:gd name="connsiteX1" fmla="*/ 613776 w 3319398"/>
                <a:gd name="connsiteY1" fmla="*/ 1189973 h 1284889"/>
                <a:gd name="connsiteX2" fmla="*/ 3319398 w 3319398"/>
                <a:gd name="connsiteY2" fmla="*/ 1215025 h 1284889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181611"/>
                <a:gd name="connsiteY0" fmla="*/ 0 h 1528175"/>
                <a:gd name="connsiteX1" fmla="*/ 475989 w 3181611"/>
                <a:gd name="connsiteY1" fmla="*/ 1189973 h 1528175"/>
                <a:gd name="connsiteX2" fmla="*/ 3181611 w 3181611"/>
                <a:gd name="connsiteY2" fmla="*/ 1528175 h 1528175"/>
                <a:gd name="connsiteX0" fmla="*/ 9476 w 3191087"/>
                <a:gd name="connsiteY0" fmla="*/ 0 h 1528175"/>
                <a:gd name="connsiteX1" fmla="*/ 485465 w 3191087"/>
                <a:gd name="connsiteY1" fmla="*/ 1189973 h 1528175"/>
                <a:gd name="connsiteX2" fmla="*/ 3191087 w 3191087"/>
                <a:gd name="connsiteY2" fmla="*/ 1528175 h 1528175"/>
                <a:gd name="connsiteX0" fmla="*/ 9703 w 3203840"/>
                <a:gd name="connsiteY0" fmla="*/ 0 h 1453019"/>
                <a:gd name="connsiteX1" fmla="*/ 485692 w 3203840"/>
                <a:gd name="connsiteY1" fmla="*/ 1189973 h 1453019"/>
                <a:gd name="connsiteX2" fmla="*/ 3203840 w 3203840"/>
                <a:gd name="connsiteY2" fmla="*/ 1453019 h 1453019"/>
                <a:gd name="connsiteX0" fmla="*/ 6182 w 3200319"/>
                <a:gd name="connsiteY0" fmla="*/ 0 h 1461838"/>
                <a:gd name="connsiteX1" fmla="*/ 519749 w 3200319"/>
                <a:gd name="connsiteY1" fmla="*/ 1290182 h 1461838"/>
                <a:gd name="connsiteX2" fmla="*/ 3200319 w 3200319"/>
                <a:gd name="connsiteY2" fmla="*/ 1453019 h 1461838"/>
                <a:gd name="connsiteX0" fmla="*/ 113523 w 2944405"/>
                <a:gd name="connsiteY0" fmla="*/ 0 h 1461838"/>
                <a:gd name="connsiteX1" fmla="*/ 263835 w 2944405"/>
                <a:gd name="connsiteY1" fmla="*/ 1290182 h 1461838"/>
                <a:gd name="connsiteX2" fmla="*/ 2944405 w 2944405"/>
                <a:gd name="connsiteY2" fmla="*/ 1453019 h 1461838"/>
                <a:gd name="connsiteX0" fmla="*/ 7733 w 2838615"/>
                <a:gd name="connsiteY0" fmla="*/ 0 h 1523002"/>
                <a:gd name="connsiteX1" fmla="*/ 446144 w 2838615"/>
                <a:gd name="connsiteY1" fmla="*/ 1402916 h 1523002"/>
                <a:gd name="connsiteX2" fmla="*/ 2838615 w 2838615"/>
                <a:gd name="connsiteY2" fmla="*/ 1453019 h 1523002"/>
                <a:gd name="connsiteX0" fmla="*/ 6626 w 2837508"/>
                <a:gd name="connsiteY0" fmla="*/ 0 h 1484577"/>
                <a:gd name="connsiteX1" fmla="*/ 457563 w 2837508"/>
                <a:gd name="connsiteY1" fmla="*/ 1340286 h 1484577"/>
                <a:gd name="connsiteX2" fmla="*/ 2837508 w 2837508"/>
                <a:gd name="connsiteY2" fmla="*/ 1453019 h 1484577"/>
                <a:gd name="connsiteX0" fmla="*/ 6626 w 2837508"/>
                <a:gd name="connsiteY0" fmla="*/ 0 h 1506274"/>
                <a:gd name="connsiteX1" fmla="*/ 457563 w 2837508"/>
                <a:gd name="connsiteY1" fmla="*/ 1340286 h 1506274"/>
                <a:gd name="connsiteX2" fmla="*/ 2837508 w 2837508"/>
                <a:gd name="connsiteY2" fmla="*/ 1490597 h 1506274"/>
                <a:gd name="connsiteX0" fmla="*/ 6626 w 2837508"/>
                <a:gd name="connsiteY0" fmla="*/ 0 h 1532376"/>
                <a:gd name="connsiteX1" fmla="*/ 457563 w 2837508"/>
                <a:gd name="connsiteY1" fmla="*/ 1340286 h 1532376"/>
                <a:gd name="connsiteX2" fmla="*/ 2837508 w 2837508"/>
                <a:gd name="connsiteY2" fmla="*/ 1528175 h 1532376"/>
                <a:gd name="connsiteX0" fmla="*/ 2412 w 2833294"/>
                <a:gd name="connsiteY0" fmla="*/ 0 h 1532376"/>
                <a:gd name="connsiteX1" fmla="*/ 453349 w 2833294"/>
                <a:gd name="connsiteY1" fmla="*/ 1340286 h 1532376"/>
                <a:gd name="connsiteX2" fmla="*/ 2833294 w 2833294"/>
                <a:gd name="connsiteY2" fmla="*/ 1528175 h 1532376"/>
                <a:gd name="connsiteX0" fmla="*/ 1555 w 2857489"/>
                <a:gd name="connsiteY0" fmla="*/ 0 h 1519367"/>
                <a:gd name="connsiteX1" fmla="*/ 477544 w 2857489"/>
                <a:gd name="connsiteY1" fmla="*/ 1327760 h 1519367"/>
                <a:gd name="connsiteX2" fmla="*/ 2857489 w 2857489"/>
                <a:gd name="connsiteY2" fmla="*/ 1515649 h 1519367"/>
                <a:gd name="connsiteX0" fmla="*/ 1555 w 2857489"/>
                <a:gd name="connsiteY0" fmla="*/ 0 h 1493055"/>
                <a:gd name="connsiteX1" fmla="*/ 477544 w 2857489"/>
                <a:gd name="connsiteY1" fmla="*/ 1327760 h 1493055"/>
                <a:gd name="connsiteX2" fmla="*/ 2857489 w 2857489"/>
                <a:gd name="connsiteY2" fmla="*/ 1478071 h 1493055"/>
                <a:gd name="connsiteX0" fmla="*/ 1555 w 2857489"/>
                <a:gd name="connsiteY0" fmla="*/ 0 h 1508807"/>
                <a:gd name="connsiteX1" fmla="*/ 477544 w 2857489"/>
                <a:gd name="connsiteY1" fmla="*/ 1327760 h 1508807"/>
                <a:gd name="connsiteX2" fmla="*/ 2857489 w 2857489"/>
                <a:gd name="connsiteY2" fmla="*/ 1478071 h 1508807"/>
                <a:gd name="connsiteX0" fmla="*/ 1555 w 2857489"/>
                <a:gd name="connsiteY0" fmla="*/ 0 h 1536065"/>
                <a:gd name="connsiteX1" fmla="*/ 477544 w 2857489"/>
                <a:gd name="connsiteY1" fmla="*/ 1327760 h 1536065"/>
                <a:gd name="connsiteX2" fmla="*/ 2857489 w 2857489"/>
                <a:gd name="connsiteY2" fmla="*/ 1515649 h 1536065"/>
                <a:gd name="connsiteX0" fmla="*/ 1555 w 2857489"/>
                <a:gd name="connsiteY0" fmla="*/ 0 h 1536841"/>
                <a:gd name="connsiteX1" fmla="*/ 477544 w 2857489"/>
                <a:gd name="connsiteY1" fmla="*/ 1327760 h 1536841"/>
                <a:gd name="connsiteX2" fmla="*/ 1394471 w 2857489"/>
                <a:gd name="connsiteY2" fmla="*/ 1524673 h 1536841"/>
                <a:gd name="connsiteX3" fmla="*/ 2857489 w 2857489"/>
                <a:gd name="connsiteY3" fmla="*/ 1515649 h 1536841"/>
                <a:gd name="connsiteX0" fmla="*/ 206 w 2856140"/>
                <a:gd name="connsiteY0" fmla="*/ 0 h 2379901"/>
                <a:gd name="connsiteX1" fmla="*/ 476195 w 2856140"/>
                <a:gd name="connsiteY1" fmla="*/ 1327760 h 2379901"/>
                <a:gd name="connsiteX2" fmla="*/ 1423443 w 2856140"/>
                <a:gd name="connsiteY2" fmla="*/ 2379097 h 2379901"/>
                <a:gd name="connsiteX3" fmla="*/ 2856140 w 2856140"/>
                <a:gd name="connsiteY3" fmla="*/ 1515649 h 2379901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0 w 2772550"/>
                <a:gd name="connsiteY0" fmla="*/ 0 h 2379097"/>
                <a:gd name="connsiteX1" fmla="*/ 475989 w 2772550"/>
                <a:gd name="connsiteY1" fmla="*/ 132776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491150 w 2772550"/>
                <a:gd name="connsiteY1" fmla="*/ 1487254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4133 w 2776683"/>
                <a:gd name="connsiteY0" fmla="*/ 0 h 2379097"/>
                <a:gd name="connsiteX1" fmla="*/ 495283 w 2776683"/>
                <a:gd name="connsiteY1" fmla="*/ 1487254 h 2379097"/>
                <a:gd name="connsiteX2" fmla="*/ 1427370 w 2776683"/>
                <a:gd name="connsiteY2" fmla="*/ 2379097 h 2379097"/>
                <a:gd name="connsiteX3" fmla="*/ 2776683 w 2776683"/>
                <a:gd name="connsiteY3" fmla="*/ 1549826 h 2379097"/>
                <a:gd name="connsiteX0" fmla="*/ 7071 w 2779621"/>
                <a:gd name="connsiteY0" fmla="*/ 0 h 2379097"/>
                <a:gd name="connsiteX1" fmla="*/ 498221 w 2779621"/>
                <a:gd name="connsiteY1" fmla="*/ 1487254 h 2379097"/>
                <a:gd name="connsiteX2" fmla="*/ 1430308 w 2779621"/>
                <a:gd name="connsiteY2" fmla="*/ 2379097 h 2379097"/>
                <a:gd name="connsiteX3" fmla="*/ 2779621 w 2779621"/>
                <a:gd name="connsiteY3" fmla="*/ 1549826 h 2379097"/>
                <a:gd name="connsiteX0" fmla="*/ 11488 w 2784038"/>
                <a:gd name="connsiteY0" fmla="*/ 0 h 2379097"/>
                <a:gd name="connsiteX1" fmla="*/ 502638 w 2784038"/>
                <a:gd name="connsiteY1" fmla="*/ 1487254 h 2379097"/>
                <a:gd name="connsiteX2" fmla="*/ 1434725 w 2784038"/>
                <a:gd name="connsiteY2" fmla="*/ 2379097 h 2379097"/>
                <a:gd name="connsiteX3" fmla="*/ 2784038 w 2784038"/>
                <a:gd name="connsiteY3" fmla="*/ 1549826 h 2379097"/>
                <a:gd name="connsiteX0" fmla="*/ 16 w 2786015"/>
                <a:gd name="connsiteY0" fmla="*/ 0 h 2369138"/>
                <a:gd name="connsiteX1" fmla="*/ 504615 w 2786015"/>
                <a:gd name="connsiteY1" fmla="*/ 1477295 h 2369138"/>
                <a:gd name="connsiteX2" fmla="*/ 1436702 w 2786015"/>
                <a:gd name="connsiteY2" fmla="*/ 2369138 h 2369138"/>
                <a:gd name="connsiteX3" fmla="*/ 2786015 w 2786015"/>
                <a:gd name="connsiteY3" fmla="*/ 1539867 h 2369138"/>
                <a:gd name="connsiteX0" fmla="*/ 0 w 2785999"/>
                <a:gd name="connsiteY0" fmla="*/ 0 h 2369138"/>
                <a:gd name="connsiteX1" fmla="*/ 504599 w 2785999"/>
                <a:gd name="connsiteY1" fmla="*/ 147729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780300 w 2785999"/>
                <a:gd name="connsiteY1" fmla="*/ 151215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855224"/>
                <a:gd name="connsiteY0" fmla="*/ 0 h 2581827"/>
                <a:gd name="connsiteX1" fmla="*/ 780300 w 2855224"/>
                <a:gd name="connsiteY1" fmla="*/ 1512155 h 2581827"/>
                <a:gd name="connsiteX2" fmla="*/ 1376166 w 2855224"/>
                <a:gd name="connsiteY2" fmla="*/ 2364158 h 2581827"/>
                <a:gd name="connsiteX3" fmla="*/ 2855224 w 2855224"/>
                <a:gd name="connsiteY3" fmla="*/ 2576569 h 2581827"/>
                <a:gd name="connsiteX0" fmla="*/ 0 w 2855224"/>
                <a:gd name="connsiteY0" fmla="*/ 0 h 4061615"/>
                <a:gd name="connsiteX1" fmla="*/ 780300 w 2855224"/>
                <a:gd name="connsiteY1" fmla="*/ 1512155 h 4061615"/>
                <a:gd name="connsiteX2" fmla="*/ 1453083 w 2855224"/>
                <a:gd name="connsiteY2" fmla="*/ 4061615 h 4061615"/>
                <a:gd name="connsiteX3" fmla="*/ 2855224 w 2855224"/>
                <a:gd name="connsiteY3" fmla="*/ 2576569 h 4061615"/>
                <a:gd name="connsiteX0" fmla="*/ 72336 w 2927560"/>
                <a:gd name="connsiteY0" fmla="*/ 0 h 4061615"/>
                <a:gd name="connsiteX1" fmla="*/ 121931 w 2927560"/>
                <a:gd name="connsiteY1" fmla="*/ 2229872 h 4061615"/>
                <a:gd name="connsiteX2" fmla="*/ 1525419 w 2927560"/>
                <a:gd name="connsiteY2" fmla="*/ 4061615 h 4061615"/>
                <a:gd name="connsiteX3" fmla="*/ 2927560 w 2927560"/>
                <a:gd name="connsiteY3" fmla="*/ 2576569 h 4061615"/>
                <a:gd name="connsiteX0" fmla="*/ 72336 w 2904485"/>
                <a:gd name="connsiteY0" fmla="*/ 0 h 4061615"/>
                <a:gd name="connsiteX1" fmla="*/ 121931 w 2904485"/>
                <a:gd name="connsiteY1" fmla="*/ 2229872 h 4061615"/>
                <a:gd name="connsiteX2" fmla="*/ 1525419 w 2904485"/>
                <a:gd name="connsiteY2" fmla="*/ 4061615 h 4061615"/>
                <a:gd name="connsiteX3" fmla="*/ 2904485 w 2904485"/>
                <a:gd name="connsiteY3" fmla="*/ 2724670 h 4061615"/>
                <a:gd name="connsiteX0" fmla="*/ 0 w 2832149"/>
                <a:gd name="connsiteY0" fmla="*/ 0 h 4061615"/>
                <a:gd name="connsiteX1" fmla="*/ 49595 w 2832149"/>
                <a:gd name="connsiteY1" fmla="*/ 2229872 h 4061615"/>
                <a:gd name="connsiteX2" fmla="*/ 1453083 w 2832149"/>
                <a:gd name="connsiteY2" fmla="*/ 4061615 h 4061615"/>
                <a:gd name="connsiteX3" fmla="*/ 2832149 w 2832149"/>
                <a:gd name="connsiteY3" fmla="*/ 2724670 h 4061615"/>
                <a:gd name="connsiteX0" fmla="*/ 3732 w 2835881"/>
                <a:gd name="connsiteY0" fmla="*/ 0 h 4061615"/>
                <a:gd name="connsiteX1" fmla="*/ 10330 w 2835881"/>
                <a:gd name="connsiteY1" fmla="*/ 2237364 h 4061615"/>
                <a:gd name="connsiteX2" fmla="*/ 1456815 w 2835881"/>
                <a:gd name="connsiteY2" fmla="*/ 4061615 h 4061615"/>
                <a:gd name="connsiteX3" fmla="*/ 2835881 w 2835881"/>
                <a:gd name="connsiteY3" fmla="*/ 2724670 h 4061615"/>
                <a:gd name="connsiteX0" fmla="*/ 0 w 2832149"/>
                <a:gd name="connsiteY0" fmla="*/ 0 h 4061615"/>
                <a:gd name="connsiteX1" fmla="*/ 6598 w 2832149"/>
                <a:gd name="connsiteY1" fmla="*/ 2237364 h 4061615"/>
                <a:gd name="connsiteX2" fmla="*/ 1453083 w 2832149"/>
                <a:gd name="connsiteY2" fmla="*/ 4061615 h 4061615"/>
                <a:gd name="connsiteX3" fmla="*/ 2832149 w 2832149"/>
                <a:gd name="connsiteY3" fmla="*/ 2724670 h 4061615"/>
                <a:gd name="connsiteX0" fmla="*/ 0 w 2832149"/>
                <a:gd name="connsiteY0" fmla="*/ 0 h 4061618"/>
                <a:gd name="connsiteX1" fmla="*/ 6598 w 2832149"/>
                <a:gd name="connsiteY1" fmla="*/ 2237364 h 4061618"/>
                <a:gd name="connsiteX2" fmla="*/ 1453083 w 2832149"/>
                <a:gd name="connsiteY2" fmla="*/ 4061615 h 4061618"/>
                <a:gd name="connsiteX3" fmla="*/ 2832149 w 2832149"/>
                <a:gd name="connsiteY3" fmla="*/ 2724670 h 4061618"/>
                <a:gd name="connsiteX0" fmla="*/ 0 w 2832149"/>
                <a:gd name="connsiteY0" fmla="*/ 0 h 4061618"/>
                <a:gd name="connsiteX1" fmla="*/ 6598 w 2832149"/>
                <a:gd name="connsiteY1" fmla="*/ 2237364 h 4061618"/>
                <a:gd name="connsiteX2" fmla="*/ 1453083 w 2832149"/>
                <a:gd name="connsiteY2" fmla="*/ 4061615 h 4061618"/>
                <a:gd name="connsiteX3" fmla="*/ 2832149 w 2832149"/>
                <a:gd name="connsiteY3" fmla="*/ 2724670 h 4061618"/>
                <a:gd name="connsiteX0" fmla="*/ 0 w 2832149"/>
                <a:gd name="connsiteY0" fmla="*/ 0 h 4061691"/>
                <a:gd name="connsiteX1" fmla="*/ 6598 w 2832149"/>
                <a:gd name="connsiteY1" fmla="*/ 2237364 h 4061691"/>
                <a:gd name="connsiteX2" fmla="*/ 1453083 w 2832149"/>
                <a:gd name="connsiteY2" fmla="*/ 4061615 h 4061691"/>
                <a:gd name="connsiteX3" fmla="*/ 2832149 w 2832149"/>
                <a:gd name="connsiteY3" fmla="*/ 2724670 h 4061691"/>
                <a:gd name="connsiteX0" fmla="*/ 0 w 2847532"/>
                <a:gd name="connsiteY0" fmla="*/ 0 h 4067726"/>
                <a:gd name="connsiteX1" fmla="*/ 6598 w 2847532"/>
                <a:gd name="connsiteY1" fmla="*/ 2237364 h 4067726"/>
                <a:gd name="connsiteX2" fmla="*/ 1453083 w 2847532"/>
                <a:gd name="connsiteY2" fmla="*/ 4061615 h 4067726"/>
                <a:gd name="connsiteX3" fmla="*/ 2847532 w 2847532"/>
                <a:gd name="connsiteY3" fmla="*/ 2861378 h 4067726"/>
                <a:gd name="connsiteX0" fmla="*/ 0 w 2847532"/>
                <a:gd name="connsiteY0" fmla="*/ 0 h 4067526"/>
                <a:gd name="connsiteX1" fmla="*/ 6598 w 2847532"/>
                <a:gd name="connsiteY1" fmla="*/ 2237364 h 4067526"/>
                <a:gd name="connsiteX2" fmla="*/ 1453083 w 2847532"/>
                <a:gd name="connsiteY2" fmla="*/ 4061615 h 4067526"/>
                <a:gd name="connsiteX3" fmla="*/ 2847532 w 2847532"/>
                <a:gd name="connsiteY3" fmla="*/ 2861378 h 4067526"/>
                <a:gd name="connsiteX0" fmla="*/ 0 w 2847532"/>
                <a:gd name="connsiteY0" fmla="*/ 0 h 4061616"/>
                <a:gd name="connsiteX1" fmla="*/ 6598 w 2847532"/>
                <a:gd name="connsiteY1" fmla="*/ 2237364 h 4061616"/>
                <a:gd name="connsiteX2" fmla="*/ 1453083 w 2847532"/>
                <a:gd name="connsiteY2" fmla="*/ 4061615 h 4061616"/>
                <a:gd name="connsiteX3" fmla="*/ 2847532 w 2847532"/>
                <a:gd name="connsiteY3" fmla="*/ 2861378 h 4061616"/>
                <a:gd name="connsiteX0" fmla="*/ 0 w 2847532"/>
                <a:gd name="connsiteY0" fmla="*/ 0 h 4068872"/>
                <a:gd name="connsiteX1" fmla="*/ 6598 w 2847532"/>
                <a:gd name="connsiteY1" fmla="*/ 2237364 h 4068872"/>
                <a:gd name="connsiteX2" fmla="*/ 1453083 w 2847532"/>
                <a:gd name="connsiteY2" fmla="*/ 4061615 h 4068872"/>
                <a:gd name="connsiteX3" fmla="*/ 2847532 w 2847532"/>
                <a:gd name="connsiteY3" fmla="*/ 2918339 h 4068872"/>
                <a:gd name="connsiteX0" fmla="*/ 100281 w 2947813"/>
                <a:gd name="connsiteY0" fmla="*/ 0 h 3978267"/>
                <a:gd name="connsiteX1" fmla="*/ 106879 w 2947813"/>
                <a:gd name="connsiteY1" fmla="*/ 2237364 h 3978267"/>
                <a:gd name="connsiteX2" fmla="*/ 1522598 w 2947813"/>
                <a:gd name="connsiteY2" fmla="*/ 3970477 h 3978267"/>
                <a:gd name="connsiteX3" fmla="*/ 2947813 w 2947813"/>
                <a:gd name="connsiteY3" fmla="*/ 2918339 h 3978267"/>
                <a:gd name="connsiteX0" fmla="*/ 100281 w 2947813"/>
                <a:gd name="connsiteY0" fmla="*/ 0 h 3970477"/>
                <a:gd name="connsiteX1" fmla="*/ 106879 w 2947813"/>
                <a:gd name="connsiteY1" fmla="*/ 2237364 h 3970477"/>
                <a:gd name="connsiteX2" fmla="*/ 1522598 w 2947813"/>
                <a:gd name="connsiteY2" fmla="*/ 3970477 h 3970477"/>
                <a:gd name="connsiteX3" fmla="*/ 2947813 w 2947813"/>
                <a:gd name="connsiteY3" fmla="*/ 2918339 h 3970477"/>
                <a:gd name="connsiteX0" fmla="*/ 0 w 2847532"/>
                <a:gd name="connsiteY0" fmla="*/ 0 h 3970477"/>
                <a:gd name="connsiteX1" fmla="*/ 6598 w 2847532"/>
                <a:gd name="connsiteY1" fmla="*/ 2237364 h 3970477"/>
                <a:gd name="connsiteX2" fmla="*/ 1422317 w 2847532"/>
                <a:gd name="connsiteY2" fmla="*/ 3970477 h 3970477"/>
                <a:gd name="connsiteX3" fmla="*/ 2847532 w 2847532"/>
                <a:gd name="connsiteY3" fmla="*/ 2918339 h 3970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47532" h="3970477">
                  <a:moveTo>
                    <a:pt x="0" y="0"/>
                  </a:moveTo>
                  <a:cubicBezTo>
                    <a:pt x="943" y="1381432"/>
                    <a:pt x="7986" y="1928780"/>
                    <a:pt x="6598" y="2237364"/>
                  </a:cubicBezTo>
                  <a:cubicBezTo>
                    <a:pt x="5210" y="2545948"/>
                    <a:pt x="941136" y="3970903"/>
                    <a:pt x="1422317" y="3970477"/>
                  </a:cubicBezTo>
                  <a:cubicBezTo>
                    <a:pt x="1903498" y="3970051"/>
                    <a:pt x="2053664" y="2919844"/>
                    <a:pt x="2847532" y="2918339"/>
                  </a:cubicBezTo>
                </a:path>
              </a:pathLst>
            </a:custGeom>
            <a:noFill/>
            <a:ln w="412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</a:t>
              </a: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D7430AE7-043D-2A42-AEA6-A5DEFCDDE64B}"/>
                </a:ext>
              </a:extLst>
            </p:cNvPr>
            <p:cNvSpPr txBox="1"/>
            <p:nvPr/>
          </p:nvSpPr>
          <p:spPr>
            <a:xfrm>
              <a:off x="11496542" y="4706635"/>
              <a:ext cx="367601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1350" dirty="0">
                  <a:solidFill>
                    <a:srgbClr val="0000A8"/>
                  </a:solidFill>
                  <a:latin typeface="Calibri" panose="020F0502020204030204"/>
                </a:rPr>
                <a:t>t=3 </a:t>
              </a:r>
            </a:p>
          </p:txBody>
        </p:sp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B3FEA0BD-9388-0641-A4C4-A22329FE8636}"/>
              </a:ext>
            </a:extLst>
          </p:cNvPr>
          <p:cNvGrpSpPr/>
          <p:nvPr/>
        </p:nvGrpSpPr>
        <p:grpSpPr>
          <a:xfrm>
            <a:off x="5121159" y="2360375"/>
            <a:ext cx="3949608" cy="3388527"/>
            <a:chOff x="8907795" y="1823741"/>
            <a:chExt cx="2951603" cy="3260890"/>
          </a:xfrm>
        </p:grpSpPr>
        <p:sp>
          <p:nvSpPr>
            <p:cNvPr id="362" name="Freeform 361">
              <a:extLst>
                <a:ext uri="{FF2B5EF4-FFF2-40B4-BE49-F238E27FC236}">
                  <a16:creationId xmlns:a16="http://schemas.microsoft.com/office/drawing/2014/main" id="{1875363C-67E2-B44C-B690-43D38457CFC5}"/>
                </a:ext>
              </a:extLst>
            </p:cNvPr>
            <p:cNvSpPr/>
            <p:nvPr/>
          </p:nvSpPr>
          <p:spPr>
            <a:xfrm>
              <a:off x="8907795" y="1823741"/>
              <a:ext cx="2806351" cy="3234534"/>
            </a:xfrm>
            <a:custGeom>
              <a:avLst/>
              <a:gdLst>
                <a:gd name="connsiteX0" fmla="*/ 0 w 3319398"/>
                <a:gd name="connsiteY0" fmla="*/ 0 h 1215025"/>
                <a:gd name="connsiteX1" fmla="*/ 613776 w 3319398"/>
                <a:gd name="connsiteY1" fmla="*/ 1189973 h 1215025"/>
                <a:gd name="connsiteX2" fmla="*/ 3319398 w 3319398"/>
                <a:gd name="connsiteY2" fmla="*/ 1215025 h 1215025"/>
                <a:gd name="connsiteX0" fmla="*/ 0 w 3319398"/>
                <a:gd name="connsiteY0" fmla="*/ 0 h 1284889"/>
                <a:gd name="connsiteX1" fmla="*/ 613776 w 3319398"/>
                <a:gd name="connsiteY1" fmla="*/ 1189973 h 1284889"/>
                <a:gd name="connsiteX2" fmla="*/ 3319398 w 3319398"/>
                <a:gd name="connsiteY2" fmla="*/ 1215025 h 1284889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319398"/>
                <a:gd name="connsiteY0" fmla="*/ 0 h 1528175"/>
                <a:gd name="connsiteX1" fmla="*/ 613776 w 3319398"/>
                <a:gd name="connsiteY1" fmla="*/ 1189973 h 1528175"/>
                <a:gd name="connsiteX2" fmla="*/ 3319398 w 3319398"/>
                <a:gd name="connsiteY2" fmla="*/ 1528175 h 1528175"/>
                <a:gd name="connsiteX0" fmla="*/ 0 w 3181611"/>
                <a:gd name="connsiteY0" fmla="*/ 0 h 1528175"/>
                <a:gd name="connsiteX1" fmla="*/ 475989 w 3181611"/>
                <a:gd name="connsiteY1" fmla="*/ 1189973 h 1528175"/>
                <a:gd name="connsiteX2" fmla="*/ 3181611 w 3181611"/>
                <a:gd name="connsiteY2" fmla="*/ 1528175 h 1528175"/>
                <a:gd name="connsiteX0" fmla="*/ 9476 w 3191087"/>
                <a:gd name="connsiteY0" fmla="*/ 0 h 1528175"/>
                <a:gd name="connsiteX1" fmla="*/ 485465 w 3191087"/>
                <a:gd name="connsiteY1" fmla="*/ 1189973 h 1528175"/>
                <a:gd name="connsiteX2" fmla="*/ 3191087 w 3191087"/>
                <a:gd name="connsiteY2" fmla="*/ 1528175 h 1528175"/>
                <a:gd name="connsiteX0" fmla="*/ 9703 w 3203840"/>
                <a:gd name="connsiteY0" fmla="*/ 0 h 1453019"/>
                <a:gd name="connsiteX1" fmla="*/ 485692 w 3203840"/>
                <a:gd name="connsiteY1" fmla="*/ 1189973 h 1453019"/>
                <a:gd name="connsiteX2" fmla="*/ 3203840 w 3203840"/>
                <a:gd name="connsiteY2" fmla="*/ 1453019 h 1453019"/>
                <a:gd name="connsiteX0" fmla="*/ 6182 w 3200319"/>
                <a:gd name="connsiteY0" fmla="*/ 0 h 1461838"/>
                <a:gd name="connsiteX1" fmla="*/ 519749 w 3200319"/>
                <a:gd name="connsiteY1" fmla="*/ 1290182 h 1461838"/>
                <a:gd name="connsiteX2" fmla="*/ 3200319 w 3200319"/>
                <a:gd name="connsiteY2" fmla="*/ 1453019 h 1461838"/>
                <a:gd name="connsiteX0" fmla="*/ 113523 w 2944405"/>
                <a:gd name="connsiteY0" fmla="*/ 0 h 1461838"/>
                <a:gd name="connsiteX1" fmla="*/ 263835 w 2944405"/>
                <a:gd name="connsiteY1" fmla="*/ 1290182 h 1461838"/>
                <a:gd name="connsiteX2" fmla="*/ 2944405 w 2944405"/>
                <a:gd name="connsiteY2" fmla="*/ 1453019 h 1461838"/>
                <a:gd name="connsiteX0" fmla="*/ 7733 w 2838615"/>
                <a:gd name="connsiteY0" fmla="*/ 0 h 1523002"/>
                <a:gd name="connsiteX1" fmla="*/ 446144 w 2838615"/>
                <a:gd name="connsiteY1" fmla="*/ 1402916 h 1523002"/>
                <a:gd name="connsiteX2" fmla="*/ 2838615 w 2838615"/>
                <a:gd name="connsiteY2" fmla="*/ 1453019 h 1523002"/>
                <a:gd name="connsiteX0" fmla="*/ 6626 w 2837508"/>
                <a:gd name="connsiteY0" fmla="*/ 0 h 1484577"/>
                <a:gd name="connsiteX1" fmla="*/ 457563 w 2837508"/>
                <a:gd name="connsiteY1" fmla="*/ 1340286 h 1484577"/>
                <a:gd name="connsiteX2" fmla="*/ 2837508 w 2837508"/>
                <a:gd name="connsiteY2" fmla="*/ 1453019 h 1484577"/>
                <a:gd name="connsiteX0" fmla="*/ 6626 w 2837508"/>
                <a:gd name="connsiteY0" fmla="*/ 0 h 1506274"/>
                <a:gd name="connsiteX1" fmla="*/ 457563 w 2837508"/>
                <a:gd name="connsiteY1" fmla="*/ 1340286 h 1506274"/>
                <a:gd name="connsiteX2" fmla="*/ 2837508 w 2837508"/>
                <a:gd name="connsiteY2" fmla="*/ 1490597 h 1506274"/>
                <a:gd name="connsiteX0" fmla="*/ 6626 w 2837508"/>
                <a:gd name="connsiteY0" fmla="*/ 0 h 1532376"/>
                <a:gd name="connsiteX1" fmla="*/ 457563 w 2837508"/>
                <a:gd name="connsiteY1" fmla="*/ 1340286 h 1532376"/>
                <a:gd name="connsiteX2" fmla="*/ 2837508 w 2837508"/>
                <a:gd name="connsiteY2" fmla="*/ 1528175 h 1532376"/>
                <a:gd name="connsiteX0" fmla="*/ 2412 w 2833294"/>
                <a:gd name="connsiteY0" fmla="*/ 0 h 1532376"/>
                <a:gd name="connsiteX1" fmla="*/ 453349 w 2833294"/>
                <a:gd name="connsiteY1" fmla="*/ 1340286 h 1532376"/>
                <a:gd name="connsiteX2" fmla="*/ 2833294 w 2833294"/>
                <a:gd name="connsiteY2" fmla="*/ 1528175 h 1532376"/>
                <a:gd name="connsiteX0" fmla="*/ 1555 w 2857489"/>
                <a:gd name="connsiteY0" fmla="*/ 0 h 1519367"/>
                <a:gd name="connsiteX1" fmla="*/ 477544 w 2857489"/>
                <a:gd name="connsiteY1" fmla="*/ 1327760 h 1519367"/>
                <a:gd name="connsiteX2" fmla="*/ 2857489 w 2857489"/>
                <a:gd name="connsiteY2" fmla="*/ 1515649 h 1519367"/>
                <a:gd name="connsiteX0" fmla="*/ 1555 w 2857489"/>
                <a:gd name="connsiteY0" fmla="*/ 0 h 1493055"/>
                <a:gd name="connsiteX1" fmla="*/ 477544 w 2857489"/>
                <a:gd name="connsiteY1" fmla="*/ 1327760 h 1493055"/>
                <a:gd name="connsiteX2" fmla="*/ 2857489 w 2857489"/>
                <a:gd name="connsiteY2" fmla="*/ 1478071 h 1493055"/>
                <a:gd name="connsiteX0" fmla="*/ 1555 w 2857489"/>
                <a:gd name="connsiteY0" fmla="*/ 0 h 1508807"/>
                <a:gd name="connsiteX1" fmla="*/ 477544 w 2857489"/>
                <a:gd name="connsiteY1" fmla="*/ 1327760 h 1508807"/>
                <a:gd name="connsiteX2" fmla="*/ 2857489 w 2857489"/>
                <a:gd name="connsiteY2" fmla="*/ 1478071 h 1508807"/>
                <a:gd name="connsiteX0" fmla="*/ 1555 w 2857489"/>
                <a:gd name="connsiteY0" fmla="*/ 0 h 1536065"/>
                <a:gd name="connsiteX1" fmla="*/ 477544 w 2857489"/>
                <a:gd name="connsiteY1" fmla="*/ 1327760 h 1536065"/>
                <a:gd name="connsiteX2" fmla="*/ 2857489 w 2857489"/>
                <a:gd name="connsiteY2" fmla="*/ 1515649 h 1536065"/>
                <a:gd name="connsiteX0" fmla="*/ 1555 w 2857489"/>
                <a:gd name="connsiteY0" fmla="*/ 0 h 1536841"/>
                <a:gd name="connsiteX1" fmla="*/ 477544 w 2857489"/>
                <a:gd name="connsiteY1" fmla="*/ 1327760 h 1536841"/>
                <a:gd name="connsiteX2" fmla="*/ 1394471 w 2857489"/>
                <a:gd name="connsiteY2" fmla="*/ 1524673 h 1536841"/>
                <a:gd name="connsiteX3" fmla="*/ 2857489 w 2857489"/>
                <a:gd name="connsiteY3" fmla="*/ 1515649 h 1536841"/>
                <a:gd name="connsiteX0" fmla="*/ 206 w 2856140"/>
                <a:gd name="connsiteY0" fmla="*/ 0 h 2379901"/>
                <a:gd name="connsiteX1" fmla="*/ 476195 w 2856140"/>
                <a:gd name="connsiteY1" fmla="*/ 1327760 h 2379901"/>
                <a:gd name="connsiteX2" fmla="*/ 1423443 w 2856140"/>
                <a:gd name="connsiteY2" fmla="*/ 2379097 h 2379901"/>
                <a:gd name="connsiteX3" fmla="*/ 2856140 w 2856140"/>
                <a:gd name="connsiteY3" fmla="*/ 1515649 h 2379901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856140"/>
                <a:gd name="connsiteY0" fmla="*/ 0 h 2379097"/>
                <a:gd name="connsiteX1" fmla="*/ 476195 w 2856140"/>
                <a:gd name="connsiteY1" fmla="*/ 1327760 h 2379097"/>
                <a:gd name="connsiteX2" fmla="*/ 1423443 w 2856140"/>
                <a:gd name="connsiteY2" fmla="*/ 2379097 h 2379097"/>
                <a:gd name="connsiteX3" fmla="*/ 2856140 w 2856140"/>
                <a:gd name="connsiteY3" fmla="*/ 1515649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206 w 2772756"/>
                <a:gd name="connsiteY0" fmla="*/ 0 h 2379097"/>
                <a:gd name="connsiteX1" fmla="*/ 476195 w 2772756"/>
                <a:gd name="connsiteY1" fmla="*/ 1327760 h 2379097"/>
                <a:gd name="connsiteX2" fmla="*/ 1423443 w 2772756"/>
                <a:gd name="connsiteY2" fmla="*/ 2379097 h 2379097"/>
                <a:gd name="connsiteX3" fmla="*/ 2772756 w 2772756"/>
                <a:gd name="connsiteY3" fmla="*/ 1549826 h 2379097"/>
                <a:gd name="connsiteX0" fmla="*/ 0 w 2772550"/>
                <a:gd name="connsiteY0" fmla="*/ 0 h 2379097"/>
                <a:gd name="connsiteX1" fmla="*/ 475989 w 2772550"/>
                <a:gd name="connsiteY1" fmla="*/ 132776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544213 w 2772550"/>
                <a:gd name="connsiteY1" fmla="*/ 1373330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0 w 2772550"/>
                <a:gd name="connsiteY0" fmla="*/ 0 h 2379097"/>
                <a:gd name="connsiteX1" fmla="*/ 491150 w 2772550"/>
                <a:gd name="connsiteY1" fmla="*/ 1487254 h 2379097"/>
                <a:gd name="connsiteX2" fmla="*/ 1423237 w 2772550"/>
                <a:gd name="connsiteY2" fmla="*/ 2379097 h 2379097"/>
                <a:gd name="connsiteX3" fmla="*/ 2772550 w 2772550"/>
                <a:gd name="connsiteY3" fmla="*/ 1549826 h 2379097"/>
                <a:gd name="connsiteX0" fmla="*/ 4133 w 2776683"/>
                <a:gd name="connsiteY0" fmla="*/ 0 h 2379097"/>
                <a:gd name="connsiteX1" fmla="*/ 495283 w 2776683"/>
                <a:gd name="connsiteY1" fmla="*/ 1487254 h 2379097"/>
                <a:gd name="connsiteX2" fmla="*/ 1427370 w 2776683"/>
                <a:gd name="connsiteY2" fmla="*/ 2379097 h 2379097"/>
                <a:gd name="connsiteX3" fmla="*/ 2776683 w 2776683"/>
                <a:gd name="connsiteY3" fmla="*/ 1549826 h 2379097"/>
                <a:gd name="connsiteX0" fmla="*/ 7071 w 2779621"/>
                <a:gd name="connsiteY0" fmla="*/ 0 h 2379097"/>
                <a:gd name="connsiteX1" fmla="*/ 498221 w 2779621"/>
                <a:gd name="connsiteY1" fmla="*/ 1487254 h 2379097"/>
                <a:gd name="connsiteX2" fmla="*/ 1430308 w 2779621"/>
                <a:gd name="connsiteY2" fmla="*/ 2379097 h 2379097"/>
                <a:gd name="connsiteX3" fmla="*/ 2779621 w 2779621"/>
                <a:gd name="connsiteY3" fmla="*/ 1549826 h 2379097"/>
                <a:gd name="connsiteX0" fmla="*/ 11488 w 2784038"/>
                <a:gd name="connsiteY0" fmla="*/ 0 h 2379097"/>
                <a:gd name="connsiteX1" fmla="*/ 502638 w 2784038"/>
                <a:gd name="connsiteY1" fmla="*/ 1487254 h 2379097"/>
                <a:gd name="connsiteX2" fmla="*/ 1434725 w 2784038"/>
                <a:gd name="connsiteY2" fmla="*/ 2379097 h 2379097"/>
                <a:gd name="connsiteX3" fmla="*/ 2784038 w 2784038"/>
                <a:gd name="connsiteY3" fmla="*/ 1549826 h 2379097"/>
                <a:gd name="connsiteX0" fmla="*/ 16 w 2786015"/>
                <a:gd name="connsiteY0" fmla="*/ 0 h 2369138"/>
                <a:gd name="connsiteX1" fmla="*/ 504615 w 2786015"/>
                <a:gd name="connsiteY1" fmla="*/ 1477295 h 2369138"/>
                <a:gd name="connsiteX2" fmla="*/ 1436702 w 2786015"/>
                <a:gd name="connsiteY2" fmla="*/ 2369138 h 2369138"/>
                <a:gd name="connsiteX3" fmla="*/ 2786015 w 2786015"/>
                <a:gd name="connsiteY3" fmla="*/ 1539867 h 2369138"/>
                <a:gd name="connsiteX0" fmla="*/ 0 w 2785999"/>
                <a:gd name="connsiteY0" fmla="*/ 0 h 2369138"/>
                <a:gd name="connsiteX1" fmla="*/ 504599 w 2785999"/>
                <a:gd name="connsiteY1" fmla="*/ 147729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444079 w 2785999"/>
                <a:gd name="connsiteY1" fmla="*/ 1482276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9138"/>
                <a:gd name="connsiteX1" fmla="*/ 780300 w 2785999"/>
                <a:gd name="connsiteY1" fmla="*/ 1512155 h 2369138"/>
                <a:gd name="connsiteX2" fmla="*/ 1436686 w 2785999"/>
                <a:gd name="connsiteY2" fmla="*/ 2369138 h 2369138"/>
                <a:gd name="connsiteX3" fmla="*/ 2785999 w 2785999"/>
                <a:gd name="connsiteY3" fmla="*/ 1539867 h 236913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785999"/>
                <a:gd name="connsiteY0" fmla="*/ 0 h 2364158"/>
                <a:gd name="connsiteX1" fmla="*/ 780300 w 2785999"/>
                <a:gd name="connsiteY1" fmla="*/ 1512155 h 2364158"/>
                <a:gd name="connsiteX2" fmla="*/ 1376166 w 2785999"/>
                <a:gd name="connsiteY2" fmla="*/ 2364158 h 2364158"/>
                <a:gd name="connsiteX3" fmla="*/ 2785999 w 2785999"/>
                <a:gd name="connsiteY3" fmla="*/ 1539867 h 2364158"/>
                <a:gd name="connsiteX0" fmla="*/ 0 w 2855224"/>
                <a:gd name="connsiteY0" fmla="*/ 0 h 2581827"/>
                <a:gd name="connsiteX1" fmla="*/ 780300 w 2855224"/>
                <a:gd name="connsiteY1" fmla="*/ 1512155 h 2581827"/>
                <a:gd name="connsiteX2" fmla="*/ 1376166 w 2855224"/>
                <a:gd name="connsiteY2" fmla="*/ 2364158 h 2581827"/>
                <a:gd name="connsiteX3" fmla="*/ 2855224 w 2855224"/>
                <a:gd name="connsiteY3" fmla="*/ 2576569 h 2581827"/>
                <a:gd name="connsiteX0" fmla="*/ 0 w 2855224"/>
                <a:gd name="connsiteY0" fmla="*/ 0 h 4061615"/>
                <a:gd name="connsiteX1" fmla="*/ 780300 w 2855224"/>
                <a:gd name="connsiteY1" fmla="*/ 1512155 h 4061615"/>
                <a:gd name="connsiteX2" fmla="*/ 1453083 w 2855224"/>
                <a:gd name="connsiteY2" fmla="*/ 4061615 h 4061615"/>
                <a:gd name="connsiteX3" fmla="*/ 2855224 w 2855224"/>
                <a:gd name="connsiteY3" fmla="*/ 2576569 h 4061615"/>
                <a:gd name="connsiteX0" fmla="*/ 72336 w 2927560"/>
                <a:gd name="connsiteY0" fmla="*/ 0 h 4061615"/>
                <a:gd name="connsiteX1" fmla="*/ 121931 w 2927560"/>
                <a:gd name="connsiteY1" fmla="*/ 2229872 h 4061615"/>
                <a:gd name="connsiteX2" fmla="*/ 1525419 w 2927560"/>
                <a:gd name="connsiteY2" fmla="*/ 4061615 h 4061615"/>
                <a:gd name="connsiteX3" fmla="*/ 2927560 w 2927560"/>
                <a:gd name="connsiteY3" fmla="*/ 2576569 h 4061615"/>
                <a:gd name="connsiteX0" fmla="*/ 72336 w 2904485"/>
                <a:gd name="connsiteY0" fmla="*/ 0 h 4061615"/>
                <a:gd name="connsiteX1" fmla="*/ 121931 w 2904485"/>
                <a:gd name="connsiteY1" fmla="*/ 2229872 h 4061615"/>
                <a:gd name="connsiteX2" fmla="*/ 1525419 w 2904485"/>
                <a:gd name="connsiteY2" fmla="*/ 4061615 h 4061615"/>
                <a:gd name="connsiteX3" fmla="*/ 2904485 w 2904485"/>
                <a:gd name="connsiteY3" fmla="*/ 2724670 h 4061615"/>
                <a:gd name="connsiteX0" fmla="*/ 0 w 2832149"/>
                <a:gd name="connsiteY0" fmla="*/ 0 h 4061615"/>
                <a:gd name="connsiteX1" fmla="*/ 49595 w 2832149"/>
                <a:gd name="connsiteY1" fmla="*/ 2229872 h 4061615"/>
                <a:gd name="connsiteX2" fmla="*/ 1453083 w 2832149"/>
                <a:gd name="connsiteY2" fmla="*/ 4061615 h 4061615"/>
                <a:gd name="connsiteX3" fmla="*/ 2832149 w 2832149"/>
                <a:gd name="connsiteY3" fmla="*/ 2724670 h 4061615"/>
                <a:gd name="connsiteX0" fmla="*/ 3732 w 2835881"/>
                <a:gd name="connsiteY0" fmla="*/ 0 h 4061615"/>
                <a:gd name="connsiteX1" fmla="*/ 10330 w 2835881"/>
                <a:gd name="connsiteY1" fmla="*/ 2237364 h 4061615"/>
                <a:gd name="connsiteX2" fmla="*/ 1456815 w 2835881"/>
                <a:gd name="connsiteY2" fmla="*/ 4061615 h 4061615"/>
                <a:gd name="connsiteX3" fmla="*/ 2835881 w 2835881"/>
                <a:gd name="connsiteY3" fmla="*/ 2724670 h 4061615"/>
                <a:gd name="connsiteX0" fmla="*/ 0 w 2832149"/>
                <a:gd name="connsiteY0" fmla="*/ 0 h 4061615"/>
                <a:gd name="connsiteX1" fmla="*/ 6598 w 2832149"/>
                <a:gd name="connsiteY1" fmla="*/ 2237364 h 4061615"/>
                <a:gd name="connsiteX2" fmla="*/ 1453083 w 2832149"/>
                <a:gd name="connsiteY2" fmla="*/ 4061615 h 4061615"/>
                <a:gd name="connsiteX3" fmla="*/ 2832149 w 2832149"/>
                <a:gd name="connsiteY3" fmla="*/ 2724670 h 4061615"/>
                <a:gd name="connsiteX0" fmla="*/ 0 w 2832149"/>
                <a:gd name="connsiteY0" fmla="*/ 0 h 4061618"/>
                <a:gd name="connsiteX1" fmla="*/ 6598 w 2832149"/>
                <a:gd name="connsiteY1" fmla="*/ 2237364 h 4061618"/>
                <a:gd name="connsiteX2" fmla="*/ 1453083 w 2832149"/>
                <a:gd name="connsiteY2" fmla="*/ 4061615 h 4061618"/>
                <a:gd name="connsiteX3" fmla="*/ 2832149 w 2832149"/>
                <a:gd name="connsiteY3" fmla="*/ 2724670 h 4061618"/>
                <a:gd name="connsiteX0" fmla="*/ 0 w 2832149"/>
                <a:gd name="connsiteY0" fmla="*/ 0 h 4061618"/>
                <a:gd name="connsiteX1" fmla="*/ 6598 w 2832149"/>
                <a:gd name="connsiteY1" fmla="*/ 2237364 h 4061618"/>
                <a:gd name="connsiteX2" fmla="*/ 1453083 w 2832149"/>
                <a:gd name="connsiteY2" fmla="*/ 4061615 h 4061618"/>
                <a:gd name="connsiteX3" fmla="*/ 2832149 w 2832149"/>
                <a:gd name="connsiteY3" fmla="*/ 2724670 h 4061618"/>
                <a:gd name="connsiteX0" fmla="*/ 0 w 2832149"/>
                <a:gd name="connsiteY0" fmla="*/ 0 h 4061691"/>
                <a:gd name="connsiteX1" fmla="*/ 6598 w 2832149"/>
                <a:gd name="connsiteY1" fmla="*/ 2237364 h 4061691"/>
                <a:gd name="connsiteX2" fmla="*/ 1453083 w 2832149"/>
                <a:gd name="connsiteY2" fmla="*/ 4061615 h 4061691"/>
                <a:gd name="connsiteX3" fmla="*/ 2832149 w 2832149"/>
                <a:gd name="connsiteY3" fmla="*/ 2724670 h 4061691"/>
                <a:gd name="connsiteX0" fmla="*/ 0 w 2847532"/>
                <a:gd name="connsiteY0" fmla="*/ 0 h 4067726"/>
                <a:gd name="connsiteX1" fmla="*/ 6598 w 2847532"/>
                <a:gd name="connsiteY1" fmla="*/ 2237364 h 4067726"/>
                <a:gd name="connsiteX2" fmla="*/ 1453083 w 2847532"/>
                <a:gd name="connsiteY2" fmla="*/ 4061615 h 4067726"/>
                <a:gd name="connsiteX3" fmla="*/ 2847532 w 2847532"/>
                <a:gd name="connsiteY3" fmla="*/ 2861378 h 4067726"/>
                <a:gd name="connsiteX0" fmla="*/ 0 w 2847532"/>
                <a:gd name="connsiteY0" fmla="*/ 0 h 4067526"/>
                <a:gd name="connsiteX1" fmla="*/ 6598 w 2847532"/>
                <a:gd name="connsiteY1" fmla="*/ 2237364 h 4067526"/>
                <a:gd name="connsiteX2" fmla="*/ 1453083 w 2847532"/>
                <a:gd name="connsiteY2" fmla="*/ 4061615 h 4067526"/>
                <a:gd name="connsiteX3" fmla="*/ 2847532 w 2847532"/>
                <a:gd name="connsiteY3" fmla="*/ 2861378 h 4067526"/>
                <a:gd name="connsiteX0" fmla="*/ 0 w 2847532"/>
                <a:gd name="connsiteY0" fmla="*/ 0 h 4061616"/>
                <a:gd name="connsiteX1" fmla="*/ 6598 w 2847532"/>
                <a:gd name="connsiteY1" fmla="*/ 2237364 h 4061616"/>
                <a:gd name="connsiteX2" fmla="*/ 1453083 w 2847532"/>
                <a:gd name="connsiteY2" fmla="*/ 4061615 h 4061616"/>
                <a:gd name="connsiteX3" fmla="*/ 2847532 w 2847532"/>
                <a:gd name="connsiteY3" fmla="*/ 2861378 h 4061616"/>
                <a:gd name="connsiteX0" fmla="*/ 0 w 2847532"/>
                <a:gd name="connsiteY0" fmla="*/ 0 h 4068872"/>
                <a:gd name="connsiteX1" fmla="*/ 6598 w 2847532"/>
                <a:gd name="connsiteY1" fmla="*/ 2237364 h 4068872"/>
                <a:gd name="connsiteX2" fmla="*/ 1453083 w 2847532"/>
                <a:gd name="connsiteY2" fmla="*/ 4061615 h 4068872"/>
                <a:gd name="connsiteX3" fmla="*/ 2847532 w 2847532"/>
                <a:gd name="connsiteY3" fmla="*/ 2918339 h 4068872"/>
                <a:gd name="connsiteX0" fmla="*/ 205842 w 3053374"/>
                <a:gd name="connsiteY0" fmla="*/ 0 h 2918339"/>
                <a:gd name="connsiteX1" fmla="*/ 212440 w 3053374"/>
                <a:gd name="connsiteY1" fmla="*/ 2237364 h 2918339"/>
                <a:gd name="connsiteX2" fmla="*/ 3053374 w 3053374"/>
                <a:gd name="connsiteY2" fmla="*/ 2918339 h 2918339"/>
                <a:gd name="connsiteX0" fmla="*/ 108602 w 2956134"/>
                <a:gd name="connsiteY0" fmla="*/ 0 h 3037186"/>
                <a:gd name="connsiteX1" fmla="*/ 257674 w 2956134"/>
                <a:gd name="connsiteY1" fmla="*/ 2829378 h 3037186"/>
                <a:gd name="connsiteX2" fmla="*/ 2956134 w 2956134"/>
                <a:gd name="connsiteY2" fmla="*/ 2918339 h 3037186"/>
                <a:gd name="connsiteX0" fmla="*/ 0 w 2847532"/>
                <a:gd name="connsiteY0" fmla="*/ 0 h 2918339"/>
                <a:gd name="connsiteX1" fmla="*/ 149072 w 2847532"/>
                <a:gd name="connsiteY1" fmla="*/ 2829378 h 2918339"/>
                <a:gd name="connsiteX2" fmla="*/ 2847532 w 2847532"/>
                <a:gd name="connsiteY2" fmla="*/ 2918339 h 2918339"/>
                <a:gd name="connsiteX0" fmla="*/ 0 w 2847532"/>
                <a:gd name="connsiteY0" fmla="*/ 0 h 2918339"/>
                <a:gd name="connsiteX1" fmla="*/ 156195 w 2847532"/>
                <a:gd name="connsiteY1" fmla="*/ 2878713 h 2918339"/>
                <a:gd name="connsiteX2" fmla="*/ 2847532 w 2847532"/>
                <a:gd name="connsiteY2" fmla="*/ 2918339 h 2918339"/>
                <a:gd name="connsiteX0" fmla="*/ 104232 w 2951764"/>
                <a:gd name="connsiteY0" fmla="*/ 0 h 3066150"/>
                <a:gd name="connsiteX1" fmla="*/ 260427 w 2951764"/>
                <a:gd name="connsiteY1" fmla="*/ 2870491 h 3066150"/>
                <a:gd name="connsiteX2" fmla="*/ 2951764 w 2951764"/>
                <a:gd name="connsiteY2" fmla="*/ 2910117 h 3066150"/>
                <a:gd name="connsiteX0" fmla="*/ 99818 w 2947350"/>
                <a:gd name="connsiteY0" fmla="*/ 0 h 3066150"/>
                <a:gd name="connsiteX1" fmla="*/ 256013 w 2947350"/>
                <a:gd name="connsiteY1" fmla="*/ 2870491 h 3066150"/>
                <a:gd name="connsiteX2" fmla="*/ 2947350 w 2947350"/>
                <a:gd name="connsiteY2" fmla="*/ 2910117 h 3066150"/>
                <a:gd name="connsiteX0" fmla="*/ 0 w 2847532"/>
                <a:gd name="connsiteY0" fmla="*/ 0 h 2929561"/>
                <a:gd name="connsiteX1" fmla="*/ 156195 w 2847532"/>
                <a:gd name="connsiteY1" fmla="*/ 2870491 h 2929561"/>
                <a:gd name="connsiteX2" fmla="*/ 2847532 w 2847532"/>
                <a:gd name="connsiteY2" fmla="*/ 2910117 h 2929561"/>
                <a:gd name="connsiteX0" fmla="*/ 0 w 2847532"/>
                <a:gd name="connsiteY0" fmla="*/ 0 h 2940104"/>
                <a:gd name="connsiteX1" fmla="*/ 156195 w 2847532"/>
                <a:gd name="connsiteY1" fmla="*/ 2870491 h 2940104"/>
                <a:gd name="connsiteX2" fmla="*/ 2847532 w 2847532"/>
                <a:gd name="connsiteY2" fmla="*/ 2910117 h 2940104"/>
                <a:gd name="connsiteX0" fmla="*/ 0 w 2847532"/>
                <a:gd name="connsiteY0" fmla="*/ 0 h 2978647"/>
                <a:gd name="connsiteX1" fmla="*/ 156195 w 2847532"/>
                <a:gd name="connsiteY1" fmla="*/ 2870491 h 2978647"/>
                <a:gd name="connsiteX2" fmla="*/ 2847532 w 2847532"/>
                <a:gd name="connsiteY2" fmla="*/ 2910117 h 2978647"/>
                <a:gd name="connsiteX0" fmla="*/ 75033 w 2922565"/>
                <a:gd name="connsiteY0" fmla="*/ 0 h 2947368"/>
                <a:gd name="connsiteX1" fmla="*/ 95877 w 2922565"/>
                <a:gd name="connsiteY1" fmla="*/ 2812934 h 2947368"/>
                <a:gd name="connsiteX2" fmla="*/ 2922565 w 2922565"/>
                <a:gd name="connsiteY2" fmla="*/ 2910117 h 2947368"/>
                <a:gd name="connsiteX0" fmla="*/ 0 w 2847532"/>
                <a:gd name="connsiteY0" fmla="*/ 0 h 2921786"/>
                <a:gd name="connsiteX1" fmla="*/ 20844 w 2847532"/>
                <a:gd name="connsiteY1" fmla="*/ 2812934 h 2921786"/>
                <a:gd name="connsiteX2" fmla="*/ 2847532 w 2847532"/>
                <a:gd name="connsiteY2" fmla="*/ 2910117 h 2921786"/>
                <a:gd name="connsiteX0" fmla="*/ 0 w 2847532"/>
                <a:gd name="connsiteY0" fmla="*/ 0 h 2921786"/>
                <a:gd name="connsiteX1" fmla="*/ 92081 w 2847532"/>
                <a:gd name="connsiteY1" fmla="*/ 2812934 h 2921786"/>
                <a:gd name="connsiteX2" fmla="*/ 2847532 w 2847532"/>
                <a:gd name="connsiteY2" fmla="*/ 2910117 h 2921786"/>
                <a:gd name="connsiteX0" fmla="*/ 0 w 2847532"/>
                <a:gd name="connsiteY0" fmla="*/ 0 h 2929781"/>
                <a:gd name="connsiteX1" fmla="*/ 92081 w 2847532"/>
                <a:gd name="connsiteY1" fmla="*/ 2812934 h 2929781"/>
                <a:gd name="connsiteX2" fmla="*/ 2847532 w 2847532"/>
                <a:gd name="connsiteY2" fmla="*/ 2910117 h 2929781"/>
                <a:gd name="connsiteX0" fmla="*/ 0 w 2847532"/>
                <a:gd name="connsiteY0" fmla="*/ 0 h 2941785"/>
                <a:gd name="connsiteX1" fmla="*/ 92081 w 2847532"/>
                <a:gd name="connsiteY1" fmla="*/ 2812934 h 2941785"/>
                <a:gd name="connsiteX2" fmla="*/ 2847532 w 2847532"/>
                <a:gd name="connsiteY2" fmla="*/ 2910117 h 2941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47532" h="2941785">
                  <a:moveTo>
                    <a:pt x="0" y="0"/>
                  </a:moveTo>
                  <a:cubicBezTo>
                    <a:pt x="15191" y="1611659"/>
                    <a:pt x="-19201" y="2632144"/>
                    <a:pt x="92081" y="2812934"/>
                  </a:cubicBezTo>
                  <a:cubicBezTo>
                    <a:pt x="203363" y="2993724"/>
                    <a:pt x="2234300" y="2940917"/>
                    <a:pt x="2847532" y="2910117"/>
                  </a:cubicBezTo>
                </a:path>
              </a:pathLst>
            </a:custGeom>
            <a:noFill/>
            <a:ln w="412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</a:t>
              </a: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A857DEAF-2A1F-2D40-8338-8A4F683F80D6}"/>
                </a:ext>
              </a:extLst>
            </p:cNvPr>
            <p:cNvSpPr txBox="1"/>
            <p:nvPr/>
          </p:nvSpPr>
          <p:spPr>
            <a:xfrm>
              <a:off x="11518941" y="4795852"/>
              <a:ext cx="340457" cy="2887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685800"/>
              <a:r>
                <a:rPr lang="en-US" sz="1350" dirty="0">
                  <a:solidFill>
                    <a:srgbClr val="0000A8"/>
                  </a:solidFill>
                  <a:latin typeface="Calibri" panose="020F0502020204030204"/>
                </a:rPr>
                <a:t>t=4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81994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803E-6759-9045-824E-EB665BC5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Distance vector: link cost changes</a:t>
            </a:r>
          </a:p>
        </p:txBody>
      </p:sp>
      <p:sp>
        <p:nvSpPr>
          <p:cNvPr id="80" name="Text Box 4">
            <a:extLst>
              <a:ext uri="{FF2B5EF4-FFF2-40B4-BE49-F238E27FC236}">
                <a16:creationId xmlns:a16="http://schemas.microsoft.com/office/drawing/2014/main" id="{438AA575-F82B-4140-AE52-BEE0F0C22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386" y="4041193"/>
            <a:ext cx="1380995" cy="541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defTabSz="685800">
              <a:lnSpc>
                <a:spcPct val="80000"/>
              </a:lnSpc>
            </a:pPr>
            <a:r>
              <a:rPr lang="en-US" altLang="ja-JP" sz="1800" dirty="0">
                <a:solidFill>
                  <a:srgbClr val="C00000"/>
                </a:solidFill>
                <a:latin typeface="Calibri" panose="020F0502020204030204"/>
              </a:rPr>
              <a:t>“good </a:t>
            </a:r>
            <a:r>
              <a:rPr lang="en-US" sz="1800" dirty="0">
                <a:solidFill>
                  <a:srgbClr val="C00000"/>
                </a:solidFill>
                <a:latin typeface="Calibri" panose="020F0502020204030204"/>
              </a:rPr>
              <a:t>news </a:t>
            </a:r>
          </a:p>
          <a:p>
            <a:pPr defTabSz="685800">
              <a:lnSpc>
                <a:spcPct val="80000"/>
              </a:lnSpc>
            </a:pPr>
            <a:r>
              <a:rPr lang="en-US" sz="1800" dirty="0">
                <a:solidFill>
                  <a:srgbClr val="C00000"/>
                </a:solidFill>
                <a:latin typeface="Calibri" panose="020F0502020204030204"/>
              </a:rPr>
              <a:t>travels fast”</a:t>
            </a:r>
            <a:endParaRPr lang="en-US" sz="1200" dirty="0">
              <a:solidFill>
                <a:srgbClr val="C00000"/>
              </a:solidFill>
              <a:latin typeface="Calibri" panose="020F0502020204030204"/>
            </a:endParaRPr>
          </a:p>
        </p:txBody>
      </p:sp>
      <p:sp>
        <p:nvSpPr>
          <p:cNvPr id="81" name="Rectangle 41">
            <a:extLst>
              <a:ext uri="{FF2B5EF4-FFF2-40B4-BE49-F238E27FC236}">
                <a16:creationId xmlns:a16="http://schemas.microsoft.com/office/drawing/2014/main" id="{C4C2BFAF-08F8-2B4E-84C9-E1AF71573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3090" y="3637545"/>
            <a:ext cx="6833503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defTabSz="685800">
              <a:tabLst>
                <a:tab pos="171450" algn="l"/>
                <a:tab pos="342900" algn="l"/>
              </a:tabLst>
            </a:pP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t</a:t>
            </a:r>
            <a:r>
              <a:rPr lang="en-US" i="1" baseline="-25000" dirty="0">
                <a:solidFill>
                  <a:prstClr val="black"/>
                </a:solidFill>
                <a:latin typeface="Calibri" panose="020F0502020204030204"/>
              </a:rPr>
              <a:t>0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y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detects link-cost change, updates its DV, informs its neighbors.</a:t>
            </a:r>
          </a:p>
          <a:p>
            <a:pPr defTabSz="685800">
              <a:tabLst>
                <a:tab pos="171450" algn="l"/>
                <a:tab pos="342900" algn="l"/>
              </a:tabLst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2" name="Rectangle 42">
            <a:extLst>
              <a:ext uri="{FF2B5EF4-FFF2-40B4-BE49-F238E27FC236}">
                <a16:creationId xmlns:a16="http://schemas.microsoft.com/office/drawing/2014/main" id="{0B94A561-5BEF-5441-B104-E5096C7CC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615" y="4019349"/>
            <a:ext cx="6532748" cy="85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307181" indent="-307181" defTabSz="685800">
              <a:tabLst>
                <a:tab pos="171450" algn="l"/>
                <a:tab pos="251222" algn="l"/>
              </a:tabLst>
            </a:pP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t</a:t>
            </a:r>
            <a:r>
              <a:rPr lang="en-US" i="1" baseline="-25000" dirty="0">
                <a:solidFill>
                  <a:prstClr val="black"/>
                </a:solidFill>
                <a:latin typeface="Calibri" panose="020F0502020204030204"/>
              </a:rPr>
              <a:t>1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z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receives update from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y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, updates its DV, computes new least cost to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x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, sends its neighbors its DV.</a:t>
            </a:r>
          </a:p>
          <a:p>
            <a:pPr defTabSz="685800">
              <a:tabLst>
                <a:tab pos="171450" algn="l"/>
                <a:tab pos="342900" algn="l"/>
              </a:tabLst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3" name="Rectangle 43">
            <a:extLst>
              <a:ext uri="{FF2B5EF4-FFF2-40B4-BE49-F238E27FC236}">
                <a16:creationId xmlns:a16="http://schemas.microsoft.com/office/drawing/2014/main" id="{02ED6D7B-6CD4-684F-802D-890455183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705" y="4643862"/>
            <a:ext cx="6337583" cy="85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marL="307181" indent="-307181" defTabSz="685800">
              <a:tabLst>
                <a:tab pos="171450" algn="l"/>
                <a:tab pos="342900" algn="l"/>
              </a:tabLst>
            </a:pP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t</a:t>
            </a:r>
            <a:r>
              <a:rPr lang="en-US" i="1" baseline="-25000" dirty="0">
                <a:solidFill>
                  <a:prstClr val="black"/>
                </a:solidFill>
                <a:latin typeface="Calibri" panose="020F0502020204030204"/>
              </a:rPr>
              <a:t>2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y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receives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z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’</a:t>
            </a:r>
            <a:r>
              <a:rPr lang="en-US" altLang="ja-JP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s update, updates its DV.  </a:t>
            </a:r>
            <a:r>
              <a:rPr lang="en-US" altLang="ja-JP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y’</a:t>
            </a:r>
            <a:r>
              <a:rPr lang="en-US" altLang="ja-JP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s least costs do </a:t>
            </a:r>
            <a:r>
              <a:rPr lang="en-US" altLang="ja-JP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not</a:t>
            </a:r>
            <a:r>
              <a:rPr lang="en-US" altLang="ja-JP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 change, so </a:t>
            </a:r>
            <a:r>
              <a:rPr lang="en-US" altLang="ja-JP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y</a:t>
            </a:r>
            <a:r>
              <a:rPr lang="en-US" altLang="ja-JP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 does </a:t>
            </a:r>
            <a:r>
              <a:rPr lang="en-US" altLang="ja-JP" i="1" dirty="0">
                <a:solidFill>
                  <a:srgbClr val="0000A8"/>
                </a:solidFill>
                <a:latin typeface="Calibri" panose="020F0502020204030204"/>
                <a:ea typeface="游ゴシック" panose="020B0400000000000000" pitchFamily="34" charset="-128"/>
              </a:rPr>
              <a:t>not</a:t>
            </a:r>
            <a:r>
              <a:rPr lang="en-US" altLang="ja-JP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 send a message to </a:t>
            </a:r>
            <a:r>
              <a:rPr lang="en-US" altLang="ja-JP" i="1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z</a:t>
            </a:r>
            <a:r>
              <a:rPr lang="en-US" altLang="ja-JP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. </a:t>
            </a:r>
          </a:p>
          <a:p>
            <a:pPr defTabSz="685800">
              <a:tabLst>
                <a:tab pos="171450" algn="l"/>
                <a:tab pos="342900" algn="l"/>
              </a:tabLst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4" name="Rectangle 3">
            <a:extLst>
              <a:ext uri="{FF2B5EF4-FFF2-40B4-BE49-F238E27FC236}">
                <a16:creationId xmlns:a16="http://schemas.microsoft.com/office/drawing/2014/main" id="{93DE2E22-15BF-CB43-9F27-84D8612D7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33" y="1991932"/>
            <a:ext cx="6050072" cy="1505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sz="2400" dirty="0">
                <a:solidFill>
                  <a:srgbClr val="0000A8"/>
                </a:solidFill>
                <a:latin typeface="Calibri" panose="020F0502020204030204"/>
              </a:rPr>
              <a:t>link cost changes:</a:t>
            </a:r>
          </a:p>
          <a:p>
            <a:pPr marL="257175" indent="-164306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node detects local link cost change </a:t>
            </a:r>
          </a:p>
          <a:p>
            <a:pPr marL="257175" indent="-164306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updates routing info, recalculates local DV</a:t>
            </a:r>
          </a:p>
          <a:p>
            <a:pPr marL="257175" indent="-164306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if DV changes, notify neighbors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</p:txBody>
      </p:sp>
      <p:grpSp>
        <p:nvGrpSpPr>
          <p:cNvPr id="85" name="Group 5">
            <a:extLst>
              <a:ext uri="{FF2B5EF4-FFF2-40B4-BE49-F238E27FC236}">
                <a16:creationId xmlns:a16="http://schemas.microsoft.com/office/drawing/2014/main" id="{40C2098D-55AC-D040-96C2-D888A70E084A}"/>
              </a:ext>
            </a:extLst>
          </p:cNvPr>
          <p:cNvGrpSpPr>
            <a:grpSpLocks/>
          </p:cNvGrpSpPr>
          <p:nvPr/>
        </p:nvGrpSpPr>
        <p:grpSpPr bwMode="auto">
          <a:xfrm>
            <a:off x="6840483" y="1961204"/>
            <a:ext cx="1638300" cy="992982"/>
            <a:chOff x="3625" y="1076"/>
            <a:chExt cx="1376" cy="834"/>
          </a:xfrm>
        </p:grpSpPr>
        <p:sp>
          <p:nvSpPr>
            <p:cNvPr id="86" name="Freeform 6">
              <a:extLst>
                <a:ext uri="{FF2B5EF4-FFF2-40B4-BE49-F238E27FC236}">
                  <a16:creationId xmlns:a16="http://schemas.microsoft.com/office/drawing/2014/main" id="{AA88A075-09A8-CA4E-82D1-8922BDB9F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114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7" name="Freeform 7">
              <a:extLst>
                <a:ext uri="{FF2B5EF4-FFF2-40B4-BE49-F238E27FC236}">
                  <a16:creationId xmlns:a16="http://schemas.microsoft.com/office/drawing/2014/main" id="{4B2EFECB-750C-904E-9CF2-153C9D959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404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  <a:gd name="T4" fmla="*/ 0 60000 65536"/>
                <a:gd name="T5" fmla="*/ 0 60000 65536"/>
                <a:gd name="T6" fmla="*/ 0 w 222"/>
                <a:gd name="T7" fmla="*/ 0 h 180"/>
                <a:gd name="T8" fmla="*/ 222 w 222"/>
                <a:gd name="T9" fmla="*/ 180 h 1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8" name="Oval 8">
              <a:extLst>
                <a:ext uri="{FF2B5EF4-FFF2-40B4-BE49-F238E27FC236}">
                  <a16:creationId xmlns:a16="http://schemas.microsoft.com/office/drawing/2014/main" id="{B240CDD0-033A-094B-876D-BDAA0A22F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89" name="Line 9">
              <a:extLst>
                <a:ext uri="{FF2B5EF4-FFF2-40B4-BE49-F238E27FC236}">
                  <a16:creationId xmlns:a16="http://schemas.microsoft.com/office/drawing/2014/main" id="{7A3FBC27-1E37-F54B-BC58-AC6D92BBB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4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90" name="Line 10">
              <a:extLst>
                <a:ext uri="{FF2B5EF4-FFF2-40B4-BE49-F238E27FC236}">
                  <a16:creationId xmlns:a16="http://schemas.microsoft.com/office/drawing/2014/main" id="{64C6B584-D5CB-894C-8DF1-970A85230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7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91" name="Rectangle 11">
              <a:extLst>
                <a:ext uri="{FF2B5EF4-FFF2-40B4-BE49-F238E27FC236}">
                  <a16:creationId xmlns:a16="http://schemas.microsoft.com/office/drawing/2014/main" id="{5C5412BE-59B0-934A-B7BA-B3DF57282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92" name="Oval 12">
              <a:extLst>
                <a:ext uri="{FF2B5EF4-FFF2-40B4-BE49-F238E27FC236}">
                  <a16:creationId xmlns:a16="http://schemas.microsoft.com/office/drawing/2014/main" id="{CFAF80BD-A1F8-574D-9A78-AD60A8704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93" name="Freeform 13">
              <a:extLst>
                <a:ext uri="{FF2B5EF4-FFF2-40B4-BE49-F238E27FC236}">
                  <a16:creationId xmlns:a16="http://schemas.microsoft.com/office/drawing/2014/main" id="{B43B42B3-5A45-CC4B-AD55-97D4D7FEE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1404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  <a:gd name="T4" fmla="*/ 0 60000 65536"/>
                <a:gd name="T5" fmla="*/ 0 60000 65536"/>
                <a:gd name="T6" fmla="*/ 0 w 216"/>
                <a:gd name="T7" fmla="*/ 0 h 189"/>
                <a:gd name="T8" fmla="*/ 216 w 216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94" name="Freeform 14">
              <a:extLst>
                <a:ext uri="{FF2B5EF4-FFF2-40B4-BE49-F238E27FC236}">
                  <a16:creationId xmlns:a16="http://schemas.microsoft.com/office/drawing/2014/main" id="{3F856C59-D658-7B43-A0E2-8332A0F48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1668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  <a:gd name="T4" fmla="*/ 0 60000 65536"/>
                <a:gd name="T5" fmla="*/ 0 60000 65536"/>
                <a:gd name="T6" fmla="*/ 0 w 540"/>
                <a:gd name="T7" fmla="*/ 0 h 3"/>
                <a:gd name="T8" fmla="*/ 540 w 540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95" name="Group 15">
              <a:extLst>
                <a:ext uri="{FF2B5EF4-FFF2-40B4-BE49-F238E27FC236}">
                  <a16:creationId xmlns:a16="http://schemas.microsoft.com/office/drawing/2014/main" id="{00AF41C0-42D7-4E44-8FBF-8783C29EF6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5" y="1526"/>
              <a:ext cx="251" cy="271"/>
              <a:chOff x="2930" y="2429"/>
              <a:chExt cx="255" cy="271"/>
            </a:xfrm>
          </p:grpSpPr>
          <p:sp>
            <p:nvSpPr>
              <p:cNvPr id="119" name="Rectangle 16">
                <a:extLst>
                  <a:ext uri="{FF2B5EF4-FFF2-40B4-BE49-F238E27FC236}">
                    <a16:creationId xmlns:a16="http://schemas.microsoft.com/office/drawing/2014/main" id="{25143E32-38AB-E141-9359-174A66B210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20" name="Text Box 17">
                <a:extLst>
                  <a:ext uri="{FF2B5EF4-FFF2-40B4-BE49-F238E27FC236}">
                    <a16:creationId xmlns:a16="http://schemas.microsoft.com/office/drawing/2014/main" id="{5FBE30DE-B9C1-4142-BA4A-6C0267A38D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0" y="2429"/>
                <a:ext cx="255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  <a:latin typeface="Comic Sans MS" charset="0"/>
                  </a:rPr>
                  <a:t>x</a:t>
                </a:r>
                <a:endParaRPr lang="en-US" sz="1800" kern="0" dirty="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</p:grpSp>
        <p:grpSp>
          <p:nvGrpSpPr>
            <p:cNvPr id="96" name="Group 18">
              <a:extLst>
                <a:ext uri="{FF2B5EF4-FFF2-40B4-BE49-F238E27FC236}">
                  <a16:creationId xmlns:a16="http://schemas.microsoft.com/office/drawing/2014/main" id="{1CCB28C8-C25F-6D45-99D6-934E4DB7AC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6" y="1538"/>
              <a:ext cx="316" cy="271"/>
              <a:chOff x="1740" y="2306"/>
              <a:chExt cx="316" cy="271"/>
            </a:xfrm>
          </p:grpSpPr>
          <p:sp>
            <p:nvSpPr>
              <p:cNvPr id="111" name="Oval 19">
                <a:extLst>
                  <a:ext uri="{FF2B5EF4-FFF2-40B4-BE49-F238E27FC236}">
                    <a16:creationId xmlns:a16="http://schemas.microsoft.com/office/drawing/2014/main" id="{0BA6C611-2030-A540-9BCB-553B5913B0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2" name="Line 20">
                <a:extLst>
                  <a:ext uri="{FF2B5EF4-FFF2-40B4-BE49-F238E27FC236}">
                    <a16:creationId xmlns:a16="http://schemas.microsoft.com/office/drawing/2014/main" id="{EAA6F2A9-76FB-FB44-B560-6F7BA3722B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3" name="Line 21">
                <a:extLst>
                  <a:ext uri="{FF2B5EF4-FFF2-40B4-BE49-F238E27FC236}">
                    <a16:creationId xmlns:a16="http://schemas.microsoft.com/office/drawing/2014/main" id="{3E85F84C-1240-7543-9663-416F41E018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2E0B953E-0313-0841-B1F0-D4A85EE0D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115" name="Oval 23">
                <a:extLst>
                  <a:ext uri="{FF2B5EF4-FFF2-40B4-BE49-F238E27FC236}">
                    <a16:creationId xmlns:a16="http://schemas.microsoft.com/office/drawing/2014/main" id="{8F6108B2-EB1F-D245-A6FC-F779F7F682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16" name="Group 24">
                <a:extLst>
                  <a:ext uri="{FF2B5EF4-FFF2-40B4-BE49-F238E27FC236}">
                    <a16:creationId xmlns:a16="http://schemas.microsoft.com/office/drawing/2014/main" id="{ED45E093-AC43-4E49-AF6B-E506C1277D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5" y="2306"/>
                <a:ext cx="243" cy="271"/>
                <a:chOff x="2934" y="2429"/>
                <a:chExt cx="247" cy="271"/>
              </a:xfrm>
            </p:grpSpPr>
            <p:sp>
              <p:nvSpPr>
                <p:cNvPr id="117" name="Rectangle 25">
                  <a:extLst>
                    <a:ext uri="{FF2B5EF4-FFF2-40B4-BE49-F238E27FC236}">
                      <a16:creationId xmlns:a16="http://schemas.microsoft.com/office/drawing/2014/main" id="{6D3355A1-B945-5447-8024-3F52F6D0DC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18" name="Text Box 26">
                  <a:extLst>
                    <a:ext uri="{FF2B5EF4-FFF2-40B4-BE49-F238E27FC236}">
                      <a16:creationId xmlns:a16="http://schemas.microsoft.com/office/drawing/2014/main" id="{1EA4AFE9-8666-394D-A688-4C7388B890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34" y="2429"/>
                  <a:ext cx="247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500" kern="0" dirty="0">
                      <a:solidFill>
                        <a:srgbClr val="000000"/>
                      </a:solidFill>
                      <a:latin typeface="Comic Sans MS" charset="0"/>
                    </a:rPr>
                    <a:t>z</a:t>
                  </a:r>
                  <a:endParaRPr lang="en-US" sz="1800" kern="0" dirty="0">
                    <a:solidFill>
                      <a:srgbClr val="000000"/>
                    </a:solidFill>
                    <a:latin typeface="Times New Roman" charset="0"/>
                  </a:endParaRPr>
                </a:p>
              </p:txBody>
            </p:sp>
          </p:grpSp>
        </p:grpSp>
        <p:sp>
          <p:nvSpPr>
            <p:cNvPr id="97" name="Text Box 27">
              <a:extLst>
                <a:ext uri="{FF2B5EF4-FFF2-40B4-BE49-F238E27FC236}">
                  <a16:creationId xmlns:a16="http://schemas.microsoft.com/office/drawing/2014/main" id="{8D486D45-3211-2E42-9C51-652738E0C1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9" y="1328"/>
              <a:ext cx="22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1</a:t>
              </a:r>
              <a:endParaRPr lang="en-US" sz="1800" kern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98" name="Text Box 28">
              <a:extLst>
                <a:ext uri="{FF2B5EF4-FFF2-40B4-BE49-F238E27FC236}">
                  <a16:creationId xmlns:a16="http://schemas.microsoft.com/office/drawing/2014/main" id="{C4EEA417-D5C5-ED4D-88D6-31DEF02AA7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1" y="1325"/>
              <a:ext cx="24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4</a:t>
              </a:r>
              <a:endParaRPr lang="en-US" sz="1800" kern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99" name="Text Box 29">
              <a:extLst>
                <a:ext uri="{FF2B5EF4-FFF2-40B4-BE49-F238E27FC236}">
                  <a16:creationId xmlns:a16="http://schemas.microsoft.com/office/drawing/2014/main" id="{6DB9746E-151B-D246-AE3B-7C96BB8047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" y="1658"/>
              <a:ext cx="33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50</a:t>
              </a:r>
              <a:endParaRPr lang="en-US" sz="1800" kern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grpSp>
          <p:nvGrpSpPr>
            <p:cNvPr id="100" name="Group 30">
              <a:extLst>
                <a:ext uri="{FF2B5EF4-FFF2-40B4-BE49-F238E27FC236}">
                  <a16:creationId xmlns:a16="http://schemas.microsoft.com/office/drawing/2014/main" id="{6091DEB1-C5BF-E040-8EF0-C995C85E26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6" y="1214"/>
              <a:ext cx="316" cy="271"/>
              <a:chOff x="1740" y="2306"/>
              <a:chExt cx="316" cy="271"/>
            </a:xfrm>
          </p:grpSpPr>
          <p:sp>
            <p:nvSpPr>
              <p:cNvPr id="103" name="Oval 31">
                <a:extLst>
                  <a:ext uri="{FF2B5EF4-FFF2-40B4-BE49-F238E27FC236}">
                    <a16:creationId xmlns:a16="http://schemas.microsoft.com/office/drawing/2014/main" id="{51AA4501-AE8F-BF45-9219-96A74877EA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4" name="Line 32">
                <a:extLst>
                  <a:ext uri="{FF2B5EF4-FFF2-40B4-BE49-F238E27FC236}">
                    <a16:creationId xmlns:a16="http://schemas.microsoft.com/office/drawing/2014/main" id="{FB4052E6-F89B-5144-8146-574A7EFFC4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5" name="Line 33">
                <a:extLst>
                  <a:ext uri="{FF2B5EF4-FFF2-40B4-BE49-F238E27FC236}">
                    <a16:creationId xmlns:a16="http://schemas.microsoft.com/office/drawing/2014/main" id="{C74DC608-BD5B-6840-AF47-0933A3D7D8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106" name="Rectangle 34">
                <a:extLst>
                  <a:ext uri="{FF2B5EF4-FFF2-40B4-BE49-F238E27FC236}">
                    <a16:creationId xmlns:a16="http://schemas.microsoft.com/office/drawing/2014/main" id="{3A1AFE8A-9C2C-D640-A73A-1B89A22C2E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107" name="Oval 35">
                <a:extLst>
                  <a:ext uri="{FF2B5EF4-FFF2-40B4-BE49-F238E27FC236}">
                    <a16:creationId xmlns:a16="http://schemas.microsoft.com/office/drawing/2014/main" id="{BC6727D8-BE5E-224D-85D1-5439843920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108" name="Group 36">
                <a:extLst>
                  <a:ext uri="{FF2B5EF4-FFF2-40B4-BE49-F238E27FC236}">
                    <a16:creationId xmlns:a16="http://schemas.microsoft.com/office/drawing/2014/main" id="{0047B545-BB3D-7249-B046-CE8A2718BB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8" y="2306"/>
                <a:ext cx="239" cy="271"/>
                <a:chOff x="2937" y="2429"/>
                <a:chExt cx="243" cy="271"/>
              </a:xfrm>
            </p:grpSpPr>
            <p:sp>
              <p:nvSpPr>
                <p:cNvPr id="109" name="Rectangle 37">
                  <a:extLst>
                    <a:ext uri="{FF2B5EF4-FFF2-40B4-BE49-F238E27FC236}">
                      <a16:creationId xmlns:a16="http://schemas.microsoft.com/office/drawing/2014/main" id="{318364A7-97F1-1F4E-988F-46922CCB27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110" name="Text Box 38">
                  <a:extLst>
                    <a:ext uri="{FF2B5EF4-FFF2-40B4-BE49-F238E27FC236}">
                      <a16:creationId xmlns:a16="http://schemas.microsoft.com/office/drawing/2014/main" id="{E578598E-0919-2540-8611-872BA7F56B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37" y="2429"/>
                  <a:ext cx="243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500" kern="0" dirty="0">
                      <a:solidFill>
                        <a:srgbClr val="000000"/>
                      </a:solidFill>
                      <a:latin typeface="Comic Sans MS" charset="0"/>
                    </a:rPr>
                    <a:t>y</a:t>
                  </a:r>
                  <a:endParaRPr lang="en-US" sz="1800" kern="0" dirty="0">
                    <a:solidFill>
                      <a:srgbClr val="000000"/>
                    </a:solidFill>
                    <a:latin typeface="Times New Roman" charset="0"/>
                  </a:endParaRPr>
                </a:p>
              </p:txBody>
            </p:sp>
          </p:grpSp>
        </p:grpSp>
        <p:sp>
          <p:nvSpPr>
            <p:cNvPr id="101" name="Text Box 39">
              <a:extLst>
                <a:ext uri="{FF2B5EF4-FFF2-40B4-BE49-F238E27FC236}">
                  <a16:creationId xmlns:a16="http://schemas.microsoft.com/office/drawing/2014/main" id="{1DED0BC9-977B-8046-8C36-2E4B087649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7" y="1076"/>
              <a:ext cx="22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FF0000"/>
                  </a:solidFill>
                  <a:latin typeface="Comic Sans MS" charset="0"/>
                </a:rPr>
                <a:t>1</a:t>
              </a:r>
              <a:endParaRPr lang="en-US" sz="1800" kern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102" name="Line 40">
              <a:extLst>
                <a:ext uri="{FF2B5EF4-FFF2-40B4-BE49-F238E27FC236}">
                  <a16:creationId xmlns:a16="http://schemas.microsoft.com/office/drawing/2014/main" id="{09BE1DC2-4B0A-DA43-B4B9-66A1A38E57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8" y="1272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805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/>
      <p:bldP spid="81" grpId="0"/>
      <p:bldP spid="82" grpId="0"/>
      <p:bldP spid="8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803E-6759-9045-824E-EB665BC5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Distance vector: link cost changes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3F0A53B-EF0A-F14F-83F8-2625C7BB8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432" y="1991932"/>
            <a:ext cx="6274065" cy="1505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</a:pPr>
            <a:r>
              <a:rPr lang="en-US" sz="2400" dirty="0">
                <a:solidFill>
                  <a:srgbClr val="0000A8"/>
                </a:solidFill>
                <a:latin typeface="Calibri" panose="020F0502020204030204"/>
              </a:rPr>
              <a:t>link cost changes:</a:t>
            </a:r>
          </a:p>
          <a:p>
            <a:pPr marL="257175" indent="-164306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node detects local link cost change </a:t>
            </a:r>
          </a:p>
          <a:p>
            <a:pPr marL="257175" indent="-164306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100" dirty="0">
                <a:solidFill>
                  <a:srgbClr val="C00000"/>
                </a:solidFill>
                <a:latin typeface="Calibri" panose="020F0502020204030204"/>
              </a:rPr>
              <a:t>“bad news travels slow”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– count-to-infinity problem:</a:t>
            </a:r>
          </a:p>
        </p:txBody>
      </p:sp>
      <p:grpSp>
        <p:nvGrpSpPr>
          <p:cNvPr id="43" name="Group 5">
            <a:extLst>
              <a:ext uri="{FF2B5EF4-FFF2-40B4-BE49-F238E27FC236}">
                <a16:creationId xmlns:a16="http://schemas.microsoft.com/office/drawing/2014/main" id="{53548EC1-9C54-AF46-9B41-624583B976B0}"/>
              </a:ext>
            </a:extLst>
          </p:cNvPr>
          <p:cNvGrpSpPr>
            <a:grpSpLocks/>
          </p:cNvGrpSpPr>
          <p:nvPr/>
        </p:nvGrpSpPr>
        <p:grpSpPr bwMode="auto">
          <a:xfrm>
            <a:off x="6840483" y="1961204"/>
            <a:ext cx="1638300" cy="992982"/>
            <a:chOff x="3625" y="1076"/>
            <a:chExt cx="1376" cy="834"/>
          </a:xfrm>
        </p:grpSpPr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33A5FF50-7C95-DF45-AA77-5718630E8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1140"/>
              <a:ext cx="1376" cy="764"/>
            </a:xfrm>
            <a:custGeom>
              <a:avLst/>
              <a:gdLst>
                <a:gd name="T0" fmla="*/ 113 w 1376"/>
                <a:gd name="T1" fmla="*/ 348 h 764"/>
                <a:gd name="T2" fmla="*/ 395 w 1376"/>
                <a:gd name="T3" fmla="*/ 162 h 764"/>
                <a:gd name="T4" fmla="*/ 710 w 1376"/>
                <a:gd name="T5" fmla="*/ 9 h 764"/>
                <a:gd name="T6" fmla="*/ 1160 w 1376"/>
                <a:gd name="T7" fmla="*/ 219 h 764"/>
                <a:gd name="T8" fmla="*/ 1367 w 1376"/>
                <a:gd name="T9" fmla="*/ 510 h 764"/>
                <a:gd name="T10" fmla="*/ 1103 w 1376"/>
                <a:gd name="T11" fmla="*/ 726 h 764"/>
                <a:gd name="T12" fmla="*/ 578 w 1376"/>
                <a:gd name="T13" fmla="*/ 738 h 764"/>
                <a:gd name="T14" fmla="*/ 77 w 1376"/>
                <a:gd name="T15" fmla="*/ 630 h 764"/>
                <a:gd name="T16" fmla="*/ 113 w 1376"/>
                <a:gd name="T17" fmla="*/ 348 h 7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76"/>
                <a:gd name="T28" fmla="*/ 0 h 764"/>
                <a:gd name="T29" fmla="*/ 1376 w 1376"/>
                <a:gd name="T30" fmla="*/ 764 h 76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76" h="764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6612A2CD-4C6B-DA4A-A743-D71528CFC5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404"/>
              <a:ext cx="222" cy="180"/>
            </a:xfrm>
            <a:custGeom>
              <a:avLst/>
              <a:gdLst>
                <a:gd name="T0" fmla="*/ 0 w 222"/>
                <a:gd name="T1" fmla="*/ 180 h 180"/>
                <a:gd name="T2" fmla="*/ 222 w 222"/>
                <a:gd name="T3" fmla="*/ 0 h 180"/>
                <a:gd name="T4" fmla="*/ 0 60000 65536"/>
                <a:gd name="T5" fmla="*/ 0 60000 65536"/>
                <a:gd name="T6" fmla="*/ 0 w 222"/>
                <a:gd name="T7" fmla="*/ 0 h 180"/>
                <a:gd name="T8" fmla="*/ 222 w 222"/>
                <a:gd name="T9" fmla="*/ 180 h 1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2" h="180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6" name="Oval 8">
              <a:extLst>
                <a:ext uri="{FF2B5EF4-FFF2-40B4-BE49-F238E27FC236}">
                  <a16:creationId xmlns:a16="http://schemas.microsoft.com/office/drawing/2014/main" id="{7E8971E6-BEA2-874D-B1E4-61CF622DB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7" name="Line 9">
              <a:extLst>
                <a:ext uri="{FF2B5EF4-FFF2-40B4-BE49-F238E27FC236}">
                  <a16:creationId xmlns:a16="http://schemas.microsoft.com/office/drawing/2014/main" id="{7D294D69-AF88-234B-B581-BE8C218CC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4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8" name="Line 10">
              <a:extLst>
                <a:ext uri="{FF2B5EF4-FFF2-40B4-BE49-F238E27FC236}">
                  <a16:creationId xmlns:a16="http://schemas.microsoft.com/office/drawing/2014/main" id="{67E1C9F1-E4C7-5D42-AEB7-AA8E2621A7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7" y="1633"/>
              <a:ext cx="1" cy="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49" name="Rectangle 11">
              <a:extLst>
                <a:ext uri="{FF2B5EF4-FFF2-40B4-BE49-F238E27FC236}">
                  <a16:creationId xmlns:a16="http://schemas.microsoft.com/office/drawing/2014/main" id="{45C496EF-F8C3-F740-9541-702695F34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kern="0" dirty="0">
                <a:solidFill>
                  <a:srgbClr val="000000"/>
                </a:solidFill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50" name="Oval 12">
              <a:extLst>
                <a:ext uri="{FF2B5EF4-FFF2-40B4-BE49-F238E27FC236}">
                  <a16:creationId xmlns:a16="http://schemas.microsoft.com/office/drawing/2014/main" id="{4BA59B67-A386-7243-9AB5-2A0415A51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1" name="Freeform 13">
              <a:extLst>
                <a:ext uri="{FF2B5EF4-FFF2-40B4-BE49-F238E27FC236}">
                  <a16:creationId xmlns:a16="http://schemas.microsoft.com/office/drawing/2014/main" id="{98C215AE-6010-1343-8BB0-929BDFAA6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" y="1404"/>
              <a:ext cx="216" cy="189"/>
            </a:xfrm>
            <a:custGeom>
              <a:avLst/>
              <a:gdLst>
                <a:gd name="T0" fmla="*/ 0 w 216"/>
                <a:gd name="T1" fmla="*/ 0 h 189"/>
                <a:gd name="T2" fmla="*/ 216 w 216"/>
                <a:gd name="T3" fmla="*/ 189 h 189"/>
                <a:gd name="T4" fmla="*/ 0 60000 65536"/>
                <a:gd name="T5" fmla="*/ 0 60000 65536"/>
                <a:gd name="T6" fmla="*/ 0 w 216"/>
                <a:gd name="T7" fmla="*/ 0 h 189"/>
                <a:gd name="T8" fmla="*/ 216 w 216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6" h="189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sp>
          <p:nvSpPr>
            <p:cNvPr id="52" name="Freeform 14">
              <a:extLst>
                <a:ext uri="{FF2B5EF4-FFF2-40B4-BE49-F238E27FC236}">
                  <a16:creationId xmlns:a16="http://schemas.microsoft.com/office/drawing/2014/main" id="{4B2DB31F-6877-E640-B5F7-0BFCC7893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1668"/>
              <a:ext cx="540" cy="3"/>
            </a:xfrm>
            <a:custGeom>
              <a:avLst/>
              <a:gdLst>
                <a:gd name="T0" fmla="*/ 540 w 540"/>
                <a:gd name="T1" fmla="*/ 3 h 3"/>
                <a:gd name="T2" fmla="*/ 0 w 540"/>
                <a:gd name="T3" fmla="*/ 0 h 3"/>
                <a:gd name="T4" fmla="*/ 0 60000 65536"/>
                <a:gd name="T5" fmla="*/ 0 60000 65536"/>
                <a:gd name="T6" fmla="*/ 0 w 540"/>
                <a:gd name="T7" fmla="*/ 0 h 3"/>
                <a:gd name="T8" fmla="*/ 540 w 540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0" h="3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  <p:grpSp>
          <p:nvGrpSpPr>
            <p:cNvPr id="53" name="Group 15">
              <a:extLst>
                <a:ext uri="{FF2B5EF4-FFF2-40B4-BE49-F238E27FC236}">
                  <a16:creationId xmlns:a16="http://schemas.microsoft.com/office/drawing/2014/main" id="{EEB81C2A-A0B1-7444-8561-297CF350C4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5" y="1526"/>
              <a:ext cx="251" cy="271"/>
              <a:chOff x="2930" y="2429"/>
              <a:chExt cx="255" cy="271"/>
            </a:xfrm>
          </p:grpSpPr>
          <p:sp>
            <p:nvSpPr>
              <p:cNvPr id="77" name="Rectangle 16">
                <a:extLst>
                  <a:ext uri="{FF2B5EF4-FFF2-40B4-BE49-F238E27FC236}">
                    <a16:creationId xmlns:a16="http://schemas.microsoft.com/office/drawing/2014/main" id="{F8E4C5AC-0844-044C-BB78-B139DD8F1F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8" name="Text Box 17">
                <a:extLst>
                  <a:ext uri="{FF2B5EF4-FFF2-40B4-BE49-F238E27FC236}">
                    <a16:creationId xmlns:a16="http://schemas.microsoft.com/office/drawing/2014/main" id="{CF77536C-E1FF-C944-841A-DD711E911C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0" y="2429"/>
                <a:ext cx="255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500" kern="0" dirty="0">
                    <a:solidFill>
                      <a:srgbClr val="000000"/>
                    </a:solidFill>
                    <a:latin typeface="Comic Sans MS" charset="0"/>
                  </a:rPr>
                  <a:t>x</a:t>
                </a:r>
                <a:endParaRPr lang="en-US" sz="1800" kern="0" dirty="0">
                  <a:solidFill>
                    <a:srgbClr val="000000"/>
                  </a:solidFill>
                  <a:latin typeface="Times New Roman" charset="0"/>
                </a:endParaRPr>
              </a:p>
            </p:txBody>
          </p:sp>
        </p:grpSp>
        <p:grpSp>
          <p:nvGrpSpPr>
            <p:cNvPr id="54" name="Group 18">
              <a:extLst>
                <a:ext uri="{FF2B5EF4-FFF2-40B4-BE49-F238E27FC236}">
                  <a16:creationId xmlns:a16="http://schemas.microsoft.com/office/drawing/2014/main" id="{5CBB15BA-4A40-AB4B-B9EC-BA4E18A4A6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6" y="1538"/>
              <a:ext cx="316" cy="271"/>
              <a:chOff x="1740" y="2306"/>
              <a:chExt cx="316" cy="271"/>
            </a:xfrm>
          </p:grpSpPr>
          <p:sp>
            <p:nvSpPr>
              <p:cNvPr id="69" name="Oval 19">
                <a:extLst>
                  <a:ext uri="{FF2B5EF4-FFF2-40B4-BE49-F238E27FC236}">
                    <a16:creationId xmlns:a16="http://schemas.microsoft.com/office/drawing/2014/main" id="{0A200021-D040-DA45-B158-588926E565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0" name="Line 20">
                <a:extLst>
                  <a:ext uri="{FF2B5EF4-FFF2-40B4-BE49-F238E27FC236}">
                    <a16:creationId xmlns:a16="http://schemas.microsoft.com/office/drawing/2014/main" id="{79386E2C-CB0C-9645-B7C5-2599A8A950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1" name="Line 21">
                <a:extLst>
                  <a:ext uri="{FF2B5EF4-FFF2-40B4-BE49-F238E27FC236}">
                    <a16:creationId xmlns:a16="http://schemas.microsoft.com/office/drawing/2014/main" id="{A48EA00D-73A4-AF4B-B223-5949CA7042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72" name="Rectangle 22">
                <a:extLst>
                  <a:ext uri="{FF2B5EF4-FFF2-40B4-BE49-F238E27FC236}">
                    <a16:creationId xmlns:a16="http://schemas.microsoft.com/office/drawing/2014/main" id="{08DBF7C1-ED9B-9D40-8D84-0B5C3304C8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73" name="Oval 23">
                <a:extLst>
                  <a:ext uri="{FF2B5EF4-FFF2-40B4-BE49-F238E27FC236}">
                    <a16:creationId xmlns:a16="http://schemas.microsoft.com/office/drawing/2014/main" id="{3E9346AE-E519-354C-810A-16DEADE45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74" name="Group 24">
                <a:extLst>
                  <a:ext uri="{FF2B5EF4-FFF2-40B4-BE49-F238E27FC236}">
                    <a16:creationId xmlns:a16="http://schemas.microsoft.com/office/drawing/2014/main" id="{2999FEF8-4C59-634B-A19F-C8299FF594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5" y="2306"/>
                <a:ext cx="243" cy="271"/>
                <a:chOff x="2934" y="2429"/>
                <a:chExt cx="247" cy="271"/>
              </a:xfrm>
            </p:grpSpPr>
            <p:sp>
              <p:nvSpPr>
                <p:cNvPr id="75" name="Rectangle 25">
                  <a:extLst>
                    <a:ext uri="{FF2B5EF4-FFF2-40B4-BE49-F238E27FC236}">
                      <a16:creationId xmlns:a16="http://schemas.microsoft.com/office/drawing/2014/main" id="{563F9320-3842-A643-A717-FFF3998997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76" name="Text Box 26">
                  <a:extLst>
                    <a:ext uri="{FF2B5EF4-FFF2-40B4-BE49-F238E27FC236}">
                      <a16:creationId xmlns:a16="http://schemas.microsoft.com/office/drawing/2014/main" id="{8960A5DB-B3CA-144F-B2CA-63FA639D9C1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34" y="2429"/>
                  <a:ext cx="247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500" kern="0" dirty="0">
                      <a:solidFill>
                        <a:srgbClr val="000000"/>
                      </a:solidFill>
                      <a:latin typeface="Comic Sans MS" charset="0"/>
                    </a:rPr>
                    <a:t>z</a:t>
                  </a:r>
                  <a:endParaRPr lang="en-US" sz="1800" kern="0" dirty="0">
                    <a:solidFill>
                      <a:srgbClr val="000000"/>
                    </a:solidFill>
                    <a:latin typeface="Times New Roman" charset="0"/>
                  </a:endParaRPr>
                </a:p>
              </p:txBody>
            </p:sp>
          </p:grpSp>
        </p:grpSp>
        <p:sp>
          <p:nvSpPr>
            <p:cNvPr id="55" name="Text Box 27">
              <a:extLst>
                <a:ext uri="{FF2B5EF4-FFF2-40B4-BE49-F238E27FC236}">
                  <a16:creationId xmlns:a16="http://schemas.microsoft.com/office/drawing/2014/main" id="{7E80773C-8042-6A43-AC5A-44D7A16EAC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9" y="1328"/>
              <a:ext cx="22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1</a:t>
              </a:r>
              <a:endParaRPr lang="en-US" sz="1800" kern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56" name="Text Box 28">
              <a:extLst>
                <a:ext uri="{FF2B5EF4-FFF2-40B4-BE49-F238E27FC236}">
                  <a16:creationId xmlns:a16="http://schemas.microsoft.com/office/drawing/2014/main" id="{C55355DC-E7CE-B140-B094-F538DB0E7F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1" y="1325"/>
              <a:ext cx="24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4</a:t>
              </a:r>
              <a:endParaRPr lang="en-US" sz="1800" kern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57" name="Text Box 29">
              <a:extLst>
                <a:ext uri="{FF2B5EF4-FFF2-40B4-BE49-F238E27FC236}">
                  <a16:creationId xmlns:a16="http://schemas.microsoft.com/office/drawing/2014/main" id="{355C66B1-698A-184B-8DA8-9BE05384C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" y="1658"/>
              <a:ext cx="33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000000"/>
                  </a:solidFill>
                  <a:latin typeface="Comic Sans MS" charset="0"/>
                </a:rPr>
                <a:t>50</a:t>
              </a:r>
              <a:endParaRPr lang="en-US" sz="1800" kern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grpSp>
          <p:nvGrpSpPr>
            <p:cNvPr id="58" name="Group 30">
              <a:extLst>
                <a:ext uri="{FF2B5EF4-FFF2-40B4-BE49-F238E27FC236}">
                  <a16:creationId xmlns:a16="http://schemas.microsoft.com/office/drawing/2014/main" id="{5525A171-AA7D-8E43-AA99-783CD6693B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6" y="1214"/>
              <a:ext cx="316" cy="271"/>
              <a:chOff x="1740" y="2306"/>
              <a:chExt cx="316" cy="271"/>
            </a:xfrm>
          </p:grpSpPr>
          <p:sp>
            <p:nvSpPr>
              <p:cNvPr id="61" name="Oval 31">
                <a:extLst>
                  <a:ext uri="{FF2B5EF4-FFF2-40B4-BE49-F238E27FC236}">
                    <a16:creationId xmlns:a16="http://schemas.microsoft.com/office/drawing/2014/main" id="{D84C6EE9-75F6-2B46-AA10-45E7BF28FA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2" name="Line 32">
                <a:extLst>
                  <a:ext uri="{FF2B5EF4-FFF2-40B4-BE49-F238E27FC236}">
                    <a16:creationId xmlns:a16="http://schemas.microsoft.com/office/drawing/2014/main" id="{2567FA46-08FC-BD4D-8FF6-A3A4C69A8C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3" name="Line 33">
                <a:extLst>
                  <a:ext uri="{FF2B5EF4-FFF2-40B4-BE49-F238E27FC236}">
                    <a16:creationId xmlns:a16="http://schemas.microsoft.com/office/drawing/2014/main" id="{26FB35EB-138C-CF45-AA13-8A120FEA7C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56" y="2413"/>
                <a:ext cx="0" cy="5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64" name="Rectangle 34">
                <a:extLst>
                  <a:ext uri="{FF2B5EF4-FFF2-40B4-BE49-F238E27FC236}">
                    <a16:creationId xmlns:a16="http://schemas.microsoft.com/office/drawing/2014/main" id="{6D96E9E3-BC4D-1842-BF12-AA066722B4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kern="0" dirty="0">
                  <a:solidFill>
                    <a:srgbClr val="000000"/>
                  </a:solidFill>
                  <a:latin typeface="Times New Roman" charset="0"/>
                  <a:ea typeface="ＭＳ Ｐゴシック" charset="0"/>
                </a:endParaRPr>
              </a:p>
            </p:txBody>
          </p:sp>
          <p:sp>
            <p:nvSpPr>
              <p:cNvPr id="65" name="Oval 35">
                <a:extLst>
                  <a:ext uri="{FF2B5EF4-FFF2-40B4-BE49-F238E27FC236}">
                    <a16:creationId xmlns:a16="http://schemas.microsoft.com/office/drawing/2014/main" id="{D1D0B359-3B66-D143-BE1A-575964112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350" kern="0" dirty="0">
                  <a:solidFill>
                    <a:srgbClr val="000000"/>
                  </a:solidFill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66" name="Group 36">
                <a:extLst>
                  <a:ext uri="{FF2B5EF4-FFF2-40B4-BE49-F238E27FC236}">
                    <a16:creationId xmlns:a16="http://schemas.microsoft.com/office/drawing/2014/main" id="{3D130FA3-1656-2E4D-A448-FBC3A12A31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8" y="2306"/>
                <a:ext cx="239" cy="271"/>
                <a:chOff x="2937" y="2429"/>
                <a:chExt cx="243" cy="271"/>
              </a:xfrm>
            </p:grpSpPr>
            <p:sp>
              <p:nvSpPr>
                <p:cNvPr id="67" name="Rectangle 37">
                  <a:extLst>
                    <a:ext uri="{FF2B5EF4-FFF2-40B4-BE49-F238E27FC236}">
                      <a16:creationId xmlns:a16="http://schemas.microsoft.com/office/drawing/2014/main" id="{CC9AB493-6B84-8A4F-849B-352E8FEF17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1350" kern="0" dirty="0">
                    <a:solidFill>
                      <a:srgbClr val="000000"/>
                    </a:solidFill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68" name="Text Box 38">
                  <a:extLst>
                    <a:ext uri="{FF2B5EF4-FFF2-40B4-BE49-F238E27FC236}">
                      <a16:creationId xmlns:a16="http://schemas.microsoft.com/office/drawing/2014/main" id="{08E9F813-DB7C-084E-B829-ED11637E6CB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37" y="2429"/>
                  <a:ext cx="243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</a:defRPr>
                  </a:lvl9pPr>
                </a:lstStyle>
                <a:p>
                  <a:pPr algn="ctr" defTabSz="685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500" kern="0" dirty="0">
                      <a:solidFill>
                        <a:srgbClr val="000000"/>
                      </a:solidFill>
                      <a:latin typeface="Comic Sans MS" charset="0"/>
                    </a:rPr>
                    <a:t>y</a:t>
                  </a:r>
                  <a:endParaRPr lang="en-US" sz="1800" kern="0" dirty="0">
                    <a:solidFill>
                      <a:srgbClr val="000000"/>
                    </a:solidFill>
                    <a:latin typeface="Times New Roman" charset="0"/>
                  </a:endParaRPr>
                </a:p>
              </p:txBody>
            </p:sp>
          </p:grpSp>
        </p:grpSp>
        <p:sp>
          <p:nvSpPr>
            <p:cNvPr id="59" name="Text Box 39">
              <a:extLst>
                <a:ext uri="{FF2B5EF4-FFF2-40B4-BE49-F238E27FC236}">
                  <a16:creationId xmlns:a16="http://schemas.microsoft.com/office/drawing/2014/main" id="{F204BFEE-4A9D-1242-8E82-0E122FB4FA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2" y="1076"/>
              <a:ext cx="33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50" kern="0" dirty="0">
                  <a:solidFill>
                    <a:srgbClr val="FF0000"/>
                  </a:solidFill>
                  <a:latin typeface="Comic Sans MS" charset="0"/>
                </a:rPr>
                <a:t>60</a:t>
              </a:r>
              <a:endParaRPr lang="en-US" sz="1800" kern="0" dirty="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60" name="Line 40">
              <a:extLst>
                <a:ext uri="{FF2B5EF4-FFF2-40B4-BE49-F238E27FC236}">
                  <a16:creationId xmlns:a16="http://schemas.microsoft.com/office/drawing/2014/main" id="{4A0CC945-C558-D74F-91C0-D7DC05E360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48" y="1272"/>
              <a:ext cx="132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350" kern="0" dirty="0">
                <a:solidFill>
                  <a:srgbClr val="000000"/>
                </a:solidFill>
                <a:latin typeface="Arial" charset="0"/>
                <a:ea typeface="ＭＳ Ｐゴシック" charset="0"/>
              </a:endParaRPr>
            </a:p>
          </p:txBody>
        </p:sp>
      </p:grpSp>
      <p:sp>
        <p:nvSpPr>
          <p:cNvPr id="79" name="Rectangle 3">
            <a:extLst>
              <a:ext uri="{FF2B5EF4-FFF2-40B4-BE49-F238E27FC236}">
                <a16:creationId xmlns:a16="http://schemas.microsoft.com/office/drawing/2014/main" id="{6855C03C-8E44-EF41-9C64-F301F7F5A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310" y="3045685"/>
            <a:ext cx="7889832" cy="564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60747" indent="-167879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y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sees direct link to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x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has new cost 60, but z has said it has a path at cost of 5. So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y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computes “my new cost to x will be 6, via z); notifies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z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of new cost of 6 to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x.</a:t>
            </a:r>
          </a:p>
        </p:txBody>
      </p:sp>
      <p:sp>
        <p:nvSpPr>
          <p:cNvPr id="84" name="Rectangle 3">
            <a:extLst>
              <a:ext uri="{FF2B5EF4-FFF2-40B4-BE49-F238E27FC236}">
                <a16:creationId xmlns:a16="http://schemas.microsoft.com/office/drawing/2014/main" id="{209F57E2-5D18-394E-8877-449361B24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877" y="3554554"/>
            <a:ext cx="7448289" cy="564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60747" indent="-167879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z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learns that path to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x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via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 y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has new cost 6, so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z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 computes “my new cost to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x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will be 7 via y), notifies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y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of new cost of 7 to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x.</a:t>
            </a:r>
          </a:p>
        </p:txBody>
      </p:sp>
      <p:sp>
        <p:nvSpPr>
          <p:cNvPr id="86" name="Rectangle 3">
            <a:extLst>
              <a:ext uri="{FF2B5EF4-FFF2-40B4-BE49-F238E27FC236}">
                <a16:creationId xmlns:a16="http://schemas.microsoft.com/office/drawing/2014/main" id="{0C0B111B-B4A7-664F-87FA-C7247397A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442" y="4063425"/>
            <a:ext cx="7448289" cy="564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60747" indent="-167879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y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learns that path to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x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via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z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has new cost 7, so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y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 computes “my new cost to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x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will be 8 via y), notifies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z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of new cost of 8 to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x.</a:t>
            </a:r>
          </a:p>
        </p:txBody>
      </p:sp>
      <p:sp>
        <p:nvSpPr>
          <p:cNvPr id="88" name="Rectangle 3">
            <a:extLst>
              <a:ext uri="{FF2B5EF4-FFF2-40B4-BE49-F238E27FC236}">
                <a16:creationId xmlns:a16="http://schemas.microsoft.com/office/drawing/2014/main" id="{7E0DCDFE-D830-1B42-B16D-8968BB106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653" y="4580123"/>
            <a:ext cx="7448289" cy="564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60747" indent="-167879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z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learns that path to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x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via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 y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has new cost 8, so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z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 computes “my new cost to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x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will be 9 via y), notifies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y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of new cost of 9 to </a:t>
            </a:r>
            <a:r>
              <a:rPr lang="en-US" i="1" dirty="0">
                <a:solidFill>
                  <a:prstClr val="black"/>
                </a:solidFill>
                <a:latin typeface="Calibri" panose="020F0502020204030204"/>
              </a:rPr>
              <a:t>x.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E410B7-81B2-C140-A5EB-EE7F3B11820D}"/>
              </a:ext>
            </a:extLst>
          </p:cNvPr>
          <p:cNvSpPr txBox="1"/>
          <p:nvPr/>
        </p:nvSpPr>
        <p:spPr>
          <a:xfrm>
            <a:off x="1024003" y="4962462"/>
            <a:ext cx="3706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…</a:t>
            </a:r>
          </a:p>
        </p:txBody>
      </p:sp>
      <p:sp>
        <p:nvSpPr>
          <p:cNvPr id="89" name="Rectangle 3">
            <a:extLst>
              <a:ext uri="{FF2B5EF4-FFF2-40B4-BE49-F238E27FC236}">
                <a16:creationId xmlns:a16="http://schemas.microsoft.com/office/drawing/2014/main" id="{F5EE352E-983D-7043-B7BC-2EEB81513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697" y="5371317"/>
            <a:ext cx="7448289" cy="333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60747" indent="-167879" defTabSz="6858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see text for solutions.  </a:t>
            </a:r>
            <a:r>
              <a:rPr lang="en-US" sz="2100" i="1" dirty="0">
                <a:solidFill>
                  <a:prstClr val="black"/>
                </a:solidFill>
                <a:latin typeface="Calibri" panose="020F0502020204030204"/>
              </a:rPr>
              <a:t>Distributed algorithms are tricky!</a:t>
            </a:r>
          </a:p>
        </p:txBody>
      </p:sp>
    </p:spTree>
    <p:extLst>
      <p:ext uri="{BB962C8B-B14F-4D97-AF65-F5344CB8AC3E}">
        <p14:creationId xmlns:p14="http://schemas.microsoft.com/office/powerpoint/2010/main" val="18637392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803E-6759-9045-824E-EB665BC5A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Comparison of LS and DV algorithms</a:t>
            </a:r>
          </a:p>
        </p:txBody>
      </p:sp>
      <p:sp>
        <p:nvSpPr>
          <p:cNvPr id="80" name="Rectangle 3">
            <a:extLst>
              <a:ext uri="{FF2B5EF4-FFF2-40B4-BE49-F238E27FC236}">
                <a16:creationId xmlns:a16="http://schemas.microsoft.com/office/drawing/2014/main" id="{E69A0B3F-EBFC-164A-821B-5A70757FB250}"/>
              </a:ext>
            </a:extLst>
          </p:cNvPr>
          <p:cNvSpPr txBox="1">
            <a:spLocks noChangeArrowheads="1"/>
          </p:cNvSpPr>
          <p:nvPr/>
        </p:nvSpPr>
        <p:spPr>
          <a:xfrm>
            <a:off x="562007" y="1965803"/>
            <a:ext cx="3872207" cy="121189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</a:pPr>
            <a:r>
              <a:rPr lang="en-US" sz="2100" dirty="0">
                <a:solidFill>
                  <a:srgbClr val="0000A8"/>
                </a:solidFill>
                <a:latin typeface="Calibri" panose="020F0502020204030204"/>
              </a:rPr>
              <a:t>message complexity</a:t>
            </a:r>
          </a:p>
          <a:p>
            <a:pPr marL="522685" lvl="1" indent="-261938" defTabSz="685800">
              <a:spcBef>
                <a:spcPts val="375"/>
              </a:spcBef>
              <a:buNone/>
            </a:pPr>
            <a:r>
              <a:rPr lang="en-US" sz="1800" dirty="0">
                <a:solidFill>
                  <a:srgbClr val="0000A8"/>
                </a:solidFill>
                <a:latin typeface="Calibri" panose="020F0502020204030204"/>
              </a:rPr>
              <a:t>LS: </a:t>
            </a:r>
            <a:r>
              <a:rPr lang="en-US" sz="1800" i="1" dirty="0">
                <a:solidFill>
                  <a:srgbClr val="0000A8"/>
                </a:solidFill>
                <a:latin typeface="Calibri" panose="020F0502020204030204"/>
              </a:rPr>
              <a:t>n</a:t>
            </a:r>
            <a:r>
              <a:rPr lang="en-US" sz="1800" dirty="0">
                <a:solidFill>
                  <a:srgbClr val="0000A8"/>
                </a:solidFill>
                <a:latin typeface="Calibri" panose="020F0502020204030204"/>
              </a:rPr>
              <a:t>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routers, O(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baseline="30000" dirty="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) messages sent  </a:t>
            </a:r>
          </a:p>
          <a:p>
            <a:pPr marL="522685" lvl="1" indent="-261938" defTabSz="685800">
              <a:spcBef>
                <a:spcPts val="375"/>
              </a:spcBef>
              <a:buNone/>
            </a:pPr>
            <a:r>
              <a:rPr lang="en-US" sz="1800" dirty="0">
                <a:solidFill>
                  <a:srgbClr val="0000A8"/>
                </a:solidFill>
                <a:latin typeface="Calibri" panose="020F0502020204030204"/>
              </a:rPr>
              <a:t>DV: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exchange between neighbors; convergence time varies</a:t>
            </a:r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id="{88AB766F-5F85-0D4D-90A7-D36ED49CD024}"/>
              </a:ext>
            </a:extLst>
          </p:cNvPr>
          <p:cNvSpPr txBox="1">
            <a:spLocks noChangeArrowheads="1"/>
          </p:cNvSpPr>
          <p:nvPr/>
        </p:nvSpPr>
        <p:spPr>
          <a:xfrm>
            <a:off x="554179" y="3393771"/>
            <a:ext cx="3795485" cy="177556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ct val="50000"/>
              </a:spcBef>
              <a:buNone/>
            </a:pPr>
            <a:r>
              <a:rPr lang="en-US" sz="2100" dirty="0">
                <a:solidFill>
                  <a:srgbClr val="0000A8"/>
                </a:solidFill>
                <a:latin typeface="Calibri" panose="020F0502020204030204"/>
              </a:rPr>
              <a:t>speed of convergence</a:t>
            </a:r>
          </a:p>
          <a:p>
            <a:pPr marL="522685" indent="-261938" defTabSz="685800">
              <a:spcBef>
                <a:spcPts val="450"/>
              </a:spcBef>
              <a:buNone/>
            </a:pPr>
            <a:r>
              <a:rPr lang="en-US" sz="1800" dirty="0">
                <a:solidFill>
                  <a:srgbClr val="0000A8"/>
                </a:solidFill>
                <a:latin typeface="Calibri" panose="020F0502020204030204"/>
              </a:rPr>
              <a:t>LS: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O(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b="1" i="1" baseline="30000" dirty="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) algorithm, O(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n</a:t>
            </a:r>
            <a:r>
              <a:rPr lang="en-US" sz="1800" i="1" baseline="30000" dirty="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) messages</a:t>
            </a:r>
          </a:p>
          <a:p>
            <a:pPr marL="522685" lvl="1" indent="-177404" defTabSz="685800">
              <a:spcBef>
                <a:spcPts val="0"/>
              </a:spcBef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may have oscillations</a:t>
            </a:r>
            <a:endParaRPr lang="en-US" sz="1500" dirty="0">
              <a:solidFill>
                <a:prstClr val="black"/>
              </a:solidFill>
              <a:latin typeface="Calibri" panose="020F0502020204030204"/>
            </a:endParaRPr>
          </a:p>
          <a:p>
            <a:pPr marL="522685" indent="-261938" defTabSz="685800">
              <a:spcBef>
                <a:spcPts val="450"/>
              </a:spcBef>
              <a:buNone/>
            </a:pPr>
            <a:r>
              <a:rPr lang="en-US" sz="1800" dirty="0">
                <a:solidFill>
                  <a:srgbClr val="0000A8"/>
                </a:solidFill>
                <a:latin typeface="Calibri" panose="020F0502020204030204"/>
              </a:rPr>
              <a:t>DV: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convergence time varies</a:t>
            </a:r>
          </a:p>
          <a:p>
            <a:pPr marL="522685" lvl="1" indent="-177404" defTabSz="685800">
              <a:spcBef>
                <a:spcPts val="0"/>
              </a:spcBef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may have routing loops</a:t>
            </a:r>
          </a:p>
          <a:p>
            <a:pPr marL="522685" lvl="1" indent="-177404" defTabSz="685800">
              <a:spcBef>
                <a:spcPts val="0"/>
              </a:spcBef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count-to-infinity problem</a:t>
            </a: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2" name="Rectangle 4">
            <a:extLst>
              <a:ext uri="{FF2B5EF4-FFF2-40B4-BE49-F238E27FC236}">
                <a16:creationId xmlns:a16="http://schemas.microsoft.com/office/drawing/2014/main" id="{DC033023-B5B6-A345-83EB-C080F9647406}"/>
              </a:ext>
            </a:extLst>
          </p:cNvPr>
          <p:cNvSpPr txBox="1">
            <a:spLocks noChangeArrowheads="1"/>
          </p:cNvSpPr>
          <p:nvPr/>
        </p:nvSpPr>
        <p:spPr>
          <a:xfrm>
            <a:off x="4565737" y="1981461"/>
            <a:ext cx="4180562" cy="3704573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</a:pPr>
            <a:r>
              <a:rPr lang="en-US" sz="2100" dirty="0">
                <a:solidFill>
                  <a:srgbClr val="0000A8"/>
                </a:solidFill>
                <a:latin typeface="Calibri" panose="020F0502020204030204"/>
              </a:rPr>
              <a:t>robustness: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what happens if router malfunctions, or is compromised?</a:t>
            </a:r>
          </a:p>
          <a:p>
            <a:pPr marL="264319" indent="-166688" defTabSz="685800">
              <a:spcBef>
                <a:spcPts val="750"/>
              </a:spcBef>
              <a:buNone/>
            </a:pPr>
            <a:r>
              <a:rPr lang="en-US" sz="1800" dirty="0">
                <a:solidFill>
                  <a:srgbClr val="0000A8"/>
                </a:solidFill>
                <a:latin typeface="Calibri" panose="020F0502020204030204"/>
              </a:rPr>
              <a:t>LS: </a:t>
            </a:r>
          </a:p>
          <a:p>
            <a:pPr marL="391716" lvl="1" indent="-177404" defTabSz="685800">
              <a:spcBef>
                <a:spcPts val="375"/>
              </a:spcBef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router can advertise incorrect </a:t>
            </a:r>
            <a:r>
              <a:rPr lang="en-US" sz="1800" i="1" dirty="0">
                <a:solidFill>
                  <a:srgbClr val="000099"/>
                </a:solidFill>
                <a:latin typeface="Calibri" panose="020F0502020204030204"/>
              </a:rPr>
              <a:t>link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cost</a:t>
            </a:r>
          </a:p>
          <a:p>
            <a:pPr marL="391716" lvl="1" indent="-177404" defTabSz="685800">
              <a:spcBef>
                <a:spcPts val="375"/>
              </a:spcBef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each router computes only its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own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table</a:t>
            </a:r>
          </a:p>
          <a:p>
            <a:pPr marL="264319" indent="-166688" defTabSz="685800">
              <a:spcBef>
                <a:spcPts val="750"/>
              </a:spcBef>
              <a:buNone/>
            </a:pPr>
            <a:r>
              <a:rPr lang="en-US" sz="1800" dirty="0">
                <a:solidFill>
                  <a:srgbClr val="0000A8"/>
                </a:solidFill>
                <a:latin typeface="Calibri" panose="020F0502020204030204"/>
              </a:rPr>
              <a:t>DV:</a:t>
            </a:r>
          </a:p>
          <a:p>
            <a:pPr marL="345281" lvl="1" indent="-167879" defTabSz="685800">
              <a:spcBef>
                <a:spcPts val="375"/>
              </a:spcBef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DV router can advertise incorrect </a:t>
            </a:r>
            <a:r>
              <a:rPr lang="en-US" sz="1800" i="1" dirty="0">
                <a:solidFill>
                  <a:srgbClr val="000099"/>
                </a:solidFill>
                <a:latin typeface="Calibri" panose="020F0502020204030204"/>
              </a:rPr>
              <a:t>path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cost (“I have a </a:t>
            </a:r>
            <a:r>
              <a:rPr lang="en-US" sz="1800" i="1" dirty="0">
                <a:solidFill>
                  <a:prstClr val="black"/>
                </a:solidFill>
                <a:latin typeface="Calibri" panose="020F0502020204030204"/>
              </a:rPr>
              <a:t>really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 low-cost path to everywhere”): </a:t>
            </a:r>
            <a:r>
              <a:rPr lang="en-US" sz="1800" i="1" dirty="0">
                <a:solidFill>
                  <a:srgbClr val="0000A8"/>
                </a:solidFill>
                <a:latin typeface="Calibri" panose="020F0502020204030204"/>
              </a:rPr>
              <a:t>black-holing</a:t>
            </a:r>
          </a:p>
          <a:p>
            <a:pPr marL="345281" lvl="1" indent="-167879" defTabSz="685800">
              <a:spcBef>
                <a:spcPts val="375"/>
              </a:spcBef>
            </a:pP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each router’</a:t>
            </a:r>
            <a:r>
              <a:rPr lang="en-US" altLang="ja-JP" sz="1800" dirty="0">
                <a:solidFill>
                  <a:prstClr val="black"/>
                </a:solidFill>
                <a:latin typeface="Calibri" panose="020F0502020204030204"/>
                <a:ea typeface="游ゴシック" panose="020B0400000000000000" pitchFamily="34" charset="-128"/>
              </a:rPr>
              <a:t>s DV is used by others: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error propagate thru network</a:t>
            </a:r>
          </a:p>
        </p:txBody>
      </p:sp>
    </p:spTree>
    <p:extLst>
      <p:ext uri="{BB962C8B-B14F-4D97-AF65-F5344CB8AC3E}">
        <p14:creationId xmlns:p14="http://schemas.microsoft.com/office/powerpoint/2010/main" val="3317199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8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E5DE9-7171-ABE8-14FC-CDF4D427C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13469"/>
            <a:ext cx="7886700" cy="74506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Thanks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5CF3F-2EF3-BC1A-AE92-1417AE1C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BC41B36-6335-F546-90B9-E2121371E10D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DBBE3-FC6B-25D4-1813-2EBD68F50C41}"/>
              </a:ext>
            </a:extLst>
          </p:cNvPr>
          <p:cNvSpPr txBox="1"/>
          <p:nvPr/>
        </p:nvSpPr>
        <p:spPr>
          <a:xfrm>
            <a:off x="628651" y="4626393"/>
            <a:ext cx="73596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Acknowledgment</a:t>
            </a:r>
          </a:p>
          <a:p>
            <a:endParaRPr lang="en-US" sz="1200" dirty="0"/>
          </a:p>
          <a:p>
            <a:r>
              <a:rPr lang="en-US" sz="1200" dirty="0"/>
              <a:t>The materials for this course are in part based upon the materials from a number of people/sources, including: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Official website of the Kurose and Ross text: Computer Networking: A Top-Down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Official website of the Tanenbaum &amp; Wetherall text: Computer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Dr. Murat Yuksel: </a:t>
            </a:r>
            <a:r>
              <a:rPr lang="en-US" sz="1200" dirty="0">
                <a:hlinkClick r:id="rId2"/>
              </a:rPr>
              <a:t>https://www.ece.ucf.edu/~yuksem/teaching/EEL-4781-Fall-2020.html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Dr. Raj Jain: </a:t>
            </a:r>
            <a:r>
              <a:rPr lang="en-US" sz="1200" dirty="0">
                <a:hlinkClick r:id="rId3"/>
              </a:rPr>
              <a:t>https://www.cse.wustl.edu/~jain/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85795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30243</TotalTime>
  <Words>6868</Words>
  <Application>Microsoft Office PowerPoint</Application>
  <PresentationFormat>On-screen Show (4:3)</PresentationFormat>
  <Paragraphs>1814</Paragraphs>
  <Slides>48</Slides>
  <Notes>43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57" baseType="lpstr">
      <vt:lpstr>Arial</vt:lpstr>
      <vt:lpstr>Calibri</vt:lpstr>
      <vt:lpstr>Calibri Light</vt:lpstr>
      <vt:lpstr>Comic Sans MS</vt:lpstr>
      <vt:lpstr>Gill Sans MT</vt:lpstr>
      <vt:lpstr>Times New Roman</vt:lpstr>
      <vt:lpstr>Wingdings</vt:lpstr>
      <vt:lpstr>Office Theme</vt:lpstr>
      <vt:lpstr>2_Office Theme</vt:lpstr>
      <vt:lpstr>EEL 4781 Computer Communication Networks Chapter 4-2: Network Layer</vt:lpstr>
      <vt:lpstr>Agenda </vt:lpstr>
      <vt:lpstr>Introduction</vt:lpstr>
      <vt:lpstr>Introduction</vt:lpstr>
      <vt:lpstr>Introduction</vt:lpstr>
      <vt:lpstr>Graph abstraction: link costs</vt:lpstr>
      <vt:lpstr>Routing algorithm classification</vt:lpstr>
      <vt:lpstr>Agenda </vt:lpstr>
      <vt:lpstr>Dijkstra’s link-state routing algorithm</vt:lpstr>
      <vt:lpstr>Dijkstra’s link-state routing algorithm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 example</vt:lpstr>
      <vt:lpstr>Dijkstra’s algorithm: another example</vt:lpstr>
      <vt:lpstr>Dijkstra’s algorithm: discussion</vt:lpstr>
      <vt:lpstr>Agenda </vt:lpstr>
      <vt:lpstr>Distance vector algorithm </vt:lpstr>
      <vt:lpstr>Bellman-Ford Example</vt:lpstr>
      <vt:lpstr>Distance vector algorithm </vt:lpstr>
      <vt:lpstr>Distance vector algorithm:  </vt:lpstr>
      <vt:lpstr>Distance vector: example</vt:lpstr>
      <vt:lpstr>Distance vector example: iteration</vt:lpstr>
      <vt:lpstr>Distance vector example: iteration</vt:lpstr>
      <vt:lpstr>Distance vector example: iteration</vt:lpstr>
      <vt:lpstr>Distance vector example: iteration</vt:lpstr>
      <vt:lpstr>Distance vector example: iteration</vt:lpstr>
      <vt:lpstr>Distance vector example: iteration</vt:lpstr>
      <vt:lpstr>Distance vector example: iteration</vt:lpstr>
      <vt:lpstr>Distance vector example: computation</vt:lpstr>
      <vt:lpstr>Distance vector example: computation</vt:lpstr>
      <vt:lpstr>Distance vector example: computation</vt:lpstr>
      <vt:lpstr>Distance vector example: computation</vt:lpstr>
      <vt:lpstr>Distance vector example: computation</vt:lpstr>
      <vt:lpstr>Distance vector: state information diffusion</vt:lpstr>
      <vt:lpstr>Distance vector: link cost changes</vt:lpstr>
      <vt:lpstr>Distance vector: link cost changes</vt:lpstr>
      <vt:lpstr>Comparison of LS and DV algorithms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Addressing Prolonged Restore Challenge in Further Scaling DRAMs</dc:title>
  <dc:creator>xw zhang</dc:creator>
  <cp:lastModifiedBy>Xin Xin</cp:lastModifiedBy>
  <cp:revision>624</cp:revision>
  <dcterms:created xsi:type="dcterms:W3CDTF">2017-06-28T02:53:02Z</dcterms:created>
  <dcterms:modified xsi:type="dcterms:W3CDTF">2025-03-10T15:06:07Z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1791174</vt:lpwstr>
  </property>
  <property fmtid="{D5CDD505-2E9C-101B-9397-08002B2CF9AE}" pid="3" name="NXPowerLiteSettings">
    <vt:lpwstr>B74006B004C800</vt:lpwstr>
  </property>
  <property fmtid="{D5CDD505-2E9C-101B-9397-08002B2CF9AE}" pid="4" name="NXPowerLiteVersion">
    <vt:lpwstr>D7.1.1</vt:lpwstr>
  </property>
</Properties>
</file>