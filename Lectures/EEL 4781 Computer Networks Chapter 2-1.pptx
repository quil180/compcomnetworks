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2">
  <p:sldMasterIdLst>
    <p:sldMasterId id="2147483851" r:id="rId1"/>
    <p:sldMasterId id="2147483868" r:id="rId2"/>
  </p:sldMasterIdLst>
  <p:notesMasterIdLst>
    <p:notesMasterId r:id="rId27"/>
  </p:notesMasterIdLst>
  <p:sldIdLst>
    <p:sldId id="256" r:id="rId3"/>
    <p:sldId id="561" r:id="rId4"/>
    <p:sldId id="1069" r:id="rId5"/>
    <p:sldId id="1216" r:id="rId6"/>
    <p:sldId id="1217" r:id="rId7"/>
    <p:sldId id="1220" r:id="rId8"/>
    <p:sldId id="1218" r:id="rId9"/>
    <p:sldId id="1219" r:id="rId10"/>
    <p:sldId id="1221" r:id="rId11"/>
    <p:sldId id="1222" r:id="rId12"/>
    <p:sldId id="1223" r:id="rId13"/>
    <p:sldId id="1224" r:id="rId14"/>
    <p:sldId id="1232" r:id="rId15"/>
    <p:sldId id="1233" r:id="rId16"/>
    <p:sldId id="1234" r:id="rId17"/>
    <p:sldId id="1231" r:id="rId18"/>
    <p:sldId id="1226" r:id="rId19"/>
    <p:sldId id="1225" r:id="rId20"/>
    <p:sldId id="1227" r:id="rId21"/>
    <p:sldId id="1228" r:id="rId22"/>
    <p:sldId id="1073" r:id="rId23"/>
    <p:sldId id="1074" r:id="rId24"/>
    <p:sldId id="1230" r:id="rId25"/>
    <p:sldId id="989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2826" userDrawn="1">
          <p15:clr>
            <a:srgbClr val="A4A3A4"/>
          </p15:clr>
        </p15:guide>
        <p15:guide id="3" orient="horz" pos="4128" userDrawn="1">
          <p15:clr>
            <a:srgbClr val="A4A3A4"/>
          </p15:clr>
        </p15:guide>
        <p15:guide id="4" orient="horz" pos="2856" userDrawn="1">
          <p15:clr>
            <a:srgbClr val="A4A3A4"/>
          </p15:clr>
        </p15:guide>
        <p15:guide id="5" pos="1152" userDrawn="1">
          <p15:clr>
            <a:srgbClr val="A4A3A4"/>
          </p15:clr>
        </p15:guide>
        <p15:guide id="6" pos="3780" userDrawn="1">
          <p15:clr>
            <a:srgbClr val="A4A3A4"/>
          </p15:clr>
        </p15:guide>
        <p15:guide id="7" pos="17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7128"/>
    <a:srgbClr val="BA9B37"/>
    <a:srgbClr val="FFC904"/>
    <a:srgbClr val="C95B00"/>
    <a:srgbClr val="FF7C00"/>
    <a:srgbClr val="7F7F7F"/>
    <a:srgbClr val="4472C4"/>
    <a:srgbClr val="027D02"/>
    <a:srgbClr val="CFD5EA"/>
    <a:srgbClr val="0077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6" autoAdjust="0"/>
    <p:restoredTop sz="82828" autoAdjust="0"/>
  </p:normalViewPr>
  <p:slideViewPr>
    <p:cSldViewPr snapToGrid="0" snapToObjects="1">
      <p:cViewPr varScale="1">
        <p:scale>
          <a:sx n="133" d="100"/>
          <a:sy n="133" d="100"/>
        </p:scale>
        <p:origin x="2676" y="88"/>
      </p:cViewPr>
      <p:guideLst>
        <p:guide orient="horz" pos="1440"/>
        <p:guide pos="2826"/>
        <p:guide orient="horz" pos="4128"/>
        <p:guide orient="horz" pos="2856"/>
        <p:guide pos="1152"/>
        <p:guide pos="3780"/>
        <p:guide pos="17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Xin" userId="9ff0c946-7f3c-4192-98c1-6be932ce2bce" providerId="ADAL" clId="{DD0CA00D-0267-4EE9-9556-86B16525A6A0}"/>
    <pc:docChg chg="delSld">
      <pc:chgData name="Xin Xin" userId="9ff0c946-7f3c-4192-98c1-6be932ce2bce" providerId="ADAL" clId="{DD0CA00D-0267-4EE9-9556-86B16525A6A0}" dt="2025-01-27T16:32:53.792" v="0" actId="47"/>
      <pc:docMkLst>
        <pc:docMk/>
      </pc:docMkLst>
      <pc:sldChg chg="del">
        <pc:chgData name="Xin Xin" userId="9ff0c946-7f3c-4192-98c1-6be932ce2bce" providerId="ADAL" clId="{DD0CA00D-0267-4EE9-9556-86B16525A6A0}" dt="2025-01-27T16:32:53.792" v="0" actId="47"/>
        <pc:sldMkLst>
          <pc:docMk/>
          <pc:sldMk cId="1141566410" sldId="1072"/>
        </pc:sldMkLst>
      </pc:sldChg>
      <pc:sldChg chg="del">
        <pc:chgData name="Xin Xin" userId="9ff0c946-7f3c-4192-98c1-6be932ce2bce" providerId="ADAL" clId="{DD0CA00D-0267-4EE9-9556-86B16525A6A0}" dt="2025-01-27T16:32:53.792" v="0" actId="47"/>
        <pc:sldMkLst>
          <pc:docMk/>
          <pc:sldMk cId="4262596577" sldId="1076"/>
        </pc:sldMkLst>
      </pc:sldChg>
      <pc:sldChg chg="del">
        <pc:chgData name="Xin Xin" userId="9ff0c946-7f3c-4192-98c1-6be932ce2bce" providerId="ADAL" clId="{DD0CA00D-0267-4EE9-9556-86B16525A6A0}" dt="2025-01-27T16:32:53.792" v="0" actId="47"/>
        <pc:sldMkLst>
          <pc:docMk/>
          <pc:sldMk cId="1958584799" sldId="1077"/>
        </pc:sldMkLst>
      </pc:sldChg>
      <pc:sldChg chg="del">
        <pc:chgData name="Xin Xin" userId="9ff0c946-7f3c-4192-98c1-6be932ce2bce" providerId="ADAL" clId="{DD0CA00D-0267-4EE9-9556-86B16525A6A0}" dt="2025-01-27T16:32:53.792" v="0" actId="47"/>
        <pc:sldMkLst>
          <pc:docMk/>
          <pc:sldMk cId="3719365902" sldId="1078"/>
        </pc:sldMkLst>
      </pc:sldChg>
      <pc:sldChg chg="del">
        <pc:chgData name="Xin Xin" userId="9ff0c946-7f3c-4192-98c1-6be932ce2bce" providerId="ADAL" clId="{DD0CA00D-0267-4EE9-9556-86B16525A6A0}" dt="2025-01-27T16:32:53.792" v="0" actId="47"/>
        <pc:sldMkLst>
          <pc:docMk/>
          <pc:sldMk cId="2454909464" sldId="1229"/>
        </pc:sldMkLst>
      </pc:sldChg>
    </pc:docChg>
  </pc:docChgLst>
  <pc:docChgLst>
    <pc:chgData name="Xin Xin" userId="9ff0c946-7f3c-4192-98c1-6be932ce2bce" providerId="ADAL" clId="{074D74E3-636C-4AD1-96C4-747270E8523C}"/>
    <pc:docChg chg="modSld">
      <pc:chgData name="Xin Xin" userId="9ff0c946-7f3c-4192-98c1-6be932ce2bce" providerId="ADAL" clId="{074D74E3-636C-4AD1-96C4-747270E8523C}" dt="2024-01-09T16:54:56.967" v="21" actId="20577"/>
      <pc:docMkLst>
        <pc:docMk/>
      </pc:docMkLst>
      <pc:sldChg chg="modSp mod">
        <pc:chgData name="Xin Xin" userId="9ff0c946-7f3c-4192-98c1-6be932ce2bce" providerId="ADAL" clId="{074D74E3-636C-4AD1-96C4-747270E8523C}" dt="2024-01-09T16:54:56.967" v="21" actId="20577"/>
        <pc:sldMkLst>
          <pc:docMk/>
          <pc:sldMk cId="962814019" sldId="561"/>
        </pc:sldMkLst>
      </pc:sldChg>
    </pc:docChg>
  </pc:docChgLst>
  <pc:docChgLst>
    <pc:chgData name="Xin Xin" userId="9ff0c946-7f3c-4192-98c1-6be932ce2bce" providerId="ADAL" clId="{EC370BB4-30E8-4AD9-890D-521920E8CA56}"/>
    <pc:docChg chg="undo redo custSel addSld delSld modSld sldOrd delMainMaster modMainMaster modNotesMaster">
      <pc:chgData name="Xin Xin" userId="9ff0c946-7f3c-4192-98c1-6be932ce2bce" providerId="ADAL" clId="{EC370BB4-30E8-4AD9-890D-521920E8CA56}" dt="2024-01-09T16:38:14.567" v="3218" actId="20577"/>
      <pc:docMkLst>
        <pc:docMk/>
      </pc:docMkLst>
      <pc:sldChg chg="addSp modSp mod modNotes">
        <pc:chgData name="Xin Xin" userId="9ff0c946-7f3c-4192-98c1-6be932ce2bce" providerId="ADAL" clId="{EC370BB4-30E8-4AD9-890D-521920E8CA56}" dt="2024-01-09T06:04:11.529" v="3169" actId="1076"/>
        <pc:sldMkLst>
          <pc:docMk/>
          <pc:sldMk cId="739737434" sldId="256"/>
        </pc:sldMkLst>
      </pc:sldChg>
      <pc:sldChg chg="addSp delSp modSp mod modNotes modNotesTx">
        <pc:chgData name="Xin Xin" userId="9ff0c946-7f3c-4192-98c1-6be932ce2bce" providerId="ADAL" clId="{EC370BB4-30E8-4AD9-890D-521920E8CA56}" dt="2024-01-09T16:38:08.626" v="3215" actId="21"/>
        <pc:sldMkLst>
          <pc:docMk/>
          <pc:sldMk cId="1954766533" sldId="257"/>
        </pc:sldMkLst>
      </pc:sldChg>
      <pc:sldChg chg="modSp del mod modNotes">
        <pc:chgData name="Xin Xin" userId="9ff0c946-7f3c-4192-98c1-6be932ce2bce" providerId="ADAL" clId="{EC370BB4-30E8-4AD9-890D-521920E8CA56}" dt="2024-01-08T07:21:24.237" v="1712" actId="47"/>
        <pc:sldMkLst>
          <pc:docMk/>
          <pc:sldMk cId="3664760038" sldId="547"/>
        </pc:sldMkLst>
      </pc:sldChg>
      <pc:sldChg chg="modSp add del mod">
        <pc:chgData name="Xin Xin" userId="9ff0c946-7f3c-4192-98c1-6be932ce2bce" providerId="ADAL" clId="{EC370BB4-30E8-4AD9-890D-521920E8CA56}" dt="2024-01-08T07:22:44.087" v="1769" actId="47"/>
        <pc:sldMkLst>
          <pc:docMk/>
          <pc:sldMk cId="255336568" sldId="548"/>
        </pc:sldMkLst>
      </pc:sldChg>
      <pc:sldChg chg="modSp del mod">
        <pc:chgData name="Xin Xin" userId="9ff0c946-7f3c-4192-98c1-6be932ce2bce" providerId="ADAL" clId="{EC370BB4-30E8-4AD9-890D-521920E8CA56}" dt="2024-01-08T07:21:57.517" v="1718" actId="47"/>
        <pc:sldMkLst>
          <pc:docMk/>
          <pc:sldMk cId="2247533387" sldId="549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631818884" sldId="550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3166788806" sldId="551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680557119" sldId="552"/>
        </pc:sldMkLst>
      </pc:sldChg>
      <pc:sldChg chg="modSp del mod">
        <pc:chgData name="Xin Xin" userId="9ff0c946-7f3c-4192-98c1-6be932ce2bce" providerId="ADAL" clId="{EC370BB4-30E8-4AD9-890D-521920E8CA56}" dt="2024-01-08T07:21:55.150" v="1717" actId="47"/>
        <pc:sldMkLst>
          <pc:docMk/>
          <pc:sldMk cId="1358710918" sldId="553"/>
        </pc:sldMkLst>
      </pc:sldChg>
      <pc:sldChg chg="addSp delSp modSp add del mod setBg">
        <pc:chgData name="Xin Xin" userId="9ff0c946-7f3c-4192-98c1-6be932ce2bce" providerId="ADAL" clId="{EC370BB4-30E8-4AD9-890D-521920E8CA56}" dt="2024-01-08T05:49:11.396" v="239" actId="47"/>
        <pc:sldMkLst>
          <pc:docMk/>
          <pc:sldMk cId="1799074194" sldId="554"/>
        </pc:sldMkLst>
      </pc:sldChg>
      <pc:sldChg chg="addSp delSp modSp mod modNotes modNotesTx">
        <pc:chgData name="Xin Xin" userId="9ff0c946-7f3c-4192-98c1-6be932ce2bce" providerId="ADAL" clId="{EC370BB4-30E8-4AD9-890D-521920E8CA56}" dt="2024-01-08T10:06:54.621" v="2701" actId="20577"/>
        <pc:sldMkLst>
          <pc:docMk/>
          <pc:sldMk cId="1500498090" sldId="555"/>
        </pc:sldMkLst>
      </pc:sldChg>
      <pc:sldChg chg="addSp delSp modSp mod modNotes modNotesTx">
        <pc:chgData name="Xin Xin" userId="9ff0c946-7f3c-4192-98c1-6be932ce2bce" providerId="ADAL" clId="{EC370BB4-30E8-4AD9-890D-521920E8CA56}" dt="2024-01-08T09:38:30.108" v="2676" actId="6549"/>
        <pc:sldMkLst>
          <pc:docMk/>
          <pc:sldMk cId="2191399085" sldId="556"/>
        </pc:sldMkLst>
      </pc:sldChg>
      <pc:sldChg chg="addSp delSp modSp mod setBg">
        <pc:chgData name="Xin Xin" userId="9ff0c946-7f3c-4192-98c1-6be932ce2bce" providerId="ADAL" clId="{EC370BB4-30E8-4AD9-890D-521920E8CA56}" dt="2024-01-08T09:09:41.385" v="2427" actId="554"/>
        <pc:sldMkLst>
          <pc:docMk/>
          <pc:sldMk cId="374124833" sldId="557"/>
        </pc:sldMkLst>
      </pc:sldChg>
      <pc:sldChg chg="addSp delSp modSp mod modAnim">
        <pc:chgData name="Xin Xin" userId="9ff0c946-7f3c-4192-98c1-6be932ce2bce" providerId="ADAL" clId="{EC370BB4-30E8-4AD9-890D-521920E8CA56}" dt="2024-01-08T07:28:05.140" v="1937" actId="1076"/>
        <pc:sldMkLst>
          <pc:docMk/>
          <pc:sldMk cId="1975299436" sldId="558"/>
        </pc:sldMkLst>
      </pc:sldChg>
      <pc:sldChg chg="modSp del mod modNotes">
        <pc:chgData name="Xin Xin" userId="9ff0c946-7f3c-4192-98c1-6be932ce2bce" providerId="ADAL" clId="{EC370BB4-30E8-4AD9-890D-521920E8CA56}" dt="2024-01-08T07:21:26.022" v="1713" actId="47"/>
        <pc:sldMkLst>
          <pc:docMk/>
          <pc:sldMk cId="1632253196" sldId="559"/>
        </pc:sldMkLst>
      </pc:sldChg>
      <pc:sldChg chg="modSp del mod">
        <pc:chgData name="Xin Xin" userId="9ff0c946-7f3c-4192-98c1-6be932ce2bce" providerId="ADAL" clId="{EC370BB4-30E8-4AD9-890D-521920E8CA56}" dt="2024-01-08T14:42:33.598" v="3088" actId="47"/>
        <pc:sldMkLst>
          <pc:docMk/>
          <pc:sldMk cId="886653827" sldId="560"/>
        </pc:sldMkLst>
      </pc:sldChg>
      <pc:sldChg chg="modSp new mod">
        <pc:chgData name="Xin Xin" userId="9ff0c946-7f3c-4192-98c1-6be932ce2bce" providerId="ADAL" clId="{EC370BB4-30E8-4AD9-890D-521920E8CA56}" dt="2024-01-08T10:31:03.105" v="2711"/>
        <pc:sldMkLst>
          <pc:docMk/>
          <pc:sldMk cId="962814019" sldId="561"/>
        </pc:sldMkLst>
      </pc:sldChg>
      <pc:sldChg chg="addSp delSp modSp add mod">
        <pc:chgData name="Xin Xin" userId="9ff0c946-7f3c-4192-98c1-6be932ce2bce" providerId="ADAL" clId="{EC370BB4-30E8-4AD9-890D-521920E8CA56}" dt="2024-01-08T06:24:12.033" v="871" actId="478"/>
        <pc:sldMkLst>
          <pc:docMk/>
          <pc:sldMk cId="548847966" sldId="562"/>
        </pc:sldMkLst>
      </pc:sldChg>
      <pc:sldChg chg="addSp modSp add mod">
        <pc:chgData name="Xin Xin" userId="9ff0c946-7f3c-4192-98c1-6be932ce2bce" providerId="ADAL" clId="{EC370BB4-30E8-4AD9-890D-521920E8CA56}" dt="2024-01-08T06:29:11.119" v="931" actId="14100"/>
        <pc:sldMkLst>
          <pc:docMk/>
          <pc:sldMk cId="3086478133" sldId="563"/>
        </pc:sldMkLst>
      </pc:sldChg>
      <pc:sldChg chg="addSp delSp modSp add mod modNotesTx">
        <pc:chgData name="Xin Xin" userId="9ff0c946-7f3c-4192-98c1-6be932ce2bce" providerId="ADAL" clId="{EC370BB4-30E8-4AD9-890D-521920E8CA56}" dt="2024-01-09T16:38:14.567" v="3218" actId="20577"/>
        <pc:sldMkLst>
          <pc:docMk/>
          <pc:sldMk cId="1864819173" sldId="564"/>
        </pc:sldMkLst>
      </pc:sldChg>
      <pc:sldChg chg="addSp delSp modSp add mod modNotesTx">
        <pc:chgData name="Xin Xin" userId="9ff0c946-7f3c-4192-98c1-6be932ce2bce" providerId="ADAL" clId="{EC370BB4-30E8-4AD9-890D-521920E8CA56}" dt="2024-01-08T09:38:45.145" v="2679" actId="6549"/>
        <pc:sldMkLst>
          <pc:docMk/>
          <pc:sldMk cId="4285583163" sldId="565"/>
        </pc:sldMkLst>
      </pc:sldChg>
      <pc:sldChg chg="new del">
        <pc:chgData name="Xin Xin" userId="9ff0c946-7f3c-4192-98c1-6be932ce2bce" providerId="ADAL" clId="{EC370BB4-30E8-4AD9-890D-521920E8CA56}" dt="2024-01-08T14:42:34.228" v="3089" actId="47"/>
        <pc:sldMkLst>
          <pc:docMk/>
          <pc:sldMk cId="1442343595" sldId="566"/>
        </pc:sldMkLst>
      </pc:sldChg>
      <pc:sldChg chg="modSp add del mod">
        <pc:chgData name="Xin Xin" userId="9ff0c946-7f3c-4192-98c1-6be932ce2bce" providerId="ADAL" clId="{EC370BB4-30E8-4AD9-890D-521920E8CA56}" dt="2024-01-08T07:25:40.919" v="1922" actId="47"/>
        <pc:sldMkLst>
          <pc:docMk/>
          <pc:sldMk cId="4215190468" sldId="956"/>
        </pc:sldMkLst>
      </pc:sldChg>
      <pc:sldChg chg="modSp add del mod">
        <pc:chgData name="Xin Xin" userId="9ff0c946-7f3c-4192-98c1-6be932ce2bce" providerId="ADAL" clId="{EC370BB4-30E8-4AD9-890D-521920E8CA56}" dt="2024-01-08T07:27:11.013" v="1931" actId="47"/>
        <pc:sldMkLst>
          <pc:docMk/>
          <pc:sldMk cId="2692581944" sldId="957"/>
        </pc:sldMkLst>
      </pc:sldChg>
      <pc:sldChg chg="modSp add del mod">
        <pc:chgData name="Xin Xin" userId="9ff0c946-7f3c-4192-98c1-6be932ce2bce" providerId="ADAL" clId="{EC370BB4-30E8-4AD9-890D-521920E8CA56}" dt="2024-01-08T07:27:19.684" v="1932" actId="47"/>
        <pc:sldMkLst>
          <pc:docMk/>
          <pc:sldMk cId="533023549" sldId="958"/>
        </pc:sldMkLst>
      </pc:sldChg>
      <pc:sldChg chg="modSp add del mod ord">
        <pc:chgData name="Xin Xin" userId="9ff0c946-7f3c-4192-98c1-6be932ce2bce" providerId="ADAL" clId="{EC370BB4-30E8-4AD9-890D-521920E8CA56}" dt="2024-01-08T14:42:31.718" v="3087" actId="47"/>
        <pc:sldMkLst>
          <pc:docMk/>
          <pc:sldMk cId="178774210" sldId="959"/>
        </pc:sldMkLst>
      </pc:sldChg>
      <pc:sldChg chg="modSp add del mod">
        <pc:chgData name="Xin Xin" userId="9ff0c946-7f3c-4192-98c1-6be932ce2bce" providerId="ADAL" clId="{EC370BB4-30E8-4AD9-890D-521920E8CA56}" dt="2024-01-08T07:31:26.416" v="1963" actId="47"/>
        <pc:sldMkLst>
          <pc:docMk/>
          <pc:sldMk cId="2955511339" sldId="961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609794141" sldId="962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1958923006" sldId="963"/>
        </pc:sldMkLst>
      </pc:sldChg>
      <pc:sldChg chg="modSp add del mod">
        <pc:chgData name="Xin Xin" userId="9ff0c946-7f3c-4192-98c1-6be932ce2bce" providerId="ADAL" clId="{EC370BB4-30E8-4AD9-890D-521920E8CA56}" dt="2024-01-08T07:31:44.528" v="1964" actId="47"/>
        <pc:sldMkLst>
          <pc:docMk/>
          <pc:sldMk cId="2933442144" sldId="964"/>
        </pc:sldMkLst>
      </pc:sldChg>
      <pc:sldChg chg="modSp add mod modAnim">
        <pc:chgData name="Xin Xin" userId="9ff0c946-7f3c-4192-98c1-6be932ce2bce" providerId="ADAL" clId="{EC370BB4-30E8-4AD9-890D-521920E8CA56}" dt="2024-01-08T14:40:14.505" v="3080" actId="20577"/>
        <pc:sldMkLst>
          <pc:docMk/>
          <pc:sldMk cId="1246861303" sldId="965"/>
        </pc:sldMkLst>
      </pc:sldChg>
      <pc:sldChg chg="modSp add del">
        <pc:chgData name="Xin Xin" userId="9ff0c946-7f3c-4192-98c1-6be932ce2bce" providerId="ADAL" clId="{EC370BB4-30E8-4AD9-890D-521920E8CA56}" dt="2024-01-08T07:32:25.295" v="1965" actId="2696"/>
        <pc:sldMkLst>
          <pc:docMk/>
          <pc:sldMk cId="4133981228" sldId="965"/>
        </pc:sldMkLst>
      </pc:sldChg>
      <pc:sldChg chg="modSp add mod">
        <pc:chgData name="Xin Xin" userId="9ff0c946-7f3c-4192-98c1-6be932ce2bce" providerId="ADAL" clId="{EC370BB4-30E8-4AD9-890D-521920E8CA56}" dt="2024-01-08T09:40:37.055" v="2690" actId="14100"/>
        <pc:sldMkLst>
          <pc:docMk/>
          <pc:sldMk cId="107693820" sldId="966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647693326" sldId="966"/>
        </pc:sldMkLst>
      </pc:sldChg>
      <pc:sldChg chg="modSp add mod">
        <pc:chgData name="Xin Xin" userId="9ff0c946-7f3c-4192-98c1-6be932ce2bce" providerId="ADAL" clId="{EC370BB4-30E8-4AD9-890D-521920E8CA56}" dt="2024-01-08T07:32:28.388" v="1968" actId="27636"/>
        <pc:sldMkLst>
          <pc:docMk/>
          <pc:sldMk cId="1160441430" sldId="967"/>
        </pc:sldMkLst>
      </pc:sldChg>
      <pc:sldChg chg="modSp add del mod">
        <pc:chgData name="Xin Xin" userId="9ff0c946-7f3c-4192-98c1-6be932ce2bce" providerId="ADAL" clId="{EC370BB4-30E8-4AD9-890D-521920E8CA56}" dt="2024-01-08T07:32:25.295" v="1965" actId="2696"/>
        <pc:sldMkLst>
          <pc:docMk/>
          <pc:sldMk cId="2446553518" sldId="96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251227092" sldId="96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154648514" sldId="96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346501482" sldId="97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767517223" sldId="97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067777870" sldId="97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686971569" sldId="97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76902241" sldId="97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86875326" sldId="97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008086356" sldId="978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227531169" sldId="979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4261154658" sldId="980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389753227" sldId="981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688356377" sldId="982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598388145" sldId="983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403095897" sldId="984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1192521579" sldId="985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3997576614" sldId="986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188746582" sldId="987"/>
        </pc:sldMkLst>
      </pc:sldChg>
      <pc:sldChg chg="modSp add del mod">
        <pc:chgData name="Xin Xin" userId="9ff0c946-7f3c-4192-98c1-6be932ce2bce" providerId="ADAL" clId="{EC370BB4-30E8-4AD9-890D-521920E8CA56}" dt="2024-01-08T14:42:31.718" v="3087" actId="47"/>
        <pc:sldMkLst>
          <pc:docMk/>
          <pc:sldMk cId="2747047901" sldId="988"/>
        </pc:sldMkLst>
      </pc:sldChg>
      <pc:sldChg chg="addSp delSp modSp new add del mod">
        <pc:chgData name="Xin Xin" userId="9ff0c946-7f3c-4192-98c1-6be932ce2bce" providerId="ADAL" clId="{EC370BB4-30E8-4AD9-890D-521920E8CA56}" dt="2024-01-09T05:48:44.643" v="3158" actId="5793"/>
        <pc:sldMkLst>
          <pc:docMk/>
          <pc:sldMk cId="3052515236" sldId="989"/>
        </pc:sldMkLst>
      </pc:sldChg>
      <pc:sldChg chg="addSp delSp modSp add mod modAnim">
        <pc:chgData name="Xin Xin" userId="9ff0c946-7f3c-4192-98c1-6be932ce2bce" providerId="ADAL" clId="{EC370BB4-30E8-4AD9-890D-521920E8CA56}" dt="2024-01-08T07:31:18.893" v="1962"/>
        <pc:sldMkLst>
          <pc:docMk/>
          <pc:sldMk cId="2964609195" sldId="990"/>
        </pc:sldMkLst>
      </pc:sldChg>
      <pc:sldChg chg="modSp new del mod ord">
        <pc:chgData name="Xin Xin" userId="9ff0c946-7f3c-4192-98c1-6be932ce2bce" providerId="ADAL" clId="{EC370BB4-30E8-4AD9-890D-521920E8CA56}" dt="2024-01-08T14:42:35.678" v="3090" actId="47"/>
        <pc:sldMkLst>
          <pc:docMk/>
          <pc:sldMk cId="2746704462" sldId="991"/>
        </pc:sldMkLst>
      </pc:sldChg>
      <pc:sldChg chg="addSp delSp modSp add mod">
        <pc:chgData name="Xin Xin" userId="9ff0c946-7f3c-4192-98c1-6be932ce2bce" providerId="ADAL" clId="{EC370BB4-30E8-4AD9-890D-521920E8CA56}" dt="2024-01-08T09:33:30.974" v="2674" actId="1076"/>
        <pc:sldMkLst>
          <pc:docMk/>
          <pc:sldMk cId="2423250723" sldId="992"/>
        </pc:sldMkLst>
      </pc:sldChg>
      <pc:sldChg chg="addSp delSp add del setBg delDesignElem">
        <pc:chgData name="Xin Xin" userId="9ff0c946-7f3c-4192-98c1-6be932ce2bce" providerId="ADAL" clId="{EC370BB4-30E8-4AD9-890D-521920E8CA56}" dt="2024-01-08T09:09:54.362" v="2430"/>
        <pc:sldMkLst>
          <pc:docMk/>
          <pc:sldMk cId="3879548416" sldId="992"/>
        </pc:sldMkLst>
      </pc:sldChg>
      <pc:sldChg chg="addSp delSp modSp add del mod modAnim">
        <pc:chgData name="Xin Xin" userId="9ff0c946-7f3c-4192-98c1-6be932ce2bce" providerId="ADAL" clId="{EC370BB4-30E8-4AD9-890D-521920E8CA56}" dt="2024-01-08T14:35:34.723" v="2939" actId="47"/>
        <pc:sldMkLst>
          <pc:docMk/>
          <pc:sldMk cId="2796890472" sldId="993"/>
        </pc:sldMkLst>
      </pc:sldChg>
      <pc:sldChg chg="modSp add mod">
        <pc:chgData name="Xin Xin" userId="9ff0c946-7f3c-4192-98c1-6be932ce2bce" providerId="ADAL" clId="{EC370BB4-30E8-4AD9-890D-521920E8CA56}" dt="2024-01-08T14:41:08.409" v="3086" actId="20577"/>
        <pc:sldMkLst>
          <pc:docMk/>
          <pc:sldMk cId="1538176317" sldId="994"/>
        </pc:sldMkLst>
      </pc:sldChg>
      <pc:sldChg chg="modSp add del mod">
        <pc:chgData name="Xin Xin" userId="9ff0c946-7f3c-4192-98c1-6be932ce2bce" providerId="ADAL" clId="{EC370BB4-30E8-4AD9-890D-521920E8CA56}" dt="2024-01-08T14:30:55.789" v="2908" actId="47"/>
        <pc:sldMkLst>
          <pc:docMk/>
          <pc:sldMk cId="2980347387" sldId="995"/>
        </pc:sldMkLst>
      </pc:sldChg>
      <pc:sldChg chg="modSp add del mod">
        <pc:chgData name="Xin Xin" userId="9ff0c946-7f3c-4192-98c1-6be932ce2bce" providerId="ADAL" clId="{EC370BB4-30E8-4AD9-890D-521920E8CA56}" dt="2024-01-08T14:30:00.749" v="2905" actId="47"/>
        <pc:sldMkLst>
          <pc:docMk/>
          <pc:sldMk cId="2535701466" sldId="996"/>
        </pc:sldMkLst>
      </pc:sldChg>
      <pc:sldChg chg="delSp modSp add del mod ord">
        <pc:chgData name="Xin Xin" userId="9ff0c946-7f3c-4192-98c1-6be932ce2bce" providerId="ADAL" clId="{EC370BB4-30E8-4AD9-890D-521920E8CA56}" dt="2024-01-08T14:28:42.526" v="2892" actId="47"/>
        <pc:sldMkLst>
          <pc:docMk/>
          <pc:sldMk cId="2468515756" sldId="997"/>
        </pc:sldMkLst>
      </pc:sldChg>
      <pc:sldChg chg="delSp modSp add del mod modAnim">
        <pc:chgData name="Xin Xin" userId="9ff0c946-7f3c-4192-98c1-6be932ce2bce" providerId="ADAL" clId="{EC370BB4-30E8-4AD9-890D-521920E8CA56}" dt="2024-01-08T14:34:49.742" v="2932" actId="47"/>
        <pc:sldMkLst>
          <pc:docMk/>
          <pc:sldMk cId="344159879" sldId="998"/>
        </pc:sldMkLst>
      </pc:sldChg>
      <pc:sldChg chg="modSp add del mod">
        <pc:chgData name="Xin Xin" userId="9ff0c946-7f3c-4192-98c1-6be932ce2bce" providerId="ADAL" clId="{EC370BB4-30E8-4AD9-890D-521920E8CA56}" dt="2024-01-08T14:32:57.967" v="2914" actId="47"/>
        <pc:sldMkLst>
          <pc:docMk/>
          <pc:sldMk cId="1934115457" sldId="999"/>
        </pc:sldMkLst>
      </pc:sldChg>
      <pc:sldChg chg="delSp modSp add del mod">
        <pc:chgData name="Xin Xin" userId="9ff0c946-7f3c-4192-98c1-6be932ce2bce" providerId="ADAL" clId="{EC370BB4-30E8-4AD9-890D-521920E8CA56}" dt="2024-01-08T14:33:32.339" v="2918" actId="47"/>
        <pc:sldMkLst>
          <pc:docMk/>
          <pc:sldMk cId="103550941" sldId="1000"/>
        </pc:sldMkLst>
      </pc:sldChg>
      <pc:sldChg chg="delSp modSp add del mod ord modAnim">
        <pc:chgData name="Xin Xin" userId="9ff0c946-7f3c-4192-98c1-6be932ce2bce" providerId="ADAL" clId="{EC370BB4-30E8-4AD9-890D-521920E8CA56}" dt="2024-01-08T14:36:05.741" v="2947" actId="47"/>
        <pc:sldMkLst>
          <pc:docMk/>
          <pc:sldMk cId="1440061282" sldId="1001"/>
        </pc:sldMkLst>
      </pc:sldChg>
      <pc:sldChg chg="addSp delSp modSp new mod">
        <pc:chgData name="Xin Xin" userId="9ff0c946-7f3c-4192-98c1-6be932ce2bce" providerId="ADAL" clId="{EC370BB4-30E8-4AD9-890D-521920E8CA56}" dt="2024-01-08T14:28:33.969" v="2890" actId="1076"/>
        <pc:sldMkLst>
          <pc:docMk/>
          <pc:sldMk cId="3692251944" sldId="1002"/>
        </pc:sldMkLst>
      </pc:sldChg>
      <pc:sldChg chg="addSp delSp modSp add mod">
        <pc:chgData name="Xin Xin" userId="9ff0c946-7f3c-4192-98c1-6be932ce2bce" providerId="ADAL" clId="{EC370BB4-30E8-4AD9-890D-521920E8CA56}" dt="2024-01-08T14:29:52.802" v="2904" actId="1036"/>
        <pc:sldMkLst>
          <pc:docMk/>
          <pc:sldMk cId="1399360419" sldId="1003"/>
        </pc:sldMkLst>
      </pc:sldChg>
      <pc:sldChg chg="addSp delSp modSp add mod modAnim">
        <pc:chgData name="Xin Xin" userId="9ff0c946-7f3c-4192-98c1-6be932ce2bce" providerId="ADAL" clId="{EC370BB4-30E8-4AD9-890D-521920E8CA56}" dt="2024-01-08T14:33:03.364" v="2915"/>
        <pc:sldMkLst>
          <pc:docMk/>
          <pc:sldMk cId="1024578609" sldId="1004"/>
        </pc:sldMkLst>
      </pc:sldChg>
      <pc:sldChg chg="addSp delSp modSp add mod">
        <pc:chgData name="Xin Xin" userId="9ff0c946-7f3c-4192-98c1-6be932ce2bce" providerId="ADAL" clId="{EC370BB4-30E8-4AD9-890D-521920E8CA56}" dt="2024-01-08T14:33:46.135" v="2921" actId="1076"/>
        <pc:sldMkLst>
          <pc:docMk/>
          <pc:sldMk cId="647430869" sldId="1005"/>
        </pc:sldMkLst>
      </pc:sldChg>
      <pc:sldChg chg="addSp delSp modSp add mod ord modAnim">
        <pc:chgData name="Xin Xin" userId="9ff0c946-7f3c-4192-98c1-6be932ce2bce" providerId="ADAL" clId="{EC370BB4-30E8-4AD9-890D-521920E8CA56}" dt="2024-01-08T14:34:46.976" v="2931"/>
        <pc:sldMkLst>
          <pc:docMk/>
          <pc:sldMk cId="1030716104" sldId="1006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117008380" sldId="1007"/>
        </pc:sldMkLst>
      </pc:sldChg>
      <pc:sldChg chg="modSp add mod">
        <pc:chgData name="Xin Xin" userId="9ff0c946-7f3c-4192-98c1-6be932ce2bce" providerId="ADAL" clId="{EC370BB4-30E8-4AD9-890D-521920E8CA56}" dt="2024-01-08T14:36:41.487" v="2951"/>
        <pc:sldMkLst>
          <pc:docMk/>
          <pc:sldMk cId="3223531500" sldId="1007"/>
        </pc:sldMkLst>
      </pc:sldChg>
      <pc:sldChg chg="modSp add mod ord">
        <pc:chgData name="Xin Xin" userId="9ff0c946-7f3c-4192-98c1-6be932ce2bce" providerId="ADAL" clId="{EC370BB4-30E8-4AD9-890D-521920E8CA56}" dt="2024-01-08T14:36:56.759" v="2955"/>
        <pc:sldMkLst>
          <pc:docMk/>
          <pc:sldMk cId="2424516981" sldId="1008"/>
        </pc:sldMkLst>
      </pc:sldChg>
      <pc:sldChg chg="addSp delSp modSp add del mod modAnim">
        <pc:chgData name="Xin Xin" userId="9ff0c946-7f3c-4192-98c1-6be932ce2bce" providerId="ADAL" clId="{EC370BB4-30E8-4AD9-890D-521920E8CA56}" dt="2024-01-08T14:36:12.930" v="2948" actId="2696"/>
        <pc:sldMkLst>
          <pc:docMk/>
          <pc:sldMk cId="3444685122" sldId="1008"/>
        </pc:sldMkLst>
      </pc:sldChg>
      <pc:sldMasterChg chg="modSp modSldLayout">
        <pc:chgData name="Xin Xin" userId="9ff0c946-7f3c-4192-98c1-6be932ce2bce" providerId="ADAL" clId="{EC370BB4-30E8-4AD9-890D-521920E8CA56}" dt="2024-01-08T05:34:48.496" v="11"/>
        <pc:sldMasterMkLst>
          <pc:docMk/>
          <pc:sldMasterMk cId="1688907420" sldId="2147483839"/>
        </pc:sldMasterMkLst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0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1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2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3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4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7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48"/>
          </pc:sldLayoutMkLst>
        </pc:sldLayoutChg>
        <pc:sldLayoutChg chg="modSp">
          <pc:chgData name="Xin Xin" userId="9ff0c946-7f3c-4192-98c1-6be932ce2bce" providerId="ADAL" clId="{EC370BB4-30E8-4AD9-890D-521920E8CA56}" dt="2024-01-08T05:34:48.496" v="11"/>
          <pc:sldLayoutMkLst>
            <pc:docMk/>
            <pc:sldMasterMk cId="1688907420" sldId="2147483839"/>
            <pc:sldLayoutMk cId="0" sldId="2147483850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28.584" v="0"/>
        <pc:sldMasterMkLst>
          <pc:docMk/>
          <pc:sldMasterMk cId="637128036" sldId="2147483851"/>
        </pc:sldMasterMkLst>
        <pc:sldLayoutChg chg="addSp">
          <pc:chgData name="Xin Xin" userId="9ff0c946-7f3c-4192-98c1-6be932ce2bce" providerId="ADAL" clId="{EC370BB4-30E8-4AD9-890D-521920E8CA56}" dt="2024-01-08T05:34:28.584" v="0"/>
          <pc:sldLayoutMkLst>
            <pc:docMk/>
            <pc:sldMasterMk cId="637128036" sldId="2147483851"/>
            <pc:sldLayoutMk cId="1701856736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5:34:40.913" v="7"/>
        <pc:sldMasterMkLst>
          <pc:docMk/>
          <pc:sldMasterMk cId="1195836270" sldId="2147483851"/>
        </pc:sldMasterMkLst>
        <pc:sldLayoutChg chg="addSp">
          <pc:chgData name="Xin Xin" userId="9ff0c946-7f3c-4192-98c1-6be932ce2bce" providerId="ADAL" clId="{EC370BB4-30E8-4AD9-890D-521920E8CA56}" dt="2024-01-08T05:34:40.913" v="7"/>
          <pc:sldLayoutMkLst>
            <pc:docMk/>
            <pc:sldMasterMk cId="1195836270" sldId="2147483851"/>
            <pc:sldLayoutMk cId="3481299259" sldId="2147483853"/>
          </pc:sldLayoutMkLst>
        </pc:sldLayoutChg>
      </pc:sldMasterChg>
      <pc:sldMasterChg chg="modSldLayout">
        <pc:chgData name="Xin Xin" userId="9ff0c946-7f3c-4192-98c1-6be932ce2bce" providerId="ADAL" clId="{EC370BB4-30E8-4AD9-890D-521920E8CA56}" dt="2024-01-08T06:31:03.338" v="943" actId="14100"/>
        <pc:sldMasterMkLst>
          <pc:docMk/>
          <pc:sldMasterMk cId="3304735552" sldId="2147483851"/>
        </pc:sldMasterMkLst>
        <pc:sldLayoutChg chg="addSp modSp mod">
          <pc:chgData name="Xin Xin" userId="9ff0c946-7f3c-4192-98c1-6be932ce2bce" providerId="ADAL" clId="{EC370BB4-30E8-4AD9-890D-521920E8CA56}" dt="2024-01-08T06:31:03.338" v="943" actId="14100"/>
          <pc:sldLayoutMkLst>
            <pc:docMk/>
            <pc:sldMasterMk cId="3304735552" sldId="2147483851"/>
            <pc:sldLayoutMk cId="2121042803" sldId="2147483853"/>
          </pc:sldLayoutMkLst>
        </pc:sldLayoutChg>
      </pc:sldMasterChg>
      <pc:sldMasterChg chg="del delSldLayout">
        <pc:chgData name="Xin Xin" userId="9ff0c946-7f3c-4192-98c1-6be932ce2bce" providerId="ADAL" clId="{EC370BB4-30E8-4AD9-890D-521920E8CA56}" dt="2024-01-08T14:42:31.718" v="3087" actId="47"/>
        <pc:sldMasterMkLst>
          <pc:docMk/>
          <pc:sldMasterMk cId="132506679" sldId="2147483863"/>
        </pc:sldMasterMkLst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3353663624" sldId="2147483864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872515940" sldId="2147483865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087818356" sldId="2147483866"/>
          </pc:sldLayoutMkLst>
        </pc:sldLayoutChg>
        <pc:sldLayoutChg chg="del">
          <pc:chgData name="Xin Xin" userId="9ff0c946-7f3c-4192-98c1-6be932ce2bce" providerId="ADAL" clId="{EC370BB4-30E8-4AD9-890D-521920E8CA56}" dt="2024-01-08T14:42:31.718" v="3087" actId="47"/>
          <pc:sldLayoutMkLst>
            <pc:docMk/>
            <pc:sldMasterMk cId="132506679" sldId="2147483863"/>
            <pc:sldLayoutMk cId="424052134" sldId="214748386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F21601-8810-E544-9D11-46F00C4F0696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B5A7F-9579-BB49-881B-29290E497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8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9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72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Communication between browsers &lt;-&gt; servers</a:t>
            </a:r>
          </a:p>
          <a:p>
            <a:r>
              <a:rPr lang="en-US" dirty="0"/>
              <a:t>Why works -&gt; protocol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104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 memory, no pain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B5A7F-9579-BB49-881B-29290E49739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00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0244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8747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2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5"/>
            <a:ext cx="7250430" cy="772796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8602"/>
            <a:ext cx="7886700" cy="4678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61E220-D336-D8EA-6239-8C05D2C08EBC}"/>
              </a:ext>
            </a:extLst>
          </p:cNvPr>
          <p:cNvCxnSpPr/>
          <p:nvPr userDrawn="1"/>
        </p:nvCxnSpPr>
        <p:spPr>
          <a:xfrm>
            <a:off x="9525" y="955002"/>
            <a:ext cx="9121140" cy="0"/>
          </a:xfrm>
          <a:prstGeom prst="line">
            <a:avLst/>
          </a:prstGeom>
          <a:ln w="38100">
            <a:solidFill>
              <a:srgbClr val="C95B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me - UCF College of Engineering and Computer Science">
            <a:extLst>
              <a:ext uri="{FF2B5EF4-FFF2-40B4-BE49-F238E27FC236}">
                <a16:creationId xmlns:a16="http://schemas.microsoft.com/office/drawing/2014/main" id="{9F1B4091-87B5-7363-19C4-89F41293F64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52" b="28112"/>
          <a:stretch/>
        </p:blipFill>
        <p:spPr bwMode="auto">
          <a:xfrm>
            <a:off x="8238773" y="84380"/>
            <a:ext cx="707107" cy="77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104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7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395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58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9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2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75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890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77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37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38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4027"/>
            <a:ext cx="78867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26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90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3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Transport Layer: 3-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61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7/14/2017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41B36-6335-F546-90B9-E2121371E1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3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1821"/>
            <a:ext cx="78867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14712" y="644309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6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264319" indent="-166688" algn="l" defTabSz="685800" rtl="0" eaLnBrk="1" latinLnBrk="0" hangingPunct="1">
        <a:lnSpc>
          <a:spcPct val="90000"/>
        </a:lnSpc>
        <a:spcBef>
          <a:spcPts val="750"/>
        </a:spcBef>
        <a:buClr>
          <a:srgbClr val="0000A3"/>
        </a:buClr>
        <a:buFont typeface="Wingdings" pitchFamily="2" charset="2"/>
        <a:buChar char="§"/>
        <a:tabLst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94" indent="-173831" algn="l" defTabSz="685800" rtl="0" eaLnBrk="1" latinLnBrk="0" hangingPunct="1">
        <a:lnSpc>
          <a:spcPct val="90000"/>
        </a:lnSpc>
        <a:spcBef>
          <a:spcPts val="375"/>
        </a:spcBef>
        <a:buClr>
          <a:srgbClr val="0000A8"/>
        </a:buClr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3.png"/><Relationship Id="rId21" Type="http://schemas.openxmlformats.org/officeDocument/2006/relationships/image" Target="../media/image10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19.png"/><Relationship Id="rId2" Type="http://schemas.openxmlformats.org/officeDocument/2006/relationships/image" Target="../media/image2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5" Type="http://schemas.openxmlformats.org/officeDocument/2006/relationships/image" Target="../media/image17.png"/><Relationship Id="rId10" Type="http://schemas.openxmlformats.org/officeDocument/2006/relationships/image" Target="../media/image11.png"/><Relationship Id="rId19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6.png"/><Relationship Id="rId22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wustl.edu/~jain/" TargetMode="External"/><Relationship Id="rId2" Type="http://schemas.openxmlformats.org/officeDocument/2006/relationships/hyperlink" Target="https://www.ece.ucf.edu/~yuksem/teaching/EEL-4781-Fall-2020.html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F67056-1534-47E2-83BE-08A2B9441FDC}"/>
              </a:ext>
            </a:extLst>
          </p:cNvPr>
          <p:cNvSpPr/>
          <p:nvPr/>
        </p:nvSpPr>
        <p:spPr>
          <a:xfrm>
            <a:off x="0" y="1951615"/>
            <a:ext cx="9144000" cy="1750979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336103"/>
            <a:ext cx="9144000" cy="1014108"/>
          </a:xfrm>
        </p:spPr>
        <p:txBody>
          <a:bodyPr>
            <a:no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n-lt"/>
              </a:rPr>
              <a:t>EEL 4781 Computer Communication Networks</a:t>
            </a:r>
            <a:br>
              <a:rPr lang="en-US" altLang="zh-CN" sz="4800" dirty="0">
                <a:solidFill>
                  <a:schemeClr val="bg1"/>
                </a:solidFill>
                <a:latin typeface="+mn-lt"/>
              </a:rPr>
            </a:br>
            <a:r>
              <a:rPr lang="en-US" altLang="zh-CN" sz="3200" dirty="0">
                <a:solidFill>
                  <a:schemeClr val="bg1"/>
                </a:solidFill>
                <a:latin typeface="+mn-lt"/>
              </a:rPr>
              <a:t>Chapter 2-1: Application Layer</a:t>
            </a:r>
            <a:endParaRPr lang="en-US" sz="48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7026" y="4647913"/>
            <a:ext cx="6858000" cy="581315"/>
          </a:xfrm>
        </p:spPr>
        <p:txBody>
          <a:bodyPr wrap="none">
            <a:noAutofit/>
          </a:bodyPr>
          <a:lstStyle/>
          <a:p>
            <a:r>
              <a:rPr lang="en-US" sz="2400" b="1" dirty="0"/>
              <a:t>Xin </a:t>
            </a:r>
            <a:r>
              <a:rPr lang="en-US" sz="2400" b="1" dirty="0" err="1"/>
              <a:t>Xin</a:t>
            </a:r>
            <a:endParaRPr lang="en-US" sz="2400" b="1" dirty="0"/>
          </a:p>
          <a:p>
            <a:r>
              <a:rPr lang="en-US" b="1" dirty="0"/>
              <a:t>Department of Electrical and </a:t>
            </a:r>
            <a:r>
              <a:rPr lang="en-US" altLang="zh-CN" b="1" dirty="0"/>
              <a:t>Computer Engineering</a:t>
            </a:r>
          </a:p>
          <a:p>
            <a:r>
              <a:rPr lang="en-US" sz="2400" b="1" dirty="0"/>
              <a:t>University of Central F</a:t>
            </a:r>
            <a:r>
              <a:rPr lang="en-US" b="1" dirty="0"/>
              <a:t>lorida</a:t>
            </a:r>
            <a:endParaRPr lang="en-US" sz="24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9DF276-5B0A-4972-9653-037F6D8B3C68}"/>
              </a:ext>
            </a:extLst>
          </p:cNvPr>
          <p:cNvSpPr/>
          <p:nvPr/>
        </p:nvSpPr>
        <p:spPr>
          <a:xfrm>
            <a:off x="1" y="3790141"/>
            <a:ext cx="6774656" cy="116732"/>
          </a:xfrm>
          <a:prstGeom prst="rect">
            <a:avLst/>
          </a:prstGeom>
          <a:gradFill flip="none" rotWithShape="1">
            <a:gsLst>
              <a:gs pos="69000">
                <a:srgbClr val="887128"/>
              </a:gs>
              <a:gs pos="47000">
                <a:srgbClr val="FFC904">
                  <a:alpha val="40784"/>
                </a:srgbClr>
              </a:gs>
              <a:gs pos="21000">
                <a:srgbClr val="887128"/>
              </a:gs>
              <a:gs pos="0">
                <a:srgbClr val="887128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411FC-0199-4C18-B757-D96B9FBEC12C}"/>
              </a:ext>
            </a:extLst>
          </p:cNvPr>
          <p:cNvSpPr/>
          <p:nvPr/>
        </p:nvSpPr>
        <p:spPr>
          <a:xfrm>
            <a:off x="6880860" y="3790142"/>
            <a:ext cx="2263140" cy="116732"/>
          </a:xfrm>
          <a:prstGeom prst="rect">
            <a:avLst/>
          </a:prstGeom>
          <a:solidFill>
            <a:srgbClr val="887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me - UCF College of Engineering and Computer Science">
            <a:extLst>
              <a:ext uri="{FF2B5EF4-FFF2-40B4-BE49-F238E27FC236}">
                <a16:creationId xmlns:a16="http://schemas.microsoft.com/office/drawing/2014/main" id="{8E0F3A9D-0085-8B62-1898-2721C3D1D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844" y="337185"/>
            <a:ext cx="2794835" cy="669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737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Principles of network applications</a:t>
            </a:r>
          </a:p>
          <a:p>
            <a:pPr lvl="1"/>
            <a:r>
              <a:rPr lang="en-US" altLang="zh-CN" dirty="0"/>
              <a:t>Paradigm</a:t>
            </a:r>
          </a:p>
          <a:p>
            <a:pPr lvl="1"/>
            <a:r>
              <a:rPr lang="en-US" altLang="zh-CN" dirty="0"/>
              <a:t>Three dimensions:</a:t>
            </a:r>
          </a:p>
          <a:p>
            <a:pPr lvl="2"/>
            <a:r>
              <a:rPr lang="en-US" altLang="zh-CN" dirty="0"/>
              <a:t>Identifier</a:t>
            </a:r>
          </a:p>
          <a:p>
            <a:pPr lvl="2"/>
            <a:r>
              <a:rPr lang="en-US" altLang="zh-CN" dirty="0"/>
              <a:t>Service</a:t>
            </a:r>
          </a:p>
          <a:p>
            <a:pPr lvl="2"/>
            <a:r>
              <a:rPr lang="en-US" altLang="zh-CN" dirty="0"/>
              <a:t>Protocol</a:t>
            </a:r>
          </a:p>
          <a:p>
            <a:pPr lvl="1"/>
            <a:r>
              <a:rPr lang="en-US" altLang="zh-CN" dirty="0"/>
              <a:t>Service Quality and Security</a:t>
            </a:r>
          </a:p>
          <a:p>
            <a:r>
              <a:rPr lang="en-US" altLang="zh-CN" dirty="0"/>
              <a:t>HTTP – a quick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81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Application layer: overview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754E60F-07E4-0857-97DA-6FD910A1B41E}"/>
              </a:ext>
            </a:extLst>
          </p:cNvPr>
          <p:cNvSpPr txBox="1">
            <a:spLocks/>
          </p:cNvSpPr>
          <p:nvPr/>
        </p:nvSpPr>
        <p:spPr>
          <a:xfrm>
            <a:off x="560480" y="2123477"/>
            <a:ext cx="3981888" cy="3263504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5281" indent="-259556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conceptual </a:t>
            </a:r>
            <a:r>
              <a:rPr lang="en-US" altLang="en-US" sz="24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and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implementation aspects of application-layer protocols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transport-layer service models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client-server paradigm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peer-to-peer paradigm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64319" indent="-166688" defTabSz="685800">
              <a:spcBef>
                <a:spcPts val="750"/>
              </a:spcBef>
              <a:defRPr/>
            </a:pPr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1494AC6B-E81C-4BDB-3E66-93A1825BBD2C}"/>
              </a:ext>
            </a:extLst>
          </p:cNvPr>
          <p:cNvSpPr txBox="1">
            <a:spLocks noChangeArrowheads="1"/>
          </p:cNvSpPr>
          <p:nvPr/>
        </p:nvSpPr>
        <p:spPr>
          <a:xfrm>
            <a:off x="4887739" y="2118361"/>
            <a:ext cx="4053947" cy="359926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1938" indent="-261938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learn about protocols by examining popular application-layer protocols and infrastructure</a:t>
            </a:r>
          </a:p>
          <a:p>
            <a:pPr marL="519113" lvl="1" indent="-261938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HTTP</a:t>
            </a:r>
          </a:p>
          <a:p>
            <a:pPr marL="519113" lvl="1" indent="-261938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SMTP, IMAP</a:t>
            </a:r>
          </a:p>
          <a:p>
            <a:pPr marL="519113" lvl="1" indent="-261938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DNS</a:t>
            </a:r>
          </a:p>
          <a:p>
            <a:pPr marL="519113" lvl="1" indent="-261938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video streaming systems, CDNs</a:t>
            </a:r>
          </a:p>
          <a:p>
            <a:pPr marL="261938" indent="-261938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programming network applications</a:t>
            </a:r>
          </a:p>
          <a:p>
            <a:pPr marL="519113" lvl="1" indent="-261938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socket API</a:t>
            </a:r>
            <a:endParaRPr lang="en-US" altLang="en-US" sz="15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6" name="Content Placeholder 2">
            <a:extLst>
              <a:ext uri="{FF2B5EF4-FFF2-40B4-BE49-F238E27FC236}">
                <a16:creationId xmlns:a16="http://schemas.microsoft.com/office/drawing/2014/main" id="{5DFE0F20-3509-B20C-61D2-9EAAF1044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Our goals: </a:t>
            </a:r>
          </a:p>
        </p:txBody>
      </p:sp>
    </p:spTree>
    <p:extLst>
      <p:ext uri="{BB962C8B-B14F-4D97-AF65-F5344CB8AC3E}">
        <p14:creationId xmlns:p14="http://schemas.microsoft.com/office/powerpoint/2010/main" val="2462992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Some network apps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CEF362F-6A9C-D7F6-39DB-5B1AEDE2EC58}"/>
              </a:ext>
            </a:extLst>
          </p:cNvPr>
          <p:cNvSpPr txBox="1">
            <a:spLocks/>
          </p:cNvSpPr>
          <p:nvPr/>
        </p:nvSpPr>
        <p:spPr>
          <a:xfrm>
            <a:off x="685800" y="2118361"/>
            <a:ext cx="3981888" cy="3263504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social networking</a:t>
            </a:r>
          </a:p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Web</a:t>
            </a:r>
          </a:p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text messaging</a:t>
            </a:r>
          </a:p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e-mail</a:t>
            </a:r>
          </a:p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multi-user network games</a:t>
            </a:r>
          </a:p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streaming stored video (YouTube, Hulu, Netflix) </a:t>
            </a:r>
          </a:p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P2P file sharing</a:t>
            </a:r>
          </a:p>
          <a:p>
            <a:pPr marL="264319" indent="-166688" defTabSz="685800">
              <a:spcBef>
                <a:spcPts val="750"/>
              </a:spcBef>
              <a:defRPr/>
            </a:pPr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60E5799-3E3C-AD06-69E9-11DF986F0BDF}"/>
              </a:ext>
            </a:extLst>
          </p:cNvPr>
          <p:cNvSpPr txBox="1">
            <a:spLocks/>
          </p:cNvSpPr>
          <p:nvPr/>
        </p:nvSpPr>
        <p:spPr>
          <a:xfrm>
            <a:off x="4851076" y="2118361"/>
            <a:ext cx="3981888" cy="3263504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voice over IP (e.g., Skype)</a:t>
            </a:r>
          </a:p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real-time video conferencing (e.g., Zoom)</a:t>
            </a:r>
          </a:p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Internet search</a:t>
            </a:r>
          </a:p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remote login</a:t>
            </a:r>
          </a:p>
          <a:p>
            <a:pPr marL="259556" indent="-248841" defTabSz="685800">
              <a:spcBef>
                <a:spcPts val="750"/>
              </a:spcBef>
              <a:buClr>
                <a:srgbClr val="0000A8"/>
              </a:buClr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…</a:t>
            </a:r>
          </a:p>
          <a:p>
            <a:pPr marL="10715" indent="0" defTabSz="685800">
              <a:spcBef>
                <a:spcPts val="750"/>
              </a:spcBef>
              <a:buClr>
                <a:srgbClr val="0000A8"/>
              </a:buClr>
              <a:buNone/>
              <a:defRPr/>
            </a:pPr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27234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Creating a network 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reeform 370">
            <a:extLst>
              <a:ext uri="{FF2B5EF4-FFF2-40B4-BE49-F238E27FC236}">
                <a16:creationId xmlns:a16="http://schemas.microsoft.com/office/drawing/2014/main" id="{4859F979-B5CB-5FDD-60D7-1016A807F545}"/>
              </a:ext>
            </a:extLst>
          </p:cNvPr>
          <p:cNvSpPr/>
          <p:nvPr/>
        </p:nvSpPr>
        <p:spPr>
          <a:xfrm>
            <a:off x="6738892" y="308038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8" name="Freeform 417">
            <a:extLst>
              <a:ext uri="{FF2B5EF4-FFF2-40B4-BE49-F238E27FC236}">
                <a16:creationId xmlns:a16="http://schemas.microsoft.com/office/drawing/2014/main" id="{C035CDAA-506E-8845-8102-AD4D038028F0}"/>
              </a:ext>
            </a:extLst>
          </p:cNvPr>
          <p:cNvSpPr>
            <a:spLocks/>
          </p:cNvSpPr>
          <p:nvPr/>
        </p:nvSpPr>
        <p:spPr bwMode="auto">
          <a:xfrm>
            <a:off x="5455557" y="215057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9" name="Group 418">
            <a:extLst>
              <a:ext uri="{FF2B5EF4-FFF2-40B4-BE49-F238E27FC236}">
                <a16:creationId xmlns:a16="http://schemas.microsoft.com/office/drawing/2014/main" id="{FB7CA553-183A-9BFE-F91F-2827B02F38B8}"/>
              </a:ext>
            </a:extLst>
          </p:cNvPr>
          <p:cNvGrpSpPr>
            <a:grpSpLocks/>
          </p:cNvGrpSpPr>
          <p:nvPr/>
        </p:nvGrpSpPr>
        <p:grpSpPr bwMode="auto">
          <a:xfrm>
            <a:off x="5404013" y="3247988"/>
            <a:ext cx="1094184" cy="700088"/>
            <a:chOff x="2889" y="1631"/>
            <a:chExt cx="980" cy="743"/>
          </a:xfrm>
        </p:grpSpPr>
        <p:sp>
          <p:nvSpPr>
            <p:cNvPr id="10" name="Rectangle 419">
              <a:extLst>
                <a:ext uri="{FF2B5EF4-FFF2-40B4-BE49-F238E27FC236}">
                  <a16:creationId xmlns:a16="http://schemas.microsoft.com/office/drawing/2014/main" id="{0D67C2D8-EAED-DAB1-B0B2-18420DC99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1" name="AutoShape 420">
              <a:extLst>
                <a:ext uri="{FF2B5EF4-FFF2-40B4-BE49-F238E27FC236}">
                  <a16:creationId xmlns:a16="http://schemas.microsoft.com/office/drawing/2014/main" id="{82D498DA-43AD-36F0-C6EA-5EFB2FC77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srgbClr val="00CCFF"/>
                </a:solidFill>
                <a:latin typeface="+mj-lt"/>
              </a:endParaRPr>
            </a:p>
          </p:txBody>
        </p:sp>
      </p:grpSp>
      <p:sp>
        <p:nvSpPr>
          <p:cNvPr id="12" name="Freeform 427">
            <a:extLst>
              <a:ext uri="{FF2B5EF4-FFF2-40B4-BE49-F238E27FC236}">
                <a16:creationId xmlns:a16="http://schemas.microsoft.com/office/drawing/2014/main" id="{6B4CE392-1B00-EAD1-8BB7-2E79A1E877C4}"/>
              </a:ext>
            </a:extLst>
          </p:cNvPr>
          <p:cNvSpPr>
            <a:spLocks/>
          </p:cNvSpPr>
          <p:nvPr/>
        </p:nvSpPr>
        <p:spPr bwMode="auto">
          <a:xfrm>
            <a:off x="5784301" y="4293401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3" name="Text Box 580">
            <a:extLst>
              <a:ext uri="{FF2B5EF4-FFF2-40B4-BE49-F238E27FC236}">
                <a16:creationId xmlns:a16="http://schemas.microsoft.com/office/drawing/2014/main" id="{101661F2-7217-3260-89CD-CC9A37740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1897396"/>
            <a:ext cx="104868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+mj-lt"/>
              </a:rPr>
              <a:t>mobile network</a:t>
            </a:r>
          </a:p>
        </p:txBody>
      </p:sp>
      <p:sp>
        <p:nvSpPr>
          <p:cNvPr id="14" name="Text Box 580">
            <a:extLst>
              <a:ext uri="{FF2B5EF4-FFF2-40B4-BE49-F238E27FC236}">
                <a16:creationId xmlns:a16="http://schemas.microsoft.com/office/drawing/2014/main" id="{BDA9B042-9541-4026-E2C2-D6B7B9CA7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3924992"/>
            <a:ext cx="1466735" cy="224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+mj-lt"/>
              </a:rPr>
              <a:t>home network</a:t>
            </a:r>
          </a:p>
        </p:txBody>
      </p:sp>
      <p:sp>
        <p:nvSpPr>
          <p:cNvPr id="15" name="Text Box 580">
            <a:extLst>
              <a:ext uri="{FF2B5EF4-FFF2-40B4-BE49-F238E27FC236}">
                <a16:creationId xmlns:a16="http://schemas.microsoft.com/office/drawing/2014/main" id="{72A93AB1-016A-3F16-536C-00585DE87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1" y="5115882"/>
            <a:ext cx="946093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+mj-lt"/>
              </a:rPr>
              <a:t>enterprise</a:t>
            </a:r>
          </a:p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+mj-lt"/>
              </a:rPr>
              <a:t>          network</a:t>
            </a:r>
          </a:p>
        </p:txBody>
      </p:sp>
      <p:sp>
        <p:nvSpPr>
          <p:cNvPr id="16" name="Freeform 371">
            <a:extLst>
              <a:ext uri="{FF2B5EF4-FFF2-40B4-BE49-F238E27FC236}">
                <a16:creationId xmlns:a16="http://schemas.microsoft.com/office/drawing/2014/main" id="{DC7F016F-A7B2-5950-40E8-7F38F6D6C863}"/>
              </a:ext>
            </a:extLst>
          </p:cNvPr>
          <p:cNvSpPr/>
          <p:nvPr/>
        </p:nvSpPr>
        <p:spPr>
          <a:xfrm>
            <a:off x="7666610" y="316570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+mj-l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D2E8623-FD3E-F0BF-0010-DFC41C694AAE}"/>
              </a:ext>
            </a:extLst>
          </p:cNvPr>
          <p:cNvGrpSpPr/>
          <p:nvPr/>
        </p:nvGrpSpPr>
        <p:grpSpPr>
          <a:xfrm>
            <a:off x="8128275" y="3727088"/>
            <a:ext cx="515545" cy="541161"/>
            <a:chOff x="5203089" y="1751190"/>
            <a:chExt cx="858331" cy="662414"/>
          </a:xfrm>
        </p:grpSpPr>
        <p:sp>
          <p:nvSpPr>
            <p:cNvPr id="18" name="Freeform 381">
              <a:extLst>
                <a:ext uri="{FF2B5EF4-FFF2-40B4-BE49-F238E27FC236}">
                  <a16:creationId xmlns:a16="http://schemas.microsoft.com/office/drawing/2014/main" id="{8317199D-B66C-73A3-CE1C-A09829EFF212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19" name="Freeform 382">
              <a:extLst>
                <a:ext uri="{FF2B5EF4-FFF2-40B4-BE49-F238E27FC236}">
                  <a16:creationId xmlns:a16="http://schemas.microsoft.com/office/drawing/2014/main" id="{5168F0FC-407C-DADE-E555-0D3D991BDE8D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40B945D-18A5-4DF1-52F2-C4E8FCC0CA9C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6D88C89-E860-3E31-E824-B84E0C8EDC68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1BE469-D570-0E1D-E448-9CABBC8B3A63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768F834-10E4-D928-91A1-642BE99D946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6C0B67D-202B-88C7-5FBD-37680F7D9603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D9ED590-44A6-9F48-FCBB-A05F4B3AE301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CDAA683-2D94-6C19-6F62-CE3F1F8F4075}"/>
              </a:ext>
            </a:extLst>
          </p:cNvPr>
          <p:cNvGrpSpPr/>
          <p:nvPr/>
        </p:nvGrpSpPr>
        <p:grpSpPr>
          <a:xfrm>
            <a:off x="8078379" y="3176678"/>
            <a:ext cx="445960" cy="486252"/>
            <a:chOff x="5203089" y="1751190"/>
            <a:chExt cx="858331" cy="662414"/>
          </a:xfrm>
        </p:grpSpPr>
        <p:sp>
          <p:nvSpPr>
            <p:cNvPr id="27" name="Freeform 398">
              <a:extLst>
                <a:ext uri="{FF2B5EF4-FFF2-40B4-BE49-F238E27FC236}">
                  <a16:creationId xmlns:a16="http://schemas.microsoft.com/office/drawing/2014/main" id="{783A75DF-6E97-5F91-3CDE-2828FD193697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28" name="Freeform 399">
              <a:extLst>
                <a:ext uri="{FF2B5EF4-FFF2-40B4-BE49-F238E27FC236}">
                  <a16:creationId xmlns:a16="http://schemas.microsoft.com/office/drawing/2014/main" id="{3796E517-AD2A-876F-D213-F769F07796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A9E2C0E-ED8A-BFA7-B99E-E3082CCD8A25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29E39-69D7-17A7-680E-08773721991B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DCC9A6C-ED07-267B-6B80-338077E63B55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B821DE7-52D3-985E-52C0-B368BD6AFCE3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11CC1E0-F314-8783-9DE7-4218B2BE18DB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66BB3A7-4788-403A-4E24-CCFB4A6055B2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Freeform 561">
            <a:extLst>
              <a:ext uri="{FF2B5EF4-FFF2-40B4-BE49-F238E27FC236}">
                <a16:creationId xmlns:a16="http://schemas.microsoft.com/office/drawing/2014/main" id="{F5B8D5BE-1F19-733B-E37F-D29DFED80AA3}"/>
              </a:ext>
            </a:extLst>
          </p:cNvPr>
          <p:cNvSpPr/>
          <p:nvPr/>
        </p:nvSpPr>
        <p:spPr>
          <a:xfrm>
            <a:off x="7155610" y="211758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9B9498-01ED-BBA4-5DF8-7DE4AC9C5268}"/>
              </a:ext>
            </a:extLst>
          </p:cNvPr>
          <p:cNvSpPr txBox="1"/>
          <p:nvPr/>
        </p:nvSpPr>
        <p:spPr>
          <a:xfrm>
            <a:off x="7070401" y="2169447"/>
            <a:ext cx="1334020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+mj-lt"/>
              </a:rPr>
              <a:t>national or global ISP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ED5DEB-7E41-3630-BAE8-BD422398671F}"/>
              </a:ext>
            </a:extLst>
          </p:cNvPr>
          <p:cNvSpPr/>
          <p:nvPr/>
        </p:nvSpPr>
        <p:spPr>
          <a:xfrm>
            <a:off x="6959301" y="3539482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6EF5F3-4D0C-641B-BE82-3B5C0F6E8732}"/>
              </a:ext>
            </a:extLst>
          </p:cNvPr>
          <p:cNvSpPr txBox="1"/>
          <p:nvPr/>
        </p:nvSpPr>
        <p:spPr>
          <a:xfrm>
            <a:off x="6574622" y="3366989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+mj-lt"/>
              </a:rPr>
              <a:t>local or regional ISP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E64FB82-8640-6A66-93B6-1FB4C86CA600}"/>
              </a:ext>
            </a:extLst>
          </p:cNvPr>
          <p:cNvSpPr txBox="1"/>
          <p:nvPr/>
        </p:nvSpPr>
        <p:spPr>
          <a:xfrm>
            <a:off x="8188325" y="4289503"/>
            <a:ext cx="654346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+mj-lt"/>
              </a:rPr>
              <a:t>datacenter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+mj-lt"/>
              </a:rPr>
              <a:t>network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5403FAD-B144-0974-CBDF-873733F96AE7}"/>
              </a:ext>
            </a:extLst>
          </p:cNvPr>
          <p:cNvSpPr txBox="1"/>
          <p:nvPr/>
        </p:nvSpPr>
        <p:spPr>
          <a:xfrm>
            <a:off x="7547264" y="3952236"/>
            <a:ext cx="67839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+mj-lt"/>
              </a:rPr>
              <a:t>content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+mj-lt"/>
              </a:rPr>
              <a:t>provider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+mj-lt"/>
              </a:rPr>
              <a:t>network</a:t>
            </a:r>
            <a:endParaRPr lang="en-US" sz="750" dirty="0">
              <a:solidFill>
                <a:prstClr val="black"/>
              </a:solidFill>
              <a:latin typeface="+mj-lt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DC16B23-A874-932C-81A4-9B4CAAE38F9F}"/>
              </a:ext>
            </a:extLst>
          </p:cNvPr>
          <p:cNvCxnSpPr>
            <a:cxnSpLocks/>
          </p:cNvCxnSpPr>
          <p:nvPr/>
        </p:nvCxnSpPr>
        <p:spPr>
          <a:xfrm flipH="1" flipV="1">
            <a:off x="7919940" y="3466144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08C06AC-B05E-8AD8-92E2-C0A519DFACB4}"/>
              </a:ext>
            </a:extLst>
          </p:cNvPr>
          <p:cNvCxnSpPr>
            <a:cxnSpLocks/>
          </p:cNvCxnSpPr>
          <p:nvPr/>
        </p:nvCxnSpPr>
        <p:spPr>
          <a:xfrm flipH="1" flipV="1">
            <a:off x="7995626" y="3511564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42B96E0-E50E-F8C3-07E1-23177CA175DA}"/>
              </a:ext>
            </a:extLst>
          </p:cNvPr>
          <p:cNvCxnSpPr>
            <a:cxnSpLocks/>
          </p:cNvCxnSpPr>
          <p:nvPr/>
        </p:nvCxnSpPr>
        <p:spPr>
          <a:xfrm flipV="1">
            <a:off x="7977673" y="3506116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5256CC1-7DC3-62A0-DB37-93BD1711C209}"/>
              </a:ext>
            </a:extLst>
          </p:cNvPr>
          <p:cNvCxnSpPr>
            <a:cxnSpLocks/>
          </p:cNvCxnSpPr>
          <p:nvPr/>
        </p:nvCxnSpPr>
        <p:spPr>
          <a:xfrm flipH="1" flipV="1">
            <a:off x="7928081" y="3477222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AE74561-A8F7-EA9D-866F-154B2034F36E}"/>
              </a:ext>
            </a:extLst>
          </p:cNvPr>
          <p:cNvCxnSpPr>
            <a:cxnSpLocks/>
          </p:cNvCxnSpPr>
          <p:nvPr/>
        </p:nvCxnSpPr>
        <p:spPr>
          <a:xfrm flipH="1" flipV="1">
            <a:off x="7912966" y="3834782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4986621-6721-AB69-3A62-276359F2FF3A}"/>
              </a:ext>
            </a:extLst>
          </p:cNvPr>
          <p:cNvCxnSpPr>
            <a:cxnSpLocks/>
          </p:cNvCxnSpPr>
          <p:nvPr/>
        </p:nvCxnSpPr>
        <p:spPr>
          <a:xfrm flipH="1">
            <a:off x="7421397" y="384685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F8025C3-581E-313A-559E-3CF0D9E773EF}"/>
              </a:ext>
            </a:extLst>
          </p:cNvPr>
          <p:cNvCxnSpPr>
            <a:cxnSpLocks/>
          </p:cNvCxnSpPr>
          <p:nvPr/>
        </p:nvCxnSpPr>
        <p:spPr>
          <a:xfrm flipH="1">
            <a:off x="6914712" y="384685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0A0BAF7-3E99-0C83-EDC9-F106A1EC1A88}"/>
              </a:ext>
            </a:extLst>
          </p:cNvPr>
          <p:cNvCxnSpPr>
            <a:cxnSpLocks/>
          </p:cNvCxnSpPr>
          <p:nvPr/>
        </p:nvCxnSpPr>
        <p:spPr>
          <a:xfrm flipH="1">
            <a:off x="6957651" y="3411804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812EE44-E17F-F3F1-8F1F-0E84F40753AD}"/>
              </a:ext>
            </a:extLst>
          </p:cNvPr>
          <p:cNvCxnSpPr>
            <a:cxnSpLocks/>
          </p:cNvCxnSpPr>
          <p:nvPr/>
        </p:nvCxnSpPr>
        <p:spPr>
          <a:xfrm>
            <a:off x="7299802" y="3411804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D231DD6-43EE-BCF7-3EEF-C9C7204EE785}"/>
              </a:ext>
            </a:extLst>
          </p:cNvPr>
          <p:cNvCxnSpPr/>
          <p:nvPr/>
        </p:nvCxnSpPr>
        <p:spPr>
          <a:xfrm>
            <a:off x="7603251" y="2847069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8A45C92-A437-FCF2-0FFD-39F8AFFC5495}"/>
              </a:ext>
            </a:extLst>
          </p:cNvPr>
          <p:cNvCxnSpPr>
            <a:cxnSpLocks/>
          </p:cNvCxnSpPr>
          <p:nvPr/>
        </p:nvCxnSpPr>
        <p:spPr>
          <a:xfrm flipH="1">
            <a:off x="7349039" y="2802310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18B08E2-B112-B71E-1811-304881D3FF0B}"/>
              </a:ext>
            </a:extLst>
          </p:cNvPr>
          <p:cNvGrpSpPr/>
          <p:nvPr/>
        </p:nvGrpSpPr>
        <p:grpSpPr>
          <a:xfrm>
            <a:off x="5671679" y="2376544"/>
            <a:ext cx="2684150" cy="2730212"/>
            <a:chOff x="7562238" y="2127325"/>
            <a:chExt cx="3578867" cy="3640283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610AC15A-B5DD-4D82-B44F-946A2D630733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8" name="Line 428">
                <a:extLst>
                  <a:ext uri="{FF2B5EF4-FFF2-40B4-BE49-F238E27FC236}">
                    <a16:creationId xmlns:a16="http://schemas.microsoft.com/office/drawing/2014/main" id="{C1C6BA84-B861-7E7D-1F1B-F97B6C6FDF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59" name="Line 430">
                <a:extLst>
                  <a:ext uri="{FF2B5EF4-FFF2-40B4-BE49-F238E27FC236}">
                    <a16:creationId xmlns:a16="http://schemas.microsoft.com/office/drawing/2014/main" id="{53D9FF53-AB50-DF38-9C05-B3DA0B395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0" name="Line 431">
                <a:extLst>
                  <a:ext uri="{FF2B5EF4-FFF2-40B4-BE49-F238E27FC236}">
                    <a16:creationId xmlns:a16="http://schemas.microsoft.com/office/drawing/2014/main" id="{4855DAFD-0AEF-9451-2AFD-B93FB77D6B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1" name="Line 432">
                <a:extLst>
                  <a:ext uri="{FF2B5EF4-FFF2-40B4-BE49-F238E27FC236}">
                    <a16:creationId xmlns:a16="http://schemas.microsoft.com/office/drawing/2014/main" id="{89DF0BC8-F81A-DCDB-58A7-31DF97DFB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2" name="Line 433">
                <a:extLst>
                  <a:ext uri="{FF2B5EF4-FFF2-40B4-BE49-F238E27FC236}">
                    <a16:creationId xmlns:a16="http://schemas.microsoft.com/office/drawing/2014/main" id="{71BDC5C5-F4AD-4642-1327-4F4658FD0F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3" name="Line 435">
                <a:extLst>
                  <a:ext uri="{FF2B5EF4-FFF2-40B4-BE49-F238E27FC236}">
                    <a16:creationId xmlns:a16="http://schemas.microsoft.com/office/drawing/2014/main" id="{0512329C-EF8F-E3DC-57A1-594B604360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4" name="Line 436">
                <a:extLst>
                  <a:ext uri="{FF2B5EF4-FFF2-40B4-BE49-F238E27FC236}">
                    <a16:creationId xmlns:a16="http://schemas.microsoft.com/office/drawing/2014/main" id="{ED0F6255-FD28-B3D9-FD0D-E08C925F9F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5" name="Line 439">
                <a:extLst>
                  <a:ext uri="{FF2B5EF4-FFF2-40B4-BE49-F238E27FC236}">
                    <a16:creationId xmlns:a16="http://schemas.microsoft.com/office/drawing/2014/main" id="{36BDD221-3E1E-D766-CBD8-290287BE30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6" name="Line 440">
                <a:extLst>
                  <a:ext uri="{FF2B5EF4-FFF2-40B4-BE49-F238E27FC236}">
                    <a16:creationId xmlns:a16="http://schemas.microsoft.com/office/drawing/2014/main" id="{CD71CE5B-A21C-497F-E85B-9DFF68E0F4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7" name="Line 441">
                <a:extLst>
                  <a:ext uri="{FF2B5EF4-FFF2-40B4-BE49-F238E27FC236}">
                    <a16:creationId xmlns:a16="http://schemas.microsoft.com/office/drawing/2014/main" id="{297DA114-D708-3AA7-FF53-702E86445A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8" name="Line 443">
                <a:extLst>
                  <a:ext uri="{FF2B5EF4-FFF2-40B4-BE49-F238E27FC236}">
                    <a16:creationId xmlns:a16="http://schemas.microsoft.com/office/drawing/2014/main" id="{637A40C2-3F46-07E3-6D5B-A5CC2BE08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69" name="Line 449">
                <a:extLst>
                  <a:ext uri="{FF2B5EF4-FFF2-40B4-BE49-F238E27FC236}">
                    <a16:creationId xmlns:a16="http://schemas.microsoft.com/office/drawing/2014/main" id="{BBE37A17-F262-4DFB-9FF0-65C5E8309E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70" name="Line 428">
                <a:extLst>
                  <a:ext uri="{FF2B5EF4-FFF2-40B4-BE49-F238E27FC236}">
                    <a16:creationId xmlns:a16="http://schemas.microsoft.com/office/drawing/2014/main" id="{949CE3A7-103F-8E49-02A4-901C0E814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71" name="Line 440">
                <a:extLst>
                  <a:ext uri="{FF2B5EF4-FFF2-40B4-BE49-F238E27FC236}">
                    <a16:creationId xmlns:a16="http://schemas.microsoft.com/office/drawing/2014/main" id="{6DCCD3CB-E16F-CC28-30BA-51B723FC4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BE24E58-2F0A-6411-D4C8-FBB1D6A7AB83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F7CEB634-B986-A051-EDBF-66F7AABF052A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BFBDC285-E629-A8EE-E697-C1188CF22442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93A256B4-4B49-6076-9DB6-C0A4FC00B3BA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77D494E7-A99A-D99C-CDFA-4A88737F13FE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3FF5503-CFF4-F037-69E7-4C72CE8074A2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85FF9A19-E78A-7075-F313-271B067823A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FF97F725-94FB-E6B0-0761-933EE742E86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Line 541">
                <a:extLst>
                  <a:ext uri="{FF2B5EF4-FFF2-40B4-BE49-F238E27FC236}">
                    <a16:creationId xmlns:a16="http://schemas.microsoft.com/office/drawing/2014/main" id="{EC0484D2-7BBA-5A37-7A64-10E94334DF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81" name="Line 424">
                <a:extLst>
                  <a:ext uri="{FF2B5EF4-FFF2-40B4-BE49-F238E27FC236}">
                    <a16:creationId xmlns:a16="http://schemas.microsoft.com/office/drawing/2014/main" id="{C770BC62-4D3C-2300-4F76-02593F02D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pic>
          <p:nvPicPr>
            <p:cNvPr id="54" name="Picture 778" descr="antenna_radiation_stylized">
              <a:extLst>
                <a:ext uri="{FF2B5EF4-FFF2-40B4-BE49-F238E27FC236}">
                  <a16:creationId xmlns:a16="http://schemas.microsoft.com/office/drawing/2014/main" id="{E1C58966-A251-1C38-3BD0-1F38D7C2F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" name="Picture 781" descr="antenna_radiation_stylized">
              <a:extLst>
                <a:ext uri="{FF2B5EF4-FFF2-40B4-BE49-F238E27FC236}">
                  <a16:creationId xmlns:a16="http://schemas.microsoft.com/office/drawing/2014/main" id="{4CF2F2AE-16FF-A1E2-DA3E-7F15421E9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" name="Picture 799" descr="cell_tower_radiation copy">
              <a:extLst>
                <a:ext uri="{FF2B5EF4-FFF2-40B4-BE49-F238E27FC236}">
                  <a16:creationId xmlns:a16="http://schemas.microsoft.com/office/drawing/2014/main" id="{D17098B8-2E98-CA90-6F1E-9038C5A6E9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Oval 800">
              <a:extLst>
                <a:ext uri="{FF2B5EF4-FFF2-40B4-BE49-F238E27FC236}">
                  <a16:creationId xmlns:a16="http://schemas.microsoft.com/office/drawing/2014/main" id="{9961CF98-FA58-9756-40DE-5E578CFCA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82" name="Line 426">
            <a:extLst>
              <a:ext uri="{FF2B5EF4-FFF2-40B4-BE49-F238E27FC236}">
                <a16:creationId xmlns:a16="http://schemas.microsoft.com/office/drawing/2014/main" id="{EB6B1672-4AC0-04B5-D413-01A9EE8AD8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895" y="2806319"/>
            <a:ext cx="170973" cy="1307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83" name="Group 783">
            <a:extLst>
              <a:ext uri="{FF2B5EF4-FFF2-40B4-BE49-F238E27FC236}">
                <a16:creationId xmlns:a16="http://schemas.microsoft.com/office/drawing/2014/main" id="{87C99C78-63E1-B77A-0AC7-7621E0C90A39}"/>
              </a:ext>
            </a:extLst>
          </p:cNvPr>
          <p:cNvGrpSpPr>
            <a:grpSpLocks/>
          </p:cNvGrpSpPr>
          <p:nvPr/>
        </p:nvGrpSpPr>
        <p:grpSpPr bwMode="auto">
          <a:xfrm>
            <a:off x="6038023" y="2513082"/>
            <a:ext cx="223838" cy="348006"/>
            <a:chOff x="3130" y="3288"/>
            <a:chExt cx="410" cy="742"/>
          </a:xfrm>
        </p:grpSpPr>
        <p:sp>
          <p:nvSpPr>
            <p:cNvPr id="84" name="Line 270">
              <a:extLst>
                <a:ext uri="{FF2B5EF4-FFF2-40B4-BE49-F238E27FC236}">
                  <a16:creationId xmlns:a16="http://schemas.microsoft.com/office/drawing/2014/main" id="{E2D6E9C1-33EF-F49A-5146-9DD3C64479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5" name="Line 271">
              <a:extLst>
                <a:ext uri="{FF2B5EF4-FFF2-40B4-BE49-F238E27FC236}">
                  <a16:creationId xmlns:a16="http://schemas.microsoft.com/office/drawing/2014/main" id="{B1C950D8-309C-5A0F-3A82-64B7B862F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6" name="Line 272">
              <a:extLst>
                <a:ext uri="{FF2B5EF4-FFF2-40B4-BE49-F238E27FC236}">
                  <a16:creationId xmlns:a16="http://schemas.microsoft.com/office/drawing/2014/main" id="{A1E2D38D-9A88-1837-2583-AB0B41C82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7" name="Line 273">
              <a:extLst>
                <a:ext uri="{FF2B5EF4-FFF2-40B4-BE49-F238E27FC236}">
                  <a16:creationId xmlns:a16="http://schemas.microsoft.com/office/drawing/2014/main" id="{58BA28C1-7F05-57AD-8ECA-E3F44C475E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8" name="Line 274">
              <a:extLst>
                <a:ext uri="{FF2B5EF4-FFF2-40B4-BE49-F238E27FC236}">
                  <a16:creationId xmlns:a16="http://schemas.microsoft.com/office/drawing/2014/main" id="{737BFF65-A963-A88A-C95F-754404B767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89" name="Line 275">
              <a:extLst>
                <a:ext uri="{FF2B5EF4-FFF2-40B4-BE49-F238E27FC236}">
                  <a16:creationId xmlns:a16="http://schemas.microsoft.com/office/drawing/2014/main" id="{0F14F509-065A-74E5-13E4-8EF9F09795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0" name="Line 276">
              <a:extLst>
                <a:ext uri="{FF2B5EF4-FFF2-40B4-BE49-F238E27FC236}">
                  <a16:creationId xmlns:a16="http://schemas.microsoft.com/office/drawing/2014/main" id="{CF26F80B-A4E4-80A2-F613-05DAA3D67E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1" name="Line 277">
              <a:extLst>
                <a:ext uri="{FF2B5EF4-FFF2-40B4-BE49-F238E27FC236}">
                  <a16:creationId xmlns:a16="http://schemas.microsoft.com/office/drawing/2014/main" id="{63A35628-8C05-CB12-DA82-EA63F99CC5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2" name="Line 278">
              <a:extLst>
                <a:ext uri="{FF2B5EF4-FFF2-40B4-BE49-F238E27FC236}">
                  <a16:creationId xmlns:a16="http://schemas.microsoft.com/office/drawing/2014/main" id="{C5946E1C-3D3A-9F23-6D98-F42F13C6E0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3" name="Line 279">
              <a:extLst>
                <a:ext uri="{FF2B5EF4-FFF2-40B4-BE49-F238E27FC236}">
                  <a16:creationId xmlns:a16="http://schemas.microsoft.com/office/drawing/2014/main" id="{DD35A211-3544-293E-4267-6CE15F8B5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4" name="Line 280">
              <a:extLst>
                <a:ext uri="{FF2B5EF4-FFF2-40B4-BE49-F238E27FC236}">
                  <a16:creationId xmlns:a16="http://schemas.microsoft.com/office/drawing/2014/main" id="{B393BEE4-ACDA-96CA-BE9E-EAB2329EB8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5" name="Line 281">
              <a:extLst>
                <a:ext uri="{FF2B5EF4-FFF2-40B4-BE49-F238E27FC236}">
                  <a16:creationId xmlns:a16="http://schemas.microsoft.com/office/drawing/2014/main" id="{1246D2D5-FE37-73A6-FE5E-CE4469623E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6" name="Line 282">
              <a:extLst>
                <a:ext uri="{FF2B5EF4-FFF2-40B4-BE49-F238E27FC236}">
                  <a16:creationId xmlns:a16="http://schemas.microsoft.com/office/drawing/2014/main" id="{98EC3858-8F90-851B-FC21-3AE73BF167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7" name="Line 283">
              <a:extLst>
                <a:ext uri="{FF2B5EF4-FFF2-40B4-BE49-F238E27FC236}">
                  <a16:creationId xmlns:a16="http://schemas.microsoft.com/office/drawing/2014/main" id="{B7EE7913-2277-3303-4A05-2D5544F88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98" name="Line 284">
              <a:extLst>
                <a:ext uri="{FF2B5EF4-FFF2-40B4-BE49-F238E27FC236}">
                  <a16:creationId xmlns:a16="http://schemas.microsoft.com/office/drawing/2014/main" id="{AC3D09C3-43E8-61E0-8B17-60EC2D9FB9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pic>
        <p:nvPicPr>
          <p:cNvPr id="99" name="Picture 777" descr="access_point_stylized_small">
            <a:extLst>
              <a:ext uri="{FF2B5EF4-FFF2-40B4-BE49-F238E27FC236}">
                <a16:creationId xmlns:a16="http://schemas.microsoft.com/office/drawing/2014/main" id="{DD47F082-5E37-BB89-E467-E8763E4C9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412" y="3677475"/>
            <a:ext cx="277627" cy="23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" name="Picture 780" descr="access_point_stylized_small">
            <a:extLst>
              <a:ext uri="{FF2B5EF4-FFF2-40B4-BE49-F238E27FC236}">
                <a16:creationId xmlns:a16="http://schemas.microsoft.com/office/drawing/2014/main" id="{CC8A5FB8-41D1-D678-FFE8-24C076F98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958" y="4924224"/>
            <a:ext cx="285701" cy="238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BE04E67-DD8D-6939-8E0A-0B06A5EC341E}"/>
              </a:ext>
            </a:extLst>
          </p:cNvPr>
          <p:cNvGrpSpPr/>
          <p:nvPr/>
        </p:nvGrpSpPr>
        <p:grpSpPr>
          <a:xfrm>
            <a:off x="7337669" y="4523537"/>
            <a:ext cx="295320" cy="163934"/>
            <a:chOff x="7493876" y="2774731"/>
            <a:chExt cx="1481958" cy="894622"/>
          </a:xfrm>
        </p:grpSpPr>
        <p:sp>
          <p:nvSpPr>
            <p:cNvPr id="102" name="Freeform 471">
              <a:extLst>
                <a:ext uri="{FF2B5EF4-FFF2-40B4-BE49-F238E27FC236}">
                  <a16:creationId xmlns:a16="http://schemas.microsoft.com/office/drawing/2014/main" id="{070C4DB3-AB94-A7F6-E136-566B28A7637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F3D1158A-B07C-AA59-FAFA-4D4B0C2665A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9D6B1003-746F-917C-B4EA-2EEFBA7DB25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5" name="Freeform 474">
                <a:extLst>
                  <a:ext uri="{FF2B5EF4-FFF2-40B4-BE49-F238E27FC236}">
                    <a16:creationId xmlns:a16="http://schemas.microsoft.com/office/drawing/2014/main" id="{08ACC21B-D44C-D0BF-E165-4993976D653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06" name="Freeform 475">
                <a:extLst>
                  <a:ext uri="{FF2B5EF4-FFF2-40B4-BE49-F238E27FC236}">
                    <a16:creationId xmlns:a16="http://schemas.microsoft.com/office/drawing/2014/main" id="{E7076BCD-168D-3D8E-5067-87489EA0A4F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07" name="Freeform 476">
                <a:extLst>
                  <a:ext uri="{FF2B5EF4-FFF2-40B4-BE49-F238E27FC236}">
                    <a16:creationId xmlns:a16="http://schemas.microsoft.com/office/drawing/2014/main" id="{4A0CAB5E-3D50-2086-8C63-1D915BFE160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08" name="Freeform 477">
                <a:extLst>
                  <a:ext uri="{FF2B5EF4-FFF2-40B4-BE49-F238E27FC236}">
                    <a16:creationId xmlns:a16="http://schemas.microsoft.com/office/drawing/2014/main" id="{1D3365A6-C55A-125E-C566-9A957A964F1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072BBEA-C2DF-FBF4-D4A5-E4793929C465}"/>
              </a:ext>
            </a:extLst>
          </p:cNvPr>
          <p:cNvGrpSpPr/>
          <p:nvPr/>
        </p:nvGrpSpPr>
        <p:grpSpPr>
          <a:xfrm>
            <a:off x="7387024" y="4785328"/>
            <a:ext cx="232305" cy="143129"/>
            <a:chOff x="3668110" y="2448910"/>
            <a:chExt cx="3794234" cy="2165130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3018134-CC6E-BA0B-1881-5B88F276B128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111" name="Freeform 521">
              <a:extLst>
                <a:ext uri="{FF2B5EF4-FFF2-40B4-BE49-F238E27FC236}">
                  <a16:creationId xmlns:a16="http://schemas.microsoft.com/office/drawing/2014/main" id="{ABE38C8C-3BBE-2BBC-3688-177CB1D1B7C5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664987D1-9FFA-804D-EE4C-78EA8BBE303D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13" name="Freeform 523">
                <a:extLst>
                  <a:ext uri="{FF2B5EF4-FFF2-40B4-BE49-F238E27FC236}">
                    <a16:creationId xmlns:a16="http://schemas.microsoft.com/office/drawing/2014/main" id="{E1C6489E-4908-1213-8EF8-D137687D126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14" name="Freeform 524">
                <a:extLst>
                  <a:ext uri="{FF2B5EF4-FFF2-40B4-BE49-F238E27FC236}">
                    <a16:creationId xmlns:a16="http://schemas.microsoft.com/office/drawing/2014/main" id="{59848312-8B02-4975-6FB9-552CCA625F6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15" name="Freeform 525">
                <a:extLst>
                  <a:ext uri="{FF2B5EF4-FFF2-40B4-BE49-F238E27FC236}">
                    <a16:creationId xmlns:a16="http://schemas.microsoft.com/office/drawing/2014/main" id="{84E56810-E328-7EE2-9F5B-372B5C96855F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16" name="Freeform 526">
                <a:extLst>
                  <a:ext uri="{FF2B5EF4-FFF2-40B4-BE49-F238E27FC236}">
                    <a16:creationId xmlns:a16="http://schemas.microsoft.com/office/drawing/2014/main" id="{857653DF-A0D5-3D6D-A1CA-9917C525F67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54C0B79F-5A5E-9C48-A2F7-2F812E3B839C}"/>
              </a:ext>
            </a:extLst>
          </p:cNvPr>
          <p:cNvGrpSpPr/>
          <p:nvPr/>
        </p:nvGrpSpPr>
        <p:grpSpPr>
          <a:xfrm>
            <a:off x="6507464" y="4506615"/>
            <a:ext cx="295320" cy="163934"/>
            <a:chOff x="7493876" y="2774731"/>
            <a:chExt cx="1481958" cy="894622"/>
          </a:xfrm>
        </p:grpSpPr>
        <p:sp>
          <p:nvSpPr>
            <p:cNvPr id="118" name="Freeform 479">
              <a:extLst>
                <a:ext uri="{FF2B5EF4-FFF2-40B4-BE49-F238E27FC236}">
                  <a16:creationId xmlns:a16="http://schemas.microsoft.com/office/drawing/2014/main" id="{A0742D2D-A152-4857-E01E-169DBF62516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B2BAF613-B9E7-5811-2535-2A289186F3B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5B2EACD0-37CD-3C31-64AD-EE387A8D336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1" name="Freeform 482">
                <a:extLst>
                  <a:ext uri="{FF2B5EF4-FFF2-40B4-BE49-F238E27FC236}">
                    <a16:creationId xmlns:a16="http://schemas.microsoft.com/office/drawing/2014/main" id="{C82F1CA6-988C-CFD8-5448-7480DE165FA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22" name="Freeform 483">
                <a:extLst>
                  <a:ext uri="{FF2B5EF4-FFF2-40B4-BE49-F238E27FC236}">
                    <a16:creationId xmlns:a16="http://schemas.microsoft.com/office/drawing/2014/main" id="{7DE00F69-4D4B-F678-F879-E992E957966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23" name="Freeform 484">
                <a:extLst>
                  <a:ext uri="{FF2B5EF4-FFF2-40B4-BE49-F238E27FC236}">
                    <a16:creationId xmlns:a16="http://schemas.microsoft.com/office/drawing/2014/main" id="{03B942FB-BEBA-D7A5-E54B-4E21A59770B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24" name="Freeform 485">
                <a:extLst>
                  <a:ext uri="{FF2B5EF4-FFF2-40B4-BE49-F238E27FC236}">
                    <a16:creationId xmlns:a16="http://schemas.microsoft.com/office/drawing/2014/main" id="{4DD4AD59-12D0-960C-1785-9C52CC280D5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2E40C9F5-4F3F-6100-E522-05A615EDD0D0}"/>
              </a:ext>
            </a:extLst>
          </p:cNvPr>
          <p:cNvGrpSpPr/>
          <p:nvPr/>
        </p:nvGrpSpPr>
        <p:grpSpPr>
          <a:xfrm>
            <a:off x="6233640" y="4676875"/>
            <a:ext cx="232305" cy="143129"/>
            <a:chOff x="3668110" y="2448910"/>
            <a:chExt cx="3794234" cy="2165130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B178381-5234-6697-0F3D-CAAAA45923DA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127" name="Freeform 530">
              <a:extLst>
                <a:ext uri="{FF2B5EF4-FFF2-40B4-BE49-F238E27FC236}">
                  <a16:creationId xmlns:a16="http://schemas.microsoft.com/office/drawing/2014/main" id="{07CCECCA-5952-1FCF-3B31-AF43D9F17C7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C67E0D38-776F-19F4-902F-736B336D1E3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29" name="Freeform 532">
                <a:extLst>
                  <a:ext uri="{FF2B5EF4-FFF2-40B4-BE49-F238E27FC236}">
                    <a16:creationId xmlns:a16="http://schemas.microsoft.com/office/drawing/2014/main" id="{38CFDD60-89EA-1E62-3C32-0B376FE1077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30" name="Freeform 533">
                <a:extLst>
                  <a:ext uri="{FF2B5EF4-FFF2-40B4-BE49-F238E27FC236}">
                    <a16:creationId xmlns:a16="http://schemas.microsoft.com/office/drawing/2014/main" id="{6D2468B1-02B6-7332-E4E2-92D5E5D23870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31" name="Freeform 534">
                <a:extLst>
                  <a:ext uri="{FF2B5EF4-FFF2-40B4-BE49-F238E27FC236}">
                    <a16:creationId xmlns:a16="http://schemas.microsoft.com/office/drawing/2014/main" id="{5DF3A36A-BA35-690C-E3F6-EE1828CE83A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32" name="Freeform 535">
                <a:extLst>
                  <a:ext uri="{FF2B5EF4-FFF2-40B4-BE49-F238E27FC236}">
                    <a16:creationId xmlns:a16="http://schemas.microsoft.com/office/drawing/2014/main" id="{476E2660-7A16-5D13-6F1E-65B4F2DEC30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685D7AE-9392-B8F0-B5F3-54E44B2AB874}"/>
              </a:ext>
            </a:extLst>
          </p:cNvPr>
          <p:cNvGrpSpPr/>
          <p:nvPr/>
        </p:nvGrpSpPr>
        <p:grpSpPr>
          <a:xfrm>
            <a:off x="6329870" y="2890282"/>
            <a:ext cx="265259" cy="126206"/>
            <a:chOff x="7493876" y="2774731"/>
            <a:chExt cx="1481958" cy="894622"/>
          </a:xfrm>
        </p:grpSpPr>
        <p:sp>
          <p:nvSpPr>
            <p:cNvPr id="134" name="Freeform 407">
              <a:extLst>
                <a:ext uri="{FF2B5EF4-FFF2-40B4-BE49-F238E27FC236}">
                  <a16:creationId xmlns:a16="http://schemas.microsoft.com/office/drawing/2014/main" id="{619BE0C7-A58C-0BB1-4D37-33423A85C28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2F95C592-F791-02FE-BB7F-8B239D7B06D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4A5E1E93-308A-6AAE-1A66-5D32FEE890A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37" name="Freeform 410">
                <a:extLst>
                  <a:ext uri="{FF2B5EF4-FFF2-40B4-BE49-F238E27FC236}">
                    <a16:creationId xmlns:a16="http://schemas.microsoft.com/office/drawing/2014/main" id="{29D11CBE-69D7-0340-0061-907BE01DE3B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38" name="Freeform 411">
                <a:extLst>
                  <a:ext uri="{FF2B5EF4-FFF2-40B4-BE49-F238E27FC236}">
                    <a16:creationId xmlns:a16="http://schemas.microsoft.com/office/drawing/2014/main" id="{F619C7C4-457B-7A24-943B-F3BDEAF26BA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39" name="Freeform 412">
                <a:extLst>
                  <a:ext uri="{FF2B5EF4-FFF2-40B4-BE49-F238E27FC236}">
                    <a16:creationId xmlns:a16="http://schemas.microsoft.com/office/drawing/2014/main" id="{A8023C2C-6B46-6C2D-B3A2-AC0CB552169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40" name="Freeform 413">
                <a:extLst>
                  <a:ext uri="{FF2B5EF4-FFF2-40B4-BE49-F238E27FC236}">
                    <a16:creationId xmlns:a16="http://schemas.microsoft.com/office/drawing/2014/main" id="{342739C8-D2CE-3214-F4CC-27484A0A7EF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71505D8-2E56-B8D6-A0D0-FE3524C26E39}"/>
              </a:ext>
            </a:extLst>
          </p:cNvPr>
          <p:cNvGrpSpPr/>
          <p:nvPr/>
        </p:nvGrpSpPr>
        <p:grpSpPr>
          <a:xfrm>
            <a:off x="6037552" y="3755546"/>
            <a:ext cx="266240" cy="131751"/>
            <a:chOff x="7493876" y="2774731"/>
            <a:chExt cx="1481958" cy="894622"/>
          </a:xfrm>
        </p:grpSpPr>
        <p:sp>
          <p:nvSpPr>
            <p:cNvPr id="142" name="Freeform 415">
              <a:extLst>
                <a:ext uri="{FF2B5EF4-FFF2-40B4-BE49-F238E27FC236}">
                  <a16:creationId xmlns:a16="http://schemas.microsoft.com/office/drawing/2014/main" id="{41AB1B1E-EB38-E8C9-4476-9D6FDD008D8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86EA19FE-18D2-6576-ECD4-67E82C837CE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99BCD74E-A30C-40BF-045E-7938ECF9904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5" name="Freeform 418">
                <a:extLst>
                  <a:ext uri="{FF2B5EF4-FFF2-40B4-BE49-F238E27FC236}">
                    <a16:creationId xmlns:a16="http://schemas.microsoft.com/office/drawing/2014/main" id="{96225815-6EAA-335D-A15C-9717CBBEC41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46" name="Freeform 419">
                <a:extLst>
                  <a:ext uri="{FF2B5EF4-FFF2-40B4-BE49-F238E27FC236}">
                    <a16:creationId xmlns:a16="http://schemas.microsoft.com/office/drawing/2014/main" id="{66DB3942-8E9D-8CB3-3A68-043B9429874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47" name="Freeform 420">
                <a:extLst>
                  <a:ext uri="{FF2B5EF4-FFF2-40B4-BE49-F238E27FC236}">
                    <a16:creationId xmlns:a16="http://schemas.microsoft.com/office/drawing/2014/main" id="{896D6A02-A30D-3AF0-024D-04397EFBAFC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48" name="Freeform 421">
                <a:extLst>
                  <a:ext uri="{FF2B5EF4-FFF2-40B4-BE49-F238E27FC236}">
                    <a16:creationId xmlns:a16="http://schemas.microsoft.com/office/drawing/2014/main" id="{59E5D963-592C-4BC9-7258-0D0A5EB2198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870C9B4D-6EBF-A8F9-EC1B-00326F8F9F80}"/>
              </a:ext>
            </a:extLst>
          </p:cNvPr>
          <p:cNvGrpSpPr/>
          <p:nvPr/>
        </p:nvGrpSpPr>
        <p:grpSpPr>
          <a:xfrm>
            <a:off x="8163064" y="3482074"/>
            <a:ext cx="128242" cy="72789"/>
            <a:chOff x="7493876" y="2774731"/>
            <a:chExt cx="1481958" cy="894622"/>
          </a:xfrm>
        </p:grpSpPr>
        <p:sp>
          <p:nvSpPr>
            <p:cNvPr id="150" name="Freeform 455">
              <a:extLst>
                <a:ext uri="{FF2B5EF4-FFF2-40B4-BE49-F238E27FC236}">
                  <a16:creationId xmlns:a16="http://schemas.microsoft.com/office/drawing/2014/main" id="{7E272389-BB25-5A6F-1416-E857897834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24F2DE30-294A-B3C9-8042-E2E867A004D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14AC50DD-5996-6E91-DE93-467C343D80D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3" name="Freeform 458">
                <a:extLst>
                  <a:ext uri="{FF2B5EF4-FFF2-40B4-BE49-F238E27FC236}">
                    <a16:creationId xmlns:a16="http://schemas.microsoft.com/office/drawing/2014/main" id="{E61F8B9F-5E6B-3D5E-0213-AF4064D027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54" name="Freeform 459">
                <a:extLst>
                  <a:ext uri="{FF2B5EF4-FFF2-40B4-BE49-F238E27FC236}">
                    <a16:creationId xmlns:a16="http://schemas.microsoft.com/office/drawing/2014/main" id="{D271F576-A179-7EEB-DEB9-45A7DC84EA5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55" name="Freeform 460">
                <a:extLst>
                  <a:ext uri="{FF2B5EF4-FFF2-40B4-BE49-F238E27FC236}">
                    <a16:creationId xmlns:a16="http://schemas.microsoft.com/office/drawing/2014/main" id="{99DB369C-B82F-B1B6-A1F6-1529774125E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56" name="Freeform 461">
                <a:extLst>
                  <a:ext uri="{FF2B5EF4-FFF2-40B4-BE49-F238E27FC236}">
                    <a16:creationId xmlns:a16="http://schemas.microsoft.com/office/drawing/2014/main" id="{540B0323-5B58-F5DF-B59D-F0C052B7D18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1048EF29-C81C-D32A-754B-F40008DB70F7}"/>
              </a:ext>
            </a:extLst>
          </p:cNvPr>
          <p:cNvGrpSpPr/>
          <p:nvPr/>
        </p:nvGrpSpPr>
        <p:grpSpPr>
          <a:xfrm>
            <a:off x="7807957" y="3403154"/>
            <a:ext cx="265259" cy="148758"/>
            <a:chOff x="7493876" y="2774731"/>
            <a:chExt cx="1481958" cy="894622"/>
          </a:xfrm>
        </p:grpSpPr>
        <p:sp>
          <p:nvSpPr>
            <p:cNvPr id="158" name="Freeform 615">
              <a:extLst>
                <a:ext uri="{FF2B5EF4-FFF2-40B4-BE49-F238E27FC236}">
                  <a16:creationId xmlns:a16="http://schemas.microsoft.com/office/drawing/2014/main" id="{424D0337-70B8-7377-D5D1-232A771E6CD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90449D28-87FF-CFD8-A12E-E349695FF14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BF0CED9D-D4A8-D277-9111-C205E68C04A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1" name="Freeform 618">
                <a:extLst>
                  <a:ext uri="{FF2B5EF4-FFF2-40B4-BE49-F238E27FC236}">
                    <a16:creationId xmlns:a16="http://schemas.microsoft.com/office/drawing/2014/main" id="{3B57607F-065D-AB20-E79A-FDA20BC3DC0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62" name="Freeform 619">
                <a:extLst>
                  <a:ext uri="{FF2B5EF4-FFF2-40B4-BE49-F238E27FC236}">
                    <a16:creationId xmlns:a16="http://schemas.microsoft.com/office/drawing/2014/main" id="{D3EB407F-D4C5-9334-A073-9010DA32131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63" name="Freeform 620">
                <a:extLst>
                  <a:ext uri="{FF2B5EF4-FFF2-40B4-BE49-F238E27FC236}">
                    <a16:creationId xmlns:a16="http://schemas.microsoft.com/office/drawing/2014/main" id="{6734DCBE-A6B8-DE72-E5FA-03FA3E660C4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64" name="Freeform 621">
                <a:extLst>
                  <a:ext uri="{FF2B5EF4-FFF2-40B4-BE49-F238E27FC236}">
                    <a16:creationId xmlns:a16="http://schemas.microsoft.com/office/drawing/2014/main" id="{C0ADD973-0A24-8EB2-220F-CBEE1112ED1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875485CB-C7C1-A706-B3C2-13D52EE6C4BD}"/>
              </a:ext>
            </a:extLst>
          </p:cNvPr>
          <p:cNvGrpSpPr/>
          <p:nvPr/>
        </p:nvGrpSpPr>
        <p:grpSpPr>
          <a:xfrm>
            <a:off x="7461543" y="2432769"/>
            <a:ext cx="265259" cy="148758"/>
            <a:chOff x="7493876" y="2774731"/>
            <a:chExt cx="1481958" cy="894622"/>
          </a:xfrm>
        </p:grpSpPr>
        <p:sp>
          <p:nvSpPr>
            <p:cNvPr id="166" name="Freeform 577">
              <a:extLst>
                <a:ext uri="{FF2B5EF4-FFF2-40B4-BE49-F238E27FC236}">
                  <a16:creationId xmlns:a16="http://schemas.microsoft.com/office/drawing/2014/main" id="{5F50ECB5-1B3B-0621-3E26-545A72AAEEF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1FC39338-7C52-F6EB-8736-C33D15E686B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4AC872E3-7CD2-056A-3406-1662BCD3E02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9" name="Freeform 580">
                <a:extLst>
                  <a:ext uri="{FF2B5EF4-FFF2-40B4-BE49-F238E27FC236}">
                    <a16:creationId xmlns:a16="http://schemas.microsoft.com/office/drawing/2014/main" id="{8E4211FA-8200-CEA7-5560-71781DB371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70" name="Freeform 581">
                <a:extLst>
                  <a:ext uri="{FF2B5EF4-FFF2-40B4-BE49-F238E27FC236}">
                    <a16:creationId xmlns:a16="http://schemas.microsoft.com/office/drawing/2014/main" id="{E8D2D47C-3C38-92E5-7C4C-B236250B0C8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71" name="Freeform 582">
                <a:extLst>
                  <a:ext uri="{FF2B5EF4-FFF2-40B4-BE49-F238E27FC236}">
                    <a16:creationId xmlns:a16="http://schemas.microsoft.com/office/drawing/2014/main" id="{AD300457-0407-1067-3D44-33FC1DDA811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72" name="Freeform 583">
                <a:extLst>
                  <a:ext uri="{FF2B5EF4-FFF2-40B4-BE49-F238E27FC236}">
                    <a16:creationId xmlns:a16="http://schemas.microsoft.com/office/drawing/2014/main" id="{612C4D90-BA9E-AE12-34FE-461D53DBF05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4CD584B-A5C0-6923-05E7-D952E5F7F03B}"/>
              </a:ext>
            </a:extLst>
          </p:cNvPr>
          <p:cNvGrpSpPr/>
          <p:nvPr/>
        </p:nvGrpSpPr>
        <p:grpSpPr>
          <a:xfrm>
            <a:off x="7895410" y="2741075"/>
            <a:ext cx="265259" cy="148758"/>
            <a:chOff x="7493876" y="2774731"/>
            <a:chExt cx="1481958" cy="894622"/>
          </a:xfrm>
        </p:grpSpPr>
        <p:sp>
          <p:nvSpPr>
            <p:cNvPr id="174" name="Freeform 593">
              <a:extLst>
                <a:ext uri="{FF2B5EF4-FFF2-40B4-BE49-F238E27FC236}">
                  <a16:creationId xmlns:a16="http://schemas.microsoft.com/office/drawing/2014/main" id="{6F5A9A34-4C12-63BF-185A-CAB14A06A73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DECF8FC0-63FC-6C3B-C8BB-4A79B2E8C60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1CF65CDE-CE9A-6134-4281-E3423A4BDA2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7" name="Freeform 596">
                <a:extLst>
                  <a:ext uri="{FF2B5EF4-FFF2-40B4-BE49-F238E27FC236}">
                    <a16:creationId xmlns:a16="http://schemas.microsoft.com/office/drawing/2014/main" id="{9AA55D05-A377-DA3D-5192-AD6AB8012E3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78" name="Freeform 597">
                <a:extLst>
                  <a:ext uri="{FF2B5EF4-FFF2-40B4-BE49-F238E27FC236}">
                    <a16:creationId xmlns:a16="http://schemas.microsoft.com/office/drawing/2014/main" id="{10F7E53E-4EDF-C4FA-1A79-CFCADAB8DBD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79" name="Freeform 598">
                <a:extLst>
                  <a:ext uri="{FF2B5EF4-FFF2-40B4-BE49-F238E27FC236}">
                    <a16:creationId xmlns:a16="http://schemas.microsoft.com/office/drawing/2014/main" id="{06FA5BD9-087A-CD0B-7C21-48A939B8771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80" name="Freeform 599">
                <a:extLst>
                  <a:ext uri="{FF2B5EF4-FFF2-40B4-BE49-F238E27FC236}">
                    <a16:creationId xmlns:a16="http://schemas.microsoft.com/office/drawing/2014/main" id="{AF3972E8-D244-B865-843B-D0391397D4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A2D27F81-5E72-87FD-F646-5DF4CB81A284}"/>
              </a:ext>
            </a:extLst>
          </p:cNvPr>
          <p:cNvGrpSpPr/>
          <p:nvPr/>
        </p:nvGrpSpPr>
        <p:grpSpPr>
          <a:xfrm>
            <a:off x="7982869" y="2362022"/>
            <a:ext cx="265259" cy="148758"/>
            <a:chOff x="7493876" y="2774731"/>
            <a:chExt cx="1481958" cy="894622"/>
          </a:xfrm>
        </p:grpSpPr>
        <p:sp>
          <p:nvSpPr>
            <p:cNvPr id="182" name="Freeform 601">
              <a:extLst>
                <a:ext uri="{FF2B5EF4-FFF2-40B4-BE49-F238E27FC236}">
                  <a16:creationId xmlns:a16="http://schemas.microsoft.com/office/drawing/2014/main" id="{5A4007C3-308D-3853-6C84-2F661F38323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D5548186-A711-6CA1-5DD1-02C04044D69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EC64888-0FE8-8FF7-422D-9F2D4252485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5" name="Freeform 604">
                <a:extLst>
                  <a:ext uri="{FF2B5EF4-FFF2-40B4-BE49-F238E27FC236}">
                    <a16:creationId xmlns:a16="http://schemas.microsoft.com/office/drawing/2014/main" id="{EF1D622B-B1C1-5153-7737-761AC40D65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86" name="Freeform 605">
                <a:extLst>
                  <a:ext uri="{FF2B5EF4-FFF2-40B4-BE49-F238E27FC236}">
                    <a16:creationId xmlns:a16="http://schemas.microsoft.com/office/drawing/2014/main" id="{CCC96203-7DAD-4812-E8BE-0061C4F7AB0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87" name="Freeform 606">
                <a:extLst>
                  <a:ext uri="{FF2B5EF4-FFF2-40B4-BE49-F238E27FC236}">
                    <a16:creationId xmlns:a16="http://schemas.microsoft.com/office/drawing/2014/main" id="{3C610406-2790-937B-A07C-730D003F90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88" name="Freeform 607">
                <a:extLst>
                  <a:ext uri="{FF2B5EF4-FFF2-40B4-BE49-F238E27FC236}">
                    <a16:creationId xmlns:a16="http://schemas.microsoft.com/office/drawing/2014/main" id="{2A022DE7-E186-7092-E6BD-41547D173F5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325EEB6E-2BDE-36B3-BA25-7CD34CE13852}"/>
              </a:ext>
            </a:extLst>
          </p:cNvPr>
          <p:cNvGrpSpPr/>
          <p:nvPr/>
        </p:nvGrpSpPr>
        <p:grpSpPr>
          <a:xfrm>
            <a:off x="6824091" y="3748518"/>
            <a:ext cx="275418" cy="180228"/>
            <a:chOff x="7493876" y="2774731"/>
            <a:chExt cx="1481958" cy="894622"/>
          </a:xfrm>
        </p:grpSpPr>
        <p:sp>
          <p:nvSpPr>
            <p:cNvPr id="190" name="Freeform 554">
              <a:extLst>
                <a:ext uri="{FF2B5EF4-FFF2-40B4-BE49-F238E27FC236}">
                  <a16:creationId xmlns:a16="http://schemas.microsoft.com/office/drawing/2014/main" id="{B1AFC294-D8D3-AE23-C378-AEC93001D57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28087593-F480-9846-CDA4-C9A21FECEFF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6007614E-F739-3EBD-3A76-A5401C916BE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3" name="Freeform 557">
                <a:extLst>
                  <a:ext uri="{FF2B5EF4-FFF2-40B4-BE49-F238E27FC236}">
                    <a16:creationId xmlns:a16="http://schemas.microsoft.com/office/drawing/2014/main" id="{91F6D92D-DE51-B04A-AEBF-E6954C0816E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94" name="Freeform 558">
                <a:extLst>
                  <a:ext uri="{FF2B5EF4-FFF2-40B4-BE49-F238E27FC236}">
                    <a16:creationId xmlns:a16="http://schemas.microsoft.com/office/drawing/2014/main" id="{016161F0-1766-0665-20AA-EB001B25158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95" name="Freeform 559">
                <a:extLst>
                  <a:ext uri="{FF2B5EF4-FFF2-40B4-BE49-F238E27FC236}">
                    <a16:creationId xmlns:a16="http://schemas.microsoft.com/office/drawing/2014/main" id="{DBA8B940-EBE5-E213-A63C-0116CB1BE0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196" name="Freeform 560">
                <a:extLst>
                  <a:ext uri="{FF2B5EF4-FFF2-40B4-BE49-F238E27FC236}">
                    <a16:creationId xmlns:a16="http://schemas.microsoft.com/office/drawing/2014/main" id="{244325C6-2B0C-5F1A-883A-4BDE5E88E92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AF3866C0-2B17-8C3C-B5A6-129D1BEEB377}"/>
              </a:ext>
            </a:extLst>
          </p:cNvPr>
          <p:cNvGrpSpPr/>
          <p:nvPr/>
        </p:nvGrpSpPr>
        <p:grpSpPr>
          <a:xfrm>
            <a:off x="7485094" y="2777224"/>
            <a:ext cx="265259" cy="148758"/>
            <a:chOff x="7493876" y="2774731"/>
            <a:chExt cx="1481958" cy="894622"/>
          </a:xfrm>
        </p:grpSpPr>
        <p:sp>
          <p:nvSpPr>
            <p:cNvPr id="198" name="Freeform 585">
              <a:extLst>
                <a:ext uri="{FF2B5EF4-FFF2-40B4-BE49-F238E27FC236}">
                  <a16:creationId xmlns:a16="http://schemas.microsoft.com/office/drawing/2014/main" id="{C0165A87-308F-8127-5DB3-F25086E1607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CBB18A07-A0B4-1322-4A6C-88D8897F182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D2093F38-6DDA-D6AC-3EF3-80FC71DD446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1" name="Freeform 588">
                <a:extLst>
                  <a:ext uri="{FF2B5EF4-FFF2-40B4-BE49-F238E27FC236}">
                    <a16:creationId xmlns:a16="http://schemas.microsoft.com/office/drawing/2014/main" id="{B4E0E777-FF0C-277B-DF72-D1AE0600C00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02" name="Freeform 589">
                <a:extLst>
                  <a:ext uri="{FF2B5EF4-FFF2-40B4-BE49-F238E27FC236}">
                    <a16:creationId xmlns:a16="http://schemas.microsoft.com/office/drawing/2014/main" id="{05F3ABEA-3A57-8F81-3727-CA54CD321E9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03" name="Freeform 590">
                <a:extLst>
                  <a:ext uri="{FF2B5EF4-FFF2-40B4-BE49-F238E27FC236}">
                    <a16:creationId xmlns:a16="http://schemas.microsoft.com/office/drawing/2014/main" id="{2809ED18-B091-F2F9-41B0-6D02E151A15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04" name="Freeform 591">
                <a:extLst>
                  <a:ext uri="{FF2B5EF4-FFF2-40B4-BE49-F238E27FC236}">
                    <a16:creationId xmlns:a16="http://schemas.microsoft.com/office/drawing/2014/main" id="{99B0CB27-CC6A-483A-9568-A767E1511A0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2BDFF40B-BE0E-072E-35A5-F224C441B1F1}"/>
              </a:ext>
            </a:extLst>
          </p:cNvPr>
          <p:cNvGrpSpPr/>
          <p:nvPr/>
        </p:nvGrpSpPr>
        <p:grpSpPr>
          <a:xfrm>
            <a:off x="7122854" y="3326574"/>
            <a:ext cx="275418" cy="180228"/>
            <a:chOff x="7493876" y="2774731"/>
            <a:chExt cx="1481958" cy="894622"/>
          </a:xfrm>
        </p:grpSpPr>
        <p:sp>
          <p:nvSpPr>
            <p:cNvPr id="206" name="Freeform 538">
              <a:extLst>
                <a:ext uri="{FF2B5EF4-FFF2-40B4-BE49-F238E27FC236}">
                  <a16:creationId xmlns:a16="http://schemas.microsoft.com/office/drawing/2014/main" id="{0589B00B-A42C-8ED6-0891-47243B554A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0AF17B7-E9E8-1F42-16FB-C8FD589DD9D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5F14D2B6-6B46-43EF-52D8-E920D481BC2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9" name="Freeform 541">
                <a:extLst>
                  <a:ext uri="{FF2B5EF4-FFF2-40B4-BE49-F238E27FC236}">
                    <a16:creationId xmlns:a16="http://schemas.microsoft.com/office/drawing/2014/main" id="{491FBEE2-60E8-D09C-F6AE-9A0792727B2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10" name="Freeform 542">
                <a:extLst>
                  <a:ext uri="{FF2B5EF4-FFF2-40B4-BE49-F238E27FC236}">
                    <a16:creationId xmlns:a16="http://schemas.microsoft.com/office/drawing/2014/main" id="{8A830132-63A5-D44A-DB7A-A4FBFCD1C4E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11" name="Freeform 543">
                <a:extLst>
                  <a:ext uri="{FF2B5EF4-FFF2-40B4-BE49-F238E27FC236}">
                    <a16:creationId xmlns:a16="http://schemas.microsoft.com/office/drawing/2014/main" id="{E44918A5-68AE-AF4E-CD62-0F5F961F485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12" name="Freeform 544">
                <a:extLst>
                  <a:ext uri="{FF2B5EF4-FFF2-40B4-BE49-F238E27FC236}">
                    <a16:creationId xmlns:a16="http://schemas.microsoft.com/office/drawing/2014/main" id="{AE8C38D7-A8A7-C0E7-D60E-5BB823D82E8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3BAA2AF5-4580-2491-F092-C6BF36E6EC5B}"/>
              </a:ext>
            </a:extLst>
          </p:cNvPr>
          <p:cNvGrpSpPr/>
          <p:nvPr/>
        </p:nvGrpSpPr>
        <p:grpSpPr>
          <a:xfrm>
            <a:off x="7201166" y="3780872"/>
            <a:ext cx="275418" cy="180228"/>
            <a:chOff x="7493876" y="2774731"/>
            <a:chExt cx="1481958" cy="894622"/>
          </a:xfrm>
        </p:grpSpPr>
        <p:sp>
          <p:nvSpPr>
            <p:cNvPr id="214" name="Freeform 546">
              <a:extLst>
                <a:ext uri="{FF2B5EF4-FFF2-40B4-BE49-F238E27FC236}">
                  <a16:creationId xmlns:a16="http://schemas.microsoft.com/office/drawing/2014/main" id="{3FF249A2-2B0A-F485-B4C5-A5A2C40D4CA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EC8E71A8-EA9B-5774-36A0-79481459A88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70E1A5B9-D908-E7BE-1C47-D57DD716550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7" name="Freeform 549">
                <a:extLst>
                  <a:ext uri="{FF2B5EF4-FFF2-40B4-BE49-F238E27FC236}">
                    <a16:creationId xmlns:a16="http://schemas.microsoft.com/office/drawing/2014/main" id="{C956595F-B8B7-2B2D-D39C-53CA72BA7D8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18" name="Freeform 550">
                <a:extLst>
                  <a:ext uri="{FF2B5EF4-FFF2-40B4-BE49-F238E27FC236}">
                    <a16:creationId xmlns:a16="http://schemas.microsoft.com/office/drawing/2014/main" id="{D1DD9D91-9ABC-5A2B-B36F-96DB3B69F8C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19" name="Freeform 551">
                <a:extLst>
                  <a:ext uri="{FF2B5EF4-FFF2-40B4-BE49-F238E27FC236}">
                    <a16:creationId xmlns:a16="http://schemas.microsoft.com/office/drawing/2014/main" id="{476F374B-43BD-1556-1A37-9445755C117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20" name="Freeform 552">
                <a:extLst>
                  <a:ext uri="{FF2B5EF4-FFF2-40B4-BE49-F238E27FC236}">
                    <a16:creationId xmlns:a16="http://schemas.microsoft.com/office/drawing/2014/main" id="{2F22E116-E561-3B9F-B8CD-A486B68945D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2E2698E7-D5F2-9069-8F95-4917C3A30F8D}"/>
              </a:ext>
            </a:extLst>
          </p:cNvPr>
          <p:cNvGrpSpPr/>
          <p:nvPr/>
        </p:nvGrpSpPr>
        <p:grpSpPr>
          <a:xfrm>
            <a:off x="7781444" y="3775294"/>
            <a:ext cx="265259" cy="148758"/>
            <a:chOff x="7493876" y="2774731"/>
            <a:chExt cx="1481958" cy="894622"/>
          </a:xfrm>
        </p:grpSpPr>
        <p:sp>
          <p:nvSpPr>
            <p:cNvPr id="222" name="Freeform 623">
              <a:extLst>
                <a:ext uri="{FF2B5EF4-FFF2-40B4-BE49-F238E27FC236}">
                  <a16:creationId xmlns:a16="http://schemas.microsoft.com/office/drawing/2014/main" id="{C42D04D9-639F-9D04-127B-77C5559618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95A58412-BA00-4AE2-3A2E-92FE5B54D5A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24" name="Group 223">
              <a:extLst>
                <a:ext uri="{FF2B5EF4-FFF2-40B4-BE49-F238E27FC236}">
                  <a16:creationId xmlns:a16="http://schemas.microsoft.com/office/drawing/2014/main" id="{11E889E5-53F1-A2ED-F2E8-D9AEB42A1DF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5" name="Freeform 626">
                <a:extLst>
                  <a:ext uri="{FF2B5EF4-FFF2-40B4-BE49-F238E27FC236}">
                    <a16:creationId xmlns:a16="http://schemas.microsoft.com/office/drawing/2014/main" id="{FC991386-4047-3F9B-4282-B37E7AE8B78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26" name="Freeform 627">
                <a:extLst>
                  <a:ext uri="{FF2B5EF4-FFF2-40B4-BE49-F238E27FC236}">
                    <a16:creationId xmlns:a16="http://schemas.microsoft.com/office/drawing/2014/main" id="{8D44DC3E-543B-B5E2-02B7-29DF336F510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27" name="Freeform 628">
                <a:extLst>
                  <a:ext uri="{FF2B5EF4-FFF2-40B4-BE49-F238E27FC236}">
                    <a16:creationId xmlns:a16="http://schemas.microsoft.com/office/drawing/2014/main" id="{D8A53616-CA31-EE05-8F4E-BB3BD6ED5C1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28" name="Freeform 629">
                <a:extLst>
                  <a:ext uri="{FF2B5EF4-FFF2-40B4-BE49-F238E27FC236}">
                    <a16:creationId xmlns:a16="http://schemas.microsoft.com/office/drawing/2014/main" id="{FA2649AE-88CE-B5B2-409C-0EF141065E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D76C4E4-3AA2-027A-4E38-145543E76315}"/>
              </a:ext>
            </a:extLst>
          </p:cNvPr>
          <p:cNvGrpSpPr/>
          <p:nvPr/>
        </p:nvGrpSpPr>
        <p:grpSpPr>
          <a:xfrm>
            <a:off x="6935920" y="4362814"/>
            <a:ext cx="295320" cy="163934"/>
            <a:chOff x="7493876" y="2774731"/>
            <a:chExt cx="1481958" cy="894622"/>
          </a:xfrm>
        </p:grpSpPr>
        <p:sp>
          <p:nvSpPr>
            <p:cNvPr id="230" name="Freeform 463">
              <a:extLst>
                <a:ext uri="{FF2B5EF4-FFF2-40B4-BE49-F238E27FC236}">
                  <a16:creationId xmlns:a16="http://schemas.microsoft.com/office/drawing/2014/main" id="{2E69FCBD-4C24-0CE9-7C8C-51884682EEB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BEB195A5-29D6-4975-B832-B4FA987ED34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7544DCDB-79FD-781C-4638-095A55E747D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3" name="Freeform 466">
                <a:extLst>
                  <a:ext uri="{FF2B5EF4-FFF2-40B4-BE49-F238E27FC236}">
                    <a16:creationId xmlns:a16="http://schemas.microsoft.com/office/drawing/2014/main" id="{91D5E5D8-E08A-BD65-88B6-2264F5D80CE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34" name="Freeform 467">
                <a:extLst>
                  <a:ext uri="{FF2B5EF4-FFF2-40B4-BE49-F238E27FC236}">
                    <a16:creationId xmlns:a16="http://schemas.microsoft.com/office/drawing/2014/main" id="{9C5D71AA-A661-D6DD-7F46-BEF7CC54142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35" name="Freeform 468">
                <a:extLst>
                  <a:ext uri="{FF2B5EF4-FFF2-40B4-BE49-F238E27FC236}">
                    <a16:creationId xmlns:a16="http://schemas.microsoft.com/office/drawing/2014/main" id="{C4A67FDE-4FD1-2D45-F3EE-AF4CB25FF1D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36" name="Freeform 469">
                <a:extLst>
                  <a:ext uri="{FF2B5EF4-FFF2-40B4-BE49-F238E27FC236}">
                    <a16:creationId xmlns:a16="http://schemas.microsoft.com/office/drawing/2014/main" id="{C4D77C51-A957-A0E9-5021-3C6FA988DAC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7826CDE-7AA3-872E-63B4-A46F5859225C}"/>
              </a:ext>
            </a:extLst>
          </p:cNvPr>
          <p:cNvGrpSpPr/>
          <p:nvPr/>
        </p:nvGrpSpPr>
        <p:grpSpPr>
          <a:xfrm>
            <a:off x="8194487" y="4057894"/>
            <a:ext cx="171221" cy="90300"/>
            <a:chOff x="7493876" y="2774731"/>
            <a:chExt cx="1481958" cy="894622"/>
          </a:xfrm>
        </p:grpSpPr>
        <p:sp>
          <p:nvSpPr>
            <p:cNvPr id="238" name="Freeform 447">
              <a:extLst>
                <a:ext uri="{FF2B5EF4-FFF2-40B4-BE49-F238E27FC236}">
                  <a16:creationId xmlns:a16="http://schemas.microsoft.com/office/drawing/2014/main" id="{510D3F46-5AFB-4CAC-9045-E42F0FF7CBC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     </a:t>
              </a:r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B391C39A-6376-12D0-DCA8-345A7DA2C0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+mj-lt"/>
                </a:rPr>
                <a:t>              </a:t>
              </a:r>
            </a:p>
          </p:txBody>
        </p: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1DF11E6A-1FE6-3151-1086-D1A455F1275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1" name="Freeform 450">
                <a:extLst>
                  <a:ext uri="{FF2B5EF4-FFF2-40B4-BE49-F238E27FC236}">
                    <a16:creationId xmlns:a16="http://schemas.microsoft.com/office/drawing/2014/main" id="{07B271FA-85D9-2FC7-453E-F6FEEEC7953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42" name="Freeform 451">
                <a:extLst>
                  <a:ext uri="{FF2B5EF4-FFF2-40B4-BE49-F238E27FC236}">
                    <a16:creationId xmlns:a16="http://schemas.microsoft.com/office/drawing/2014/main" id="{97975AB0-7F39-95CA-8C25-161C90B702B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43" name="Freeform 452">
                <a:extLst>
                  <a:ext uri="{FF2B5EF4-FFF2-40B4-BE49-F238E27FC236}">
                    <a16:creationId xmlns:a16="http://schemas.microsoft.com/office/drawing/2014/main" id="{B5DFA9FA-B157-BCFC-1297-1C6C7C06583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  <p:sp>
            <p:nvSpPr>
              <p:cNvPr id="244" name="Freeform 453">
                <a:extLst>
                  <a:ext uri="{FF2B5EF4-FFF2-40B4-BE49-F238E27FC236}">
                    <a16:creationId xmlns:a16="http://schemas.microsoft.com/office/drawing/2014/main" id="{1947B69C-2445-46B0-D29B-9AF9CDBB665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+mj-lt"/>
                </a:endParaRPr>
              </a:p>
            </p:txBody>
          </p:sp>
        </p:grp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923A037C-F5C8-DF25-4EAA-AFA3893B6D34}"/>
              </a:ext>
            </a:extLst>
          </p:cNvPr>
          <p:cNvGrpSpPr/>
          <p:nvPr/>
        </p:nvGrpSpPr>
        <p:grpSpPr>
          <a:xfrm>
            <a:off x="5579306" y="2548510"/>
            <a:ext cx="401240" cy="305991"/>
            <a:chOff x="7432700" y="2327293"/>
            <a:chExt cx="534987" cy="407988"/>
          </a:xfrm>
        </p:grpSpPr>
        <p:pic>
          <p:nvPicPr>
            <p:cNvPr id="246" name="Picture 1017" descr="antenna_stylized">
              <a:extLst>
                <a:ext uri="{FF2B5EF4-FFF2-40B4-BE49-F238E27FC236}">
                  <a16:creationId xmlns:a16="http://schemas.microsoft.com/office/drawing/2014/main" id="{F0E8AF13-1829-18A6-D2DA-1017E9BA78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7" name="Picture 1018" descr="laptop_keyboard">
              <a:extLst>
                <a:ext uri="{FF2B5EF4-FFF2-40B4-BE49-F238E27FC236}">
                  <a16:creationId xmlns:a16="http://schemas.microsoft.com/office/drawing/2014/main" id="{57351E5B-38AF-2E40-A18B-3C64CDC669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8" name="Freeform 1019">
              <a:extLst>
                <a:ext uri="{FF2B5EF4-FFF2-40B4-BE49-F238E27FC236}">
                  <a16:creationId xmlns:a16="http://schemas.microsoft.com/office/drawing/2014/main" id="{B9B842F8-0B2A-11D5-8883-B7342B42E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pic>
          <p:nvPicPr>
            <p:cNvPr id="249" name="Picture 1020" descr="screen">
              <a:extLst>
                <a:ext uri="{FF2B5EF4-FFF2-40B4-BE49-F238E27FC236}">
                  <a16:creationId xmlns:a16="http://schemas.microsoft.com/office/drawing/2014/main" id="{D3107F32-D518-76EE-9824-AB58D1F0A3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0" name="Freeform 1021">
              <a:extLst>
                <a:ext uri="{FF2B5EF4-FFF2-40B4-BE49-F238E27FC236}">
                  <a16:creationId xmlns:a16="http://schemas.microsoft.com/office/drawing/2014/main" id="{483B3C55-20C1-F81A-F728-9E1AFB51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1" name="Freeform 1022">
              <a:extLst>
                <a:ext uri="{FF2B5EF4-FFF2-40B4-BE49-F238E27FC236}">
                  <a16:creationId xmlns:a16="http://schemas.microsoft.com/office/drawing/2014/main" id="{58240C18-F49C-8D32-BB92-D8A5222F2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2" name="Freeform 1023">
              <a:extLst>
                <a:ext uri="{FF2B5EF4-FFF2-40B4-BE49-F238E27FC236}">
                  <a16:creationId xmlns:a16="http://schemas.microsoft.com/office/drawing/2014/main" id="{C9C67FED-5F87-187C-D8A6-5A27678C0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3" name="Freeform 1024">
              <a:extLst>
                <a:ext uri="{FF2B5EF4-FFF2-40B4-BE49-F238E27FC236}">
                  <a16:creationId xmlns:a16="http://schemas.microsoft.com/office/drawing/2014/main" id="{7C476CA8-DC2A-BF2D-8D09-84B2FA91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4" name="Freeform 1025">
              <a:extLst>
                <a:ext uri="{FF2B5EF4-FFF2-40B4-BE49-F238E27FC236}">
                  <a16:creationId xmlns:a16="http://schemas.microsoft.com/office/drawing/2014/main" id="{3CF202E1-9159-051C-2B94-AC09B3F1B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5" name="Freeform 1026">
              <a:extLst>
                <a:ext uri="{FF2B5EF4-FFF2-40B4-BE49-F238E27FC236}">
                  <a16:creationId xmlns:a16="http://schemas.microsoft.com/office/drawing/2014/main" id="{8E23BCDD-0B62-2A49-9D38-B841E5EE497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256" name="Group 1027">
              <a:extLst>
                <a:ext uri="{FF2B5EF4-FFF2-40B4-BE49-F238E27FC236}">
                  <a16:creationId xmlns:a16="http://schemas.microsoft.com/office/drawing/2014/main" id="{578CC512-4EB4-C72E-72DF-83B502ED31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3" name="Freeform 1028">
                <a:extLst>
                  <a:ext uri="{FF2B5EF4-FFF2-40B4-BE49-F238E27FC236}">
                    <a16:creationId xmlns:a16="http://schemas.microsoft.com/office/drawing/2014/main" id="{61B0B130-5058-FCDE-0AD4-8B2099E10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64" name="Freeform 1029">
                <a:extLst>
                  <a:ext uri="{FF2B5EF4-FFF2-40B4-BE49-F238E27FC236}">
                    <a16:creationId xmlns:a16="http://schemas.microsoft.com/office/drawing/2014/main" id="{2CF24B05-BC6F-FE6D-53C3-7908C4470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65" name="Freeform 1030">
                <a:extLst>
                  <a:ext uri="{FF2B5EF4-FFF2-40B4-BE49-F238E27FC236}">
                    <a16:creationId xmlns:a16="http://schemas.microsoft.com/office/drawing/2014/main" id="{BB0F35F0-84FF-DB05-9BC4-0D6F8FA7C4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66" name="Freeform 1031">
                <a:extLst>
                  <a:ext uri="{FF2B5EF4-FFF2-40B4-BE49-F238E27FC236}">
                    <a16:creationId xmlns:a16="http://schemas.microsoft.com/office/drawing/2014/main" id="{457B4F3D-2A7A-B0E8-1461-AF1899337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67" name="Freeform 1032">
                <a:extLst>
                  <a:ext uri="{FF2B5EF4-FFF2-40B4-BE49-F238E27FC236}">
                    <a16:creationId xmlns:a16="http://schemas.microsoft.com/office/drawing/2014/main" id="{81ECAC47-556F-F243-CD48-C3E5434F34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68" name="Freeform 1033">
                <a:extLst>
                  <a:ext uri="{FF2B5EF4-FFF2-40B4-BE49-F238E27FC236}">
                    <a16:creationId xmlns:a16="http://schemas.microsoft.com/office/drawing/2014/main" id="{ACBFA315-DF63-CA35-C630-3404EE809B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257" name="Freeform 1034">
              <a:extLst>
                <a:ext uri="{FF2B5EF4-FFF2-40B4-BE49-F238E27FC236}">
                  <a16:creationId xmlns:a16="http://schemas.microsoft.com/office/drawing/2014/main" id="{706F42AD-F299-28EE-65B0-4C08BA028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8" name="Freeform 1035">
              <a:extLst>
                <a:ext uri="{FF2B5EF4-FFF2-40B4-BE49-F238E27FC236}">
                  <a16:creationId xmlns:a16="http://schemas.microsoft.com/office/drawing/2014/main" id="{87B04CE8-CC14-0D97-2548-2C299FB40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59" name="Freeform 1036">
              <a:extLst>
                <a:ext uri="{FF2B5EF4-FFF2-40B4-BE49-F238E27FC236}">
                  <a16:creationId xmlns:a16="http://schemas.microsoft.com/office/drawing/2014/main" id="{D372F8A1-5E44-D1E0-C479-22CA2FE13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60" name="Freeform 1037">
              <a:extLst>
                <a:ext uri="{FF2B5EF4-FFF2-40B4-BE49-F238E27FC236}">
                  <a16:creationId xmlns:a16="http://schemas.microsoft.com/office/drawing/2014/main" id="{83E91677-A9B4-E27F-F807-30D4B2D15D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61" name="Freeform 1038">
              <a:extLst>
                <a:ext uri="{FF2B5EF4-FFF2-40B4-BE49-F238E27FC236}">
                  <a16:creationId xmlns:a16="http://schemas.microsoft.com/office/drawing/2014/main" id="{EFBDFE11-74A2-F97D-D497-6413C7D36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62" name="Freeform 1039">
              <a:extLst>
                <a:ext uri="{FF2B5EF4-FFF2-40B4-BE49-F238E27FC236}">
                  <a16:creationId xmlns:a16="http://schemas.microsoft.com/office/drawing/2014/main" id="{9CF19D04-9858-3617-39E3-23D923B826C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27ACEDBC-6C87-19E7-7A6A-4ECBCE04FA68}"/>
              </a:ext>
            </a:extLst>
          </p:cNvPr>
          <p:cNvGrpSpPr/>
          <p:nvPr/>
        </p:nvGrpSpPr>
        <p:grpSpPr>
          <a:xfrm>
            <a:off x="6478336" y="2520846"/>
            <a:ext cx="398027" cy="358507"/>
            <a:chOff x="8631407" y="2290407"/>
            <a:chExt cx="530702" cy="478009"/>
          </a:xfrm>
        </p:grpSpPr>
        <p:pic>
          <p:nvPicPr>
            <p:cNvPr id="270" name="Picture 568" descr="light2.png">
              <a:extLst>
                <a:ext uri="{FF2B5EF4-FFF2-40B4-BE49-F238E27FC236}">
                  <a16:creationId xmlns:a16="http://schemas.microsoft.com/office/drawing/2014/main" id="{CEB7CEC5-FC56-5F06-68E8-452A04FC9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1" name="Picture 1017" descr="antenna_stylized">
              <a:extLst>
                <a:ext uri="{FF2B5EF4-FFF2-40B4-BE49-F238E27FC236}">
                  <a16:creationId xmlns:a16="http://schemas.microsoft.com/office/drawing/2014/main" id="{6DF5BB3D-416E-904D-C1BA-0FDF4F9F71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96150CBB-CF40-4350-E1AC-6A1DFC500AEF}"/>
              </a:ext>
            </a:extLst>
          </p:cNvPr>
          <p:cNvGrpSpPr/>
          <p:nvPr/>
        </p:nvGrpSpPr>
        <p:grpSpPr>
          <a:xfrm>
            <a:off x="6374654" y="2325393"/>
            <a:ext cx="636984" cy="169582"/>
            <a:chOff x="8493165" y="2029804"/>
            <a:chExt cx="849312" cy="226109"/>
          </a:xfrm>
        </p:grpSpPr>
        <p:pic>
          <p:nvPicPr>
            <p:cNvPr id="273" name="Picture 603" descr="car_icon_small">
              <a:extLst>
                <a:ext uri="{FF2B5EF4-FFF2-40B4-BE49-F238E27FC236}">
                  <a16:creationId xmlns:a16="http://schemas.microsoft.com/office/drawing/2014/main" id="{9374C1CB-C16A-8C37-50A4-BCAE7EEEF6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4" name="Picture 1017" descr="antenna_stylized">
              <a:extLst>
                <a:ext uri="{FF2B5EF4-FFF2-40B4-BE49-F238E27FC236}">
                  <a16:creationId xmlns:a16="http://schemas.microsoft.com/office/drawing/2014/main" id="{B082F383-867E-AEA0-ACD2-8CEC482216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E6A39F3B-9B77-067D-0306-33C9EB228DB8}"/>
              </a:ext>
            </a:extLst>
          </p:cNvPr>
          <p:cNvGrpSpPr/>
          <p:nvPr/>
        </p:nvGrpSpPr>
        <p:grpSpPr>
          <a:xfrm>
            <a:off x="5620139" y="3275118"/>
            <a:ext cx="643304" cy="437823"/>
            <a:chOff x="7487144" y="3296104"/>
            <a:chExt cx="857739" cy="583764"/>
          </a:xfrm>
        </p:grpSpPr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0C22EDD7-CAFA-6EF7-8659-B100F8DE27BC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283" name="Picture 1115" descr="antenna_stylized">
                <a:extLst>
                  <a:ext uri="{FF2B5EF4-FFF2-40B4-BE49-F238E27FC236}">
                    <a16:creationId xmlns:a16="http://schemas.microsoft.com/office/drawing/2014/main" id="{686FA8BD-985B-C0A1-BC00-1ADABD8575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4" name="Picture 1116" descr="laptop_keyboard">
                <a:extLst>
                  <a:ext uri="{FF2B5EF4-FFF2-40B4-BE49-F238E27FC236}">
                    <a16:creationId xmlns:a16="http://schemas.microsoft.com/office/drawing/2014/main" id="{C9FEA718-94E9-ACA1-0F75-588F0DC0D1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5" name="Freeform 1117">
                <a:extLst>
                  <a:ext uri="{FF2B5EF4-FFF2-40B4-BE49-F238E27FC236}">
                    <a16:creationId xmlns:a16="http://schemas.microsoft.com/office/drawing/2014/main" id="{E8A63AF1-7578-07D2-45F9-3D1A185EEF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pic>
            <p:nvPicPr>
              <p:cNvPr id="286" name="Picture 1118" descr="screen">
                <a:extLst>
                  <a:ext uri="{FF2B5EF4-FFF2-40B4-BE49-F238E27FC236}">
                    <a16:creationId xmlns:a16="http://schemas.microsoft.com/office/drawing/2014/main" id="{0B48C69F-93FF-2511-AA35-86ABF158D5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7" name="Freeform 1119">
                <a:extLst>
                  <a:ext uri="{FF2B5EF4-FFF2-40B4-BE49-F238E27FC236}">
                    <a16:creationId xmlns:a16="http://schemas.microsoft.com/office/drawing/2014/main" id="{8437F399-7028-5C7A-13AA-DB268B830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88" name="Freeform 1120">
                <a:extLst>
                  <a:ext uri="{FF2B5EF4-FFF2-40B4-BE49-F238E27FC236}">
                    <a16:creationId xmlns:a16="http://schemas.microsoft.com/office/drawing/2014/main" id="{8F2FD5C8-7D62-9F9A-82E9-859F02EA8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89" name="Freeform 1121">
                <a:extLst>
                  <a:ext uri="{FF2B5EF4-FFF2-40B4-BE49-F238E27FC236}">
                    <a16:creationId xmlns:a16="http://schemas.microsoft.com/office/drawing/2014/main" id="{A97FD1B7-E272-59C2-8962-2FA3C59F5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0" name="Freeform 1122">
                <a:extLst>
                  <a:ext uri="{FF2B5EF4-FFF2-40B4-BE49-F238E27FC236}">
                    <a16:creationId xmlns:a16="http://schemas.microsoft.com/office/drawing/2014/main" id="{ABBE9C95-4B01-FE56-76CF-591E0A568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1" name="Freeform 1123">
                <a:extLst>
                  <a:ext uri="{FF2B5EF4-FFF2-40B4-BE49-F238E27FC236}">
                    <a16:creationId xmlns:a16="http://schemas.microsoft.com/office/drawing/2014/main" id="{E7BF0E25-5970-031A-F5FD-3793826A3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2" name="Freeform 1124">
                <a:extLst>
                  <a:ext uri="{FF2B5EF4-FFF2-40B4-BE49-F238E27FC236}">
                    <a16:creationId xmlns:a16="http://schemas.microsoft.com/office/drawing/2014/main" id="{C68585D6-CA04-C418-07C7-E16C946977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grpSp>
            <p:nvGrpSpPr>
              <p:cNvPr id="293" name="Group 1125">
                <a:extLst>
                  <a:ext uri="{FF2B5EF4-FFF2-40B4-BE49-F238E27FC236}">
                    <a16:creationId xmlns:a16="http://schemas.microsoft.com/office/drawing/2014/main" id="{D8A824AF-3A89-CCCC-7A37-C9568B7CCC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300" name="Freeform 1126">
                  <a:extLst>
                    <a:ext uri="{FF2B5EF4-FFF2-40B4-BE49-F238E27FC236}">
                      <a16:creationId xmlns:a16="http://schemas.microsoft.com/office/drawing/2014/main" id="{954E0786-4755-E53D-BE3D-36465AA314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01" name="Freeform 1127">
                  <a:extLst>
                    <a:ext uri="{FF2B5EF4-FFF2-40B4-BE49-F238E27FC236}">
                      <a16:creationId xmlns:a16="http://schemas.microsoft.com/office/drawing/2014/main" id="{054A706D-319A-C06F-73F8-A942B10075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02" name="Freeform 1128">
                  <a:extLst>
                    <a:ext uri="{FF2B5EF4-FFF2-40B4-BE49-F238E27FC236}">
                      <a16:creationId xmlns:a16="http://schemas.microsoft.com/office/drawing/2014/main" id="{F070ACC8-218E-928B-7844-8417967732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03" name="Freeform 1129">
                  <a:extLst>
                    <a:ext uri="{FF2B5EF4-FFF2-40B4-BE49-F238E27FC236}">
                      <a16:creationId xmlns:a16="http://schemas.microsoft.com/office/drawing/2014/main" id="{016C0CCD-052C-3819-C666-A5AD956A25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04" name="Freeform 1130">
                  <a:extLst>
                    <a:ext uri="{FF2B5EF4-FFF2-40B4-BE49-F238E27FC236}">
                      <a16:creationId xmlns:a16="http://schemas.microsoft.com/office/drawing/2014/main" id="{3449427E-837E-71D0-5A79-09A785A30A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  <p:sp>
              <p:nvSpPr>
                <p:cNvPr id="305" name="Freeform 1131">
                  <a:extLst>
                    <a:ext uri="{FF2B5EF4-FFF2-40B4-BE49-F238E27FC236}">
                      <a16:creationId xmlns:a16="http://schemas.microsoft.com/office/drawing/2014/main" id="{EC72266E-340D-CAEA-420B-4F43FEEEC2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+mj-lt"/>
                  </a:endParaRPr>
                </a:p>
              </p:txBody>
            </p:sp>
          </p:grpSp>
          <p:sp>
            <p:nvSpPr>
              <p:cNvPr id="294" name="Freeform 1132">
                <a:extLst>
                  <a:ext uri="{FF2B5EF4-FFF2-40B4-BE49-F238E27FC236}">
                    <a16:creationId xmlns:a16="http://schemas.microsoft.com/office/drawing/2014/main" id="{6F2C915A-3D55-6162-ECE1-7A7C85385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5" name="Freeform 1133">
                <a:extLst>
                  <a:ext uri="{FF2B5EF4-FFF2-40B4-BE49-F238E27FC236}">
                    <a16:creationId xmlns:a16="http://schemas.microsoft.com/office/drawing/2014/main" id="{189A335D-8751-F62B-5122-893AE8EB7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6" name="Freeform 1134">
                <a:extLst>
                  <a:ext uri="{FF2B5EF4-FFF2-40B4-BE49-F238E27FC236}">
                    <a16:creationId xmlns:a16="http://schemas.microsoft.com/office/drawing/2014/main" id="{F2EA0FBB-C92D-43BF-05B6-BC3F7B31F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7" name="Freeform 1135">
                <a:extLst>
                  <a:ext uri="{FF2B5EF4-FFF2-40B4-BE49-F238E27FC236}">
                    <a16:creationId xmlns:a16="http://schemas.microsoft.com/office/drawing/2014/main" id="{F9D1EDEA-9ABA-B653-45BA-A91CDBC64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8" name="Freeform 1136">
                <a:extLst>
                  <a:ext uri="{FF2B5EF4-FFF2-40B4-BE49-F238E27FC236}">
                    <a16:creationId xmlns:a16="http://schemas.microsoft.com/office/drawing/2014/main" id="{AE1B5117-F641-19A0-221E-3317923B3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299" name="Freeform 1137">
                <a:extLst>
                  <a:ext uri="{FF2B5EF4-FFF2-40B4-BE49-F238E27FC236}">
                    <a16:creationId xmlns:a16="http://schemas.microsoft.com/office/drawing/2014/main" id="{875F20F9-4ECD-9E50-9D81-7D3FFAFF37BC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grpSp>
          <p:nvGrpSpPr>
            <p:cNvPr id="277" name="Group 1139">
              <a:extLst>
                <a:ext uri="{FF2B5EF4-FFF2-40B4-BE49-F238E27FC236}">
                  <a16:creationId xmlns:a16="http://schemas.microsoft.com/office/drawing/2014/main" id="{C62CEBF6-CE40-9AAF-5AA4-33CCF974FC1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281" name="Picture 1140" descr="desktop_computer_stylized_medium">
                <a:extLst>
                  <a:ext uri="{FF2B5EF4-FFF2-40B4-BE49-F238E27FC236}">
                    <a16:creationId xmlns:a16="http://schemas.microsoft.com/office/drawing/2014/main" id="{C0457BDD-5B50-2746-C0C6-C4E9D73A60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2" name="Freeform 1141">
                <a:extLst>
                  <a:ext uri="{FF2B5EF4-FFF2-40B4-BE49-F238E27FC236}">
                    <a16:creationId xmlns:a16="http://schemas.microsoft.com/office/drawing/2014/main" id="{18DADFB3-747A-641E-C3CB-1616A1FAE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172809DA-68E3-5F62-71E3-39904E3B68F7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279" name="Picture 571" descr="fridge2.png">
                <a:extLst>
                  <a:ext uri="{FF2B5EF4-FFF2-40B4-BE49-F238E27FC236}">
                    <a16:creationId xmlns:a16="http://schemas.microsoft.com/office/drawing/2014/main" id="{6A829C93-ACC3-B52D-95E1-9ADEE7447B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0" name="Picture 1115" descr="antenna_stylized">
                <a:extLst>
                  <a:ext uri="{FF2B5EF4-FFF2-40B4-BE49-F238E27FC236}">
                    <a16:creationId xmlns:a16="http://schemas.microsoft.com/office/drawing/2014/main" id="{9CBC646D-C5F6-107F-8BFB-D5AF0E6B6A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D5C841E6-B22F-AD79-F441-7EAB330AC702}"/>
              </a:ext>
            </a:extLst>
          </p:cNvPr>
          <p:cNvGrpSpPr/>
          <p:nvPr/>
        </p:nvGrpSpPr>
        <p:grpSpPr>
          <a:xfrm>
            <a:off x="8298710" y="3352414"/>
            <a:ext cx="388836" cy="909182"/>
            <a:chOff x="11058573" y="3399165"/>
            <a:chExt cx="518448" cy="1212242"/>
          </a:xfrm>
        </p:grpSpPr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5BFF413F-E0C4-C7DA-FFBF-669F7C8B70CB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7C1B776D-DB42-4C2C-064B-A85F08F74B9E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66C2FEE0-2625-A3C2-44E9-2127B10913DC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6" name="Picture 315" descr="server_rack.png">
                  <a:extLst>
                    <a:ext uri="{FF2B5EF4-FFF2-40B4-BE49-F238E27FC236}">
                      <a16:creationId xmlns:a16="http://schemas.microsoft.com/office/drawing/2014/main" id="{D99A7C9C-E5EB-F838-7186-6CC58ACF7F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7" name="Picture 316" descr="server_rack.png">
                  <a:extLst>
                    <a:ext uri="{FF2B5EF4-FFF2-40B4-BE49-F238E27FC236}">
                      <a16:creationId xmlns:a16="http://schemas.microsoft.com/office/drawing/2014/main" id="{C1457F8C-05A5-BA8D-AF63-87ED0513D9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8" name="Picture 317" descr="server_rack.png">
                  <a:extLst>
                    <a:ext uri="{FF2B5EF4-FFF2-40B4-BE49-F238E27FC236}">
                      <a16:creationId xmlns:a16="http://schemas.microsoft.com/office/drawing/2014/main" id="{6283EE72-E66C-FC71-B057-D3FCDB8E53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08" name="Group 307">
              <a:extLst>
                <a:ext uri="{FF2B5EF4-FFF2-40B4-BE49-F238E27FC236}">
                  <a16:creationId xmlns:a16="http://schemas.microsoft.com/office/drawing/2014/main" id="{D80AEA35-E40F-F7A2-60B8-95B3A051D7CE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68092079-9867-DB9B-A677-798C993A92C5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0" name="Group 309">
                <a:extLst>
                  <a:ext uri="{FF2B5EF4-FFF2-40B4-BE49-F238E27FC236}">
                    <a16:creationId xmlns:a16="http://schemas.microsoft.com/office/drawing/2014/main" id="{F8C9DBA3-1F6D-20AF-E5C6-F8AC042FA9F8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11" name="Picture 310" descr="server_rack.png">
                  <a:extLst>
                    <a:ext uri="{FF2B5EF4-FFF2-40B4-BE49-F238E27FC236}">
                      <a16:creationId xmlns:a16="http://schemas.microsoft.com/office/drawing/2014/main" id="{EDFFB216-712A-8BF8-9EC9-7B530C4991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2" name="Picture 311" descr="server_rack.png">
                  <a:extLst>
                    <a:ext uri="{FF2B5EF4-FFF2-40B4-BE49-F238E27FC236}">
                      <a16:creationId xmlns:a16="http://schemas.microsoft.com/office/drawing/2014/main" id="{4C1BB1D6-E833-216B-669F-15D414505E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13" name="Picture 312" descr="server_rack.png">
                  <a:extLst>
                    <a:ext uri="{FF2B5EF4-FFF2-40B4-BE49-F238E27FC236}">
                      <a16:creationId xmlns:a16="http://schemas.microsoft.com/office/drawing/2014/main" id="{8A79E402-7CB4-EA33-909C-C71805CAEF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19" name="Group 950">
            <a:extLst>
              <a:ext uri="{FF2B5EF4-FFF2-40B4-BE49-F238E27FC236}">
                <a16:creationId xmlns:a16="http://schemas.microsoft.com/office/drawing/2014/main" id="{56CA8A56-3281-C9B2-35ED-6CFAA1DE73A7}"/>
              </a:ext>
            </a:extLst>
          </p:cNvPr>
          <p:cNvGrpSpPr>
            <a:grpSpLocks/>
          </p:cNvGrpSpPr>
          <p:nvPr/>
        </p:nvGrpSpPr>
        <p:grpSpPr bwMode="auto">
          <a:xfrm>
            <a:off x="7716686" y="4736514"/>
            <a:ext cx="132894" cy="248125"/>
            <a:chOff x="4140" y="429"/>
            <a:chExt cx="1425" cy="2396"/>
          </a:xfrm>
        </p:grpSpPr>
        <p:sp>
          <p:nvSpPr>
            <p:cNvPr id="320" name="Freeform 951">
              <a:extLst>
                <a:ext uri="{FF2B5EF4-FFF2-40B4-BE49-F238E27FC236}">
                  <a16:creationId xmlns:a16="http://schemas.microsoft.com/office/drawing/2014/main" id="{B348CE78-20DB-4DC8-9C76-4EB262BE9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21" name="Rectangle 952">
              <a:extLst>
                <a:ext uri="{FF2B5EF4-FFF2-40B4-BE49-F238E27FC236}">
                  <a16:creationId xmlns:a16="http://schemas.microsoft.com/office/drawing/2014/main" id="{F328F87E-1CE3-A95F-756A-6330176CB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22" name="Freeform 953">
              <a:extLst>
                <a:ext uri="{FF2B5EF4-FFF2-40B4-BE49-F238E27FC236}">
                  <a16:creationId xmlns:a16="http://schemas.microsoft.com/office/drawing/2014/main" id="{A7D4DD5D-9948-8FFD-26BA-87023B7AA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23" name="Freeform 954">
              <a:extLst>
                <a:ext uri="{FF2B5EF4-FFF2-40B4-BE49-F238E27FC236}">
                  <a16:creationId xmlns:a16="http://schemas.microsoft.com/office/drawing/2014/main" id="{072A64D4-236A-E187-2D38-326E5B709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24" name="Rectangle 955">
              <a:extLst>
                <a:ext uri="{FF2B5EF4-FFF2-40B4-BE49-F238E27FC236}">
                  <a16:creationId xmlns:a16="http://schemas.microsoft.com/office/drawing/2014/main" id="{2C097FF6-C286-82A8-C14C-30DD11F25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325" name="Group 956">
              <a:extLst>
                <a:ext uri="{FF2B5EF4-FFF2-40B4-BE49-F238E27FC236}">
                  <a16:creationId xmlns:a16="http://schemas.microsoft.com/office/drawing/2014/main" id="{BD1E8AE5-37D0-71E7-BB31-6EC4590AB9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0" name="AutoShape 957">
                <a:extLst>
                  <a:ext uri="{FF2B5EF4-FFF2-40B4-BE49-F238E27FC236}">
                    <a16:creationId xmlns:a16="http://schemas.microsoft.com/office/drawing/2014/main" id="{C904C7DC-4F24-0BFE-7F82-7FE1308D2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51" name="AutoShape 958">
                <a:extLst>
                  <a:ext uri="{FF2B5EF4-FFF2-40B4-BE49-F238E27FC236}">
                    <a16:creationId xmlns:a16="http://schemas.microsoft.com/office/drawing/2014/main" id="{4DF4F3DC-AB78-CE64-BB35-6BC59B3AC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326" name="Rectangle 959">
              <a:extLst>
                <a:ext uri="{FF2B5EF4-FFF2-40B4-BE49-F238E27FC236}">
                  <a16:creationId xmlns:a16="http://schemas.microsoft.com/office/drawing/2014/main" id="{E2FEBAFC-DFDF-B345-0440-D07684F02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327" name="Group 960">
              <a:extLst>
                <a:ext uri="{FF2B5EF4-FFF2-40B4-BE49-F238E27FC236}">
                  <a16:creationId xmlns:a16="http://schemas.microsoft.com/office/drawing/2014/main" id="{D0CF2A57-F94C-3994-D5B2-D309B8DB39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8" name="AutoShape 961">
                <a:extLst>
                  <a:ext uri="{FF2B5EF4-FFF2-40B4-BE49-F238E27FC236}">
                    <a16:creationId xmlns:a16="http://schemas.microsoft.com/office/drawing/2014/main" id="{9B135B6B-7CB6-8CB9-76BB-EBD6C2B3A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49" name="AutoShape 962">
                <a:extLst>
                  <a:ext uri="{FF2B5EF4-FFF2-40B4-BE49-F238E27FC236}">
                    <a16:creationId xmlns:a16="http://schemas.microsoft.com/office/drawing/2014/main" id="{4BD66299-AEEA-0C69-E3AA-CB24689F8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328" name="Rectangle 963">
              <a:extLst>
                <a:ext uri="{FF2B5EF4-FFF2-40B4-BE49-F238E27FC236}">
                  <a16:creationId xmlns:a16="http://schemas.microsoft.com/office/drawing/2014/main" id="{8348E2B8-E795-AD86-5F71-CC23E6900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29" name="Rectangle 964">
              <a:extLst>
                <a:ext uri="{FF2B5EF4-FFF2-40B4-BE49-F238E27FC236}">
                  <a16:creationId xmlns:a16="http://schemas.microsoft.com/office/drawing/2014/main" id="{FAE97242-7171-D6F1-2FC4-5B69FA9DF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330" name="Group 965">
              <a:extLst>
                <a:ext uri="{FF2B5EF4-FFF2-40B4-BE49-F238E27FC236}">
                  <a16:creationId xmlns:a16="http://schemas.microsoft.com/office/drawing/2014/main" id="{41BD41E4-C17C-416F-67B5-D5E4B803F0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6" name="AutoShape 966">
                <a:extLst>
                  <a:ext uri="{FF2B5EF4-FFF2-40B4-BE49-F238E27FC236}">
                    <a16:creationId xmlns:a16="http://schemas.microsoft.com/office/drawing/2014/main" id="{FF2C9935-1956-44BF-B06E-65AC8C17E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47" name="AutoShape 967">
                <a:extLst>
                  <a:ext uri="{FF2B5EF4-FFF2-40B4-BE49-F238E27FC236}">
                    <a16:creationId xmlns:a16="http://schemas.microsoft.com/office/drawing/2014/main" id="{25595537-6C68-4204-BCA0-75C559FFE4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331" name="Freeform 968">
              <a:extLst>
                <a:ext uri="{FF2B5EF4-FFF2-40B4-BE49-F238E27FC236}">
                  <a16:creationId xmlns:a16="http://schemas.microsoft.com/office/drawing/2014/main" id="{DB0466A0-D335-4FAE-2D2A-AA78E7198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332" name="Group 969">
              <a:extLst>
                <a:ext uri="{FF2B5EF4-FFF2-40B4-BE49-F238E27FC236}">
                  <a16:creationId xmlns:a16="http://schemas.microsoft.com/office/drawing/2014/main" id="{87A90A16-38B4-F068-3C42-41E392F055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4" name="AutoShape 970">
                <a:extLst>
                  <a:ext uri="{FF2B5EF4-FFF2-40B4-BE49-F238E27FC236}">
                    <a16:creationId xmlns:a16="http://schemas.microsoft.com/office/drawing/2014/main" id="{B0C18FC9-B023-57CD-2CD4-8B5694BE33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45" name="AutoShape 971">
                <a:extLst>
                  <a:ext uri="{FF2B5EF4-FFF2-40B4-BE49-F238E27FC236}">
                    <a16:creationId xmlns:a16="http://schemas.microsoft.com/office/drawing/2014/main" id="{B002281C-348B-023D-888D-6EA8A65E4F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333" name="Rectangle 972">
              <a:extLst>
                <a:ext uri="{FF2B5EF4-FFF2-40B4-BE49-F238E27FC236}">
                  <a16:creationId xmlns:a16="http://schemas.microsoft.com/office/drawing/2014/main" id="{35B8C21B-11B6-8F0C-8ACA-64BCEE1D3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34" name="Freeform 973">
              <a:extLst>
                <a:ext uri="{FF2B5EF4-FFF2-40B4-BE49-F238E27FC236}">
                  <a16:creationId xmlns:a16="http://schemas.microsoft.com/office/drawing/2014/main" id="{3F75B2FE-4A55-B6F9-684A-6F988667B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35" name="Freeform 974">
              <a:extLst>
                <a:ext uri="{FF2B5EF4-FFF2-40B4-BE49-F238E27FC236}">
                  <a16:creationId xmlns:a16="http://schemas.microsoft.com/office/drawing/2014/main" id="{5D66C632-F474-69E3-5EC0-1375495EF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36" name="Oval 975">
              <a:extLst>
                <a:ext uri="{FF2B5EF4-FFF2-40B4-BE49-F238E27FC236}">
                  <a16:creationId xmlns:a16="http://schemas.microsoft.com/office/drawing/2014/main" id="{66AF9E52-2CC1-6A2B-0E93-59F1F949F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37" name="Freeform 976">
              <a:extLst>
                <a:ext uri="{FF2B5EF4-FFF2-40B4-BE49-F238E27FC236}">
                  <a16:creationId xmlns:a16="http://schemas.microsoft.com/office/drawing/2014/main" id="{50DBA3C8-1130-209E-7A27-9A21AFC51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38" name="AutoShape 977">
              <a:extLst>
                <a:ext uri="{FF2B5EF4-FFF2-40B4-BE49-F238E27FC236}">
                  <a16:creationId xmlns:a16="http://schemas.microsoft.com/office/drawing/2014/main" id="{C3B7E3C7-8B4A-6F05-19AF-88BDDDA7F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39" name="AutoShape 978">
              <a:extLst>
                <a:ext uri="{FF2B5EF4-FFF2-40B4-BE49-F238E27FC236}">
                  <a16:creationId xmlns:a16="http://schemas.microsoft.com/office/drawing/2014/main" id="{AF6CBB48-6CBF-74DF-68CA-C8834744F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40" name="Oval 979">
              <a:extLst>
                <a:ext uri="{FF2B5EF4-FFF2-40B4-BE49-F238E27FC236}">
                  <a16:creationId xmlns:a16="http://schemas.microsoft.com/office/drawing/2014/main" id="{F9C2F335-DC6B-3EB5-A270-120520B04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41" name="Oval 980">
              <a:extLst>
                <a:ext uri="{FF2B5EF4-FFF2-40B4-BE49-F238E27FC236}">
                  <a16:creationId xmlns:a16="http://schemas.microsoft.com/office/drawing/2014/main" id="{F200767D-F70E-9E91-E777-9D756AFBF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350" dirty="0">
                <a:solidFill>
                  <a:srgbClr val="FF0000"/>
                </a:solidFill>
                <a:latin typeface="+mj-lt"/>
              </a:endParaRPr>
            </a:p>
          </p:txBody>
        </p:sp>
        <p:sp>
          <p:nvSpPr>
            <p:cNvPr id="342" name="Oval 981">
              <a:extLst>
                <a:ext uri="{FF2B5EF4-FFF2-40B4-BE49-F238E27FC236}">
                  <a16:creationId xmlns:a16="http://schemas.microsoft.com/office/drawing/2014/main" id="{D8113C20-B7FE-9E61-FDF5-96C8607E3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43" name="Rectangle 982">
              <a:extLst>
                <a:ext uri="{FF2B5EF4-FFF2-40B4-BE49-F238E27FC236}">
                  <a16:creationId xmlns:a16="http://schemas.microsoft.com/office/drawing/2014/main" id="{CB612267-764D-9CB7-619D-D6B0F28C5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352" name="Group 590">
            <a:extLst>
              <a:ext uri="{FF2B5EF4-FFF2-40B4-BE49-F238E27FC236}">
                <a16:creationId xmlns:a16="http://schemas.microsoft.com/office/drawing/2014/main" id="{93A56E81-7B4F-2AEF-ADAE-398D660547F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85641" y="4456171"/>
            <a:ext cx="259223" cy="240227"/>
            <a:chOff x="2839" y="3501"/>
            <a:chExt cx="755" cy="803"/>
          </a:xfrm>
        </p:grpSpPr>
        <p:pic>
          <p:nvPicPr>
            <p:cNvPr id="353" name="Picture 591" descr="desktop_computer_stylized_medium">
              <a:extLst>
                <a:ext uri="{FF2B5EF4-FFF2-40B4-BE49-F238E27FC236}">
                  <a16:creationId xmlns:a16="http://schemas.microsoft.com/office/drawing/2014/main" id="{C564A133-71F6-15F2-A1B3-F2F5DA0AAB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4" name="Freeform 592">
              <a:extLst>
                <a:ext uri="{FF2B5EF4-FFF2-40B4-BE49-F238E27FC236}">
                  <a16:creationId xmlns:a16="http://schemas.microsoft.com/office/drawing/2014/main" id="{9CC68773-E160-9624-BF77-60DC0BB92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355" name="Group 1064">
            <a:extLst>
              <a:ext uri="{FF2B5EF4-FFF2-40B4-BE49-F238E27FC236}">
                <a16:creationId xmlns:a16="http://schemas.microsoft.com/office/drawing/2014/main" id="{9621AE3D-31A4-54EB-636E-719F26AA7103}"/>
              </a:ext>
            </a:extLst>
          </p:cNvPr>
          <p:cNvGrpSpPr>
            <a:grpSpLocks/>
          </p:cNvGrpSpPr>
          <p:nvPr/>
        </p:nvGrpSpPr>
        <p:grpSpPr bwMode="auto">
          <a:xfrm>
            <a:off x="6901261" y="5170657"/>
            <a:ext cx="232640" cy="230856"/>
            <a:chOff x="877" y="1008"/>
            <a:chExt cx="2747" cy="2591"/>
          </a:xfrm>
        </p:grpSpPr>
        <p:pic>
          <p:nvPicPr>
            <p:cNvPr id="356" name="Picture 1065" descr="antenna_stylized">
              <a:extLst>
                <a:ext uri="{FF2B5EF4-FFF2-40B4-BE49-F238E27FC236}">
                  <a16:creationId xmlns:a16="http://schemas.microsoft.com/office/drawing/2014/main" id="{7C8FBCC4-33B4-786E-6F6E-83D43A38DB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7" name="Picture 1066" descr="laptop_keyboard">
              <a:extLst>
                <a:ext uri="{FF2B5EF4-FFF2-40B4-BE49-F238E27FC236}">
                  <a16:creationId xmlns:a16="http://schemas.microsoft.com/office/drawing/2014/main" id="{F8B1BAC4-C52D-9A35-99C5-4B11A82C05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" name="Freeform 1067">
              <a:extLst>
                <a:ext uri="{FF2B5EF4-FFF2-40B4-BE49-F238E27FC236}">
                  <a16:creationId xmlns:a16="http://schemas.microsoft.com/office/drawing/2014/main" id="{8D89BA0A-4BBF-7CBE-DBD2-DBCEB74B7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pic>
          <p:nvPicPr>
            <p:cNvPr id="359" name="Picture 1068" descr="screen">
              <a:extLst>
                <a:ext uri="{FF2B5EF4-FFF2-40B4-BE49-F238E27FC236}">
                  <a16:creationId xmlns:a16="http://schemas.microsoft.com/office/drawing/2014/main" id="{994E9CB3-C641-CA05-1E4E-BA5B37CCD5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0" name="Freeform 1069">
              <a:extLst>
                <a:ext uri="{FF2B5EF4-FFF2-40B4-BE49-F238E27FC236}">
                  <a16:creationId xmlns:a16="http://schemas.microsoft.com/office/drawing/2014/main" id="{ECDF1F2D-814A-2ECA-8EA1-D78A5DEF1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1" name="Freeform 1070">
              <a:extLst>
                <a:ext uri="{FF2B5EF4-FFF2-40B4-BE49-F238E27FC236}">
                  <a16:creationId xmlns:a16="http://schemas.microsoft.com/office/drawing/2014/main" id="{33B4DF4D-49F8-E6F2-E739-06B9D9211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2" name="Freeform 1071">
              <a:extLst>
                <a:ext uri="{FF2B5EF4-FFF2-40B4-BE49-F238E27FC236}">
                  <a16:creationId xmlns:a16="http://schemas.microsoft.com/office/drawing/2014/main" id="{04E3656E-B2EE-5638-F3C7-DB7F1A3B3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3" name="Freeform 1072">
              <a:extLst>
                <a:ext uri="{FF2B5EF4-FFF2-40B4-BE49-F238E27FC236}">
                  <a16:creationId xmlns:a16="http://schemas.microsoft.com/office/drawing/2014/main" id="{52272D88-D474-C88B-84EE-4588E4FE4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4" name="Freeform 1073">
              <a:extLst>
                <a:ext uri="{FF2B5EF4-FFF2-40B4-BE49-F238E27FC236}">
                  <a16:creationId xmlns:a16="http://schemas.microsoft.com/office/drawing/2014/main" id="{9FD8D171-59C0-EC92-D08C-075609E99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5" name="Freeform 1074">
              <a:extLst>
                <a:ext uri="{FF2B5EF4-FFF2-40B4-BE49-F238E27FC236}">
                  <a16:creationId xmlns:a16="http://schemas.microsoft.com/office/drawing/2014/main" id="{1B08D0B7-A1A6-0363-6BC9-BC9055718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366" name="Group 1075">
              <a:extLst>
                <a:ext uri="{FF2B5EF4-FFF2-40B4-BE49-F238E27FC236}">
                  <a16:creationId xmlns:a16="http://schemas.microsoft.com/office/drawing/2014/main" id="{13CB9C94-EEE9-AA4B-EE1D-BFD004210B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3" name="Freeform 1076">
                <a:extLst>
                  <a:ext uri="{FF2B5EF4-FFF2-40B4-BE49-F238E27FC236}">
                    <a16:creationId xmlns:a16="http://schemas.microsoft.com/office/drawing/2014/main" id="{7A250C62-4243-0F51-0AE4-90F60F8CA7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74" name="Freeform 1077">
                <a:extLst>
                  <a:ext uri="{FF2B5EF4-FFF2-40B4-BE49-F238E27FC236}">
                    <a16:creationId xmlns:a16="http://schemas.microsoft.com/office/drawing/2014/main" id="{7950D722-5A8B-1F03-6E2D-496632246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75" name="Freeform 1078">
                <a:extLst>
                  <a:ext uri="{FF2B5EF4-FFF2-40B4-BE49-F238E27FC236}">
                    <a16:creationId xmlns:a16="http://schemas.microsoft.com/office/drawing/2014/main" id="{19FD2804-130F-C729-CD7C-D0B71AF7B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76" name="Freeform 1079">
                <a:extLst>
                  <a:ext uri="{FF2B5EF4-FFF2-40B4-BE49-F238E27FC236}">
                    <a16:creationId xmlns:a16="http://schemas.microsoft.com/office/drawing/2014/main" id="{646439CD-3DD7-BF63-8078-5A54BA571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77" name="Freeform 1080">
                <a:extLst>
                  <a:ext uri="{FF2B5EF4-FFF2-40B4-BE49-F238E27FC236}">
                    <a16:creationId xmlns:a16="http://schemas.microsoft.com/office/drawing/2014/main" id="{0026246E-409B-FF5B-07FB-06D8A634F4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378" name="Freeform 1081">
                <a:extLst>
                  <a:ext uri="{FF2B5EF4-FFF2-40B4-BE49-F238E27FC236}">
                    <a16:creationId xmlns:a16="http://schemas.microsoft.com/office/drawing/2014/main" id="{1078C933-41C7-5213-833A-4E1B5E507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367" name="Freeform 1082">
              <a:extLst>
                <a:ext uri="{FF2B5EF4-FFF2-40B4-BE49-F238E27FC236}">
                  <a16:creationId xmlns:a16="http://schemas.microsoft.com/office/drawing/2014/main" id="{A5863180-B73F-0ECD-E14B-51845721D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8" name="Freeform 1083">
              <a:extLst>
                <a:ext uri="{FF2B5EF4-FFF2-40B4-BE49-F238E27FC236}">
                  <a16:creationId xmlns:a16="http://schemas.microsoft.com/office/drawing/2014/main" id="{866BD5E7-6613-7FBD-5F7B-249701B40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69" name="Freeform 1084">
              <a:extLst>
                <a:ext uri="{FF2B5EF4-FFF2-40B4-BE49-F238E27FC236}">
                  <a16:creationId xmlns:a16="http://schemas.microsoft.com/office/drawing/2014/main" id="{12FA782C-FE89-1785-5837-6D314619E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70" name="Freeform 1085">
              <a:extLst>
                <a:ext uri="{FF2B5EF4-FFF2-40B4-BE49-F238E27FC236}">
                  <a16:creationId xmlns:a16="http://schemas.microsoft.com/office/drawing/2014/main" id="{C2A68BE4-B17C-5F35-8C76-CF29C2871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71" name="Freeform 1086">
              <a:extLst>
                <a:ext uri="{FF2B5EF4-FFF2-40B4-BE49-F238E27FC236}">
                  <a16:creationId xmlns:a16="http://schemas.microsoft.com/office/drawing/2014/main" id="{2085EC37-EB8F-428C-97E1-162C6A567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72" name="Freeform 1087">
              <a:extLst>
                <a:ext uri="{FF2B5EF4-FFF2-40B4-BE49-F238E27FC236}">
                  <a16:creationId xmlns:a16="http://schemas.microsoft.com/office/drawing/2014/main" id="{DD01385F-B776-BC4E-329A-0166F6EF965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379" name="Group 590">
            <a:extLst>
              <a:ext uri="{FF2B5EF4-FFF2-40B4-BE49-F238E27FC236}">
                <a16:creationId xmlns:a16="http://schemas.microsoft.com/office/drawing/2014/main" id="{9D940F73-87ED-6B02-3CF0-908DB8028CA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15432" y="4909543"/>
            <a:ext cx="259223" cy="240227"/>
            <a:chOff x="2839" y="3501"/>
            <a:chExt cx="755" cy="803"/>
          </a:xfrm>
        </p:grpSpPr>
        <p:pic>
          <p:nvPicPr>
            <p:cNvPr id="380" name="Picture 591" descr="desktop_computer_stylized_medium">
              <a:extLst>
                <a:ext uri="{FF2B5EF4-FFF2-40B4-BE49-F238E27FC236}">
                  <a16:creationId xmlns:a16="http://schemas.microsoft.com/office/drawing/2014/main" id="{89FDB438-5251-7B48-D979-3028D9E8E4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1" name="Freeform 592">
              <a:extLst>
                <a:ext uri="{FF2B5EF4-FFF2-40B4-BE49-F238E27FC236}">
                  <a16:creationId xmlns:a16="http://schemas.microsoft.com/office/drawing/2014/main" id="{668E73E7-2658-F538-BFD4-8BB8ACF88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382" name="Group 590">
            <a:extLst>
              <a:ext uri="{FF2B5EF4-FFF2-40B4-BE49-F238E27FC236}">
                <a16:creationId xmlns:a16="http://schemas.microsoft.com/office/drawing/2014/main" id="{DD4471CB-DFBC-1256-A54E-20ED7CDA526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4100" y="4925647"/>
            <a:ext cx="259223" cy="240227"/>
            <a:chOff x="2839" y="3501"/>
            <a:chExt cx="755" cy="803"/>
          </a:xfrm>
        </p:grpSpPr>
        <p:pic>
          <p:nvPicPr>
            <p:cNvPr id="383" name="Picture 591" descr="desktop_computer_stylized_medium">
              <a:extLst>
                <a:ext uri="{FF2B5EF4-FFF2-40B4-BE49-F238E27FC236}">
                  <a16:creationId xmlns:a16="http://schemas.microsoft.com/office/drawing/2014/main" id="{4B34BBA9-271B-12E7-6BF1-EABB82651F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4" name="Freeform 592">
              <a:extLst>
                <a:ext uri="{FF2B5EF4-FFF2-40B4-BE49-F238E27FC236}">
                  <a16:creationId xmlns:a16="http://schemas.microsoft.com/office/drawing/2014/main" id="{BCA4A36B-E77B-9EAE-3E53-6567B47B1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385" name="Group 1064">
            <a:extLst>
              <a:ext uri="{FF2B5EF4-FFF2-40B4-BE49-F238E27FC236}">
                <a16:creationId xmlns:a16="http://schemas.microsoft.com/office/drawing/2014/main" id="{838752E7-032E-FD70-5FF4-6F31365E285A}"/>
              </a:ext>
            </a:extLst>
          </p:cNvPr>
          <p:cNvGrpSpPr>
            <a:grpSpLocks/>
          </p:cNvGrpSpPr>
          <p:nvPr/>
        </p:nvGrpSpPr>
        <p:grpSpPr bwMode="auto">
          <a:xfrm>
            <a:off x="7151060" y="5127404"/>
            <a:ext cx="239448" cy="190034"/>
            <a:chOff x="877" y="1008"/>
            <a:chExt cx="2747" cy="2591"/>
          </a:xfrm>
        </p:grpSpPr>
        <p:pic>
          <p:nvPicPr>
            <p:cNvPr id="386" name="Picture 1065" descr="antenna_stylized">
              <a:extLst>
                <a:ext uri="{FF2B5EF4-FFF2-40B4-BE49-F238E27FC236}">
                  <a16:creationId xmlns:a16="http://schemas.microsoft.com/office/drawing/2014/main" id="{DB69AA5F-EA59-91B7-2716-887764409B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7" name="Picture 1066" descr="laptop_keyboard">
              <a:extLst>
                <a:ext uri="{FF2B5EF4-FFF2-40B4-BE49-F238E27FC236}">
                  <a16:creationId xmlns:a16="http://schemas.microsoft.com/office/drawing/2014/main" id="{1CF6289E-0763-719C-8905-2EB4650AB0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8" name="Freeform 1067">
              <a:extLst>
                <a:ext uri="{FF2B5EF4-FFF2-40B4-BE49-F238E27FC236}">
                  <a16:creationId xmlns:a16="http://schemas.microsoft.com/office/drawing/2014/main" id="{AEFF3B84-4B4C-7640-8BD3-12F0EA9EC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pic>
          <p:nvPicPr>
            <p:cNvPr id="389" name="Picture 1068" descr="screen">
              <a:extLst>
                <a:ext uri="{FF2B5EF4-FFF2-40B4-BE49-F238E27FC236}">
                  <a16:creationId xmlns:a16="http://schemas.microsoft.com/office/drawing/2014/main" id="{EEC2590C-8842-1874-7425-BC7B83445E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0" name="Freeform 1069">
              <a:extLst>
                <a:ext uri="{FF2B5EF4-FFF2-40B4-BE49-F238E27FC236}">
                  <a16:creationId xmlns:a16="http://schemas.microsoft.com/office/drawing/2014/main" id="{B4058D78-48E4-10E3-F85B-2DC556728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1" name="Freeform 1070">
              <a:extLst>
                <a:ext uri="{FF2B5EF4-FFF2-40B4-BE49-F238E27FC236}">
                  <a16:creationId xmlns:a16="http://schemas.microsoft.com/office/drawing/2014/main" id="{A4504536-038A-3603-CCB4-02ED44A99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2" name="Freeform 1071">
              <a:extLst>
                <a:ext uri="{FF2B5EF4-FFF2-40B4-BE49-F238E27FC236}">
                  <a16:creationId xmlns:a16="http://schemas.microsoft.com/office/drawing/2014/main" id="{399AC9A9-3CD5-1412-DC6B-D55C16D99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3" name="Freeform 1072">
              <a:extLst>
                <a:ext uri="{FF2B5EF4-FFF2-40B4-BE49-F238E27FC236}">
                  <a16:creationId xmlns:a16="http://schemas.microsoft.com/office/drawing/2014/main" id="{4C11725F-9A79-F3B7-606F-F511D161E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4" name="Freeform 1073">
              <a:extLst>
                <a:ext uri="{FF2B5EF4-FFF2-40B4-BE49-F238E27FC236}">
                  <a16:creationId xmlns:a16="http://schemas.microsoft.com/office/drawing/2014/main" id="{27DD65D3-D3D1-4470-94CF-1F5462AED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5" name="Freeform 1074">
              <a:extLst>
                <a:ext uri="{FF2B5EF4-FFF2-40B4-BE49-F238E27FC236}">
                  <a16:creationId xmlns:a16="http://schemas.microsoft.com/office/drawing/2014/main" id="{9BA58255-B13F-5891-78F6-4F0F15FF1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396" name="Group 1075">
              <a:extLst>
                <a:ext uri="{FF2B5EF4-FFF2-40B4-BE49-F238E27FC236}">
                  <a16:creationId xmlns:a16="http://schemas.microsoft.com/office/drawing/2014/main" id="{453699AC-29F1-7446-3D5B-7967EDDBBE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403" name="Freeform 1076">
                <a:extLst>
                  <a:ext uri="{FF2B5EF4-FFF2-40B4-BE49-F238E27FC236}">
                    <a16:creationId xmlns:a16="http://schemas.microsoft.com/office/drawing/2014/main" id="{AAD4F93E-ECEF-BD28-E3F3-9307B8E14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404" name="Freeform 1077">
                <a:extLst>
                  <a:ext uri="{FF2B5EF4-FFF2-40B4-BE49-F238E27FC236}">
                    <a16:creationId xmlns:a16="http://schemas.microsoft.com/office/drawing/2014/main" id="{F5B6FF78-1AD5-4B33-0A99-8CBC2C44EC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405" name="Freeform 1078">
                <a:extLst>
                  <a:ext uri="{FF2B5EF4-FFF2-40B4-BE49-F238E27FC236}">
                    <a16:creationId xmlns:a16="http://schemas.microsoft.com/office/drawing/2014/main" id="{99A9B8DF-F919-DEE0-338A-0E49C00F43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406" name="Freeform 1079">
                <a:extLst>
                  <a:ext uri="{FF2B5EF4-FFF2-40B4-BE49-F238E27FC236}">
                    <a16:creationId xmlns:a16="http://schemas.microsoft.com/office/drawing/2014/main" id="{1CA26BD9-C98E-E3CF-8BCF-F436237FC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407" name="Freeform 1080">
                <a:extLst>
                  <a:ext uri="{FF2B5EF4-FFF2-40B4-BE49-F238E27FC236}">
                    <a16:creationId xmlns:a16="http://schemas.microsoft.com/office/drawing/2014/main" id="{33B6F339-C5DE-9DEE-CF2F-759A77483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408" name="Freeform 1081">
                <a:extLst>
                  <a:ext uri="{FF2B5EF4-FFF2-40B4-BE49-F238E27FC236}">
                    <a16:creationId xmlns:a16="http://schemas.microsoft.com/office/drawing/2014/main" id="{AD9EABCB-75EB-C174-76FE-1A1EC8A572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397" name="Freeform 1082">
              <a:extLst>
                <a:ext uri="{FF2B5EF4-FFF2-40B4-BE49-F238E27FC236}">
                  <a16:creationId xmlns:a16="http://schemas.microsoft.com/office/drawing/2014/main" id="{CED664D9-6958-C07C-12D5-1A7322004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8" name="Freeform 1083">
              <a:extLst>
                <a:ext uri="{FF2B5EF4-FFF2-40B4-BE49-F238E27FC236}">
                  <a16:creationId xmlns:a16="http://schemas.microsoft.com/office/drawing/2014/main" id="{4C87E258-06E4-9EA5-46BB-5091E1C49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99" name="Freeform 1084">
              <a:extLst>
                <a:ext uri="{FF2B5EF4-FFF2-40B4-BE49-F238E27FC236}">
                  <a16:creationId xmlns:a16="http://schemas.microsoft.com/office/drawing/2014/main" id="{C5FFAE40-3EE7-A3D5-1AD7-E4EE14C0D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00" name="Freeform 1085">
              <a:extLst>
                <a:ext uri="{FF2B5EF4-FFF2-40B4-BE49-F238E27FC236}">
                  <a16:creationId xmlns:a16="http://schemas.microsoft.com/office/drawing/2014/main" id="{AE4ACC48-0893-7C57-34A3-439F3D2AB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01" name="Freeform 1086">
              <a:extLst>
                <a:ext uri="{FF2B5EF4-FFF2-40B4-BE49-F238E27FC236}">
                  <a16:creationId xmlns:a16="http://schemas.microsoft.com/office/drawing/2014/main" id="{B3214030-AB25-24CE-97D7-F2EF699F7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02" name="Freeform 1087">
              <a:extLst>
                <a:ext uri="{FF2B5EF4-FFF2-40B4-BE49-F238E27FC236}">
                  <a16:creationId xmlns:a16="http://schemas.microsoft.com/office/drawing/2014/main" id="{47F42CC3-4AEB-782E-C127-615E546E98A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09" name="Freeform 984">
            <a:extLst>
              <a:ext uri="{FF2B5EF4-FFF2-40B4-BE49-F238E27FC236}">
                <a16:creationId xmlns:a16="http://schemas.microsoft.com/office/drawing/2014/main" id="{03A4628C-ADBD-240C-49F5-4726289DFC84}"/>
              </a:ext>
            </a:extLst>
          </p:cNvPr>
          <p:cNvSpPr>
            <a:spLocks/>
          </p:cNvSpPr>
          <p:nvPr/>
        </p:nvSpPr>
        <p:spPr bwMode="auto">
          <a:xfrm>
            <a:off x="7615195" y="5008778"/>
            <a:ext cx="25537" cy="249693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10" name="Freeform 986">
            <a:extLst>
              <a:ext uri="{FF2B5EF4-FFF2-40B4-BE49-F238E27FC236}">
                <a16:creationId xmlns:a16="http://schemas.microsoft.com/office/drawing/2014/main" id="{17AC1CE7-0541-A5DB-B64F-247086C97385}"/>
              </a:ext>
            </a:extLst>
          </p:cNvPr>
          <p:cNvSpPr>
            <a:spLocks/>
          </p:cNvSpPr>
          <p:nvPr/>
        </p:nvSpPr>
        <p:spPr bwMode="auto">
          <a:xfrm>
            <a:off x="7619978" y="5023742"/>
            <a:ext cx="15250" cy="231015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11" name="Freeform 987">
            <a:extLst>
              <a:ext uri="{FF2B5EF4-FFF2-40B4-BE49-F238E27FC236}">
                <a16:creationId xmlns:a16="http://schemas.microsoft.com/office/drawing/2014/main" id="{47A7DE28-236F-D2ED-8342-3F4EEE342339}"/>
              </a:ext>
            </a:extLst>
          </p:cNvPr>
          <p:cNvSpPr>
            <a:spLocks/>
          </p:cNvSpPr>
          <p:nvPr/>
        </p:nvSpPr>
        <p:spPr bwMode="auto">
          <a:xfrm>
            <a:off x="7616639" y="5140615"/>
            <a:ext cx="23732" cy="20644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12" name="Rectangle 988">
            <a:extLst>
              <a:ext uri="{FF2B5EF4-FFF2-40B4-BE49-F238E27FC236}">
                <a16:creationId xmlns:a16="http://schemas.microsoft.com/office/drawing/2014/main" id="{199D796E-7452-6DA8-E35D-4C9659C82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036850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13" name="Group 989">
            <a:extLst>
              <a:ext uri="{FF2B5EF4-FFF2-40B4-BE49-F238E27FC236}">
                <a16:creationId xmlns:a16="http://schemas.microsoft.com/office/drawing/2014/main" id="{2D7C249E-714D-8806-4DB3-354DE87510EC}"/>
              </a:ext>
            </a:extLst>
          </p:cNvPr>
          <p:cNvGrpSpPr>
            <a:grpSpLocks/>
          </p:cNvGrpSpPr>
          <p:nvPr/>
        </p:nvGrpSpPr>
        <p:grpSpPr bwMode="auto">
          <a:xfrm>
            <a:off x="7568362" y="5034447"/>
            <a:ext cx="52427" cy="15838"/>
            <a:chOff x="614" y="2568"/>
            <a:chExt cx="725" cy="139"/>
          </a:xfrm>
        </p:grpSpPr>
        <p:sp>
          <p:nvSpPr>
            <p:cNvPr id="414" name="AutoShape 990">
              <a:extLst>
                <a:ext uri="{FF2B5EF4-FFF2-40B4-BE49-F238E27FC236}">
                  <a16:creationId xmlns:a16="http://schemas.microsoft.com/office/drawing/2014/main" id="{58CE8954-EFA9-F33D-43FC-A08872E5C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15" name="AutoShape 991">
              <a:extLst>
                <a:ext uri="{FF2B5EF4-FFF2-40B4-BE49-F238E27FC236}">
                  <a16:creationId xmlns:a16="http://schemas.microsoft.com/office/drawing/2014/main" id="{38404257-3EDD-74C7-867F-3D8CE4A9B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16" name="Rectangle 992">
            <a:extLst>
              <a:ext uri="{FF2B5EF4-FFF2-40B4-BE49-F238E27FC236}">
                <a16:creationId xmlns:a16="http://schemas.microsoft.com/office/drawing/2014/main" id="{AE0F6F7A-807F-FB86-1E31-58256E133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073113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17" name="Group 993">
            <a:extLst>
              <a:ext uri="{FF2B5EF4-FFF2-40B4-BE49-F238E27FC236}">
                <a16:creationId xmlns:a16="http://schemas.microsoft.com/office/drawing/2014/main" id="{2A61758D-C62D-12D3-AB3B-E0E7A687EE5A}"/>
              </a:ext>
            </a:extLst>
          </p:cNvPr>
          <p:cNvGrpSpPr>
            <a:grpSpLocks/>
          </p:cNvGrpSpPr>
          <p:nvPr/>
        </p:nvGrpSpPr>
        <p:grpSpPr bwMode="auto">
          <a:xfrm>
            <a:off x="7568182" y="5070055"/>
            <a:ext cx="52427" cy="14636"/>
            <a:chOff x="614" y="2568"/>
            <a:chExt cx="725" cy="139"/>
          </a:xfrm>
        </p:grpSpPr>
        <p:sp>
          <p:nvSpPr>
            <p:cNvPr id="418" name="AutoShape 994">
              <a:extLst>
                <a:ext uri="{FF2B5EF4-FFF2-40B4-BE49-F238E27FC236}">
                  <a16:creationId xmlns:a16="http://schemas.microsoft.com/office/drawing/2014/main" id="{840A1872-D8EA-2397-629C-95ECA1FEC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19" name="AutoShape 995">
              <a:extLst>
                <a:ext uri="{FF2B5EF4-FFF2-40B4-BE49-F238E27FC236}">
                  <a16:creationId xmlns:a16="http://schemas.microsoft.com/office/drawing/2014/main" id="{307DF380-7701-756E-EC91-D7791C96F1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20" name="Rectangle 996">
            <a:extLst>
              <a:ext uri="{FF2B5EF4-FFF2-40B4-BE49-F238E27FC236}">
                <a16:creationId xmlns:a16="http://schemas.microsoft.com/office/drawing/2014/main" id="{5370A0CF-0B07-5F80-583F-F81953235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109376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21" name="Rectangle 997">
            <a:extLst>
              <a:ext uri="{FF2B5EF4-FFF2-40B4-BE49-F238E27FC236}">
                <a16:creationId xmlns:a16="http://schemas.microsoft.com/office/drawing/2014/main" id="{BB0FC51B-E07A-FDC9-0C8D-16A0E081D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529" y="5142254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22" name="Group 998">
            <a:extLst>
              <a:ext uri="{FF2B5EF4-FFF2-40B4-BE49-F238E27FC236}">
                <a16:creationId xmlns:a16="http://schemas.microsoft.com/office/drawing/2014/main" id="{AB4BC1B9-0279-E9C6-7ECB-9B8490C908E7}"/>
              </a:ext>
            </a:extLst>
          </p:cNvPr>
          <p:cNvGrpSpPr>
            <a:grpSpLocks/>
          </p:cNvGrpSpPr>
          <p:nvPr/>
        </p:nvGrpSpPr>
        <p:grpSpPr bwMode="auto">
          <a:xfrm>
            <a:off x="7567099" y="5139196"/>
            <a:ext cx="52518" cy="16493"/>
            <a:chOff x="614" y="2568"/>
            <a:chExt cx="725" cy="139"/>
          </a:xfrm>
        </p:grpSpPr>
        <p:sp>
          <p:nvSpPr>
            <p:cNvPr id="423" name="AutoShape 999">
              <a:extLst>
                <a:ext uri="{FF2B5EF4-FFF2-40B4-BE49-F238E27FC236}">
                  <a16:creationId xmlns:a16="http://schemas.microsoft.com/office/drawing/2014/main" id="{FB0D8F3B-0432-5734-1A58-927EADD15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24" name="AutoShape 1000">
              <a:extLst>
                <a:ext uri="{FF2B5EF4-FFF2-40B4-BE49-F238E27FC236}">
                  <a16:creationId xmlns:a16="http://schemas.microsoft.com/office/drawing/2014/main" id="{91071EB7-A05F-C5F8-3A45-C812BAF96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25" name="Freeform 1001">
            <a:extLst>
              <a:ext uri="{FF2B5EF4-FFF2-40B4-BE49-F238E27FC236}">
                <a16:creationId xmlns:a16="http://schemas.microsoft.com/office/drawing/2014/main" id="{16F51981-79DC-A654-2C0E-17F3862868AA}"/>
              </a:ext>
            </a:extLst>
          </p:cNvPr>
          <p:cNvSpPr>
            <a:spLocks/>
          </p:cNvSpPr>
          <p:nvPr/>
        </p:nvSpPr>
        <p:spPr bwMode="auto">
          <a:xfrm>
            <a:off x="7617001" y="5109376"/>
            <a:ext cx="23732" cy="2053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26" name="Group 1002">
            <a:extLst>
              <a:ext uri="{FF2B5EF4-FFF2-40B4-BE49-F238E27FC236}">
                <a16:creationId xmlns:a16="http://schemas.microsoft.com/office/drawing/2014/main" id="{357F198E-DB82-80D3-F1F7-ADFEF7710FD4}"/>
              </a:ext>
            </a:extLst>
          </p:cNvPr>
          <p:cNvGrpSpPr>
            <a:grpSpLocks/>
          </p:cNvGrpSpPr>
          <p:nvPr/>
        </p:nvGrpSpPr>
        <p:grpSpPr bwMode="auto">
          <a:xfrm>
            <a:off x="7567460" y="5106427"/>
            <a:ext cx="52518" cy="15182"/>
            <a:chOff x="614" y="2568"/>
            <a:chExt cx="725" cy="139"/>
          </a:xfrm>
        </p:grpSpPr>
        <p:sp>
          <p:nvSpPr>
            <p:cNvPr id="427" name="AutoShape 1003">
              <a:extLst>
                <a:ext uri="{FF2B5EF4-FFF2-40B4-BE49-F238E27FC236}">
                  <a16:creationId xmlns:a16="http://schemas.microsoft.com/office/drawing/2014/main" id="{539E4333-6D39-4B32-E4B6-75345DD75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28" name="AutoShape 1004">
              <a:extLst>
                <a:ext uri="{FF2B5EF4-FFF2-40B4-BE49-F238E27FC236}">
                  <a16:creationId xmlns:a16="http://schemas.microsoft.com/office/drawing/2014/main" id="{55F4F81C-574F-74CC-B5A1-7EC995885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29" name="Rectangle 1005">
            <a:extLst>
              <a:ext uri="{FF2B5EF4-FFF2-40B4-BE49-F238E27FC236}">
                <a16:creationId xmlns:a16="http://schemas.microsoft.com/office/drawing/2014/main" id="{9B95C725-924C-887A-C44C-B38BB193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209" y="5008341"/>
            <a:ext cx="6317" cy="24958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0" name="Freeform 1006">
            <a:extLst>
              <a:ext uri="{FF2B5EF4-FFF2-40B4-BE49-F238E27FC236}">
                <a16:creationId xmlns:a16="http://schemas.microsoft.com/office/drawing/2014/main" id="{053AB48A-D258-700A-73E1-0B674B030657}"/>
              </a:ext>
            </a:extLst>
          </p:cNvPr>
          <p:cNvSpPr>
            <a:spLocks/>
          </p:cNvSpPr>
          <p:nvPr/>
        </p:nvSpPr>
        <p:spPr bwMode="auto">
          <a:xfrm>
            <a:off x="7619166" y="5071475"/>
            <a:ext cx="21386" cy="23265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1" name="Freeform 1007">
            <a:extLst>
              <a:ext uri="{FF2B5EF4-FFF2-40B4-BE49-F238E27FC236}">
                <a16:creationId xmlns:a16="http://schemas.microsoft.com/office/drawing/2014/main" id="{95FC9642-B26C-0338-0612-1BB1718A4C7C}"/>
              </a:ext>
            </a:extLst>
          </p:cNvPr>
          <p:cNvSpPr>
            <a:spLocks/>
          </p:cNvSpPr>
          <p:nvPr/>
        </p:nvSpPr>
        <p:spPr bwMode="auto">
          <a:xfrm>
            <a:off x="7619436" y="5035758"/>
            <a:ext cx="22018" cy="26215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2" name="Oval 1008">
            <a:extLst>
              <a:ext uri="{FF2B5EF4-FFF2-40B4-BE49-F238E27FC236}">
                <a16:creationId xmlns:a16="http://schemas.microsoft.com/office/drawing/2014/main" id="{245CC261-871A-8E28-CD30-A2B3BCA4A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483" y="5246675"/>
            <a:ext cx="4512" cy="10376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3" name="Freeform 1009">
            <a:extLst>
              <a:ext uri="{FF2B5EF4-FFF2-40B4-BE49-F238E27FC236}">
                <a16:creationId xmlns:a16="http://schemas.microsoft.com/office/drawing/2014/main" id="{21173663-5173-7EE6-179A-AFDE4B72FFD7}"/>
              </a:ext>
            </a:extLst>
          </p:cNvPr>
          <p:cNvSpPr>
            <a:spLocks/>
          </p:cNvSpPr>
          <p:nvPr/>
        </p:nvSpPr>
        <p:spPr bwMode="auto">
          <a:xfrm>
            <a:off x="7618263" y="5247003"/>
            <a:ext cx="22108" cy="21845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4" name="AutoShape 1010">
            <a:extLst>
              <a:ext uri="{FF2B5EF4-FFF2-40B4-BE49-F238E27FC236}">
                <a16:creationId xmlns:a16="http://schemas.microsoft.com/office/drawing/2014/main" id="{09840A06-3D59-1945-1232-8BD8AFFAB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408" y="5253666"/>
            <a:ext cx="107924" cy="1638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5" name="AutoShape 1011">
            <a:extLst>
              <a:ext uri="{FF2B5EF4-FFF2-40B4-BE49-F238E27FC236}">
                <a16:creationId xmlns:a16="http://schemas.microsoft.com/office/drawing/2014/main" id="{B7D0D923-E7F9-BEAD-B9B8-3CB2FEE44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257925"/>
            <a:ext cx="96193" cy="86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6" name="Oval 1012">
            <a:extLst>
              <a:ext uri="{FF2B5EF4-FFF2-40B4-BE49-F238E27FC236}">
                <a16:creationId xmlns:a16="http://schemas.microsoft.com/office/drawing/2014/main" id="{E3DBC3D9-EB22-86F1-6D8F-75570588F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657" y="5221661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7" name="Oval 1013">
            <a:extLst>
              <a:ext uri="{FF2B5EF4-FFF2-40B4-BE49-F238E27FC236}">
                <a16:creationId xmlns:a16="http://schemas.microsoft.com/office/drawing/2014/main" id="{E4D1EF77-EBEF-DE7D-0996-953B698BA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900" y="5221661"/>
            <a:ext cx="14348" cy="1551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35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38" name="Oval 1014">
            <a:extLst>
              <a:ext uri="{FF2B5EF4-FFF2-40B4-BE49-F238E27FC236}">
                <a16:creationId xmlns:a16="http://schemas.microsoft.com/office/drawing/2014/main" id="{9F3C4C19-DE01-8276-D94B-070E3920C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151" y="5221661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39" name="Rectangle 1015">
            <a:extLst>
              <a:ext uri="{FF2B5EF4-FFF2-40B4-BE49-F238E27FC236}">
                <a16:creationId xmlns:a16="http://schemas.microsoft.com/office/drawing/2014/main" id="{269F9EB3-2527-7496-1FF8-294C035AC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7058" y="5162133"/>
            <a:ext cx="7219" cy="82904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88BE5F6D-D3D6-54FD-1823-28D1BC9DEE26}"/>
              </a:ext>
            </a:extLst>
          </p:cNvPr>
          <p:cNvSpPr/>
          <p:nvPr/>
        </p:nvSpPr>
        <p:spPr>
          <a:xfrm>
            <a:off x="4904937" y="1805486"/>
            <a:ext cx="4019550" cy="3715971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721FDB22-C4DB-1613-1473-9C5AF36CC5EA}"/>
              </a:ext>
            </a:extLst>
          </p:cNvPr>
          <p:cNvGrpSpPr/>
          <p:nvPr/>
        </p:nvGrpSpPr>
        <p:grpSpPr>
          <a:xfrm>
            <a:off x="5760243" y="2141678"/>
            <a:ext cx="2066572" cy="3188003"/>
            <a:chOff x="7680324" y="1814171"/>
            <a:chExt cx="2755429" cy="4250670"/>
          </a:xfrm>
        </p:grpSpPr>
        <p:grpSp>
          <p:nvGrpSpPr>
            <p:cNvPr id="442" name="Group 652">
              <a:extLst>
                <a:ext uri="{FF2B5EF4-FFF2-40B4-BE49-F238E27FC236}">
                  <a16:creationId xmlns:a16="http://schemas.microsoft.com/office/drawing/2014/main" id="{9F07B018-B60F-B43C-E2CB-45B7F7FDC2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449" name="Picture 653" descr="iphone_stylized_small">
                <a:extLst>
                  <a:ext uri="{FF2B5EF4-FFF2-40B4-BE49-F238E27FC236}">
                    <a16:creationId xmlns:a16="http://schemas.microsoft.com/office/drawing/2014/main" id="{C89AC9D4-FA61-C451-302A-729EC9ECAC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50" name="Picture 654" descr="antenna_radiation_stylized">
                <a:extLst>
                  <a:ext uri="{FF2B5EF4-FFF2-40B4-BE49-F238E27FC236}">
                    <a16:creationId xmlns:a16="http://schemas.microsoft.com/office/drawing/2014/main" id="{43B01770-DDF0-ECAC-895B-567FD27094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43" name="Group 590">
              <a:extLst>
                <a:ext uri="{FF2B5EF4-FFF2-40B4-BE49-F238E27FC236}">
                  <a16:creationId xmlns:a16="http://schemas.microsoft.com/office/drawing/2014/main" id="{C94AE64A-8585-0E33-F566-9B5B280891B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47" name="Picture 591" descr="desktop_computer_stylized_medium">
                <a:extLst>
                  <a:ext uri="{FF2B5EF4-FFF2-40B4-BE49-F238E27FC236}">
                    <a16:creationId xmlns:a16="http://schemas.microsoft.com/office/drawing/2014/main" id="{D516A5BF-B82C-ADB5-FDBB-9A9D48F81C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8" name="Freeform 592">
                <a:extLst>
                  <a:ext uri="{FF2B5EF4-FFF2-40B4-BE49-F238E27FC236}">
                    <a16:creationId xmlns:a16="http://schemas.microsoft.com/office/drawing/2014/main" id="{727871BA-A720-5683-0783-FD01E7B01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F88DCF6E-0A95-B9BA-6E88-5D29CC32796D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AEBA700B-A1B5-DF30-3391-F5B06CA3FAFA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  <p:sp>
          <p:nvSpPr>
            <p:cNvPr id="446" name="Oval 445">
              <a:extLst>
                <a:ext uri="{FF2B5EF4-FFF2-40B4-BE49-F238E27FC236}">
                  <a16:creationId xmlns:a16="http://schemas.microsoft.com/office/drawing/2014/main" id="{70ED1179-18EE-ED26-765E-A387EE8843AD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+mj-lt"/>
              </a:endParaRPr>
            </a:p>
          </p:txBody>
        </p:sp>
      </p:grpSp>
      <p:grpSp>
        <p:nvGrpSpPr>
          <p:cNvPr id="451" name="Group 618">
            <a:extLst>
              <a:ext uri="{FF2B5EF4-FFF2-40B4-BE49-F238E27FC236}">
                <a16:creationId xmlns:a16="http://schemas.microsoft.com/office/drawing/2014/main" id="{B6B460D1-025E-1D80-C2CD-C4F010E55F30}"/>
              </a:ext>
            </a:extLst>
          </p:cNvPr>
          <p:cNvGrpSpPr>
            <a:grpSpLocks/>
          </p:cNvGrpSpPr>
          <p:nvPr/>
        </p:nvGrpSpPr>
        <p:grpSpPr bwMode="auto">
          <a:xfrm>
            <a:off x="6004384" y="1657417"/>
            <a:ext cx="798910" cy="723900"/>
            <a:chOff x="4047" y="420"/>
            <a:chExt cx="671" cy="608"/>
          </a:xfrm>
        </p:grpSpPr>
        <p:sp>
          <p:nvSpPr>
            <p:cNvPr id="452" name="Rectangle 227">
              <a:extLst>
                <a:ext uri="{FF2B5EF4-FFF2-40B4-BE49-F238E27FC236}">
                  <a16:creationId xmlns:a16="http://schemas.microsoft.com/office/drawing/2014/main" id="{DD9F3578-1CBD-505B-3E19-556EC4711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53" name="Rectangle 228">
              <a:extLst>
                <a:ext uri="{FF2B5EF4-FFF2-40B4-BE49-F238E27FC236}">
                  <a16:creationId xmlns:a16="http://schemas.microsoft.com/office/drawing/2014/main" id="{36FE8FC9-FD86-2828-3E1A-AF95027DB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54" name="Rectangle 229">
              <a:extLst>
                <a:ext uri="{FF2B5EF4-FFF2-40B4-BE49-F238E27FC236}">
                  <a16:creationId xmlns:a16="http://schemas.microsoft.com/office/drawing/2014/main" id="{5824A4A6-C298-D7A4-243E-144A64E7B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55" name="Text Box 230">
              <a:extLst>
                <a:ext uri="{FF2B5EF4-FFF2-40B4-BE49-F238E27FC236}">
                  <a16:creationId xmlns:a16="http://schemas.microsoft.com/office/drawing/2014/main" id="{6652C3D4-76A8-FE0B-D379-BD53CE910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5" y="421"/>
              <a:ext cx="513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white"/>
                  </a:solidFill>
                  <a:latin typeface="+mj-lt"/>
                </a:rPr>
                <a:t>application</a:t>
              </a:r>
              <a:endParaRPr lang="en-US" altLang="en-US" sz="750" dirty="0">
                <a:solidFill>
                  <a:prstClr val="black"/>
                </a:solidFill>
                <a:latin typeface="+mj-lt"/>
              </a:endParaRP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transport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network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data link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physical</a:t>
              </a: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56" name="Line 231">
              <a:extLst>
                <a:ext uri="{FF2B5EF4-FFF2-40B4-BE49-F238E27FC236}">
                  <a16:creationId xmlns:a16="http://schemas.microsoft.com/office/drawing/2014/main" id="{853AC29A-A3E0-542B-37A3-F7480A3E71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57" name="Line 232">
              <a:extLst>
                <a:ext uri="{FF2B5EF4-FFF2-40B4-BE49-F238E27FC236}">
                  <a16:creationId xmlns:a16="http://schemas.microsoft.com/office/drawing/2014/main" id="{9871A287-68FD-7FA1-368D-73F5B32BD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58" name="Line 233">
              <a:extLst>
                <a:ext uri="{FF2B5EF4-FFF2-40B4-BE49-F238E27FC236}">
                  <a16:creationId xmlns:a16="http://schemas.microsoft.com/office/drawing/2014/main" id="{2DD0B155-5972-403E-16BA-311D03A7E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59" name="Freeform 917">
              <a:extLst>
                <a:ext uri="{FF2B5EF4-FFF2-40B4-BE49-F238E27FC236}">
                  <a16:creationId xmlns:a16="http://schemas.microsoft.com/office/drawing/2014/main" id="{80D80C58-5D7D-368F-D7C3-1C602138B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460" name="Group 619">
            <a:extLst>
              <a:ext uri="{FF2B5EF4-FFF2-40B4-BE49-F238E27FC236}">
                <a16:creationId xmlns:a16="http://schemas.microsoft.com/office/drawing/2014/main" id="{81DDD904-683E-2F17-536C-F717CF0F6300}"/>
              </a:ext>
            </a:extLst>
          </p:cNvPr>
          <p:cNvGrpSpPr>
            <a:grpSpLocks/>
          </p:cNvGrpSpPr>
          <p:nvPr/>
        </p:nvGrpSpPr>
        <p:grpSpPr bwMode="auto">
          <a:xfrm>
            <a:off x="7578392" y="4338705"/>
            <a:ext cx="788195" cy="731044"/>
            <a:chOff x="4047" y="414"/>
            <a:chExt cx="662" cy="614"/>
          </a:xfrm>
        </p:grpSpPr>
        <p:sp>
          <p:nvSpPr>
            <p:cNvPr id="461" name="Rectangle 227">
              <a:extLst>
                <a:ext uri="{FF2B5EF4-FFF2-40B4-BE49-F238E27FC236}">
                  <a16:creationId xmlns:a16="http://schemas.microsoft.com/office/drawing/2014/main" id="{9411626B-5605-C276-DC52-855B703F2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2" name="Rectangle 228">
              <a:extLst>
                <a:ext uri="{FF2B5EF4-FFF2-40B4-BE49-F238E27FC236}">
                  <a16:creationId xmlns:a16="http://schemas.microsoft.com/office/drawing/2014/main" id="{032B8956-A763-5341-E782-0A9E8ED67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3" name="Rectangle 229">
              <a:extLst>
                <a:ext uri="{FF2B5EF4-FFF2-40B4-BE49-F238E27FC236}">
                  <a16:creationId xmlns:a16="http://schemas.microsoft.com/office/drawing/2014/main" id="{724E6528-C9EB-EE06-1403-24B0F1657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4" name="Text Box 230">
              <a:extLst>
                <a:ext uri="{FF2B5EF4-FFF2-40B4-BE49-F238E27FC236}">
                  <a16:creationId xmlns:a16="http://schemas.microsoft.com/office/drawing/2014/main" id="{0DBED698-843B-B71C-DE64-7D46914CA6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414"/>
              <a:ext cx="513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white"/>
                  </a:solidFill>
                  <a:latin typeface="+mj-lt"/>
                </a:rPr>
                <a:t>application</a:t>
              </a:r>
              <a:endParaRPr lang="en-US" altLang="en-US" sz="750" dirty="0">
                <a:solidFill>
                  <a:prstClr val="black"/>
                </a:solidFill>
                <a:latin typeface="+mj-lt"/>
              </a:endParaRP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transport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network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data link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physical</a:t>
              </a: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5" name="Line 231">
              <a:extLst>
                <a:ext uri="{FF2B5EF4-FFF2-40B4-BE49-F238E27FC236}">
                  <a16:creationId xmlns:a16="http://schemas.microsoft.com/office/drawing/2014/main" id="{0E332FF2-A37C-3044-F8B9-79B5B849A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6" name="Line 232">
              <a:extLst>
                <a:ext uri="{FF2B5EF4-FFF2-40B4-BE49-F238E27FC236}">
                  <a16:creationId xmlns:a16="http://schemas.microsoft.com/office/drawing/2014/main" id="{C8DDD96F-A1F7-87E5-070D-C8E658749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7" name="Line 233">
              <a:extLst>
                <a:ext uri="{FF2B5EF4-FFF2-40B4-BE49-F238E27FC236}">
                  <a16:creationId xmlns:a16="http://schemas.microsoft.com/office/drawing/2014/main" id="{1FF9B0C5-55F5-6857-60D6-92BE9F21D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8" name="Freeform 917">
              <a:extLst>
                <a:ext uri="{FF2B5EF4-FFF2-40B4-BE49-F238E27FC236}">
                  <a16:creationId xmlns:a16="http://schemas.microsoft.com/office/drawing/2014/main" id="{FFA13B4E-CBC0-C858-A44D-7D594DE5A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469" name="Group 628">
            <a:extLst>
              <a:ext uri="{FF2B5EF4-FFF2-40B4-BE49-F238E27FC236}">
                <a16:creationId xmlns:a16="http://schemas.microsoft.com/office/drawing/2014/main" id="{F7434052-130B-71FA-9A60-6D4E90A47276}"/>
              </a:ext>
            </a:extLst>
          </p:cNvPr>
          <p:cNvGrpSpPr>
            <a:grpSpLocks/>
          </p:cNvGrpSpPr>
          <p:nvPr/>
        </p:nvGrpSpPr>
        <p:grpSpPr bwMode="auto">
          <a:xfrm>
            <a:off x="5972240" y="4061968"/>
            <a:ext cx="795338" cy="723900"/>
            <a:chOff x="4047" y="420"/>
            <a:chExt cx="668" cy="608"/>
          </a:xfrm>
        </p:grpSpPr>
        <p:sp>
          <p:nvSpPr>
            <p:cNvPr id="470" name="Rectangle 227">
              <a:extLst>
                <a:ext uri="{FF2B5EF4-FFF2-40B4-BE49-F238E27FC236}">
                  <a16:creationId xmlns:a16="http://schemas.microsoft.com/office/drawing/2014/main" id="{27BAD907-98DC-7B8E-E2F9-239398560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71" name="Rectangle 228">
              <a:extLst>
                <a:ext uri="{FF2B5EF4-FFF2-40B4-BE49-F238E27FC236}">
                  <a16:creationId xmlns:a16="http://schemas.microsoft.com/office/drawing/2014/main" id="{7A70B8D0-822F-91A6-AECF-D0CE898EF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72" name="Rectangle 229">
              <a:extLst>
                <a:ext uri="{FF2B5EF4-FFF2-40B4-BE49-F238E27FC236}">
                  <a16:creationId xmlns:a16="http://schemas.microsoft.com/office/drawing/2014/main" id="{6049158C-E3B4-050B-A4D6-440B53DC0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73" name="Text Box 230">
              <a:extLst>
                <a:ext uri="{FF2B5EF4-FFF2-40B4-BE49-F238E27FC236}">
                  <a16:creationId xmlns:a16="http://schemas.microsoft.com/office/drawing/2014/main" id="{5B70D023-42F9-7DEF-CB68-1D2AB2B08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423"/>
              <a:ext cx="513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white"/>
                  </a:solidFill>
                  <a:latin typeface="+mj-lt"/>
                </a:rPr>
                <a:t>application</a:t>
              </a:r>
              <a:endParaRPr lang="en-US" altLang="en-US" sz="750" dirty="0">
                <a:solidFill>
                  <a:prstClr val="black"/>
                </a:solidFill>
                <a:latin typeface="+mj-lt"/>
              </a:endParaRP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transport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network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data link</a:t>
              </a:r>
            </a:p>
            <a:p>
              <a:pPr algn="ctr" defTabSz="685800">
                <a:spcBef>
                  <a:spcPct val="0"/>
                </a:spcBef>
                <a:defRPr/>
              </a:pPr>
              <a:r>
                <a:rPr lang="en-US" altLang="en-US" sz="750" dirty="0">
                  <a:solidFill>
                    <a:prstClr val="black"/>
                  </a:solidFill>
                  <a:latin typeface="+mj-lt"/>
                </a:rPr>
                <a:t>physical</a:t>
              </a: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74" name="Line 231">
              <a:extLst>
                <a:ext uri="{FF2B5EF4-FFF2-40B4-BE49-F238E27FC236}">
                  <a16:creationId xmlns:a16="http://schemas.microsoft.com/office/drawing/2014/main" id="{451EB6B1-2AE2-4CCA-48A3-9D5DEC0A2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75" name="Line 232">
              <a:extLst>
                <a:ext uri="{FF2B5EF4-FFF2-40B4-BE49-F238E27FC236}">
                  <a16:creationId xmlns:a16="http://schemas.microsoft.com/office/drawing/2014/main" id="{AE8FEF80-DBD9-604E-6924-4C1070FB0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76" name="Line 233">
              <a:extLst>
                <a:ext uri="{FF2B5EF4-FFF2-40B4-BE49-F238E27FC236}">
                  <a16:creationId xmlns:a16="http://schemas.microsoft.com/office/drawing/2014/main" id="{D4286EA4-BAB6-B411-F790-E85B83F94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77" name="Freeform 917">
              <a:extLst>
                <a:ext uri="{FF2B5EF4-FFF2-40B4-BE49-F238E27FC236}">
                  <a16:creationId xmlns:a16="http://schemas.microsoft.com/office/drawing/2014/main" id="{5E888AB8-0AF7-1C8E-4C99-615C69157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78" name="Line 913">
            <a:extLst>
              <a:ext uri="{FF2B5EF4-FFF2-40B4-BE49-F238E27FC236}">
                <a16:creationId xmlns:a16="http://schemas.microsoft.com/office/drawing/2014/main" id="{B6822D6C-E562-9D1B-4147-A36378F7B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8523" y="4119630"/>
            <a:ext cx="967978" cy="406003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79" name="Line 911">
            <a:extLst>
              <a:ext uri="{FF2B5EF4-FFF2-40B4-BE49-F238E27FC236}">
                <a16:creationId xmlns:a16="http://schemas.microsoft.com/office/drawing/2014/main" id="{9ECF7ABA-464C-98F1-1458-6F1F108D08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9960" y="1775288"/>
            <a:ext cx="1275159" cy="2539604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80" name="Content Placeholder 3">
            <a:extLst>
              <a:ext uri="{FF2B5EF4-FFF2-40B4-BE49-F238E27FC236}">
                <a16:creationId xmlns:a16="http://schemas.microsoft.com/office/drawing/2014/main" id="{2572F0FC-686B-DA79-A0EF-D3872C2DD17C}"/>
              </a:ext>
            </a:extLst>
          </p:cNvPr>
          <p:cNvSpPr txBox="1">
            <a:spLocks/>
          </p:cNvSpPr>
          <p:nvPr/>
        </p:nvSpPr>
        <p:spPr>
          <a:xfrm>
            <a:off x="666884" y="2117582"/>
            <a:ext cx="3981888" cy="3731024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715" indent="0" defTabSz="685800">
              <a:spcBef>
                <a:spcPts val="750"/>
              </a:spcBef>
              <a:buClr>
                <a:srgbClr val="0000A8"/>
              </a:buClr>
              <a:buNone/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write programs that:</a:t>
            </a:r>
          </a:p>
          <a:p>
            <a:pPr marL="259556" indent="-173831" defTabSz="685800">
              <a:spcBef>
                <a:spcPts val="7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run on (different) end systems</a:t>
            </a:r>
          </a:p>
          <a:p>
            <a:pPr marL="259556" indent="-173831" defTabSz="685800">
              <a:spcBef>
                <a:spcPts val="7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communicate over network</a:t>
            </a:r>
          </a:p>
          <a:p>
            <a:pPr marL="259556" indent="-173831" defTabSz="685800">
              <a:spcBef>
                <a:spcPts val="7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e.g., web server software communicates with browser software</a:t>
            </a:r>
          </a:p>
          <a:p>
            <a:pPr marL="10715" indent="0" defTabSz="685800">
              <a:spcBef>
                <a:spcPts val="750"/>
              </a:spcBef>
              <a:buClr>
                <a:srgbClr val="0000A8"/>
              </a:buClr>
              <a:buNone/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no need to write software for network-core devices</a:t>
            </a:r>
          </a:p>
          <a:p>
            <a:pPr marL="259556" indent="-173831" defTabSz="685800">
              <a:spcBef>
                <a:spcPts val="7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network-core devices do not run user applications </a:t>
            </a:r>
          </a:p>
          <a:p>
            <a:pPr marL="259556" indent="-173831" defTabSz="685800">
              <a:spcBef>
                <a:spcPts val="75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applications on end systems  allows for rapid app development, propagation</a:t>
            </a:r>
          </a:p>
          <a:p>
            <a:pPr marL="264319" indent="-166688" defTabSz="685800">
              <a:spcBef>
                <a:spcPts val="750"/>
              </a:spcBef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481" name="Group 950">
            <a:extLst>
              <a:ext uri="{FF2B5EF4-FFF2-40B4-BE49-F238E27FC236}">
                <a16:creationId xmlns:a16="http://schemas.microsoft.com/office/drawing/2014/main" id="{45E71DB9-1118-C3D7-14AB-38E4D19CEB26}"/>
              </a:ext>
            </a:extLst>
          </p:cNvPr>
          <p:cNvGrpSpPr>
            <a:grpSpLocks/>
          </p:cNvGrpSpPr>
          <p:nvPr/>
        </p:nvGrpSpPr>
        <p:grpSpPr bwMode="auto">
          <a:xfrm>
            <a:off x="7501881" y="4993350"/>
            <a:ext cx="161231" cy="302940"/>
            <a:chOff x="4140" y="429"/>
            <a:chExt cx="1425" cy="2396"/>
          </a:xfrm>
        </p:grpSpPr>
        <p:sp>
          <p:nvSpPr>
            <p:cNvPr id="482" name="Freeform 951">
              <a:extLst>
                <a:ext uri="{FF2B5EF4-FFF2-40B4-BE49-F238E27FC236}">
                  <a16:creationId xmlns:a16="http://schemas.microsoft.com/office/drawing/2014/main" id="{CAD29687-AE0D-CC01-6A06-1ABFD23CD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83" name="Rectangle 952">
              <a:extLst>
                <a:ext uri="{FF2B5EF4-FFF2-40B4-BE49-F238E27FC236}">
                  <a16:creationId xmlns:a16="http://schemas.microsoft.com/office/drawing/2014/main" id="{98A12915-61EE-F656-4F5B-8AB14572B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84" name="Freeform 953">
              <a:extLst>
                <a:ext uri="{FF2B5EF4-FFF2-40B4-BE49-F238E27FC236}">
                  <a16:creationId xmlns:a16="http://schemas.microsoft.com/office/drawing/2014/main" id="{967CC307-232D-AD88-7D9A-53B91E16B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85" name="Freeform 954">
              <a:extLst>
                <a:ext uri="{FF2B5EF4-FFF2-40B4-BE49-F238E27FC236}">
                  <a16:creationId xmlns:a16="http://schemas.microsoft.com/office/drawing/2014/main" id="{EA7B46FF-1CEE-34D8-1532-068B3B49A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86" name="Rectangle 955">
              <a:extLst>
                <a:ext uri="{FF2B5EF4-FFF2-40B4-BE49-F238E27FC236}">
                  <a16:creationId xmlns:a16="http://schemas.microsoft.com/office/drawing/2014/main" id="{36F81B8F-5FCA-C1C4-8961-966FEF55A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487" name="Group 956">
              <a:extLst>
                <a:ext uri="{FF2B5EF4-FFF2-40B4-BE49-F238E27FC236}">
                  <a16:creationId xmlns:a16="http://schemas.microsoft.com/office/drawing/2014/main" id="{2C5ED3F3-81BA-DAE7-BC8D-4505DA5C26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12" name="AutoShape 957">
                <a:extLst>
                  <a:ext uri="{FF2B5EF4-FFF2-40B4-BE49-F238E27FC236}">
                    <a16:creationId xmlns:a16="http://schemas.microsoft.com/office/drawing/2014/main" id="{E090C33C-590D-2337-AB09-3D902A8EBD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513" name="AutoShape 958">
                <a:extLst>
                  <a:ext uri="{FF2B5EF4-FFF2-40B4-BE49-F238E27FC236}">
                    <a16:creationId xmlns:a16="http://schemas.microsoft.com/office/drawing/2014/main" id="{66D405A0-478D-2C24-E790-18E656E89F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488" name="Rectangle 959">
              <a:extLst>
                <a:ext uri="{FF2B5EF4-FFF2-40B4-BE49-F238E27FC236}">
                  <a16:creationId xmlns:a16="http://schemas.microsoft.com/office/drawing/2014/main" id="{D40DAE6B-87CE-1699-22BD-E321790A4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489" name="Group 960">
              <a:extLst>
                <a:ext uri="{FF2B5EF4-FFF2-40B4-BE49-F238E27FC236}">
                  <a16:creationId xmlns:a16="http://schemas.microsoft.com/office/drawing/2014/main" id="{BC3CFA60-37CF-9920-D68C-46429041FE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10" name="AutoShape 961">
                <a:extLst>
                  <a:ext uri="{FF2B5EF4-FFF2-40B4-BE49-F238E27FC236}">
                    <a16:creationId xmlns:a16="http://schemas.microsoft.com/office/drawing/2014/main" id="{EC956F70-4D0D-55A5-30BA-0110CFCE1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511" name="AutoShape 962">
                <a:extLst>
                  <a:ext uri="{FF2B5EF4-FFF2-40B4-BE49-F238E27FC236}">
                    <a16:creationId xmlns:a16="http://schemas.microsoft.com/office/drawing/2014/main" id="{09EA9419-625E-943B-8D2C-E4F1E0DFF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490" name="Rectangle 963">
              <a:extLst>
                <a:ext uri="{FF2B5EF4-FFF2-40B4-BE49-F238E27FC236}">
                  <a16:creationId xmlns:a16="http://schemas.microsoft.com/office/drawing/2014/main" id="{AA6576A8-D277-DFF7-BF36-5D6433802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91" name="Rectangle 964">
              <a:extLst>
                <a:ext uri="{FF2B5EF4-FFF2-40B4-BE49-F238E27FC236}">
                  <a16:creationId xmlns:a16="http://schemas.microsoft.com/office/drawing/2014/main" id="{8D97404C-3C59-A202-8593-6270CE6A8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492" name="Group 965">
              <a:extLst>
                <a:ext uri="{FF2B5EF4-FFF2-40B4-BE49-F238E27FC236}">
                  <a16:creationId xmlns:a16="http://schemas.microsoft.com/office/drawing/2014/main" id="{FBCA7F7E-ADD0-7625-804A-48AF5AA100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08" name="AutoShape 966">
                <a:extLst>
                  <a:ext uri="{FF2B5EF4-FFF2-40B4-BE49-F238E27FC236}">
                    <a16:creationId xmlns:a16="http://schemas.microsoft.com/office/drawing/2014/main" id="{7C370ACE-C972-518D-0526-6444672B2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509" name="AutoShape 967">
                <a:extLst>
                  <a:ext uri="{FF2B5EF4-FFF2-40B4-BE49-F238E27FC236}">
                    <a16:creationId xmlns:a16="http://schemas.microsoft.com/office/drawing/2014/main" id="{78194A06-5A5B-E2E5-CB61-CEBDE909C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493" name="Freeform 968">
              <a:extLst>
                <a:ext uri="{FF2B5EF4-FFF2-40B4-BE49-F238E27FC236}">
                  <a16:creationId xmlns:a16="http://schemas.microsoft.com/office/drawing/2014/main" id="{AE20CDA5-5202-4BA8-845E-FB91ED8FB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grpSp>
          <p:nvGrpSpPr>
            <p:cNvPr id="494" name="Group 969">
              <a:extLst>
                <a:ext uri="{FF2B5EF4-FFF2-40B4-BE49-F238E27FC236}">
                  <a16:creationId xmlns:a16="http://schemas.microsoft.com/office/drawing/2014/main" id="{9EB61541-E26B-0C8D-474E-E0084B7934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06" name="AutoShape 970">
                <a:extLst>
                  <a:ext uri="{FF2B5EF4-FFF2-40B4-BE49-F238E27FC236}">
                    <a16:creationId xmlns:a16="http://schemas.microsoft.com/office/drawing/2014/main" id="{9A52B054-39D7-5396-CF75-DC962B857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  <p:sp>
            <p:nvSpPr>
              <p:cNvPr id="507" name="AutoShape 971">
                <a:extLst>
                  <a:ext uri="{FF2B5EF4-FFF2-40B4-BE49-F238E27FC236}">
                    <a16:creationId xmlns:a16="http://schemas.microsoft.com/office/drawing/2014/main" id="{86F7A806-30FF-BE0D-1E68-3774ECC8D0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+mj-lt"/>
                </a:endParaRPr>
              </a:p>
            </p:txBody>
          </p:sp>
        </p:grpSp>
        <p:sp>
          <p:nvSpPr>
            <p:cNvPr id="495" name="Rectangle 972">
              <a:extLst>
                <a:ext uri="{FF2B5EF4-FFF2-40B4-BE49-F238E27FC236}">
                  <a16:creationId xmlns:a16="http://schemas.microsoft.com/office/drawing/2014/main" id="{8122FA75-4AE6-1EA5-1A3A-4CA741A3F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96" name="Freeform 973">
              <a:extLst>
                <a:ext uri="{FF2B5EF4-FFF2-40B4-BE49-F238E27FC236}">
                  <a16:creationId xmlns:a16="http://schemas.microsoft.com/office/drawing/2014/main" id="{68055A34-D1E8-8637-F8E3-82F0313AD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97" name="Freeform 974">
              <a:extLst>
                <a:ext uri="{FF2B5EF4-FFF2-40B4-BE49-F238E27FC236}">
                  <a16:creationId xmlns:a16="http://schemas.microsoft.com/office/drawing/2014/main" id="{E6CD0D61-0087-1762-790C-94066C6B9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98" name="Oval 975">
              <a:extLst>
                <a:ext uri="{FF2B5EF4-FFF2-40B4-BE49-F238E27FC236}">
                  <a16:creationId xmlns:a16="http://schemas.microsoft.com/office/drawing/2014/main" id="{6D15D5D1-1235-5DAA-BD61-0DC5C80F8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99" name="Freeform 976">
              <a:extLst>
                <a:ext uri="{FF2B5EF4-FFF2-40B4-BE49-F238E27FC236}">
                  <a16:creationId xmlns:a16="http://schemas.microsoft.com/office/drawing/2014/main" id="{3121B8B4-2101-07D0-BA41-E4334AEAF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0" name="AutoShape 977">
              <a:extLst>
                <a:ext uri="{FF2B5EF4-FFF2-40B4-BE49-F238E27FC236}">
                  <a16:creationId xmlns:a16="http://schemas.microsoft.com/office/drawing/2014/main" id="{A49FA676-7146-D15D-53C4-3E85E4FC8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1" name="AutoShape 978">
              <a:extLst>
                <a:ext uri="{FF2B5EF4-FFF2-40B4-BE49-F238E27FC236}">
                  <a16:creationId xmlns:a16="http://schemas.microsoft.com/office/drawing/2014/main" id="{E5F0B083-294A-D60F-BF0D-3DDD4E749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2" name="Oval 979">
              <a:extLst>
                <a:ext uri="{FF2B5EF4-FFF2-40B4-BE49-F238E27FC236}">
                  <a16:creationId xmlns:a16="http://schemas.microsoft.com/office/drawing/2014/main" id="{803DEC24-B85C-1DB7-9510-4C10CF784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3" name="Oval 980">
              <a:extLst>
                <a:ext uri="{FF2B5EF4-FFF2-40B4-BE49-F238E27FC236}">
                  <a16:creationId xmlns:a16="http://schemas.microsoft.com/office/drawing/2014/main" id="{C4BBEA9E-7B33-C24F-2DD8-5C2498931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350" dirty="0">
                <a:solidFill>
                  <a:srgbClr val="FF0000"/>
                </a:solidFill>
                <a:latin typeface="+mj-lt"/>
              </a:endParaRPr>
            </a:p>
          </p:txBody>
        </p:sp>
        <p:sp>
          <p:nvSpPr>
            <p:cNvPr id="504" name="Oval 981">
              <a:extLst>
                <a:ext uri="{FF2B5EF4-FFF2-40B4-BE49-F238E27FC236}">
                  <a16:creationId xmlns:a16="http://schemas.microsoft.com/office/drawing/2014/main" id="{C7A70363-ED05-9CA5-D230-1C517BA4D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05" name="Rectangle 982">
              <a:extLst>
                <a:ext uri="{FF2B5EF4-FFF2-40B4-BE49-F238E27FC236}">
                  <a16:creationId xmlns:a16="http://schemas.microsoft.com/office/drawing/2014/main" id="{9AD59CEE-9F58-2B10-92CA-5F958930B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067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" grpId="0" animBg="1"/>
      <p:bldP spid="478" grpId="0" animBg="1"/>
      <p:bldP spid="47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Processes communicating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E1B1956-0668-B038-0D22-2C12EA09D9A4}"/>
              </a:ext>
            </a:extLst>
          </p:cNvPr>
          <p:cNvSpPr txBox="1">
            <a:spLocks/>
          </p:cNvSpPr>
          <p:nvPr/>
        </p:nvSpPr>
        <p:spPr>
          <a:xfrm>
            <a:off x="454532" y="2111151"/>
            <a:ext cx="3981888" cy="3263504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process: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program running within a host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within same host, two processes communicate using  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inter-process communication </a:t>
            </a: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(defined by OS)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processes in different hosts communicate by exchanging </a:t>
            </a: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messages</a:t>
            </a:r>
          </a:p>
          <a:p>
            <a:pPr marL="264319" indent="-166688" defTabSz="685800">
              <a:spcBef>
                <a:spcPts val="750"/>
              </a:spcBef>
              <a:defRPr/>
            </a:pPr>
            <a:endParaRPr lang="en-US" sz="27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4" name="Rectangle 7">
            <a:extLst>
              <a:ext uri="{FF2B5EF4-FFF2-40B4-BE49-F238E27FC236}">
                <a16:creationId xmlns:a16="http://schemas.microsoft.com/office/drawing/2014/main" id="{A7D18D40-A99E-A9A7-4B0E-F5AF72112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455" y="4134257"/>
            <a:ext cx="2992040" cy="1379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90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note: applications with P2P architectures have client processes &amp; server processes</a:t>
            </a:r>
          </a:p>
        </p:txBody>
      </p: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13B3ECC5-B7FC-6210-FAAA-F1164EBB456A}"/>
              </a:ext>
            </a:extLst>
          </p:cNvPr>
          <p:cNvGrpSpPr/>
          <p:nvPr/>
        </p:nvGrpSpPr>
        <p:grpSpPr>
          <a:xfrm>
            <a:off x="5230508" y="2053044"/>
            <a:ext cx="3069431" cy="1925836"/>
            <a:chOff x="6974010" y="1488501"/>
            <a:chExt cx="4092575" cy="2567781"/>
          </a:xfrm>
        </p:grpSpPr>
        <p:sp>
          <p:nvSpPr>
            <p:cNvPr id="516" name="Rectangle 4">
              <a:extLst>
                <a:ext uri="{FF2B5EF4-FFF2-40B4-BE49-F238E27FC236}">
                  <a16:creationId xmlns:a16="http://schemas.microsoft.com/office/drawing/2014/main" id="{F6A2B588-65F2-1F2C-DDA4-4E10160A0CA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025603" y="2022695"/>
              <a:ext cx="3989387" cy="2033587"/>
            </a:xfrm>
            <a:prstGeom prst="rect">
              <a:avLst/>
            </a:prstGeom>
            <a:noFill/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64319" indent="-166688" defTabSz="685800">
                <a:spcBef>
                  <a:spcPts val="300"/>
                </a:spcBef>
                <a:buNone/>
                <a:defRPr/>
              </a:pPr>
              <a:r>
                <a:rPr lang="en-US" altLang="en-US" sz="2100" i="1" dirty="0">
                  <a:solidFill>
                    <a:srgbClr val="C00000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client process:</a:t>
              </a:r>
              <a:r>
                <a:rPr lang="en-US" altLang="en-US" sz="2100" dirty="0">
                  <a:solidFill>
                    <a:srgbClr val="C00000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 </a:t>
              </a:r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process that initiates communication</a:t>
              </a:r>
            </a:p>
            <a:p>
              <a:pPr marL="264319" indent="-166688" defTabSz="685800">
                <a:spcBef>
                  <a:spcPts val="300"/>
                </a:spcBef>
                <a:buNone/>
                <a:defRPr/>
              </a:pPr>
              <a:r>
                <a:rPr lang="en-US" altLang="en-US" sz="2100" i="1" dirty="0">
                  <a:solidFill>
                    <a:srgbClr val="C00000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server process:</a:t>
              </a:r>
              <a:r>
                <a:rPr lang="en-US" altLang="en-US" sz="2100" dirty="0">
                  <a:solidFill>
                    <a:srgbClr val="C00000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 </a:t>
              </a:r>
              <a:r>
                <a:rPr lang="en-US" altLang="en-US" sz="1800" dirty="0">
                  <a:solidFill>
                    <a:prstClr val="black"/>
                  </a:solidFill>
                  <a:latin typeface="Calibri" panose="020F0502020204030204"/>
                  <a:ea typeface="ＭＳ Ｐゴシック" panose="020B0600070205080204" pitchFamily="34" charset="-128"/>
                </a:rPr>
                <a:t>process that waits to be contacted</a:t>
              </a:r>
              <a:endPara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endParaRPr>
            </a:p>
            <a:p>
              <a:pPr marL="264319" indent="-166688" defTabSz="685800">
                <a:spcBef>
                  <a:spcPts val="750"/>
                </a:spcBef>
                <a:buNone/>
                <a:defRPr/>
              </a:pPr>
              <a:endPara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endParaRPr>
            </a:p>
          </p:txBody>
        </p:sp>
        <p:sp>
          <p:nvSpPr>
            <p:cNvPr id="517" name="Rectangle 13">
              <a:extLst>
                <a:ext uri="{FF2B5EF4-FFF2-40B4-BE49-F238E27FC236}">
                  <a16:creationId xmlns:a16="http://schemas.microsoft.com/office/drawing/2014/main" id="{48408D07-0879-3025-4FC5-B8F71E8FE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4010" y="1786951"/>
              <a:ext cx="4092575" cy="2062163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5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8" name="Text Box 14">
              <a:extLst>
                <a:ext uri="{FF2B5EF4-FFF2-40B4-BE49-F238E27FC236}">
                  <a16:creationId xmlns:a16="http://schemas.microsoft.com/office/drawing/2014/main" id="{593521CB-2D27-1BE5-BA03-3B7CD8FD0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659" y="1488501"/>
              <a:ext cx="2410232" cy="5539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>
                <a:defRPr/>
              </a:pPr>
              <a:r>
                <a:rPr lang="en-US" altLang="en-US" sz="2100" dirty="0">
                  <a:solidFill>
                    <a:prstClr val="black"/>
                  </a:solidFill>
                  <a:latin typeface="Calibri" panose="020F0502020204030204"/>
                </a:rPr>
                <a:t>clients, servers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9606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layer: </a:t>
            </a:r>
            <a:r>
              <a:rPr lang="en-US" altLang="zh-CN" dirty="0"/>
              <a:t>Paradigm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Client-server paradigm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reeform 370">
            <a:extLst>
              <a:ext uri="{FF2B5EF4-FFF2-40B4-BE49-F238E27FC236}">
                <a16:creationId xmlns:a16="http://schemas.microsoft.com/office/drawing/2014/main" id="{2419BC10-9CD7-1F58-324B-066D2F772209}"/>
              </a:ext>
            </a:extLst>
          </p:cNvPr>
          <p:cNvSpPr/>
          <p:nvPr/>
        </p:nvSpPr>
        <p:spPr>
          <a:xfrm>
            <a:off x="6738892" y="315658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Freeform 417">
            <a:extLst>
              <a:ext uri="{FF2B5EF4-FFF2-40B4-BE49-F238E27FC236}">
                <a16:creationId xmlns:a16="http://schemas.microsoft.com/office/drawing/2014/main" id="{44D9C764-0618-5655-B948-3ACB780E88AD}"/>
              </a:ext>
            </a:extLst>
          </p:cNvPr>
          <p:cNvSpPr>
            <a:spLocks/>
          </p:cNvSpPr>
          <p:nvPr/>
        </p:nvSpPr>
        <p:spPr bwMode="auto">
          <a:xfrm>
            <a:off x="5455557" y="222677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14" name="Group 418">
            <a:extLst>
              <a:ext uri="{FF2B5EF4-FFF2-40B4-BE49-F238E27FC236}">
                <a16:creationId xmlns:a16="http://schemas.microsoft.com/office/drawing/2014/main" id="{66C3A4B3-3B17-4F2D-695E-AE4EE019960D}"/>
              </a:ext>
            </a:extLst>
          </p:cNvPr>
          <p:cNvGrpSpPr>
            <a:grpSpLocks/>
          </p:cNvGrpSpPr>
          <p:nvPr/>
        </p:nvGrpSpPr>
        <p:grpSpPr bwMode="auto">
          <a:xfrm>
            <a:off x="5404013" y="3324188"/>
            <a:ext cx="1094184" cy="700088"/>
            <a:chOff x="2889" y="1631"/>
            <a:chExt cx="980" cy="743"/>
          </a:xfrm>
        </p:grpSpPr>
        <p:sp>
          <p:nvSpPr>
            <p:cNvPr id="515" name="Rectangle 419">
              <a:extLst>
                <a:ext uri="{FF2B5EF4-FFF2-40B4-BE49-F238E27FC236}">
                  <a16:creationId xmlns:a16="http://schemas.microsoft.com/office/drawing/2014/main" id="{4564D2C9-7AF0-3637-D671-F120AAB37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6" name="AutoShape 420">
              <a:extLst>
                <a:ext uri="{FF2B5EF4-FFF2-40B4-BE49-F238E27FC236}">
                  <a16:creationId xmlns:a16="http://schemas.microsoft.com/office/drawing/2014/main" id="{6A888064-7923-BBE4-B867-56B71CAAD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srgbClr val="00CC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17" name="Freeform 427">
            <a:extLst>
              <a:ext uri="{FF2B5EF4-FFF2-40B4-BE49-F238E27FC236}">
                <a16:creationId xmlns:a16="http://schemas.microsoft.com/office/drawing/2014/main" id="{0E97770C-8CF4-659A-D499-CF6FAB4E59C1}"/>
              </a:ext>
            </a:extLst>
          </p:cNvPr>
          <p:cNvSpPr>
            <a:spLocks/>
          </p:cNvSpPr>
          <p:nvPr/>
        </p:nvSpPr>
        <p:spPr bwMode="auto">
          <a:xfrm>
            <a:off x="5784301" y="4369601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8" name="Text Box 580">
            <a:extLst>
              <a:ext uri="{FF2B5EF4-FFF2-40B4-BE49-F238E27FC236}">
                <a16:creationId xmlns:a16="http://schemas.microsoft.com/office/drawing/2014/main" id="{E3F03E0A-20E1-05AD-DE39-CFCF230DE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1973596"/>
            <a:ext cx="104868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mobile network</a:t>
            </a:r>
          </a:p>
        </p:txBody>
      </p:sp>
      <p:sp>
        <p:nvSpPr>
          <p:cNvPr id="519" name="Text Box 580">
            <a:extLst>
              <a:ext uri="{FF2B5EF4-FFF2-40B4-BE49-F238E27FC236}">
                <a16:creationId xmlns:a16="http://schemas.microsoft.com/office/drawing/2014/main" id="{96F64BFF-AFED-A9D7-2350-97DA00543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4001192"/>
            <a:ext cx="1466735" cy="224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home network</a:t>
            </a:r>
          </a:p>
        </p:txBody>
      </p:sp>
      <p:sp>
        <p:nvSpPr>
          <p:cNvPr id="520" name="Text Box 580">
            <a:extLst>
              <a:ext uri="{FF2B5EF4-FFF2-40B4-BE49-F238E27FC236}">
                <a16:creationId xmlns:a16="http://schemas.microsoft.com/office/drawing/2014/main" id="{DA138A70-BE6D-7146-6F7F-391E4EDA7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1" y="5192082"/>
            <a:ext cx="946093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enterprise</a:t>
            </a:r>
          </a:p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          network</a:t>
            </a:r>
          </a:p>
        </p:txBody>
      </p:sp>
      <p:sp>
        <p:nvSpPr>
          <p:cNvPr id="521" name="Freeform 371">
            <a:extLst>
              <a:ext uri="{FF2B5EF4-FFF2-40B4-BE49-F238E27FC236}">
                <a16:creationId xmlns:a16="http://schemas.microsoft.com/office/drawing/2014/main" id="{0A65D69C-F3AA-BB70-63A6-2F50DB4A9F2B}"/>
              </a:ext>
            </a:extLst>
          </p:cNvPr>
          <p:cNvSpPr/>
          <p:nvPr/>
        </p:nvSpPr>
        <p:spPr>
          <a:xfrm>
            <a:off x="7666610" y="324190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22" name="Group 521">
            <a:extLst>
              <a:ext uri="{FF2B5EF4-FFF2-40B4-BE49-F238E27FC236}">
                <a16:creationId xmlns:a16="http://schemas.microsoft.com/office/drawing/2014/main" id="{0E5D9256-C877-2975-3558-312CCEB056F5}"/>
              </a:ext>
            </a:extLst>
          </p:cNvPr>
          <p:cNvGrpSpPr/>
          <p:nvPr/>
        </p:nvGrpSpPr>
        <p:grpSpPr>
          <a:xfrm>
            <a:off x="8128275" y="3803288"/>
            <a:ext cx="515545" cy="541161"/>
            <a:chOff x="5203089" y="1751190"/>
            <a:chExt cx="858331" cy="662414"/>
          </a:xfrm>
        </p:grpSpPr>
        <p:sp>
          <p:nvSpPr>
            <p:cNvPr id="523" name="Freeform 381">
              <a:extLst>
                <a:ext uri="{FF2B5EF4-FFF2-40B4-BE49-F238E27FC236}">
                  <a16:creationId xmlns:a16="http://schemas.microsoft.com/office/drawing/2014/main" id="{7D308A81-5F44-03BA-C488-DEA846187188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24" name="Freeform 382">
              <a:extLst>
                <a:ext uri="{FF2B5EF4-FFF2-40B4-BE49-F238E27FC236}">
                  <a16:creationId xmlns:a16="http://schemas.microsoft.com/office/drawing/2014/main" id="{198F6B54-8766-7522-CAA4-DA690320EA09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525" name="Straight Connector 524">
              <a:extLst>
                <a:ext uri="{FF2B5EF4-FFF2-40B4-BE49-F238E27FC236}">
                  <a16:creationId xmlns:a16="http://schemas.microsoft.com/office/drawing/2014/main" id="{25C8B1AE-CCC2-AC97-ADF6-353E6B8181A8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Straight Connector 525">
              <a:extLst>
                <a:ext uri="{FF2B5EF4-FFF2-40B4-BE49-F238E27FC236}">
                  <a16:creationId xmlns:a16="http://schemas.microsoft.com/office/drawing/2014/main" id="{A0E99F6E-FDC6-60C3-5ED4-03D974C022E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Straight Connector 526">
              <a:extLst>
                <a:ext uri="{FF2B5EF4-FFF2-40B4-BE49-F238E27FC236}">
                  <a16:creationId xmlns:a16="http://schemas.microsoft.com/office/drawing/2014/main" id="{9EF41316-80A0-FAAC-A338-AF5D58AF2D2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>
              <a:extLst>
                <a:ext uri="{FF2B5EF4-FFF2-40B4-BE49-F238E27FC236}">
                  <a16:creationId xmlns:a16="http://schemas.microsoft.com/office/drawing/2014/main" id="{BE79642D-8A7E-5E3F-4F50-D5D05E69F75E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>
              <a:extLst>
                <a:ext uri="{FF2B5EF4-FFF2-40B4-BE49-F238E27FC236}">
                  <a16:creationId xmlns:a16="http://schemas.microsoft.com/office/drawing/2014/main" id="{35DC534A-9BC5-6C92-F1DA-ECF87510A13B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>
              <a:extLst>
                <a:ext uri="{FF2B5EF4-FFF2-40B4-BE49-F238E27FC236}">
                  <a16:creationId xmlns:a16="http://schemas.microsoft.com/office/drawing/2014/main" id="{E2654DF1-11E0-55EA-E903-257F07D6EAB7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B12EF339-901B-E6B8-56C6-6B7D4004E9D5}"/>
              </a:ext>
            </a:extLst>
          </p:cNvPr>
          <p:cNvGrpSpPr/>
          <p:nvPr/>
        </p:nvGrpSpPr>
        <p:grpSpPr>
          <a:xfrm>
            <a:off x="8078379" y="3252878"/>
            <a:ext cx="445960" cy="486252"/>
            <a:chOff x="5203089" y="1751190"/>
            <a:chExt cx="858331" cy="662414"/>
          </a:xfrm>
        </p:grpSpPr>
        <p:sp>
          <p:nvSpPr>
            <p:cNvPr id="532" name="Freeform 398">
              <a:extLst>
                <a:ext uri="{FF2B5EF4-FFF2-40B4-BE49-F238E27FC236}">
                  <a16:creationId xmlns:a16="http://schemas.microsoft.com/office/drawing/2014/main" id="{8E7DF040-809C-FDE2-737B-320DBD19387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533" name="Freeform 399">
              <a:extLst>
                <a:ext uri="{FF2B5EF4-FFF2-40B4-BE49-F238E27FC236}">
                  <a16:creationId xmlns:a16="http://schemas.microsoft.com/office/drawing/2014/main" id="{8CDB96E2-17F6-6152-BADF-3C1587571C2A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534" name="Straight Connector 533">
              <a:extLst>
                <a:ext uri="{FF2B5EF4-FFF2-40B4-BE49-F238E27FC236}">
                  <a16:creationId xmlns:a16="http://schemas.microsoft.com/office/drawing/2014/main" id="{6E1365B6-9C4C-17DE-BAA9-2FFFC81F0EF1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1EE1530A-B81F-5D0D-6257-015CBFDAC878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>
              <a:extLst>
                <a:ext uri="{FF2B5EF4-FFF2-40B4-BE49-F238E27FC236}">
                  <a16:creationId xmlns:a16="http://schemas.microsoft.com/office/drawing/2014/main" id="{121B4D09-F1A2-5F07-D92B-EE7FB828834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536">
              <a:extLst>
                <a:ext uri="{FF2B5EF4-FFF2-40B4-BE49-F238E27FC236}">
                  <a16:creationId xmlns:a16="http://schemas.microsoft.com/office/drawing/2014/main" id="{4EB90064-601D-A141-B917-66815D7BDF19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537">
              <a:extLst>
                <a:ext uri="{FF2B5EF4-FFF2-40B4-BE49-F238E27FC236}">
                  <a16:creationId xmlns:a16="http://schemas.microsoft.com/office/drawing/2014/main" id="{10C8C30B-A465-4032-99CF-4E60E4A38F7A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Straight Connector 538">
              <a:extLst>
                <a:ext uri="{FF2B5EF4-FFF2-40B4-BE49-F238E27FC236}">
                  <a16:creationId xmlns:a16="http://schemas.microsoft.com/office/drawing/2014/main" id="{4B1FBE6A-3C88-B7F8-AA51-F8FD33668706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0" name="Freeform 561">
            <a:extLst>
              <a:ext uri="{FF2B5EF4-FFF2-40B4-BE49-F238E27FC236}">
                <a16:creationId xmlns:a16="http://schemas.microsoft.com/office/drawing/2014/main" id="{F0D50494-8887-32AB-9C0F-D160E0A32234}"/>
              </a:ext>
            </a:extLst>
          </p:cNvPr>
          <p:cNvSpPr/>
          <p:nvPr/>
        </p:nvSpPr>
        <p:spPr>
          <a:xfrm>
            <a:off x="7155610" y="219378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389A5AC6-5735-A623-D37F-49C377FD61C6}"/>
              </a:ext>
            </a:extLst>
          </p:cNvPr>
          <p:cNvSpPr txBox="1"/>
          <p:nvPr/>
        </p:nvSpPr>
        <p:spPr>
          <a:xfrm>
            <a:off x="7070401" y="2245647"/>
            <a:ext cx="1334020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national or global ISP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4C6611D3-98A6-E29C-0EE2-FDB0B900703E}"/>
              </a:ext>
            </a:extLst>
          </p:cNvPr>
          <p:cNvSpPr/>
          <p:nvPr/>
        </p:nvSpPr>
        <p:spPr>
          <a:xfrm>
            <a:off x="6959301" y="3615682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2AC7AB2A-3F4D-9CB2-350B-2561F1BBCF97}"/>
              </a:ext>
            </a:extLst>
          </p:cNvPr>
          <p:cNvSpPr txBox="1"/>
          <p:nvPr/>
        </p:nvSpPr>
        <p:spPr>
          <a:xfrm>
            <a:off x="6574622" y="3443189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local or regional ISP</a:t>
            </a:r>
          </a:p>
        </p:txBody>
      </p:sp>
      <p:sp>
        <p:nvSpPr>
          <p:cNvPr id="544" name="TextBox 543">
            <a:extLst>
              <a:ext uri="{FF2B5EF4-FFF2-40B4-BE49-F238E27FC236}">
                <a16:creationId xmlns:a16="http://schemas.microsoft.com/office/drawing/2014/main" id="{4392DA04-3CC0-8E79-B590-FA8490437D5E}"/>
              </a:ext>
            </a:extLst>
          </p:cNvPr>
          <p:cNvSpPr txBox="1"/>
          <p:nvPr/>
        </p:nvSpPr>
        <p:spPr>
          <a:xfrm>
            <a:off x="8188325" y="4365703"/>
            <a:ext cx="654346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datacenter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network</a:t>
            </a:r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2742B6E5-1E0B-2137-2544-85E32774D8D7}"/>
              </a:ext>
            </a:extLst>
          </p:cNvPr>
          <p:cNvSpPr txBox="1"/>
          <p:nvPr/>
        </p:nvSpPr>
        <p:spPr>
          <a:xfrm>
            <a:off x="7547264" y="4028436"/>
            <a:ext cx="67839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content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provider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network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546" name="Straight Connector 545">
            <a:extLst>
              <a:ext uri="{FF2B5EF4-FFF2-40B4-BE49-F238E27FC236}">
                <a16:creationId xmlns:a16="http://schemas.microsoft.com/office/drawing/2014/main" id="{F7C1813B-55EA-FCE3-D817-5BE4E708CC06}"/>
              </a:ext>
            </a:extLst>
          </p:cNvPr>
          <p:cNvCxnSpPr>
            <a:cxnSpLocks/>
          </p:cNvCxnSpPr>
          <p:nvPr/>
        </p:nvCxnSpPr>
        <p:spPr>
          <a:xfrm flipH="1" flipV="1">
            <a:off x="7919940" y="3542344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546">
            <a:extLst>
              <a:ext uri="{FF2B5EF4-FFF2-40B4-BE49-F238E27FC236}">
                <a16:creationId xmlns:a16="http://schemas.microsoft.com/office/drawing/2014/main" id="{9E9F3883-F167-13B7-64F9-61A18905D92F}"/>
              </a:ext>
            </a:extLst>
          </p:cNvPr>
          <p:cNvCxnSpPr>
            <a:cxnSpLocks/>
          </p:cNvCxnSpPr>
          <p:nvPr/>
        </p:nvCxnSpPr>
        <p:spPr>
          <a:xfrm flipH="1" flipV="1">
            <a:off x="7995626" y="3587764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547">
            <a:extLst>
              <a:ext uri="{FF2B5EF4-FFF2-40B4-BE49-F238E27FC236}">
                <a16:creationId xmlns:a16="http://schemas.microsoft.com/office/drawing/2014/main" id="{B0F45456-C3DD-15D0-7455-BD74A911F908}"/>
              </a:ext>
            </a:extLst>
          </p:cNvPr>
          <p:cNvCxnSpPr>
            <a:cxnSpLocks/>
          </p:cNvCxnSpPr>
          <p:nvPr/>
        </p:nvCxnSpPr>
        <p:spPr>
          <a:xfrm flipV="1">
            <a:off x="7977673" y="3582316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548">
            <a:extLst>
              <a:ext uri="{FF2B5EF4-FFF2-40B4-BE49-F238E27FC236}">
                <a16:creationId xmlns:a16="http://schemas.microsoft.com/office/drawing/2014/main" id="{0D141280-5816-9341-B1FA-CA85EB453BEB}"/>
              </a:ext>
            </a:extLst>
          </p:cNvPr>
          <p:cNvCxnSpPr>
            <a:cxnSpLocks/>
          </p:cNvCxnSpPr>
          <p:nvPr/>
        </p:nvCxnSpPr>
        <p:spPr>
          <a:xfrm flipH="1" flipV="1">
            <a:off x="7928081" y="3553422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Straight Connector 549">
            <a:extLst>
              <a:ext uri="{FF2B5EF4-FFF2-40B4-BE49-F238E27FC236}">
                <a16:creationId xmlns:a16="http://schemas.microsoft.com/office/drawing/2014/main" id="{6A86548F-CDC4-0089-3161-F73A847BB1E1}"/>
              </a:ext>
            </a:extLst>
          </p:cNvPr>
          <p:cNvCxnSpPr>
            <a:cxnSpLocks/>
          </p:cNvCxnSpPr>
          <p:nvPr/>
        </p:nvCxnSpPr>
        <p:spPr>
          <a:xfrm flipH="1" flipV="1">
            <a:off x="7912966" y="3910982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550">
            <a:extLst>
              <a:ext uri="{FF2B5EF4-FFF2-40B4-BE49-F238E27FC236}">
                <a16:creationId xmlns:a16="http://schemas.microsoft.com/office/drawing/2014/main" id="{378D2CAA-C26F-9070-850B-7766E490DE1A}"/>
              </a:ext>
            </a:extLst>
          </p:cNvPr>
          <p:cNvCxnSpPr>
            <a:cxnSpLocks/>
          </p:cNvCxnSpPr>
          <p:nvPr/>
        </p:nvCxnSpPr>
        <p:spPr>
          <a:xfrm flipH="1">
            <a:off x="7421397" y="392305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551">
            <a:extLst>
              <a:ext uri="{FF2B5EF4-FFF2-40B4-BE49-F238E27FC236}">
                <a16:creationId xmlns:a16="http://schemas.microsoft.com/office/drawing/2014/main" id="{F6916818-50EA-2F88-4F33-98EB69E78265}"/>
              </a:ext>
            </a:extLst>
          </p:cNvPr>
          <p:cNvCxnSpPr>
            <a:cxnSpLocks/>
          </p:cNvCxnSpPr>
          <p:nvPr/>
        </p:nvCxnSpPr>
        <p:spPr>
          <a:xfrm flipH="1">
            <a:off x="6914712" y="392305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Straight Connector 552">
            <a:extLst>
              <a:ext uri="{FF2B5EF4-FFF2-40B4-BE49-F238E27FC236}">
                <a16:creationId xmlns:a16="http://schemas.microsoft.com/office/drawing/2014/main" id="{B4F5CDAB-8370-C8A7-2946-B4C3D5FAC172}"/>
              </a:ext>
            </a:extLst>
          </p:cNvPr>
          <p:cNvCxnSpPr>
            <a:cxnSpLocks/>
          </p:cNvCxnSpPr>
          <p:nvPr/>
        </p:nvCxnSpPr>
        <p:spPr>
          <a:xfrm flipH="1">
            <a:off x="6957651" y="3488004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Straight Connector 553">
            <a:extLst>
              <a:ext uri="{FF2B5EF4-FFF2-40B4-BE49-F238E27FC236}">
                <a16:creationId xmlns:a16="http://schemas.microsoft.com/office/drawing/2014/main" id="{E866A849-D9F2-CEC2-23A4-F0D5AB156F7E}"/>
              </a:ext>
            </a:extLst>
          </p:cNvPr>
          <p:cNvCxnSpPr>
            <a:cxnSpLocks/>
          </p:cNvCxnSpPr>
          <p:nvPr/>
        </p:nvCxnSpPr>
        <p:spPr>
          <a:xfrm>
            <a:off x="7299802" y="3488004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5" name="Straight Connector 554">
            <a:extLst>
              <a:ext uri="{FF2B5EF4-FFF2-40B4-BE49-F238E27FC236}">
                <a16:creationId xmlns:a16="http://schemas.microsoft.com/office/drawing/2014/main" id="{7A26747D-15CF-01D3-9D0F-1A16465AA9C1}"/>
              </a:ext>
            </a:extLst>
          </p:cNvPr>
          <p:cNvCxnSpPr/>
          <p:nvPr/>
        </p:nvCxnSpPr>
        <p:spPr>
          <a:xfrm>
            <a:off x="7603251" y="2923269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555">
            <a:extLst>
              <a:ext uri="{FF2B5EF4-FFF2-40B4-BE49-F238E27FC236}">
                <a16:creationId xmlns:a16="http://schemas.microsoft.com/office/drawing/2014/main" id="{F8B355CF-A4E9-9D9F-9F70-21160EDBC921}"/>
              </a:ext>
            </a:extLst>
          </p:cNvPr>
          <p:cNvCxnSpPr>
            <a:cxnSpLocks/>
          </p:cNvCxnSpPr>
          <p:nvPr/>
        </p:nvCxnSpPr>
        <p:spPr>
          <a:xfrm flipH="1">
            <a:off x="7349039" y="2878510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6E79BC1E-0B47-A58C-A604-37E386088C84}"/>
              </a:ext>
            </a:extLst>
          </p:cNvPr>
          <p:cNvGrpSpPr/>
          <p:nvPr/>
        </p:nvGrpSpPr>
        <p:grpSpPr>
          <a:xfrm>
            <a:off x="5671679" y="2452744"/>
            <a:ext cx="2684150" cy="2730212"/>
            <a:chOff x="7562238" y="2127325"/>
            <a:chExt cx="3578867" cy="3640283"/>
          </a:xfrm>
        </p:grpSpPr>
        <p:grpSp>
          <p:nvGrpSpPr>
            <p:cNvPr id="558" name="Group 557">
              <a:extLst>
                <a:ext uri="{FF2B5EF4-FFF2-40B4-BE49-F238E27FC236}">
                  <a16:creationId xmlns:a16="http://schemas.microsoft.com/office/drawing/2014/main" id="{B3BDBCD1-BC44-6FD6-12F5-D635C57C2A52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63" name="Line 428">
                <a:extLst>
                  <a:ext uri="{FF2B5EF4-FFF2-40B4-BE49-F238E27FC236}">
                    <a16:creationId xmlns:a16="http://schemas.microsoft.com/office/drawing/2014/main" id="{761BA98B-52DE-9844-FFD3-9A3FA704C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64" name="Line 430">
                <a:extLst>
                  <a:ext uri="{FF2B5EF4-FFF2-40B4-BE49-F238E27FC236}">
                    <a16:creationId xmlns:a16="http://schemas.microsoft.com/office/drawing/2014/main" id="{99F2A073-832F-4048-95D9-2A13A57F85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65" name="Line 431">
                <a:extLst>
                  <a:ext uri="{FF2B5EF4-FFF2-40B4-BE49-F238E27FC236}">
                    <a16:creationId xmlns:a16="http://schemas.microsoft.com/office/drawing/2014/main" id="{77371472-CE59-B386-07FE-11027B3CB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66" name="Line 432">
                <a:extLst>
                  <a:ext uri="{FF2B5EF4-FFF2-40B4-BE49-F238E27FC236}">
                    <a16:creationId xmlns:a16="http://schemas.microsoft.com/office/drawing/2014/main" id="{9C417A84-F876-0C85-EF75-9BA25437CA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67" name="Line 433">
                <a:extLst>
                  <a:ext uri="{FF2B5EF4-FFF2-40B4-BE49-F238E27FC236}">
                    <a16:creationId xmlns:a16="http://schemas.microsoft.com/office/drawing/2014/main" id="{71129643-14EB-664D-74CD-47E29567A8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68" name="Line 435">
                <a:extLst>
                  <a:ext uri="{FF2B5EF4-FFF2-40B4-BE49-F238E27FC236}">
                    <a16:creationId xmlns:a16="http://schemas.microsoft.com/office/drawing/2014/main" id="{B44EC037-1A36-9B74-DB55-46BF2F7A5B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69" name="Line 436">
                <a:extLst>
                  <a:ext uri="{FF2B5EF4-FFF2-40B4-BE49-F238E27FC236}">
                    <a16:creationId xmlns:a16="http://schemas.microsoft.com/office/drawing/2014/main" id="{EAC99C75-D503-4A55-724B-DFD4FE5DCF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70" name="Line 439">
                <a:extLst>
                  <a:ext uri="{FF2B5EF4-FFF2-40B4-BE49-F238E27FC236}">
                    <a16:creationId xmlns:a16="http://schemas.microsoft.com/office/drawing/2014/main" id="{D94C17D3-AB10-3A61-6D7E-89D26404A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71" name="Line 440">
                <a:extLst>
                  <a:ext uri="{FF2B5EF4-FFF2-40B4-BE49-F238E27FC236}">
                    <a16:creationId xmlns:a16="http://schemas.microsoft.com/office/drawing/2014/main" id="{582EBA59-CA05-6E01-69EC-B49E26CBBB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72" name="Line 441">
                <a:extLst>
                  <a:ext uri="{FF2B5EF4-FFF2-40B4-BE49-F238E27FC236}">
                    <a16:creationId xmlns:a16="http://schemas.microsoft.com/office/drawing/2014/main" id="{4C22B0A2-B56D-C445-77F1-E7E47EE30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73" name="Line 443">
                <a:extLst>
                  <a:ext uri="{FF2B5EF4-FFF2-40B4-BE49-F238E27FC236}">
                    <a16:creationId xmlns:a16="http://schemas.microsoft.com/office/drawing/2014/main" id="{9C90A3D4-6F95-6E1E-3559-EC68C85E0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74" name="Line 449">
                <a:extLst>
                  <a:ext uri="{FF2B5EF4-FFF2-40B4-BE49-F238E27FC236}">
                    <a16:creationId xmlns:a16="http://schemas.microsoft.com/office/drawing/2014/main" id="{9A2CEAE8-9EB7-FCB1-55B1-1EB429C7EE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75" name="Line 428">
                <a:extLst>
                  <a:ext uri="{FF2B5EF4-FFF2-40B4-BE49-F238E27FC236}">
                    <a16:creationId xmlns:a16="http://schemas.microsoft.com/office/drawing/2014/main" id="{687F949B-9B4A-457D-0A86-3367A413D6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76" name="Line 440">
                <a:extLst>
                  <a:ext uri="{FF2B5EF4-FFF2-40B4-BE49-F238E27FC236}">
                    <a16:creationId xmlns:a16="http://schemas.microsoft.com/office/drawing/2014/main" id="{65A93CE9-86FB-327D-33F1-10E2425630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577" name="Straight Connector 576">
                <a:extLst>
                  <a:ext uri="{FF2B5EF4-FFF2-40B4-BE49-F238E27FC236}">
                    <a16:creationId xmlns:a16="http://schemas.microsoft.com/office/drawing/2014/main" id="{3569E176-697B-2B74-5BC0-8D04EFAC2C94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8" name="Straight Connector 577">
                <a:extLst>
                  <a:ext uri="{FF2B5EF4-FFF2-40B4-BE49-F238E27FC236}">
                    <a16:creationId xmlns:a16="http://schemas.microsoft.com/office/drawing/2014/main" id="{2E8A4A9B-F1B3-4AF5-6E97-B7446A6A27D6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Straight Connector 578">
                <a:extLst>
                  <a:ext uri="{FF2B5EF4-FFF2-40B4-BE49-F238E27FC236}">
                    <a16:creationId xmlns:a16="http://schemas.microsoft.com/office/drawing/2014/main" id="{38120B21-3A8E-3B86-7728-5764D5522395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0" name="Straight Connector 579">
                <a:extLst>
                  <a:ext uri="{FF2B5EF4-FFF2-40B4-BE49-F238E27FC236}">
                    <a16:creationId xmlns:a16="http://schemas.microsoft.com/office/drawing/2014/main" id="{D18CC287-BB56-F32D-4B9E-A97A476CC094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Straight Connector 580">
                <a:extLst>
                  <a:ext uri="{FF2B5EF4-FFF2-40B4-BE49-F238E27FC236}">
                    <a16:creationId xmlns:a16="http://schemas.microsoft.com/office/drawing/2014/main" id="{41EFFCB0-521D-F5B4-82C9-38EA1E36C58C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2" name="Straight Connector 581">
                <a:extLst>
                  <a:ext uri="{FF2B5EF4-FFF2-40B4-BE49-F238E27FC236}">
                    <a16:creationId xmlns:a16="http://schemas.microsoft.com/office/drawing/2014/main" id="{668F3406-ED66-9B82-C815-D8CA221A4D3A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Straight Connector 582">
                <a:extLst>
                  <a:ext uri="{FF2B5EF4-FFF2-40B4-BE49-F238E27FC236}">
                    <a16:creationId xmlns:a16="http://schemas.microsoft.com/office/drawing/2014/main" id="{FEBA9224-9F89-4E66-42C5-7C961F2E24C7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4" name="Straight Connector 583">
                <a:extLst>
                  <a:ext uri="{FF2B5EF4-FFF2-40B4-BE49-F238E27FC236}">
                    <a16:creationId xmlns:a16="http://schemas.microsoft.com/office/drawing/2014/main" id="{A0109162-4A6E-6599-D698-84C616223672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5" name="Line 541">
                <a:extLst>
                  <a:ext uri="{FF2B5EF4-FFF2-40B4-BE49-F238E27FC236}">
                    <a16:creationId xmlns:a16="http://schemas.microsoft.com/office/drawing/2014/main" id="{D72A5953-830F-E07A-690C-61FDA3A2EF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86" name="Line 424">
                <a:extLst>
                  <a:ext uri="{FF2B5EF4-FFF2-40B4-BE49-F238E27FC236}">
                    <a16:creationId xmlns:a16="http://schemas.microsoft.com/office/drawing/2014/main" id="{A85BB20C-42BE-DEBF-57B6-A4FFDCCF3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559" name="Picture 778" descr="antenna_radiation_stylized">
              <a:extLst>
                <a:ext uri="{FF2B5EF4-FFF2-40B4-BE49-F238E27FC236}">
                  <a16:creationId xmlns:a16="http://schemas.microsoft.com/office/drawing/2014/main" id="{3AA31E44-1C90-50EF-14FF-F33E4DBDC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0" name="Picture 781" descr="antenna_radiation_stylized">
              <a:extLst>
                <a:ext uri="{FF2B5EF4-FFF2-40B4-BE49-F238E27FC236}">
                  <a16:creationId xmlns:a16="http://schemas.microsoft.com/office/drawing/2014/main" id="{F95EFD1D-40F9-F4DC-5058-6261AE338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61" name="Picture 799" descr="cell_tower_radiation copy">
              <a:extLst>
                <a:ext uri="{FF2B5EF4-FFF2-40B4-BE49-F238E27FC236}">
                  <a16:creationId xmlns:a16="http://schemas.microsoft.com/office/drawing/2014/main" id="{0F794547-42F3-3D0B-C668-4B252A0E0A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2" name="Oval 800">
              <a:extLst>
                <a:ext uri="{FF2B5EF4-FFF2-40B4-BE49-F238E27FC236}">
                  <a16:creationId xmlns:a16="http://schemas.microsoft.com/office/drawing/2014/main" id="{A320BE3B-0AFD-D9D3-CC18-CAB3C81E9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87" name="Line 426">
            <a:extLst>
              <a:ext uri="{FF2B5EF4-FFF2-40B4-BE49-F238E27FC236}">
                <a16:creationId xmlns:a16="http://schemas.microsoft.com/office/drawing/2014/main" id="{ABB2286C-513E-7B6E-050D-A9AB87C7E7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895" y="2882519"/>
            <a:ext cx="170973" cy="1307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588" name="Group 783">
            <a:extLst>
              <a:ext uri="{FF2B5EF4-FFF2-40B4-BE49-F238E27FC236}">
                <a16:creationId xmlns:a16="http://schemas.microsoft.com/office/drawing/2014/main" id="{FF67AD61-C7EA-9FB2-7E61-2D867415BC8D}"/>
              </a:ext>
            </a:extLst>
          </p:cNvPr>
          <p:cNvGrpSpPr>
            <a:grpSpLocks/>
          </p:cNvGrpSpPr>
          <p:nvPr/>
        </p:nvGrpSpPr>
        <p:grpSpPr bwMode="auto">
          <a:xfrm>
            <a:off x="6038023" y="2589282"/>
            <a:ext cx="223838" cy="348006"/>
            <a:chOff x="3130" y="3288"/>
            <a:chExt cx="410" cy="742"/>
          </a:xfrm>
        </p:grpSpPr>
        <p:sp>
          <p:nvSpPr>
            <p:cNvPr id="589" name="Line 270">
              <a:extLst>
                <a:ext uri="{FF2B5EF4-FFF2-40B4-BE49-F238E27FC236}">
                  <a16:creationId xmlns:a16="http://schemas.microsoft.com/office/drawing/2014/main" id="{4D5BF977-E7EC-E035-6AEA-02D1599EBE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0" name="Line 271">
              <a:extLst>
                <a:ext uri="{FF2B5EF4-FFF2-40B4-BE49-F238E27FC236}">
                  <a16:creationId xmlns:a16="http://schemas.microsoft.com/office/drawing/2014/main" id="{D5A7C657-F5EB-024F-840E-1679E925D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1" name="Line 272">
              <a:extLst>
                <a:ext uri="{FF2B5EF4-FFF2-40B4-BE49-F238E27FC236}">
                  <a16:creationId xmlns:a16="http://schemas.microsoft.com/office/drawing/2014/main" id="{B7FDA3C5-473B-6011-7C37-8AC4FC621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2" name="Line 273">
              <a:extLst>
                <a:ext uri="{FF2B5EF4-FFF2-40B4-BE49-F238E27FC236}">
                  <a16:creationId xmlns:a16="http://schemas.microsoft.com/office/drawing/2014/main" id="{5D6A7B2F-CEEC-7F65-5EC5-24F31B891B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3" name="Line 274">
              <a:extLst>
                <a:ext uri="{FF2B5EF4-FFF2-40B4-BE49-F238E27FC236}">
                  <a16:creationId xmlns:a16="http://schemas.microsoft.com/office/drawing/2014/main" id="{61C69284-25F8-EF9B-549B-B64AF9D0EB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4" name="Line 275">
              <a:extLst>
                <a:ext uri="{FF2B5EF4-FFF2-40B4-BE49-F238E27FC236}">
                  <a16:creationId xmlns:a16="http://schemas.microsoft.com/office/drawing/2014/main" id="{94D675FD-1EF8-B08C-7730-7EFC87E1F0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5" name="Line 276">
              <a:extLst>
                <a:ext uri="{FF2B5EF4-FFF2-40B4-BE49-F238E27FC236}">
                  <a16:creationId xmlns:a16="http://schemas.microsoft.com/office/drawing/2014/main" id="{59C0E39A-4645-978F-87AC-AC675D614E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6" name="Line 277">
              <a:extLst>
                <a:ext uri="{FF2B5EF4-FFF2-40B4-BE49-F238E27FC236}">
                  <a16:creationId xmlns:a16="http://schemas.microsoft.com/office/drawing/2014/main" id="{284674DF-1397-C62B-178F-0A9BCA20F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7" name="Line 278">
              <a:extLst>
                <a:ext uri="{FF2B5EF4-FFF2-40B4-BE49-F238E27FC236}">
                  <a16:creationId xmlns:a16="http://schemas.microsoft.com/office/drawing/2014/main" id="{5AA78ACF-8401-E6D3-960F-84CE4FE06D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8" name="Line 279">
              <a:extLst>
                <a:ext uri="{FF2B5EF4-FFF2-40B4-BE49-F238E27FC236}">
                  <a16:creationId xmlns:a16="http://schemas.microsoft.com/office/drawing/2014/main" id="{4E81731B-6FA0-07B0-9380-320CCB0CF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9" name="Line 280">
              <a:extLst>
                <a:ext uri="{FF2B5EF4-FFF2-40B4-BE49-F238E27FC236}">
                  <a16:creationId xmlns:a16="http://schemas.microsoft.com/office/drawing/2014/main" id="{41CFDECC-CA9C-0A4C-4D9F-462BEC91DA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00" name="Line 281">
              <a:extLst>
                <a:ext uri="{FF2B5EF4-FFF2-40B4-BE49-F238E27FC236}">
                  <a16:creationId xmlns:a16="http://schemas.microsoft.com/office/drawing/2014/main" id="{38AF0806-9C0A-465F-C1F4-5F67AF4BE9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01" name="Line 282">
              <a:extLst>
                <a:ext uri="{FF2B5EF4-FFF2-40B4-BE49-F238E27FC236}">
                  <a16:creationId xmlns:a16="http://schemas.microsoft.com/office/drawing/2014/main" id="{16EFD066-B6C6-ABDA-22BA-F966D942D8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02" name="Line 283">
              <a:extLst>
                <a:ext uri="{FF2B5EF4-FFF2-40B4-BE49-F238E27FC236}">
                  <a16:creationId xmlns:a16="http://schemas.microsoft.com/office/drawing/2014/main" id="{64FFB47D-2643-49C2-1599-C81108271F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03" name="Line 284">
              <a:extLst>
                <a:ext uri="{FF2B5EF4-FFF2-40B4-BE49-F238E27FC236}">
                  <a16:creationId xmlns:a16="http://schemas.microsoft.com/office/drawing/2014/main" id="{095C0B6E-1CBD-C648-DD94-AFE4042BC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604" name="Picture 777" descr="access_point_stylized_small">
            <a:extLst>
              <a:ext uri="{FF2B5EF4-FFF2-40B4-BE49-F238E27FC236}">
                <a16:creationId xmlns:a16="http://schemas.microsoft.com/office/drawing/2014/main" id="{08D4AADA-A83B-C248-2DC0-06D86AD5E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412" y="3753675"/>
            <a:ext cx="277627" cy="23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5" name="Picture 780" descr="access_point_stylized_small">
            <a:extLst>
              <a:ext uri="{FF2B5EF4-FFF2-40B4-BE49-F238E27FC236}">
                <a16:creationId xmlns:a16="http://schemas.microsoft.com/office/drawing/2014/main" id="{4E75D55D-64F8-50D6-0F0B-E1E745C74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958" y="5000424"/>
            <a:ext cx="285701" cy="238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06" name="Group 605">
            <a:extLst>
              <a:ext uri="{FF2B5EF4-FFF2-40B4-BE49-F238E27FC236}">
                <a16:creationId xmlns:a16="http://schemas.microsoft.com/office/drawing/2014/main" id="{7D9545D6-16B8-AE6A-F665-67FA7D78AA03}"/>
              </a:ext>
            </a:extLst>
          </p:cNvPr>
          <p:cNvGrpSpPr/>
          <p:nvPr/>
        </p:nvGrpSpPr>
        <p:grpSpPr>
          <a:xfrm>
            <a:off x="7337669" y="4599737"/>
            <a:ext cx="295320" cy="163934"/>
            <a:chOff x="7493876" y="2774731"/>
            <a:chExt cx="1481958" cy="894622"/>
          </a:xfrm>
        </p:grpSpPr>
        <p:sp>
          <p:nvSpPr>
            <p:cNvPr id="607" name="Freeform 471">
              <a:extLst>
                <a:ext uri="{FF2B5EF4-FFF2-40B4-BE49-F238E27FC236}">
                  <a16:creationId xmlns:a16="http://schemas.microsoft.com/office/drawing/2014/main" id="{8EEC5A88-FCB6-A405-31ED-00F1B2BB0F0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EB093B08-405C-495B-88F6-232C62E94DC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09" name="Group 608">
              <a:extLst>
                <a:ext uri="{FF2B5EF4-FFF2-40B4-BE49-F238E27FC236}">
                  <a16:creationId xmlns:a16="http://schemas.microsoft.com/office/drawing/2014/main" id="{D156C4A5-CA99-26A3-6ACC-AD012D170C9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0" name="Freeform 474">
                <a:extLst>
                  <a:ext uri="{FF2B5EF4-FFF2-40B4-BE49-F238E27FC236}">
                    <a16:creationId xmlns:a16="http://schemas.microsoft.com/office/drawing/2014/main" id="{9A3F3CEE-5278-123F-1DBD-3D7D4C38210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11" name="Freeform 475">
                <a:extLst>
                  <a:ext uri="{FF2B5EF4-FFF2-40B4-BE49-F238E27FC236}">
                    <a16:creationId xmlns:a16="http://schemas.microsoft.com/office/drawing/2014/main" id="{78220287-FFF7-C1D1-F684-FCECAE60106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12" name="Freeform 476">
                <a:extLst>
                  <a:ext uri="{FF2B5EF4-FFF2-40B4-BE49-F238E27FC236}">
                    <a16:creationId xmlns:a16="http://schemas.microsoft.com/office/drawing/2014/main" id="{7DE369EA-EFE5-9335-E590-70DE655FBAB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13" name="Freeform 477">
                <a:extLst>
                  <a:ext uri="{FF2B5EF4-FFF2-40B4-BE49-F238E27FC236}">
                    <a16:creationId xmlns:a16="http://schemas.microsoft.com/office/drawing/2014/main" id="{B819779E-D331-087A-97DF-8A9BB1BEB02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14" name="Group 613">
            <a:extLst>
              <a:ext uri="{FF2B5EF4-FFF2-40B4-BE49-F238E27FC236}">
                <a16:creationId xmlns:a16="http://schemas.microsoft.com/office/drawing/2014/main" id="{F3240DE0-8F95-A3B1-3562-9AD99250D949}"/>
              </a:ext>
            </a:extLst>
          </p:cNvPr>
          <p:cNvGrpSpPr/>
          <p:nvPr/>
        </p:nvGrpSpPr>
        <p:grpSpPr>
          <a:xfrm>
            <a:off x="7387024" y="4861528"/>
            <a:ext cx="232305" cy="143129"/>
            <a:chOff x="3668110" y="2448910"/>
            <a:chExt cx="3794234" cy="2165130"/>
          </a:xfrm>
        </p:grpSpPr>
        <p:sp>
          <p:nvSpPr>
            <p:cNvPr id="615" name="Rectangle 614">
              <a:extLst>
                <a:ext uri="{FF2B5EF4-FFF2-40B4-BE49-F238E27FC236}">
                  <a16:creationId xmlns:a16="http://schemas.microsoft.com/office/drawing/2014/main" id="{598445CB-8A8D-A7D1-0D39-9308D63529B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16" name="Freeform 521">
              <a:extLst>
                <a:ext uri="{FF2B5EF4-FFF2-40B4-BE49-F238E27FC236}">
                  <a16:creationId xmlns:a16="http://schemas.microsoft.com/office/drawing/2014/main" id="{ED0A2C4E-CB73-1831-F721-1AA5CB24C518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617" name="Group 616">
              <a:extLst>
                <a:ext uri="{FF2B5EF4-FFF2-40B4-BE49-F238E27FC236}">
                  <a16:creationId xmlns:a16="http://schemas.microsoft.com/office/drawing/2014/main" id="{A8C4ACAD-541F-CE8D-5A1D-A9EE09E3C79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18" name="Freeform 523">
                <a:extLst>
                  <a:ext uri="{FF2B5EF4-FFF2-40B4-BE49-F238E27FC236}">
                    <a16:creationId xmlns:a16="http://schemas.microsoft.com/office/drawing/2014/main" id="{2085EB93-74F9-80DC-35B5-C74CB4B96A2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19" name="Freeform 524">
                <a:extLst>
                  <a:ext uri="{FF2B5EF4-FFF2-40B4-BE49-F238E27FC236}">
                    <a16:creationId xmlns:a16="http://schemas.microsoft.com/office/drawing/2014/main" id="{D96601BB-FE23-B699-96C7-C0FE0948D23D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20" name="Freeform 525">
                <a:extLst>
                  <a:ext uri="{FF2B5EF4-FFF2-40B4-BE49-F238E27FC236}">
                    <a16:creationId xmlns:a16="http://schemas.microsoft.com/office/drawing/2014/main" id="{1AD28EAB-199B-3C55-81C4-AD42AF09E139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21" name="Freeform 526">
                <a:extLst>
                  <a:ext uri="{FF2B5EF4-FFF2-40B4-BE49-F238E27FC236}">
                    <a16:creationId xmlns:a16="http://schemas.microsoft.com/office/drawing/2014/main" id="{38E3D6F0-1B34-03B2-16C3-27B962E70CFE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22" name="Group 621">
            <a:extLst>
              <a:ext uri="{FF2B5EF4-FFF2-40B4-BE49-F238E27FC236}">
                <a16:creationId xmlns:a16="http://schemas.microsoft.com/office/drawing/2014/main" id="{C5FB1EDC-4436-A27D-EE3E-475D2E1FADBA}"/>
              </a:ext>
            </a:extLst>
          </p:cNvPr>
          <p:cNvGrpSpPr/>
          <p:nvPr/>
        </p:nvGrpSpPr>
        <p:grpSpPr>
          <a:xfrm>
            <a:off x="6507464" y="4582815"/>
            <a:ext cx="295320" cy="163934"/>
            <a:chOff x="7493876" y="2774731"/>
            <a:chExt cx="1481958" cy="894622"/>
          </a:xfrm>
        </p:grpSpPr>
        <p:sp>
          <p:nvSpPr>
            <p:cNvPr id="623" name="Freeform 479">
              <a:extLst>
                <a:ext uri="{FF2B5EF4-FFF2-40B4-BE49-F238E27FC236}">
                  <a16:creationId xmlns:a16="http://schemas.microsoft.com/office/drawing/2014/main" id="{CA53DF17-594A-8BFE-FC2D-B84AAA71C99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24" name="Oval 623">
              <a:extLst>
                <a:ext uri="{FF2B5EF4-FFF2-40B4-BE49-F238E27FC236}">
                  <a16:creationId xmlns:a16="http://schemas.microsoft.com/office/drawing/2014/main" id="{2210F77E-8460-130A-E556-3283E3BED88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25" name="Group 624">
              <a:extLst>
                <a:ext uri="{FF2B5EF4-FFF2-40B4-BE49-F238E27FC236}">
                  <a16:creationId xmlns:a16="http://schemas.microsoft.com/office/drawing/2014/main" id="{19781226-DA12-F59F-16C5-FF570A01C42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6" name="Freeform 482">
                <a:extLst>
                  <a:ext uri="{FF2B5EF4-FFF2-40B4-BE49-F238E27FC236}">
                    <a16:creationId xmlns:a16="http://schemas.microsoft.com/office/drawing/2014/main" id="{75477C87-41FB-4E2F-3232-54F0A58007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27" name="Freeform 483">
                <a:extLst>
                  <a:ext uri="{FF2B5EF4-FFF2-40B4-BE49-F238E27FC236}">
                    <a16:creationId xmlns:a16="http://schemas.microsoft.com/office/drawing/2014/main" id="{5D2C9814-4D55-C4D5-8EA5-08C067A1543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28" name="Freeform 484">
                <a:extLst>
                  <a:ext uri="{FF2B5EF4-FFF2-40B4-BE49-F238E27FC236}">
                    <a16:creationId xmlns:a16="http://schemas.microsoft.com/office/drawing/2014/main" id="{9FC370AE-EE30-2F5A-2ACA-8DACE971159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29" name="Freeform 485">
                <a:extLst>
                  <a:ext uri="{FF2B5EF4-FFF2-40B4-BE49-F238E27FC236}">
                    <a16:creationId xmlns:a16="http://schemas.microsoft.com/office/drawing/2014/main" id="{ADE48688-BA3B-4547-012D-C1492F724E4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30" name="Group 629">
            <a:extLst>
              <a:ext uri="{FF2B5EF4-FFF2-40B4-BE49-F238E27FC236}">
                <a16:creationId xmlns:a16="http://schemas.microsoft.com/office/drawing/2014/main" id="{3C2DEA53-11CC-E317-3B1D-0BF84DA5713F}"/>
              </a:ext>
            </a:extLst>
          </p:cNvPr>
          <p:cNvGrpSpPr/>
          <p:nvPr/>
        </p:nvGrpSpPr>
        <p:grpSpPr>
          <a:xfrm>
            <a:off x="6233640" y="4753075"/>
            <a:ext cx="232305" cy="143129"/>
            <a:chOff x="3668110" y="2448910"/>
            <a:chExt cx="3794234" cy="2165130"/>
          </a:xfrm>
        </p:grpSpPr>
        <p:sp>
          <p:nvSpPr>
            <p:cNvPr id="631" name="Rectangle 630">
              <a:extLst>
                <a:ext uri="{FF2B5EF4-FFF2-40B4-BE49-F238E27FC236}">
                  <a16:creationId xmlns:a16="http://schemas.microsoft.com/office/drawing/2014/main" id="{7D88C54D-D6B2-3F2D-55D0-8243870F987B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632" name="Freeform 530">
              <a:extLst>
                <a:ext uri="{FF2B5EF4-FFF2-40B4-BE49-F238E27FC236}">
                  <a16:creationId xmlns:a16="http://schemas.microsoft.com/office/drawing/2014/main" id="{20E236DF-53ED-A184-215F-1ED556FE27D8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633" name="Group 632">
              <a:extLst>
                <a:ext uri="{FF2B5EF4-FFF2-40B4-BE49-F238E27FC236}">
                  <a16:creationId xmlns:a16="http://schemas.microsoft.com/office/drawing/2014/main" id="{38AAB143-B158-DA42-A837-5843097A6329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634" name="Freeform 532">
                <a:extLst>
                  <a:ext uri="{FF2B5EF4-FFF2-40B4-BE49-F238E27FC236}">
                    <a16:creationId xmlns:a16="http://schemas.microsoft.com/office/drawing/2014/main" id="{78581CB2-BBBF-0C54-6761-D957EE0BD8A6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5" name="Freeform 533">
                <a:extLst>
                  <a:ext uri="{FF2B5EF4-FFF2-40B4-BE49-F238E27FC236}">
                    <a16:creationId xmlns:a16="http://schemas.microsoft.com/office/drawing/2014/main" id="{61B0EEC3-9FEC-A8F0-31C1-C8B302F5D87B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6" name="Freeform 534">
                <a:extLst>
                  <a:ext uri="{FF2B5EF4-FFF2-40B4-BE49-F238E27FC236}">
                    <a16:creationId xmlns:a16="http://schemas.microsoft.com/office/drawing/2014/main" id="{DC600DFF-CE8F-7370-B60C-F2B7F3460246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37" name="Freeform 535">
                <a:extLst>
                  <a:ext uri="{FF2B5EF4-FFF2-40B4-BE49-F238E27FC236}">
                    <a16:creationId xmlns:a16="http://schemas.microsoft.com/office/drawing/2014/main" id="{89FC7EB4-9743-D98D-AF9A-1F7B98B02600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38" name="Group 637">
            <a:extLst>
              <a:ext uri="{FF2B5EF4-FFF2-40B4-BE49-F238E27FC236}">
                <a16:creationId xmlns:a16="http://schemas.microsoft.com/office/drawing/2014/main" id="{709C91E0-B0CD-FC73-D7D8-0A43599F90F1}"/>
              </a:ext>
            </a:extLst>
          </p:cNvPr>
          <p:cNvGrpSpPr/>
          <p:nvPr/>
        </p:nvGrpSpPr>
        <p:grpSpPr>
          <a:xfrm>
            <a:off x="6329870" y="2966482"/>
            <a:ext cx="265259" cy="126206"/>
            <a:chOff x="7493876" y="2774731"/>
            <a:chExt cx="1481958" cy="894622"/>
          </a:xfrm>
        </p:grpSpPr>
        <p:sp>
          <p:nvSpPr>
            <p:cNvPr id="639" name="Freeform 407">
              <a:extLst>
                <a:ext uri="{FF2B5EF4-FFF2-40B4-BE49-F238E27FC236}">
                  <a16:creationId xmlns:a16="http://schemas.microsoft.com/office/drawing/2014/main" id="{56DFADCB-477E-DD7A-B7B2-EF6C4169D4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E522850A-196E-2FA1-B3A2-74230E470ED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41" name="Group 640">
              <a:extLst>
                <a:ext uri="{FF2B5EF4-FFF2-40B4-BE49-F238E27FC236}">
                  <a16:creationId xmlns:a16="http://schemas.microsoft.com/office/drawing/2014/main" id="{8037D8CF-9645-75E3-548E-4F781EA57C4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42" name="Freeform 410">
                <a:extLst>
                  <a:ext uri="{FF2B5EF4-FFF2-40B4-BE49-F238E27FC236}">
                    <a16:creationId xmlns:a16="http://schemas.microsoft.com/office/drawing/2014/main" id="{C292D2A3-D9E7-CC2A-EF46-99C6B1D04E7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3" name="Freeform 411">
                <a:extLst>
                  <a:ext uri="{FF2B5EF4-FFF2-40B4-BE49-F238E27FC236}">
                    <a16:creationId xmlns:a16="http://schemas.microsoft.com/office/drawing/2014/main" id="{263B4A47-43D1-45BB-11EA-ACD040013D1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4" name="Freeform 412">
                <a:extLst>
                  <a:ext uri="{FF2B5EF4-FFF2-40B4-BE49-F238E27FC236}">
                    <a16:creationId xmlns:a16="http://schemas.microsoft.com/office/drawing/2014/main" id="{74653BAF-DD3F-4A81-B920-05D4B88A7ED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45" name="Freeform 413">
                <a:extLst>
                  <a:ext uri="{FF2B5EF4-FFF2-40B4-BE49-F238E27FC236}">
                    <a16:creationId xmlns:a16="http://schemas.microsoft.com/office/drawing/2014/main" id="{E5C0C5B2-880E-CB52-EEA0-EF34193A3BC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46" name="Group 645">
            <a:extLst>
              <a:ext uri="{FF2B5EF4-FFF2-40B4-BE49-F238E27FC236}">
                <a16:creationId xmlns:a16="http://schemas.microsoft.com/office/drawing/2014/main" id="{D6BF29EA-5599-1247-7D4A-AEE03BCF28BE}"/>
              </a:ext>
            </a:extLst>
          </p:cNvPr>
          <p:cNvGrpSpPr/>
          <p:nvPr/>
        </p:nvGrpSpPr>
        <p:grpSpPr>
          <a:xfrm>
            <a:off x="6037552" y="3831746"/>
            <a:ext cx="266240" cy="131751"/>
            <a:chOff x="7493876" y="2774731"/>
            <a:chExt cx="1481958" cy="894622"/>
          </a:xfrm>
        </p:grpSpPr>
        <p:sp>
          <p:nvSpPr>
            <p:cNvPr id="647" name="Freeform 415">
              <a:extLst>
                <a:ext uri="{FF2B5EF4-FFF2-40B4-BE49-F238E27FC236}">
                  <a16:creationId xmlns:a16="http://schemas.microsoft.com/office/drawing/2014/main" id="{A3F951C5-34DF-C23F-F48C-D3261E6826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48" name="Oval 647">
              <a:extLst>
                <a:ext uri="{FF2B5EF4-FFF2-40B4-BE49-F238E27FC236}">
                  <a16:creationId xmlns:a16="http://schemas.microsoft.com/office/drawing/2014/main" id="{7B61F738-2783-A75E-72CE-2AB4F045A61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49" name="Group 648">
              <a:extLst>
                <a:ext uri="{FF2B5EF4-FFF2-40B4-BE49-F238E27FC236}">
                  <a16:creationId xmlns:a16="http://schemas.microsoft.com/office/drawing/2014/main" id="{4DC477DA-4364-7C3F-26D8-A0E214F6D99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50" name="Freeform 418">
                <a:extLst>
                  <a:ext uri="{FF2B5EF4-FFF2-40B4-BE49-F238E27FC236}">
                    <a16:creationId xmlns:a16="http://schemas.microsoft.com/office/drawing/2014/main" id="{221AA0C8-2B91-6782-F58F-E4DF22CAACE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1" name="Freeform 419">
                <a:extLst>
                  <a:ext uri="{FF2B5EF4-FFF2-40B4-BE49-F238E27FC236}">
                    <a16:creationId xmlns:a16="http://schemas.microsoft.com/office/drawing/2014/main" id="{64560405-E2CF-5F9E-439C-CB8A21B9912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2" name="Freeform 420">
                <a:extLst>
                  <a:ext uri="{FF2B5EF4-FFF2-40B4-BE49-F238E27FC236}">
                    <a16:creationId xmlns:a16="http://schemas.microsoft.com/office/drawing/2014/main" id="{79F2E7A4-3DED-EA57-3C8E-B555CC700D9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3" name="Freeform 421">
                <a:extLst>
                  <a:ext uri="{FF2B5EF4-FFF2-40B4-BE49-F238E27FC236}">
                    <a16:creationId xmlns:a16="http://schemas.microsoft.com/office/drawing/2014/main" id="{6BEF8312-8396-0F98-C570-C493DB0E9F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54" name="Group 653">
            <a:extLst>
              <a:ext uri="{FF2B5EF4-FFF2-40B4-BE49-F238E27FC236}">
                <a16:creationId xmlns:a16="http://schemas.microsoft.com/office/drawing/2014/main" id="{981F5FA3-7AFE-3C39-25E6-617D1412E1ED}"/>
              </a:ext>
            </a:extLst>
          </p:cNvPr>
          <p:cNvGrpSpPr/>
          <p:nvPr/>
        </p:nvGrpSpPr>
        <p:grpSpPr>
          <a:xfrm>
            <a:off x="8163064" y="3558274"/>
            <a:ext cx="128242" cy="72789"/>
            <a:chOff x="7493876" y="2774731"/>
            <a:chExt cx="1481958" cy="894622"/>
          </a:xfrm>
        </p:grpSpPr>
        <p:sp>
          <p:nvSpPr>
            <p:cNvPr id="655" name="Freeform 455">
              <a:extLst>
                <a:ext uri="{FF2B5EF4-FFF2-40B4-BE49-F238E27FC236}">
                  <a16:creationId xmlns:a16="http://schemas.microsoft.com/office/drawing/2014/main" id="{16AFDFAA-1638-F160-E4FB-66B0EB2A79C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56" name="Oval 655">
              <a:extLst>
                <a:ext uri="{FF2B5EF4-FFF2-40B4-BE49-F238E27FC236}">
                  <a16:creationId xmlns:a16="http://schemas.microsoft.com/office/drawing/2014/main" id="{7A0E802D-9C88-2A04-805B-E9A99492601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57" name="Group 656">
              <a:extLst>
                <a:ext uri="{FF2B5EF4-FFF2-40B4-BE49-F238E27FC236}">
                  <a16:creationId xmlns:a16="http://schemas.microsoft.com/office/drawing/2014/main" id="{F0DE3C8D-B6B4-79FC-DDFE-00530D6A4F6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58" name="Freeform 458">
                <a:extLst>
                  <a:ext uri="{FF2B5EF4-FFF2-40B4-BE49-F238E27FC236}">
                    <a16:creationId xmlns:a16="http://schemas.microsoft.com/office/drawing/2014/main" id="{7A31FC6C-301F-3043-5B3F-0BE00AC1521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59" name="Freeform 459">
                <a:extLst>
                  <a:ext uri="{FF2B5EF4-FFF2-40B4-BE49-F238E27FC236}">
                    <a16:creationId xmlns:a16="http://schemas.microsoft.com/office/drawing/2014/main" id="{1474AFA4-8BA9-15E4-CAC6-95E2229B181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60" name="Freeform 460">
                <a:extLst>
                  <a:ext uri="{FF2B5EF4-FFF2-40B4-BE49-F238E27FC236}">
                    <a16:creationId xmlns:a16="http://schemas.microsoft.com/office/drawing/2014/main" id="{C12B856B-EF15-E35D-E3E9-AC4965DBC97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61" name="Freeform 461">
                <a:extLst>
                  <a:ext uri="{FF2B5EF4-FFF2-40B4-BE49-F238E27FC236}">
                    <a16:creationId xmlns:a16="http://schemas.microsoft.com/office/drawing/2014/main" id="{B3F8CAC1-3BF3-C7FF-D08D-97B94B0CCA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62" name="Group 661">
            <a:extLst>
              <a:ext uri="{FF2B5EF4-FFF2-40B4-BE49-F238E27FC236}">
                <a16:creationId xmlns:a16="http://schemas.microsoft.com/office/drawing/2014/main" id="{D2AE6092-DDE7-C0D3-D5EE-A42A94B50BD4}"/>
              </a:ext>
            </a:extLst>
          </p:cNvPr>
          <p:cNvGrpSpPr/>
          <p:nvPr/>
        </p:nvGrpSpPr>
        <p:grpSpPr>
          <a:xfrm>
            <a:off x="7807957" y="3479354"/>
            <a:ext cx="265259" cy="148758"/>
            <a:chOff x="7493876" y="2774731"/>
            <a:chExt cx="1481958" cy="894622"/>
          </a:xfrm>
        </p:grpSpPr>
        <p:sp>
          <p:nvSpPr>
            <p:cNvPr id="663" name="Freeform 615">
              <a:extLst>
                <a:ext uri="{FF2B5EF4-FFF2-40B4-BE49-F238E27FC236}">
                  <a16:creationId xmlns:a16="http://schemas.microsoft.com/office/drawing/2014/main" id="{2766300C-0EF3-4BDD-9628-101FA84F6A6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1FB93926-AD9A-303E-27CF-1DABF880A89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65" name="Group 664">
              <a:extLst>
                <a:ext uri="{FF2B5EF4-FFF2-40B4-BE49-F238E27FC236}">
                  <a16:creationId xmlns:a16="http://schemas.microsoft.com/office/drawing/2014/main" id="{B9AADE5F-0959-E221-1D3D-52503E4F100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66" name="Freeform 618">
                <a:extLst>
                  <a:ext uri="{FF2B5EF4-FFF2-40B4-BE49-F238E27FC236}">
                    <a16:creationId xmlns:a16="http://schemas.microsoft.com/office/drawing/2014/main" id="{E4B24D64-8805-D6CC-1D8B-2763C65DE33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67" name="Freeform 619">
                <a:extLst>
                  <a:ext uri="{FF2B5EF4-FFF2-40B4-BE49-F238E27FC236}">
                    <a16:creationId xmlns:a16="http://schemas.microsoft.com/office/drawing/2014/main" id="{DD4C1A09-976A-2B55-A66F-3D622A37C13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68" name="Freeform 620">
                <a:extLst>
                  <a:ext uri="{FF2B5EF4-FFF2-40B4-BE49-F238E27FC236}">
                    <a16:creationId xmlns:a16="http://schemas.microsoft.com/office/drawing/2014/main" id="{12C80ADC-3F96-19D9-2FAB-F19F811881C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69" name="Freeform 621">
                <a:extLst>
                  <a:ext uri="{FF2B5EF4-FFF2-40B4-BE49-F238E27FC236}">
                    <a16:creationId xmlns:a16="http://schemas.microsoft.com/office/drawing/2014/main" id="{83CE9DA8-AF2D-B9AB-3213-31C6B24F401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70" name="Group 669">
            <a:extLst>
              <a:ext uri="{FF2B5EF4-FFF2-40B4-BE49-F238E27FC236}">
                <a16:creationId xmlns:a16="http://schemas.microsoft.com/office/drawing/2014/main" id="{922AD294-C23F-7E9C-5454-EE433D10BC47}"/>
              </a:ext>
            </a:extLst>
          </p:cNvPr>
          <p:cNvGrpSpPr/>
          <p:nvPr/>
        </p:nvGrpSpPr>
        <p:grpSpPr>
          <a:xfrm>
            <a:off x="7461543" y="2508969"/>
            <a:ext cx="265259" cy="148758"/>
            <a:chOff x="7493876" y="2774731"/>
            <a:chExt cx="1481958" cy="894622"/>
          </a:xfrm>
        </p:grpSpPr>
        <p:sp>
          <p:nvSpPr>
            <p:cNvPr id="671" name="Freeform 577">
              <a:extLst>
                <a:ext uri="{FF2B5EF4-FFF2-40B4-BE49-F238E27FC236}">
                  <a16:creationId xmlns:a16="http://schemas.microsoft.com/office/drawing/2014/main" id="{0F163ABA-2497-04A2-4872-415B6B8E590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72" name="Oval 671">
              <a:extLst>
                <a:ext uri="{FF2B5EF4-FFF2-40B4-BE49-F238E27FC236}">
                  <a16:creationId xmlns:a16="http://schemas.microsoft.com/office/drawing/2014/main" id="{7B80AD4A-68DE-F045-EBB9-ECBBD31FEEC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73" name="Group 672">
              <a:extLst>
                <a:ext uri="{FF2B5EF4-FFF2-40B4-BE49-F238E27FC236}">
                  <a16:creationId xmlns:a16="http://schemas.microsoft.com/office/drawing/2014/main" id="{44459640-D64A-F151-FE2C-7F73329EF55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74" name="Freeform 580">
                <a:extLst>
                  <a:ext uri="{FF2B5EF4-FFF2-40B4-BE49-F238E27FC236}">
                    <a16:creationId xmlns:a16="http://schemas.microsoft.com/office/drawing/2014/main" id="{F83D1C15-65FB-F6C6-6053-4BF74715059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75" name="Freeform 581">
                <a:extLst>
                  <a:ext uri="{FF2B5EF4-FFF2-40B4-BE49-F238E27FC236}">
                    <a16:creationId xmlns:a16="http://schemas.microsoft.com/office/drawing/2014/main" id="{8033518B-CBA9-6609-B9C2-853BCF908D7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76" name="Freeform 582">
                <a:extLst>
                  <a:ext uri="{FF2B5EF4-FFF2-40B4-BE49-F238E27FC236}">
                    <a16:creationId xmlns:a16="http://schemas.microsoft.com/office/drawing/2014/main" id="{5D558FF9-3D04-CFE5-AA04-65D058C8E24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77" name="Freeform 583">
                <a:extLst>
                  <a:ext uri="{FF2B5EF4-FFF2-40B4-BE49-F238E27FC236}">
                    <a16:creationId xmlns:a16="http://schemas.microsoft.com/office/drawing/2014/main" id="{39FDEB3A-991A-9700-F6E2-E617E3E7A59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78" name="Group 677">
            <a:extLst>
              <a:ext uri="{FF2B5EF4-FFF2-40B4-BE49-F238E27FC236}">
                <a16:creationId xmlns:a16="http://schemas.microsoft.com/office/drawing/2014/main" id="{871F4DA3-7769-88E9-E9B8-B4D8F8BDCED3}"/>
              </a:ext>
            </a:extLst>
          </p:cNvPr>
          <p:cNvGrpSpPr/>
          <p:nvPr/>
        </p:nvGrpSpPr>
        <p:grpSpPr>
          <a:xfrm>
            <a:off x="7895410" y="2817275"/>
            <a:ext cx="265259" cy="148758"/>
            <a:chOff x="7493876" y="2774731"/>
            <a:chExt cx="1481958" cy="894622"/>
          </a:xfrm>
        </p:grpSpPr>
        <p:sp>
          <p:nvSpPr>
            <p:cNvPr id="679" name="Freeform 593">
              <a:extLst>
                <a:ext uri="{FF2B5EF4-FFF2-40B4-BE49-F238E27FC236}">
                  <a16:creationId xmlns:a16="http://schemas.microsoft.com/office/drawing/2014/main" id="{B4DFF500-29B3-FAA3-EC61-02EC2F14A87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80" name="Oval 679">
              <a:extLst>
                <a:ext uri="{FF2B5EF4-FFF2-40B4-BE49-F238E27FC236}">
                  <a16:creationId xmlns:a16="http://schemas.microsoft.com/office/drawing/2014/main" id="{BF832B22-5C1C-1433-047D-A8D8D69225F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81" name="Group 680">
              <a:extLst>
                <a:ext uri="{FF2B5EF4-FFF2-40B4-BE49-F238E27FC236}">
                  <a16:creationId xmlns:a16="http://schemas.microsoft.com/office/drawing/2014/main" id="{90A39267-4E3E-1D68-2E16-4367C84C044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82" name="Freeform 596">
                <a:extLst>
                  <a:ext uri="{FF2B5EF4-FFF2-40B4-BE49-F238E27FC236}">
                    <a16:creationId xmlns:a16="http://schemas.microsoft.com/office/drawing/2014/main" id="{29820B62-9A9A-AEEC-F6F1-24CDF4EFD78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83" name="Freeform 597">
                <a:extLst>
                  <a:ext uri="{FF2B5EF4-FFF2-40B4-BE49-F238E27FC236}">
                    <a16:creationId xmlns:a16="http://schemas.microsoft.com/office/drawing/2014/main" id="{716B9424-15F0-FBDA-7529-F9BD34A719F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84" name="Freeform 598">
                <a:extLst>
                  <a:ext uri="{FF2B5EF4-FFF2-40B4-BE49-F238E27FC236}">
                    <a16:creationId xmlns:a16="http://schemas.microsoft.com/office/drawing/2014/main" id="{2EB03F91-881A-C6E6-E91D-AA3F0C73680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85" name="Freeform 599">
                <a:extLst>
                  <a:ext uri="{FF2B5EF4-FFF2-40B4-BE49-F238E27FC236}">
                    <a16:creationId xmlns:a16="http://schemas.microsoft.com/office/drawing/2014/main" id="{3D1347BC-2376-BC49-4953-252756A4982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86" name="Group 685">
            <a:extLst>
              <a:ext uri="{FF2B5EF4-FFF2-40B4-BE49-F238E27FC236}">
                <a16:creationId xmlns:a16="http://schemas.microsoft.com/office/drawing/2014/main" id="{6B68B9C1-7C2A-A39C-33BD-5AFE137C3B00}"/>
              </a:ext>
            </a:extLst>
          </p:cNvPr>
          <p:cNvGrpSpPr/>
          <p:nvPr/>
        </p:nvGrpSpPr>
        <p:grpSpPr>
          <a:xfrm>
            <a:off x="7982869" y="2438222"/>
            <a:ext cx="265259" cy="148758"/>
            <a:chOff x="7493876" y="2774731"/>
            <a:chExt cx="1481958" cy="894622"/>
          </a:xfrm>
        </p:grpSpPr>
        <p:sp>
          <p:nvSpPr>
            <p:cNvPr id="687" name="Freeform 601">
              <a:extLst>
                <a:ext uri="{FF2B5EF4-FFF2-40B4-BE49-F238E27FC236}">
                  <a16:creationId xmlns:a16="http://schemas.microsoft.com/office/drawing/2014/main" id="{4C311B29-CBFE-CB6A-DB9C-A15DF49164E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88" name="Oval 687">
              <a:extLst>
                <a:ext uri="{FF2B5EF4-FFF2-40B4-BE49-F238E27FC236}">
                  <a16:creationId xmlns:a16="http://schemas.microsoft.com/office/drawing/2014/main" id="{8BA2899B-64D9-9D39-CE3F-2793A82A01C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89" name="Group 688">
              <a:extLst>
                <a:ext uri="{FF2B5EF4-FFF2-40B4-BE49-F238E27FC236}">
                  <a16:creationId xmlns:a16="http://schemas.microsoft.com/office/drawing/2014/main" id="{EB651A92-5C14-0C5D-0EDE-50C0B9CD066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0" name="Freeform 604">
                <a:extLst>
                  <a:ext uri="{FF2B5EF4-FFF2-40B4-BE49-F238E27FC236}">
                    <a16:creationId xmlns:a16="http://schemas.microsoft.com/office/drawing/2014/main" id="{37A5478C-B897-93C7-8C00-C42CA925DBCE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91" name="Freeform 605">
                <a:extLst>
                  <a:ext uri="{FF2B5EF4-FFF2-40B4-BE49-F238E27FC236}">
                    <a16:creationId xmlns:a16="http://schemas.microsoft.com/office/drawing/2014/main" id="{2277E68E-A4EA-1D13-3407-7EE7693197B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92" name="Freeform 606">
                <a:extLst>
                  <a:ext uri="{FF2B5EF4-FFF2-40B4-BE49-F238E27FC236}">
                    <a16:creationId xmlns:a16="http://schemas.microsoft.com/office/drawing/2014/main" id="{B85F07B8-35EB-17D6-AEF8-E04F0ED4DD8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93" name="Freeform 607">
                <a:extLst>
                  <a:ext uri="{FF2B5EF4-FFF2-40B4-BE49-F238E27FC236}">
                    <a16:creationId xmlns:a16="http://schemas.microsoft.com/office/drawing/2014/main" id="{711E4B08-5672-3110-4EE9-10BF636B7CB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F1076CCB-1285-35B0-1F36-494FCD620374}"/>
              </a:ext>
            </a:extLst>
          </p:cNvPr>
          <p:cNvGrpSpPr/>
          <p:nvPr/>
        </p:nvGrpSpPr>
        <p:grpSpPr>
          <a:xfrm>
            <a:off x="6824091" y="3824718"/>
            <a:ext cx="275418" cy="180228"/>
            <a:chOff x="7493876" y="2774731"/>
            <a:chExt cx="1481958" cy="894622"/>
          </a:xfrm>
        </p:grpSpPr>
        <p:sp>
          <p:nvSpPr>
            <p:cNvPr id="695" name="Freeform 554">
              <a:extLst>
                <a:ext uri="{FF2B5EF4-FFF2-40B4-BE49-F238E27FC236}">
                  <a16:creationId xmlns:a16="http://schemas.microsoft.com/office/drawing/2014/main" id="{FE9DDE42-6044-777A-A371-839BE1C5C41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696" name="Oval 695">
              <a:extLst>
                <a:ext uri="{FF2B5EF4-FFF2-40B4-BE49-F238E27FC236}">
                  <a16:creationId xmlns:a16="http://schemas.microsoft.com/office/drawing/2014/main" id="{418B3AAA-9C13-29E0-0F12-27449E19EBE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697" name="Group 696">
              <a:extLst>
                <a:ext uri="{FF2B5EF4-FFF2-40B4-BE49-F238E27FC236}">
                  <a16:creationId xmlns:a16="http://schemas.microsoft.com/office/drawing/2014/main" id="{CAF64A91-FEE0-4667-6D00-426AFDAE51E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98" name="Freeform 557">
                <a:extLst>
                  <a:ext uri="{FF2B5EF4-FFF2-40B4-BE49-F238E27FC236}">
                    <a16:creationId xmlns:a16="http://schemas.microsoft.com/office/drawing/2014/main" id="{F597B1F9-EA09-7DDE-20EF-CAAD522A996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699" name="Freeform 558">
                <a:extLst>
                  <a:ext uri="{FF2B5EF4-FFF2-40B4-BE49-F238E27FC236}">
                    <a16:creationId xmlns:a16="http://schemas.microsoft.com/office/drawing/2014/main" id="{581D03E1-01C4-8854-87AE-A03C7363C61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00" name="Freeform 559">
                <a:extLst>
                  <a:ext uri="{FF2B5EF4-FFF2-40B4-BE49-F238E27FC236}">
                    <a16:creationId xmlns:a16="http://schemas.microsoft.com/office/drawing/2014/main" id="{F529E824-4D1E-2C7C-BBE2-30CF7B4A14F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01" name="Freeform 560">
                <a:extLst>
                  <a:ext uri="{FF2B5EF4-FFF2-40B4-BE49-F238E27FC236}">
                    <a16:creationId xmlns:a16="http://schemas.microsoft.com/office/drawing/2014/main" id="{4D7DB570-4325-ACA9-7ADD-A5DC2D740BD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702" name="Group 701">
            <a:extLst>
              <a:ext uri="{FF2B5EF4-FFF2-40B4-BE49-F238E27FC236}">
                <a16:creationId xmlns:a16="http://schemas.microsoft.com/office/drawing/2014/main" id="{69DFA72A-F211-A5F1-B20E-E05E8A1F9DBA}"/>
              </a:ext>
            </a:extLst>
          </p:cNvPr>
          <p:cNvGrpSpPr/>
          <p:nvPr/>
        </p:nvGrpSpPr>
        <p:grpSpPr>
          <a:xfrm>
            <a:off x="7485094" y="2853424"/>
            <a:ext cx="265259" cy="148758"/>
            <a:chOff x="7493876" y="2774731"/>
            <a:chExt cx="1481958" cy="894622"/>
          </a:xfrm>
        </p:grpSpPr>
        <p:sp>
          <p:nvSpPr>
            <p:cNvPr id="703" name="Freeform 585">
              <a:extLst>
                <a:ext uri="{FF2B5EF4-FFF2-40B4-BE49-F238E27FC236}">
                  <a16:creationId xmlns:a16="http://schemas.microsoft.com/office/drawing/2014/main" id="{A38D0898-AA7E-9223-4A54-B0EB53F4321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704" name="Oval 703">
              <a:extLst>
                <a:ext uri="{FF2B5EF4-FFF2-40B4-BE49-F238E27FC236}">
                  <a16:creationId xmlns:a16="http://schemas.microsoft.com/office/drawing/2014/main" id="{CD11A372-0602-C542-5906-1CA589B2AB2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705" name="Group 704">
              <a:extLst>
                <a:ext uri="{FF2B5EF4-FFF2-40B4-BE49-F238E27FC236}">
                  <a16:creationId xmlns:a16="http://schemas.microsoft.com/office/drawing/2014/main" id="{815818DD-F32D-22E1-22BD-C53ECE5DD25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06" name="Freeform 588">
                <a:extLst>
                  <a:ext uri="{FF2B5EF4-FFF2-40B4-BE49-F238E27FC236}">
                    <a16:creationId xmlns:a16="http://schemas.microsoft.com/office/drawing/2014/main" id="{81A117BB-E431-BD89-58D8-ACB63092E37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07" name="Freeform 589">
                <a:extLst>
                  <a:ext uri="{FF2B5EF4-FFF2-40B4-BE49-F238E27FC236}">
                    <a16:creationId xmlns:a16="http://schemas.microsoft.com/office/drawing/2014/main" id="{34F80962-AB3C-1DA6-6955-C7D6556B5B7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08" name="Freeform 590">
                <a:extLst>
                  <a:ext uri="{FF2B5EF4-FFF2-40B4-BE49-F238E27FC236}">
                    <a16:creationId xmlns:a16="http://schemas.microsoft.com/office/drawing/2014/main" id="{057D1E2A-3F12-D019-BB82-52208096F3E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09" name="Freeform 591">
                <a:extLst>
                  <a:ext uri="{FF2B5EF4-FFF2-40B4-BE49-F238E27FC236}">
                    <a16:creationId xmlns:a16="http://schemas.microsoft.com/office/drawing/2014/main" id="{8845C08A-5BA6-38B1-20E1-EC07854F94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710" name="Group 709">
            <a:extLst>
              <a:ext uri="{FF2B5EF4-FFF2-40B4-BE49-F238E27FC236}">
                <a16:creationId xmlns:a16="http://schemas.microsoft.com/office/drawing/2014/main" id="{FBBF726C-1497-D420-3858-0301BFB9556F}"/>
              </a:ext>
            </a:extLst>
          </p:cNvPr>
          <p:cNvGrpSpPr/>
          <p:nvPr/>
        </p:nvGrpSpPr>
        <p:grpSpPr>
          <a:xfrm>
            <a:off x="7122854" y="3402774"/>
            <a:ext cx="275418" cy="180228"/>
            <a:chOff x="7493876" y="2774731"/>
            <a:chExt cx="1481958" cy="894622"/>
          </a:xfrm>
        </p:grpSpPr>
        <p:sp>
          <p:nvSpPr>
            <p:cNvPr id="711" name="Freeform 538">
              <a:extLst>
                <a:ext uri="{FF2B5EF4-FFF2-40B4-BE49-F238E27FC236}">
                  <a16:creationId xmlns:a16="http://schemas.microsoft.com/office/drawing/2014/main" id="{6D52A64B-016B-3145-BE29-99D111EE4D1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712" name="Oval 711">
              <a:extLst>
                <a:ext uri="{FF2B5EF4-FFF2-40B4-BE49-F238E27FC236}">
                  <a16:creationId xmlns:a16="http://schemas.microsoft.com/office/drawing/2014/main" id="{143EB33E-4588-9824-DBEF-107F8C491F78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713" name="Group 712">
              <a:extLst>
                <a:ext uri="{FF2B5EF4-FFF2-40B4-BE49-F238E27FC236}">
                  <a16:creationId xmlns:a16="http://schemas.microsoft.com/office/drawing/2014/main" id="{FBFC7A6F-416E-7CF2-D74A-2E41EFBB6CB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14" name="Freeform 541">
                <a:extLst>
                  <a:ext uri="{FF2B5EF4-FFF2-40B4-BE49-F238E27FC236}">
                    <a16:creationId xmlns:a16="http://schemas.microsoft.com/office/drawing/2014/main" id="{89029843-3C4D-CED0-ADDE-73357116790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15" name="Freeform 542">
                <a:extLst>
                  <a:ext uri="{FF2B5EF4-FFF2-40B4-BE49-F238E27FC236}">
                    <a16:creationId xmlns:a16="http://schemas.microsoft.com/office/drawing/2014/main" id="{700BE646-A5D2-A080-C225-031956E81F5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16" name="Freeform 543">
                <a:extLst>
                  <a:ext uri="{FF2B5EF4-FFF2-40B4-BE49-F238E27FC236}">
                    <a16:creationId xmlns:a16="http://schemas.microsoft.com/office/drawing/2014/main" id="{1838AFCF-65C7-5E2B-543B-2CF6E2503D8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17" name="Freeform 544">
                <a:extLst>
                  <a:ext uri="{FF2B5EF4-FFF2-40B4-BE49-F238E27FC236}">
                    <a16:creationId xmlns:a16="http://schemas.microsoft.com/office/drawing/2014/main" id="{7F72F4E0-DBA1-8A90-AEA5-BEF17CE42BD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718" name="Group 717">
            <a:extLst>
              <a:ext uri="{FF2B5EF4-FFF2-40B4-BE49-F238E27FC236}">
                <a16:creationId xmlns:a16="http://schemas.microsoft.com/office/drawing/2014/main" id="{4416AE7C-936D-DB3E-2F60-0DEE94C953C6}"/>
              </a:ext>
            </a:extLst>
          </p:cNvPr>
          <p:cNvGrpSpPr/>
          <p:nvPr/>
        </p:nvGrpSpPr>
        <p:grpSpPr>
          <a:xfrm>
            <a:off x="7201166" y="3857072"/>
            <a:ext cx="275418" cy="180228"/>
            <a:chOff x="7493876" y="2774731"/>
            <a:chExt cx="1481958" cy="894622"/>
          </a:xfrm>
        </p:grpSpPr>
        <p:sp>
          <p:nvSpPr>
            <p:cNvPr id="719" name="Freeform 546">
              <a:extLst>
                <a:ext uri="{FF2B5EF4-FFF2-40B4-BE49-F238E27FC236}">
                  <a16:creationId xmlns:a16="http://schemas.microsoft.com/office/drawing/2014/main" id="{3C0925BB-8A08-AED8-BBB9-8A6499BE1F9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720" name="Oval 719">
              <a:extLst>
                <a:ext uri="{FF2B5EF4-FFF2-40B4-BE49-F238E27FC236}">
                  <a16:creationId xmlns:a16="http://schemas.microsoft.com/office/drawing/2014/main" id="{3ECDE7FD-AA0B-9C32-163C-E6574CBAC47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721" name="Group 720">
              <a:extLst>
                <a:ext uri="{FF2B5EF4-FFF2-40B4-BE49-F238E27FC236}">
                  <a16:creationId xmlns:a16="http://schemas.microsoft.com/office/drawing/2014/main" id="{CA773194-1D06-B08B-1749-F5E50A183701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22" name="Freeform 549">
                <a:extLst>
                  <a:ext uri="{FF2B5EF4-FFF2-40B4-BE49-F238E27FC236}">
                    <a16:creationId xmlns:a16="http://schemas.microsoft.com/office/drawing/2014/main" id="{E8BDFFCF-6416-DF58-4EAF-C8F352BE322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23" name="Freeform 550">
                <a:extLst>
                  <a:ext uri="{FF2B5EF4-FFF2-40B4-BE49-F238E27FC236}">
                    <a16:creationId xmlns:a16="http://schemas.microsoft.com/office/drawing/2014/main" id="{A34C87AB-B252-3C10-90AF-8D9FE0C98B3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24" name="Freeform 551">
                <a:extLst>
                  <a:ext uri="{FF2B5EF4-FFF2-40B4-BE49-F238E27FC236}">
                    <a16:creationId xmlns:a16="http://schemas.microsoft.com/office/drawing/2014/main" id="{D065EA2A-F48B-B12F-6EDC-573438B372A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25" name="Freeform 552">
                <a:extLst>
                  <a:ext uri="{FF2B5EF4-FFF2-40B4-BE49-F238E27FC236}">
                    <a16:creationId xmlns:a16="http://schemas.microsoft.com/office/drawing/2014/main" id="{E879AA43-3473-91A8-239D-473E4ECFCB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726" name="Group 725">
            <a:extLst>
              <a:ext uri="{FF2B5EF4-FFF2-40B4-BE49-F238E27FC236}">
                <a16:creationId xmlns:a16="http://schemas.microsoft.com/office/drawing/2014/main" id="{246456C8-BA16-123F-C76A-2119E1118B24}"/>
              </a:ext>
            </a:extLst>
          </p:cNvPr>
          <p:cNvGrpSpPr/>
          <p:nvPr/>
        </p:nvGrpSpPr>
        <p:grpSpPr>
          <a:xfrm>
            <a:off x="7781444" y="3851494"/>
            <a:ext cx="265259" cy="148758"/>
            <a:chOff x="7493876" y="2774731"/>
            <a:chExt cx="1481958" cy="894622"/>
          </a:xfrm>
        </p:grpSpPr>
        <p:sp>
          <p:nvSpPr>
            <p:cNvPr id="727" name="Freeform 623">
              <a:extLst>
                <a:ext uri="{FF2B5EF4-FFF2-40B4-BE49-F238E27FC236}">
                  <a16:creationId xmlns:a16="http://schemas.microsoft.com/office/drawing/2014/main" id="{8C044F65-55EC-099C-D943-6B659AAD5F1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728" name="Oval 727">
              <a:extLst>
                <a:ext uri="{FF2B5EF4-FFF2-40B4-BE49-F238E27FC236}">
                  <a16:creationId xmlns:a16="http://schemas.microsoft.com/office/drawing/2014/main" id="{891866A9-29DA-52FE-E3CA-FE226504FBF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729" name="Group 728">
              <a:extLst>
                <a:ext uri="{FF2B5EF4-FFF2-40B4-BE49-F238E27FC236}">
                  <a16:creationId xmlns:a16="http://schemas.microsoft.com/office/drawing/2014/main" id="{4240BCA5-32DC-86D7-8684-77B0AE35D9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0" name="Freeform 626">
                <a:extLst>
                  <a:ext uri="{FF2B5EF4-FFF2-40B4-BE49-F238E27FC236}">
                    <a16:creationId xmlns:a16="http://schemas.microsoft.com/office/drawing/2014/main" id="{832C13E7-E8B1-EEC4-E129-2C7CFD76E0E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31" name="Freeform 627">
                <a:extLst>
                  <a:ext uri="{FF2B5EF4-FFF2-40B4-BE49-F238E27FC236}">
                    <a16:creationId xmlns:a16="http://schemas.microsoft.com/office/drawing/2014/main" id="{138923AB-2FE4-35A3-C49E-CB6F34B5DD4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32" name="Freeform 628">
                <a:extLst>
                  <a:ext uri="{FF2B5EF4-FFF2-40B4-BE49-F238E27FC236}">
                    <a16:creationId xmlns:a16="http://schemas.microsoft.com/office/drawing/2014/main" id="{6825FD39-1A67-4049-F2D1-E1697265760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33" name="Freeform 629">
                <a:extLst>
                  <a:ext uri="{FF2B5EF4-FFF2-40B4-BE49-F238E27FC236}">
                    <a16:creationId xmlns:a16="http://schemas.microsoft.com/office/drawing/2014/main" id="{49F1D333-2C93-B40D-AF4E-26C5CE0A8CD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734" name="Group 733">
            <a:extLst>
              <a:ext uri="{FF2B5EF4-FFF2-40B4-BE49-F238E27FC236}">
                <a16:creationId xmlns:a16="http://schemas.microsoft.com/office/drawing/2014/main" id="{ED4FCF8A-0DAE-6ADD-54C4-5F06A722B097}"/>
              </a:ext>
            </a:extLst>
          </p:cNvPr>
          <p:cNvGrpSpPr/>
          <p:nvPr/>
        </p:nvGrpSpPr>
        <p:grpSpPr>
          <a:xfrm>
            <a:off x="6935920" y="4439014"/>
            <a:ext cx="295320" cy="163934"/>
            <a:chOff x="7493876" y="2774731"/>
            <a:chExt cx="1481958" cy="894622"/>
          </a:xfrm>
        </p:grpSpPr>
        <p:sp>
          <p:nvSpPr>
            <p:cNvPr id="735" name="Freeform 463">
              <a:extLst>
                <a:ext uri="{FF2B5EF4-FFF2-40B4-BE49-F238E27FC236}">
                  <a16:creationId xmlns:a16="http://schemas.microsoft.com/office/drawing/2014/main" id="{38F4A6AE-F9B2-E27E-F8D6-615368D4ACC2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736" name="Oval 735">
              <a:extLst>
                <a:ext uri="{FF2B5EF4-FFF2-40B4-BE49-F238E27FC236}">
                  <a16:creationId xmlns:a16="http://schemas.microsoft.com/office/drawing/2014/main" id="{B774224A-351B-C2B6-CC7E-CB4BB3A0D83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737" name="Group 736">
              <a:extLst>
                <a:ext uri="{FF2B5EF4-FFF2-40B4-BE49-F238E27FC236}">
                  <a16:creationId xmlns:a16="http://schemas.microsoft.com/office/drawing/2014/main" id="{BE8CF864-8F11-C3C5-B707-3C2D53754C2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38" name="Freeform 466">
                <a:extLst>
                  <a:ext uri="{FF2B5EF4-FFF2-40B4-BE49-F238E27FC236}">
                    <a16:creationId xmlns:a16="http://schemas.microsoft.com/office/drawing/2014/main" id="{6EB3E2A3-BD2B-47F7-D202-368C25748A5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39" name="Freeform 467">
                <a:extLst>
                  <a:ext uri="{FF2B5EF4-FFF2-40B4-BE49-F238E27FC236}">
                    <a16:creationId xmlns:a16="http://schemas.microsoft.com/office/drawing/2014/main" id="{14294748-DB78-8803-B605-51BBA383771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40" name="Freeform 468">
                <a:extLst>
                  <a:ext uri="{FF2B5EF4-FFF2-40B4-BE49-F238E27FC236}">
                    <a16:creationId xmlns:a16="http://schemas.microsoft.com/office/drawing/2014/main" id="{C08FAD44-65FB-E5A6-290D-7EA67D3995C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41" name="Freeform 469">
                <a:extLst>
                  <a:ext uri="{FF2B5EF4-FFF2-40B4-BE49-F238E27FC236}">
                    <a16:creationId xmlns:a16="http://schemas.microsoft.com/office/drawing/2014/main" id="{1F573FC2-B65B-DDFD-9CA5-4856B7E7CCF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742" name="Group 741">
            <a:extLst>
              <a:ext uri="{FF2B5EF4-FFF2-40B4-BE49-F238E27FC236}">
                <a16:creationId xmlns:a16="http://schemas.microsoft.com/office/drawing/2014/main" id="{B8AFE332-9524-D701-E2B2-F73419C2AD6B}"/>
              </a:ext>
            </a:extLst>
          </p:cNvPr>
          <p:cNvGrpSpPr/>
          <p:nvPr/>
        </p:nvGrpSpPr>
        <p:grpSpPr>
          <a:xfrm>
            <a:off x="8194487" y="4134094"/>
            <a:ext cx="171221" cy="90300"/>
            <a:chOff x="7493876" y="2774731"/>
            <a:chExt cx="1481958" cy="894622"/>
          </a:xfrm>
        </p:grpSpPr>
        <p:sp>
          <p:nvSpPr>
            <p:cNvPr id="743" name="Freeform 447">
              <a:extLst>
                <a:ext uri="{FF2B5EF4-FFF2-40B4-BE49-F238E27FC236}">
                  <a16:creationId xmlns:a16="http://schemas.microsoft.com/office/drawing/2014/main" id="{2E8EF733-991C-BDD7-B86E-5A72F5A38A6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744" name="Oval 743">
              <a:extLst>
                <a:ext uri="{FF2B5EF4-FFF2-40B4-BE49-F238E27FC236}">
                  <a16:creationId xmlns:a16="http://schemas.microsoft.com/office/drawing/2014/main" id="{50EF927A-08BE-7C64-A6A1-0736A23C2AC1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745" name="Group 744">
              <a:extLst>
                <a:ext uri="{FF2B5EF4-FFF2-40B4-BE49-F238E27FC236}">
                  <a16:creationId xmlns:a16="http://schemas.microsoft.com/office/drawing/2014/main" id="{6EB6C53D-2582-99FA-D782-4E45A3852C6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46" name="Freeform 450">
                <a:extLst>
                  <a:ext uri="{FF2B5EF4-FFF2-40B4-BE49-F238E27FC236}">
                    <a16:creationId xmlns:a16="http://schemas.microsoft.com/office/drawing/2014/main" id="{7C7BC2E4-74A7-55C3-3201-5A6E4A8E6D0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47" name="Freeform 451">
                <a:extLst>
                  <a:ext uri="{FF2B5EF4-FFF2-40B4-BE49-F238E27FC236}">
                    <a16:creationId xmlns:a16="http://schemas.microsoft.com/office/drawing/2014/main" id="{4D39500E-5A55-FA78-AB0C-56D69F71173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48" name="Freeform 452">
                <a:extLst>
                  <a:ext uri="{FF2B5EF4-FFF2-40B4-BE49-F238E27FC236}">
                    <a16:creationId xmlns:a16="http://schemas.microsoft.com/office/drawing/2014/main" id="{A3305846-57AF-095F-F213-D2BBBFA796ED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749" name="Freeform 453">
                <a:extLst>
                  <a:ext uri="{FF2B5EF4-FFF2-40B4-BE49-F238E27FC236}">
                    <a16:creationId xmlns:a16="http://schemas.microsoft.com/office/drawing/2014/main" id="{CAE6D4C7-184B-1F05-E641-F5073D89F4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750" name="Group 749">
            <a:extLst>
              <a:ext uri="{FF2B5EF4-FFF2-40B4-BE49-F238E27FC236}">
                <a16:creationId xmlns:a16="http://schemas.microsoft.com/office/drawing/2014/main" id="{3C9EFCB5-6BA3-8F42-1471-2AC3C22ECC51}"/>
              </a:ext>
            </a:extLst>
          </p:cNvPr>
          <p:cNvGrpSpPr/>
          <p:nvPr/>
        </p:nvGrpSpPr>
        <p:grpSpPr>
          <a:xfrm>
            <a:off x="5579306" y="2624710"/>
            <a:ext cx="401240" cy="305991"/>
            <a:chOff x="7432700" y="2327293"/>
            <a:chExt cx="534987" cy="407988"/>
          </a:xfrm>
        </p:grpSpPr>
        <p:pic>
          <p:nvPicPr>
            <p:cNvPr id="751" name="Picture 1017" descr="antenna_stylized">
              <a:extLst>
                <a:ext uri="{FF2B5EF4-FFF2-40B4-BE49-F238E27FC236}">
                  <a16:creationId xmlns:a16="http://schemas.microsoft.com/office/drawing/2014/main" id="{394E75DC-7D92-EC91-A8DC-1B5C9A43E3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2" name="Picture 1018" descr="laptop_keyboard">
              <a:extLst>
                <a:ext uri="{FF2B5EF4-FFF2-40B4-BE49-F238E27FC236}">
                  <a16:creationId xmlns:a16="http://schemas.microsoft.com/office/drawing/2014/main" id="{AF173394-40B5-B754-A6A9-C871337BB6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3" name="Freeform 1019">
              <a:extLst>
                <a:ext uri="{FF2B5EF4-FFF2-40B4-BE49-F238E27FC236}">
                  <a16:creationId xmlns:a16="http://schemas.microsoft.com/office/drawing/2014/main" id="{B2B6289E-B26C-30AB-0F0C-2411CCD26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754" name="Picture 1020" descr="screen">
              <a:extLst>
                <a:ext uri="{FF2B5EF4-FFF2-40B4-BE49-F238E27FC236}">
                  <a16:creationId xmlns:a16="http://schemas.microsoft.com/office/drawing/2014/main" id="{CDB4F9E2-803A-375A-D34A-5DBA9B965C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5" name="Freeform 1021">
              <a:extLst>
                <a:ext uri="{FF2B5EF4-FFF2-40B4-BE49-F238E27FC236}">
                  <a16:creationId xmlns:a16="http://schemas.microsoft.com/office/drawing/2014/main" id="{DCB8605C-C53F-F65E-65A2-C959728DF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56" name="Freeform 1022">
              <a:extLst>
                <a:ext uri="{FF2B5EF4-FFF2-40B4-BE49-F238E27FC236}">
                  <a16:creationId xmlns:a16="http://schemas.microsoft.com/office/drawing/2014/main" id="{B92E7547-D56E-0242-16FD-AA1069FA5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57" name="Freeform 1023">
              <a:extLst>
                <a:ext uri="{FF2B5EF4-FFF2-40B4-BE49-F238E27FC236}">
                  <a16:creationId xmlns:a16="http://schemas.microsoft.com/office/drawing/2014/main" id="{0549D345-C7E2-2588-A972-4DB659F88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58" name="Freeform 1024">
              <a:extLst>
                <a:ext uri="{FF2B5EF4-FFF2-40B4-BE49-F238E27FC236}">
                  <a16:creationId xmlns:a16="http://schemas.microsoft.com/office/drawing/2014/main" id="{957917BB-7462-9BF2-811E-561477444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59" name="Freeform 1025">
              <a:extLst>
                <a:ext uri="{FF2B5EF4-FFF2-40B4-BE49-F238E27FC236}">
                  <a16:creationId xmlns:a16="http://schemas.microsoft.com/office/drawing/2014/main" id="{FA76AA34-2B73-1C32-0209-69E15E7C6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60" name="Freeform 1026">
              <a:extLst>
                <a:ext uri="{FF2B5EF4-FFF2-40B4-BE49-F238E27FC236}">
                  <a16:creationId xmlns:a16="http://schemas.microsoft.com/office/drawing/2014/main" id="{E0AEB2B9-694A-F671-8E98-03F4D21DA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761" name="Group 1027">
              <a:extLst>
                <a:ext uri="{FF2B5EF4-FFF2-40B4-BE49-F238E27FC236}">
                  <a16:creationId xmlns:a16="http://schemas.microsoft.com/office/drawing/2014/main" id="{920361DE-37F0-4A67-A031-134991737F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768" name="Freeform 1028">
                <a:extLst>
                  <a:ext uri="{FF2B5EF4-FFF2-40B4-BE49-F238E27FC236}">
                    <a16:creationId xmlns:a16="http://schemas.microsoft.com/office/drawing/2014/main" id="{3DB6AD26-0CF1-6684-8893-B18FB1CA1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69" name="Freeform 1029">
                <a:extLst>
                  <a:ext uri="{FF2B5EF4-FFF2-40B4-BE49-F238E27FC236}">
                    <a16:creationId xmlns:a16="http://schemas.microsoft.com/office/drawing/2014/main" id="{3ED00197-89F2-030C-4244-D37DC4183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70" name="Freeform 1030">
                <a:extLst>
                  <a:ext uri="{FF2B5EF4-FFF2-40B4-BE49-F238E27FC236}">
                    <a16:creationId xmlns:a16="http://schemas.microsoft.com/office/drawing/2014/main" id="{5F07291F-AEAF-3EBC-F5EF-6A75EDA63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71" name="Freeform 1031">
                <a:extLst>
                  <a:ext uri="{FF2B5EF4-FFF2-40B4-BE49-F238E27FC236}">
                    <a16:creationId xmlns:a16="http://schemas.microsoft.com/office/drawing/2014/main" id="{B1C19161-14AF-FED2-8630-0DEDC2A370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72" name="Freeform 1032">
                <a:extLst>
                  <a:ext uri="{FF2B5EF4-FFF2-40B4-BE49-F238E27FC236}">
                    <a16:creationId xmlns:a16="http://schemas.microsoft.com/office/drawing/2014/main" id="{B2A6FDCB-3712-9BC0-9951-F30177421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73" name="Freeform 1033">
                <a:extLst>
                  <a:ext uri="{FF2B5EF4-FFF2-40B4-BE49-F238E27FC236}">
                    <a16:creationId xmlns:a16="http://schemas.microsoft.com/office/drawing/2014/main" id="{AE77A11B-123A-22DB-2337-4572D7A19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762" name="Freeform 1034">
              <a:extLst>
                <a:ext uri="{FF2B5EF4-FFF2-40B4-BE49-F238E27FC236}">
                  <a16:creationId xmlns:a16="http://schemas.microsoft.com/office/drawing/2014/main" id="{965C65C6-3685-1D38-C44C-F161419F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63" name="Freeform 1035">
              <a:extLst>
                <a:ext uri="{FF2B5EF4-FFF2-40B4-BE49-F238E27FC236}">
                  <a16:creationId xmlns:a16="http://schemas.microsoft.com/office/drawing/2014/main" id="{C29C6677-4C25-225D-5AE4-9A337CA1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64" name="Freeform 1036">
              <a:extLst>
                <a:ext uri="{FF2B5EF4-FFF2-40B4-BE49-F238E27FC236}">
                  <a16:creationId xmlns:a16="http://schemas.microsoft.com/office/drawing/2014/main" id="{6F2D96E3-E2F7-6FCC-F15C-E21568950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65" name="Freeform 1037">
              <a:extLst>
                <a:ext uri="{FF2B5EF4-FFF2-40B4-BE49-F238E27FC236}">
                  <a16:creationId xmlns:a16="http://schemas.microsoft.com/office/drawing/2014/main" id="{BC750C30-7E97-D240-1702-4C8188241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66" name="Freeform 1038">
              <a:extLst>
                <a:ext uri="{FF2B5EF4-FFF2-40B4-BE49-F238E27FC236}">
                  <a16:creationId xmlns:a16="http://schemas.microsoft.com/office/drawing/2014/main" id="{5156475F-ADE0-5F47-D814-1722549FF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767" name="Freeform 1039">
              <a:extLst>
                <a:ext uri="{FF2B5EF4-FFF2-40B4-BE49-F238E27FC236}">
                  <a16:creationId xmlns:a16="http://schemas.microsoft.com/office/drawing/2014/main" id="{D061E564-59E0-94A4-D92B-63DD03A5BC7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774" name="Group 773">
            <a:extLst>
              <a:ext uri="{FF2B5EF4-FFF2-40B4-BE49-F238E27FC236}">
                <a16:creationId xmlns:a16="http://schemas.microsoft.com/office/drawing/2014/main" id="{F252C9A8-024D-88B8-8027-5EB45E7113A5}"/>
              </a:ext>
            </a:extLst>
          </p:cNvPr>
          <p:cNvGrpSpPr/>
          <p:nvPr/>
        </p:nvGrpSpPr>
        <p:grpSpPr>
          <a:xfrm>
            <a:off x="6478336" y="2597046"/>
            <a:ext cx="398027" cy="358507"/>
            <a:chOff x="8631407" y="2290407"/>
            <a:chExt cx="530702" cy="478009"/>
          </a:xfrm>
        </p:grpSpPr>
        <p:pic>
          <p:nvPicPr>
            <p:cNvPr id="775" name="Picture 568" descr="light2.png">
              <a:extLst>
                <a:ext uri="{FF2B5EF4-FFF2-40B4-BE49-F238E27FC236}">
                  <a16:creationId xmlns:a16="http://schemas.microsoft.com/office/drawing/2014/main" id="{68C147BC-3A52-32C0-9D52-179EF9D80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6" name="Picture 1017" descr="antenna_stylized">
              <a:extLst>
                <a:ext uri="{FF2B5EF4-FFF2-40B4-BE49-F238E27FC236}">
                  <a16:creationId xmlns:a16="http://schemas.microsoft.com/office/drawing/2014/main" id="{38B8DBD9-D5AB-7A7A-3CCC-6FD8203B75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77" name="Group 776">
            <a:extLst>
              <a:ext uri="{FF2B5EF4-FFF2-40B4-BE49-F238E27FC236}">
                <a16:creationId xmlns:a16="http://schemas.microsoft.com/office/drawing/2014/main" id="{E54881C2-34E7-34BB-12E7-7EAD2EC04A60}"/>
              </a:ext>
            </a:extLst>
          </p:cNvPr>
          <p:cNvGrpSpPr/>
          <p:nvPr/>
        </p:nvGrpSpPr>
        <p:grpSpPr>
          <a:xfrm>
            <a:off x="6374654" y="2401593"/>
            <a:ext cx="636984" cy="169582"/>
            <a:chOff x="8493165" y="2029804"/>
            <a:chExt cx="849312" cy="226109"/>
          </a:xfrm>
        </p:grpSpPr>
        <p:pic>
          <p:nvPicPr>
            <p:cNvPr id="778" name="Picture 603" descr="car_icon_small">
              <a:extLst>
                <a:ext uri="{FF2B5EF4-FFF2-40B4-BE49-F238E27FC236}">
                  <a16:creationId xmlns:a16="http://schemas.microsoft.com/office/drawing/2014/main" id="{C0192387-74C1-CB47-E011-75D56414AB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9" name="Picture 1017" descr="antenna_stylized">
              <a:extLst>
                <a:ext uri="{FF2B5EF4-FFF2-40B4-BE49-F238E27FC236}">
                  <a16:creationId xmlns:a16="http://schemas.microsoft.com/office/drawing/2014/main" id="{3260B409-CD4B-A5CF-AC31-D6CF2328E4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0" name="Group 779">
            <a:extLst>
              <a:ext uri="{FF2B5EF4-FFF2-40B4-BE49-F238E27FC236}">
                <a16:creationId xmlns:a16="http://schemas.microsoft.com/office/drawing/2014/main" id="{A5E39B09-1E14-5DDB-6D43-A04C0A0B03CE}"/>
              </a:ext>
            </a:extLst>
          </p:cNvPr>
          <p:cNvGrpSpPr/>
          <p:nvPr/>
        </p:nvGrpSpPr>
        <p:grpSpPr>
          <a:xfrm>
            <a:off x="5620139" y="3351318"/>
            <a:ext cx="643304" cy="437823"/>
            <a:chOff x="7487144" y="3296104"/>
            <a:chExt cx="857739" cy="583764"/>
          </a:xfrm>
        </p:grpSpPr>
        <p:grpSp>
          <p:nvGrpSpPr>
            <p:cNvPr id="781" name="Group 780">
              <a:extLst>
                <a:ext uri="{FF2B5EF4-FFF2-40B4-BE49-F238E27FC236}">
                  <a16:creationId xmlns:a16="http://schemas.microsoft.com/office/drawing/2014/main" id="{326CF066-7F5B-0602-8910-32FE77B6D72A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788" name="Picture 1115" descr="antenna_stylized">
                <a:extLst>
                  <a:ext uri="{FF2B5EF4-FFF2-40B4-BE49-F238E27FC236}">
                    <a16:creationId xmlns:a16="http://schemas.microsoft.com/office/drawing/2014/main" id="{642AA691-E983-DB6E-7A26-3C3C3D3A9B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89" name="Picture 1116" descr="laptop_keyboard">
                <a:extLst>
                  <a:ext uri="{FF2B5EF4-FFF2-40B4-BE49-F238E27FC236}">
                    <a16:creationId xmlns:a16="http://schemas.microsoft.com/office/drawing/2014/main" id="{98901D1F-FB24-B7E7-E15F-B0ABDDD9F7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0" name="Freeform 1117">
                <a:extLst>
                  <a:ext uri="{FF2B5EF4-FFF2-40B4-BE49-F238E27FC236}">
                    <a16:creationId xmlns:a16="http://schemas.microsoft.com/office/drawing/2014/main" id="{7E09DD10-5F01-FB6F-FB26-D4E939D5C9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pic>
            <p:nvPicPr>
              <p:cNvPr id="791" name="Picture 1118" descr="screen">
                <a:extLst>
                  <a:ext uri="{FF2B5EF4-FFF2-40B4-BE49-F238E27FC236}">
                    <a16:creationId xmlns:a16="http://schemas.microsoft.com/office/drawing/2014/main" id="{CB717B65-14DC-C654-0DBA-C538C01305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92" name="Freeform 1119">
                <a:extLst>
                  <a:ext uri="{FF2B5EF4-FFF2-40B4-BE49-F238E27FC236}">
                    <a16:creationId xmlns:a16="http://schemas.microsoft.com/office/drawing/2014/main" id="{22057E01-042F-6C4E-B7A1-27F862A2D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93" name="Freeform 1120">
                <a:extLst>
                  <a:ext uri="{FF2B5EF4-FFF2-40B4-BE49-F238E27FC236}">
                    <a16:creationId xmlns:a16="http://schemas.microsoft.com/office/drawing/2014/main" id="{69F987AC-7413-6EAA-56BA-F739ED4829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94" name="Freeform 1121">
                <a:extLst>
                  <a:ext uri="{FF2B5EF4-FFF2-40B4-BE49-F238E27FC236}">
                    <a16:creationId xmlns:a16="http://schemas.microsoft.com/office/drawing/2014/main" id="{C66472EE-A091-1AE9-622A-DC1C97BDA4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95" name="Freeform 1122">
                <a:extLst>
                  <a:ext uri="{FF2B5EF4-FFF2-40B4-BE49-F238E27FC236}">
                    <a16:creationId xmlns:a16="http://schemas.microsoft.com/office/drawing/2014/main" id="{01D2D09E-D29A-5433-78D1-B51D14926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96" name="Freeform 1123">
                <a:extLst>
                  <a:ext uri="{FF2B5EF4-FFF2-40B4-BE49-F238E27FC236}">
                    <a16:creationId xmlns:a16="http://schemas.microsoft.com/office/drawing/2014/main" id="{09656E03-957C-A660-AB49-53F5EB2299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797" name="Freeform 1124">
                <a:extLst>
                  <a:ext uri="{FF2B5EF4-FFF2-40B4-BE49-F238E27FC236}">
                    <a16:creationId xmlns:a16="http://schemas.microsoft.com/office/drawing/2014/main" id="{D0F45A2A-FAB3-3C97-1984-9993AD101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798" name="Group 1125">
                <a:extLst>
                  <a:ext uri="{FF2B5EF4-FFF2-40B4-BE49-F238E27FC236}">
                    <a16:creationId xmlns:a16="http://schemas.microsoft.com/office/drawing/2014/main" id="{ED46927E-91E9-2750-133F-C2EDF95684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805" name="Freeform 1126">
                  <a:extLst>
                    <a:ext uri="{FF2B5EF4-FFF2-40B4-BE49-F238E27FC236}">
                      <a16:creationId xmlns:a16="http://schemas.microsoft.com/office/drawing/2014/main" id="{A0111718-16AD-13EF-0232-7854781812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06" name="Freeform 1127">
                  <a:extLst>
                    <a:ext uri="{FF2B5EF4-FFF2-40B4-BE49-F238E27FC236}">
                      <a16:creationId xmlns:a16="http://schemas.microsoft.com/office/drawing/2014/main" id="{44DEF584-7A10-B1DB-4B96-B925817FFD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07" name="Freeform 1128">
                  <a:extLst>
                    <a:ext uri="{FF2B5EF4-FFF2-40B4-BE49-F238E27FC236}">
                      <a16:creationId xmlns:a16="http://schemas.microsoft.com/office/drawing/2014/main" id="{DBE9051E-D117-6BB1-6C1C-7220805159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08" name="Freeform 1129">
                  <a:extLst>
                    <a:ext uri="{FF2B5EF4-FFF2-40B4-BE49-F238E27FC236}">
                      <a16:creationId xmlns:a16="http://schemas.microsoft.com/office/drawing/2014/main" id="{2E62DA6A-4CFD-4385-ADFA-9C6BDA8D8C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09" name="Freeform 1130">
                  <a:extLst>
                    <a:ext uri="{FF2B5EF4-FFF2-40B4-BE49-F238E27FC236}">
                      <a16:creationId xmlns:a16="http://schemas.microsoft.com/office/drawing/2014/main" id="{86095506-B1A8-FD17-7684-7EB7A0D113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  <p:sp>
              <p:nvSpPr>
                <p:cNvPr id="810" name="Freeform 1131">
                  <a:extLst>
                    <a:ext uri="{FF2B5EF4-FFF2-40B4-BE49-F238E27FC236}">
                      <a16:creationId xmlns:a16="http://schemas.microsoft.com/office/drawing/2014/main" id="{71F23699-FFBD-C966-FD19-25883878F0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defTabSz="685800">
                    <a:defRPr/>
                  </a:pPr>
                  <a:endParaRPr lang="en-US" sz="135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  <p:sp>
            <p:nvSpPr>
              <p:cNvPr id="799" name="Freeform 1132">
                <a:extLst>
                  <a:ext uri="{FF2B5EF4-FFF2-40B4-BE49-F238E27FC236}">
                    <a16:creationId xmlns:a16="http://schemas.microsoft.com/office/drawing/2014/main" id="{6580B3BB-E9C7-F4DA-3491-B55B124CD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00" name="Freeform 1133">
                <a:extLst>
                  <a:ext uri="{FF2B5EF4-FFF2-40B4-BE49-F238E27FC236}">
                    <a16:creationId xmlns:a16="http://schemas.microsoft.com/office/drawing/2014/main" id="{D5909537-A150-EDA7-17B0-FF2CDDFD0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01" name="Freeform 1134">
                <a:extLst>
                  <a:ext uri="{FF2B5EF4-FFF2-40B4-BE49-F238E27FC236}">
                    <a16:creationId xmlns:a16="http://schemas.microsoft.com/office/drawing/2014/main" id="{19C55061-5AD9-8751-C282-E64DA3A1D1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02" name="Freeform 1135">
                <a:extLst>
                  <a:ext uri="{FF2B5EF4-FFF2-40B4-BE49-F238E27FC236}">
                    <a16:creationId xmlns:a16="http://schemas.microsoft.com/office/drawing/2014/main" id="{90C2F68A-C5DB-1B3B-8F37-9F86849E40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03" name="Freeform 1136">
                <a:extLst>
                  <a:ext uri="{FF2B5EF4-FFF2-40B4-BE49-F238E27FC236}">
                    <a16:creationId xmlns:a16="http://schemas.microsoft.com/office/drawing/2014/main" id="{D89760B3-E2ED-34D4-001C-FE29CAF1FB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04" name="Freeform 1137">
                <a:extLst>
                  <a:ext uri="{FF2B5EF4-FFF2-40B4-BE49-F238E27FC236}">
                    <a16:creationId xmlns:a16="http://schemas.microsoft.com/office/drawing/2014/main" id="{191AB040-D45E-BEA5-61B4-F48C608A63DA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782" name="Group 1139">
              <a:extLst>
                <a:ext uri="{FF2B5EF4-FFF2-40B4-BE49-F238E27FC236}">
                  <a16:creationId xmlns:a16="http://schemas.microsoft.com/office/drawing/2014/main" id="{6995DDCD-D5C5-AB0A-CC21-AD291A5D1E8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786" name="Picture 1140" descr="desktop_computer_stylized_medium">
                <a:extLst>
                  <a:ext uri="{FF2B5EF4-FFF2-40B4-BE49-F238E27FC236}">
                    <a16:creationId xmlns:a16="http://schemas.microsoft.com/office/drawing/2014/main" id="{4D544BD2-79F8-7BFF-4936-ABEFD40420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87" name="Freeform 1141">
                <a:extLst>
                  <a:ext uri="{FF2B5EF4-FFF2-40B4-BE49-F238E27FC236}">
                    <a16:creationId xmlns:a16="http://schemas.microsoft.com/office/drawing/2014/main" id="{8CD76FE9-D23A-F01C-CD4C-B5C9950E8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grpSp>
          <p:nvGrpSpPr>
            <p:cNvPr id="783" name="Group 782">
              <a:extLst>
                <a:ext uri="{FF2B5EF4-FFF2-40B4-BE49-F238E27FC236}">
                  <a16:creationId xmlns:a16="http://schemas.microsoft.com/office/drawing/2014/main" id="{A91000D2-C846-B3CB-6A88-AACC9BB06C2E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784" name="Picture 571" descr="fridge2.png">
                <a:extLst>
                  <a:ext uri="{FF2B5EF4-FFF2-40B4-BE49-F238E27FC236}">
                    <a16:creationId xmlns:a16="http://schemas.microsoft.com/office/drawing/2014/main" id="{E0AB1E70-2B75-3936-7AF2-B8978F56B8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85" name="Picture 1115" descr="antenna_stylized">
                <a:extLst>
                  <a:ext uri="{FF2B5EF4-FFF2-40B4-BE49-F238E27FC236}">
                    <a16:creationId xmlns:a16="http://schemas.microsoft.com/office/drawing/2014/main" id="{732AA29F-79DD-AA45-E27C-58D2ECA9C2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811" name="Group 810">
            <a:extLst>
              <a:ext uri="{FF2B5EF4-FFF2-40B4-BE49-F238E27FC236}">
                <a16:creationId xmlns:a16="http://schemas.microsoft.com/office/drawing/2014/main" id="{3DFA828A-EC1D-6870-A080-2B8101201A15}"/>
              </a:ext>
            </a:extLst>
          </p:cNvPr>
          <p:cNvGrpSpPr/>
          <p:nvPr/>
        </p:nvGrpSpPr>
        <p:grpSpPr>
          <a:xfrm>
            <a:off x="8298710" y="3428614"/>
            <a:ext cx="388836" cy="909182"/>
            <a:chOff x="11058573" y="3399165"/>
            <a:chExt cx="518448" cy="1212242"/>
          </a:xfrm>
        </p:grpSpPr>
        <p:grpSp>
          <p:nvGrpSpPr>
            <p:cNvPr id="812" name="Group 811">
              <a:extLst>
                <a:ext uri="{FF2B5EF4-FFF2-40B4-BE49-F238E27FC236}">
                  <a16:creationId xmlns:a16="http://schemas.microsoft.com/office/drawing/2014/main" id="{BE0C8C35-0ECA-E389-DC0E-CA488F63E10D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819" name="Straight Connector 818">
                <a:extLst>
                  <a:ext uri="{FF2B5EF4-FFF2-40B4-BE49-F238E27FC236}">
                    <a16:creationId xmlns:a16="http://schemas.microsoft.com/office/drawing/2014/main" id="{29AE1A54-D59B-F483-19CC-838655C378EE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20" name="Group 819">
                <a:extLst>
                  <a:ext uri="{FF2B5EF4-FFF2-40B4-BE49-F238E27FC236}">
                    <a16:creationId xmlns:a16="http://schemas.microsoft.com/office/drawing/2014/main" id="{57C11F4A-F96C-9D38-83B8-CDCA10556B6A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821" name="Picture 820" descr="server_rack.png">
                  <a:extLst>
                    <a:ext uri="{FF2B5EF4-FFF2-40B4-BE49-F238E27FC236}">
                      <a16:creationId xmlns:a16="http://schemas.microsoft.com/office/drawing/2014/main" id="{D2C02896-A435-1EAA-E22E-471D678FCE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822" name="Picture 821" descr="server_rack.png">
                  <a:extLst>
                    <a:ext uri="{FF2B5EF4-FFF2-40B4-BE49-F238E27FC236}">
                      <a16:creationId xmlns:a16="http://schemas.microsoft.com/office/drawing/2014/main" id="{1826C436-57BB-A8B1-0589-EA52AF8919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823" name="Picture 822" descr="server_rack.png">
                  <a:extLst>
                    <a:ext uri="{FF2B5EF4-FFF2-40B4-BE49-F238E27FC236}">
                      <a16:creationId xmlns:a16="http://schemas.microsoft.com/office/drawing/2014/main" id="{7CFB8396-7251-9C92-C04A-6222106A5B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13" name="Group 812">
              <a:extLst>
                <a:ext uri="{FF2B5EF4-FFF2-40B4-BE49-F238E27FC236}">
                  <a16:creationId xmlns:a16="http://schemas.microsoft.com/office/drawing/2014/main" id="{2D598C49-F10C-BDBA-EF68-E10FB8487558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814" name="Straight Connector 813">
                <a:extLst>
                  <a:ext uri="{FF2B5EF4-FFF2-40B4-BE49-F238E27FC236}">
                    <a16:creationId xmlns:a16="http://schemas.microsoft.com/office/drawing/2014/main" id="{0E2A8879-A5F5-C31E-F98F-D8DF35A872B3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15" name="Group 814">
                <a:extLst>
                  <a:ext uri="{FF2B5EF4-FFF2-40B4-BE49-F238E27FC236}">
                    <a16:creationId xmlns:a16="http://schemas.microsoft.com/office/drawing/2014/main" id="{CEFE672C-5E79-6C73-6731-4B4568B6E765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816" name="Picture 815" descr="server_rack.png">
                  <a:extLst>
                    <a:ext uri="{FF2B5EF4-FFF2-40B4-BE49-F238E27FC236}">
                      <a16:creationId xmlns:a16="http://schemas.microsoft.com/office/drawing/2014/main" id="{AA923DCB-C851-61A1-D39F-0BF82BA142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817" name="Picture 816" descr="server_rack.png">
                  <a:extLst>
                    <a:ext uri="{FF2B5EF4-FFF2-40B4-BE49-F238E27FC236}">
                      <a16:creationId xmlns:a16="http://schemas.microsoft.com/office/drawing/2014/main" id="{BDCDD056-237C-A9BC-025F-18EA019DF3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818" name="Picture 817" descr="server_rack.png">
                  <a:extLst>
                    <a:ext uri="{FF2B5EF4-FFF2-40B4-BE49-F238E27FC236}">
                      <a16:creationId xmlns:a16="http://schemas.microsoft.com/office/drawing/2014/main" id="{76063771-35B3-5C79-AB4B-DBC54E3591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824" name="Group 950">
            <a:extLst>
              <a:ext uri="{FF2B5EF4-FFF2-40B4-BE49-F238E27FC236}">
                <a16:creationId xmlns:a16="http://schemas.microsoft.com/office/drawing/2014/main" id="{67A44A5D-27AA-AB95-4FCE-49AA7DD2FF6F}"/>
              </a:ext>
            </a:extLst>
          </p:cNvPr>
          <p:cNvGrpSpPr>
            <a:grpSpLocks/>
          </p:cNvGrpSpPr>
          <p:nvPr/>
        </p:nvGrpSpPr>
        <p:grpSpPr bwMode="auto">
          <a:xfrm>
            <a:off x="7716686" y="4812714"/>
            <a:ext cx="132894" cy="248125"/>
            <a:chOff x="4140" y="429"/>
            <a:chExt cx="1425" cy="2396"/>
          </a:xfrm>
        </p:grpSpPr>
        <p:sp>
          <p:nvSpPr>
            <p:cNvPr id="825" name="Freeform 951">
              <a:extLst>
                <a:ext uri="{FF2B5EF4-FFF2-40B4-BE49-F238E27FC236}">
                  <a16:creationId xmlns:a16="http://schemas.microsoft.com/office/drawing/2014/main" id="{A7FE9DC6-16DE-EDC2-3C72-4CBE936F4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26" name="Rectangle 952">
              <a:extLst>
                <a:ext uri="{FF2B5EF4-FFF2-40B4-BE49-F238E27FC236}">
                  <a16:creationId xmlns:a16="http://schemas.microsoft.com/office/drawing/2014/main" id="{AD2965EE-296E-08BC-C827-696D2B64D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7" name="Freeform 953">
              <a:extLst>
                <a:ext uri="{FF2B5EF4-FFF2-40B4-BE49-F238E27FC236}">
                  <a16:creationId xmlns:a16="http://schemas.microsoft.com/office/drawing/2014/main" id="{9415FE94-503D-C680-9A32-A3C618172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28" name="Freeform 954">
              <a:extLst>
                <a:ext uri="{FF2B5EF4-FFF2-40B4-BE49-F238E27FC236}">
                  <a16:creationId xmlns:a16="http://schemas.microsoft.com/office/drawing/2014/main" id="{48637893-6CF7-6D8D-7DC0-78BD65DCF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29" name="Rectangle 955">
              <a:extLst>
                <a:ext uri="{FF2B5EF4-FFF2-40B4-BE49-F238E27FC236}">
                  <a16:creationId xmlns:a16="http://schemas.microsoft.com/office/drawing/2014/main" id="{C13456F1-618A-2C1C-1833-06F7314D0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30" name="Group 956">
              <a:extLst>
                <a:ext uri="{FF2B5EF4-FFF2-40B4-BE49-F238E27FC236}">
                  <a16:creationId xmlns:a16="http://schemas.microsoft.com/office/drawing/2014/main" id="{D4052EAF-93B1-36E2-6ED1-C9F4DBBA91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55" name="AutoShape 957">
                <a:extLst>
                  <a:ext uri="{FF2B5EF4-FFF2-40B4-BE49-F238E27FC236}">
                    <a16:creationId xmlns:a16="http://schemas.microsoft.com/office/drawing/2014/main" id="{EC926746-ADB5-B321-1B25-0B80E9F3D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56" name="AutoShape 958">
                <a:extLst>
                  <a:ext uri="{FF2B5EF4-FFF2-40B4-BE49-F238E27FC236}">
                    <a16:creationId xmlns:a16="http://schemas.microsoft.com/office/drawing/2014/main" id="{5B831C63-4993-0EB0-F873-5E8AE78D1F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31" name="Rectangle 959">
              <a:extLst>
                <a:ext uri="{FF2B5EF4-FFF2-40B4-BE49-F238E27FC236}">
                  <a16:creationId xmlns:a16="http://schemas.microsoft.com/office/drawing/2014/main" id="{3783A9FD-D356-A88E-253B-E618F8DEB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32" name="Group 960">
              <a:extLst>
                <a:ext uri="{FF2B5EF4-FFF2-40B4-BE49-F238E27FC236}">
                  <a16:creationId xmlns:a16="http://schemas.microsoft.com/office/drawing/2014/main" id="{C8CCDB12-62ED-233E-1A87-9F11B988A1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53" name="AutoShape 961">
                <a:extLst>
                  <a:ext uri="{FF2B5EF4-FFF2-40B4-BE49-F238E27FC236}">
                    <a16:creationId xmlns:a16="http://schemas.microsoft.com/office/drawing/2014/main" id="{0C2E47FD-1963-DF97-0CDC-C7B61108F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54" name="AutoShape 962">
                <a:extLst>
                  <a:ext uri="{FF2B5EF4-FFF2-40B4-BE49-F238E27FC236}">
                    <a16:creationId xmlns:a16="http://schemas.microsoft.com/office/drawing/2014/main" id="{4DF25045-393D-DAD0-C5FC-8E1D8194C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33" name="Rectangle 963">
              <a:extLst>
                <a:ext uri="{FF2B5EF4-FFF2-40B4-BE49-F238E27FC236}">
                  <a16:creationId xmlns:a16="http://schemas.microsoft.com/office/drawing/2014/main" id="{AFEAC4DA-C9E8-335D-21A4-4AB743FB7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4" name="Rectangle 964">
              <a:extLst>
                <a:ext uri="{FF2B5EF4-FFF2-40B4-BE49-F238E27FC236}">
                  <a16:creationId xmlns:a16="http://schemas.microsoft.com/office/drawing/2014/main" id="{04D5048C-3F41-7633-485C-6F9A4E5E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835" name="Group 965">
              <a:extLst>
                <a:ext uri="{FF2B5EF4-FFF2-40B4-BE49-F238E27FC236}">
                  <a16:creationId xmlns:a16="http://schemas.microsoft.com/office/drawing/2014/main" id="{35AEA424-FF88-456D-C000-3F053D837F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51" name="AutoShape 966">
                <a:extLst>
                  <a:ext uri="{FF2B5EF4-FFF2-40B4-BE49-F238E27FC236}">
                    <a16:creationId xmlns:a16="http://schemas.microsoft.com/office/drawing/2014/main" id="{6B97F7B0-1614-2E3A-A414-FEC65A6A5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52" name="AutoShape 967">
                <a:extLst>
                  <a:ext uri="{FF2B5EF4-FFF2-40B4-BE49-F238E27FC236}">
                    <a16:creationId xmlns:a16="http://schemas.microsoft.com/office/drawing/2014/main" id="{E13E05ED-33B0-D267-E7CF-414F7C387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36" name="Freeform 968">
              <a:extLst>
                <a:ext uri="{FF2B5EF4-FFF2-40B4-BE49-F238E27FC236}">
                  <a16:creationId xmlns:a16="http://schemas.microsoft.com/office/drawing/2014/main" id="{5AFE30EA-BF20-3CB1-5AFA-501021CFA3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837" name="Group 969">
              <a:extLst>
                <a:ext uri="{FF2B5EF4-FFF2-40B4-BE49-F238E27FC236}">
                  <a16:creationId xmlns:a16="http://schemas.microsoft.com/office/drawing/2014/main" id="{B4FFD0ED-19F3-5A57-10AC-6675CB0546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49" name="AutoShape 970">
                <a:extLst>
                  <a:ext uri="{FF2B5EF4-FFF2-40B4-BE49-F238E27FC236}">
                    <a16:creationId xmlns:a16="http://schemas.microsoft.com/office/drawing/2014/main" id="{ECAB0DDD-A632-2AE2-46D8-69B86E39C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850" name="AutoShape 971">
                <a:extLst>
                  <a:ext uri="{FF2B5EF4-FFF2-40B4-BE49-F238E27FC236}">
                    <a16:creationId xmlns:a16="http://schemas.microsoft.com/office/drawing/2014/main" id="{64B5C24E-5ADE-C44C-4504-42935DF8C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38" name="Rectangle 972">
              <a:extLst>
                <a:ext uri="{FF2B5EF4-FFF2-40B4-BE49-F238E27FC236}">
                  <a16:creationId xmlns:a16="http://schemas.microsoft.com/office/drawing/2014/main" id="{B0DCB095-FE9A-FE39-CEB6-C19863D6F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9" name="Freeform 973">
              <a:extLst>
                <a:ext uri="{FF2B5EF4-FFF2-40B4-BE49-F238E27FC236}">
                  <a16:creationId xmlns:a16="http://schemas.microsoft.com/office/drawing/2014/main" id="{8D9795FD-0B2D-1AF2-D1A1-D0D32DCFC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40" name="Freeform 974">
              <a:extLst>
                <a:ext uri="{FF2B5EF4-FFF2-40B4-BE49-F238E27FC236}">
                  <a16:creationId xmlns:a16="http://schemas.microsoft.com/office/drawing/2014/main" id="{9D5EF664-D9EF-ED7B-C66E-5CF5A571B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41" name="Oval 975">
              <a:extLst>
                <a:ext uri="{FF2B5EF4-FFF2-40B4-BE49-F238E27FC236}">
                  <a16:creationId xmlns:a16="http://schemas.microsoft.com/office/drawing/2014/main" id="{BC7BB55A-AF96-0061-9CAA-38F0F46E6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2" name="Freeform 976">
              <a:extLst>
                <a:ext uri="{FF2B5EF4-FFF2-40B4-BE49-F238E27FC236}">
                  <a16:creationId xmlns:a16="http://schemas.microsoft.com/office/drawing/2014/main" id="{7BFD53A3-8551-E0CA-62DB-64C50EFD1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43" name="AutoShape 977">
              <a:extLst>
                <a:ext uri="{FF2B5EF4-FFF2-40B4-BE49-F238E27FC236}">
                  <a16:creationId xmlns:a16="http://schemas.microsoft.com/office/drawing/2014/main" id="{74E13C03-4306-1A2B-A4CA-2D68F143C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4" name="AutoShape 978">
              <a:extLst>
                <a:ext uri="{FF2B5EF4-FFF2-40B4-BE49-F238E27FC236}">
                  <a16:creationId xmlns:a16="http://schemas.microsoft.com/office/drawing/2014/main" id="{3DC1FE0E-6848-ED11-F9B2-9657678FD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5" name="Oval 979">
              <a:extLst>
                <a:ext uri="{FF2B5EF4-FFF2-40B4-BE49-F238E27FC236}">
                  <a16:creationId xmlns:a16="http://schemas.microsoft.com/office/drawing/2014/main" id="{D2A163C6-9EA2-47BD-25EB-C3293E592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6" name="Oval 980">
              <a:extLst>
                <a:ext uri="{FF2B5EF4-FFF2-40B4-BE49-F238E27FC236}">
                  <a16:creationId xmlns:a16="http://schemas.microsoft.com/office/drawing/2014/main" id="{97732C7F-D9C9-1210-5263-11AB9EE3A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35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7" name="Oval 981">
              <a:extLst>
                <a:ext uri="{FF2B5EF4-FFF2-40B4-BE49-F238E27FC236}">
                  <a16:creationId xmlns:a16="http://schemas.microsoft.com/office/drawing/2014/main" id="{0798EB9B-7209-3D9B-92D0-6BBFB3708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8" name="Rectangle 982">
              <a:extLst>
                <a:ext uri="{FF2B5EF4-FFF2-40B4-BE49-F238E27FC236}">
                  <a16:creationId xmlns:a16="http://schemas.microsoft.com/office/drawing/2014/main" id="{296D46AA-6A22-D50D-A41A-0A9A224F7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57" name="Group 590">
            <a:extLst>
              <a:ext uri="{FF2B5EF4-FFF2-40B4-BE49-F238E27FC236}">
                <a16:creationId xmlns:a16="http://schemas.microsoft.com/office/drawing/2014/main" id="{DC4CAF4A-989E-9CA8-3E15-4DEC95FDE37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85641" y="4532371"/>
            <a:ext cx="259223" cy="240227"/>
            <a:chOff x="2839" y="3501"/>
            <a:chExt cx="755" cy="803"/>
          </a:xfrm>
        </p:grpSpPr>
        <p:pic>
          <p:nvPicPr>
            <p:cNvPr id="858" name="Picture 591" descr="desktop_computer_stylized_medium">
              <a:extLst>
                <a:ext uri="{FF2B5EF4-FFF2-40B4-BE49-F238E27FC236}">
                  <a16:creationId xmlns:a16="http://schemas.microsoft.com/office/drawing/2014/main" id="{1C4679C7-0B06-D39B-AD3E-D916EF22FB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9" name="Freeform 592">
              <a:extLst>
                <a:ext uri="{FF2B5EF4-FFF2-40B4-BE49-F238E27FC236}">
                  <a16:creationId xmlns:a16="http://schemas.microsoft.com/office/drawing/2014/main" id="{D42FEF7A-3C4A-C9FE-DEA5-DF3F588FE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60" name="Group 1064">
            <a:extLst>
              <a:ext uri="{FF2B5EF4-FFF2-40B4-BE49-F238E27FC236}">
                <a16:creationId xmlns:a16="http://schemas.microsoft.com/office/drawing/2014/main" id="{1DA21F09-F84E-A5E9-A1C4-A5A211EDFDB2}"/>
              </a:ext>
            </a:extLst>
          </p:cNvPr>
          <p:cNvGrpSpPr>
            <a:grpSpLocks/>
          </p:cNvGrpSpPr>
          <p:nvPr/>
        </p:nvGrpSpPr>
        <p:grpSpPr bwMode="auto">
          <a:xfrm>
            <a:off x="6901261" y="5246857"/>
            <a:ext cx="232640" cy="230856"/>
            <a:chOff x="877" y="1008"/>
            <a:chExt cx="2747" cy="2591"/>
          </a:xfrm>
        </p:grpSpPr>
        <p:pic>
          <p:nvPicPr>
            <p:cNvPr id="861" name="Picture 1065" descr="antenna_stylized">
              <a:extLst>
                <a:ext uri="{FF2B5EF4-FFF2-40B4-BE49-F238E27FC236}">
                  <a16:creationId xmlns:a16="http://schemas.microsoft.com/office/drawing/2014/main" id="{89E6A9D4-DB93-F9E8-61E8-F7E3FDE594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2" name="Picture 1066" descr="laptop_keyboard">
              <a:extLst>
                <a:ext uri="{FF2B5EF4-FFF2-40B4-BE49-F238E27FC236}">
                  <a16:creationId xmlns:a16="http://schemas.microsoft.com/office/drawing/2014/main" id="{6DA7C77A-09E7-4913-95F2-EF0286615D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3" name="Freeform 1067">
              <a:extLst>
                <a:ext uri="{FF2B5EF4-FFF2-40B4-BE49-F238E27FC236}">
                  <a16:creationId xmlns:a16="http://schemas.microsoft.com/office/drawing/2014/main" id="{E2BDD97B-55CC-847D-8369-425B8C12D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864" name="Picture 1068" descr="screen">
              <a:extLst>
                <a:ext uri="{FF2B5EF4-FFF2-40B4-BE49-F238E27FC236}">
                  <a16:creationId xmlns:a16="http://schemas.microsoft.com/office/drawing/2014/main" id="{F35C9371-18DC-C512-8240-B51C758C7B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5" name="Freeform 1069">
              <a:extLst>
                <a:ext uri="{FF2B5EF4-FFF2-40B4-BE49-F238E27FC236}">
                  <a16:creationId xmlns:a16="http://schemas.microsoft.com/office/drawing/2014/main" id="{C4270339-67EA-A49E-BE44-0EF57ACED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66" name="Freeform 1070">
              <a:extLst>
                <a:ext uri="{FF2B5EF4-FFF2-40B4-BE49-F238E27FC236}">
                  <a16:creationId xmlns:a16="http://schemas.microsoft.com/office/drawing/2014/main" id="{66C14BF8-73FE-BBB9-7A30-EBA03F14E4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67" name="Freeform 1071">
              <a:extLst>
                <a:ext uri="{FF2B5EF4-FFF2-40B4-BE49-F238E27FC236}">
                  <a16:creationId xmlns:a16="http://schemas.microsoft.com/office/drawing/2014/main" id="{C11CDC66-C6BC-C020-20F5-CD8D0059C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68" name="Freeform 1072">
              <a:extLst>
                <a:ext uri="{FF2B5EF4-FFF2-40B4-BE49-F238E27FC236}">
                  <a16:creationId xmlns:a16="http://schemas.microsoft.com/office/drawing/2014/main" id="{855FC21C-B0F6-B3DB-288B-1EB276D0E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69" name="Freeform 1073">
              <a:extLst>
                <a:ext uri="{FF2B5EF4-FFF2-40B4-BE49-F238E27FC236}">
                  <a16:creationId xmlns:a16="http://schemas.microsoft.com/office/drawing/2014/main" id="{F0849D19-D093-EB5E-C01C-42E7EBCBE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70" name="Freeform 1074">
              <a:extLst>
                <a:ext uri="{FF2B5EF4-FFF2-40B4-BE49-F238E27FC236}">
                  <a16:creationId xmlns:a16="http://schemas.microsoft.com/office/drawing/2014/main" id="{91F7214E-A962-1997-395D-6E0A26A13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871" name="Group 1075">
              <a:extLst>
                <a:ext uri="{FF2B5EF4-FFF2-40B4-BE49-F238E27FC236}">
                  <a16:creationId xmlns:a16="http://schemas.microsoft.com/office/drawing/2014/main" id="{692D926E-4BD7-A2DB-E539-82C7ABCCCE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878" name="Freeform 1076">
                <a:extLst>
                  <a:ext uri="{FF2B5EF4-FFF2-40B4-BE49-F238E27FC236}">
                    <a16:creationId xmlns:a16="http://schemas.microsoft.com/office/drawing/2014/main" id="{3D4E355D-616D-75DE-D98C-CE1158D0B5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79" name="Freeform 1077">
                <a:extLst>
                  <a:ext uri="{FF2B5EF4-FFF2-40B4-BE49-F238E27FC236}">
                    <a16:creationId xmlns:a16="http://schemas.microsoft.com/office/drawing/2014/main" id="{19D8EAB2-5AD7-60BF-1E3F-1C2B5BCDC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80" name="Freeform 1078">
                <a:extLst>
                  <a:ext uri="{FF2B5EF4-FFF2-40B4-BE49-F238E27FC236}">
                    <a16:creationId xmlns:a16="http://schemas.microsoft.com/office/drawing/2014/main" id="{9E7C1D32-0FB3-8E48-04E7-117379392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81" name="Freeform 1079">
                <a:extLst>
                  <a:ext uri="{FF2B5EF4-FFF2-40B4-BE49-F238E27FC236}">
                    <a16:creationId xmlns:a16="http://schemas.microsoft.com/office/drawing/2014/main" id="{66031D51-0067-8244-AB5B-45596AFF9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82" name="Freeform 1080">
                <a:extLst>
                  <a:ext uri="{FF2B5EF4-FFF2-40B4-BE49-F238E27FC236}">
                    <a16:creationId xmlns:a16="http://schemas.microsoft.com/office/drawing/2014/main" id="{43E6404B-39D2-587D-2461-CE5E663CF0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883" name="Freeform 1081">
                <a:extLst>
                  <a:ext uri="{FF2B5EF4-FFF2-40B4-BE49-F238E27FC236}">
                    <a16:creationId xmlns:a16="http://schemas.microsoft.com/office/drawing/2014/main" id="{1903B099-50BB-D8CA-CF33-FD4D059E8A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872" name="Freeform 1082">
              <a:extLst>
                <a:ext uri="{FF2B5EF4-FFF2-40B4-BE49-F238E27FC236}">
                  <a16:creationId xmlns:a16="http://schemas.microsoft.com/office/drawing/2014/main" id="{43655059-F51B-F442-012E-215068422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73" name="Freeform 1083">
              <a:extLst>
                <a:ext uri="{FF2B5EF4-FFF2-40B4-BE49-F238E27FC236}">
                  <a16:creationId xmlns:a16="http://schemas.microsoft.com/office/drawing/2014/main" id="{B92FF559-6C15-CECB-834F-32413C28BB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74" name="Freeform 1084">
              <a:extLst>
                <a:ext uri="{FF2B5EF4-FFF2-40B4-BE49-F238E27FC236}">
                  <a16:creationId xmlns:a16="http://schemas.microsoft.com/office/drawing/2014/main" id="{9AB670A6-6A41-1DF2-85AC-D1AA8E234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75" name="Freeform 1085">
              <a:extLst>
                <a:ext uri="{FF2B5EF4-FFF2-40B4-BE49-F238E27FC236}">
                  <a16:creationId xmlns:a16="http://schemas.microsoft.com/office/drawing/2014/main" id="{67CE2D86-E2B0-F417-562C-E7FB53BD9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76" name="Freeform 1086">
              <a:extLst>
                <a:ext uri="{FF2B5EF4-FFF2-40B4-BE49-F238E27FC236}">
                  <a16:creationId xmlns:a16="http://schemas.microsoft.com/office/drawing/2014/main" id="{4B65DAEE-B64F-87D0-2815-461423674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77" name="Freeform 1087">
              <a:extLst>
                <a:ext uri="{FF2B5EF4-FFF2-40B4-BE49-F238E27FC236}">
                  <a16:creationId xmlns:a16="http://schemas.microsoft.com/office/drawing/2014/main" id="{2450E5FE-3A4A-5D48-4EB6-09030A5D289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84" name="Group 590">
            <a:extLst>
              <a:ext uri="{FF2B5EF4-FFF2-40B4-BE49-F238E27FC236}">
                <a16:creationId xmlns:a16="http://schemas.microsoft.com/office/drawing/2014/main" id="{3426903C-6184-74EF-C88D-5FA466E736C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15432" y="4985743"/>
            <a:ext cx="259223" cy="240227"/>
            <a:chOff x="2839" y="3501"/>
            <a:chExt cx="755" cy="803"/>
          </a:xfrm>
        </p:grpSpPr>
        <p:pic>
          <p:nvPicPr>
            <p:cNvPr id="885" name="Picture 591" descr="desktop_computer_stylized_medium">
              <a:extLst>
                <a:ext uri="{FF2B5EF4-FFF2-40B4-BE49-F238E27FC236}">
                  <a16:creationId xmlns:a16="http://schemas.microsoft.com/office/drawing/2014/main" id="{E4DF0DBB-9493-C37D-078E-8D650D669E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6" name="Freeform 592">
              <a:extLst>
                <a:ext uri="{FF2B5EF4-FFF2-40B4-BE49-F238E27FC236}">
                  <a16:creationId xmlns:a16="http://schemas.microsoft.com/office/drawing/2014/main" id="{FEDD2C8F-C52A-1ED1-BAEF-B445886DD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87" name="Group 590">
            <a:extLst>
              <a:ext uri="{FF2B5EF4-FFF2-40B4-BE49-F238E27FC236}">
                <a16:creationId xmlns:a16="http://schemas.microsoft.com/office/drawing/2014/main" id="{66AC765E-90D0-FF3E-4763-5F9B52E65E7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4100" y="5001847"/>
            <a:ext cx="259223" cy="240227"/>
            <a:chOff x="2839" y="3501"/>
            <a:chExt cx="755" cy="803"/>
          </a:xfrm>
        </p:grpSpPr>
        <p:pic>
          <p:nvPicPr>
            <p:cNvPr id="888" name="Picture 591" descr="desktop_computer_stylized_medium">
              <a:extLst>
                <a:ext uri="{FF2B5EF4-FFF2-40B4-BE49-F238E27FC236}">
                  <a16:creationId xmlns:a16="http://schemas.microsoft.com/office/drawing/2014/main" id="{FDC8E50A-7E2A-021E-344E-B2241C5CA7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9" name="Freeform 592">
              <a:extLst>
                <a:ext uri="{FF2B5EF4-FFF2-40B4-BE49-F238E27FC236}">
                  <a16:creationId xmlns:a16="http://schemas.microsoft.com/office/drawing/2014/main" id="{5F2EA293-1F73-4C54-4357-086A7D684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90" name="Group 1064">
            <a:extLst>
              <a:ext uri="{FF2B5EF4-FFF2-40B4-BE49-F238E27FC236}">
                <a16:creationId xmlns:a16="http://schemas.microsoft.com/office/drawing/2014/main" id="{30A45050-73F4-5BBE-DC92-9ED11B1182D9}"/>
              </a:ext>
            </a:extLst>
          </p:cNvPr>
          <p:cNvGrpSpPr>
            <a:grpSpLocks/>
          </p:cNvGrpSpPr>
          <p:nvPr/>
        </p:nvGrpSpPr>
        <p:grpSpPr bwMode="auto">
          <a:xfrm>
            <a:off x="7151060" y="5203604"/>
            <a:ext cx="239448" cy="190034"/>
            <a:chOff x="877" y="1008"/>
            <a:chExt cx="2747" cy="2591"/>
          </a:xfrm>
        </p:grpSpPr>
        <p:pic>
          <p:nvPicPr>
            <p:cNvPr id="891" name="Picture 1065" descr="antenna_stylized">
              <a:extLst>
                <a:ext uri="{FF2B5EF4-FFF2-40B4-BE49-F238E27FC236}">
                  <a16:creationId xmlns:a16="http://schemas.microsoft.com/office/drawing/2014/main" id="{E771B87D-E407-93D5-B07D-C9AE6DF72A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2" name="Picture 1066" descr="laptop_keyboard">
              <a:extLst>
                <a:ext uri="{FF2B5EF4-FFF2-40B4-BE49-F238E27FC236}">
                  <a16:creationId xmlns:a16="http://schemas.microsoft.com/office/drawing/2014/main" id="{4FAB490E-E283-D25A-6D6C-D5F7A55C4D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3" name="Freeform 1067">
              <a:extLst>
                <a:ext uri="{FF2B5EF4-FFF2-40B4-BE49-F238E27FC236}">
                  <a16:creationId xmlns:a16="http://schemas.microsoft.com/office/drawing/2014/main" id="{B146017D-8B90-96EF-8745-3935DAB74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894" name="Picture 1068" descr="screen">
              <a:extLst>
                <a:ext uri="{FF2B5EF4-FFF2-40B4-BE49-F238E27FC236}">
                  <a16:creationId xmlns:a16="http://schemas.microsoft.com/office/drawing/2014/main" id="{0DCB4D13-044B-6EFB-32E7-A4F1364095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5" name="Freeform 1069">
              <a:extLst>
                <a:ext uri="{FF2B5EF4-FFF2-40B4-BE49-F238E27FC236}">
                  <a16:creationId xmlns:a16="http://schemas.microsoft.com/office/drawing/2014/main" id="{28524984-A048-8E84-419D-F6B2811C5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6" name="Freeform 1070">
              <a:extLst>
                <a:ext uri="{FF2B5EF4-FFF2-40B4-BE49-F238E27FC236}">
                  <a16:creationId xmlns:a16="http://schemas.microsoft.com/office/drawing/2014/main" id="{98152740-9086-7447-C906-4E6188214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7" name="Freeform 1071">
              <a:extLst>
                <a:ext uri="{FF2B5EF4-FFF2-40B4-BE49-F238E27FC236}">
                  <a16:creationId xmlns:a16="http://schemas.microsoft.com/office/drawing/2014/main" id="{5206A619-2D63-9507-167D-43223FB3D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8" name="Freeform 1072">
              <a:extLst>
                <a:ext uri="{FF2B5EF4-FFF2-40B4-BE49-F238E27FC236}">
                  <a16:creationId xmlns:a16="http://schemas.microsoft.com/office/drawing/2014/main" id="{F3428821-5857-9507-7284-07E058EEC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899" name="Freeform 1073">
              <a:extLst>
                <a:ext uri="{FF2B5EF4-FFF2-40B4-BE49-F238E27FC236}">
                  <a16:creationId xmlns:a16="http://schemas.microsoft.com/office/drawing/2014/main" id="{1C6CF2E1-2426-4717-CE17-89B1EA24E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00" name="Freeform 1074">
              <a:extLst>
                <a:ext uri="{FF2B5EF4-FFF2-40B4-BE49-F238E27FC236}">
                  <a16:creationId xmlns:a16="http://schemas.microsoft.com/office/drawing/2014/main" id="{F303F2BA-63E5-D80B-E54B-AAA8256E8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901" name="Group 1075">
              <a:extLst>
                <a:ext uri="{FF2B5EF4-FFF2-40B4-BE49-F238E27FC236}">
                  <a16:creationId xmlns:a16="http://schemas.microsoft.com/office/drawing/2014/main" id="{9BC974F9-96C2-4638-49EE-2D89D3A2A8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08" name="Freeform 1076">
                <a:extLst>
                  <a:ext uri="{FF2B5EF4-FFF2-40B4-BE49-F238E27FC236}">
                    <a16:creationId xmlns:a16="http://schemas.microsoft.com/office/drawing/2014/main" id="{E0C242E7-2531-CA7C-2715-C7194A651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09" name="Freeform 1077">
                <a:extLst>
                  <a:ext uri="{FF2B5EF4-FFF2-40B4-BE49-F238E27FC236}">
                    <a16:creationId xmlns:a16="http://schemas.microsoft.com/office/drawing/2014/main" id="{0ED60EC5-28C0-0EB4-6D57-0DAF3D3DC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10" name="Freeform 1078">
                <a:extLst>
                  <a:ext uri="{FF2B5EF4-FFF2-40B4-BE49-F238E27FC236}">
                    <a16:creationId xmlns:a16="http://schemas.microsoft.com/office/drawing/2014/main" id="{60C81E89-570F-9266-F367-3B230271BB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11" name="Freeform 1079">
                <a:extLst>
                  <a:ext uri="{FF2B5EF4-FFF2-40B4-BE49-F238E27FC236}">
                    <a16:creationId xmlns:a16="http://schemas.microsoft.com/office/drawing/2014/main" id="{106D2F93-FAEA-5CF3-39E4-399DBAF3E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12" name="Freeform 1080">
                <a:extLst>
                  <a:ext uri="{FF2B5EF4-FFF2-40B4-BE49-F238E27FC236}">
                    <a16:creationId xmlns:a16="http://schemas.microsoft.com/office/drawing/2014/main" id="{93E6EE9E-DF50-890E-5FBD-50C2E5821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13" name="Freeform 1081">
                <a:extLst>
                  <a:ext uri="{FF2B5EF4-FFF2-40B4-BE49-F238E27FC236}">
                    <a16:creationId xmlns:a16="http://schemas.microsoft.com/office/drawing/2014/main" id="{92606405-0F5D-3C05-9828-AB34DF1562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902" name="Freeform 1082">
              <a:extLst>
                <a:ext uri="{FF2B5EF4-FFF2-40B4-BE49-F238E27FC236}">
                  <a16:creationId xmlns:a16="http://schemas.microsoft.com/office/drawing/2014/main" id="{E96E53DB-1BA2-4CEF-B31A-195E35242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03" name="Freeform 1083">
              <a:extLst>
                <a:ext uri="{FF2B5EF4-FFF2-40B4-BE49-F238E27FC236}">
                  <a16:creationId xmlns:a16="http://schemas.microsoft.com/office/drawing/2014/main" id="{7F46BA35-0DBB-6BB3-DC97-63B103A67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04" name="Freeform 1084">
              <a:extLst>
                <a:ext uri="{FF2B5EF4-FFF2-40B4-BE49-F238E27FC236}">
                  <a16:creationId xmlns:a16="http://schemas.microsoft.com/office/drawing/2014/main" id="{6341A867-2540-2C6E-B5DE-237FDEB354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05" name="Freeform 1085">
              <a:extLst>
                <a:ext uri="{FF2B5EF4-FFF2-40B4-BE49-F238E27FC236}">
                  <a16:creationId xmlns:a16="http://schemas.microsoft.com/office/drawing/2014/main" id="{80E261E2-F51F-DE2F-C5ED-8ACBB703F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06" name="Freeform 1086">
              <a:extLst>
                <a:ext uri="{FF2B5EF4-FFF2-40B4-BE49-F238E27FC236}">
                  <a16:creationId xmlns:a16="http://schemas.microsoft.com/office/drawing/2014/main" id="{CEB939DD-0DA7-4D21-2CF5-9A0F2E1E9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07" name="Freeform 1087">
              <a:extLst>
                <a:ext uri="{FF2B5EF4-FFF2-40B4-BE49-F238E27FC236}">
                  <a16:creationId xmlns:a16="http://schemas.microsoft.com/office/drawing/2014/main" id="{BC086FB6-C246-C67E-E384-DAAB9A67B28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914" name="Freeform 984">
            <a:extLst>
              <a:ext uri="{FF2B5EF4-FFF2-40B4-BE49-F238E27FC236}">
                <a16:creationId xmlns:a16="http://schemas.microsoft.com/office/drawing/2014/main" id="{EB5DD9C4-BB4B-997E-622B-CE867307E061}"/>
              </a:ext>
            </a:extLst>
          </p:cNvPr>
          <p:cNvSpPr>
            <a:spLocks/>
          </p:cNvSpPr>
          <p:nvPr/>
        </p:nvSpPr>
        <p:spPr bwMode="auto">
          <a:xfrm>
            <a:off x="7615195" y="5084978"/>
            <a:ext cx="25537" cy="249693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5" name="Freeform 986">
            <a:extLst>
              <a:ext uri="{FF2B5EF4-FFF2-40B4-BE49-F238E27FC236}">
                <a16:creationId xmlns:a16="http://schemas.microsoft.com/office/drawing/2014/main" id="{D57256FC-2F06-C44E-F71A-1857A13C0EEC}"/>
              </a:ext>
            </a:extLst>
          </p:cNvPr>
          <p:cNvSpPr>
            <a:spLocks/>
          </p:cNvSpPr>
          <p:nvPr/>
        </p:nvSpPr>
        <p:spPr bwMode="auto">
          <a:xfrm>
            <a:off x="7619978" y="5099942"/>
            <a:ext cx="15250" cy="231015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6" name="Freeform 987">
            <a:extLst>
              <a:ext uri="{FF2B5EF4-FFF2-40B4-BE49-F238E27FC236}">
                <a16:creationId xmlns:a16="http://schemas.microsoft.com/office/drawing/2014/main" id="{679CC7AF-55BD-4CDE-0924-EDF8D51F1965}"/>
              </a:ext>
            </a:extLst>
          </p:cNvPr>
          <p:cNvSpPr>
            <a:spLocks/>
          </p:cNvSpPr>
          <p:nvPr/>
        </p:nvSpPr>
        <p:spPr bwMode="auto">
          <a:xfrm>
            <a:off x="7616639" y="5216815"/>
            <a:ext cx="23732" cy="20644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17" name="Rectangle 988">
            <a:extLst>
              <a:ext uri="{FF2B5EF4-FFF2-40B4-BE49-F238E27FC236}">
                <a16:creationId xmlns:a16="http://schemas.microsoft.com/office/drawing/2014/main" id="{27F34226-7B60-6C58-82BD-073AD30E7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113050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918" name="Group 989">
            <a:extLst>
              <a:ext uri="{FF2B5EF4-FFF2-40B4-BE49-F238E27FC236}">
                <a16:creationId xmlns:a16="http://schemas.microsoft.com/office/drawing/2014/main" id="{796D98B0-4AAB-5D51-3E28-98914B84EDFC}"/>
              </a:ext>
            </a:extLst>
          </p:cNvPr>
          <p:cNvGrpSpPr>
            <a:grpSpLocks/>
          </p:cNvGrpSpPr>
          <p:nvPr/>
        </p:nvGrpSpPr>
        <p:grpSpPr bwMode="auto">
          <a:xfrm>
            <a:off x="7568362" y="5110647"/>
            <a:ext cx="52427" cy="15838"/>
            <a:chOff x="614" y="2568"/>
            <a:chExt cx="725" cy="139"/>
          </a:xfrm>
        </p:grpSpPr>
        <p:sp>
          <p:nvSpPr>
            <p:cNvPr id="919" name="AutoShape 990">
              <a:extLst>
                <a:ext uri="{FF2B5EF4-FFF2-40B4-BE49-F238E27FC236}">
                  <a16:creationId xmlns:a16="http://schemas.microsoft.com/office/drawing/2014/main" id="{3683375D-616A-52D1-5997-88450971A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0" name="AutoShape 991">
              <a:extLst>
                <a:ext uri="{FF2B5EF4-FFF2-40B4-BE49-F238E27FC236}">
                  <a16:creationId xmlns:a16="http://schemas.microsoft.com/office/drawing/2014/main" id="{D24F9624-14B2-5469-7332-0240DB364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21" name="Rectangle 992">
            <a:extLst>
              <a:ext uri="{FF2B5EF4-FFF2-40B4-BE49-F238E27FC236}">
                <a16:creationId xmlns:a16="http://schemas.microsoft.com/office/drawing/2014/main" id="{FCA63E6B-E7C6-AAD4-05AF-FF0665918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149313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922" name="Group 993">
            <a:extLst>
              <a:ext uri="{FF2B5EF4-FFF2-40B4-BE49-F238E27FC236}">
                <a16:creationId xmlns:a16="http://schemas.microsoft.com/office/drawing/2014/main" id="{53C44550-6D0E-30DD-0A73-CBD54E92B0ED}"/>
              </a:ext>
            </a:extLst>
          </p:cNvPr>
          <p:cNvGrpSpPr>
            <a:grpSpLocks/>
          </p:cNvGrpSpPr>
          <p:nvPr/>
        </p:nvGrpSpPr>
        <p:grpSpPr bwMode="auto">
          <a:xfrm>
            <a:off x="7568182" y="5146255"/>
            <a:ext cx="52427" cy="14636"/>
            <a:chOff x="614" y="2568"/>
            <a:chExt cx="725" cy="139"/>
          </a:xfrm>
        </p:grpSpPr>
        <p:sp>
          <p:nvSpPr>
            <p:cNvPr id="923" name="AutoShape 994">
              <a:extLst>
                <a:ext uri="{FF2B5EF4-FFF2-40B4-BE49-F238E27FC236}">
                  <a16:creationId xmlns:a16="http://schemas.microsoft.com/office/drawing/2014/main" id="{673EBF83-1792-60E8-1928-04687CCBB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4" name="AutoShape 995">
              <a:extLst>
                <a:ext uri="{FF2B5EF4-FFF2-40B4-BE49-F238E27FC236}">
                  <a16:creationId xmlns:a16="http://schemas.microsoft.com/office/drawing/2014/main" id="{E5B857AD-F1EF-8A24-6856-74EF7D8A9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25" name="Rectangle 996">
            <a:extLst>
              <a:ext uri="{FF2B5EF4-FFF2-40B4-BE49-F238E27FC236}">
                <a16:creationId xmlns:a16="http://schemas.microsoft.com/office/drawing/2014/main" id="{F9E88B0F-82C8-224A-1D76-749CDA9DC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185576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26" name="Rectangle 997">
            <a:extLst>
              <a:ext uri="{FF2B5EF4-FFF2-40B4-BE49-F238E27FC236}">
                <a16:creationId xmlns:a16="http://schemas.microsoft.com/office/drawing/2014/main" id="{EF90C9FB-23F2-362E-87D3-3BB84D3A0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529" y="5218454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927" name="Group 998">
            <a:extLst>
              <a:ext uri="{FF2B5EF4-FFF2-40B4-BE49-F238E27FC236}">
                <a16:creationId xmlns:a16="http://schemas.microsoft.com/office/drawing/2014/main" id="{9C8A618A-9304-36EA-8DB8-4E58458440E2}"/>
              </a:ext>
            </a:extLst>
          </p:cNvPr>
          <p:cNvGrpSpPr>
            <a:grpSpLocks/>
          </p:cNvGrpSpPr>
          <p:nvPr/>
        </p:nvGrpSpPr>
        <p:grpSpPr bwMode="auto">
          <a:xfrm>
            <a:off x="7567099" y="5215396"/>
            <a:ext cx="52518" cy="16493"/>
            <a:chOff x="614" y="2568"/>
            <a:chExt cx="725" cy="139"/>
          </a:xfrm>
        </p:grpSpPr>
        <p:sp>
          <p:nvSpPr>
            <p:cNvPr id="928" name="AutoShape 999">
              <a:extLst>
                <a:ext uri="{FF2B5EF4-FFF2-40B4-BE49-F238E27FC236}">
                  <a16:creationId xmlns:a16="http://schemas.microsoft.com/office/drawing/2014/main" id="{0B0805BD-F206-DD92-5C9E-895A17C23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9" name="AutoShape 1000">
              <a:extLst>
                <a:ext uri="{FF2B5EF4-FFF2-40B4-BE49-F238E27FC236}">
                  <a16:creationId xmlns:a16="http://schemas.microsoft.com/office/drawing/2014/main" id="{41087A8C-4FBF-E39A-8824-20764B429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30" name="Freeform 1001">
            <a:extLst>
              <a:ext uri="{FF2B5EF4-FFF2-40B4-BE49-F238E27FC236}">
                <a16:creationId xmlns:a16="http://schemas.microsoft.com/office/drawing/2014/main" id="{B717D4F1-D3AB-0C78-4A42-32BEDE5D98E1}"/>
              </a:ext>
            </a:extLst>
          </p:cNvPr>
          <p:cNvSpPr>
            <a:spLocks/>
          </p:cNvSpPr>
          <p:nvPr/>
        </p:nvSpPr>
        <p:spPr bwMode="auto">
          <a:xfrm>
            <a:off x="7617001" y="5185576"/>
            <a:ext cx="23732" cy="2053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931" name="Group 1002">
            <a:extLst>
              <a:ext uri="{FF2B5EF4-FFF2-40B4-BE49-F238E27FC236}">
                <a16:creationId xmlns:a16="http://schemas.microsoft.com/office/drawing/2014/main" id="{ECF5110B-A152-C54A-A8C2-2E97D1AA4C99}"/>
              </a:ext>
            </a:extLst>
          </p:cNvPr>
          <p:cNvGrpSpPr>
            <a:grpSpLocks/>
          </p:cNvGrpSpPr>
          <p:nvPr/>
        </p:nvGrpSpPr>
        <p:grpSpPr bwMode="auto">
          <a:xfrm>
            <a:off x="7567460" y="5182627"/>
            <a:ext cx="52518" cy="15182"/>
            <a:chOff x="614" y="2568"/>
            <a:chExt cx="725" cy="139"/>
          </a:xfrm>
        </p:grpSpPr>
        <p:sp>
          <p:nvSpPr>
            <p:cNvPr id="932" name="AutoShape 1003">
              <a:extLst>
                <a:ext uri="{FF2B5EF4-FFF2-40B4-BE49-F238E27FC236}">
                  <a16:creationId xmlns:a16="http://schemas.microsoft.com/office/drawing/2014/main" id="{4070A7D0-D5FD-3F45-41D9-856F5B827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33" name="AutoShape 1004">
              <a:extLst>
                <a:ext uri="{FF2B5EF4-FFF2-40B4-BE49-F238E27FC236}">
                  <a16:creationId xmlns:a16="http://schemas.microsoft.com/office/drawing/2014/main" id="{D68BE83D-1F9A-E8E9-EFC1-41AF7CCB7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934" name="Rectangle 1005">
            <a:extLst>
              <a:ext uri="{FF2B5EF4-FFF2-40B4-BE49-F238E27FC236}">
                <a16:creationId xmlns:a16="http://schemas.microsoft.com/office/drawing/2014/main" id="{ACFC17F4-6A5F-E9F2-3FDF-D6B0359ED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209" y="5084541"/>
            <a:ext cx="6317" cy="24958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35" name="Freeform 1006">
            <a:extLst>
              <a:ext uri="{FF2B5EF4-FFF2-40B4-BE49-F238E27FC236}">
                <a16:creationId xmlns:a16="http://schemas.microsoft.com/office/drawing/2014/main" id="{EAB25099-CEE3-30D0-0771-F102471E2244}"/>
              </a:ext>
            </a:extLst>
          </p:cNvPr>
          <p:cNvSpPr>
            <a:spLocks/>
          </p:cNvSpPr>
          <p:nvPr/>
        </p:nvSpPr>
        <p:spPr bwMode="auto">
          <a:xfrm>
            <a:off x="7619166" y="5147675"/>
            <a:ext cx="21386" cy="23265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6" name="Freeform 1007">
            <a:extLst>
              <a:ext uri="{FF2B5EF4-FFF2-40B4-BE49-F238E27FC236}">
                <a16:creationId xmlns:a16="http://schemas.microsoft.com/office/drawing/2014/main" id="{B72672FD-20E2-35CD-14D4-6BC5C8E2D883}"/>
              </a:ext>
            </a:extLst>
          </p:cNvPr>
          <p:cNvSpPr>
            <a:spLocks/>
          </p:cNvSpPr>
          <p:nvPr/>
        </p:nvSpPr>
        <p:spPr bwMode="auto">
          <a:xfrm>
            <a:off x="7619436" y="5111958"/>
            <a:ext cx="22018" cy="26215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7" name="Oval 1008">
            <a:extLst>
              <a:ext uri="{FF2B5EF4-FFF2-40B4-BE49-F238E27FC236}">
                <a16:creationId xmlns:a16="http://schemas.microsoft.com/office/drawing/2014/main" id="{0DAD7794-F3D6-BE90-A8F9-BF4719A05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483" y="5322875"/>
            <a:ext cx="4512" cy="10376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38" name="Freeform 1009">
            <a:extLst>
              <a:ext uri="{FF2B5EF4-FFF2-40B4-BE49-F238E27FC236}">
                <a16:creationId xmlns:a16="http://schemas.microsoft.com/office/drawing/2014/main" id="{C7217DCE-B5F9-0454-0A42-983A0D6D041D}"/>
              </a:ext>
            </a:extLst>
          </p:cNvPr>
          <p:cNvSpPr>
            <a:spLocks/>
          </p:cNvSpPr>
          <p:nvPr/>
        </p:nvSpPr>
        <p:spPr bwMode="auto">
          <a:xfrm>
            <a:off x="7618263" y="5323203"/>
            <a:ext cx="22108" cy="21845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39" name="AutoShape 1010">
            <a:extLst>
              <a:ext uri="{FF2B5EF4-FFF2-40B4-BE49-F238E27FC236}">
                <a16:creationId xmlns:a16="http://schemas.microsoft.com/office/drawing/2014/main" id="{E65413F9-612B-24D7-B186-61214DAD9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408" y="5329866"/>
            <a:ext cx="107924" cy="1638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40" name="AutoShape 1011">
            <a:extLst>
              <a:ext uri="{FF2B5EF4-FFF2-40B4-BE49-F238E27FC236}">
                <a16:creationId xmlns:a16="http://schemas.microsoft.com/office/drawing/2014/main" id="{4437D2E2-677C-724B-3337-85F1F1154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334125"/>
            <a:ext cx="96193" cy="86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41" name="Oval 1012">
            <a:extLst>
              <a:ext uri="{FF2B5EF4-FFF2-40B4-BE49-F238E27FC236}">
                <a16:creationId xmlns:a16="http://schemas.microsoft.com/office/drawing/2014/main" id="{B05D5577-3A65-1395-B2E2-533D2EA49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657" y="5297861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42" name="Oval 1013">
            <a:extLst>
              <a:ext uri="{FF2B5EF4-FFF2-40B4-BE49-F238E27FC236}">
                <a16:creationId xmlns:a16="http://schemas.microsoft.com/office/drawing/2014/main" id="{82B06900-A60D-01AA-ED11-A732369C1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900" y="5297861"/>
            <a:ext cx="14348" cy="1551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35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943" name="Oval 1014">
            <a:extLst>
              <a:ext uri="{FF2B5EF4-FFF2-40B4-BE49-F238E27FC236}">
                <a16:creationId xmlns:a16="http://schemas.microsoft.com/office/drawing/2014/main" id="{87D7CF90-A09B-EEA9-4194-3BB5024FA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151" y="5297861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44" name="Rectangle 1015">
            <a:extLst>
              <a:ext uri="{FF2B5EF4-FFF2-40B4-BE49-F238E27FC236}">
                <a16:creationId xmlns:a16="http://schemas.microsoft.com/office/drawing/2014/main" id="{F52F7DE4-0341-3331-8CCD-A383659F1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7058" y="5238333"/>
            <a:ext cx="7219" cy="82904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27CDC758-0B5B-5486-2849-6B1C691B32FF}"/>
              </a:ext>
            </a:extLst>
          </p:cNvPr>
          <p:cNvSpPr/>
          <p:nvPr/>
        </p:nvSpPr>
        <p:spPr>
          <a:xfrm>
            <a:off x="4904937" y="1881686"/>
            <a:ext cx="4019550" cy="3715971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946" name="Group 945">
            <a:extLst>
              <a:ext uri="{FF2B5EF4-FFF2-40B4-BE49-F238E27FC236}">
                <a16:creationId xmlns:a16="http://schemas.microsoft.com/office/drawing/2014/main" id="{EF8F99F8-76DB-F39E-5654-05CE594FD3D6}"/>
              </a:ext>
            </a:extLst>
          </p:cNvPr>
          <p:cNvGrpSpPr/>
          <p:nvPr/>
        </p:nvGrpSpPr>
        <p:grpSpPr>
          <a:xfrm>
            <a:off x="5760243" y="2217878"/>
            <a:ext cx="2066572" cy="3188003"/>
            <a:chOff x="7680324" y="1814171"/>
            <a:chExt cx="2755429" cy="4250670"/>
          </a:xfrm>
        </p:grpSpPr>
        <p:grpSp>
          <p:nvGrpSpPr>
            <p:cNvPr id="947" name="Group 652">
              <a:extLst>
                <a:ext uri="{FF2B5EF4-FFF2-40B4-BE49-F238E27FC236}">
                  <a16:creationId xmlns:a16="http://schemas.microsoft.com/office/drawing/2014/main" id="{BBEDFAA7-E528-2905-DF36-27DD8D8A78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954" name="Picture 653" descr="iphone_stylized_small">
                <a:extLst>
                  <a:ext uri="{FF2B5EF4-FFF2-40B4-BE49-F238E27FC236}">
                    <a16:creationId xmlns:a16="http://schemas.microsoft.com/office/drawing/2014/main" id="{DD02F900-7A8B-1433-13EF-85D963174E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55" name="Picture 654" descr="antenna_radiation_stylized">
                <a:extLst>
                  <a:ext uri="{FF2B5EF4-FFF2-40B4-BE49-F238E27FC236}">
                    <a16:creationId xmlns:a16="http://schemas.microsoft.com/office/drawing/2014/main" id="{C6C5F331-24C4-B3B4-0A71-52577677B3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48" name="Group 590">
              <a:extLst>
                <a:ext uri="{FF2B5EF4-FFF2-40B4-BE49-F238E27FC236}">
                  <a16:creationId xmlns:a16="http://schemas.microsoft.com/office/drawing/2014/main" id="{687FEF8A-92AA-20C0-EA52-CED6B55D7A2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952" name="Picture 591" descr="desktop_computer_stylized_medium">
                <a:extLst>
                  <a:ext uri="{FF2B5EF4-FFF2-40B4-BE49-F238E27FC236}">
                    <a16:creationId xmlns:a16="http://schemas.microsoft.com/office/drawing/2014/main" id="{D78D1BD4-8148-0F50-191A-005771F2F65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3" name="Freeform 592">
                <a:extLst>
                  <a:ext uri="{FF2B5EF4-FFF2-40B4-BE49-F238E27FC236}">
                    <a16:creationId xmlns:a16="http://schemas.microsoft.com/office/drawing/2014/main" id="{A8A44F68-76BF-23C4-3164-105729094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949" name="Oval 948">
              <a:extLst>
                <a:ext uri="{FF2B5EF4-FFF2-40B4-BE49-F238E27FC236}">
                  <a16:creationId xmlns:a16="http://schemas.microsoft.com/office/drawing/2014/main" id="{61C48EC3-3F83-8787-B8B2-B68B550BA71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50" name="Oval 949">
              <a:extLst>
                <a:ext uri="{FF2B5EF4-FFF2-40B4-BE49-F238E27FC236}">
                  <a16:creationId xmlns:a16="http://schemas.microsoft.com/office/drawing/2014/main" id="{EAA0013A-737F-16D9-AEB5-49E1FA055739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51" name="Oval 950">
              <a:extLst>
                <a:ext uri="{FF2B5EF4-FFF2-40B4-BE49-F238E27FC236}">
                  <a16:creationId xmlns:a16="http://schemas.microsoft.com/office/drawing/2014/main" id="{23251C34-C699-C2FF-C034-757A4FCB6D6D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956" name="Line 913">
            <a:extLst>
              <a:ext uri="{FF2B5EF4-FFF2-40B4-BE49-F238E27FC236}">
                <a16:creationId xmlns:a16="http://schemas.microsoft.com/office/drawing/2014/main" id="{C2C3F461-FA05-8F03-D999-929627EAA0F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32967" y="4963369"/>
            <a:ext cx="1067765" cy="21702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7" name="Line 911">
            <a:extLst>
              <a:ext uri="{FF2B5EF4-FFF2-40B4-BE49-F238E27FC236}">
                <a16:creationId xmlns:a16="http://schemas.microsoft.com/office/drawing/2014/main" id="{8D5A16B3-C8DC-7C83-848D-7328F98D92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7838" y="2580726"/>
            <a:ext cx="1275159" cy="2539604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58" name="Content Placeholder 3">
            <a:extLst>
              <a:ext uri="{FF2B5EF4-FFF2-40B4-BE49-F238E27FC236}">
                <a16:creationId xmlns:a16="http://schemas.microsoft.com/office/drawing/2014/main" id="{7087E949-2BED-2152-9787-69F1D91E340F}"/>
              </a:ext>
            </a:extLst>
          </p:cNvPr>
          <p:cNvSpPr txBox="1">
            <a:spLocks/>
          </p:cNvSpPr>
          <p:nvPr/>
        </p:nvSpPr>
        <p:spPr>
          <a:xfrm>
            <a:off x="666883" y="2127085"/>
            <a:ext cx="4476374" cy="3731024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server: </a:t>
            </a:r>
          </a:p>
          <a:p>
            <a:pPr marL="350044" indent="-175022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always-on host</a:t>
            </a:r>
          </a:p>
          <a:p>
            <a:pPr marL="350044" indent="-175022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permanent IP address</a:t>
            </a:r>
          </a:p>
          <a:p>
            <a:pPr marL="350044" indent="-175022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often in data centers, for scaling</a:t>
            </a:r>
          </a:p>
          <a:p>
            <a:pPr marL="264319" indent="-166688" defTabSz="685800">
              <a:spcBef>
                <a:spcPct val="75000"/>
              </a:spcBef>
              <a:buNone/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clients:</a:t>
            </a:r>
          </a:p>
          <a:p>
            <a:pPr marL="350044" indent="-175022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contact, communicate with server</a:t>
            </a:r>
          </a:p>
          <a:p>
            <a:pPr marL="350044" indent="-175022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may be intermittently connected</a:t>
            </a:r>
          </a:p>
          <a:p>
            <a:pPr marL="350044" indent="-175022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may have dynamic IP addresses</a:t>
            </a:r>
          </a:p>
          <a:p>
            <a:pPr marL="350044" indent="-175022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do </a:t>
            </a: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not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communicate directly with each other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examples: HTTP, IMAP, FTP</a:t>
            </a:r>
          </a:p>
        </p:txBody>
      </p:sp>
      <p:grpSp>
        <p:nvGrpSpPr>
          <p:cNvPr id="959" name="Group 950">
            <a:extLst>
              <a:ext uri="{FF2B5EF4-FFF2-40B4-BE49-F238E27FC236}">
                <a16:creationId xmlns:a16="http://schemas.microsoft.com/office/drawing/2014/main" id="{5FED5268-75EA-8C92-118B-C77F91DA62EA}"/>
              </a:ext>
            </a:extLst>
          </p:cNvPr>
          <p:cNvGrpSpPr>
            <a:grpSpLocks/>
          </p:cNvGrpSpPr>
          <p:nvPr/>
        </p:nvGrpSpPr>
        <p:grpSpPr bwMode="auto">
          <a:xfrm>
            <a:off x="7501881" y="5069550"/>
            <a:ext cx="161231" cy="302940"/>
            <a:chOff x="4140" y="429"/>
            <a:chExt cx="1425" cy="2396"/>
          </a:xfrm>
        </p:grpSpPr>
        <p:sp>
          <p:nvSpPr>
            <p:cNvPr id="960" name="Freeform 951">
              <a:extLst>
                <a:ext uri="{FF2B5EF4-FFF2-40B4-BE49-F238E27FC236}">
                  <a16:creationId xmlns:a16="http://schemas.microsoft.com/office/drawing/2014/main" id="{D8D7B59E-09F3-236E-71AC-BA67C1C8C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1" name="Rectangle 952">
              <a:extLst>
                <a:ext uri="{FF2B5EF4-FFF2-40B4-BE49-F238E27FC236}">
                  <a16:creationId xmlns:a16="http://schemas.microsoft.com/office/drawing/2014/main" id="{FD86C896-847F-6517-B7C8-525A1BD06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" name="Freeform 953">
              <a:extLst>
                <a:ext uri="{FF2B5EF4-FFF2-40B4-BE49-F238E27FC236}">
                  <a16:creationId xmlns:a16="http://schemas.microsoft.com/office/drawing/2014/main" id="{F3A11074-5D0B-6B7B-E28D-C1D88F65B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3" name="Freeform 954">
              <a:extLst>
                <a:ext uri="{FF2B5EF4-FFF2-40B4-BE49-F238E27FC236}">
                  <a16:creationId xmlns:a16="http://schemas.microsoft.com/office/drawing/2014/main" id="{5A4B2EE1-6CCA-27DF-3589-9440F17A2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4" name="Rectangle 955">
              <a:extLst>
                <a:ext uri="{FF2B5EF4-FFF2-40B4-BE49-F238E27FC236}">
                  <a16:creationId xmlns:a16="http://schemas.microsoft.com/office/drawing/2014/main" id="{D351B815-3879-FEFE-FF77-D5E2410B8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65" name="Group 956">
              <a:extLst>
                <a:ext uri="{FF2B5EF4-FFF2-40B4-BE49-F238E27FC236}">
                  <a16:creationId xmlns:a16="http://schemas.microsoft.com/office/drawing/2014/main" id="{76D1841F-0EBE-F496-8CEC-65F04DA0BA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90" name="AutoShape 957">
                <a:extLst>
                  <a:ext uri="{FF2B5EF4-FFF2-40B4-BE49-F238E27FC236}">
                    <a16:creationId xmlns:a16="http://schemas.microsoft.com/office/drawing/2014/main" id="{1910953E-1EEB-50C3-2879-1E6AD6A46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91" name="AutoShape 958">
                <a:extLst>
                  <a:ext uri="{FF2B5EF4-FFF2-40B4-BE49-F238E27FC236}">
                    <a16:creationId xmlns:a16="http://schemas.microsoft.com/office/drawing/2014/main" id="{44ACEBC1-D61D-213A-69F1-48DA13B0E5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66" name="Rectangle 959">
              <a:extLst>
                <a:ext uri="{FF2B5EF4-FFF2-40B4-BE49-F238E27FC236}">
                  <a16:creationId xmlns:a16="http://schemas.microsoft.com/office/drawing/2014/main" id="{050E065F-4D1F-F65E-1D1A-EC986C04F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67" name="Group 960">
              <a:extLst>
                <a:ext uri="{FF2B5EF4-FFF2-40B4-BE49-F238E27FC236}">
                  <a16:creationId xmlns:a16="http://schemas.microsoft.com/office/drawing/2014/main" id="{BADF24B1-3E60-32C9-A800-D915E112CC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88" name="AutoShape 961">
                <a:extLst>
                  <a:ext uri="{FF2B5EF4-FFF2-40B4-BE49-F238E27FC236}">
                    <a16:creationId xmlns:a16="http://schemas.microsoft.com/office/drawing/2014/main" id="{599EE092-7CD4-F1E1-2E84-D119A0557E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89" name="AutoShape 962">
                <a:extLst>
                  <a:ext uri="{FF2B5EF4-FFF2-40B4-BE49-F238E27FC236}">
                    <a16:creationId xmlns:a16="http://schemas.microsoft.com/office/drawing/2014/main" id="{E8C09E61-145B-F760-71E7-E21E780B9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68" name="Rectangle 963">
              <a:extLst>
                <a:ext uri="{FF2B5EF4-FFF2-40B4-BE49-F238E27FC236}">
                  <a16:creationId xmlns:a16="http://schemas.microsoft.com/office/drawing/2014/main" id="{B7B03BCF-C8F0-424C-D5B0-55E2B931F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9" name="Rectangle 964">
              <a:extLst>
                <a:ext uri="{FF2B5EF4-FFF2-40B4-BE49-F238E27FC236}">
                  <a16:creationId xmlns:a16="http://schemas.microsoft.com/office/drawing/2014/main" id="{7D7260A7-CBD7-734E-C9FD-E037F7F69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970" name="Group 965">
              <a:extLst>
                <a:ext uri="{FF2B5EF4-FFF2-40B4-BE49-F238E27FC236}">
                  <a16:creationId xmlns:a16="http://schemas.microsoft.com/office/drawing/2014/main" id="{75F07A74-CC72-1530-B9BB-668214F10B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86" name="AutoShape 966">
                <a:extLst>
                  <a:ext uri="{FF2B5EF4-FFF2-40B4-BE49-F238E27FC236}">
                    <a16:creationId xmlns:a16="http://schemas.microsoft.com/office/drawing/2014/main" id="{3F15C4CD-10A8-21D8-4A12-0157AD95E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87" name="AutoShape 967">
                <a:extLst>
                  <a:ext uri="{FF2B5EF4-FFF2-40B4-BE49-F238E27FC236}">
                    <a16:creationId xmlns:a16="http://schemas.microsoft.com/office/drawing/2014/main" id="{B59D8490-6706-6A4D-8EF6-EE8B64544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71" name="Freeform 968">
              <a:extLst>
                <a:ext uri="{FF2B5EF4-FFF2-40B4-BE49-F238E27FC236}">
                  <a16:creationId xmlns:a16="http://schemas.microsoft.com/office/drawing/2014/main" id="{4273DC50-8354-7C57-CBA6-7C730F7C2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972" name="Group 969">
              <a:extLst>
                <a:ext uri="{FF2B5EF4-FFF2-40B4-BE49-F238E27FC236}">
                  <a16:creationId xmlns:a16="http://schemas.microsoft.com/office/drawing/2014/main" id="{7C9759E8-0F58-5F37-A93F-EBBF0DC5D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84" name="AutoShape 970">
                <a:extLst>
                  <a:ext uri="{FF2B5EF4-FFF2-40B4-BE49-F238E27FC236}">
                    <a16:creationId xmlns:a16="http://schemas.microsoft.com/office/drawing/2014/main" id="{A061C48C-5F20-9797-6B36-104D4BB9F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985" name="AutoShape 971">
                <a:extLst>
                  <a:ext uri="{FF2B5EF4-FFF2-40B4-BE49-F238E27FC236}">
                    <a16:creationId xmlns:a16="http://schemas.microsoft.com/office/drawing/2014/main" id="{21619787-1DD4-FA4C-2163-A391979CE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973" name="Rectangle 972">
              <a:extLst>
                <a:ext uri="{FF2B5EF4-FFF2-40B4-BE49-F238E27FC236}">
                  <a16:creationId xmlns:a16="http://schemas.microsoft.com/office/drawing/2014/main" id="{01AD60F4-64C7-DD02-C50C-139275D22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74" name="Freeform 973">
              <a:extLst>
                <a:ext uri="{FF2B5EF4-FFF2-40B4-BE49-F238E27FC236}">
                  <a16:creationId xmlns:a16="http://schemas.microsoft.com/office/drawing/2014/main" id="{98ADA94C-0CCB-977E-3E3F-A903B60B5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5" name="Freeform 974">
              <a:extLst>
                <a:ext uri="{FF2B5EF4-FFF2-40B4-BE49-F238E27FC236}">
                  <a16:creationId xmlns:a16="http://schemas.microsoft.com/office/drawing/2014/main" id="{ABC69F09-34EA-8734-6CAD-CFE0E277D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6" name="Oval 975">
              <a:extLst>
                <a:ext uri="{FF2B5EF4-FFF2-40B4-BE49-F238E27FC236}">
                  <a16:creationId xmlns:a16="http://schemas.microsoft.com/office/drawing/2014/main" id="{3F8716F2-6C87-F3CC-E8C9-4359C5D78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77" name="Freeform 976">
              <a:extLst>
                <a:ext uri="{FF2B5EF4-FFF2-40B4-BE49-F238E27FC236}">
                  <a16:creationId xmlns:a16="http://schemas.microsoft.com/office/drawing/2014/main" id="{A3D57872-8ADF-E5D2-F86E-E9A51C838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8" name="AutoShape 977">
              <a:extLst>
                <a:ext uri="{FF2B5EF4-FFF2-40B4-BE49-F238E27FC236}">
                  <a16:creationId xmlns:a16="http://schemas.microsoft.com/office/drawing/2014/main" id="{9C32F5AA-0712-09A7-E8C7-F685EDB5C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79" name="AutoShape 978">
              <a:extLst>
                <a:ext uri="{FF2B5EF4-FFF2-40B4-BE49-F238E27FC236}">
                  <a16:creationId xmlns:a16="http://schemas.microsoft.com/office/drawing/2014/main" id="{3A47FB55-B107-55B3-117B-AA9DE4392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0" name="Oval 979">
              <a:extLst>
                <a:ext uri="{FF2B5EF4-FFF2-40B4-BE49-F238E27FC236}">
                  <a16:creationId xmlns:a16="http://schemas.microsoft.com/office/drawing/2014/main" id="{59F9C8DA-49D5-C7CB-F15A-7AD45A042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1" name="Oval 980">
              <a:extLst>
                <a:ext uri="{FF2B5EF4-FFF2-40B4-BE49-F238E27FC236}">
                  <a16:creationId xmlns:a16="http://schemas.microsoft.com/office/drawing/2014/main" id="{079CD974-027B-CD73-FAEE-BAA4A8D31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35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2" name="Oval 981">
              <a:extLst>
                <a:ext uri="{FF2B5EF4-FFF2-40B4-BE49-F238E27FC236}">
                  <a16:creationId xmlns:a16="http://schemas.microsoft.com/office/drawing/2014/main" id="{B318A1E3-52FE-F3C7-18F7-F5D6C67A7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3" name="Rectangle 982">
              <a:extLst>
                <a:ext uri="{FF2B5EF4-FFF2-40B4-BE49-F238E27FC236}">
                  <a16:creationId xmlns:a16="http://schemas.microsoft.com/office/drawing/2014/main" id="{078B5D69-1C6C-DC78-DDF2-22995A7F5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6017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layer: </a:t>
            </a:r>
            <a:r>
              <a:rPr lang="en-US" altLang="zh-CN" dirty="0"/>
              <a:t>Paradigm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Peer-peer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reeform 370">
            <a:extLst>
              <a:ext uri="{FF2B5EF4-FFF2-40B4-BE49-F238E27FC236}">
                <a16:creationId xmlns:a16="http://schemas.microsoft.com/office/drawing/2014/main" id="{3528B5F2-0FDF-18AA-7E18-F13B6A4DB881}"/>
              </a:ext>
            </a:extLst>
          </p:cNvPr>
          <p:cNvSpPr/>
          <p:nvPr/>
        </p:nvSpPr>
        <p:spPr>
          <a:xfrm>
            <a:off x="6738892" y="3156584"/>
            <a:ext cx="843605" cy="1003436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Freeform 417">
            <a:extLst>
              <a:ext uri="{FF2B5EF4-FFF2-40B4-BE49-F238E27FC236}">
                <a16:creationId xmlns:a16="http://schemas.microsoft.com/office/drawing/2014/main" id="{23075795-F5D1-8E16-48F0-BB29B12DF32C}"/>
              </a:ext>
            </a:extLst>
          </p:cNvPr>
          <p:cNvSpPr>
            <a:spLocks/>
          </p:cNvSpPr>
          <p:nvPr/>
        </p:nvSpPr>
        <p:spPr bwMode="auto">
          <a:xfrm>
            <a:off x="5455557" y="2226776"/>
            <a:ext cx="1302544" cy="988278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Rectangle 419">
            <a:extLst>
              <a:ext uri="{FF2B5EF4-FFF2-40B4-BE49-F238E27FC236}">
                <a16:creationId xmlns:a16="http://schemas.microsoft.com/office/drawing/2014/main" id="{0356AEE6-DAE4-638E-31B0-8293C171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9306" y="3522059"/>
            <a:ext cx="740249" cy="502217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0" name="AutoShape 420">
            <a:extLst>
              <a:ext uri="{FF2B5EF4-FFF2-40B4-BE49-F238E27FC236}">
                <a16:creationId xmlns:a16="http://schemas.microsoft.com/office/drawing/2014/main" id="{A0A5521A-F3E3-00FC-5CD0-437C918CB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4013" y="3324188"/>
            <a:ext cx="1094184" cy="238388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srgbClr val="00CCFF"/>
              </a:solidFill>
              <a:latin typeface="Arial" panose="020B0604020202020204" pitchFamily="34" charset="0"/>
            </a:endParaRPr>
          </a:p>
        </p:txBody>
      </p:sp>
      <p:sp>
        <p:nvSpPr>
          <p:cNvPr id="11" name="Freeform 427">
            <a:extLst>
              <a:ext uri="{FF2B5EF4-FFF2-40B4-BE49-F238E27FC236}">
                <a16:creationId xmlns:a16="http://schemas.microsoft.com/office/drawing/2014/main" id="{3317C8C9-EA44-D60C-CEEF-1A570C94D92E}"/>
              </a:ext>
            </a:extLst>
          </p:cNvPr>
          <p:cNvSpPr>
            <a:spLocks/>
          </p:cNvSpPr>
          <p:nvPr/>
        </p:nvSpPr>
        <p:spPr bwMode="auto">
          <a:xfrm>
            <a:off x="5784301" y="4369601"/>
            <a:ext cx="2309813" cy="1248966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Box 580">
            <a:extLst>
              <a:ext uri="{FF2B5EF4-FFF2-40B4-BE49-F238E27FC236}">
                <a16:creationId xmlns:a16="http://schemas.microsoft.com/office/drawing/2014/main" id="{9489F286-6188-CB92-1AE1-51A90BFD5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6" y="1973596"/>
            <a:ext cx="1048685" cy="25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mobile network</a:t>
            </a:r>
          </a:p>
        </p:txBody>
      </p:sp>
      <p:sp>
        <p:nvSpPr>
          <p:cNvPr id="13" name="Text Box 580">
            <a:extLst>
              <a:ext uri="{FF2B5EF4-FFF2-40B4-BE49-F238E27FC236}">
                <a16:creationId xmlns:a16="http://schemas.microsoft.com/office/drawing/2014/main" id="{DB10CF5F-E8E5-B341-9E33-267B44C37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6" y="4001192"/>
            <a:ext cx="1466735" cy="224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home network</a:t>
            </a:r>
          </a:p>
        </p:txBody>
      </p:sp>
      <p:sp>
        <p:nvSpPr>
          <p:cNvPr id="14" name="Text Box 580">
            <a:extLst>
              <a:ext uri="{FF2B5EF4-FFF2-40B4-BE49-F238E27FC236}">
                <a16:creationId xmlns:a16="http://schemas.microsoft.com/office/drawing/2014/main" id="{06C9F8B0-7A20-AD22-E461-BF97E7068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181" y="5192082"/>
            <a:ext cx="946093" cy="35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enterprise</a:t>
            </a:r>
          </a:p>
          <a:p>
            <a:pPr defTabSz="685800">
              <a:lnSpc>
                <a:spcPct val="8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en-US" altLang="en-US" sz="1050" dirty="0">
                <a:solidFill>
                  <a:prstClr val="black"/>
                </a:solidFill>
                <a:latin typeface="Calibri" panose="020F0502020204030204"/>
              </a:rPr>
              <a:t>          network</a:t>
            </a:r>
          </a:p>
        </p:txBody>
      </p:sp>
      <p:sp>
        <p:nvSpPr>
          <p:cNvPr id="15" name="Freeform 371">
            <a:extLst>
              <a:ext uri="{FF2B5EF4-FFF2-40B4-BE49-F238E27FC236}">
                <a16:creationId xmlns:a16="http://schemas.microsoft.com/office/drawing/2014/main" id="{EADBB9C3-261C-4D72-F2B3-AC7392452BC8}"/>
              </a:ext>
            </a:extLst>
          </p:cNvPr>
          <p:cNvSpPr/>
          <p:nvPr/>
        </p:nvSpPr>
        <p:spPr>
          <a:xfrm>
            <a:off x="7666610" y="3241905"/>
            <a:ext cx="954875" cy="145181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C66C8C-5E52-F5F2-2B28-B13317C66669}"/>
              </a:ext>
            </a:extLst>
          </p:cNvPr>
          <p:cNvGrpSpPr/>
          <p:nvPr/>
        </p:nvGrpSpPr>
        <p:grpSpPr>
          <a:xfrm>
            <a:off x="8128275" y="3803288"/>
            <a:ext cx="515545" cy="541161"/>
            <a:chOff x="5203089" y="1751190"/>
            <a:chExt cx="858331" cy="662414"/>
          </a:xfrm>
        </p:grpSpPr>
        <p:sp>
          <p:nvSpPr>
            <p:cNvPr id="17" name="Freeform 381">
              <a:extLst>
                <a:ext uri="{FF2B5EF4-FFF2-40B4-BE49-F238E27FC236}">
                  <a16:creationId xmlns:a16="http://schemas.microsoft.com/office/drawing/2014/main" id="{B8E6055B-FEA7-E225-8102-BBA4C781FAF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8" name="Freeform 382">
              <a:extLst>
                <a:ext uri="{FF2B5EF4-FFF2-40B4-BE49-F238E27FC236}">
                  <a16:creationId xmlns:a16="http://schemas.microsoft.com/office/drawing/2014/main" id="{1078656A-475F-E45C-8821-B2A385982BFC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17175FC-856C-C677-6C20-2DC7B542EAE3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8F3222-C360-B227-07C9-09356DE8DBC5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C95D2EC-3DDC-7381-1977-565429C3037A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CA93BD5-D183-3F85-C212-DCCA6B0F98D2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72C8CE2-DBBD-1BE6-7946-6FC0E0627847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927F3F-61FE-7CB9-B8C5-B3DA609D0E2D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BD3E785-D30E-F539-56F9-24395F476D44}"/>
              </a:ext>
            </a:extLst>
          </p:cNvPr>
          <p:cNvGrpSpPr/>
          <p:nvPr/>
        </p:nvGrpSpPr>
        <p:grpSpPr>
          <a:xfrm>
            <a:off x="8078379" y="3252878"/>
            <a:ext cx="445960" cy="486252"/>
            <a:chOff x="5203089" y="1751190"/>
            <a:chExt cx="858331" cy="662414"/>
          </a:xfrm>
        </p:grpSpPr>
        <p:sp>
          <p:nvSpPr>
            <p:cNvPr id="26" name="Freeform 398">
              <a:extLst>
                <a:ext uri="{FF2B5EF4-FFF2-40B4-BE49-F238E27FC236}">
                  <a16:creationId xmlns:a16="http://schemas.microsoft.com/office/drawing/2014/main" id="{FEB4285C-C313-E6FA-5A7A-B5D9ABA42F21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Freeform 399">
              <a:extLst>
                <a:ext uri="{FF2B5EF4-FFF2-40B4-BE49-F238E27FC236}">
                  <a16:creationId xmlns:a16="http://schemas.microsoft.com/office/drawing/2014/main" id="{D5447133-DB13-B757-E1E5-1BA42ACF6DA2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E797F6C-5135-5339-399C-3366997C6397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5C7B694-26F6-00DA-42B6-3E4C4E8D3011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9182136-7454-438E-3B9B-AC3A189CFE57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B99C51D-C8DE-E9E7-281F-56909270FA1A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3E6572A-1B43-17FB-9E6B-5F2807BA7251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CC217E0-EDAE-0AED-8F22-90DEDAFF3C48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Freeform 561">
            <a:extLst>
              <a:ext uri="{FF2B5EF4-FFF2-40B4-BE49-F238E27FC236}">
                <a16:creationId xmlns:a16="http://schemas.microsoft.com/office/drawing/2014/main" id="{CB4C423E-68D8-1475-837D-1F8F34C80487}"/>
              </a:ext>
            </a:extLst>
          </p:cNvPr>
          <p:cNvSpPr/>
          <p:nvPr/>
        </p:nvSpPr>
        <p:spPr>
          <a:xfrm>
            <a:off x="7155610" y="2193782"/>
            <a:ext cx="1123398" cy="1039841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7C1156-E8EE-5188-0852-AA77CC7888C7}"/>
              </a:ext>
            </a:extLst>
          </p:cNvPr>
          <p:cNvSpPr txBox="1"/>
          <p:nvPr/>
        </p:nvSpPr>
        <p:spPr>
          <a:xfrm>
            <a:off x="7070401" y="2245647"/>
            <a:ext cx="1334020" cy="237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national or global ISP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E4C65A3-4FD1-8479-AC90-40D9FFF59BE2}"/>
              </a:ext>
            </a:extLst>
          </p:cNvPr>
          <p:cNvSpPr/>
          <p:nvPr/>
        </p:nvSpPr>
        <p:spPr>
          <a:xfrm>
            <a:off x="6959301" y="3615682"/>
            <a:ext cx="229312" cy="148385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F7BA16-7F96-5B9A-1BC2-913F7D04A146}"/>
              </a:ext>
            </a:extLst>
          </p:cNvPr>
          <p:cNvSpPr txBox="1"/>
          <p:nvPr/>
        </p:nvSpPr>
        <p:spPr>
          <a:xfrm>
            <a:off x="6574622" y="3443189"/>
            <a:ext cx="780479" cy="528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local or regional ISP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6718D4-7CAA-E1F4-E751-C9F1EE0E8DEA}"/>
              </a:ext>
            </a:extLst>
          </p:cNvPr>
          <p:cNvSpPr txBox="1"/>
          <p:nvPr/>
        </p:nvSpPr>
        <p:spPr>
          <a:xfrm>
            <a:off x="8188325" y="4365703"/>
            <a:ext cx="654346" cy="3105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datacenter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788" dirty="0">
                <a:solidFill>
                  <a:prstClr val="black"/>
                </a:solidFill>
                <a:latin typeface="Calibri" panose="020F0502020204030204"/>
              </a:rPr>
              <a:t>network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1E7023-0A5B-83D1-57C9-92E46633DBC1}"/>
              </a:ext>
            </a:extLst>
          </p:cNvPr>
          <p:cNvSpPr txBox="1"/>
          <p:nvPr/>
        </p:nvSpPr>
        <p:spPr>
          <a:xfrm>
            <a:off x="7547264" y="4028436"/>
            <a:ext cx="678391" cy="528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content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provider </a:t>
            </a:r>
          </a:p>
          <a:p>
            <a:pPr defTabSz="685800">
              <a:lnSpc>
                <a:spcPct val="90000"/>
              </a:lnSpc>
              <a:defRPr/>
            </a:pPr>
            <a:r>
              <a:rPr lang="en-US" sz="1050" dirty="0">
                <a:solidFill>
                  <a:prstClr val="black"/>
                </a:solidFill>
                <a:latin typeface="Calibri" panose="020F0502020204030204"/>
              </a:rPr>
              <a:t>network</a:t>
            </a:r>
            <a:endParaRPr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738C78D-B9BC-124C-1B44-3F0C590024E8}"/>
              </a:ext>
            </a:extLst>
          </p:cNvPr>
          <p:cNvCxnSpPr>
            <a:cxnSpLocks/>
          </p:cNvCxnSpPr>
          <p:nvPr/>
        </p:nvCxnSpPr>
        <p:spPr>
          <a:xfrm flipH="1" flipV="1">
            <a:off x="7919940" y="3542344"/>
            <a:ext cx="309723" cy="477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27D2025-38F7-3D20-5FDB-6E7DE5A027DC}"/>
              </a:ext>
            </a:extLst>
          </p:cNvPr>
          <p:cNvCxnSpPr>
            <a:cxnSpLocks/>
          </p:cNvCxnSpPr>
          <p:nvPr/>
        </p:nvCxnSpPr>
        <p:spPr>
          <a:xfrm flipH="1" flipV="1">
            <a:off x="7995626" y="3587764"/>
            <a:ext cx="259400" cy="554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3D8EBA3-3FE9-FD11-3910-6C7B4AFF746D}"/>
              </a:ext>
            </a:extLst>
          </p:cNvPr>
          <p:cNvCxnSpPr>
            <a:cxnSpLocks/>
          </p:cNvCxnSpPr>
          <p:nvPr/>
        </p:nvCxnSpPr>
        <p:spPr>
          <a:xfrm flipV="1">
            <a:off x="7977673" y="3582316"/>
            <a:ext cx="251990" cy="296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D06EB5-F7C1-0BE2-DE0F-74E63999F50D}"/>
              </a:ext>
            </a:extLst>
          </p:cNvPr>
          <p:cNvCxnSpPr>
            <a:cxnSpLocks/>
          </p:cNvCxnSpPr>
          <p:nvPr/>
        </p:nvCxnSpPr>
        <p:spPr>
          <a:xfrm flipH="1" flipV="1">
            <a:off x="7928081" y="3553422"/>
            <a:ext cx="1" cy="3643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CD3CBDC-B062-A267-AB4C-B3BF21BCDCE2}"/>
              </a:ext>
            </a:extLst>
          </p:cNvPr>
          <p:cNvCxnSpPr>
            <a:cxnSpLocks/>
          </p:cNvCxnSpPr>
          <p:nvPr/>
        </p:nvCxnSpPr>
        <p:spPr>
          <a:xfrm flipH="1" flipV="1">
            <a:off x="7912966" y="3910982"/>
            <a:ext cx="381407" cy="2614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CFBC953-49F1-4A99-E048-EF20C991EA3A}"/>
              </a:ext>
            </a:extLst>
          </p:cNvPr>
          <p:cNvCxnSpPr>
            <a:cxnSpLocks/>
          </p:cNvCxnSpPr>
          <p:nvPr/>
        </p:nvCxnSpPr>
        <p:spPr>
          <a:xfrm flipH="1">
            <a:off x="7421397" y="392305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F05DF53-FF8A-1758-BAE9-DF13E99DC683}"/>
              </a:ext>
            </a:extLst>
          </p:cNvPr>
          <p:cNvCxnSpPr>
            <a:cxnSpLocks/>
          </p:cNvCxnSpPr>
          <p:nvPr/>
        </p:nvCxnSpPr>
        <p:spPr>
          <a:xfrm flipH="1">
            <a:off x="6914712" y="3923057"/>
            <a:ext cx="4915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04F5EEF-F708-CFE1-3F1F-11B140E6EDE0}"/>
              </a:ext>
            </a:extLst>
          </p:cNvPr>
          <p:cNvCxnSpPr>
            <a:cxnSpLocks/>
          </p:cNvCxnSpPr>
          <p:nvPr/>
        </p:nvCxnSpPr>
        <p:spPr>
          <a:xfrm flipH="1">
            <a:off x="6957651" y="3488004"/>
            <a:ext cx="286818" cy="3877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A71F169-4AA4-AF18-360D-717FC91742BC}"/>
              </a:ext>
            </a:extLst>
          </p:cNvPr>
          <p:cNvCxnSpPr>
            <a:cxnSpLocks/>
          </p:cNvCxnSpPr>
          <p:nvPr/>
        </p:nvCxnSpPr>
        <p:spPr>
          <a:xfrm>
            <a:off x="7299802" y="3488004"/>
            <a:ext cx="0" cy="405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C955AA-EA4E-9EB9-14BE-B8EFDFB92306}"/>
              </a:ext>
            </a:extLst>
          </p:cNvPr>
          <p:cNvCxnSpPr/>
          <p:nvPr/>
        </p:nvCxnSpPr>
        <p:spPr>
          <a:xfrm>
            <a:off x="7603251" y="2923269"/>
            <a:ext cx="366131" cy="629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3C93E69-809B-B8BD-E0A4-DF237F6558AD}"/>
              </a:ext>
            </a:extLst>
          </p:cNvPr>
          <p:cNvCxnSpPr>
            <a:cxnSpLocks/>
          </p:cNvCxnSpPr>
          <p:nvPr/>
        </p:nvCxnSpPr>
        <p:spPr>
          <a:xfrm flipH="1">
            <a:off x="7349039" y="2878510"/>
            <a:ext cx="285324" cy="52110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4F424DAD-2407-468F-B4F3-21F3C946D01C}"/>
              </a:ext>
            </a:extLst>
          </p:cNvPr>
          <p:cNvGrpSpPr/>
          <p:nvPr/>
        </p:nvGrpSpPr>
        <p:grpSpPr>
          <a:xfrm>
            <a:off x="5671679" y="2452744"/>
            <a:ext cx="2684150" cy="2730212"/>
            <a:chOff x="7562238" y="2127325"/>
            <a:chExt cx="3578867" cy="364028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634DC906-9B4C-A9E7-9652-63876851F7F3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57" name="Line 428">
                <a:extLst>
                  <a:ext uri="{FF2B5EF4-FFF2-40B4-BE49-F238E27FC236}">
                    <a16:creationId xmlns:a16="http://schemas.microsoft.com/office/drawing/2014/main" id="{F93C9D47-8F24-BD53-0B9E-FC36634105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8" name="Line 430">
                <a:extLst>
                  <a:ext uri="{FF2B5EF4-FFF2-40B4-BE49-F238E27FC236}">
                    <a16:creationId xmlns:a16="http://schemas.microsoft.com/office/drawing/2014/main" id="{5456E988-27BA-7DAC-495E-67BE9F7ED5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9" name="Line 431">
                <a:extLst>
                  <a:ext uri="{FF2B5EF4-FFF2-40B4-BE49-F238E27FC236}">
                    <a16:creationId xmlns:a16="http://schemas.microsoft.com/office/drawing/2014/main" id="{4A7C6F53-BE81-CBEE-20B9-42B4F6BCE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0" name="Line 432">
                <a:extLst>
                  <a:ext uri="{FF2B5EF4-FFF2-40B4-BE49-F238E27FC236}">
                    <a16:creationId xmlns:a16="http://schemas.microsoft.com/office/drawing/2014/main" id="{1159E565-81E6-0158-8A96-109C0E8F9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1" name="Line 433">
                <a:extLst>
                  <a:ext uri="{FF2B5EF4-FFF2-40B4-BE49-F238E27FC236}">
                    <a16:creationId xmlns:a16="http://schemas.microsoft.com/office/drawing/2014/main" id="{0484A0A5-AF33-9C22-70A2-434AA88F1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2" name="Line 435">
                <a:extLst>
                  <a:ext uri="{FF2B5EF4-FFF2-40B4-BE49-F238E27FC236}">
                    <a16:creationId xmlns:a16="http://schemas.microsoft.com/office/drawing/2014/main" id="{AA6A66DD-DABE-7A18-2A33-2C50DCCE6D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3" name="Line 436">
                <a:extLst>
                  <a:ext uri="{FF2B5EF4-FFF2-40B4-BE49-F238E27FC236}">
                    <a16:creationId xmlns:a16="http://schemas.microsoft.com/office/drawing/2014/main" id="{6474D38D-21D0-634B-8709-3DB7BF5F80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12" name="Line 439">
                <a:extLst>
                  <a:ext uri="{FF2B5EF4-FFF2-40B4-BE49-F238E27FC236}">
                    <a16:creationId xmlns:a16="http://schemas.microsoft.com/office/drawing/2014/main" id="{651587F6-6979-F05E-A28D-64450ED52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513" name="Line 440">
                <a:extLst>
                  <a:ext uri="{FF2B5EF4-FFF2-40B4-BE49-F238E27FC236}">
                    <a16:creationId xmlns:a16="http://schemas.microsoft.com/office/drawing/2014/main" id="{C6B9BAD8-2516-9084-C383-9700FE801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92" name="Line 441">
                <a:extLst>
                  <a:ext uri="{FF2B5EF4-FFF2-40B4-BE49-F238E27FC236}">
                    <a16:creationId xmlns:a16="http://schemas.microsoft.com/office/drawing/2014/main" id="{1324A934-BEA1-2119-BC00-28D7F073CA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93" name="Line 443">
                <a:extLst>
                  <a:ext uri="{FF2B5EF4-FFF2-40B4-BE49-F238E27FC236}">
                    <a16:creationId xmlns:a16="http://schemas.microsoft.com/office/drawing/2014/main" id="{DB7F0E50-87E6-6BFA-E8A9-892301217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94" name="Line 449">
                <a:extLst>
                  <a:ext uri="{FF2B5EF4-FFF2-40B4-BE49-F238E27FC236}">
                    <a16:creationId xmlns:a16="http://schemas.microsoft.com/office/drawing/2014/main" id="{71765DDE-34B7-129B-1B45-BC445ADD4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95" name="Line 428">
                <a:extLst>
                  <a:ext uri="{FF2B5EF4-FFF2-40B4-BE49-F238E27FC236}">
                    <a16:creationId xmlns:a16="http://schemas.microsoft.com/office/drawing/2014/main" id="{21C9261B-D8AB-96B9-0136-19BEDF651B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996" name="Line 440">
                <a:extLst>
                  <a:ext uri="{FF2B5EF4-FFF2-40B4-BE49-F238E27FC236}">
                    <a16:creationId xmlns:a16="http://schemas.microsoft.com/office/drawing/2014/main" id="{B6DF6BBB-9A3E-D815-1877-78216BB66F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997" name="Straight Connector 996">
                <a:extLst>
                  <a:ext uri="{FF2B5EF4-FFF2-40B4-BE49-F238E27FC236}">
                    <a16:creationId xmlns:a16="http://schemas.microsoft.com/office/drawing/2014/main" id="{DEB489A5-0026-B586-3DEB-F1A490BEC899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8" name="Straight Connector 997">
                <a:extLst>
                  <a:ext uri="{FF2B5EF4-FFF2-40B4-BE49-F238E27FC236}">
                    <a16:creationId xmlns:a16="http://schemas.microsoft.com/office/drawing/2014/main" id="{7ED34C05-3938-DA8D-5C8C-9BA1779DBAD0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9" name="Straight Connector 998">
                <a:extLst>
                  <a:ext uri="{FF2B5EF4-FFF2-40B4-BE49-F238E27FC236}">
                    <a16:creationId xmlns:a16="http://schemas.microsoft.com/office/drawing/2014/main" id="{D84D87B0-187A-41AD-DF46-18C42BF71AC4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0" name="Straight Connector 999">
                <a:extLst>
                  <a:ext uri="{FF2B5EF4-FFF2-40B4-BE49-F238E27FC236}">
                    <a16:creationId xmlns:a16="http://schemas.microsoft.com/office/drawing/2014/main" id="{85E0BA3F-1BC5-C885-7A70-4FBCE6B88168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1" name="Straight Connector 1000">
                <a:extLst>
                  <a:ext uri="{FF2B5EF4-FFF2-40B4-BE49-F238E27FC236}">
                    <a16:creationId xmlns:a16="http://schemas.microsoft.com/office/drawing/2014/main" id="{453C7C2A-138E-205A-3572-1A752125F711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2" name="Straight Connector 1001">
                <a:extLst>
                  <a:ext uri="{FF2B5EF4-FFF2-40B4-BE49-F238E27FC236}">
                    <a16:creationId xmlns:a16="http://schemas.microsoft.com/office/drawing/2014/main" id="{D1FC334F-EB5F-35C4-A02A-9693856F8FC6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3" name="Straight Connector 1002">
                <a:extLst>
                  <a:ext uri="{FF2B5EF4-FFF2-40B4-BE49-F238E27FC236}">
                    <a16:creationId xmlns:a16="http://schemas.microsoft.com/office/drawing/2014/main" id="{609E360A-C775-33E6-60D9-C991B8D4576C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4" name="Straight Connector 1003">
                <a:extLst>
                  <a:ext uri="{FF2B5EF4-FFF2-40B4-BE49-F238E27FC236}">
                    <a16:creationId xmlns:a16="http://schemas.microsoft.com/office/drawing/2014/main" id="{EC84D196-A865-1CCB-21D3-68EDB17C0171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5" name="Line 541">
                <a:extLst>
                  <a:ext uri="{FF2B5EF4-FFF2-40B4-BE49-F238E27FC236}">
                    <a16:creationId xmlns:a16="http://schemas.microsoft.com/office/drawing/2014/main" id="{FEB87CE0-146D-14E2-EDBD-A6594444C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006" name="Line 424">
                <a:extLst>
                  <a:ext uri="{FF2B5EF4-FFF2-40B4-BE49-F238E27FC236}">
                    <a16:creationId xmlns:a16="http://schemas.microsoft.com/office/drawing/2014/main" id="{C8BFDC6E-6551-9D7C-31B7-DA40B1975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pic>
          <p:nvPicPr>
            <p:cNvPr id="53" name="Picture 778" descr="antenna_radiation_stylized">
              <a:extLst>
                <a:ext uri="{FF2B5EF4-FFF2-40B4-BE49-F238E27FC236}">
                  <a16:creationId xmlns:a16="http://schemas.microsoft.com/office/drawing/2014/main" id="{D5D2D1BD-5148-B454-3E28-2A2A3D2DCB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4" name="Picture 781" descr="antenna_radiation_stylized">
              <a:extLst>
                <a:ext uri="{FF2B5EF4-FFF2-40B4-BE49-F238E27FC236}">
                  <a16:creationId xmlns:a16="http://schemas.microsoft.com/office/drawing/2014/main" id="{9E714E01-B679-10D4-6A6C-0D482173B0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5" name="Picture 799" descr="cell_tower_radiation copy">
              <a:extLst>
                <a:ext uri="{FF2B5EF4-FFF2-40B4-BE49-F238E27FC236}">
                  <a16:creationId xmlns:a16="http://schemas.microsoft.com/office/drawing/2014/main" id="{E17E2EA8-9E18-4BEE-7F78-BBEE08EAE2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" name="Oval 800">
              <a:extLst>
                <a:ext uri="{FF2B5EF4-FFF2-40B4-BE49-F238E27FC236}">
                  <a16:creationId xmlns:a16="http://schemas.microsoft.com/office/drawing/2014/main" id="{079F778C-40B7-C67A-7937-D1AB97932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07" name="Line 426">
            <a:extLst>
              <a:ext uri="{FF2B5EF4-FFF2-40B4-BE49-F238E27FC236}">
                <a16:creationId xmlns:a16="http://schemas.microsoft.com/office/drawing/2014/main" id="{C760C655-6231-C9E1-13E7-53EF5CFAC98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5895" y="2882519"/>
            <a:ext cx="170973" cy="1307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08" name="Group 783">
            <a:extLst>
              <a:ext uri="{FF2B5EF4-FFF2-40B4-BE49-F238E27FC236}">
                <a16:creationId xmlns:a16="http://schemas.microsoft.com/office/drawing/2014/main" id="{D6950814-B74D-2150-CAEE-82F2A4D4B419}"/>
              </a:ext>
            </a:extLst>
          </p:cNvPr>
          <p:cNvGrpSpPr>
            <a:grpSpLocks/>
          </p:cNvGrpSpPr>
          <p:nvPr/>
        </p:nvGrpSpPr>
        <p:grpSpPr bwMode="auto">
          <a:xfrm>
            <a:off x="6038023" y="2589282"/>
            <a:ext cx="223838" cy="348006"/>
            <a:chOff x="3130" y="3288"/>
            <a:chExt cx="410" cy="742"/>
          </a:xfrm>
        </p:grpSpPr>
        <p:sp>
          <p:nvSpPr>
            <p:cNvPr id="1009" name="Line 270">
              <a:extLst>
                <a:ext uri="{FF2B5EF4-FFF2-40B4-BE49-F238E27FC236}">
                  <a16:creationId xmlns:a16="http://schemas.microsoft.com/office/drawing/2014/main" id="{5A5F37A9-ABCE-B72C-C2B2-6B1F7A11E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10" name="Line 271">
              <a:extLst>
                <a:ext uri="{FF2B5EF4-FFF2-40B4-BE49-F238E27FC236}">
                  <a16:creationId xmlns:a16="http://schemas.microsoft.com/office/drawing/2014/main" id="{AA39F5E4-3909-5E80-1761-F16882039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11" name="Line 272">
              <a:extLst>
                <a:ext uri="{FF2B5EF4-FFF2-40B4-BE49-F238E27FC236}">
                  <a16:creationId xmlns:a16="http://schemas.microsoft.com/office/drawing/2014/main" id="{8C25CC4F-A6F2-280D-F344-49866C46B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12" name="Line 273">
              <a:extLst>
                <a:ext uri="{FF2B5EF4-FFF2-40B4-BE49-F238E27FC236}">
                  <a16:creationId xmlns:a16="http://schemas.microsoft.com/office/drawing/2014/main" id="{E9FD5AE4-F952-26DD-C3F6-4CBE5E29D1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13" name="Line 274">
              <a:extLst>
                <a:ext uri="{FF2B5EF4-FFF2-40B4-BE49-F238E27FC236}">
                  <a16:creationId xmlns:a16="http://schemas.microsoft.com/office/drawing/2014/main" id="{96120C94-3D66-90EA-C71A-B9AD77099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14" name="Line 275">
              <a:extLst>
                <a:ext uri="{FF2B5EF4-FFF2-40B4-BE49-F238E27FC236}">
                  <a16:creationId xmlns:a16="http://schemas.microsoft.com/office/drawing/2014/main" id="{0EC4D469-C5EA-DAF0-A253-F3B080182A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15" name="Line 276">
              <a:extLst>
                <a:ext uri="{FF2B5EF4-FFF2-40B4-BE49-F238E27FC236}">
                  <a16:creationId xmlns:a16="http://schemas.microsoft.com/office/drawing/2014/main" id="{35260607-B89A-32C6-18E1-CADA0B411E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16" name="Line 277">
              <a:extLst>
                <a:ext uri="{FF2B5EF4-FFF2-40B4-BE49-F238E27FC236}">
                  <a16:creationId xmlns:a16="http://schemas.microsoft.com/office/drawing/2014/main" id="{A18CD018-5A35-2D57-54C5-858043DEB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17" name="Line 278">
              <a:extLst>
                <a:ext uri="{FF2B5EF4-FFF2-40B4-BE49-F238E27FC236}">
                  <a16:creationId xmlns:a16="http://schemas.microsoft.com/office/drawing/2014/main" id="{C06264A5-B592-74AF-E5A8-830431F02B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18" name="Line 279">
              <a:extLst>
                <a:ext uri="{FF2B5EF4-FFF2-40B4-BE49-F238E27FC236}">
                  <a16:creationId xmlns:a16="http://schemas.microsoft.com/office/drawing/2014/main" id="{F1EEC1A1-CDD1-B111-2ED6-A25D90DAB7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19" name="Line 280">
              <a:extLst>
                <a:ext uri="{FF2B5EF4-FFF2-40B4-BE49-F238E27FC236}">
                  <a16:creationId xmlns:a16="http://schemas.microsoft.com/office/drawing/2014/main" id="{EA64092C-2AE0-EB8F-831B-F8E22B8FD4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20" name="Line 281">
              <a:extLst>
                <a:ext uri="{FF2B5EF4-FFF2-40B4-BE49-F238E27FC236}">
                  <a16:creationId xmlns:a16="http://schemas.microsoft.com/office/drawing/2014/main" id="{59BED27B-B145-8FC4-C7A0-4A72265E20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21" name="Line 282">
              <a:extLst>
                <a:ext uri="{FF2B5EF4-FFF2-40B4-BE49-F238E27FC236}">
                  <a16:creationId xmlns:a16="http://schemas.microsoft.com/office/drawing/2014/main" id="{3ACDE370-D734-DE84-AE54-77F05EC1D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22" name="Line 283">
              <a:extLst>
                <a:ext uri="{FF2B5EF4-FFF2-40B4-BE49-F238E27FC236}">
                  <a16:creationId xmlns:a16="http://schemas.microsoft.com/office/drawing/2014/main" id="{E0BD2696-2CC3-9F8D-11D1-E8A05CEFF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023" name="Line 284">
              <a:extLst>
                <a:ext uri="{FF2B5EF4-FFF2-40B4-BE49-F238E27FC236}">
                  <a16:creationId xmlns:a16="http://schemas.microsoft.com/office/drawing/2014/main" id="{06C1A765-842F-2062-06AD-478538DF79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pic>
        <p:nvPicPr>
          <p:cNvPr id="1024" name="Picture 777" descr="access_point_stylized_small">
            <a:extLst>
              <a:ext uri="{FF2B5EF4-FFF2-40B4-BE49-F238E27FC236}">
                <a16:creationId xmlns:a16="http://schemas.microsoft.com/office/drawing/2014/main" id="{46515F1B-C96C-9704-64AC-7DE52104F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0412" y="3753675"/>
            <a:ext cx="277627" cy="23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" name="Picture 780" descr="access_point_stylized_small">
            <a:extLst>
              <a:ext uri="{FF2B5EF4-FFF2-40B4-BE49-F238E27FC236}">
                <a16:creationId xmlns:a16="http://schemas.microsoft.com/office/drawing/2014/main" id="{B93320A4-2261-7AAB-A279-D458CBEAF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958" y="5000424"/>
            <a:ext cx="285701" cy="238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6" name="Group 1025">
            <a:extLst>
              <a:ext uri="{FF2B5EF4-FFF2-40B4-BE49-F238E27FC236}">
                <a16:creationId xmlns:a16="http://schemas.microsoft.com/office/drawing/2014/main" id="{3830BC4F-29FC-77A7-6441-964D6F12A673}"/>
              </a:ext>
            </a:extLst>
          </p:cNvPr>
          <p:cNvGrpSpPr/>
          <p:nvPr/>
        </p:nvGrpSpPr>
        <p:grpSpPr>
          <a:xfrm>
            <a:off x="7337669" y="4599737"/>
            <a:ext cx="295320" cy="163934"/>
            <a:chOff x="7493876" y="2774731"/>
            <a:chExt cx="1481958" cy="894622"/>
          </a:xfrm>
        </p:grpSpPr>
        <p:sp>
          <p:nvSpPr>
            <p:cNvPr id="1027" name="Freeform 471">
              <a:extLst>
                <a:ext uri="{FF2B5EF4-FFF2-40B4-BE49-F238E27FC236}">
                  <a16:creationId xmlns:a16="http://schemas.microsoft.com/office/drawing/2014/main" id="{58C7D77C-12E7-B2E6-A589-8A513259515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891520D3-6393-BF6D-8E62-ECD861258D70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FCD61085-DFB2-6A68-21B8-25AC7A6A32B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0" name="Freeform 474">
                <a:extLst>
                  <a:ext uri="{FF2B5EF4-FFF2-40B4-BE49-F238E27FC236}">
                    <a16:creationId xmlns:a16="http://schemas.microsoft.com/office/drawing/2014/main" id="{95D05909-A8EF-4657-0196-5795DA5ED15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31" name="Freeform 475">
                <a:extLst>
                  <a:ext uri="{FF2B5EF4-FFF2-40B4-BE49-F238E27FC236}">
                    <a16:creationId xmlns:a16="http://schemas.microsoft.com/office/drawing/2014/main" id="{7296270E-FF88-7EF6-65D3-AB940599355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32" name="Freeform 476">
                <a:extLst>
                  <a:ext uri="{FF2B5EF4-FFF2-40B4-BE49-F238E27FC236}">
                    <a16:creationId xmlns:a16="http://schemas.microsoft.com/office/drawing/2014/main" id="{FF395CD1-D620-088D-2311-3F337ABDD9F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33" name="Freeform 477">
                <a:extLst>
                  <a:ext uri="{FF2B5EF4-FFF2-40B4-BE49-F238E27FC236}">
                    <a16:creationId xmlns:a16="http://schemas.microsoft.com/office/drawing/2014/main" id="{00C617D0-932C-6CF4-B437-402DA9019C6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6170856C-F482-FA7A-376E-A42A55CA0698}"/>
              </a:ext>
            </a:extLst>
          </p:cNvPr>
          <p:cNvGrpSpPr/>
          <p:nvPr/>
        </p:nvGrpSpPr>
        <p:grpSpPr>
          <a:xfrm>
            <a:off x="7387024" y="4861528"/>
            <a:ext cx="232305" cy="143129"/>
            <a:chOff x="3668110" y="2448910"/>
            <a:chExt cx="3794234" cy="2165130"/>
          </a:xfrm>
        </p:grpSpPr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2397E3BB-F2A6-4B78-A895-6F71B26D6AE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36" name="Freeform 521">
              <a:extLst>
                <a:ext uri="{FF2B5EF4-FFF2-40B4-BE49-F238E27FC236}">
                  <a16:creationId xmlns:a16="http://schemas.microsoft.com/office/drawing/2014/main" id="{06F86AA2-D630-F316-C917-399164963513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037" name="Group 1036">
              <a:extLst>
                <a:ext uri="{FF2B5EF4-FFF2-40B4-BE49-F238E27FC236}">
                  <a16:creationId xmlns:a16="http://schemas.microsoft.com/office/drawing/2014/main" id="{AF56FB14-13A0-96D1-C47C-B2B097EA20D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38" name="Freeform 523">
                <a:extLst>
                  <a:ext uri="{FF2B5EF4-FFF2-40B4-BE49-F238E27FC236}">
                    <a16:creationId xmlns:a16="http://schemas.microsoft.com/office/drawing/2014/main" id="{847816F5-FCC9-2FF1-218D-A001D2FA7EC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39" name="Freeform 524">
                <a:extLst>
                  <a:ext uri="{FF2B5EF4-FFF2-40B4-BE49-F238E27FC236}">
                    <a16:creationId xmlns:a16="http://schemas.microsoft.com/office/drawing/2014/main" id="{8EC46041-E760-FC5B-25B3-0D6FF10BF93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40" name="Freeform 525">
                <a:extLst>
                  <a:ext uri="{FF2B5EF4-FFF2-40B4-BE49-F238E27FC236}">
                    <a16:creationId xmlns:a16="http://schemas.microsoft.com/office/drawing/2014/main" id="{DFE77CC5-4009-E4CF-9034-2375D794DF74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41" name="Freeform 526">
                <a:extLst>
                  <a:ext uri="{FF2B5EF4-FFF2-40B4-BE49-F238E27FC236}">
                    <a16:creationId xmlns:a16="http://schemas.microsoft.com/office/drawing/2014/main" id="{930BA019-20AB-0DC0-66D2-01E3ABBBCF83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A9469592-9518-080E-DD4D-0D2323CABA86}"/>
              </a:ext>
            </a:extLst>
          </p:cNvPr>
          <p:cNvGrpSpPr/>
          <p:nvPr/>
        </p:nvGrpSpPr>
        <p:grpSpPr>
          <a:xfrm>
            <a:off x="6507464" y="4582815"/>
            <a:ext cx="295320" cy="163934"/>
            <a:chOff x="7493876" y="2774731"/>
            <a:chExt cx="1481958" cy="894622"/>
          </a:xfrm>
        </p:grpSpPr>
        <p:sp>
          <p:nvSpPr>
            <p:cNvPr id="1043" name="Freeform 479">
              <a:extLst>
                <a:ext uri="{FF2B5EF4-FFF2-40B4-BE49-F238E27FC236}">
                  <a16:creationId xmlns:a16="http://schemas.microsoft.com/office/drawing/2014/main" id="{DAB6A9C3-C9DD-8955-C024-F3F4973ADF5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44" name="Oval 1043">
              <a:extLst>
                <a:ext uri="{FF2B5EF4-FFF2-40B4-BE49-F238E27FC236}">
                  <a16:creationId xmlns:a16="http://schemas.microsoft.com/office/drawing/2014/main" id="{0ED19DDF-333E-319C-EFE8-9DAA6E1BCE0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45" name="Group 1044">
              <a:extLst>
                <a:ext uri="{FF2B5EF4-FFF2-40B4-BE49-F238E27FC236}">
                  <a16:creationId xmlns:a16="http://schemas.microsoft.com/office/drawing/2014/main" id="{896D571E-5400-2F16-B507-265C56670DA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6" name="Freeform 482">
                <a:extLst>
                  <a:ext uri="{FF2B5EF4-FFF2-40B4-BE49-F238E27FC236}">
                    <a16:creationId xmlns:a16="http://schemas.microsoft.com/office/drawing/2014/main" id="{959BB8E6-263E-0918-03A1-4BDF7D205B8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47" name="Freeform 483">
                <a:extLst>
                  <a:ext uri="{FF2B5EF4-FFF2-40B4-BE49-F238E27FC236}">
                    <a16:creationId xmlns:a16="http://schemas.microsoft.com/office/drawing/2014/main" id="{F0A13629-0BDB-3BA8-9965-C68B011E110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48" name="Freeform 484">
                <a:extLst>
                  <a:ext uri="{FF2B5EF4-FFF2-40B4-BE49-F238E27FC236}">
                    <a16:creationId xmlns:a16="http://schemas.microsoft.com/office/drawing/2014/main" id="{6549EC16-2177-74FF-EEEE-6C7FCEB9C23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49" name="Freeform 485">
                <a:extLst>
                  <a:ext uri="{FF2B5EF4-FFF2-40B4-BE49-F238E27FC236}">
                    <a16:creationId xmlns:a16="http://schemas.microsoft.com/office/drawing/2014/main" id="{B525EC64-6A26-47C2-3352-3A231B1BC37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97765041-51E8-AFCD-E524-5D6B37C0B395}"/>
              </a:ext>
            </a:extLst>
          </p:cNvPr>
          <p:cNvGrpSpPr/>
          <p:nvPr/>
        </p:nvGrpSpPr>
        <p:grpSpPr>
          <a:xfrm>
            <a:off x="6233640" y="4753075"/>
            <a:ext cx="232305" cy="143129"/>
            <a:chOff x="3668110" y="2448910"/>
            <a:chExt cx="3794234" cy="2165130"/>
          </a:xfrm>
        </p:grpSpPr>
        <p:sp>
          <p:nvSpPr>
            <p:cNvPr id="1051" name="Rectangle 1050">
              <a:extLst>
                <a:ext uri="{FF2B5EF4-FFF2-40B4-BE49-F238E27FC236}">
                  <a16:creationId xmlns:a16="http://schemas.microsoft.com/office/drawing/2014/main" id="{5713A42B-DB3C-C5BC-0E88-DC4C512BA866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52" name="Freeform 530">
              <a:extLst>
                <a:ext uri="{FF2B5EF4-FFF2-40B4-BE49-F238E27FC236}">
                  <a16:creationId xmlns:a16="http://schemas.microsoft.com/office/drawing/2014/main" id="{2F6F652A-33A4-A6EE-5C96-A32BD1A428BF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053" name="Group 1052">
              <a:extLst>
                <a:ext uri="{FF2B5EF4-FFF2-40B4-BE49-F238E27FC236}">
                  <a16:creationId xmlns:a16="http://schemas.microsoft.com/office/drawing/2014/main" id="{2112D967-ECF3-4E7D-5ED4-14BE03885F97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54" name="Freeform 532">
                <a:extLst>
                  <a:ext uri="{FF2B5EF4-FFF2-40B4-BE49-F238E27FC236}">
                    <a16:creationId xmlns:a16="http://schemas.microsoft.com/office/drawing/2014/main" id="{220932B3-CE84-FB8B-B8E7-6B38300566A5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55" name="Freeform 533">
                <a:extLst>
                  <a:ext uri="{FF2B5EF4-FFF2-40B4-BE49-F238E27FC236}">
                    <a16:creationId xmlns:a16="http://schemas.microsoft.com/office/drawing/2014/main" id="{FA4863CA-1A65-2097-2AD3-18C1D3714B15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56" name="Freeform 534">
                <a:extLst>
                  <a:ext uri="{FF2B5EF4-FFF2-40B4-BE49-F238E27FC236}">
                    <a16:creationId xmlns:a16="http://schemas.microsoft.com/office/drawing/2014/main" id="{EBC686AE-C4E9-B2C0-FAC6-81A9662B1158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57" name="Freeform 535">
                <a:extLst>
                  <a:ext uri="{FF2B5EF4-FFF2-40B4-BE49-F238E27FC236}">
                    <a16:creationId xmlns:a16="http://schemas.microsoft.com/office/drawing/2014/main" id="{BE22B5A7-0B76-9FF4-6E88-AE889F8CB19F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37EBA083-AE48-1C1D-5A5A-F9070A328D2B}"/>
              </a:ext>
            </a:extLst>
          </p:cNvPr>
          <p:cNvGrpSpPr/>
          <p:nvPr/>
        </p:nvGrpSpPr>
        <p:grpSpPr>
          <a:xfrm>
            <a:off x="6329870" y="2966482"/>
            <a:ext cx="265259" cy="126206"/>
            <a:chOff x="7493876" y="2774731"/>
            <a:chExt cx="1481958" cy="894622"/>
          </a:xfrm>
        </p:grpSpPr>
        <p:sp>
          <p:nvSpPr>
            <p:cNvPr id="1059" name="Freeform 407">
              <a:extLst>
                <a:ext uri="{FF2B5EF4-FFF2-40B4-BE49-F238E27FC236}">
                  <a16:creationId xmlns:a16="http://schemas.microsoft.com/office/drawing/2014/main" id="{07A01170-2D39-D802-F001-C6ED35D9416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0C577F73-B564-6C55-1E61-E9BA72E1ACC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61" name="Group 1060">
              <a:extLst>
                <a:ext uri="{FF2B5EF4-FFF2-40B4-BE49-F238E27FC236}">
                  <a16:creationId xmlns:a16="http://schemas.microsoft.com/office/drawing/2014/main" id="{EC536965-D71F-CEAF-2764-88D482C4D07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62" name="Freeform 410">
                <a:extLst>
                  <a:ext uri="{FF2B5EF4-FFF2-40B4-BE49-F238E27FC236}">
                    <a16:creationId xmlns:a16="http://schemas.microsoft.com/office/drawing/2014/main" id="{07B69536-E533-2623-A2C0-0046F75ED31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63" name="Freeform 411">
                <a:extLst>
                  <a:ext uri="{FF2B5EF4-FFF2-40B4-BE49-F238E27FC236}">
                    <a16:creationId xmlns:a16="http://schemas.microsoft.com/office/drawing/2014/main" id="{8F85FAF8-9308-DD07-C610-30D0FEBBC77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64" name="Freeform 412">
                <a:extLst>
                  <a:ext uri="{FF2B5EF4-FFF2-40B4-BE49-F238E27FC236}">
                    <a16:creationId xmlns:a16="http://schemas.microsoft.com/office/drawing/2014/main" id="{2C02CFA3-97FB-C57E-6BBC-E5EFD35F07F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65" name="Freeform 413">
                <a:extLst>
                  <a:ext uri="{FF2B5EF4-FFF2-40B4-BE49-F238E27FC236}">
                    <a16:creationId xmlns:a16="http://schemas.microsoft.com/office/drawing/2014/main" id="{F20C9D28-CA93-5F2C-BAB8-FEEA0B59C4A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5713148B-C74D-1053-FFC3-C7EAA764A027}"/>
              </a:ext>
            </a:extLst>
          </p:cNvPr>
          <p:cNvGrpSpPr/>
          <p:nvPr/>
        </p:nvGrpSpPr>
        <p:grpSpPr>
          <a:xfrm>
            <a:off x="6037552" y="3831746"/>
            <a:ext cx="266240" cy="131751"/>
            <a:chOff x="7493876" y="2774731"/>
            <a:chExt cx="1481958" cy="894622"/>
          </a:xfrm>
        </p:grpSpPr>
        <p:sp>
          <p:nvSpPr>
            <p:cNvPr id="1067" name="Freeform 415">
              <a:extLst>
                <a:ext uri="{FF2B5EF4-FFF2-40B4-BE49-F238E27FC236}">
                  <a16:creationId xmlns:a16="http://schemas.microsoft.com/office/drawing/2014/main" id="{BF9064F0-62BB-E598-34C0-4A459D75F11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34FAE3D3-2F58-47B7-B076-94F49A4C537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69" name="Group 1068">
              <a:extLst>
                <a:ext uri="{FF2B5EF4-FFF2-40B4-BE49-F238E27FC236}">
                  <a16:creationId xmlns:a16="http://schemas.microsoft.com/office/drawing/2014/main" id="{40E724CB-136E-0A89-A677-C9F28F035EF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0" name="Freeform 418">
                <a:extLst>
                  <a:ext uri="{FF2B5EF4-FFF2-40B4-BE49-F238E27FC236}">
                    <a16:creationId xmlns:a16="http://schemas.microsoft.com/office/drawing/2014/main" id="{5A13E7FF-7A9C-E4D7-15A6-717DACEDDB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71" name="Freeform 419">
                <a:extLst>
                  <a:ext uri="{FF2B5EF4-FFF2-40B4-BE49-F238E27FC236}">
                    <a16:creationId xmlns:a16="http://schemas.microsoft.com/office/drawing/2014/main" id="{F99D51F5-E750-864F-1EB9-AA15568B4BF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72" name="Freeform 420">
                <a:extLst>
                  <a:ext uri="{FF2B5EF4-FFF2-40B4-BE49-F238E27FC236}">
                    <a16:creationId xmlns:a16="http://schemas.microsoft.com/office/drawing/2014/main" id="{5D0558E4-E04F-E8F9-053A-176178D3C551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73" name="Freeform 421">
                <a:extLst>
                  <a:ext uri="{FF2B5EF4-FFF2-40B4-BE49-F238E27FC236}">
                    <a16:creationId xmlns:a16="http://schemas.microsoft.com/office/drawing/2014/main" id="{3F5C1084-A19A-1058-9971-E749A737922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3F4FA430-F08A-5451-DC40-CBD51F256C30}"/>
              </a:ext>
            </a:extLst>
          </p:cNvPr>
          <p:cNvGrpSpPr/>
          <p:nvPr/>
        </p:nvGrpSpPr>
        <p:grpSpPr>
          <a:xfrm>
            <a:off x="8163064" y="3558274"/>
            <a:ext cx="128242" cy="72789"/>
            <a:chOff x="7493876" y="2774731"/>
            <a:chExt cx="1481958" cy="894622"/>
          </a:xfrm>
        </p:grpSpPr>
        <p:sp>
          <p:nvSpPr>
            <p:cNvPr id="1075" name="Freeform 455">
              <a:extLst>
                <a:ext uri="{FF2B5EF4-FFF2-40B4-BE49-F238E27FC236}">
                  <a16:creationId xmlns:a16="http://schemas.microsoft.com/office/drawing/2014/main" id="{F83431C5-19B8-46FA-2246-F673DC7E5FE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76" name="Oval 1075">
              <a:extLst>
                <a:ext uri="{FF2B5EF4-FFF2-40B4-BE49-F238E27FC236}">
                  <a16:creationId xmlns:a16="http://schemas.microsoft.com/office/drawing/2014/main" id="{FD925AA7-CD38-CD2B-50C9-22F1D4C7B53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77" name="Group 1076">
              <a:extLst>
                <a:ext uri="{FF2B5EF4-FFF2-40B4-BE49-F238E27FC236}">
                  <a16:creationId xmlns:a16="http://schemas.microsoft.com/office/drawing/2014/main" id="{5F3E7007-6838-4A9B-C3A2-0318A5A0C9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78" name="Freeform 458">
                <a:extLst>
                  <a:ext uri="{FF2B5EF4-FFF2-40B4-BE49-F238E27FC236}">
                    <a16:creationId xmlns:a16="http://schemas.microsoft.com/office/drawing/2014/main" id="{8530B131-FAD8-C81D-2E27-F66B5468160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79" name="Freeform 459">
                <a:extLst>
                  <a:ext uri="{FF2B5EF4-FFF2-40B4-BE49-F238E27FC236}">
                    <a16:creationId xmlns:a16="http://schemas.microsoft.com/office/drawing/2014/main" id="{134FBC43-F66A-7907-B083-9371D20E2D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80" name="Freeform 460">
                <a:extLst>
                  <a:ext uri="{FF2B5EF4-FFF2-40B4-BE49-F238E27FC236}">
                    <a16:creationId xmlns:a16="http://schemas.microsoft.com/office/drawing/2014/main" id="{16FE56F0-F448-357A-D371-B8FA8897C0E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81" name="Freeform 461">
                <a:extLst>
                  <a:ext uri="{FF2B5EF4-FFF2-40B4-BE49-F238E27FC236}">
                    <a16:creationId xmlns:a16="http://schemas.microsoft.com/office/drawing/2014/main" id="{5C44CC31-74DD-B560-E2AF-B4D077940B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82" name="Group 1081">
            <a:extLst>
              <a:ext uri="{FF2B5EF4-FFF2-40B4-BE49-F238E27FC236}">
                <a16:creationId xmlns:a16="http://schemas.microsoft.com/office/drawing/2014/main" id="{AD2DDEE5-FC9A-90B9-B713-DC3CDAD7528C}"/>
              </a:ext>
            </a:extLst>
          </p:cNvPr>
          <p:cNvGrpSpPr/>
          <p:nvPr/>
        </p:nvGrpSpPr>
        <p:grpSpPr>
          <a:xfrm>
            <a:off x="7807957" y="3479354"/>
            <a:ext cx="265259" cy="148758"/>
            <a:chOff x="7493876" y="2774731"/>
            <a:chExt cx="1481958" cy="894622"/>
          </a:xfrm>
        </p:grpSpPr>
        <p:sp>
          <p:nvSpPr>
            <p:cNvPr id="1083" name="Freeform 615">
              <a:extLst>
                <a:ext uri="{FF2B5EF4-FFF2-40B4-BE49-F238E27FC236}">
                  <a16:creationId xmlns:a16="http://schemas.microsoft.com/office/drawing/2014/main" id="{F36066AE-727E-1290-2928-3835E5A37BB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84" name="Oval 1083">
              <a:extLst>
                <a:ext uri="{FF2B5EF4-FFF2-40B4-BE49-F238E27FC236}">
                  <a16:creationId xmlns:a16="http://schemas.microsoft.com/office/drawing/2014/main" id="{F6511242-BBBE-7848-74C5-E4E4A7737B8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A30C7C56-BF4E-8E29-52F5-432DB0F98F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86" name="Freeform 618">
                <a:extLst>
                  <a:ext uri="{FF2B5EF4-FFF2-40B4-BE49-F238E27FC236}">
                    <a16:creationId xmlns:a16="http://schemas.microsoft.com/office/drawing/2014/main" id="{81CD14B0-E851-0E58-8744-CBC88C9C3FBF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87" name="Freeform 619">
                <a:extLst>
                  <a:ext uri="{FF2B5EF4-FFF2-40B4-BE49-F238E27FC236}">
                    <a16:creationId xmlns:a16="http://schemas.microsoft.com/office/drawing/2014/main" id="{CD65C525-3ADC-039C-0000-160E17B1E71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88" name="Freeform 620">
                <a:extLst>
                  <a:ext uri="{FF2B5EF4-FFF2-40B4-BE49-F238E27FC236}">
                    <a16:creationId xmlns:a16="http://schemas.microsoft.com/office/drawing/2014/main" id="{C724446B-F922-7101-50E7-4F9C41D10FA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89" name="Freeform 621">
                <a:extLst>
                  <a:ext uri="{FF2B5EF4-FFF2-40B4-BE49-F238E27FC236}">
                    <a16:creationId xmlns:a16="http://schemas.microsoft.com/office/drawing/2014/main" id="{827E80C4-F7D5-40AC-5929-979C058818F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90" name="Group 1089">
            <a:extLst>
              <a:ext uri="{FF2B5EF4-FFF2-40B4-BE49-F238E27FC236}">
                <a16:creationId xmlns:a16="http://schemas.microsoft.com/office/drawing/2014/main" id="{ABC81ED4-AD91-66C8-A429-45F126E556B0}"/>
              </a:ext>
            </a:extLst>
          </p:cNvPr>
          <p:cNvGrpSpPr/>
          <p:nvPr/>
        </p:nvGrpSpPr>
        <p:grpSpPr>
          <a:xfrm>
            <a:off x="7461543" y="2508969"/>
            <a:ext cx="265259" cy="148758"/>
            <a:chOff x="7493876" y="2774731"/>
            <a:chExt cx="1481958" cy="894622"/>
          </a:xfrm>
        </p:grpSpPr>
        <p:sp>
          <p:nvSpPr>
            <p:cNvPr id="1091" name="Freeform 577">
              <a:extLst>
                <a:ext uri="{FF2B5EF4-FFF2-40B4-BE49-F238E27FC236}">
                  <a16:creationId xmlns:a16="http://schemas.microsoft.com/office/drawing/2014/main" id="{4ECB2C59-E64C-C0EC-C668-AA0982847DC5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092" name="Oval 1091">
              <a:extLst>
                <a:ext uri="{FF2B5EF4-FFF2-40B4-BE49-F238E27FC236}">
                  <a16:creationId xmlns:a16="http://schemas.microsoft.com/office/drawing/2014/main" id="{90DD22B3-23C4-C047-3392-A812699A295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093" name="Group 1092">
              <a:extLst>
                <a:ext uri="{FF2B5EF4-FFF2-40B4-BE49-F238E27FC236}">
                  <a16:creationId xmlns:a16="http://schemas.microsoft.com/office/drawing/2014/main" id="{1CD84631-EFDD-4AEA-28EA-1F0C410C84D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94" name="Freeform 580">
                <a:extLst>
                  <a:ext uri="{FF2B5EF4-FFF2-40B4-BE49-F238E27FC236}">
                    <a16:creationId xmlns:a16="http://schemas.microsoft.com/office/drawing/2014/main" id="{F652581C-1B4E-DCE1-3B37-EAC8649D962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95" name="Freeform 581">
                <a:extLst>
                  <a:ext uri="{FF2B5EF4-FFF2-40B4-BE49-F238E27FC236}">
                    <a16:creationId xmlns:a16="http://schemas.microsoft.com/office/drawing/2014/main" id="{236C7A56-CA11-BCE8-C791-C8E1204F526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96" name="Freeform 582">
                <a:extLst>
                  <a:ext uri="{FF2B5EF4-FFF2-40B4-BE49-F238E27FC236}">
                    <a16:creationId xmlns:a16="http://schemas.microsoft.com/office/drawing/2014/main" id="{BE340411-AA84-CB88-5B7A-960A279433A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097" name="Freeform 583">
                <a:extLst>
                  <a:ext uri="{FF2B5EF4-FFF2-40B4-BE49-F238E27FC236}">
                    <a16:creationId xmlns:a16="http://schemas.microsoft.com/office/drawing/2014/main" id="{4D907B25-CAEB-80E9-4267-6358D3495AB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098" name="Group 1097">
            <a:extLst>
              <a:ext uri="{FF2B5EF4-FFF2-40B4-BE49-F238E27FC236}">
                <a16:creationId xmlns:a16="http://schemas.microsoft.com/office/drawing/2014/main" id="{FCCA3FC8-8C46-5251-E6B0-4D2C83A778E7}"/>
              </a:ext>
            </a:extLst>
          </p:cNvPr>
          <p:cNvGrpSpPr/>
          <p:nvPr/>
        </p:nvGrpSpPr>
        <p:grpSpPr>
          <a:xfrm>
            <a:off x="7895410" y="2817275"/>
            <a:ext cx="265259" cy="148758"/>
            <a:chOff x="7493876" y="2774731"/>
            <a:chExt cx="1481958" cy="894622"/>
          </a:xfrm>
        </p:grpSpPr>
        <p:sp>
          <p:nvSpPr>
            <p:cNvPr id="1099" name="Freeform 593">
              <a:extLst>
                <a:ext uri="{FF2B5EF4-FFF2-40B4-BE49-F238E27FC236}">
                  <a16:creationId xmlns:a16="http://schemas.microsoft.com/office/drawing/2014/main" id="{0BB4B8BB-0F41-14C7-D886-EF3C16C42FA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C7840958-9826-F4E8-E15B-9F47C2B8E14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101" name="Group 1100">
              <a:extLst>
                <a:ext uri="{FF2B5EF4-FFF2-40B4-BE49-F238E27FC236}">
                  <a16:creationId xmlns:a16="http://schemas.microsoft.com/office/drawing/2014/main" id="{C3A5BDE7-3FB1-70FF-CFD6-FE6D0902A32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02" name="Freeform 596">
                <a:extLst>
                  <a:ext uri="{FF2B5EF4-FFF2-40B4-BE49-F238E27FC236}">
                    <a16:creationId xmlns:a16="http://schemas.microsoft.com/office/drawing/2014/main" id="{F79858BC-D9D1-3E6D-A958-8AD4EDA6FED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03" name="Freeform 597">
                <a:extLst>
                  <a:ext uri="{FF2B5EF4-FFF2-40B4-BE49-F238E27FC236}">
                    <a16:creationId xmlns:a16="http://schemas.microsoft.com/office/drawing/2014/main" id="{2056FA24-F82E-DB0B-BA7D-98A01E373D4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04" name="Freeform 598">
                <a:extLst>
                  <a:ext uri="{FF2B5EF4-FFF2-40B4-BE49-F238E27FC236}">
                    <a16:creationId xmlns:a16="http://schemas.microsoft.com/office/drawing/2014/main" id="{CC1810E5-B53C-6229-5730-C3684DBF3F7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05" name="Freeform 599">
                <a:extLst>
                  <a:ext uri="{FF2B5EF4-FFF2-40B4-BE49-F238E27FC236}">
                    <a16:creationId xmlns:a16="http://schemas.microsoft.com/office/drawing/2014/main" id="{541BE530-37D5-6620-8B13-469A79F9F87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06" name="Group 1105">
            <a:extLst>
              <a:ext uri="{FF2B5EF4-FFF2-40B4-BE49-F238E27FC236}">
                <a16:creationId xmlns:a16="http://schemas.microsoft.com/office/drawing/2014/main" id="{647DF73D-01F6-F920-9D3F-06CF5F67CBD4}"/>
              </a:ext>
            </a:extLst>
          </p:cNvPr>
          <p:cNvGrpSpPr/>
          <p:nvPr/>
        </p:nvGrpSpPr>
        <p:grpSpPr>
          <a:xfrm>
            <a:off x="7982869" y="2438222"/>
            <a:ext cx="265259" cy="148758"/>
            <a:chOff x="7493876" y="2774731"/>
            <a:chExt cx="1481958" cy="894622"/>
          </a:xfrm>
        </p:grpSpPr>
        <p:sp>
          <p:nvSpPr>
            <p:cNvPr id="1107" name="Freeform 601">
              <a:extLst>
                <a:ext uri="{FF2B5EF4-FFF2-40B4-BE49-F238E27FC236}">
                  <a16:creationId xmlns:a16="http://schemas.microsoft.com/office/drawing/2014/main" id="{E30604AD-C266-77B2-CCFA-9F3C1E54C84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108" name="Oval 1107">
              <a:extLst>
                <a:ext uri="{FF2B5EF4-FFF2-40B4-BE49-F238E27FC236}">
                  <a16:creationId xmlns:a16="http://schemas.microsoft.com/office/drawing/2014/main" id="{74DA59B3-1D65-D7CD-CA48-94FFFD9ABF0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109" name="Group 1108">
              <a:extLst>
                <a:ext uri="{FF2B5EF4-FFF2-40B4-BE49-F238E27FC236}">
                  <a16:creationId xmlns:a16="http://schemas.microsoft.com/office/drawing/2014/main" id="{940927DF-FCF0-5CE1-0204-75C0DDCFF93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0" name="Freeform 604">
                <a:extLst>
                  <a:ext uri="{FF2B5EF4-FFF2-40B4-BE49-F238E27FC236}">
                    <a16:creationId xmlns:a16="http://schemas.microsoft.com/office/drawing/2014/main" id="{9A2195AA-C77D-27DA-3D40-4BDF16D3858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11" name="Freeform 605">
                <a:extLst>
                  <a:ext uri="{FF2B5EF4-FFF2-40B4-BE49-F238E27FC236}">
                    <a16:creationId xmlns:a16="http://schemas.microsoft.com/office/drawing/2014/main" id="{19555EE1-0C31-ACC5-5042-1F19259EDDC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12" name="Freeform 606">
                <a:extLst>
                  <a:ext uri="{FF2B5EF4-FFF2-40B4-BE49-F238E27FC236}">
                    <a16:creationId xmlns:a16="http://schemas.microsoft.com/office/drawing/2014/main" id="{E788F988-7A3D-FBEA-D2B4-5650444057AA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13" name="Freeform 607">
                <a:extLst>
                  <a:ext uri="{FF2B5EF4-FFF2-40B4-BE49-F238E27FC236}">
                    <a16:creationId xmlns:a16="http://schemas.microsoft.com/office/drawing/2014/main" id="{078E6507-146A-297D-F282-E9BFED4B96D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14" name="Group 1113">
            <a:extLst>
              <a:ext uri="{FF2B5EF4-FFF2-40B4-BE49-F238E27FC236}">
                <a16:creationId xmlns:a16="http://schemas.microsoft.com/office/drawing/2014/main" id="{C324BC0F-6F9E-6EFB-C0DC-24665E5F72C3}"/>
              </a:ext>
            </a:extLst>
          </p:cNvPr>
          <p:cNvGrpSpPr/>
          <p:nvPr/>
        </p:nvGrpSpPr>
        <p:grpSpPr>
          <a:xfrm>
            <a:off x="6824091" y="3824718"/>
            <a:ext cx="275418" cy="180228"/>
            <a:chOff x="7493876" y="2774731"/>
            <a:chExt cx="1481958" cy="894622"/>
          </a:xfrm>
        </p:grpSpPr>
        <p:sp>
          <p:nvSpPr>
            <p:cNvPr id="1115" name="Freeform 554">
              <a:extLst>
                <a:ext uri="{FF2B5EF4-FFF2-40B4-BE49-F238E27FC236}">
                  <a16:creationId xmlns:a16="http://schemas.microsoft.com/office/drawing/2014/main" id="{B4365047-8AD0-9DA0-D8B0-3DA5A6953894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116" name="Oval 1115">
              <a:extLst>
                <a:ext uri="{FF2B5EF4-FFF2-40B4-BE49-F238E27FC236}">
                  <a16:creationId xmlns:a16="http://schemas.microsoft.com/office/drawing/2014/main" id="{A62397F6-EE0A-6B3D-95CC-32B92E84F09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117" name="Group 1116">
              <a:extLst>
                <a:ext uri="{FF2B5EF4-FFF2-40B4-BE49-F238E27FC236}">
                  <a16:creationId xmlns:a16="http://schemas.microsoft.com/office/drawing/2014/main" id="{AE02B57C-9AC2-042F-2356-9228DB5F741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8" name="Freeform 557">
                <a:extLst>
                  <a:ext uri="{FF2B5EF4-FFF2-40B4-BE49-F238E27FC236}">
                    <a16:creationId xmlns:a16="http://schemas.microsoft.com/office/drawing/2014/main" id="{7F39FC06-110C-D1CA-D715-32A68B679AA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19" name="Freeform 558">
                <a:extLst>
                  <a:ext uri="{FF2B5EF4-FFF2-40B4-BE49-F238E27FC236}">
                    <a16:creationId xmlns:a16="http://schemas.microsoft.com/office/drawing/2014/main" id="{7BFC05CE-4BC3-2ED5-99BA-26CF8740E70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20" name="Freeform 559">
                <a:extLst>
                  <a:ext uri="{FF2B5EF4-FFF2-40B4-BE49-F238E27FC236}">
                    <a16:creationId xmlns:a16="http://schemas.microsoft.com/office/drawing/2014/main" id="{0FE74CD4-5DC7-5734-F9A6-FF7B02C73ED3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21" name="Freeform 560">
                <a:extLst>
                  <a:ext uri="{FF2B5EF4-FFF2-40B4-BE49-F238E27FC236}">
                    <a16:creationId xmlns:a16="http://schemas.microsoft.com/office/drawing/2014/main" id="{C67E89D8-1A8B-2FBA-2324-B8DE888F180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22" name="Group 1121">
            <a:extLst>
              <a:ext uri="{FF2B5EF4-FFF2-40B4-BE49-F238E27FC236}">
                <a16:creationId xmlns:a16="http://schemas.microsoft.com/office/drawing/2014/main" id="{2A5120B9-0C32-505E-7472-56E77B7EF599}"/>
              </a:ext>
            </a:extLst>
          </p:cNvPr>
          <p:cNvGrpSpPr/>
          <p:nvPr/>
        </p:nvGrpSpPr>
        <p:grpSpPr>
          <a:xfrm>
            <a:off x="7485094" y="2853424"/>
            <a:ext cx="265259" cy="148758"/>
            <a:chOff x="7493876" y="2774731"/>
            <a:chExt cx="1481958" cy="894622"/>
          </a:xfrm>
        </p:grpSpPr>
        <p:sp>
          <p:nvSpPr>
            <p:cNvPr id="1123" name="Freeform 585">
              <a:extLst>
                <a:ext uri="{FF2B5EF4-FFF2-40B4-BE49-F238E27FC236}">
                  <a16:creationId xmlns:a16="http://schemas.microsoft.com/office/drawing/2014/main" id="{28D78253-BFF9-EAF0-52E8-C51EBBBC4510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124" name="Oval 1123">
              <a:extLst>
                <a:ext uri="{FF2B5EF4-FFF2-40B4-BE49-F238E27FC236}">
                  <a16:creationId xmlns:a16="http://schemas.microsoft.com/office/drawing/2014/main" id="{FA15247A-C847-00DB-F39A-17C2F84D8B0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125" name="Group 1124">
              <a:extLst>
                <a:ext uri="{FF2B5EF4-FFF2-40B4-BE49-F238E27FC236}">
                  <a16:creationId xmlns:a16="http://schemas.microsoft.com/office/drawing/2014/main" id="{49C8AABE-4591-BA9B-59E2-A4014C2DEBB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26" name="Freeform 588">
                <a:extLst>
                  <a:ext uri="{FF2B5EF4-FFF2-40B4-BE49-F238E27FC236}">
                    <a16:creationId xmlns:a16="http://schemas.microsoft.com/office/drawing/2014/main" id="{7BAE61EA-9142-8FEB-4D87-8E04F70B7D72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27" name="Freeform 589">
                <a:extLst>
                  <a:ext uri="{FF2B5EF4-FFF2-40B4-BE49-F238E27FC236}">
                    <a16:creationId xmlns:a16="http://schemas.microsoft.com/office/drawing/2014/main" id="{79D07382-A9D5-C737-373C-0AF10D8BAFF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28" name="Freeform 590">
                <a:extLst>
                  <a:ext uri="{FF2B5EF4-FFF2-40B4-BE49-F238E27FC236}">
                    <a16:creationId xmlns:a16="http://schemas.microsoft.com/office/drawing/2014/main" id="{9310CE27-DABC-612C-E315-F00777689DC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29" name="Freeform 591">
                <a:extLst>
                  <a:ext uri="{FF2B5EF4-FFF2-40B4-BE49-F238E27FC236}">
                    <a16:creationId xmlns:a16="http://schemas.microsoft.com/office/drawing/2014/main" id="{CCA6750D-5987-9AEA-7475-50C8A355B11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30" name="Group 1129">
            <a:extLst>
              <a:ext uri="{FF2B5EF4-FFF2-40B4-BE49-F238E27FC236}">
                <a16:creationId xmlns:a16="http://schemas.microsoft.com/office/drawing/2014/main" id="{B7714142-A555-39C1-0E69-C5FA4CEE6667}"/>
              </a:ext>
            </a:extLst>
          </p:cNvPr>
          <p:cNvGrpSpPr/>
          <p:nvPr/>
        </p:nvGrpSpPr>
        <p:grpSpPr>
          <a:xfrm>
            <a:off x="7122854" y="3402774"/>
            <a:ext cx="275418" cy="180228"/>
            <a:chOff x="7493876" y="2774731"/>
            <a:chExt cx="1481958" cy="894622"/>
          </a:xfrm>
        </p:grpSpPr>
        <p:sp>
          <p:nvSpPr>
            <p:cNvPr id="1131" name="Freeform 538">
              <a:extLst>
                <a:ext uri="{FF2B5EF4-FFF2-40B4-BE49-F238E27FC236}">
                  <a16:creationId xmlns:a16="http://schemas.microsoft.com/office/drawing/2014/main" id="{8AEE7A95-4C40-1C6A-BEBB-76977F6450D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132" name="Oval 1131">
              <a:extLst>
                <a:ext uri="{FF2B5EF4-FFF2-40B4-BE49-F238E27FC236}">
                  <a16:creationId xmlns:a16="http://schemas.microsoft.com/office/drawing/2014/main" id="{2697CC6D-8E62-A73A-ED3D-410834CDCE4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133" name="Group 1132">
              <a:extLst>
                <a:ext uri="{FF2B5EF4-FFF2-40B4-BE49-F238E27FC236}">
                  <a16:creationId xmlns:a16="http://schemas.microsoft.com/office/drawing/2014/main" id="{4F11860E-6407-B4F0-EC32-4EB00A6BAED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34" name="Freeform 541">
                <a:extLst>
                  <a:ext uri="{FF2B5EF4-FFF2-40B4-BE49-F238E27FC236}">
                    <a16:creationId xmlns:a16="http://schemas.microsoft.com/office/drawing/2014/main" id="{2D634488-E9AD-8A72-16E4-6487460BE00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35" name="Freeform 542">
                <a:extLst>
                  <a:ext uri="{FF2B5EF4-FFF2-40B4-BE49-F238E27FC236}">
                    <a16:creationId xmlns:a16="http://schemas.microsoft.com/office/drawing/2014/main" id="{A30DFDAA-C2DB-143D-2D0B-9600150F22F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36" name="Freeform 543">
                <a:extLst>
                  <a:ext uri="{FF2B5EF4-FFF2-40B4-BE49-F238E27FC236}">
                    <a16:creationId xmlns:a16="http://schemas.microsoft.com/office/drawing/2014/main" id="{4838CE14-2B9D-11CD-06F4-8088DE34EBD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37" name="Freeform 544">
                <a:extLst>
                  <a:ext uri="{FF2B5EF4-FFF2-40B4-BE49-F238E27FC236}">
                    <a16:creationId xmlns:a16="http://schemas.microsoft.com/office/drawing/2014/main" id="{C32C53DC-EE8A-3830-28F1-A43B2456B45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6C5F77F8-0883-F1DF-F3AD-ED1D8BF27B9A}"/>
              </a:ext>
            </a:extLst>
          </p:cNvPr>
          <p:cNvGrpSpPr/>
          <p:nvPr/>
        </p:nvGrpSpPr>
        <p:grpSpPr>
          <a:xfrm>
            <a:off x="7201166" y="3857072"/>
            <a:ext cx="275418" cy="180228"/>
            <a:chOff x="7493876" y="2774731"/>
            <a:chExt cx="1481958" cy="894622"/>
          </a:xfrm>
        </p:grpSpPr>
        <p:sp>
          <p:nvSpPr>
            <p:cNvPr id="1139" name="Freeform 546">
              <a:extLst>
                <a:ext uri="{FF2B5EF4-FFF2-40B4-BE49-F238E27FC236}">
                  <a16:creationId xmlns:a16="http://schemas.microsoft.com/office/drawing/2014/main" id="{7A019AEF-A8A4-FBDC-BF89-C9E03574073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140" name="Oval 1139">
              <a:extLst>
                <a:ext uri="{FF2B5EF4-FFF2-40B4-BE49-F238E27FC236}">
                  <a16:creationId xmlns:a16="http://schemas.microsoft.com/office/drawing/2014/main" id="{F8617634-0D78-437E-C071-4780454A35D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141" name="Group 1140">
              <a:extLst>
                <a:ext uri="{FF2B5EF4-FFF2-40B4-BE49-F238E27FC236}">
                  <a16:creationId xmlns:a16="http://schemas.microsoft.com/office/drawing/2014/main" id="{C84E7A6D-1DE4-2AAA-0F13-DF4247750AE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42" name="Freeform 549">
                <a:extLst>
                  <a:ext uri="{FF2B5EF4-FFF2-40B4-BE49-F238E27FC236}">
                    <a16:creationId xmlns:a16="http://schemas.microsoft.com/office/drawing/2014/main" id="{8289F4B4-1DDC-C75E-059B-03F8E034741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43" name="Freeform 550">
                <a:extLst>
                  <a:ext uri="{FF2B5EF4-FFF2-40B4-BE49-F238E27FC236}">
                    <a16:creationId xmlns:a16="http://schemas.microsoft.com/office/drawing/2014/main" id="{6471DA54-EF8F-362B-40B4-777F5EC4920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44" name="Freeform 551">
                <a:extLst>
                  <a:ext uri="{FF2B5EF4-FFF2-40B4-BE49-F238E27FC236}">
                    <a16:creationId xmlns:a16="http://schemas.microsoft.com/office/drawing/2014/main" id="{0BDAE45F-FB3D-00CF-357C-CED1885ADC0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45" name="Freeform 552">
                <a:extLst>
                  <a:ext uri="{FF2B5EF4-FFF2-40B4-BE49-F238E27FC236}">
                    <a16:creationId xmlns:a16="http://schemas.microsoft.com/office/drawing/2014/main" id="{211E5586-B869-ADDE-FAD0-3B14E86F303F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46" name="Group 1145">
            <a:extLst>
              <a:ext uri="{FF2B5EF4-FFF2-40B4-BE49-F238E27FC236}">
                <a16:creationId xmlns:a16="http://schemas.microsoft.com/office/drawing/2014/main" id="{9674C73E-081B-6CB0-1743-24E631AA15EB}"/>
              </a:ext>
            </a:extLst>
          </p:cNvPr>
          <p:cNvGrpSpPr/>
          <p:nvPr/>
        </p:nvGrpSpPr>
        <p:grpSpPr>
          <a:xfrm>
            <a:off x="7781444" y="3851494"/>
            <a:ext cx="265259" cy="148758"/>
            <a:chOff x="7493876" y="2774731"/>
            <a:chExt cx="1481958" cy="894622"/>
          </a:xfrm>
        </p:grpSpPr>
        <p:sp>
          <p:nvSpPr>
            <p:cNvPr id="1147" name="Freeform 623">
              <a:extLst>
                <a:ext uri="{FF2B5EF4-FFF2-40B4-BE49-F238E27FC236}">
                  <a16:creationId xmlns:a16="http://schemas.microsoft.com/office/drawing/2014/main" id="{58D9539A-0571-4AE5-DEA5-2D2548421B4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148" name="Oval 1147">
              <a:extLst>
                <a:ext uri="{FF2B5EF4-FFF2-40B4-BE49-F238E27FC236}">
                  <a16:creationId xmlns:a16="http://schemas.microsoft.com/office/drawing/2014/main" id="{26FCADD9-C987-48C1-BEA4-91B035CCE58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149" name="Group 1148">
              <a:extLst>
                <a:ext uri="{FF2B5EF4-FFF2-40B4-BE49-F238E27FC236}">
                  <a16:creationId xmlns:a16="http://schemas.microsoft.com/office/drawing/2014/main" id="{EEFABAE5-76A3-DC2D-B94F-7168D45AC68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0" name="Freeform 626">
                <a:extLst>
                  <a:ext uri="{FF2B5EF4-FFF2-40B4-BE49-F238E27FC236}">
                    <a16:creationId xmlns:a16="http://schemas.microsoft.com/office/drawing/2014/main" id="{B2D15987-0F3C-7A50-E472-77811F2B107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51" name="Freeform 627">
                <a:extLst>
                  <a:ext uri="{FF2B5EF4-FFF2-40B4-BE49-F238E27FC236}">
                    <a16:creationId xmlns:a16="http://schemas.microsoft.com/office/drawing/2014/main" id="{C0C43DF2-57E7-12B2-450F-503ACACDD0FB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52" name="Freeform 628">
                <a:extLst>
                  <a:ext uri="{FF2B5EF4-FFF2-40B4-BE49-F238E27FC236}">
                    <a16:creationId xmlns:a16="http://schemas.microsoft.com/office/drawing/2014/main" id="{81C9E7B6-6463-3110-5EBC-D934889422A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53" name="Freeform 629">
                <a:extLst>
                  <a:ext uri="{FF2B5EF4-FFF2-40B4-BE49-F238E27FC236}">
                    <a16:creationId xmlns:a16="http://schemas.microsoft.com/office/drawing/2014/main" id="{58047DF9-68BA-CCB9-44C4-E2459BFACCF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54" name="Group 1153">
            <a:extLst>
              <a:ext uri="{FF2B5EF4-FFF2-40B4-BE49-F238E27FC236}">
                <a16:creationId xmlns:a16="http://schemas.microsoft.com/office/drawing/2014/main" id="{0AA760A1-5865-11EE-C1C6-E2DC99A5FD4A}"/>
              </a:ext>
            </a:extLst>
          </p:cNvPr>
          <p:cNvGrpSpPr/>
          <p:nvPr/>
        </p:nvGrpSpPr>
        <p:grpSpPr>
          <a:xfrm>
            <a:off x="6935920" y="4439014"/>
            <a:ext cx="295320" cy="163934"/>
            <a:chOff x="7493876" y="2774731"/>
            <a:chExt cx="1481958" cy="894622"/>
          </a:xfrm>
        </p:grpSpPr>
        <p:sp>
          <p:nvSpPr>
            <p:cNvPr id="1155" name="Freeform 463">
              <a:extLst>
                <a:ext uri="{FF2B5EF4-FFF2-40B4-BE49-F238E27FC236}">
                  <a16:creationId xmlns:a16="http://schemas.microsoft.com/office/drawing/2014/main" id="{6A5936E4-69EA-D7C8-19FC-FF0FEB0938D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156" name="Oval 1155">
              <a:extLst>
                <a:ext uri="{FF2B5EF4-FFF2-40B4-BE49-F238E27FC236}">
                  <a16:creationId xmlns:a16="http://schemas.microsoft.com/office/drawing/2014/main" id="{9E1AFDB4-4D5C-E794-AF4C-378150DFB77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157" name="Group 1156">
              <a:extLst>
                <a:ext uri="{FF2B5EF4-FFF2-40B4-BE49-F238E27FC236}">
                  <a16:creationId xmlns:a16="http://schemas.microsoft.com/office/drawing/2014/main" id="{72000BF9-7D82-5331-F621-C3F036649DD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8" name="Freeform 466">
                <a:extLst>
                  <a:ext uri="{FF2B5EF4-FFF2-40B4-BE49-F238E27FC236}">
                    <a16:creationId xmlns:a16="http://schemas.microsoft.com/office/drawing/2014/main" id="{3193F9F7-EE4F-FC3F-C30E-D2746CC4B46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59" name="Freeform 467">
                <a:extLst>
                  <a:ext uri="{FF2B5EF4-FFF2-40B4-BE49-F238E27FC236}">
                    <a16:creationId xmlns:a16="http://schemas.microsoft.com/office/drawing/2014/main" id="{F7C7D317-778A-9B5C-1CB4-48821573A86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60" name="Freeform 468">
                <a:extLst>
                  <a:ext uri="{FF2B5EF4-FFF2-40B4-BE49-F238E27FC236}">
                    <a16:creationId xmlns:a16="http://schemas.microsoft.com/office/drawing/2014/main" id="{5160162B-C2D9-357E-3523-6C68A2ED185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61" name="Freeform 469">
                <a:extLst>
                  <a:ext uri="{FF2B5EF4-FFF2-40B4-BE49-F238E27FC236}">
                    <a16:creationId xmlns:a16="http://schemas.microsoft.com/office/drawing/2014/main" id="{DDAF3438-A6E7-A59C-F2F0-95A8DC02A17A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62" name="Group 1161">
            <a:extLst>
              <a:ext uri="{FF2B5EF4-FFF2-40B4-BE49-F238E27FC236}">
                <a16:creationId xmlns:a16="http://schemas.microsoft.com/office/drawing/2014/main" id="{8997A815-9CA9-9EC2-C438-7A584C61D1D6}"/>
              </a:ext>
            </a:extLst>
          </p:cNvPr>
          <p:cNvGrpSpPr/>
          <p:nvPr/>
        </p:nvGrpSpPr>
        <p:grpSpPr>
          <a:xfrm>
            <a:off x="8194487" y="4134094"/>
            <a:ext cx="171221" cy="90300"/>
            <a:chOff x="7493876" y="2774731"/>
            <a:chExt cx="1481958" cy="894622"/>
          </a:xfrm>
        </p:grpSpPr>
        <p:sp>
          <p:nvSpPr>
            <p:cNvPr id="1163" name="Freeform 447">
              <a:extLst>
                <a:ext uri="{FF2B5EF4-FFF2-40B4-BE49-F238E27FC236}">
                  <a16:creationId xmlns:a16="http://schemas.microsoft.com/office/drawing/2014/main" id="{00F0114B-C2F3-B61C-7FAC-3C24CE836A8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     </a:t>
              </a:r>
            </a:p>
          </p:txBody>
        </p:sp>
        <p:sp>
          <p:nvSpPr>
            <p:cNvPr id="1164" name="Oval 1163">
              <a:extLst>
                <a:ext uri="{FF2B5EF4-FFF2-40B4-BE49-F238E27FC236}">
                  <a16:creationId xmlns:a16="http://schemas.microsoft.com/office/drawing/2014/main" id="{2F494659-FAAC-C259-09EB-DF4BD174F4B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r>
                <a:rPr lang="en-US" sz="1350" dirty="0">
                  <a:solidFill>
                    <a:prstClr val="white"/>
                  </a:solidFill>
                  <a:latin typeface="Calibri" panose="020F0502020204030204"/>
                </a:rPr>
                <a:t>              </a:t>
              </a:r>
            </a:p>
          </p:txBody>
        </p:sp>
        <p:grpSp>
          <p:nvGrpSpPr>
            <p:cNvPr id="1165" name="Group 1164">
              <a:extLst>
                <a:ext uri="{FF2B5EF4-FFF2-40B4-BE49-F238E27FC236}">
                  <a16:creationId xmlns:a16="http://schemas.microsoft.com/office/drawing/2014/main" id="{8B1B48EA-9459-86B4-9480-90ABD08FD5E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66" name="Freeform 450">
                <a:extLst>
                  <a:ext uri="{FF2B5EF4-FFF2-40B4-BE49-F238E27FC236}">
                    <a16:creationId xmlns:a16="http://schemas.microsoft.com/office/drawing/2014/main" id="{4CB4FB99-E053-094E-15CE-C262EAD27B9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67" name="Freeform 451">
                <a:extLst>
                  <a:ext uri="{FF2B5EF4-FFF2-40B4-BE49-F238E27FC236}">
                    <a16:creationId xmlns:a16="http://schemas.microsoft.com/office/drawing/2014/main" id="{FCB80648-8C26-851C-BE6D-D966F6C2386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68" name="Freeform 452">
                <a:extLst>
                  <a:ext uri="{FF2B5EF4-FFF2-40B4-BE49-F238E27FC236}">
                    <a16:creationId xmlns:a16="http://schemas.microsoft.com/office/drawing/2014/main" id="{64A7571D-F338-0C73-ECB8-1F2956CF3BC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169" name="Freeform 453">
                <a:extLst>
                  <a:ext uri="{FF2B5EF4-FFF2-40B4-BE49-F238E27FC236}">
                    <a16:creationId xmlns:a16="http://schemas.microsoft.com/office/drawing/2014/main" id="{323BFCBA-E9F1-E53B-8DB3-5487F55CB7A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 dirty="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</p:grpSp>
      </p:grpSp>
      <p:grpSp>
        <p:nvGrpSpPr>
          <p:cNvPr id="1170" name="Group 1169">
            <a:extLst>
              <a:ext uri="{FF2B5EF4-FFF2-40B4-BE49-F238E27FC236}">
                <a16:creationId xmlns:a16="http://schemas.microsoft.com/office/drawing/2014/main" id="{E185BD8D-4440-9943-17B9-79311C85A46E}"/>
              </a:ext>
            </a:extLst>
          </p:cNvPr>
          <p:cNvGrpSpPr/>
          <p:nvPr/>
        </p:nvGrpSpPr>
        <p:grpSpPr>
          <a:xfrm>
            <a:off x="5579306" y="2624710"/>
            <a:ext cx="401240" cy="305991"/>
            <a:chOff x="7432700" y="2327293"/>
            <a:chExt cx="534987" cy="407988"/>
          </a:xfrm>
        </p:grpSpPr>
        <p:pic>
          <p:nvPicPr>
            <p:cNvPr id="1171" name="Picture 1017" descr="antenna_stylized">
              <a:extLst>
                <a:ext uri="{FF2B5EF4-FFF2-40B4-BE49-F238E27FC236}">
                  <a16:creationId xmlns:a16="http://schemas.microsoft.com/office/drawing/2014/main" id="{C9BFB1B4-B06C-2B86-B473-187BC178AC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72" name="Picture 1018" descr="laptop_keyboard">
              <a:extLst>
                <a:ext uri="{FF2B5EF4-FFF2-40B4-BE49-F238E27FC236}">
                  <a16:creationId xmlns:a16="http://schemas.microsoft.com/office/drawing/2014/main" id="{17757961-3D28-7E20-F1F1-4CDE0CD6E3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3" name="Freeform 1019">
              <a:extLst>
                <a:ext uri="{FF2B5EF4-FFF2-40B4-BE49-F238E27FC236}">
                  <a16:creationId xmlns:a16="http://schemas.microsoft.com/office/drawing/2014/main" id="{DF3DACE5-036D-8863-E758-445D35810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174" name="Picture 1020" descr="screen">
              <a:extLst>
                <a:ext uri="{FF2B5EF4-FFF2-40B4-BE49-F238E27FC236}">
                  <a16:creationId xmlns:a16="http://schemas.microsoft.com/office/drawing/2014/main" id="{E3FFAC5D-7521-B5E4-4FAB-C07D0E3C8A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75" name="Freeform 1021">
              <a:extLst>
                <a:ext uri="{FF2B5EF4-FFF2-40B4-BE49-F238E27FC236}">
                  <a16:creationId xmlns:a16="http://schemas.microsoft.com/office/drawing/2014/main" id="{0AC07798-69BD-41A9-978E-54F5B6C51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76" name="Freeform 1022">
              <a:extLst>
                <a:ext uri="{FF2B5EF4-FFF2-40B4-BE49-F238E27FC236}">
                  <a16:creationId xmlns:a16="http://schemas.microsoft.com/office/drawing/2014/main" id="{82FC6ECD-996E-72E1-F935-1F6B713A5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77" name="Freeform 1023">
              <a:extLst>
                <a:ext uri="{FF2B5EF4-FFF2-40B4-BE49-F238E27FC236}">
                  <a16:creationId xmlns:a16="http://schemas.microsoft.com/office/drawing/2014/main" id="{FAB3D4C3-9307-5CB5-202A-ACB392C6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78" name="Freeform 1024">
              <a:extLst>
                <a:ext uri="{FF2B5EF4-FFF2-40B4-BE49-F238E27FC236}">
                  <a16:creationId xmlns:a16="http://schemas.microsoft.com/office/drawing/2014/main" id="{E86E5A2C-B8F7-6580-0B15-25ABB6F0F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79" name="Freeform 1025">
              <a:extLst>
                <a:ext uri="{FF2B5EF4-FFF2-40B4-BE49-F238E27FC236}">
                  <a16:creationId xmlns:a16="http://schemas.microsoft.com/office/drawing/2014/main" id="{CA67CC5B-4946-F720-846D-EC5E46B8E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80" name="Freeform 1026">
              <a:extLst>
                <a:ext uri="{FF2B5EF4-FFF2-40B4-BE49-F238E27FC236}">
                  <a16:creationId xmlns:a16="http://schemas.microsoft.com/office/drawing/2014/main" id="{B6BF4033-A050-7514-AEC0-335B8A3D9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181" name="Group 1027">
              <a:extLst>
                <a:ext uri="{FF2B5EF4-FFF2-40B4-BE49-F238E27FC236}">
                  <a16:creationId xmlns:a16="http://schemas.microsoft.com/office/drawing/2014/main" id="{732889D3-C536-BA8F-A51A-5619DEB11A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188" name="Freeform 1028">
                <a:extLst>
                  <a:ext uri="{FF2B5EF4-FFF2-40B4-BE49-F238E27FC236}">
                    <a16:creationId xmlns:a16="http://schemas.microsoft.com/office/drawing/2014/main" id="{158FAAED-71DC-483C-D504-0AE1F35A2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89" name="Freeform 1029">
                <a:extLst>
                  <a:ext uri="{FF2B5EF4-FFF2-40B4-BE49-F238E27FC236}">
                    <a16:creationId xmlns:a16="http://schemas.microsoft.com/office/drawing/2014/main" id="{A2855DD4-9E87-5BE4-53D8-115EA3802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90" name="Freeform 1030">
                <a:extLst>
                  <a:ext uri="{FF2B5EF4-FFF2-40B4-BE49-F238E27FC236}">
                    <a16:creationId xmlns:a16="http://schemas.microsoft.com/office/drawing/2014/main" id="{5590B68D-0D2D-31B7-DE1C-608268063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91" name="Freeform 1031">
                <a:extLst>
                  <a:ext uri="{FF2B5EF4-FFF2-40B4-BE49-F238E27FC236}">
                    <a16:creationId xmlns:a16="http://schemas.microsoft.com/office/drawing/2014/main" id="{7D461823-A9CD-B370-7D4E-68F27DCF6F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92" name="Freeform 1032">
                <a:extLst>
                  <a:ext uri="{FF2B5EF4-FFF2-40B4-BE49-F238E27FC236}">
                    <a16:creationId xmlns:a16="http://schemas.microsoft.com/office/drawing/2014/main" id="{95C5B655-9FEF-D501-3D0E-5D26EEBAE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193" name="Freeform 1033">
                <a:extLst>
                  <a:ext uri="{FF2B5EF4-FFF2-40B4-BE49-F238E27FC236}">
                    <a16:creationId xmlns:a16="http://schemas.microsoft.com/office/drawing/2014/main" id="{59862C2D-5056-87D1-3C24-398A08B25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182" name="Freeform 1034">
              <a:extLst>
                <a:ext uri="{FF2B5EF4-FFF2-40B4-BE49-F238E27FC236}">
                  <a16:creationId xmlns:a16="http://schemas.microsoft.com/office/drawing/2014/main" id="{8CAD9858-6DBB-7EDE-F639-39F56B218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83" name="Freeform 1035">
              <a:extLst>
                <a:ext uri="{FF2B5EF4-FFF2-40B4-BE49-F238E27FC236}">
                  <a16:creationId xmlns:a16="http://schemas.microsoft.com/office/drawing/2014/main" id="{68B28DF2-CF76-D423-F57D-2D9C84890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84" name="Freeform 1036">
              <a:extLst>
                <a:ext uri="{FF2B5EF4-FFF2-40B4-BE49-F238E27FC236}">
                  <a16:creationId xmlns:a16="http://schemas.microsoft.com/office/drawing/2014/main" id="{EBD57CB7-E359-D779-74BE-53A62ABA2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85" name="Freeform 1037">
              <a:extLst>
                <a:ext uri="{FF2B5EF4-FFF2-40B4-BE49-F238E27FC236}">
                  <a16:creationId xmlns:a16="http://schemas.microsoft.com/office/drawing/2014/main" id="{AA680F65-0C52-22A2-D97F-4FF917BA7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86" name="Freeform 1038">
              <a:extLst>
                <a:ext uri="{FF2B5EF4-FFF2-40B4-BE49-F238E27FC236}">
                  <a16:creationId xmlns:a16="http://schemas.microsoft.com/office/drawing/2014/main" id="{9E5512F6-382E-0941-BEF6-C924395D1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87" name="Freeform 1039">
              <a:extLst>
                <a:ext uri="{FF2B5EF4-FFF2-40B4-BE49-F238E27FC236}">
                  <a16:creationId xmlns:a16="http://schemas.microsoft.com/office/drawing/2014/main" id="{81A7D03E-968A-969D-34CA-FB4B137F2DC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194" name="Group 1193">
            <a:extLst>
              <a:ext uri="{FF2B5EF4-FFF2-40B4-BE49-F238E27FC236}">
                <a16:creationId xmlns:a16="http://schemas.microsoft.com/office/drawing/2014/main" id="{B853AA80-56D4-B8B3-B381-1CD78140E660}"/>
              </a:ext>
            </a:extLst>
          </p:cNvPr>
          <p:cNvGrpSpPr/>
          <p:nvPr/>
        </p:nvGrpSpPr>
        <p:grpSpPr>
          <a:xfrm>
            <a:off x="6478336" y="2597046"/>
            <a:ext cx="398027" cy="358507"/>
            <a:chOff x="8631407" y="2290407"/>
            <a:chExt cx="530702" cy="478009"/>
          </a:xfrm>
        </p:grpSpPr>
        <p:pic>
          <p:nvPicPr>
            <p:cNvPr id="1195" name="Picture 568" descr="light2.png">
              <a:extLst>
                <a:ext uri="{FF2B5EF4-FFF2-40B4-BE49-F238E27FC236}">
                  <a16:creationId xmlns:a16="http://schemas.microsoft.com/office/drawing/2014/main" id="{6270AF55-D1BA-475C-95E8-8C1154077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6" name="Picture 1017" descr="antenna_stylized">
              <a:extLst>
                <a:ext uri="{FF2B5EF4-FFF2-40B4-BE49-F238E27FC236}">
                  <a16:creationId xmlns:a16="http://schemas.microsoft.com/office/drawing/2014/main" id="{65C991E3-CC6C-D3C4-C396-B68315462B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97" name="Group 1196">
            <a:extLst>
              <a:ext uri="{FF2B5EF4-FFF2-40B4-BE49-F238E27FC236}">
                <a16:creationId xmlns:a16="http://schemas.microsoft.com/office/drawing/2014/main" id="{C3916083-7119-E09E-24A8-1A3F1639ABA1}"/>
              </a:ext>
            </a:extLst>
          </p:cNvPr>
          <p:cNvGrpSpPr/>
          <p:nvPr/>
        </p:nvGrpSpPr>
        <p:grpSpPr>
          <a:xfrm>
            <a:off x="5620139" y="3421605"/>
            <a:ext cx="263105" cy="229138"/>
            <a:chOff x="7487144" y="3389820"/>
            <a:chExt cx="350807" cy="305517"/>
          </a:xfrm>
        </p:grpSpPr>
        <p:pic>
          <p:nvPicPr>
            <p:cNvPr id="1198" name="Picture 1115" descr="antenna_stylized">
              <a:extLst>
                <a:ext uri="{FF2B5EF4-FFF2-40B4-BE49-F238E27FC236}">
                  <a16:creationId xmlns:a16="http://schemas.microsoft.com/office/drawing/2014/main" id="{3032F504-3C92-30EE-335E-24200A371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99" name="Picture 1116" descr="laptop_keyboard">
              <a:extLst>
                <a:ext uri="{FF2B5EF4-FFF2-40B4-BE49-F238E27FC236}">
                  <a16:creationId xmlns:a16="http://schemas.microsoft.com/office/drawing/2014/main" id="{7E613F19-4E06-13F2-CCA4-A72F820953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0" name="Freeform 1117">
              <a:extLst>
                <a:ext uri="{FF2B5EF4-FFF2-40B4-BE49-F238E27FC236}">
                  <a16:creationId xmlns:a16="http://schemas.microsoft.com/office/drawing/2014/main" id="{1B8F2407-D390-4570-BBB6-DF5E883D5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014" y="3459979"/>
              <a:ext cx="230764" cy="155883"/>
            </a:xfrm>
            <a:custGeom>
              <a:avLst/>
              <a:gdLst>
                <a:gd name="T0" fmla="*/ 143665061 w 2982"/>
                <a:gd name="T1" fmla="*/ 0 h 2442"/>
                <a:gd name="T2" fmla="*/ 0 w 2982"/>
                <a:gd name="T3" fmla="*/ 66329557 h 2442"/>
                <a:gd name="T4" fmla="*/ 573719931 w 2982"/>
                <a:gd name="T5" fmla="*/ 82975142 h 2442"/>
                <a:gd name="T6" fmla="*/ 717384993 w 2982"/>
                <a:gd name="T7" fmla="*/ 16645585 h 2442"/>
                <a:gd name="T8" fmla="*/ 14366506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201" name="Picture 1118" descr="screen">
              <a:extLst>
                <a:ext uri="{FF2B5EF4-FFF2-40B4-BE49-F238E27FC236}">
                  <a16:creationId xmlns:a16="http://schemas.microsoft.com/office/drawing/2014/main" id="{F400224D-A535-083B-9DF6-BD48AE5119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02" name="Freeform 1119">
              <a:extLst>
                <a:ext uri="{FF2B5EF4-FFF2-40B4-BE49-F238E27FC236}">
                  <a16:creationId xmlns:a16="http://schemas.microsoft.com/office/drawing/2014/main" id="{85D22807-6F57-5A1A-6775-2F24EBA3A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1029" y="3455381"/>
              <a:ext cx="195517" cy="29007"/>
            </a:xfrm>
            <a:custGeom>
              <a:avLst/>
              <a:gdLst>
                <a:gd name="T0" fmla="*/ 35620212 w 2528"/>
                <a:gd name="T1" fmla="*/ 0 h 455"/>
                <a:gd name="T2" fmla="*/ 608343257 w 2528"/>
                <a:gd name="T3" fmla="*/ 16582250 h 455"/>
                <a:gd name="T4" fmla="*/ 572256449 w 2528"/>
                <a:gd name="T5" fmla="*/ 16582250 h 455"/>
                <a:gd name="T6" fmla="*/ 0 w 2528"/>
                <a:gd name="T7" fmla="*/ 16582250 h 455"/>
                <a:gd name="T8" fmla="*/ 35620212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03" name="Freeform 1120">
              <a:extLst>
                <a:ext uri="{FF2B5EF4-FFF2-40B4-BE49-F238E27FC236}">
                  <a16:creationId xmlns:a16="http://schemas.microsoft.com/office/drawing/2014/main" id="{99710C12-D24C-24CB-F55E-D4C4C678A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971" y="3455145"/>
              <a:ext cx="54275" cy="120745"/>
            </a:xfrm>
            <a:custGeom>
              <a:avLst/>
              <a:gdLst>
                <a:gd name="T0" fmla="*/ 142804406 w 702"/>
                <a:gd name="T1" fmla="*/ 0 h 1893"/>
                <a:gd name="T2" fmla="*/ 0 w 702"/>
                <a:gd name="T3" fmla="*/ 66174575 h 1893"/>
                <a:gd name="T4" fmla="*/ 35584530 w 702"/>
                <a:gd name="T5" fmla="*/ 66174575 h 1893"/>
                <a:gd name="T6" fmla="*/ 178855222 w 702"/>
                <a:gd name="T7" fmla="*/ 16607700 h 1893"/>
                <a:gd name="T8" fmla="*/ 14280440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04" name="Freeform 1121">
              <a:extLst>
                <a:ext uri="{FF2B5EF4-FFF2-40B4-BE49-F238E27FC236}">
                  <a16:creationId xmlns:a16="http://schemas.microsoft.com/office/drawing/2014/main" id="{135319B2-474A-5F5B-F5E5-751FE6CAA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6652" y="3476723"/>
              <a:ext cx="58489" cy="139375"/>
            </a:xfrm>
            <a:custGeom>
              <a:avLst/>
              <a:gdLst>
                <a:gd name="T0" fmla="*/ 179213623 w 756"/>
                <a:gd name="T1" fmla="*/ 0 h 2184"/>
                <a:gd name="T2" fmla="*/ 35656008 w 756"/>
                <a:gd name="T3" fmla="*/ 82904513 h 2184"/>
                <a:gd name="T4" fmla="*/ 0 w 756"/>
                <a:gd name="T5" fmla="*/ 82904513 h 2184"/>
                <a:gd name="T6" fmla="*/ 143090785 w 756"/>
                <a:gd name="T7" fmla="*/ 16632211 h 2184"/>
                <a:gd name="T8" fmla="*/ 179213623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05" name="Freeform 1122">
              <a:extLst>
                <a:ext uri="{FF2B5EF4-FFF2-40B4-BE49-F238E27FC236}">
                  <a16:creationId xmlns:a16="http://schemas.microsoft.com/office/drawing/2014/main" id="{83DB0343-AB7D-EA6A-A5FD-1DF645457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332" y="3569758"/>
              <a:ext cx="214545" cy="47048"/>
            </a:xfrm>
            <a:custGeom>
              <a:avLst/>
              <a:gdLst>
                <a:gd name="T0" fmla="*/ 35658648 w 2773"/>
                <a:gd name="T1" fmla="*/ 0 h 738"/>
                <a:gd name="T2" fmla="*/ 0 w 2773"/>
                <a:gd name="T3" fmla="*/ 16581742 h 738"/>
                <a:gd name="T4" fmla="*/ 573357470 w 2773"/>
                <a:gd name="T5" fmla="*/ 33163485 h 738"/>
                <a:gd name="T6" fmla="*/ 573357470 w 2773"/>
                <a:gd name="T7" fmla="*/ 16581742 h 738"/>
                <a:gd name="T8" fmla="*/ 35658648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06" name="Freeform 1123">
              <a:extLst>
                <a:ext uri="{FF2B5EF4-FFF2-40B4-BE49-F238E27FC236}">
                  <a16:creationId xmlns:a16="http://schemas.microsoft.com/office/drawing/2014/main" id="{97530E15-728C-7E41-ADCC-8615C858D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3165" y="3477902"/>
              <a:ext cx="54786" cy="139965"/>
            </a:xfrm>
            <a:custGeom>
              <a:avLst/>
              <a:gdLst>
                <a:gd name="T0" fmla="*/ 656550006 w 637"/>
                <a:gd name="T1" fmla="*/ 0 h 1659"/>
                <a:gd name="T2" fmla="*/ 656550006 w 637"/>
                <a:gd name="T3" fmla="*/ 0 h 1659"/>
                <a:gd name="T4" fmla="*/ 54716163 w 637"/>
                <a:gd name="T5" fmla="*/ 2147483646 h 1659"/>
                <a:gd name="T6" fmla="*/ 0 w 637"/>
                <a:gd name="T7" fmla="*/ 2147483646 h 1659"/>
                <a:gd name="T8" fmla="*/ 65655000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07" name="Freeform 1124">
              <a:extLst>
                <a:ext uri="{FF2B5EF4-FFF2-40B4-BE49-F238E27FC236}">
                  <a16:creationId xmlns:a16="http://schemas.microsoft.com/office/drawing/2014/main" id="{1EB2423F-C9BF-744C-7ACA-02F5A3D8A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588" y="3576007"/>
              <a:ext cx="190792" cy="46458"/>
            </a:xfrm>
            <a:custGeom>
              <a:avLst/>
              <a:gdLst>
                <a:gd name="T0" fmla="*/ 0 w 2216"/>
                <a:gd name="T1" fmla="*/ 0 h 550"/>
                <a:gd name="T2" fmla="*/ 54884212 w 2216"/>
                <a:gd name="T3" fmla="*/ 101852492 h 550"/>
                <a:gd name="T4" fmla="*/ 2147483646 w 2216"/>
                <a:gd name="T5" fmla="*/ 1017940055 h 550"/>
                <a:gd name="T6" fmla="*/ 2147483646 w 2216"/>
                <a:gd name="T7" fmla="*/ 86546456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208" name="Group 1125">
              <a:extLst>
                <a:ext uri="{FF2B5EF4-FFF2-40B4-BE49-F238E27FC236}">
                  <a16:creationId xmlns:a16="http://schemas.microsoft.com/office/drawing/2014/main" id="{226F16BA-6DA9-A74D-9285-F9CDFCCA71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215" name="Freeform 1126">
                <a:extLst>
                  <a:ext uri="{FF2B5EF4-FFF2-40B4-BE49-F238E27FC236}">
                    <a16:creationId xmlns:a16="http://schemas.microsoft.com/office/drawing/2014/main" id="{54ADF399-3FE6-6842-607E-6C10453CC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16" name="Freeform 1127">
                <a:extLst>
                  <a:ext uri="{FF2B5EF4-FFF2-40B4-BE49-F238E27FC236}">
                    <a16:creationId xmlns:a16="http://schemas.microsoft.com/office/drawing/2014/main" id="{FE791A94-C99C-AB46-E148-C01653203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17" name="Freeform 1128">
                <a:extLst>
                  <a:ext uri="{FF2B5EF4-FFF2-40B4-BE49-F238E27FC236}">
                    <a16:creationId xmlns:a16="http://schemas.microsoft.com/office/drawing/2014/main" id="{89F7AD67-03F4-81C8-98DF-BD6252039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18" name="Freeform 1129">
                <a:extLst>
                  <a:ext uri="{FF2B5EF4-FFF2-40B4-BE49-F238E27FC236}">
                    <a16:creationId xmlns:a16="http://schemas.microsoft.com/office/drawing/2014/main" id="{E41FC26E-3058-AAE5-C3DC-79825B3E6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19" name="Freeform 1130">
                <a:extLst>
                  <a:ext uri="{FF2B5EF4-FFF2-40B4-BE49-F238E27FC236}">
                    <a16:creationId xmlns:a16="http://schemas.microsoft.com/office/drawing/2014/main" id="{5DC0C52E-F882-F435-1188-C241D7EBD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20" name="Freeform 1131">
                <a:extLst>
                  <a:ext uri="{FF2B5EF4-FFF2-40B4-BE49-F238E27FC236}">
                    <a16:creationId xmlns:a16="http://schemas.microsoft.com/office/drawing/2014/main" id="{CF09D6E7-18DE-3A98-A614-75AA800BDC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09" name="Freeform 1132">
              <a:extLst>
                <a:ext uri="{FF2B5EF4-FFF2-40B4-BE49-F238E27FC236}">
                  <a16:creationId xmlns:a16="http://schemas.microsoft.com/office/drawing/2014/main" id="{23C58FC8-8487-9B7D-A5CC-EBB047DD8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4243" y="3629776"/>
              <a:ext cx="78411" cy="60608"/>
            </a:xfrm>
            <a:custGeom>
              <a:avLst/>
              <a:gdLst>
                <a:gd name="T0" fmla="*/ 39250883 w 990"/>
                <a:gd name="T1" fmla="*/ 342828616 h 792"/>
                <a:gd name="T2" fmla="*/ 354255671 w 990"/>
                <a:gd name="T3" fmla="*/ 0 h 792"/>
                <a:gd name="T4" fmla="*/ 354255671 w 990"/>
                <a:gd name="T5" fmla="*/ 34504242 h 792"/>
                <a:gd name="T6" fmla="*/ 0 w 990"/>
                <a:gd name="T7" fmla="*/ 342828616 h 792"/>
                <a:gd name="T8" fmla="*/ 39250883 w 990"/>
                <a:gd name="T9" fmla="*/ 342828616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10" name="Freeform 1133">
              <a:extLst>
                <a:ext uri="{FF2B5EF4-FFF2-40B4-BE49-F238E27FC236}">
                  <a16:creationId xmlns:a16="http://schemas.microsoft.com/office/drawing/2014/main" id="{B276103A-3726-24CD-4B2D-519C0A690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129" y="3634611"/>
              <a:ext cx="200625" cy="55302"/>
            </a:xfrm>
            <a:custGeom>
              <a:avLst/>
              <a:gdLst>
                <a:gd name="T0" fmla="*/ 39302216 w 2532"/>
                <a:gd name="T1" fmla="*/ 0 h 723"/>
                <a:gd name="T2" fmla="*/ 39302216 w 2532"/>
                <a:gd name="T3" fmla="*/ 0 h 723"/>
                <a:gd name="T4" fmla="*/ 867084690 w 2532"/>
                <a:gd name="T5" fmla="*/ 307891170 h 723"/>
                <a:gd name="T6" fmla="*/ 867084690 w 2532"/>
                <a:gd name="T7" fmla="*/ 342351506 h 723"/>
                <a:gd name="T8" fmla="*/ 0 w 2532"/>
                <a:gd name="T9" fmla="*/ 34009889 h 723"/>
                <a:gd name="T10" fmla="*/ 39302216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11" name="Freeform 1134">
              <a:extLst>
                <a:ext uri="{FF2B5EF4-FFF2-40B4-BE49-F238E27FC236}">
                  <a16:creationId xmlns:a16="http://schemas.microsoft.com/office/drawing/2014/main" id="{5CC462B0-DA96-1758-DD2C-6CF1D050D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257" y="3624470"/>
              <a:ext cx="2171" cy="11202"/>
            </a:xfrm>
            <a:custGeom>
              <a:avLst/>
              <a:gdLst>
                <a:gd name="T0" fmla="*/ 48903362 w 26"/>
                <a:gd name="T1" fmla="*/ 33634500 h 147"/>
                <a:gd name="T2" fmla="*/ 48903362 w 26"/>
                <a:gd name="T3" fmla="*/ 67263209 h 147"/>
                <a:gd name="T4" fmla="*/ 0 w 26"/>
                <a:gd name="T5" fmla="*/ 67263209 h 147"/>
                <a:gd name="T6" fmla="*/ 48903362 w 26"/>
                <a:gd name="T7" fmla="*/ 0 h 147"/>
                <a:gd name="T8" fmla="*/ 48903362 w 26"/>
                <a:gd name="T9" fmla="*/ 3363450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12" name="Freeform 1135">
              <a:extLst>
                <a:ext uri="{FF2B5EF4-FFF2-40B4-BE49-F238E27FC236}">
                  <a16:creationId xmlns:a16="http://schemas.microsoft.com/office/drawing/2014/main" id="{F35D18D3-9CEA-C0DA-6F01-BECB96C12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384" y="3578837"/>
              <a:ext cx="93225" cy="46340"/>
            </a:xfrm>
            <a:custGeom>
              <a:avLst/>
              <a:gdLst>
                <a:gd name="T0" fmla="*/ 395043791 w 1176"/>
                <a:gd name="T1" fmla="*/ 0 h 606"/>
                <a:gd name="T2" fmla="*/ 0 w 1176"/>
                <a:gd name="T3" fmla="*/ 273654982 h 606"/>
                <a:gd name="T4" fmla="*/ 39357994 w 1176"/>
                <a:gd name="T5" fmla="*/ 273654982 h 606"/>
                <a:gd name="T6" fmla="*/ 395043791 w 1176"/>
                <a:gd name="T7" fmla="*/ 33985420 h 606"/>
                <a:gd name="T8" fmla="*/ 39504379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13" name="Freeform 1136">
              <a:extLst>
                <a:ext uri="{FF2B5EF4-FFF2-40B4-BE49-F238E27FC236}">
                  <a16:creationId xmlns:a16="http://schemas.microsoft.com/office/drawing/2014/main" id="{F7E68815-088E-6311-E6BD-9B8E59662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642" y="3626829"/>
              <a:ext cx="190281" cy="53180"/>
            </a:xfrm>
            <a:custGeom>
              <a:avLst/>
              <a:gdLst>
                <a:gd name="T0" fmla="*/ 31829833 w 2532"/>
                <a:gd name="T1" fmla="*/ 0 h 723"/>
                <a:gd name="T2" fmla="*/ 31829833 w 2532"/>
                <a:gd name="T3" fmla="*/ 0 h 723"/>
                <a:gd name="T4" fmla="*/ 382827787 w 2532"/>
                <a:gd name="T5" fmla="*/ 175498781 h 723"/>
                <a:gd name="T6" fmla="*/ 382827787 w 2532"/>
                <a:gd name="T7" fmla="*/ 175498781 h 723"/>
                <a:gd name="T8" fmla="*/ 0 w 2532"/>
                <a:gd name="T9" fmla="*/ 29448186 h 723"/>
                <a:gd name="T10" fmla="*/ 31829833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14" name="Freeform 1137">
              <a:extLst>
                <a:ext uri="{FF2B5EF4-FFF2-40B4-BE49-F238E27FC236}">
                  <a16:creationId xmlns:a16="http://schemas.microsoft.com/office/drawing/2014/main" id="{B84F5F9D-8568-C547-2FD5-4923C63F0A0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00668" y="3623055"/>
              <a:ext cx="77645" cy="5506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02641137 h 723"/>
                <a:gd name="T6" fmla="*/ 0 w 2532"/>
                <a:gd name="T7" fmla="*/ 302641137 h 723"/>
                <a:gd name="T8" fmla="*/ 0 w 2532"/>
                <a:gd name="T9" fmla="*/ 33575256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221" name="Group 1220">
            <a:extLst>
              <a:ext uri="{FF2B5EF4-FFF2-40B4-BE49-F238E27FC236}">
                <a16:creationId xmlns:a16="http://schemas.microsoft.com/office/drawing/2014/main" id="{8D87B5F5-64BF-B062-7897-F3A30AB0D313}"/>
              </a:ext>
            </a:extLst>
          </p:cNvPr>
          <p:cNvGrpSpPr/>
          <p:nvPr/>
        </p:nvGrpSpPr>
        <p:grpSpPr>
          <a:xfrm>
            <a:off x="5852577" y="3351318"/>
            <a:ext cx="260998" cy="297465"/>
            <a:chOff x="7797061" y="3296104"/>
            <a:chExt cx="347997" cy="396620"/>
          </a:xfrm>
        </p:grpSpPr>
        <p:pic>
          <p:nvPicPr>
            <p:cNvPr id="1222" name="Picture 571" descr="fridge2.png">
              <a:extLst>
                <a:ext uri="{FF2B5EF4-FFF2-40B4-BE49-F238E27FC236}">
                  <a16:creationId xmlns:a16="http://schemas.microsoft.com/office/drawing/2014/main" id="{76C077AB-14FB-F760-DB4D-E0950BA462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3" name="Picture 1115" descr="antenna_stylized">
              <a:extLst>
                <a:ext uri="{FF2B5EF4-FFF2-40B4-BE49-F238E27FC236}">
                  <a16:creationId xmlns:a16="http://schemas.microsoft.com/office/drawing/2014/main" id="{B0697DF7-1A96-87CA-F1B8-B796C9E86E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24" name="Group 1223">
            <a:extLst>
              <a:ext uri="{FF2B5EF4-FFF2-40B4-BE49-F238E27FC236}">
                <a16:creationId xmlns:a16="http://schemas.microsoft.com/office/drawing/2014/main" id="{01E578AC-BC67-7C46-B2A2-0748EB9B9DEC}"/>
              </a:ext>
            </a:extLst>
          </p:cNvPr>
          <p:cNvGrpSpPr/>
          <p:nvPr/>
        </p:nvGrpSpPr>
        <p:grpSpPr>
          <a:xfrm>
            <a:off x="8298710" y="3428614"/>
            <a:ext cx="388836" cy="909182"/>
            <a:chOff x="11058573" y="3399165"/>
            <a:chExt cx="518448" cy="1212242"/>
          </a:xfrm>
        </p:grpSpPr>
        <p:grpSp>
          <p:nvGrpSpPr>
            <p:cNvPr id="1225" name="Group 1224">
              <a:extLst>
                <a:ext uri="{FF2B5EF4-FFF2-40B4-BE49-F238E27FC236}">
                  <a16:creationId xmlns:a16="http://schemas.microsoft.com/office/drawing/2014/main" id="{51DB96BC-3A67-E9B9-5026-812E89496EE9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1232" name="Straight Connector 1231">
                <a:extLst>
                  <a:ext uri="{FF2B5EF4-FFF2-40B4-BE49-F238E27FC236}">
                    <a16:creationId xmlns:a16="http://schemas.microsoft.com/office/drawing/2014/main" id="{9649FA85-71C6-48AB-43C9-FA411A7D385D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33" name="Group 1232">
                <a:extLst>
                  <a:ext uri="{FF2B5EF4-FFF2-40B4-BE49-F238E27FC236}">
                    <a16:creationId xmlns:a16="http://schemas.microsoft.com/office/drawing/2014/main" id="{E7BDFD74-B59D-C8E0-E1AA-EC2CB3E1F573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1234" name="Picture 1233" descr="server_rack.png">
                  <a:extLst>
                    <a:ext uri="{FF2B5EF4-FFF2-40B4-BE49-F238E27FC236}">
                      <a16:creationId xmlns:a16="http://schemas.microsoft.com/office/drawing/2014/main" id="{3F78D296-371D-AC3F-E09E-6F92E12923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1235" name="Picture 1234" descr="server_rack.png">
                  <a:extLst>
                    <a:ext uri="{FF2B5EF4-FFF2-40B4-BE49-F238E27FC236}">
                      <a16:creationId xmlns:a16="http://schemas.microsoft.com/office/drawing/2014/main" id="{7F916828-6FD2-6DC4-08AC-14AFDFAFF9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1236" name="Picture 1235" descr="server_rack.png">
                  <a:extLst>
                    <a:ext uri="{FF2B5EF4-FFF2-40B4-BE49-F238E27FC236}">
                      <a16:creationId xmlns:a16="http://schemas.microsoft.com/office/drawing/2014/main" id="{90FAF0E7-E81A-393F-7D81-7F254ECBA4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226" name="Group 1225">
              <a:extLst>
                <a:ext uri="{FF2B5EF4-FFF2-40B4-BE49-F238E27FC236}">
                  <a16:creationId xmlns:a16="http://schemas.microsoft.com/office/drawing/2014/main" id="{25961963-E2C5-4F39-E3BD-EC65593042C5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1227" name="Straight Connector 1226">
                <a:extLst>
                  <a:ext uri="{FF2B5EF4-FFF2-40B4-BE49-F238E27FC236}">
                    <a16:creationId xmlns:a16="http://schemas.microsoft.com/office/drawing/2014/main" id="{921C0ADF-835A-C3FE-AFAD-F8D22F7AC9ED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28" name="Group 1227">
                <a:extLst>
                  <a:ext uri="{FF2B5EF4-FFF2-40B4-BE49-F238E27FC236}">
                    <a16:creationId xmlns:a16="http://schemas.microsoft.com/office/drawing/2014/main" id="{19F7A965-52B2-AB70-E18D-C180C3E6EE17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1229" name="Picture 1228" descr="server_rack.png">
                  <a:extLst>
                    <a:ext uri="{FF2B5EF4-FFF2-40B4-BE49-F238E27FC236}">
                      <a16:creationId xmlns:a16="http://schemas.microsoft.com/office/drawing/2014/main" id="{37784D3A-9EDB-0B34-F07C-5D52730227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1230" name="Picture 1229" descr="server_rack.png">
                  <a:extLst>
                    <a:ext uri="{FF2B5EF4-FFF2-40B4-BE49-F238E27FC236}">
                      <a16:creationId xmlns:a16="http://schemas.microsoft.com/office/drawing/2014/main" id="{2A15A30E-7C0C-28F0-A9A9-4AC65827E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1231" name="Picture 1230" descr="server_rack.png">
                  <a:extLst>
                    <a:ext uri="{FF2B5EF4-FFF2-40B4-BE49-F238E27FC236}">
                      <a16:creationId xmlns:a16="http://schemas.microsoft.com/office/drawing/2014/main" id="{000E9853-E94E-496C-D4F2-F691EE3B8F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1237" name="Group 950">
            <a:extLst>
              <a:ext uri="{FF2B5EF4-FFF2-40B4-BE49-F238E27FC236}">
                <a16:creationId xmlns:a16="http://schemas.microsoft.com/office/drawing/2014/main" id="{1C60249B-FF42-5D39-8715-FFA1CE1A08A7}"/>
              </a:ext>
            </a:extLst>
          </p:cNvPr>
          <p:cNvGrpSpPr>
            <a:grpSpLocks/>
          </p:cNvGrpSpPr>
          <p:nvPr/>
        </p:nvGrpSpPr>
        <p:grpSpPr bwMode="auto">
          <a:xfrm>
            <a:off x="7716686" y="4812714"/>
            <a:ext cx="132894" cy="248125"/>
            <a:chOff x="4140" y="429"/>
            <a:chExt cx="1425" cy="2396"/>
          </a:xfrm>
        </p:grpSpPr>
        <p:sp>
          <p:nvSpPr>
            <p:cNvPr id="1238" name="Freeform 951">
              <a:extLst>
                <a:ext uri="{FF2B5EF4-FFF2-40B4-BE49-F238E27FC236}">
                  <a16:creationId xmlns:a16="http://schemas.microsoft.com/office/drawing/2014/main" id="{BD53953E-A38D-3B30-3F68-B69F538E98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39" name="Rectangle 952">
              <a:extLst>
                <a:ext uri="{FF2B5EF4-FFF2-40B4-BE49-F238E27FC236}">
                  <a16:creationId xmlns:a16="http://schemas.microsoft.com/office/drawing/2014/main" id="{1D53CBFF-3E4D-20D8-28B7-19C438825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40" name="Freeform 953">
              <a:extLst>
                <a:ext uri="{FF2B5EF4-FFF2-40B4-BE49-F238E27FC236}">
                  <a16:creationId xmlns:a16="http://schemas.microsoft.com/office/drawing/2014/main" id="{76BC7B13-F3A9-E65E-1E52-AD6C79B8F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41" name="Freeform 954">
              <a:extLst>
                <a:ext uri="{FF2B5EF4-FFF2-40B4-BE49-F238E27FC236}">
                  <a16:creationId xmlns:a16="http://schemas.microsoft.com/office/drawing/2014/main" id="{2BA6BF50-B91D-1FAE-2F60-9690B2007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42" name="Rectangle 955">
              <a:extLst>
                <a:ext uri="{FF2B5EF4-FFF2-40B4-BE49-F238E27FC236}">
                  <a16:creationId xmlns:a16="http://schemas.microsoft.com/office/drawing/2014/main" id="{1A7C809C-940E-7EF8-EA3C-99D0D0E5F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43" name="Group 956">
              <a:extLst>
                <a:ext uri="{FF2B5EF4-FFF2-40B4-BE49-F238E27FC236}">
                  <a16:creationId xmlns:a16="http://schemas.microsoft.com/office/drawing/2014/main" id="{C6FDD20B-37AF-FA6D-0EFF-6188C14B3E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268" name="AutoShape 957">
                <a:extLst>
                  <a:ext uri="{FF2B5EF4-FFF2-40B4-BE49-F238E27FC236}">
                    <a16:creationId xmlns:a16="http://schemas.microsoft.com/office/drawing/2014/main" id="{3F08EB96-AEAF-BE6D-3D04-577745E44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69" name="AutoShape 958">
                <a:extLst>
                  <a:ext uri="{FF2B5EF4-FFF2-40B4-BE49-F238E27FC236}">
                    <a16:creationId xmlns:a16="http://schemas.microsoft.com/office/drawing/2014/main" id="{2F9E04BF-3F84-358A-BF38-492E99DDE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44" name="Rectangle 959">
              <a:extLst>
                <a:ext uri="{FF2B5EF4-FFF2-40B4-BE49-F238E27FC236}">
                  <a16:creationId xmlns:a16="http://schemas.microsoft.com/office/drawing/2014/main" id="{ECD629E4-B250-E922-989A-8F10DFA2C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45" name="Group 960">
              <a:extLst>
                <a:ext uri="{FF2B5EF4-FFF2-40B4-BE49-F238E27FC236}">
                  <a16:creationId xmlns:a16="http://schemas.microsoft.com/office/drawing/2014/main" id="{EDC4864A-5E2B-89A7-639C-E390D65801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266" name="AutoShape 961">
                <a:extLst>
                  <a:ext uri="{FF2B5EF4-FFF2-40B4-BE49-F238E27FC236}">
                    <a16:creationId xmlns:a16="http://schemas.microsoft.com/office/drawing/2014/main" id="{16E06D9E-6983-9F40-5C6B-E6A3BAD87F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67" name="AutoShape 962">
                <a:extLst>
                  <a:ext uri="{FF2B5EF4-FFF2-40B4-BE49-F238E27FC236}">
                    <a16:creationId xmlns:a16="http://schemas.microsoft.com/office/drawing/2014/main" id="{C80ACF39-A182-7FE8-8439-757EE222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46" name="Rectangle 963">
              <a:extLst>
                <a:ext uri="{FF2B5EF4-FFF2-40B4-BE49-F238E27FC236}">
                  <a16:creationId xmlns:a16="http://schemas.microsoft.com/office/drawing/2014/main" id="{26E6F973-6458-2B16-6468-729DBB585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47" name="Rectangle 964">
              <a:extLst>
                <a:ext uri="{FF2B5EF4-FFF2-40B4-BE49-F238E27FC236}">
                  <a16:creationId xmlns:a16="http://schemas.microsoft.com/office/drawing/2014/main" id="{40389BD0-735C-0F1D-611F-DE29E51B8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248" name="Group 965">
              <a:extLst>
                <a:ext uri="{FF2B5EF4-FFF2-40B4-BE49-F238E27FC236}">
                  <a16:creationId xmlns:a16="http://schemas.microsoft.com/office/drawing/2014/main" id="{57F3D0CD-21E9-A1D4-3324-31CDFFCB37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264" name="AutoShape 966">
                <a:extLst>
                  <a:ext uri="{FF2B5EF4-FFF2-40B4-BE49-F238E27FC236}">
                    <a16:creationId xmlns:a16="http://schemas.microsoft.com/office/drawing/2014/main" id="{456AA136-810D-7C15-5A5E-FBC9B39E3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65" name="AutoShape 967">
                <a:extLst>
                  <a:ext uri="{FF2B5EF4-FFF2-40B4-BE49-F238E27FC236}">
                    <a16:creationId xmlns:a16="http://schemas.microsoft.com/office/drawing/2014/main" id="{8D7826D2-85E8-8A02-47B5-953B04A9E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49" name="Freeform 968">
              <a:extLst>
                <a:ext uri="{FF2B5EF4-FFF2-40B4-BE49-F238E27FC236}">
                  <a16:creationId xmlns:a16="http://schemas.microsoft.com/office/drawing/2014/main" id="{F3384846-99C3-68AC-4E67-DDEB70DF3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250" name="Group 969">
              <a:extLst>
                <a:ext uri="{FF2B5EF4-FFF2-40B4-BE49-F238E27FC236}">
                  <a16:creationId xmlns:a16="http://schemas.microsoft.com/office/drawing/2014/main" id="{05E78CEF-EF07-4101-DB2B-A2B4AAC958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262" name="AutoShape 970">
                <a:extLst>
                  <a:ext uri="{FF2B5EF4-FFF2-40B4-BE49-F238E27FC236}">
                    <a16:creationId xmlns:a16="http://schemas.microsoft.com/office/drawing/2014/main" id="{4C0BDF97-0F86-E490-481D-33A53FC69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63" name="AutoShape 971">
                <a:extLst>
                  <a:ext uri="{FF2B5EF4-FFF2-40B4-BE49-F238E27FC236}">
                    <a16:creationId xmlns:a16="http://schemas.microsoft.com/office/drawing/2014/main" id="{BF1603E8-6910-486A-EBDC-CC846D238E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51" name="Rectangle 972">
              <a:extLst>
                <a:ext uri="{FF2B5EF4-FFF2-40B4-BE49-F238E27FC236}">
                  <a16:creationId xmlns:a16="http://schemas.microsoft.com/office/drawing/2014/main" id="{4C3BEE21-4BB1-815F-0EE5-55CA03930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52" name="Freeform 973">
              <a:extLst>
                <a:ext uri="{FF2B5EF4-FFF2-40B4-BE49-F238E27FC236}">
                  <a16:creationId xmlns:a16="http://schemas.microsoft.com/office/drawing/2014/main" id="{47C90EF1-886B-2FB9-196E-FDE33F57F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53" name="Freeform 974">
              <a:extLst>
                <a:ext uri="{FF2B5EF4-FFF2-40B4-BE49-F238E27FC236}">
                  <a16:creationId xmlns:a16="http://schemas.microsoft.com/office/drawing/2014/main" id="{1EF12550-393C-995D-69CB-0F665BAD0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54" name="Oval 975">
              <a:extLst>
                <a:ext uri="{FF2B5EF4-FFF2-40B4-BE49-F238E27FC236}">
                  <a16:creationId xmlns:a16="http://schemas.microsoft.com/office/drawing/2014/main" id="{3F0CF4C1-7A06-F753-DD4D-C141069CE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55" name="Freeform 976">
              <a:extLst>
                <a:ext uri="{FF2B5EF4-FFF2-40B4-BE49-F238E27FC236}">
                  <a16:creationId xmlns:a16="http://schemas.microsoft.com/office/drawing/2014/main" id="{BFB32B2C-D67B-E319-A0FE-D502DB286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56" name="AutoShape 977">
              <a:extLst>
                <a:ext uri="{FF2B5EF4-FFF2-40B4-BE49-F238E27FC236}">
                  <a16:creationId xmlns:a16="http://schemas.microsoft.com/office/drawing/2014/main" id="{77B46125-C907-F8E3-EE33-FAE3235FB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57" name="AutoShape 978">
              <a:extLst>
                <a:ext uri="{FF2B5EF4-FFF2-40B4-BE49-F238E27FC236}">
                  <a16:creationId xmlns:a16="http://schemas.microsoft.com/office/drawing/2014/main" id="{BE345790-15B2-3EF7-B476-102CEFD5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58" name="Oval 979">
              <a:extLst>
                <a:ext uri="{FF2B5EF4-FFF2-40B4-BE49-F238E27FC236}">
                  <a16:creationId xmlns:a16="http://schemas.microsoft.com/office/drawing/2014/main" id="{C737600E-44D7-125B-A5C7-543B4BD03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59" name="Oval 980">
              <a:extLst>
                <a:ext uri="{FF2B5EF4-FFF2-40B4-BE49-F238E27FC236}">
                  <a16:creationId xmlns:a16="http://schemas.microsoft.com/office/drawing/2014/main" id="{A99FDE23-BF48-2949-E029-706E0FF85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35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60" name="Oval 981">
              <a:extLst>
                <a:ext uri="{FF2B5EF4-FFF2-40B4-BE49-F238E27FC236}">
                  <a16:creationId xmlns:a16="http://schemas.microsoft.com/office/drawing/2014/main" id="{5275AEDE-19DA-94E2-F1C8-F12B09798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61" name="Rectangle 982">
              <a:extLst>
                <a:ext uri="{FF2B5EF4-FFF2-40B4-BE49-F238E27FC236}">
                  <a16:creationId xmlns:a16="http://schemas.microsoft.com/office/drawing/2014/main" id="{C96E55B3-0556-58D6-E678-E0094E58C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70" name="Group 590">
            <a:extLst>
              <a:ext uri="{FF2B5EF4-FFF2-40B4-BE49-F238E27FC236}">
                <a16:creationId xmlns:a16="http://schemas.microsoft.com/office/drawing/2014/main" id="{C7BF2950-8108-0DD3-4C5C-73A07A053E4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85641" y="4532371"/>
            <a:ext cx="259223" cy="240227"/>
            <a:chOff x="2839" y="3501"/>
            <a:chExt cx="755" cy="803"/>
          </a:xfrm>
        </p:grpSpPr>
        <p:pic>
          <p:nvPicPr>
            <p:cNvPr id="1271" name="Picture 591" descr="desktop_computer_stylized_medium">
              <a:extLst>
                <a:ext uri="{FF2B5EF4-FFF2-40B4-BE49-F238E27FC236}">
                  <a16:creationId xmlns:a16="http://schemas.microsoft.com/office/drawing/2014/main" id="{0AA5652C-750B-C312-32BF-9B8CC41420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72" name="Freeform 592">
              <a:extLst>
                <a:ext uri="{FF2B5EF4-FFF2-40B4-BE49-F238E27FC236}">
                  <a16:creationId xmlns:a16="http://schemas.microsoft.com/office/drawing/2014/main" id="{F8E5DEFE-5311-D968-F31B-5625664E3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273" name="Group 590">
            <a:extLst>
              <a:ext uri="{FF2B5EF4-FFF2-40B4-BE49-F238E27FC236}">
                <a16:creationId xmlns:a16="http://schemas.microsoft.com/office/drawing/2014/main" id="{27C8E242-A4FC-7A1C-F75B-168CB008279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115432" y="4985743"/>
            <a:ext cx="259223" cy="240227"/>
            <a:chOff x="2839" y="3501"/>
            <a:chExt cx="755" cy="803"/>
          </a:xfrm>
        </p:grpSpPr>
        <p:pic>
          <p:nvPicPr>
            <p:cNvPr id="1274" name="Picture 591" descr="desktop_computer_stylized_medium">
              <a:extLst>
                <a:ext uri="{FF2B5EF4-FFF2-40B4-BE49-F238E27FC236}">
                  <a16:creationId xmlns:a16="http://schemas.microsoft.com/office/drawing/2014/main" id="{C3A78702-5E40-0BFD-0276-59CF743201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75" name="Freeform 592">
              <a:extLst>
                <a:ext uri="{FF2B5EF4-FFF2-40B4-BE49-F238E27FC236}">
                  <a16:creationId xmlns:a16="http://schemas.microsoft.com/office/drawing/2014/main" id="{675B08F8-B878-C793-B8B1-DB00E1254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276" name="Group 590">
            <a:extLst>
              <a:ext uri="{FF2B5EF4-FFF2-40B4-BE49-F238E27FC236}">
                <a16:creationId xmlns:a16="http://schemas.microsoft.com/office/drawing/2014/main" id="{054AA057-D477-6D12-7A03-49A2353D966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4100" y="5001847"/>
            <a:ext cx="259223" cy="240227"/>
            <a:chOff x="2839" y="3501"/>
            <a:chExt cx="755" cy="803"/>
          </a:xfrm>
        </p:grpSpPr>
        <p:pic>
          <p:nvPicPr>
            <p:cNvPr id="1277" name="Picture 591" descr="desktop_computer_stylized_medium">
              <a:extLst>
                <a:ext uri="{FF2B5EF4-FFF2-40B4-BE49-F238E27FC236}">
                  <a16:creationId xmlns:a16="http://schemas.microsoft.com/office/drawing/2014/main" id="{E69B67F0-F77B-46AE-D909-3AD968A573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78" name="Freeform 592">
              <a:extLst>
                <a:ext uri="{FF2B5EF4-FFF2-40B4-BE49-F238E27FC236}">
                  <a16:creationId xmlns:a16="http://schemas.microsoft.com/office/drawing/2014/main" id="{1E08B75B-62AA-24C4-6900-82B6D0F3C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279" name="Group 1064">
            <a:extLst>
              <a:ext uri="{FF2B5EF4-FFF2-40B4-BE49-F238E27FC236}">
                <a16:creationId xmlns:a16="http://schemas.microsoft.com/office/drawing/2014/main" id="{681572AE-9DE5-E8FD-F3BC-175D0FC0C80F}"/>
              </a:ext>
            </a:extLst>
          </p:cNvPr>
          <p:cNvGrpSpPr>
            <a:grpSpLocks/>
          </p:cNvGrpSpPr>
          <p:nvPr/>
        </p:nvGrpSpPr>
        <p:grpSpPr bwMode="auto">
          <a:xfrm>
            <a:off x="7151060" y="5203604"/>
            <a:ext cx="239448" cy="190034"/>
            <a:chOff x="877" y="1008"/>
            <a:chExt cx="2747" cy="2591"/>
          </a:xfrm>
        </p:grpSpPr>
        <p:pic>
          <p:nvPicPr>
            <p:cNvPr id="1280" name="Picture 1065" descr="antenna_stylized">
              <a:extLst>
                <a:ext uri="{FF2B5EF4-FFF2-40B4-BE49-F238E27FC236}">
                  <a16:creationId xmlns:a16="http://schemas.microsoft.com/office/drawing/2014/main" id="{B06BC4D0-22C1-3F59-56A4-30896E74C4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1" name="Picture 1066" descr="laptop_keyboard">
              <a:extLst>
                <a:ext uri="{FF2B5EF4-FFF2-40B4-BE49-F238E27FC236}">
                  <a16:creationId xmlns:a16="http://schemas.microsoft.com/office/drawing/2014/main" id="{42AAAF0F-1C03-06D1-D18B-F7ED249EF1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2" name="Freeform 1067">
              <a:extLst>
                <a:ext uri="{FF2B5EF4-FFF2-40B4-BE49-F238E27FC236}">
                  <a16:creationId xmlns:a16="http://schemas.microsoft.com/office/drawing/2014/main" id="{D29076E7-F935-FA3F-608E-D461816A10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283" name="Picture 1068" descr="screen">
              <a:extLst>
                <a:ext uri="{FF2B5EF4-FFF2-40B4-BE49-F238E27FC236}">
                  <a16:creationId xmlns:a16="http://schemas.microsoft.com/office/drawing/2014/main" id="{4580E29C-34D2-DC88-12DB-9FE809E177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84" name="Freeform 1069">
              <a:extLst>
                <a:ext uri="{FF2B5EF4-FFF2-40B4-BE49-F238E27FC236}">
                  <a16:creationId xmlns:a16="http://schemas.microsoft.com/office/drawing/2014/main" id="{71AF7FF8-9032-B54F-6D34-0F48E8052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85" name="Freeform 1070">
              <a:extLst>
                <a:ext uri="{FF2B5EF4-FFF2-40B4-BE49-F238E27FC236}">
                  <a16:creationId xmlns:a16="http://schemas.microsoft.com/office/drawing/2014/main" id="{96045782-52EC-0CC7-0E9D-E95152491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86" name="Freeform 1071">
              <a:extLst>
                <a:ext uri="{FF2B5EF4-FFF2-40B4-BE49-F238E27FC236}">
                  <a16:creationId xmlns:a16="http://schemas.microsoft.com/office/drawing/2014/main" id="{6F070386-56E7-6162-7B10-1E5A7CE26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87" name="Freeform 1072">
              <a:extLst>
                <a:ext uri="{FF2B5EF4-FFF2-40B4-BE49-F238E27FC236}">
                  <a16:creationId xmlns:a16="http://schemas.microsoft.com/office/drawing/2014/main" id="{EF024C09-7362-3EE5-60A0-11F479C581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88" name="Freeform 1073">
              <a:extLst>
                <a:ext uri="{FF2B5EF4-FFF2-40B4-BE49-F238E27FC236}">
                  <a16:creationId xmlns:a16="http://schemas.microsoft.com/office/drawing/2014/main" id="{6547086B-9E43-161C-69EB-A77E31E67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89" name="Freeform 1074">
              <a:extLst>
                <a:ext uri="{FF2B5EF4-FFF2-40B4-BE49-F238E27FC236}">
                  <a16:creationId xmlns:a16="http://schemas.microsoft.com/office/drawing/2014/main" id="{F15ED4F7-DDE5-21EF-1B53-8AF3759A8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290" name="Group 1075">
              <a:extLst>
                <a:ext uri="{FF2B5EF4-FFF2-40B4-BE49-F238E27FC236}">
                  <a16:creationId xmlns:a16="http://schemas.microsoft.com/office/drawing/2014/main" id="{8CCBEFDA-C2B5-8BDA-50D5-A7E15D3B6C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297" name="Freeform 1076">
                <a:extLst>
                  <a:ext uri="{FF2B5EF4-FFF2-40B4-BE49-F238E27FC236}">
                    <a16:creationId xmlns:a16="http://schemas.microsoft.com/office/drawing/2014/main" id="{9A2F032E-43AA-5591-37E5-82A1F8A27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98" name="Freeform 1077">
                <a:extLst>
                  <a:ext uri="{FF2B5EF4-FFF2-40B4-BE49-F238E27FC236}">
                    <a16:creationId xmlns:a16="http://schemas.microsoft.com/office/drawing/2014/main" id="{21D64E96-625F-DE34-EFB1-7F6B7294C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299" name="Freeform 1078">
                <a:extLst>
                  <a:ext uri="{FF2B5EF4-FFF2-40B4-BE49-F238E27FC236}">
                    <a16:creationId xmlns:a16="http://schemas.microsoft.com/office/drawing/2014/main" id="{6796E220-F0C3-30D0-7D0D-36805859E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00" name="Freeform 1079">
                <a:extLst>
                  <a:ext uri="{FF2B5EF4-FFF2-40B4-BE49-F238E27FC236}">
                    <a16:creationId xmlns:a16="http://schemas.microsoft.com/office/drawing/2014/main" id="{808DA0CA-AE40-0794-6357-A9C0D7603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01" name="Freeform 1080">
                <a:extLst>
                  <a:ext uri="{FF2B5EF4-FFF2-40B4-BE49-F238E27FC236}">
                    <a16:creationId xmlns:a16="http://schemas.microsoft.com/office/drawing/2014/main" id="{EDF834D3-33C9-BA85-20FC-88225098A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302" name="Freeform 1081">
                <a:extLst>
                  <a:ext uri="{FF2B5EF4-FFF2-40B4-BE49-F238E27FC236}">
                    <a16:creationId xmlns:a16="http://schemas.microsoft.com/office/drawing/2014/main" id="{BF026A71-6DC0-95C7-33A6-F8AAC4752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291" name="Freeform 1082">
              <a:extLst>
                <a:ext uri="{FF2B5EF4-FFF2-40B4-BE49-F238E27FC236}">
                  <a16:creationId xmlns:a16="http://schemas.microsoft.com/office/drawing/2014/main" id="{EC99ED7F-F167-6143-C750-08DDF08EE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92" name="Freeform 1083">
              <a:extLst>
                <a:ext uri="{FF2B5EF4-FFF2-40B4-BE49-F238E27FC236}">
                  <a16:creationId xmlns:a16="http://schemas.microsoft.com/office/drawing/2014/main" id="{02671F09-9889-2B95-8376-54B78CEB4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93" name="Freeform 1084">
              <a:extLst>
                <a:ext uri="{FF2B5EF4-FFF2-40B4-BE49-F238E27FC236}">
                  <a16:creationId xmlns:a16="http://schemas.microsoft.com/office/drawing/2014/main" id="{A8DA6120-E467-8CB2-EADA-C75622D78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94" name="Freeform 1085">
              <a:extLst>
                <a:ext uri="{FF2B5EF4-FFF2-40B4-BE49-F238E27FC236}">
                  <a16:creationId xmlns:a16="http://schemas.microsoft.com/office/drawing/2014/main" id="{8425C051-EC14-9E34-B93E-6865CBF8A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95" name="Freeform 1086">
              <a:extLst>
                <a:ext uri="{FF2B5EF4-FFF2-40B4-BE49-F238E27FC236}">
                  <a16:creationId xmlns:a16="http://schemas.microsoft.com/office/drawing/2014/main" id="{A5E43BC8-302F-4D06-9472-0EAD0A02B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296" name="Freeform 1087">
              <a:extLst>
                <a:ext uri="{FF2B5EF4-FFF2-40B4-BE49-F238E27FC236}">
                  <a16:creationId xmlns:a16="http://schemas.microsoft.com/office/drawing/2014/main" id="{97F00440-15E6-7FF2-5608-0EF37C25A21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303" name="Freeform 984">
            <a:extLst>
              <a:ext uri="{FF2B5EF4-FFF2-40B4-BE49-F238E27FC236}">
                <a16:creationId xmlns:a16="http://schemas.microsoft.com/office/drawing/2014/main" id="{BD11ECE4-0816-94CD-DCB5-704CD3F26211}"/>
              </a:ext>
            </a:extLst>
          </p:cNvPr>
          <p:cNvSpPr>
            <a:spLocks/>
          </p:cNvSpPr>
          <p:nvPr/>
        </p:nvSpPr>
        <p:spPr bwMode="auto">
          <a:xfrm>
            <a:off x="7615195" y="5084978"/>
            <a:ext cx="25537" cy="249693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04" name="Freeform 986">
            <a:extLst>
              <a:ext uri="{FF2B5EF4-FFF2-40B4-BE49-F238E27FC236}">
                <a16:creationId xmlns:a16="http://schemas.microsoft.com/office/drawing/2014/main" id="{74F177F1-B06C-AFBE-CCED-6579D8A8FD0E}"/>
              </a:ext>
            </a:extLst>
          </p:cNvPr>
          <p:cNvSpPr>
            <a:spLocks/>
          </p:cNvSpPr>
          <p:nvPr/>
        </p:nvSpPr>
        <p:spPr bwMode="auto">
          <a:xfrm>
            <a:off x="7619978" y="5099942"/>
            <a:ext cx="15250" cy="231015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05" name="Freeform 987">
            <a:extLst>
              <a:ext uri="{FF2B5EF4-FFF2-40B4-BE49-F238E27FC236}">
                <a16:creationId xmlns:a16="http://schemas.microsoft.com/office/drawing/2014/main" id="{9035CB6A-1870-7C6B-9A5E-BD9E15A4111E}"/>
              </a:ext>
            </a:extLst>
          </p:cNvPr>
          <p:cNvSpPr>
            <a:spLocks/>
          </p:cNvSpPr>
          <p:nvPr/>
        </p:nvSpPr>
        <p:spPr bwMode="auto">
          <a:xfrm>
            <a:off x="7616639" y="5216815"/>
            <a:ext cx="23732" cy="20644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06" name="Rectangle 988">
            <a:extLst>
              <a:ext uri="{FF2B5EF4-FFF2-40B4-BE49-F238E27FC236}">
                <a16:creationId xmlns:a16="http://schemas.microsoft.com/office/drawing/2014/main" id="{A53BF3EE-C48D-E8E0-5C19-F6078612D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113050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1307" name="Group 989">
            <a:extLst>
              <a:ext uri="{FF2B5EF4-FFF2-40B4-BE49-F238E27FC236}">
                <a16:creationId xmlns:a16="http://schemas.microsoft.com/office/drawing/2014/main" id="{EA28085F-B20A-FF20-1B0A-4FC62A05C3B5}"/>
              </a:ext>
            </a:extLst>
          </p:cNvPr>
          <p:cNvGrpSpPr>
            <a:grpSpLocks/>
          </p:cNvGrpSpPr>
          <p:nvPr/>
        </p:nvGrpSpPr>
        <p:grpSpPr bwMode="auto">
          <a:xfrm>
            <a:off x="7568362" y="5110647"/>
            <a:ext cx="52427" cy="15838"/>
            <a:chOff x="614" y="2568"/>
            <a:chExt cx="725" cy="139"/>
          </a:xfrm>
        </p:grpSpPr>
        <p:sp>
          <p:nvSpPr>
            <p:cNvPr id="1308" name="AutoShape 990">
              <a:extLst>
                <a:ext uri="{FF2B5EF4-FFF2-40B4-BE49-F238E27FC236}">
                  <a16:creationId xmlns:a16="http://schemas.microsoft.com/office/drawing/2014/main" id="{BA52FF63-0E56-6684-1859-AE617B260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09" name="AutoShape 991">
              <a:extLst>
                <a:ext uri="{FF2B5EF4-FFF2-40B4-BE49-F238E27FC236}">
                  <a16:creationId xmlns:a16="http://schemas.microsoft.com/office/drawing/2014/main" id="{ED31B4B8-DE51-1170-99D4-E497E41D8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10" name="Rectangle 992">
            <a:extLst>
              <a:ext uri="{FF2B5EF4-FFF2-40B4-BE49-F238E27FC236}">
                <a16:creationId xmlns:a16="http://schemas.microsoft.com/office/drawing/2014/main" id="{E5DC749E-71C3-CEF4-0945-83EC9B6C1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149313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1311" name="Group 993">
            <a:extLst>
              <a:ext uri="{FF2B5EF4-FFF2-40B4-BE49-F238E27FC236}">
                <a16:creationId xmlns:a16="http://schemas.microsoft.com/office/drawing/2014/main" id="{4D13EAB2-EFF3-9CC5-2BD6-CD33B77B1FF6}"/>
              </a:ext>
            </a:extLst>
          </p:cNvPr>
          <p:cNvGrpSpPr>
            <a:grpSpLocks/>
          </p:cNvGrpSpPr>
          <p:nvPr/>
        </p:nvGrpSpPr>
        <p:grpSpPr bwMode="auto">
          <a:xfrm>
            <a:off x="7568182" y="5146255"/>
            <a:ext cx="52427" cy="14636"/>
            <a:chOff x="614" y="2568"/>
            <a:chExt cx="725" cy="139"/>
          </a:xfrm>
        </p:grpSpPr>
        <p:sp>
          <p:nvSpPr>
            <p:cNvPr id="1312" name="AutoShape 994">
              <a:extLst>
                <a:ext uri="{FF2B5EF4-FFF2-40B4-BE49-F238E27FC236}">
                  <a16:creationId xmlns:a16="http://schemas.microsoft.com/office/drawing/2014/main" id="{57138032-C3C0-D816-5550-D6251FBFE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3" name="AutoShape 995">
              <a:extLst>
                <a:ext uri="{FF2B5EF4-FFF2-40B4-BE49-F238E27FC236}">
                  <a16:creationId xmlns:a16="http://schemas.microsoft.com/office/drawing/2014/main" id="{EE9273EF-79B7-1813-6DD2-4F56D5DC6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14" name="Rectangle 996">
            <a:extLst>
              <a:ext uri="{FF2B5EF4-FFF2-40B4-BE49-F238E27FC236}">
                <a16:creationId xmlns:a16="http://schemas.microsoft.com/office/drawing/2014/main" id="{68D7E79D-56A1-411A-B33D-C9DBD5E33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627" y="5185576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15" name="Rectangle 997">
            <a:extLst>
              <a:ext uri="{FF2B5EF4-FFF2-40B4-BE49-F238E27FC236}">
                <a16:creationId xmlns:a16="http://schemas.microsoft.com/office/drawing/2014/main" id="{DF8B1DD4-CF7A-BFE5-8D2B-522F5A8CC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529" y="5218454"/>
            <a:ext cx="53962" cy="513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grpSp>
        <p:nvGrpSpPr>
          <p:cNvPr id="1316" name="Group 998">
            <a:extLst>
              <a:ext uri="{FF2B5EF4-FFF2-40B4-BE49-F238E27FC236}">
                <a16:creationId xmlns:a16="http://schemas.microsoft.com/office/drawing/2014/main" id="{5828C246-2022-8798-A49D-0765B5C8B8FB}"/>
              </a:ext>
            </a:extLst>
          </p:cNvPr>
          <p:cNvGrpSpPr>
            <a:grpSpLocks/>
          </p:cNvGrpSpPr>
          <p:nvPr/>
        </p:nvGrpSpPr>
        <p:grpSpPr bwMode="auto">
          <a:xfrm>
            <a:off x="7567099" y="5215396"/>
            <a:ext cx="52518" cy="16493"/>
            <a:chOff x="614" y="2568"/>
            <a:chExt cx="725" cy="139"/>
          </a:xfrm>
        </p:grpSpPr>
        <p:sp>
          <p:nvSpPr>
            <p:cNvPr id="1317" name="AutoShape 999">
              <a:extLst>
                <a:ext uri="{FF2B5EF4-FFF2-40B4-BE49-F238E27FC236}">
                  <a16:creationId xmlns:a16="http://schemas.microsoft.com/office/drawing/2014/main" id="{542E4748-3B13-B58A-CBDE-77ECB3D88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18" name="AutoShape 1000">
              <a:extLst>
                <a:ext uri="{FF2B5EF4-FFF2-40B4-BE49-F238E27FC236}">
                  <a16:creationId xmlns:a16="http://schemas.microsoft.com/office/drawing/2014/main" id="{7B701386-E9A9-B57C-DFA1-8B1919AD2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19" name="Freeform 1001">
            <a:extLst>
              <a:ext uri="{FF2B5EF4-FFF2-40B4-BE49-F238E27FC236}">
                <a16:creationId xmlns:a16="http://schemas.microsoft.com/office/drawing/2014/main" id="{D92BA4F5-AB26-901D-7152-D6C17CA0400F}"/>
              </a:ext>
            </a:extLst>
          </p:cNvPr>
          <p:cNvSpPr>
            <a:spLocks/>
          </p:cNvSpPr>
          <p:nvPr/>
        </p:nvSpPr>
        <p:spPr bwMode="auto">
          <a:xfrm>
            <a:off x="7617001" y="5185576"/>
            <a:ext cx="23732" cy="2053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20" name="Group 1002">
            <a:extLst>
              <a:ext uri="{FF2B5EF4-FFF2-40B4-BE49-F238E27FC236}">
                <a16:creationId xmlns:a16="http://schemas.microsoft.com/office/drawing/2014/main" id="{F11F7702-68FA-905F-1325-7EBBA7AA8CF7}"/>
              </a:ext>
            </a:extLst>
          </p:cNvPr>
          <p:cNvGrpSpPr>
            <a:grpSpLocks/>
          </p:cNvGrpSpPr>
          <p:nvPr/>
        </p:nvGrpSpPr>
        <p:grpSpPr bwMode="auto">
          <a:xfrm>
            <a:off x="7567460" y="5182627"/>
            <a:ext cx="52518" cy="15182"/>
            <a:chOff x="614" y="2568"/>
            <a:chExt cx="725" cy="139"/>
          </a:xfrm>
        </p:grpSpPr>
        <p:sp>
          <p:nvSpPr>
            <p:cNvPr id="1321" name="AutoShape 1003">
              <a:extLst>
                <a:ext uri="{FF2B5EF4-FFF2-40B4-BE49-F238E27FC236}">
                  <a16:creationId xmlns:a16="http://schemas.microsoft.com/office/drawing/2014/main" id="{B676239C-EF41-687C-C60F-4FD9A39A2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22" name="AutoShape 1004">
              <a:extLst>
                <a:ext uri="{FF2B5EF4-FFF2-40B4-BE49-F238E27FC236}">
                  <a16:creationId xmlns:a16="http://schemas.microsoft.com/office/drawing/2014/main" id="{3C783207-A1FC-B98C-2FD1-0D232AF9B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23" name="Rectangle 1005">
            <a:extLst>
              <a:ext uri="{FF2B5EF4-FFF2-40B4-BE49-F238E27FC236}">
                <a16:creationId xmlns:a16="http://schemas.microsoft.com/office/drawing/2014/main" id="{B4702EEE-F0C8-C13A-7C4E-0EAA6E49E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209" y="5084541"/>
            <a:ext cx="6317" cy="24958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24" name="Freeform 1006">
            <a:extLst>
              <a:ext uri="{FF2B5EF4-FFF2-40B4-BE49-F238E27FC236}">
                <a16:creationId xmlns:a16="http://schemas.microsoft.com/office/drawing/2014/main" id="{2B2BE0D6-8CE9-7184-133A-8D58739F740B}"/>
              </a:ext>
            </a:extLst>
          </p:cNvPr>
          <p:cNvSpPr>
            <a:spLocks/>
          </p:cNvSpPr>
          <p:nvPr/>
        </p:nvSpPr>
        <p:spPr bwMode="auto">
          <a:xfrm>
            <a:off x="7619166" y="5147675"/>
            <a:ext cx="21386" cy="23265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25" name="Freeform 1007">
            <a:extLst>
              <a:ext uri="{FF2B5EF4-FFF2-40B4-BE49-F238E27FC236}">
                <a16:creationId xmlns:a16="http://schemas.microsoft.com/office/drawing/2014/main" id="{443AE6E1-38FF-C158-B314-2E5F8BF7F762}"/>
              </a:ext>
            </a:extLst>
          </p:cNvPr>
          <p:cNvSpPr>
            <a:spLocks/>
          </p:cNvSpPr>
          <p:nvPr/>
        </p:nvSpPr>
        <p:spPr bwMode="auto">
          <a:xfrm>
            <a:off x="7619436" y="5111958"/>
            <a:ext cx="22018" cy="26215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26" name="Oval 1008">
            <a:extLst>
              <a:ext uri="{FF2B5EF4-FFF2-40B4-BE49-F238E27FC236}">
                <a16:creationId xmlns:a16="http://schemas.microsoft.com/office/drawing/2014/main" id="{CCEE16CC-6437-038A-D6FE-82A6F221F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7483" y="5322875"/>
            <a:ext cx="4512" cy="10376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27" name="Freeform 1009">
            <a:extLst>
              <a:ext uri="{FF2B5EF4-FFF2-40B4-BE49-F238E27FC236}">
                <a16:creationId xmlns:a16="http://schemas.microsoft.com/office/drawing/2014/main" id="{A8BAB0C7-9785-A9F8-39FA-11F0A5F957CE}"/>
              </a:ext>
            </a:extLst>
          </p:cNvPr>
          <p:cNvSpPr>
            <a:spLocks/>
          </p:cNvSpPr>
          <p:nvPr/>
        </p:nvSpPr>
        <p:spPr bwMode="auto">
          <a:xfrm>
            <a:off x="7618263" y="5323203"/>
            <a:ext cx="22108" cy="21845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28" name="AutoShape 1010">
            <a:extLst>
              <a:ext uri="{FF2B5EF4-FFF2-40B4-BE49-F238E27FC236}">
                <a16:creationId xmlns:a16="http://schemas.microsoft.com/office/drawing/2014/main" id="{40CD7430-CA6F-AFA9-3B3E-691478571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408" y="5329866"/>
            <a:ext cx="107924" cy="16384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29" name="AutoShape 1011">
            <a:extLst>
              <a:ext uri="{FF2B5EF4-FFF2-40B4-BE49-F238E27FC236}">
                <a16:creationId xmlns:a16="http://schemas.microsoft.com/office/drawing/2014/main" id="{6B08C708-0641-410B-FC7D-D87BE8C1A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9725" y="5334125"/>
            <a:ext cx="96193" cy="862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30" name="Oval 1012">
            <a:extLst>
              <a:ext uri="{FF2B5EF4-FFF2-40B4-BE49-F238E27FC236}">
                <a16:creationId xmlns:a16="http://schemas.microsoft.com/office/drawing/2014/main" id="{DCAE2EC0-D8F3-A31E-B435-4A96C2547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8657" y="5297861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31" name="Oval 1013">
            <a:extLst>
              <a:ext uri="{FF2B5EF4-FFF2-40B4-BE49-F238E27FC236}">
                <a16:creationId xmlns:a16="http://schemas.microsoft.com/office/drawing/2014/main" id="{FC6FFAEC-3889-3A2D-9AB3-3D0E19A01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4900" y="5297861"/>
            <a:ext cx="14348" cy="1551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35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32" name="Oval 1014">
            <a:extLst>
              <a:ext uri="{FF2B5EF4-FFF2-40B4-BE49-F238E27FC236}">
                <a16:creationId xmlns:a16="http://schemas.microsoft.com/office/drawing/2014/main" id="{9E623585-0304-65BA-ADD2-AEF634A32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151" y="5297861"/>
            <a:ext cx="14348" cy="1551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33" name="Rectangle 1015">
            <a:extLst>
              <a:ext uri="{FF2B5EF4-FFF2-40B4-BE49-F238E27FC236}">
                <a16:creationId xmlns:a16="http://schemas.microsoft.com/office/drawing/2014/main" id="{0D1EF74F-D629-88DF-E463-D888FF43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7058" y="5238333"/>
            <a:ext cx="7219" cy="82904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defTabSz="685800">
              <a:lnSpc>
                <a:spcPct val="100000"/>
              </a:lnSpc>
              <a:spcBef>
                <a:spcPct val="0"/>
              </a:spcBef>
              <a:buClrTx/>
              <a:buSzTx/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  <p:sp>
        <p:nvSpPr>
          <p:cNvPr id="1334" name="Content Placeholder 3">
            <a:extLst>
              <a:ext uri="{FF2B5EF4-FFF2-40B4-BE49-F238E27FC236}">
                <a16:creationId xmlns:a16="http://schemas.microsoft.com/office/drawing/2014/main" id="{A138E303-9C22-CDAD-7659-341678D94B90}"/>
              </a:ext>
            </a:extLst>
          </p:cNvPr>
          <p:cNvSpPr txBox="1">
            <a:spLocks/>
          </p:cNvSpPr>
          <p:nvPr/>
        </p:nvSpPr>
        <p:spPr>
          <a:xfrm>
            <a:off x="666883" y="2133422"/>
            <a:ext cx="4476374" cy="3731024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300"/>
              </a:spcBef>
              <a:defRPr/>
            </a:pP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no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always-on server</a:t>
            </a:r>
          </a:p>
          <a:p>
            <a:pPr marL="264319" indent="-166688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arbitrary end systems directly communicate</a:t>
            </a:r>
          </a:p>
          <a:p>
            <a:pPr marL="264319" indent="-166688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peers request service from other peers, provide service in return to other peers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18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self scalability</a:t>
            </a:r>
            <a:r>
              <a:rPr lang="en-US" altLang="en-US" sz="18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 – new peers bring new service capacity, as well as new service demands</a:t>
            </a:r>
          </a:p>
          <a:p>
            <a:pPr marL="264319" indent="-166688" defTabSz="685800">
              <a:spcBef>
                <a:spcPts val="30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peers are intermittently connected and change IP addresses</a:t>
            </a:r>
          </a:p>
          <a:p>
            <a:pPr marL="521494" lvl="1" indent="-173831" defTabSz="685800">
              <a:spcBef>
                <a:spcPts val="30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complex management</a:t>
            </a:r>
          </a:p>
          <a:p>
            <a:pPr marL="264319" indent="-166688" defTabSz="685800">
              <a:spcBef>
                <a:spcPts val="300"/>
              </a:spcBef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example: P2P file sharing [BitTorrent]</a:t>
            </a:r>
          </a:p>
        </p:txBody>
      </p:sp>
      <p:grpSp>
        <p:nvGrpSpPr>
          <p:cNvPr id="1335" name="Group 950">
            <a:extLst>
              <a:ext uri="{FF2B5EF4-FFF2-40B4-BE49-F238E27FC236}">
                <a16:creationId xmlns:a16="http://schemas.microsoft.com/office/drawing/2014/main" id="{D504FF03-8075-38F6-D4E9-15004A0A216C}"/>
              </a:ext>
            </a:extLst>
          </p:cNvPr>
          <p:cNvGrpSpPr>
            <a:grpSpLocks/>
          </p:cNvGrpSpPr>
          <p:nvPr/>
        </p:nvGrpSpPr>
        <p:grpSpPr bwMode="auto">
          <a:xfrm>
            <a:off x="7501881" y="5069550"/>
            <a:ext cx="161231" cy="302940"/>
            <a:chOff x="4140" y="429"/>
            <a:chExt cx="1425" cy="2396"/>
          </a:xfrm>
        </p:grpSpPr>
        <p:sp>
          <p:nvSpPr>
            <p:cNvPr id="1336" name="Freeform 951">
              <a:extLst>
                <a:ext uri="{FF2B5EF4-FFF2-40B4-BE49-F238E27FC236}">
                  <a16:creationId xmlns:a16="http://schemas.microsoft.com/office/drawing/2014/main" id="{50AD2577-062C-A113-AF93-0446F7356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37" name="Rectangle 952">
              <a:extLst>
                <a:ext uri="{FF2B5EF4-FFF2-40B4-BE49-F238E27FC236}">
                  <a16:creationId xmlns:a16="http://schemas.microsoft.com/office/drawing/2014/main" id="{47563A94-F237-E5B2-16F0-5FD4DFB24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8" name="Freeform 953">
              <a:extLst>
                <a:ext uri="{FF2B5EF4-FFF2-40B4-BE49-F238E27FC236}">
                  <a16:creationId xmlns:a16="http://schemas.microsoft.com/office/drawing/2014/main" id="{51EBD63C-70F7-C7FB-4962-59E7D3366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39" name="Freeform 954">
              <a:extLst>
                <a:ext uri="{FF2B5EF4-FFF2-40B4-BE49-F238E27FC236}">
                  <a16:creationId xmlns:a16="http://schemas.microsoft.com/office/drawing/2014/main" id="{8089D9B9-8C6B-B39A-2266-1AC4F64DE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40" name="Rectangle 955">
              <a:extLst>
                <a:ext uri="{FF2B5EF4-FFF2-40B4-BE49-F238E27FC236}">
                  <a16:creationId xmlns:a16="http://schemas.microsoft.com/office/drawing/2014/main" id="{EFDAF158-D0FD-0AE3-E877-16639B5D9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41" name="Group 956">
              <a:extLst>
                <a:ext uri="{FF2B5EF4-FFF2-40B4-BE49-F238E27FC236}">
                  <a16:creationId xmlns:a16="http://schemas.microsoft.com/office/drawing/2014/main" id="{C7A6C665-9E18-4625-C5B7-99A7F5EED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66" name="AutoShape 957">
                <a:extLst>
                  <a:ext uri="{FF2B5EF4-FFF2-40B4-BE49-F238E27FC236}">
                    <a16:creationId xmlns:a16="http://schemas.microsoft.com/office/drawing/2014/main" id="{DDB678EA-689F-E33E-E724-FD21CA3575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67" name="AutoShape 958">
                <a:extLst>
                  <a:ext uri="{FF2B5EF4-FFF2-40B4-BE49-F238E27FC236}">
                    <a16:creationId xmlns:a16="http://schemas.microsoft.com/office/drawing/2014/main" id="{ED09E931-CC61-C363-BC5F-669E9BB2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42" name="Rectangle 959">
              <a:extLst>
                <a:ext uri="{FF2B5EF4-FFF2-40B4-BE49-F238E27FC236}">
                  <a16:creationId xmlns:a16="http://schemas.microsoft.com/office/drawing/2014/main" id="{A4A4C93C-F578-EA56-51C0-872A9850F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43" name="Group 960">
              <a:extLst>
                <a:ext uri="{FF2B5EF4-FFF2-40B4-BE49-F238E27FC236}">
                  <a16:creationId xmlns:a16="http://schemas.microsoft.com/office/drawing/2014/main" id="{F6D7BBC3-93D1-7FBC-43F6-9AF3F32687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64" name="AutoShape 961">
                <a:extLst>
                  <a:ext uri="{FF2B5EF4-FFF2-40B4-BE49-F238E27FC236}">
                    <a16:creationId xmlns:a16="http://schemas.microsoft.com/office/drawing/2014/main" id="{40826EB2-1C19-DB70-18D1-F924F46E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65" name="AutoShape 962">
                <a:extLst>
                  <a:ext uri="{FF2B5EF4-FFF2-40B4-BE49-F238E27FC236}">
                    <a16:creationId xmlns:a16="http://schemas.microsoft.com/office/drawing/2014/main" id="{704C1C60-1D73-8778-96D0-B8AD568FD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44" name="Rectangle 963">
              <a:extLst>
                <a:ext uri="{FF2B5EF4-FFF2-40B4-BE49-F238E27FC236}">
                  <a16:creationId xmlns:a16="http://schemas.microsoft.com/office/drawing/2014/main" id="{B1E9A777-4E0D-447E-231C-E0F3FED36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45" name="Rectangle 964">
              <a:extLst>
                <a:ext uri="{FF2B5EF4-FFF2-40B4-BE49-F238E27FC236}">
                  <a16:creationId xmlns:a16="http://schemas.microsoft.com/office/drawing/2014/main" id="{0B307BB3-2977-BBAD-6D02-BFCFFFA15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346" name="Group 965">
              <a:extLst>
                <a:ext uri="{FF2B5EF4-FFF2-40B4-BE49-F238E27FC236}">
                  <a16:creationId xmlns:a16="http://schemas.microsoft.com/office/drawing/2014/main" id="{34CAFA87-2EC7-2062-4FEB-1D74250C47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62" name="AutoShape 966">
                <a:extLst>
                  <a:ext uri="{FF2B5EF4-FFF2-40B4-BE49-F238E27FC236}">
                    <a16:creationId xmlns:a16="http://schemas.microsoft.com/office/drawing/2014/main" id="{9DCD22B7-CE75-E902-576F-EE1308791E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63" name="AutoShape 967">
                <a:extLst>
                  <a:ext uri="{FF2B5EF4-FFF2-40B4-BE49-F238E27FC236}">
                    <a16:creationId xmlns:a16="http://schemas.microsoft.com/office/drawing/2014/main" id="{B1E176B1-8FE1-5DB6-DD84-893A70802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47" name="Freeform 968">
              <a:extLst>
                <a:ext uri="{FF2B5EF4-FFF2-40B4-BE49-F238E27FC236}">
                  <a16:creationId xmlns:a16="http://schemas.microsoft.com/office/drawing/2014/main" id="{52C2477D-8238-E0F5-E5A7-29F92C3D4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348" name="Group 969">
              <a:extLst>
                <a:ext uri="{FF2B5EF4-FFF2-40B4-BE49-F238E27FC236}">
                  <a16:creationId xmlns:a16="http://schemas.microsoft.com/office/drawing/2014/main" id="{593B4A3F-CEF0-9C7B-D1FE-F13B8FDC86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60" name="AutoShape 970">
                <a:extLst>
                  <a:ext uri="{FF2B5EF4-FFF2-40B4-BE49-F238E27FC236}">
                    <a16:creationId xmlns:a16="http://schemas.microsoft.com/office/drawing/2014/main" id="{64965C74-B516-BBB7-87AE-4FE67FC51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361" name="AutoShape 971">
                <a:extLst>
                  <a:ext uri="{FF2B5EF4-FFF2-40B4-BE49-F238E27FC236}">
                    <a16:creationId xmlns:a16="http://schemas.microsoft.com/office/drawing/2014/main" id="{273FA7E7-2A09-9508-60AB-788FFF688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defTabSz="68580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None/>
                  <a:defRPr/>
                </a:pPr>
                <a:endParaRPr lang="en-US" altLang="en-US" sz="1800" dirty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349" name="Rectangle 972">
              <a:extLst>
                <a:ext uri="{FF2B5EF4-FFF2-40B4-BE49-F238E27FC236}">
                  <a16:creationId xmlns:a16="http://schemas.microsoft.com/office/drawing/2014/main" id="{2D490A7E-674F-F68D-0066-92763BCE0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50" name="Freeform 973">
              <a:extLst>
                <a:ext uri="{FF2B5EF4-FFF2-40B4-BE49-F238E27FC236}">
                  <a16:creationId xmlns:a16="http://schemas.microsoft.com/office/drawing/2014/main" id="{35EB6E3F-D9F2-F673-0295-E85A0DE9B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51" name="Freeform 974">
              <a:extLst>
                <a:ext uri="{FF2B5EF4-FFF2-40B4-BE49-F238E27FC236}">
                  <a16:creationId xmlns:a16="http://schemas.microsoft.com/office/drawing/2014/main" id="{FF122D23-0010-D7E2-BB2F-22457F1B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52" name="Oval 975">
              <a:extLst>
                <a:ext uri="{FF2B5EF4-FFF2-40B4-BE49-F238E27FC236}">
                  <a16:creationId xmlns:a16="http://schemas.microsoft.com/office/drawing/2014/main" id="{828E9E7B-F8D6-816D-92AB-0BFFBA68B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53" name="Freeform 976">
              <a:extLst>
                <a:ext uri="{FF2B5EF4-FFF2-40B4-BE49-F238E27FC236}">
                  <a16:creationId xmlns:a16="http://schemas.microsoft.com/office/drawing/2014/main" id="{71AE0C27-4848-1535-120F-6D50EDF92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54" name="AutoShape 977">
              <a:extLst>
                <a:ext uri="{FF2B5EF4-FFF2-40B4-BE49-F238E27FC236}">
                  <a16:creationId xmlns:a16="http://schemas.microsoft.com/office/drawing/2014/main" id="{A4E003ED-19CB-D420-B05B-F0B9A71D8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55" name="AutoShape 978">
              <a:extLst>
                <a:ext uri="{FF2B5EF4-FFF2-40B4-BE49-F238E27FC236}">
                  <a16:creationId xmlns:a16="http://schemas.microsoft.com/office/drawing/2014/main" id="{77938247-64BE-D2B1-5D13-523F61E4E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56" name="Oval 979">
              <a:extLst>
                <a:ext uri="{FF2B5EF4-FFF2-40B4-BE49-F238E27FC236}">
                  <a16:creationId xmlns:a16="http://schemas.microsoft.com/office/drawing/2014/main" id="{CD42AD0E-3540-115D-E796-48E3E8B0A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57" name="Oval 980">
              <a:extLst>
                <a:ext uri="{FF2B5EF4-FFF2-40B4-BE49-F238E27FC236}">
                  <a16:creationId xmlns:a16="http://schemas.microsoft.com/office/drawing/2014/main" id="{04555F73-47B0-BF0F-DED6-1045D3F58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35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58" name="Oval 981">
              <a:extLst>
                <a:ext uri="{FF2B5EF4-FFF2-40B4-BE49-F238E27FC236}">
                  <a16:creationId xmlns:a16="http://schemas.microsoft.com/office/drawing/2014/main" id="{15772746-0A0B-DA9C-091B-DD62506E3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59" name="Rectangle 982">
              <a:extLst>
                <a:ext uri="{FF2B5EF4-FFF2-40B4-BE49-F238E27FC236}">
                  <a16:creationId xmlns:a16="http://schemas.microsoft.com/office/drawing/2014/main" id="{DCD571AA-64A8-262C-DCBE-1E2EFB5C5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defTabSz="685800">
                <a:lnSpc>
                  <a:spcPct val="100000"/>
                </a:lnSpc>
                <a:spcBef>
                  <a:spcPct val="0"/>
                </a:spcBef>
                <a:buClrTx/>
                <a:buSzTx/>
                <a:buNone/>
                <a:defRPr/>
              </a:pPr>
              <a:endParaRPr lang="en-US" altLang="en-US" sz="180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68" name="Rectangle 1367">
            <a:extLst>
              <a:ext uri="{FF2B5EF4-FFF2-40B4-BE49-F238E27FC236}">
                <a16:creationId xmlns:a16="http://schemas.microsoft.com/office/drawing/2014/main" id="{3E503D1F-1678-A28F-067C-90F7E5EE2750}"/>
              </a:ext>
            </a:extLst>
          </p:cNvPr>
          <p:cNvSpPr/>
          <p:nvPr/>
        </p:nvSpPr>
        <p:spPr>
          <a:xfrm>
            <a:off x="5060626" y="1973596"/>
            <a:ext cx="4019550" cy="3715971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369" name="Group 1368">
            <a:extLst>
              <a:ext uri="{FF2B5EF4-FFF2-40B4-BE49-F238E27FC236}">
                <a16:creationId xmlns:a16="http://schemas.microsoft.com/office/drawing/2014/main" id="{B76EFC5D-65E9-0AB6-8E2A-42B21BF7F04A}"/>
              </a:ext>
            </a:extLst>
          </p:cNvPr>
          <p:cNvGrpSpPr/>
          <p:nvPr/>
        </p:nvGrpSpPr>
        <p:grpSpPr>
          <a:xfrm>
            <a:off x="5760243" y="2217879"/>
            <a:ext cx="1493416" cy="3361808"/>
            <a:chOff x="7680324" y="1814171"/>
            <a:chExt cx="1991221" cy="4482411"/>
          </a:xfrm>
        </p:grpSpPr>
        <p:sp>
          <p:nvSpPr>
            <p:cNvPr id="1370" name="Oval 1369">
              <a:extLst>
                <a:ext uri="{FF2B5EF4-FFF2-40B4-BE49-F238E27FC236}">
                  <a16:creationId xmlns:a16="http://schemas.microsoft.com/office/drawing/2014/main" id="{BB946FB2-86D4-B6EB-C04D-CCB965C40B16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71" name="Oval 1370">
              <a:extLst>
                <a:ext uri="{FF2B5EF4-FFF2-40B4-BE49-F238E27FC236}">
                  <a16:creationId xmlns:a16="http://schemas.microsoft.com/office/drawing/2014/main" id="{0F38F03E-DDD2-2199-EB86-C3114DBBB74C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72" name="Line 913">
              <a:extLst>
                <a:ext uri="{FF2B5EF4-FFF2-40B4-BE49-F238E27FC236}">
                  <a16:creationId xmlns:a16="http://schemas.microsoft.com/office/drawing/2014/main" id="{465E5345-888A-CFCD-21D4-3C60435934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3326" y="2438326"/>
              <a:ext cx="498897" cy="1114752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73" name="Line 911">
              <a:extLst>
                <a:ext uri="{FF2B5EF4-FFF2-40B4-BE49-F238E27FC236}">
                  <a16:creationId xmlns:a16="http://schemas.microsoft.com/office/drawing/2014/main" id="{D69CD53D-B4B3-BB6B-6099-1AE1C885A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1176" y="2321758"/>
              <a:ext cx="1187" cy="279353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74" name="Oval 1373">
              <a:extLst>
                <a:ext uri="{FF2B5EF4-FFF2-40B4-BE49-F238E27FC236}">
                  <a16:creationId xmlns:a16="http://schemas.microsoft.com/office/drawing/2014/main" id="{B2C917CC-73D9-2260-1573-95A998084509}"/>
                </a:ext>
              </a:extLst>
            </p:cNvPr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75" name="Oval 1374">
              <a:extLst>
                <a:ext uri="{FF2B5EF4-FFF2-40B4-BE49-F238E27FC236}">
                  <a16:creationId xmlns:a16="http://schemas.microsoft.com/office/drawing/2014/main" id="{B467A417-4A68-6740-C6C1-C6BD6CE55C8F}"/>
                </a:ext>
              </a:extLst>
            </p:cNvPr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76" name="Oval 1375">
              <a:extLst>
                <a:ext uri="{FF2B5EF4-FFF2-40B4-BE49-F238E27FC236}">
                  <a16:creationId xmlns:a16="http://schemas.microsoft.com/office/drawing/2014/main" id="{224FEE49-F692-BB39-C2B1-8A17265C2A4D}"/>
                </a:ext>
              </a:extLst>
            </p:cNvPr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defRPr/>
              </a:pPr>
              <a:endParaRPr lang="en-US" sz="135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377" name="Line 913">
              <a:extLst>
                <a:ext uri="{FF2B5EF4-FFF2-40B4-BE49-F238E27FC236}">
                  <a16:creationId xmlns:a16="http://schemas.microsoft.com/office/drawing/2014/main" id="{A0C56550-2458-778B-109E-955251C77A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664" y="2462348"/>
              <a:ext cx="228982" cy="3299611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78" name="Line 913">
              <a:extLst>
                <a:ext uri="{FF2B5EF4-FFF2-40B4-BE49-F238E27FC236}">
                  <a16:creationId xmlns:a16="http://schemas.microsoft.com/office/drawing/2014/main" id="{72BEE40E-A31B-1C02-D97E-C8C554E16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5044" y="3911282"/>
              <a:ext cx="764880" cy="1866664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379" name="Group 652">
            <a:extLst>
              <a:ext uri="{FF2B5EF4-FFF2-40B4-BE49-F238E27FC236}">
                <a16:creationId xmlns:a16="http://schemas.microsoft.com/office/drawing/2014/main" id="{CD9BCC50-DF44-781F-C4BD-4148E2F28EE5}"/>
              </a:ext>
            </a:extLst>
          </p:cNvPr>
          <p:cNvGrpSpPr>
            <a:grpSpLocks/>
          </p:cNvGrpSpPr>
          <p:nvPr/>
        </p:nvGrpSpPr>
        <p:grpSpPr bwMode="auto">
          <a:xfrm>
            <a:off x="5812668" y="2252044"/>
            <a:ext cx="311944" cy="289322"/>
            <a:chOff x="2751" y="1851"/>
            <a:chExt cx="462" cy="478"/>
          </a:xfrm>
        </p:grpSpPr>
        <p:pic>
          <p:nvPicPr>
            <p:cNvPr id="1380" name="Picture 653" descr="iphone_stylized_small">
              <a:extLst>
                <a:ext uri="{FF2B5EF4-FFF2-40B4-BE49-F238E27FC236}">
                  <a16:creationId xmlns:a16="http://schemas.microsoft.com/office/drawing/2014/main" id="{A50B25EC-BAC4-26C0-F2DF-D38885D0BF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81" name="Picture 654" descr="antenna_radiation_stylized">
              <a:extLst>
                <a:ext uri="{FF2B5EF4-FFF2-40B4-BE49-F238E27FC236}">
                  <a16:creationId xmlns:a16="http://schemas.microsoft.com/office/drawing/2014/main" id="{18824D27-CB83-89A0-0AF5-F643FC08FE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82" name="Group 1381">
            <a:extLst>
              <a:ext uri="{FF2B5EF4-FFF2-40B4-BE49-F238E27FC236}">
                <a16:creationId xmlns:a16="http://schemas.microsoft.com/office/drawing/2014/main" id="{170D7594-DF64-8079-00FD-350D728DE9BE}"/>
              </a:ext>
            </a:extLst>
          </p:cNvPr>
          <p:cNvGrpSpPr/>
          <p:nvPr/>
        </p:nvGrpSpPr>
        <p:grpSpPr>
          <a:xfrm>
            <a:off x="6374654" y="2401593"/>
            <a:ext cx="636984" cy="169582"/>
            <a:chOff x="8493165" y="2029804"/>
            <a:chExt cx="849312" cy="226109"/>
          </a:xfrm>
        </p:grpSpPr>
        <p:pic>
          <p:nvPicPr>
            <p:cNvPr id="1383" name="Picture 603" descr="car_icon_small">
              <a:extLst>
                <a:ext uri="{FF2B5EF4-FFF2-40B4-BE49-F238E27FC236}">
                  <a16:creationId xmlns:a16="http://schemas.microsoft.com/office/drawing/2014/main" id="{4360145A-7D27-6333-53DE-44A6C357FB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84" name="Picture 1017" descr="antenna_stylized">
              <a:extLst>
                <a:ext uri="{FF2B5EF4-FFF2-40B4-BE49-F238E27FC236}">
                  <a16:creationId xmlns:a16="http://schemas.microsoft.com/office/drawing/2014/main" id="{3F6D83B2-7304-3C95-60BC-E11011A867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85" name="Group 1139">
            <a:extLst>
              <a:ext uri="{FF2B5EF4-FFF2-40B4-BE49-F238E27FC236}">
                <a16:creationId xmlns:a16="http://schemas.microsoft.com/office/drawing/2014/main" id="{A19CC32A-CCF2-4D12-AB4F-E7FEFDF90AC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93997" y="3532608"/>
            <a:ext cx="269446" cy="256534"/>
            <a:chOff x="2839" y="3501"/>
            <a:chExt cx="755" cy="803"/>
          </a:xfrm>
        </p:grpSpPr>
        <p:pic>
          <p:nvPicPr>
            <p:cNvPr id="1386" name="Picture 1140" descr="desktop_computer_stylized_medium">
              <a:extLst>
                <a:ext uri="{FF2B5EF4-FFF2-40B4-BE49-F238E27FC236}">
                  <a16:creationId xmlns:a16="http://schemas.microsoft.com/office/drawing/2014/main" id="{D52CEE65-D64D-4266-A413-D0CB6674BF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87" name="Freeform 1141">
              <a:extLst>
                <a:ext uri="{FF2B5EF4-FFF2-40B4-BE49-F238E27FC236}">
                  <a16:creationId xmlns:a16="http://schemas.microsoft.com/office/drawing/2014/main" id="{2F88AD96-5B4F-F68C-6D6E-3C71BE809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388" name="Group 590">
            <a:extLst>
              <a:ext uri="{FF2B5EF4-FFF2-40B4-BE49-F238E27FC236}">
                <a16:creationId xmlns:a16="http://schemas.microsoft.com/office/drawing/2014/main" id="{8AAF6876-89CE-61FA-06AB-D90BAA0951D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30486" y="4818045"/>
            <a:ext cx="259223" cy="240227"/>
            <a:chOff x="2839" y="3501"/>
            <a:chExt cx="755" cy="803"/>
          </a:xfrm>
        </p:grpSpPr>
        <p:pic>
          <p:nvPicPr>
            <p:cNvPr id="1389" name="Picture 591" descr="desktop_computer_stylized_medium">
              <a:extLst>
                <a:ext uri="{FF2B5EF4-FFF2-40B4-BE49-F238E27FC236}">
                  <a16:creationId xmlns:a16="http://schemas.microsoft.com/office/drawing/2014/main" id="{47F25FD0-719C-520C-04DA-C380E74F66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0" name="Freeform 592">
              <a:extLst>
                <a:ext uri="{FF2B5EF4-FFF2-40B4-BE49-F238E27FC236}">
                  <a16:creationId xmlns:a16="http://schemas.microsoft.com/office/drawing/2014/main" id="{575827E8-75B2-60B3-A22A-FE600018F2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391" name="Group 1064">
            <a:extLst>
              <a:ext uri="{FF2B5EF4-FFF2-40B4-BE49-F238E27FC236}">
                <a16:creationId xmlns:a16="http://schemas.microsoft.com/office/drawing/2014/main" id="{E2A5097A-E1E5-EE5C-091C-EBFFD5FD8D73}"/>
              </a:ext>
            </a:extLst>
          </p:cNvPr>
          <p:cNvGrpSpPr>
            <a:grpSpLocks/>
          </p:cNvGrpSpPr>
          <p:nvPr/>
        </p:nvGrpSpPr>
        <p:grpSpPr bwMode="auto">
          <a:xfrm>
            <a:off x="6901261" y="5246857"/>
            <a:ext cx="232640" cy="230856"/>
            <a:chOff x="877" y="1008"/>
            <a:chExt cx="2747" cy="2591"/>
          </a:xfrm>
        </p:grpSpPr>
        <p:pic>
          <p:nvPicPr>
            <p:cNvPr id="1392" name="Picture 1065" descr="antenna_stylized">
              <a:extLst>
                <a:ext uri="{FF2B5EF4-FFF2-40B4-BE49-F238E27FC236}">
                  <a16:creationId xmlns:a16="http://schemas.microsoft.com/office/drawing/2014/main" id="{4CC8E754-5D0B-CE41-EAEE-8FB230655E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93" name="Picture 1066" descr="laptop_keyboard">
              <a:extLst>
                <a:ext uri="{FF2B5EF4-FFF2-40B4-BE49-F238E27FC236}">
                  <a16:creationId xmlns:a16="http://schemas.microsoft.com/office/drawing/2014/main" id="{6C3ADE85-E43E-3392-AC69-0CC766CAC7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4" name="Freeform 1067">
              <a:extLst>
                <a:ext uri="{FF2B5EF4-FFF2-40B4-BE49-F238E27FC236}">
                  <a16:creationId xmlns:a16="http://schemas.microsoft.com/office/drawing/2014/main" id="{9BCB5607-2626-2DED-B90D-6F2732F43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pic>
          <p:nvPicPr>
            <p:cNvPr id="1395" name="Picture 1068" descr="screen">
              <a:extLst>
                <a:ext uri="{FF2B5EF4-FFF2-40B4-BE49-F238E27FC236}">
                  <a16:creationId xmlns:a16="http://schemas.microsoft.com/office/drawing/2014/main" id="{1B164E2B-2536-E200-7ACA-77974A1C68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6" name="Freeform 1069">
              <a:extLst>
                <a:ext uri="{FF2B5EF4-FFF2-40B4-BE49-F238E27FC236}">
                  <a16:creationId xmlns:a16="http://schemas.microsoft.com/office/drawing/2014/main" id="{8DEBC0DC-D3AE-97D5-AA64-BC32E9B6B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97" name="Freeform 1070">
              <a:extLst>
                <a:ext uri="{FF2B5EF4-FFF2-40B4-BE49-F238E27FC236}">
                  <a16:creationId xmlns:a16="http://schemas.microsoft.com/office/drawing/2014/main" id="{08321B69-1FFE-FBD1-30BF-A071EC8DD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98" name="Freeform 1071">
              <a:extLst>
                <a:ext uri="{FF2B5EF4-FFF2-40B4-BE49-F238E27FC236}">
                  <a16:creationId xmlns:a16="http://schemas.microsoft.com/office/drawing/2014/main" id="{6C8166BD-9269-57AB-DAED-939227013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399" name="Freeform 1072">
              <a:extLst>
                <a:ext uri="{FF2B5EF4-FFF2-40B4-BE49-F238E27FC236}">
                  <a16:creationId xmlns:a16="http://schemas.microsoft.com/office/drawing/2014/main" id="{4697CFA7-BEC4-D863-D5A0-9633F8597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00" name="Freeform 1073">
              <a:extLst>
                <a:ext uri="{FF2B5EF4-FFF2-40B4-BE49-F238E27FC236}">
                  <a16:creationId xmlns:a16="http://schemas.microsoft.com/office/drawing/2014/main" id="{8D01B342-E199-6777-BE1E-59BD75281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01" name="Freeform 1074">
              <a:extLst>
                <a:ext uri="{FF2B5EF4-FFF2-40B4-BE49-F238E27FC236}">
                  <a16:creationId xmlns:a16="http://schemas.microsoft.com/office/drawing/2014/main" id="{659D3C38-C7DA-1EE0-6C2F-7B7EDEBEC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1402" name="Group 1075">
              <a:extLst>
                <a:ext uri="{FF2B5EF4-FFF2-40B4-BE49-F238E27FC236}">
                  <a16:creationId xmlns:a16="http://schemas.microsoft.com/office/drawing/2014/main" id="{052EBC4A-A6C6-40CF-F528-4CF9006C61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409" name="Freeform 1076">
                <a:extLst>
                  <a:ext uri="{FF2B5EF4-FFF2-40B4-BE49-F238E27FC236}">
                    <a16:creationId xmlns:a16="http://schemas.microsoft.com/office/drawing/2014/main" id="{5A2BE4AE-CE37-7A0F-5827-8E2715D34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410" name="Freeform 1077">
                <a:extLst>
                  <a:ext uri="{FF2B5EF4-FFF2-40B4-BE49-F238E27FC236}">
                    <a16:creationId xmlns:a16="http://schemas.microsoft.com/office/drawing/2014/main" id="{AA0C70EF-39D1-B0E8-9455-9E0CCE8D6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411" name="Freeform 1078">
                <a:extLst>
                  <a:ext uri="{FF2B5EF4-FFF2-40B4-BE49-F238E27FC236}">
                    <a16:creationId xmlns:a16="http://schemas.microsoft.com/office/drawing/2014/main" id="{05E14405-0141-A794-1AEB-14EF1C45A3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412" name="Freeform 1079">
                <a:extLst>
                  <a:ext uri="{FF2B5EF4-FFF2-40B4-BE49-F238E27FC236}">
                    <a16:creationId xmlns:a16="http://schemas.microsoft.com/office/drawing/2014/main" id="{A5AEADE9-4B74-5D9E-A353-482F6065A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413" name="Freeform 1080">
                <a:extLst>
                  <a:ext uri="{FF2B5EF4-FFF2-40B4-BE49-F238E27FC236}">
                    <a16:creationId xmlns:a16="http://schemas.microsoft.com/office/drawing/2014/main" id="{92528467-7FA3-5FFF-F744-A1B33D9FC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414" name="Freeform 1081">
                <a:extLst>
                  <a:ext uri="{FF2B5EF4-FFF2-40B4-BE49-F238E27FC236}">
                    <a16:creationId xmlns:a16="http://schemas.microsoft.com/office/drawing/2014/main" id="{180E77C2-B801-7E2F-DE73-0E45ECAF6F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>
                  <a:defRPr/>
                </a:pPr>
                <a:endParaRPr lang="en-US" sz="135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  <p:sp>
          <p:nvSpPr>
            <p:cNvPr id="1403" name="Freeform 1082">
              <a:extLst>
                <a:ext uri="{FF2B5EF4-FFF2-40B4-BE49-F238E27FC236}">
                  <a16:creationId xmlns:a16="http://schemas.microsoft.com/office/drawing/2014/main" id="{F07911B8-B5C6-13A3-4B6A-70C561D2C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04" name="Freeform 1083">
              <a:extLst>
                <a:ext uri="{FF2B5EF4-FFF2-40B4-BE49-F238E27FC236}">
                  <a16:creationId xmlns:a16="http://schemas.microsoft.com/office/drawing/2014/main" id="{298DB73F-B2F5-A8F2-224E-E9A976211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05" name="Freeform 1084">
              <a:extLst>
                <a:ext uri="{FF2B5EF4-FFF2-40B4-BE49-F238E27FC236}">
                  <a16:creationId xmlns:a16="http://schemas.microsoft.com/office/drawing/2014/main" id="{569AC664-8287-7F2F-AF89-63748B6B5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06" name="Freeform 1085">
              <a:extLst>
                <a:ext uri="{FF2B5EF4-FFF2-40B4-BE49-F238E27FC236}">
                  <a16:creationId xmlns:a16="http://schemas.microsoft.com/office/drawing/2014/main" id="{1A520588-0B28-99A8-8E6B-9095E86AB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07" name="Freeform 1086">
              <a:extLst>
                <a:ext uri="{FF2B5EF4-FFF2-40B4-BE49-F238E27FC236}">
                  <a16:creationId xmlns:a16="http://schemas.microsoft.com/office/drawing/2014/main" id="{5F3F9E6A-2DAD-1306-869E-C06337382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408" name="Freeform 1087">
              <a:extLst>
                <a:ext uri="{FF2B5EF4-FFF2-40B4-BE49-F238E27FC236}">
                  <a16:creationId xmlns:a16="http://schemas.microsoft.com/office/drawing/2014/main" id="{91E6DE72-677E-42AA-2C79-E9DB2A4B313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sz="135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3285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layer: 3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Addressing processes -- identifier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4819C95-E533-0A93-0847-0DD2130A6141}"/>
              </a:ext>
            </a:extLst>
          </p:cNvPr>
          <p:cNvSpPr txBox="1">
            <a:spLocks noChangeArrowheads="1"/>
          </p:cNvSpPr>
          <p:nvPr/>
        </p:nvSpPr>
        <p:spPr>
          <a:xfrm>
            <a:off x="521326" y="2124094"/>
            <a:ext cx="3723359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to receive messages, process  must have </a:t>
            </a:r>
            <a:r>
              <a:rPr lang="en-US" altLang="en-US" sz="21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identifier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host device has unique 32-bit IP address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u="sng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Q: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does  IP address of host on which process runs suffice for identifying the process?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9D53992-08F8-85EC-CB33-993D10E78072}"/>
              </a:ext>
            </a:extLst>
          </p:cNvPr>
          <p:cNvSpPr txBox="1">
            <a:spLocks noChangeArrowheads="1"/>
          </p:cNvSpPr>
          <p:nvPr/>
        </p:nvSpPr>
        <p:spPr>
          <a:xfrm>
            <a:off x="4542368" y="2124094"/>
            <a:ext cx="4179918" cy="3913584"/>
          </a:xfrm>
          <a:prstGeom prst="rect">
            <a:avLst/>
          </a:prstGeom>
          <a:noFill/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identifier</a:t>
            </a:r>
            <a:r>
              <a:rPr lang="en-US" altLang="en-US" sz="2100" dirty="0">
                <a:solidFill>
                  <a:srgbClr val="FF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includes both 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IP address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and 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port numbers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associated with process on host.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example port numbers: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HTTP server: 80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mail server: 25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to send HTTP message to gaia.cs.umass.edu web server: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IP address: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128.119.245.12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18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port number: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80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more shortly…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F8E7156-041C-55BD-6B37-76DF6DB75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14" y="4405698"/>
            <a:ext cx="3235886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557213" lvl="1" indent="-214313" defTabSz="685800">
              <a:lnSpc>
                <a:spcPct val="85000"/>
              </a:lnSpc>
              <a:buClr>
                <a:srgbClr val="000099"/>
              </a:buClr>
              <a:buFont typeface="Wingdings" pitchFamily="2" charset="2"/>
              <a:buChar char="§"/>
              <a:defRPr/>
            </a:pPr>
            <a:r>
              <a:rPr lang="en-US" altLang="en-US" sz="2100" i="1" u="sng" dirty="0">
                <a:solidFill>
                  <a:srgbClr val="C00000"/>
                </a:solidFill>
                <a:latin typeface="Calibri" panose="020F0502020204030204"/>
              </a:rPr>
              <a:t>A: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no, </a:t>
            </a: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</a:rPr>
              <a:t>many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 processes can be running on same host</a:t>
            </a:r>
          </a:p>
        </p:txBody>
      </p:sp>
    </p:spTree>
    <p:extLst>
      <p:ext uri="{BB962C8B-B14F-4D97-AF65-F5344CB8AC3E}">
        <p14:creationId xmlns:p14="http://schemas.microsoft.com/office/powerpoint/2010/main" val="1036683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layer: 3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Sockets -- </a:t>
            </a:r>
            <a:r>
              <a:rPr lang="en-US" altLang="zh-CN" dirty="0"/>
              <a:t>interface of services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7B3A235-D0F0-D467-BBF1-F87FE9746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19" y="2118361"/>
            <a:ext cx="8223781" cy="1746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21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process sends/receives messages to/from its </a:t>
            </a:r>
            <a:r>
              <a:rPr lang="en-US" altLang="en-US" sz="2100" kern="0" dirty="0">
                <a:solidFill>
                  <a:srgbClr val="CC0000"/>
                </a:solidFill>
                <a:latin typeface="Calibri" panose="020F0502020204030204"/>
                <a:ea typeface="ＭＳ Ｐゴシック" panose="020B0600070205080204" pitchFamily="34" charset="-128"/>
              </a:rPr>
              <a:t>socket</a:t>
            </a:r>
          </a:p>
          <a:p>
            <a:pPr marL="257175" indent="-257175" defTabSz="685800">
              <a:defRPr/>
            </a:pPr>
            <a:r>
              <a:rPr lang="en-US" altLang="en-US" sz="21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socket analogous to door</a:t>
            </a:r>
          </a:p>
          <a:p>
            <a:pPr marL="557213" lvl="1" indent="-214313" defTabSz="685800">
              <a:defRPr/>
            </a:pPr>
            <a:r>
              <a:rPr lang="en-US" altLang="en-US" sz="21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sending process shoves message out door</a:t>
            </a:r>
          </a:p>
          <a:p>
            <a:pPr marL="557213" lvl="1" indent="-214313" defTabSz="685800">
              <a:defRPr/>
            </a:pPr>
            <a:r>
              <a:rPr lang="en-US" altLang="en-US" sz="21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sending process relies on transport infrastructure on other side of door to deliver message to socket at receiving process</a:t>
            </a:r>
          </a:p>
          <a:p>
            <a:pPr marL="557213" lvl="1" indent="-214313" defTabSz="685800">
              <a:defRPr/>
            </a:pPr>
            <a:r>
              <a:rPr lang="en-US" altLang="en-US" sz="2100" kern="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two sockets involved: one on each side</a:t>
            </a:r>
          </a:p>
        </p:txBody>
      </p:sp>
      <p:sp>
        <p:nvSpPr>
          <p:cNvPr id="9" name="Freeform 66">
            <a:extLst>
              <a:ext uri="{FF2B5EF4-FFF2-40B4-BE49-F238E27FC236}">
                <a16:creationId xmlns:a16="http://schemas.microsoft.com/office/drawing/2014/main" id="{EA2B0D6D-54B2-B617-39E0-02819B7A5E84}"/>
              </a:ext>
            </a:extLst>
          </p:cNvPr>
          <p:cNvSpPr>
            <a:spLocks/>
          </p:cNvSpPr>
          <p:nvPr/>
        </p:nvSpPr>
        <p:spPr bwMode="auto">
          <a:xfrm>
            <a:off x="6361861" y="4304136"/>
            <a:ext cx="552450" cy="1498997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9A9C0DEC-8F9B-313C-29EF-16D6003F6399}"/>
              </a:ext>
            </a:extLst>
          </p:cNvPr>
          <p:cNvSpPr>
            <a:spLocks/>
          </p:cNvSpPr>
          <p:nvPr/>
        </p:nvSpPr>
        <p:spPr bwMode="auto">
          <a:xfrm>
            <a:off x="3875836" y="5276877"/>
            <a:ext cx="1356122" cy="773906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11" name="Text Box 51">
            <a:extLst>
              <a:ext uri="{FF2B5EF4-FFF2-40B4-BE49-F238E27FC236}">
                <a16:creationId xmlns:a16="http://schemas.microsoft.com/office/drawing/2014/main" id="{3161625C-B4BF-D65D-9EA0-0F9E8DD1B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9645" y="5375699"/>
            <a:ext cx="7056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  <a:latin typeface="+mj-lt"/>
              </a:rPr>
              <a:t>Internet</a:t>
            </a:r>
          </a:p>
        </p:txBody>
      </p:sp>
      <p:sp>
        <p:nvSpPr>
          <p:cNvPr id="12" name="Line 52">
            <a:extLst>
              <a:ext uri="{FF2B5EF4-FFF2-40B4-BE49-F238E27FC236}">
                <a16:creationId xmlns:a16="http://schemas.microsoft.com/office/drawing/2014/main" id="{F89376C0-7DBC-4794-89AB-7A93BD1944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4861" y="5684070"/>
            <a:ext cx="165854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13" name="Text Box 53">
            <a:extLst>
              <a:ext uri="{FF2B5EF4-FFF2-40B4-BE49-F238E27FC236}">
                <a16:creationId xmlns:a16="http://schemas.microsoft.com/office/drawing/2014/main" id="{E5989499-FBB6-A09B-FD9F-7D1975DB6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714" y="5103046"/>
            <a:ext cx="9727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00000"/>
                </a:solidFill>
                <a:latin typeface="+mj-lt"/>
              </a:rPr>
              <a:t>controlled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00000"/>
                </a:solidFill>
                <a:latin typeface="+mj-lt"/>
              </a:rPr>
              <a:t>by OS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200" kern="0" dirty="0">
              <a:solidFill>
                <a:srgbClr val="CC0000"/>
              </a:solidFill>
              <a:latin typeface="+mj-lt"/>
            </a:endParaRPr>
          </a:p>
        </p:txBody>
      </p:sp>
      <p:sp>
        <p:nvSpPr>
          <p:cNvPr id="14" name="Text Box 56">
            <a:extLst>
              <a:ext uri="{FF2B5EF4-FFF2-40B4-BE49-F238E27FC236}">
                <a16:creationId xmlns:a16="http://schemas.microsoft.com/office/drawing/2014/main" id="{72678D43-D74D-E932-DA93-E7B5B6C92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045" y="4427961"/>
            <a:ext cx="1072730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00000"/>
                </a:solidFill>
                <a:latin typeface="+mj-lt"/>
              </a:rPr>
              <a:t>controlled by</a:t>
            </a:r>
          </a:p>
          <a:p>
            <a:pPr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C00000"/>
                </a:solidFill>
                <a:latin typeface="+mj-lt"/>
              </a:rPr>
              <a:t>app developer</a:t>
            </a:r>
          </a:p>
        </p:txBody>
      </p:sp>
      <p:sp>
        <p:nvSpPr>
          <p:cNvPr id="15" name="Freeform 45">
            <a:extLst>
              <a:ext uri="{FF2B5EF4-FFF2-40B4-BE49-F238E27FC236}">
                <a16:creationId xmlns:a16="http://schemas.microsoft.com/office/drawing/2014/main" id="{1ECDD378-88F1-C2CC-5039-7462B7098D7D}"/>
              </a:ext>
            </a:extLst>
          </p:cNvPr>
          <p:cNvSpPr>
            <a:spLocks/>
          </p:cNvSpPr>
          <p:nvPr/>
        </p:nvSpPr>
        <p:spPr bwMode="auto">
          <a:xfrm>
            <a:off x="2056561" y="4351762"/>
            <a:ext cx="569119" cy="1497806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1FAEF9F8-6E4C-B037-5F67-7E8AC4A7D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18" y="4318424"/>
            <a:ext cx="972740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7" name="Rectangle 24">
            <a:extLst>
              <a:ext uri="{FF2B5EF4-FFF2-40B4-BE49-F238E27FC236}">
                <a16:creationId xmlns:a16="http://schemas.microsoft.com/office/drawing/2014/main" id="{2FEF7271-F509-B2B3-C0A7-AB7C7448A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443" y="4358905"/>
            <a:ext cx="954881" cy="1484709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8" name="Line 25">
            <a:extLst>
              <a:ext uri="{FF2B5EF4-FFF2-40B4-BE49-F238E27FC236}">
                <a16:creationId xmlns:a16="http://schemas.microsoft.com/office/drawing/2014/main" id="{7C9C5B7E-BC19-4008-0D4F-4729A7247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586" y="4929214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19" name="Text Box 26">
            <a:extLst>
              <a:ext uri="{FF2B5EF4-FFF2-40B4-BE49-F238E27FC236}">
                <a16:creationId xmlns:a16="http://schemas.microsoft.com/office/drawing/2014/main" id="{324C21D8-CE48-1140-AB85-7CEAE500C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439" y="4916117"/>
            <a:ext cx="988219" cy="26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969696"/>
                </a:solidFill>
                <a:latin typeface="+mj-lt"/>
              </a:rPr>
              <a:t>transport</a:t>
            </a:r>
          </a:p>
        </p:txBody>
      </p:sp>
      <p:sp>
        <p:nvSpPr>
          <p:cNvPr id="20" name="Line 27">
            <a:extLst>
              <a:ext uri="{FF2B5EF4-FFF2-40B4-BE49-F238E27FC236}">
                <a16:creationId xmlns:a16="http://schemas.microsoft.com/office/drawing/2014/main" id="{46A6292C-76C0-D457-F6DB-0BC45A5FA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3538" y="5169721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21" name="Line 28">
            <a:extLst>
              <a:ext uri="{FF2B5EF4-FFF2-40B4-BE49-F238E27FC236}">
                <a16:creationId xmlns:a16="http://schemas.microsoft.com/office/drawing/2014/main" id="{80596F1D-1A31-881A-4C08-DF2248EF90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2823" y="5401893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22" name="Line 29">
            <a:extLst>
              <a:ext uri="{FF2B5EF4-FFF2-40B4-BE49-F238E27FC236}">
                <a16:creationId xmlns:a16="http://schemas.microsoft.com/office/drawing/2014/main" id="{429FBC63-0C5F-0B98-1D71-CA89B78CF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2823" y="5616205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23" name="Text Box 26">
            <a:extLst>
              <a:ext uri="{FF2B5EF4-FFF2-40B4-BE49-F238E27FC236}">
                <a16:creationId xmlns:a16="http://schemas.microsoft.com/office/drawing/2014/main" id="{861AD03C-5722-BBD1-E6C1-EFEA97018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1633" y="4351761"/>
            <a:ext cx="988219" cy="26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000000"/>
                </a:solidFill>
                <a:latin typeface="+mj-lt"/>
              </a:rPr>
              <a:t>application</a:t>
            </a:r>
          </a:p>
        </p:txBody>
      </p:sp>
      <p:sp>
        <p:nvSpPr>
          <p:cNvPr id="24" name="Text Box 26">
            <a:extLst>
              <a:ext uri="{FF2B5EF4-FFF2-40B4-BE49-F238E27FC236}">
                <a16:creationId xmlns:a16="http://schemas.microsoft.com/office/drawing/2014/main" id="{DC9D38FD-22C9-9E77-FA24-50827BC75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8295" y="5594773"/>
            <a:ext cx="988219" cy="26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969696"/>
                </a:solidFill>
                <a:latin typeface="+mj-lt"/>
              </a:rPr>
              <a:t>physical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FBFDAE8D-56B4-CD59-E66D-18705C2D3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2583" y="5380461"/>
            <a:ext cx="988219" cy="26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969696"/>
                </a:solidFill>
                <a:latin typeface="+mj-lt"/>
              </a:rPr>
              <a:t>link</a:t>
            </a:r>
          </a:p>
        </p:txBody>
      </p:sp>
      <p:sp>
        <p:nvSpPr>
          <p:cNvPr id="26" name="Text Box 26">
            <a:extLst>
              <a:ext uri="{FF2B5EF4-FFF2-40B4-BE49-F238E27FC236}">
                <a16:creationId xmlns:a16="http://schemas.microsoft.com/office/drawing/2014/main" id="{1370B4C4-DDDC-D9F6-B501-C28ABF484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439" y="5159005"/>
            <a:ext cx="988219" cy="26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969696"/>
                </a:solidFill>
                <a:latin typeface="+mj-lt"/>
              </a:rPr>
              <a:t>network</a:t>
            </a:r>
          </a:p>
        </p:txBody>
      </p:sp>
      <p:sp>
        <p:nvSpPr>
          <p:cNvPr id="27" name="Oval 57">
            <a:extLst>
              <a:ext uri="{FF2B5EF4-FFF2-40B4-BE49-F238E27FC236}">
                <a16:creationId xmlns:a16="http://schemas.microsoft.com/office/drawing/2014/main" id="{1EF4B05C-EF06-AFBE-CEE2-200FD5D16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1645" y="4557739"/>
            <a:ext cx="742950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  <a:latin typeface="+mj-lt"/>
              </a:rPr>
              <a:t>process</a:t>
            </a:r>
          </a:p>
        </p:txBody>
      </p:sp>
      <p:grpSp>
        <p:nvGrpSpPr>
          <p:cNvPr id="28" name="Group 58">
            <a:extLst>
              <a:ext uri="{FF2B5EF4-FFF2-40B4-BE49-F238E27FC236}">
                <a16:creationId xmlns:a16="http://schemas.microsoft.com/office/drawing/2014/main" id="{DACBA185-19BE-D515-E90E-7E7408B3483A}"/>
              </a:ext>
            </a:extLst>
          </p:cNvPr>
          <p:cNvGrpSpPr>
            <a:grpSpLocks/>
          </p:cNvGrpSpPr>
          <p:nvPr/>
        </p:nvGrpSpPr>
        <p:grpSpPr bwMode="auto">
          <a:xfrm>
            <a:off x="2917382" y="4828011"/>
            <a:ext cx="409575" cy="169069"/>
            <a:chOff x="1287" y="2524"/>
            <a:chExt cx="260" cy="100"/>
          </a:xfrm>
        </p:grpSpPr>
        <p:sp>
          <p:nvSpPr>
            <p:cNvPr id="29" name="Rectangle 59">
              <a:extLst>
                <a:ext uri="{FF2B5EF4-FFF2-40B4-BE49-F238E27FC236}">
                  <a16:creationId xmlns:a16="http://schemas.microsoft.com/office/drawing/2014/main" id="{EAFDC1C0-596A-6302-3C63-6FA9B3944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0" name="Rectangle 60">
              <a:extLst>
                <a:ext uri="{FF2B5EF4-FFF2-40B4-BE49-F238E27FC236}">
                  <a16:creationId xmlns:a16="http://schemas.microsoft.com/office/drawing/2014/main" id="{A7DF4F1A-CB8D-45AE-4C72-07013DA1F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1" name="Rectangle 61">
              <a:extLst>
                <a:ext uri="{FF2B5EF4-FFF2-40B4-BE49-F238E27FC236}">
                  <a16:creationId xmlns:a16="http://schemas.microsoft.com/office/drawing/2014/main" id="{AF5B54DE-7378-2E0E-802B-9DFDCAD8A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2" name="Rectangle 62">
              <a:extLst>
                <a:ext uri="{FF2B5EF4-FFF2-40B4-BE49-F238E27FC236}">
                  <a16:creationId xmlns:a16="http://schemas.microsoft.com/office/drawing/2014/main" id="{983D547F-5E28-8971-13F4-949161CFC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  <a:latin typeface="+mj-lt"/>
              </a:endParaRPr>
            </a:p>
          </p:txBody>
        </p:sp>
      </p:grpSp>
      <p:sp>
        <p:nvSpPr>
          <p:cNvPr id="33" name="Rectangle 23">
            <a:extLst>
              <a:ext uri="{FF2B5EF4-FFF2-40B4-BE49-F238E27FC236}">
                <a16:creationId xmlns:a16="http://schemas.microsoft.com/office/drawing/2014/main" id="{3E9DE184-9995-22CF-157C-3EFCD7EDF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5789" y="4296992"/>
            <a:ext cx="972741" cy="14859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4" name="Rectangle 24">
            <a:extLst>
              <a:ext uri="{FF2B5EF4-FFF2-40B4-BE49-F238E27FC236}">
                <a16:creationId xmlns:a16="http://schemas.microsoft.com/office/drawing/2014/main" id="{7C167467-92B2-2A2F-808E-24A7F8EB9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7214" y="4337474"/>
            <a:ext cx="954881" cy="1484709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en-US" sz="1800" kern="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5" name="Line 25">
            <a:extLst>
              <a:ext uri="{FF2B5EF4-FFF2-40B4-BE49-F238E27FC236}">
                <a16:creationId xmlns:a16="http://schemas.microsoft.com/office/drawing/2014/main" id="{D7856BEB-0A72-328D-5807-FBFF450DF5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4357" y="4907783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36" name="Text Box 26">
            <a:extLst>
              <a:ext uri="{FF2B5EF4-FFF2-40B4-BE49-F238E27FC236}">
                <a16:creationId xmlns:a16="http://schemas.microsoft.com/office/drawing/2014/main" id="{E3A9DD8A-64E5-891E-7190-3C98A8409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2211" y="4894686"/>
            <a:ext cx="988219" cy="26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969696"/>
                </a:solidFill>
                <a:latin typeface="+mj-lt"/>
              </a:rPr>
              <a:t>transport</a:t>
            </a:r>
          </a:p>
        </p:txBody>
      </p:sp>
      <p:sp>
        <p:nvSpPr>
          <p:cNvPr id="37" name="Line 27">
            <a:extLst>
              <a:ext uri="{FF2B5EF4-FFF2-40B4-BE49-F238E27FC236}">
                <a16:creationId xmlns:a16="http://schemas.microsoft.com/office/drawing/2014/main" id="{C1639BE5-3915-B776-CBF8-C86FD07315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0311" y="5148289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38" name="Line 28">
            <a:extLst>
              <a:ext uri="{FF2B5EF4-FFF2-40B4-BE49-F238E27FC236}">
                <a16:creationId xmlns:a16="http://schemas.microsoft.com/office/drawing/2014/main" id="{F8AFBBFB-788C-B772-DDB6-9F9308188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9595" y="5380462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39" name="Line 29">
            <a:extLst>
              <a:ext uri="{FF2B5EF4-FFF2-40B4-BE49-F238E27FC236}">
                <a16:creationId xmlns:a16="http://schemas.microsoft.com/office/drawing/2014/main" id="{5E4666BF-7DB8-4A5C-2EDD-4F54B6975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9595" y="5594774"/>
            <a:ext cx="947738" cy="2381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kern="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40" name="Text Box 26">
            <a:extLst>
              <a:ext uri="{FF2B5EF4-FFF2-40B4-BE49-F238E27FC236}">
                <a16:creationId xmlns:a16="http://schemas.microsoft.com/office/drawing/2014/main" id="{CC1A445E-BAAE-E5C2-6D30-C312C3E72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405" y="4330330"/>
            <a:ext cx="988219" cy="26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000000"/>
                </a:solidFill>
                <a:latin typeface="+mj-lt"/>
              </a:rPr>
              <a:t>application</a:t>
            </a:r>
          </a:p>
        </p:txBody>
      </p:sp>
      <p:sp>
        <p:nvSpPr>
          <p:cNvPr id="41" name="Text Box 26">
            <a:extLst>
              <a:ext uri="{FF2B5EF4-FFF2-40B4-BE49-F238E27FC236}">
                <a16:creationId xmlns:a16="http://schemas.microsoft.com/office/drawing/2014/main" id="{08AEDE7D-87DB-5414-E902-230FAAA71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5067" y="5573342"/>
            <a:ext cx="988219" cy="26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969696"/>
                </a:solidFill>
                <a:latin typeface="+mj-lt"/>
              </a:rPr>
              <a:t>physical</a:t>
            </a:r>
          </a:p>
        </p:txBody>
      </p:sp>
      <p:sp>
        <p:nvSpPr>
          <p:cNvPr id="42" name="Text Box 26">
            <a:extLst>
              <a:ext uri="{FF2B5EF4-FFF2-40B4-BE49-F238E27FC236}">
                <a16:creationId xmlns:a16="http://schemas.microsoft.com/office/drawing/2014/main" id="{ABE30D10-2182-CBB2-785E-23DDD9E937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9355" y="5359030"/>
            <a:ext cx="988219" cy="26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969696"/>
                </a:solidFill>
                <a:latin typeface="+mj-lt"/>
              </a:rPr>
              <a:t>link</a:t>
            </a:r>
          </a:p>
        </p:txBody>
      </p:sp>
      <p:sp>
        <p:nvSpPr>
          <p:cNvPr id="43" name="Text Box 26">
            <a:extLst>
              <a:ext uri="{FF2B5EF4-FFF2-40B4-BE49-F238E27FC236}">
                <a16:creationId xmlns:a16="http://schemas.microsoft.com/office/drawing/2014/main" id="{5FA05214-9F7C-E205-176B-59341BAB7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2211" y="5137573"/>
            <a:ext cx="988219" cy="26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050" dirty="0">
                <a:solidFill>
                  <a:srgbClr val="969696"/>
                </a:solidFill>
                <a:latin typeface="+mj-lt"/>
              </a:rPr>
              <a:t>network</a:t>
            </a:r>
          </a:p>
        </p:txBody>
      </p:sp>
      <p:sp>
        <p:nvSpPr>
          <p:cNvPr id="44" name="Oval 78">
            <a:extLst>
              <a:ext uri="{FF2B5EF4-FFF2-40B4-BE49-F238E27FC236}">
                <a16:creationId xmlns:a16="http://schemas.microsoft.com/office/drawing/2014/main" id="{FAAC1A98-5664-040E-3958-A899853CD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8417" y="4536308"/>
            <a:ext cx="742950" cy="2286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200" kern="0" dirty="0">
                <a:solidFill>
                  <a:srgbClr val="000000"/>
                </a:solidFill>
                <a:latin typeface="+mj-lt"/>
              </a:rPr>
              <a:t>process</a:t>
            </a:r>
          </a:p>
        </p:txBody>
      </p:sp>
      <p:grpSp>
        <p:nvGrpSpPr>
          <p:cNvPr id="45" name="Group 79">
            <a:extLst>
              <a:ext uri="{FF2B5EF4-FFF2-40B4-BE49-F238E27FC236}">
                <a16:creationId xmlns:a16="http://schemas.microsoft.com/office/drawing/2014/main" id="{40A1C652-DB7A-4F1C-C414-58D4AE1F0446}"/>
              </a:ext>
            </a:extLst>
          </p:cNvPr>
          <p:cNvGrpSpPr>
            <a:grpSpLocks/>
          </p:cNvGrpSpPr>
          <p:nvPr/>
        </p:nvGrpSpPr>
        <p:grpSpPr bwMode="auto">
          <a:xfrm>
            <a:off x="5664155" y="4806580"/>
            <a:ext cx="409575" cy="169069"/>
            <a:chOff x="1287" y="2524"/>
            <a:chExt cx="260" cy="100"/>
          </a:xfrm>
        </p:grpSpPr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79660FBA-6075-A3B4-802B-E78513378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76BC532C-6416-B484-B644-DCBBD65F6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8053FEC3-3AA4-7E39-DF85-35FB3F23E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08A515A-5C20-479F-1CB1-20430A495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  <a:latin typeface="+mj-lt"/>
              </a:endParaRPr>
            </a:p>
          </p:txBody>
        </p:sp>
      </p:grpSp>
      <p:sp>
        <p:nvSpPr>
          <p:cNvPr id="50" name="Line 88">
            <a:extLst>
              <a:ext uri="{FF2B5EF4-FFF2-40B4-BE49-F238E27FC236}">
                <a16:creationId xmlns:a16="http://schemas.microsoft.com/office/drawing/2014/main" id="{1081280B-7C1A-CCAB-A02F-4A1C7A8BB2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1373" y="4635130"/>
            <a:ext cx="4572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51" name="Line 89">
            <a:extLst>
              <a:ext uri="{FF2B5EF4-FFF2-40B4-BE49-F238E27FC236}">
                <a16:creationId xmlns:a16="http://schemas.microsoft.com/office/drawing/2014/main" id="{356F0CF3-D1D1-E47D-ED2A-4529DCFFF90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0442" y="4954217"/>
            <a:ext cx="0" cy="766763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52" name="Line 90">
            <a:extLst>
              <a:ext uri="{FF2B5EF4-FFF2-40B4-BE49-F238E27FC236}">
                <a16:creationId xmlns:a16="http://schemas.microsoft.com/office/drawing/2014/main" id="{5BD57E6F-616A-762B-9B69-AA5F30F030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8301" y="5329264"/>
            <a:ext cx="4572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53" name="Text Box 56">
            <a:extLst>
              <a:ext uri="{FF2B5EF4-FFF2-40B4-BE49-F238E27FC236}">
                <a16:creationId xmlns:a16="http://schemas.microsoft.com/office/drawing/2014/main" id="{FAE78608-7E95-F14E-BCE4-E8C73C585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726" y="4395814"/>
            <a:ext cx="673582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500" i="1" kern="0" dirty="0">
                <a:solidFill>
                  <a:srgbClr val="CC0000"/>
                </a:solidFill>
                <a:latin typeface="+mj-lt"/>
              </a:rPr>
              <a:t>socket</a:t>
            </a:r>
          </a:p>
        </p:txBody>
      </p:sp>
      <p:sp>
        <p:nvSpPr>
          <p:cNvPr id="54" name="Line 92">
            <a:extLst>
              <a:ext uri="{FF2B5EF4-FFF2-40B4-BE49-F238E27FC236}">
                <a16:creationId xmlns:a16="http://schemas.microsoft.com/office/drawing/2014/main" id="{A3C5B47B-3C87-743F-3827-C8E97CAE579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6014" y="4545833"/>
            <a:ext cx="726281" cy="326231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sp>
        <p:nvSpPr>
          <p:cNvPr id="55" name="Line 93">
            <a:extLst>
              <a:ext uri="{FF2B5EF4-FFF2-40B4-BE49-F238E27FC236}">
                <a16:creationId xmlns:a16="http://schemas.microsoft.com/office/drawing/2014/main" id="{97E98A9C-B7B1-284F-D068-DD045E0A240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47386" y="4537499"/>
            <a:ext cx="726281" cy="326231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defTabSz="6858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defRPr/>
            </a:pPr>
            <a:endParaRPr lang="en-US" sz="1500" dirty="0">
              <a:solidFill>
                <a:srgbClr val="000000"/>
              </a:solidFill>
              <a:latin typeface="+mj-lt"/>
              <a:ea typeface="ＭＳ Ｐゴシック" panose="020B0600070205080204" pitchFamily="34" charset="-128"/>
            </a:endParaRPr>
          </a:p>
        </p:txBody>
      </p:sp>
      <p:grpSp>
        <p:nvGrpSpPr>
          <p:cNvPr id="56" name="Group 96">
            <a:extLst>
              <a:ext uri="{FF2B5EF4-FFF2-40B4-BE49-F238E27FC236}">
                <a16:creationId xmlns:a16="http://schemas.microsoft.com/office/drawing/2014/main" id="{5EE6E229-3B42-49B4-BF72-20C11138F607}"/>
              </a:ext>
            </a:extLst>
          </p:cNvPr>
          <p:cNvGrpSpPr>
            <a:grpSpLocks/>
          </p:cNvGrpSpPr>
          <p:nvPr/>
        </p:nvGrpSpPr>
        <p:grpSpPr bwMode="auto">
          <a:xfrm>
            <a:off x="1738663" y="5336408"/>
            <a:ext cx="539354" cy="579835"/>
            <a:chOff x="-44" y="1473"/>
            <a:chExt cx="981" cy="1105"/>
          </a:xfrm>
        </p:grpSpPr>
        <p:pic>
          <p:nvPicPr>
            <p:cNvPr id="57" name="Picture 97" descr="desktop_computer_stylized_medium">
              <a:extLst>
                <a:ext uri="{FF2B5EF4-FFF2-40B4-BE49-F238E27FC236}">
                  <a16:creationId xmlns:a16="http://schemas.microsoft.com/office/drawing/2014/main" id="{377DD2E8-9D5C-4D16-277D-8FD4172FB7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" name="Freeform 98">
              <a:extLst>
                <a:ext uri="{FF2B5EF4-FFF2-40B4-BE49-F238E27FC236}">
                  <a16:creationId xmlns:a16="http://schemas.microsoft.com/office/drawing/2014/main" id="{45B68A53-F9BF-61EC-0C31-AFE12F2F26F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59" name="Group 99">
            <a:extLst>
              <a:ext uri="{FF2B5EF4-FFF2-40B4-BE49-F238E27FC236}">
                <a16:creationId xmlns:a16="http://schemas.microsoft.com/office/drawing/2014/main" id="{0A6D1105-3AF8-3377-0557-3A0CC31CAC3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760720" y="5482855"/>
            <a:ext cx="539354" cy="579834"/>
            <a:chOff x="-44" y="1473"/>
            <a:chExt cx="981" cy="1105"/>
          </a:xfrm>
        </p:grpSpPr>
        <p:pic>
          <p:nvPicPr>
            <p:cNvPr id="60" name="Picture 100" descr="desktop_computer_stylized_medium">
              <a:extLst>
                <a:ext uri="{FF2B5EF4-FFF2-40B4-BE49-F238E27FC236}">
                  <a16:creationId xmlns:a16="http://schemas.microsoft.com/office/drawing/2014/main" id="{C1CA5241-0B97-0782-FA0F-FDB4A60124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1" name="Freeform 101">
              <a:extLst>
                <a:ext uri="{FF2B5EF4-FFF2-40B4-BE49-F238E27FC236}">
                  <a16:creationId xmlns:a16="http://schemas.microsoft.com/office/drawing/2014/main" id="{D033E3B6-4864-6470-ACC0-A50C864EE9A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+mj-lt"/>
                <a:ea typeface="ＭＳ Ｐゴシック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8587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layer: 3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An application-layer protocol defines: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27110F7-F5E3-5F1F-5A40-4EB6D51B7B82}"/>
              </a:ext>
            </a:extLst>
          </p:cNvPr>
          <p:cNvSpPr txBox="1">
            <a:spLocks noChangeArrowheads="1"/>
          </p:cNvSpPr>
          <p:nvPr/>
        </p:nvSpPr>
        <p:spPr>
          <a:xfrm>
            <a:off x="569387" y="2154644"/>
            <a:ext cx="3972982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types of messages exchanged, 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e.g., request, response 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message syntax: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what fields in messages &amp; how fields are delineated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message semantics </a:t>
            </a:r>
          </a:p>
          <a:p>
            <a:pPr marL="521494" lvl="1" indent="-173831" defTabSz="685800">
              <a:spcBef>
                <a:spcPts val="375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meaning of information in fields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rules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for when and how processes send &amp; respond to messages</a:t>
            </a:r>
          </a:p>
        </p:txBody>
      </p:sp>
      <p:sp>
        <p:nvSpPr>
          <p:cNvPr id="62" name="Rectangle 4">
            <a:extLst>
              <a:ext uri="{FF2B5EF4-FFF2-40B4-BE49-F238E27FC236}">
                <a16:creationId xmlns:a16="http://schemas.microsoft.com/office/drawing/2014/main" id="{2FDA5F9E-EC06-CC75-DFD1-87ECFA798603}"/>
              </a:ext>
            </a:extLst>
          </p:cNvPr>
          <p:cNvSpPr txBox="1">
            <a:spLocks noChangeArrowheads="1"/>
          </p:cNvSpPr>
          <p:nvPr/>
        </p:nvSpPr>
        <p:spPr>
          <a:xfrm>
            <a:off x="4916723" y="2162018"/>
            <a:ext cx="3568995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open protocols:</a:t>
            </a:r>
          </a:p>
          <a:p>
            <a:pPr marL="345281" indent="-172641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defined in RFCs, everyone has access to protocol definition</a:t>
            </a:r>
          </a:p>
          <a:p>
            <a:pPr marL="345281" indent="-172641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allows for interoperability</a:t>
            </a:r>
          </a:p>
          <a:p>
            <a:pPr marL="345281" indent="-172641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e.g., HTTP, SMTP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proprietary protocols:</a:t>
            </a:r>
          </a:p>
          <a:p>
            <a:pPr marL="395288" indent="-172641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e.g., Skype, Zoom</a:t>
            </a:r>
          </a:p>
        </p:txBody>
      </p:sp>
    </p:spTree>
    <p:extLst>
      <p:ext uri="{BB962C8B-B14F-4D97-AF65-F5344CB8AC3E}">
        <p14:creationId xmlns:p14="http://schemas.microsoft.com/office/powerpoint/2010/main" val="1030830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 layer: Qual. and Sec.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What transport service does an app need?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1A33F55-FF6F-1EBC-5753-D42EE6C273F1}"/>
              </a:ext>
            </a:extLst>
          </p:cNvPr>
          <p:cNvSpPr txBox="1">
            <a:spLocks noChangeArrowheads="1"/>
          </p:cNvSpPr>
          <p:nvPr/>
        </p:nvSpPr>
        <p:spPr>
          <a:xfrm>
            <a:off x="507019" y="2192824"/>
            <a:ext cx="3729379" cy="209788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5022" indent="-164306" defTabSz="685800">
              <a:spcBef>
                <a:spcPts val="450"/>
              </a:spcBef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Calibri" panose="020F0502020204030204"/>
              </a:rPr>
              <a:t>data integrity</a:t>
            </a:r>
          </a:p>
          <a:p>
            <a:pPr marL="175022" indent="-164306" defTabSz="685800">
              <a:spcBef>
                <a:spcPts val="4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some apps (e.g., file transfer, web transactions) require 100% reliable data transfer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</a:t>
            </a:r>
          </a:p>
          <a:p>
            <a:pPr marL="175022" indent="-175022" defTabSz="685800">
              <a:spcBef>
                <a:spcPts val="45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other apps (e.g., audio) can tolerate some loss</a:t>
            </a:r>
          </a:p>
          <a:p>
            <a:pPr marL="264319" indent="-166688" defTabSz="685800">
              <a:spcBef>
                <a:spcPts val="450"/>
              </a:spcBef>
              <a:buFont typeface="Wingdings" charset="2"/>
              <a:buChar char="§"/>
              <a:defRPr/>
            </a:pP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E6B573E-7044-5250-26A1-A8B612A39EEF}"/>
              </a:ext>
            </a:extLst>
          </p:cNvPr>
          <p:cNvSpPr txBox="1">
            <a:spLocks noChangeArrowheads="1"/>
          </p:cNvSpPr>
          <p:nvPr/>
        </p:nvSpPr>
        <p:spPr>
          <a:xfrm>
            <a:off x="408749" y="4412026"/>
            <a:ext cx="4179459" cy="183237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450"/>
              </a:spcBef>
              <a:buNone/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timing</a:t>
            </a:r>
          </a:p>
          <a:p>
            <a:pPr marL="264319" indent="-166688" defTabSz="685800">
              <a:spcBef>
                <a:spcPts val="4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some apps (e.g., Internet telephony, interactive games) require low delay to be 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effective”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19E5DB6-1CD1-5B2A-BA8A-6602959AA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019" y="2170701"/>
            <a:ext cx="3729379" cy="2521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90000"/>
              </a:lnSpc>
              <a:spcBef>
                <a:spcPts val="4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</a:rPr>
              <a:t>throughput</a:t>
            </a:r>
          </a:p>
          <a:p>
            <a:pPr marL="257175" indent="-257175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some apps (e.g., multimedia) require minimum amount of throughput to be 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</a:rPr>
              <a:t>effective”</a:t>
            </a:r>
          </a:p>
          <a:p>
            <a:pPr marL="257175" indent="-257175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other apps (“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</a:rPr>
              <a:t>elastic apps”) make use of whatever throughput they get 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52A7E38-E19C-0113-6872-19784C082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0500" y="4760311"/>
            <a:ext cx="3400195" cy="953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90000"/>
              </a:lnSpc>
              <a:spcBef>
                <a:spcPts val="450"/>
              </a:spcBef>
              <a:defRPr/>
            </a:pPr>
            <a:r>
              <a:rPr lang="en-US" altLang="en-US" sz="2400" dirty="0">
                <a:solidFill>
                  <a:srgbClr val="C00000"/>
                </a:solidFill>
                <a:latin typeface="Calibri" panose="020F0502020204030204"/>
              </a:rPr>
              <a:t>security</a:t>
            </a:r>
          </a:p>
          <a:p>
            <a:pPr marL="257175" indent="-257175" defTabSz="685800">
              <a:lnSpc>
                <a:spcPct val="90000"/>
              </a:lnSpc>
              <a:spcBef>
                <a:spcPts val="45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encryption, data integrity, …</a:t>
            </a:r>
          </a:p>
        </p:txBody>
      </p:sp>
    </p:spTree>
    <p:extLst>
      <p:ext uri="{BB962C8B-B14F-4D97-AF65-F5344CB8AC3E}">
        <p14:creationId xmlns:p14="http://schemas.microsoft.com/office/powerpoint/2010/main" val="1773051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 layer: Qual. and Sec.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Transport service requirements: common apps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6D1AE82D-152F-1FB0-9221-353ABA8C9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10" y="2009380"/>
            <a:ext cx="2659639" cy="356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spcBef>
                <a:spcPct val="0"/>
              </a:spcBef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</a:rPr>
              <a:t>application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algn="r" defTabSz="685800"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file transfer/download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e-mail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Web documents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real-time audio/video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streaming audio/video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interactive games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text messaging</a:t>
            </a:r>
            <a:endParaRPr lang="en-US" alt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38FC782C-DC5C-DDDA-4C8A-3BCA3D69D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977" y="2011762"/>
            <a:ext cx="1555811" cy="356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</a:rPr>
              <a:t>data loss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no loss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no loss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no loss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loss-tolerant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loss-tolerant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loss-tolerant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no loss</a:t>
            </a:r>
            <a:endParaRPr lang="en-US" alt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1E349F5A-787B-772D-AB24-ED8969BBB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769" y="2010571"/>
            <a:ext cx="2269008" cy="356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</a:rPr>
              <a:t>throughput</a:t>
            </a:r>
          </a:p>
          <a:p>
            <a:pPr defTabSz="685800"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elastic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elastic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elastic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audio: 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5Kbps-1Mbps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video:</a:t>
            </a:r>
            <a:r>
              <a:rPr lang="en-US" altLang="en-US" sz="1800" dirty="0">
                <a:solidFill>
                  <a:prstClr val="black"/>
                </a:solidFill>
                <a:latin typeface="Calibri" panose="020F0502020204030204"/>
              </a:rPr>
              <a:t>10Kbps-5Mbps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same as above 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Kbps+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elastic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32B97A98-25B2-0C4A-5AED-D025576C7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9298" y="2046570"/>
            <a:ext cx="2202325" cy="3564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</a:rPr>
              <a:t>time sensitive?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no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no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no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yes, 10’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</a:rPr>
              <a:t>s msec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yes, few secs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yes, 10’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</a:rPr>
              <a:t>s msec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yes and no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C155AA-D52A-555F-B6EA-3310AE106872}"/>
              </a:ext>
            </a:extLst>
          </p:cNvPr>
          <p:cNvCxnSpPr/>
          <p:nvPr/>
        </p:nvCxnSpPr>
        <p:spPr>
          <a:xfrm>
            <a:off x="1448882" y="2443553"/>
            <a:ext cx="7036836" cy="0"/>
          </a:xfrm>
          <a:prstGeom prst="line">
            <a:avLst/>
          </a:prstGeom>
          <a:ln w="317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6338F2-D7C5-86BF-C905-49BAFB419C49}"/>
              </a:ext>
            </a:extLst>
          </p:cNvPr>
          <p:cNvCxnSpPr/>
          <p:nvPr/>
        </p:nvCxnSpPr>
        <p:spPr>
          <a:xfrm>
            <a:off x="1454899" y="3032637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5B68FA9-F375-C503-180C-3A5E2A4F5345}"/>
              </a:ext>
            </a:extLst>
          </p:cNvPr>
          <p:cNvCxnSpPr/>
          <p:nvPr/>
        </p:nvCxnSpPr>
        <p:spPr>
          <a:xfrm>
            <a:off x="1454899" y="3427412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CA4C14D-72D3-F4E7-56BE-119965323DB8}"/>
              </a:ext>
            </a:extLst>
          </p:cNvPr>
          <p:cNvCxnSpPr/>
          <p:nvPr/>
        </p:nvCxnSpPr>
        <p:spPr>
          <a:xfrm>
            <a:off x="1454899" y="3761226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DCDA30-5007-D8E3-AED5-9BF0A3BD2017}"/>
              </a:ext>
            </a:extLst>
          </p:cNvPr>
          <p:cNvCxnSpPr/>
          <p:nvPr/>
        </p:nvCxnSpPr>
        <p:spPr>
          <a:xfrm>
            <a:off x="1457325" y="4465214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FB6F02-61C2-CA0F-0513-B6ED95A4FCE5}"/>
              </a:ext>
            </a:extLst>
          </p:cNvPr>
          <p:cNvCxnSpPr/>
          <p:nvPr/>
        </p:nvCxnSpPr>
        <p:spPr>
          <a:xfrm>
            <a:off x="1457907" y="4805243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A3353A9-2706-99A5-B182-25D08E875361}"/>
              </a:ext>
            </a:extLst>
          </p:cNvPr>
          <p:cNvCxnSpPr/>
          <p:nvPr/>
        </p:nvCxnSpPr>
        <p:spPr>
          <a:xfrm>
            <a:off x="1457907" y="5166391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809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 layer: Qual. and Sec.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Internet transport protocols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959B60E-AA5F-CAF2-7FCF-4F28942F32CE}"/>
              </a:ext>
            </a:extLst>
          </p:cNvPr>
          <p:cNvSpPr txBox="1">
            <a:spLocks noChangeArrowheads="1"/>
          </p:cNvSpPr>
          <p:nvPr/>
        </p:nvSpPr>
        <p:spPr>
          <a:xfrm>
            <a:off x="564990" y="2089494"/>
            <a:ext cx="4512103" cy="37147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400" i="1" dirty="0">
                <a:solidFill>
                  <a:srgbClr val="000099"/>
                </a:solidFill>
                <a:latin typeface="Calibri" panose="020F0502020204030204"/>
                <a:ea typeface="ＭＳ Ｐゴシック" panose="020B0600070205080204" pitchFamily="34" charset="-128"/>
              </a:rPr>
              <a:t>TCP service: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reliable transport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between sending and receiving process</a:t>
            </a:r>
            <a:endParaRPr lang="en-US" altLang="en-US" sz="2100" dirty="0">
              <a:solidFill>
                <a:srgbClr val="ED7D31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flow control: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sender won’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 overwhelm receiver 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congestion control: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throttle sender when network overloaded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connection-oriented: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setup required between client and server processes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i="1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does not provide:</a:t>
            </a:r>
            <a:r>
              <a:rPr lang="en-US" altLang="en-US" sz="2100" dirty="0">
                <a:solidFill>
                  <a:srgbClr val="C00000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timing, minimum throughput guarantee, security</a:t>
            </a:r>
          </a:p>
          <a:p>
            <a:pPr marL="264319" indent="-166688" defTabSz="685800">
              <a:lnSpc>
                <a:spcPct val="75000"/>
              </a:lnSpc>
              <a:spcBef>
                <a:spcPts val="75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6260D10-FA19-D2E4-3DCD-5C540389590C}"/>
              </a:ext>
            </a:extLst>
          </p:cNvPr>
          <p:cNvSpPr txBox="1">
            <a:spLocks noChangeArrowheads="1"/>
          </p:cNvSpPr>
          <p:nvPr/>
        </p:nvSpPr>
        <p:spPr>
          <a:xfrm>
            <a:off x="5193069" y="2098287"/>
            <a:ext cx="3779044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253604" defTabSz="685800">
              <a:spcBef>
                <a:spcPts val="750"/>
              </a:spcBef>
              <a:buNone/>
              <a:defRPr/>
            </a:pPr>
            <a:r>
              <a:rPr lang="en-US" sz="2400" i="1" dirty="0">
                <a:solidFill>
                  <a:srgbClr val="000099"/>
                </a:solidFill>
                <a:latin typeface="Calibri" panose="020F0502020204030204"/>
              </a:rPr>
              <a:t>UDP service:</a:t>
            </a:r>
          </a:p>
          <a:p>
            <a:pPr marL="175022" indent="-175022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i="1" dirty="0">
                <a:solidFill>
                  <a:srgbClr val="C00000"/>
                </a:solidFill>
                <a:latin typeface="Calibri" panose="020F0502020204030204"/>
              </a:rPr>
              <a:t>unreliable data transfer</a:t>
            </a:r>
            <a:r>
              <a:rPr lang="en-US" sz="2100" dirty="0">
                <a:solidFill>
                  <a:srgbClr val="C00000"/>
                </a:solidFill>
                <a:latin typeface="Calibri" panose="020F0502020204030204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between sending and receiving process</a:t>
            </a:r>
          </a:p>
          <a:p>
            <a:pPr marL="175022" indent="-175022" defTabSz="685800">
              <a:spcBef>
                <a:spcPts val="750"/>
              </a:spcBef>
              <a:buFont typeface="Wingdings" charset="2"/>
              <a:buChar char="§"/>
              <a:defRPr/>
            </a:pPr>
            <a:r>
              <a:rPr lang="en-US" sz="2100" i="1" dirty="0">
                <a:solidFill>
                  <a:srgbClr val="C00000"/>
                </a:solidFill>
                <a:latin typeface="Calibri" panose="020F0502020204030204"/>
              </a:rPr>
              <a:t>does not provide:</a:t>
            </a:r>
            <a:r>
              <a:rPr lang="en-US" sz="2100" dirty="0">
                <a:solidFill>
                  <a:srgbClr val="C00000"/>
                </a:solidFill>
                <a:latin typeface="Calibri" panose="020F0502020204030204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reliability, flow control, congestion control, timing, throughput guarantee, security, or connection setup.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AEB26AD-FECB-892E-C6B1-3F71EC8AB0FA}"/>
              </a:ext>
            </a:extLst>
          </p:cNvPr>
          <p:cNvSpPr txBox="1">
            <a:spLocks noChangeArrowheads="1"/>
          </p:cNvSpPr>
          <p:nvPr/>
        </p:nvSpPr>
        <p:spPr>
          <a:xfrm>
            <a:off x="5487541" y="5093210"/>
            <a:ext cx="2738367" cy="94473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sz="2100" u="sng" dirty="0">
                <a:solidFill>
                  <a:srgbClr val="C00000"/>
                </a:solidFill>
                <a:latin typeface="Calibri" panose="020F0502020204030204"/>
              </a:rPr>
              <a:t>Q:</a:t>
            </a:r>
            <a:r>
              <a:rPr lang="en-US" sz="2100" dirty="0">
                <a:solidFill>
                  <a:srgbClr val="C00000"/>
                </a:solidFill>
                <a:latin typeface="Calibri" panose="020F0502020204030204"/>
              </a:rPr>
              <a:t>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why bother?  </a:t>
            </a:r>
            <a:r>
              <a:rPr lang="en-US" sz="2100" i="1" dirty="0">
                <a:solidFill>
                  <a:prstClr val="black"/>
                </a:solidFill>
                <a:latin typeface="Calibri" panose="020F0502020204030204"/>
              </a:rPr>
              <a:t>Why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 is there a UDP?</a:t>
            </a:r>
          </a:p>
        </p:txBody>
      </p:sp>
    </p:spTree>
    <p:extLst>
      <p:ext uri="{BB962C8B-B14F-4D97-AF65-F5344CB8AC3E}">
        <p14:creationId xmlns:p14="http://schemas.microsoft.com/office/powerpoint/2010/main" val="1333890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 layer: Qual. and Sec.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Internet applications, and transport protocols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3528AECC-021A-C853-CF48-23CD1B176E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10" y="2326305"/>
            <a:ext cx="2659639" cy="320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spcBef>
                <a:spcPct val="0"/>
              </a:spcBef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</a:rPr>
              <a:t>application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algn="r" defTabSz="685800"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file transfer/download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e-mail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Web documents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Internet telephony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streaming audio/video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interactive games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D12C7D-CB65-FA7B-721A-98B47910098B}"/>
              </a:ext>
            </a:extLst>
          </p:cNvPr>
          <p:cNvCxnSpPr/>
          <p:nvPr/>
        </p:nvCxnSpPr>
        <p:spPr>
          <a:xfrm>
            <a:off x="1448882" y="2760477"/>
            <a:ext cx="7036836" cy="0"/>
          </a:xfrm>
          <a:prstGeom prst="line">
            <a:avLst/>
          </a:prstGeom>
          <a:ln w="317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36C8B3-CEE4-AE98-CCF3-173A267E7AD9}"/>
              </a:ext>
            </a:extLst>
          </p:cNvPr>
          <p:cNvCxnSpPr/>
          <p:nvPr/>
        </p:nvCxnSpPr>
        <p:spPr>
          <a:xfrm>
            <a:off x="1454899" y="3349561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4D92C3-B4B3-6CE3-3DEF-F6DAE83BCA7D}"/>
              </a:ext>
            </a:extLst>
          </p:cNvPr>
          <p:cNvCxnSpPr/>
          <p:nvPr/>
        </p:nvCxnSpPr>
        <p:spPr>
          <a:xfrm>
            <a:off x="1454899" y="3744336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5008A3-344B-D99D-152B-1202FA9D003A}"/>
              </a:ext>
            </a:extLst>
          </p:cNvPr>
          <p:cNvCxnSpPr/>
          <p:nvPr/>
        </p:nvCxnSpPr>
        <p:spPr>
          <a:xfrm>
            <a:off x="1454899" y="4078150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04648A-5EE0-FE0D-FAE1-0C0A04CAF69A}"/>
              </a:ext>
            </a:extLst>
          </p:cNvPr>
          <p:cNvCxnSpPr/>
          <p:nvPr/>
        </p:nvCxnSpPr>
        <p:spPr>
          <a:xfrm>
            <a:off x="1457325" y="4782138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3CA2BD-3B2C-2B84-7B87-8543B59501CB}"/>
              </a:ext>
            </a:extLst>
          </p:cNvPr>
          <p:cNvCxnSpPr/>
          <p:nvPr/>
        </p:nvCxnSpPr>
        <p:spPr>
          <a:xfrm>
            <a:off x="1457907" y="5122167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E5FC55C-958E-9234-78A7-05E5F9339CE2}"/>
              </a:ext>
            </a:extLst>
          </p:cNvPr>
          <p:cNvCxnSpPr/>
          <p:nvPr/>
        </p:nvCxnSpPr>
        <p:spPr>
          <a:xfrm>
            <a:off x="1457907" y="5483315"/>
            <a:ext cx="7036836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4">
            <a:extLst>
              <a:ext uri="{FF2B5EF4-FFF2-40B4-BE49-F238E27FC236}">
                <a16:creationId xmlns:a16="http://schemas.microsoft.com/office/drawing/2014/main" id="{95EB4DB9-C350-C5A7-3E58-B5E7942AE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1266" y="2009381"/>
            <a:ext cx="3014570" cy="388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</a:rPr>
              <a:t>application</a:t>
            </a:r>
          </a:p>
          <a:p>
            <a:pPr defTabSz="685800">
              <a:spcBef>
                <a:spcPct val="0"/>
              </a:spcBef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</a:rPr>
              <a:t>layer protocol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FTP [RFC 959]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SMTP [RFC 5321]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HTTP [RFC 7230, </a:t>
            </a: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9110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]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SIP [RFC 3261], RTP [RFC 3550], or proprietary HTTP [RFC 7230], DASH</a:t>
            </a:r>
          </a:p>
          <a:p>
            <a:pPr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WOW, FPS (proprietary) </a:t>
            </a:r>
            <a:b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</a:b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id="{B32031B7-9B73-8ADA-108A-D0CDD9BA8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3496" y="2348704"/>
            <a:ext cx="2228239" cy="320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defTabSz="685800">
              <a:spcBef>
                <a:spcPct val="0"/>
              </a:spcBef>
              <a:defRPr/>
            </a:pPr>
            <a:r>
              <a:rPr lang="en-US" altLang="en-US" sz="2100" b="1" dirty="0">
                <a:solidFill>
                  <a:prstClr val="black"/>
                </a:solidFill>
                <a:latin typeface="Calibri" panose="020F0502020204030204"/>
              </a:rPr>
              <a:t>transport protocol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algn="r" defTabSz="685800"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TCP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TCP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TCP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TCP or UDP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endParaRPr lang="en-US" altLang="en-US" sz="2100" dirty="0">
              <a:solidFill>
                <a:prstClr val="black"/>
              </a:solidFill>
              <a:latin typeface="Calibri" panose="020F0502020204030204"/>
            </a:endParaRP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TCP</a:t>
            </a:r>
          </a:p>
          <a:p>
            <a:pPr algn="r" defTabSz="6858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</a:rPr>
              <a:t>UDP or TCP</a:t>
            </a:r>
          </a:p>
        </p:txBody>
      </p:sp>
    </p:spTree>
    <p:extLst>
      <p:ext uri="{BB962C8B-B14F-4D97-AF65-F5344CB8AC3E}">
        <p14:creationId xmlns:p14="http://schemas.microsoft.com/office/powerpoint/2010/main" val="3451521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 layer: Qual. and Sec.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Securing TCP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71D66C1-9F83-E335-6A03-70C97C07A52F}"/>
              </a:ext>
            </a:extLst>
          </p:cNvPr>
          <p:cNvSpPr txBox="1">
            <a:spLocks noChangeArrowheads="1"/>
          </p:cNvSpPr>
          <p:nvPr/>
        </p:nvSpPr>
        <p:spPr>
          <a:xfrm>
            <a:off x="564991" y="2118361"/>
            <a:ext cx="4467896" cy="37147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247650" defTabSz="685800"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Calibri" panose="020F0502020204030204"/>
              </a:rPr>
              <a:t>Vanilla TCP &amp; UDP sockets:</a:t>
            </a:r>
          </a:p>
          <a:p>
            <a:pPr marL="261938" indent="-164306" defTabSz="685800">
              <a:spcBef>
                <a:spcPts val="300"/>
              </a:spcBef>
              <a:buClr>
                <a:srgbClr val="0000A8"/>
              </a:buClr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no encryption</a:t>
            </a:r>
          </a:p>
          <a:p>
            <a:pPr marL="261938" indent="-164306" defTabSz="685800">
              <a:spcBef>
                <a:spcPts val="300"/>
              </a:spcBef>
              <a:buClr>
                <a:srgbClr val="0000A8"/>
              </a:buClr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cleartext passwords sent into socket traverse Internet  in cleartext (!)</a:t>
            </a:r>
          </a:p>
          <a:p>
            <a:pPr marL="0" indent="0" defTabSz="685800">
              <a:spcBef>
                <a:spcPts val="750"/>
              </a:spcBef>
              <a:buNone/>
              <a:defRPr/>
            </a:pPr>
            <a:r>
              <a:rPr lang="en-US" sz="2400" dirty="0">
                <a:solidFill>
                  <a:srgbClr val="C00000"/>
                </a:solidFill>
                <a:latin typeface="Calibri" panose="020F0502020204030204"/>
              </a:rPr>
              <a:t>Transport Layer Security </a:t>
            </a:r>
            <a:r>
              <a:rPr lang="en-US" sz="2400" dirty="0">
                <a:solidFill>
                  <a:srgbClr val="0000A3"/>
                </a:solidFill>
                <a:latin typeface="Calibri" panose="020F0502020204030204"/>
              </a:rPr>
              <a:t>(TLS) </a:t>
            </a:r>
          </a:p>
          <a:p>
            <a:pPr marL="261938" indent="-164306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provides encrypted TCP connections</a:t>
            </a:r>
          </a:p>
          <a:p>
            <a:pPr marL="261938" indent="-164306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data integrity</a:t>
            </a:r>
          </a:p>
          <a:p>
            <a:pPr marL="261938" indent="-164306" defTabSz="685800">
              <a:spcBef>
                <a:spcPts val="300"/>
              </a:spcBef>
              <a:buFont typeface="Wingdings" charset="2"/>
              <a:buChar char="§"/>
              <a:defRPr/>
            </a:pPr>
            <a:r>
              <a:rPr lang="en-US" sz="2100" dirty="0">
                <a:solidFill>
                  <a:prstClr val="black"/>
                </a:solidFill>
                <a:latin typeface="Calibri" panose="020F0502020204030204"/>
              </a:rPr>
              <a:t>end-point authenticatio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n</a:t>
            </a:r>
            <a:endParaRPr lang="en-US" altLang="en-US" sz="2100" dirty="0">
              <a:solidFill>
                <a:prstClr val="black"/>
              </a:solidFill>
              <a:latin typeface="Calibri" panose="020F0502020204030204"/>
              <a:ea typeface="ＭＳ Ｐゴシック" panose="020B0600070205080204" pitchFamily="34" charset="-128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F43D927-9B6C-831B-EDE1-F0EC18469274}"/>
              </a:ext>
            </a:extLst>
          </p:cNvPr>
          <p:cNvSpPr txBox="1">
            <a:spLocks noChangeArrowheads="1"/>
          </p:cNvSpPr>
          <p:nvPr/>
        </p:nvSpPr>
        <p:spPr>
          <a:xfrm>
            <a:off x="5336862" y="2127154"/>
            <a:ext cx="3385942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669" indent="0" defTabSz="685800">
              <a:spcBef>
                <a:spcPts val="750"/>
              </a:spcBef>
              <a:buNone/>
              <a:defRPr/>
            </a:pPr>
            <a:r>
              <a:rPr lang="en-US" altLang="en-US" sz="2400" dirty="0">
                <a:solidFill>
                  <a:srgbClr val="22228B"/>
                </a:solidFill>
                <a:latin typeface="Calibri" panose="020F0502020204030204"/>
                <a:ea typeface="ＭＳ Ｐゴシック" panose="020B0600070205080204" pitchFamily="34" charset="-128"/>
              </a:rPr>
              <a:t>TLS implemented in application layer</a:t>
            </a:r>
          </a:p>
          <a:p>
            <a:pPr marL="264319" indent="-166688" defTabSz="685800">
              <a:spcBef>
                <a:spcPts val="750"/>
              </a:spcBef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apps use TLS libraries, that use </a:t>
            </a:r>
            <a:r>
              <a:rPr lang="en-US" altLang="ja-JP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TCP in turn</a:t>
            </a:r>
            <a:endParaRPr lang="en-US" altLang="en-US" sz="2400" dirty="0">
              <a:solidFill>
                <a:srgbClr val="22228B"/>
              </a:solidFill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175022" lvl="1" indent="-175022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cleartext sent into “socket”  traverse Internet  </a:t>
            </a:r>
            <a:r>
              <a:rPr lang="en-US" altLang="en-US" sz="2100" i="1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encrypted</a:t>
            </a: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 </a:t>
            </a:r>
          </a:p>
          <a:p>
            <a:pPr marL="175022" lvl="1" indent="-175022" defTabSz="685800">
              <a:spcBef>
                <a:spcPts val="375"/>
              </a:spcBef>
              <a:buFont typeface="Wingdings" pitchFamily="2" charset="2"/>
              <a:buChar char="§"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more: Chapter 8</a:t>
            </a:r>
          </a:p>
        </p:txBody>
      </p:sp>
    </p:spTree>
    <p:extLst>
      <p:ext uri="{BB962C8B-B14F-4D97-AF65-F5344CB8AC3E}">
        <p14:creationId xmlns:p14="http://schemas.microsoft.com/office/powerpoint/2010/main" val="1402794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E6AC-FD5F-025B-33E7-8799CF203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719AE-B1B9-90B4-C7A9-C40C5C5D0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Principles of network applications</a:t>
            </a:r>
          </a:p>
          <a:p>
            <a:pPr lvl="1"/>
            <a:r>
              <a:rPr lang="en-US" altLang="zh-CN" dirty="0"/>
              <a:t>Paradigm</a:t>
            </a:r>
          </a:p>
          <a:p>
            <a:pPr lvl="1"/>
            <a:r>
              <a:rPr lang="en-US" altLang="zh-CN" dirty="0"/>
              <a:t>Three dimensions:</a:t>
            </a:r>
          </a:p>
          <a:p>
            <a:pPr lvl="2"/>
            <a:r>
              <a:rPr lang="en-US" altLang="zh-CN" dirty="0"/>
              <a:t>Identifier</a:t>
            </a:r>
          </a:p>
          <a:p>
            <a:pPr lvl="2"/>
            <a:r>
              <a:rPr lang="en-US" altLang="zh-CN" dirty="0"/>
              <a:t>Service</a:t>
            </a:r>
          </a:p>
          <a:p>
            <a:pPr lvl="2"/>
            <a:r>
              <a:rPr lang="en-US" altLang="zh-CN" dirty="0"/>
              <a:t>Protocol</a:t>
            </a:r>
          </a:p>
          <a:p>
            <a:pPr lvl="1"/>
            <a:r>
              <a:rPr lang="en-US" altLang="zh-CN" dirty="0"/>
              <a:t>Service Quality and Security</a:t>
            </a:r>
          </a:p>
          <a:p>
            <a:r>
              <a:rPr lang="en-US" altLang="zh-CN" dirty="0"/>
              <a:t>HTTP – a quick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09955-B883-EB1B-CA00-1FE33C432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41B36-6335-F546-90B9-E2121371E10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95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– a quick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Web (WWW)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F63C93-8772-AC53-AAD3-8012C34430AB}"/>
              </a:ext>
            </a:extLst>
          </p:cNvPr>
          <p:cNvSpPr txBox="1">
            <a:spLocks noChangeArrowheads="1"/>
          </p:cNvSpPr>
          <p:nvPr/>
        </p:nvSpPr>
        <p:spPr>
          <a:xfrm>
            <a:off x="502046" y="2170831"/>
            <a:ext cx="8080644" cy="34861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5281" indent="-247650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web page consists of </a:t>
            </a:r>
            <a:r>
              <a:rPr lang="en-US" altLang="en-US" sz="2400" i="1" dirty="0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objects, </a:t>
            </a:r>
            <a:r>
              <a:rPr lang="en-US" altLang="en-US" sz="24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each of</a:t>
            </a:r>
            <a:r>
              <a:rPr lang="en-US" altLang="en-US" sz="2400" i="1" dirty="0">
                <a:solidFill>
                  <a:srgbClr val="C00000"/>
                </a:solidFill>
                <a:latin typeface="Calibri"/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which can be stored on different Web servers</a:t>
            </a:r>
          </a:p>
          <a:p>
            <a:pPr marL="345281" indent="-247650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object can be HTML file, JPEG image, Java applet, audio file,…</a:t>
            </a:r>
          </a:p>
          <a:p>
            <a:pPr marL="345281" indent="-247650" defTabSz="685800">
              <a:spcBef>
                <a:spcPts val="750"/>
              </a:spcBef>
              <a:defRPr/>
            </a:pPr>
            <a:r>
              <a:rPr lang="en-US" altLang="en-US" sz="24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web page consists of </a:t>
            </a:r>
            <a:r>
              <a:rPr lang="en-US" altLang="en-US" sz="2400" i="1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base HTML-file</a:t>
            </a:r>
            <a:r>
              <a:rPr lang="en-US" altLang="en-US" sz="24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 which includes </a:t>
            </a:r>
            <a:r>
              <a:rPr lang="en-US" altLang="en-US" sz="2400" i="1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several referenced objects, each </a:t>
            </a:r>
            <a:r>
              <a:rPr lang="en-US" altLang="en-US" sz="24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addressable by a </a:t>
            </a:r>
            <a:r>
              <a:rPr lang="en-US" altLang="en-US" sz="2400" i="1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URL, </a:t>
            </a:r>
            <a:r>
              <a:rPr lang="en-US" altLang="en-US" sz="24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e.g.,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endParaRPr lang="en-US" altLang="en-US" sz="2100" dirty="0">
              <a:solidFill>
                <a:prstClr val="black"/>
              </a:solidFill>
              <a:latin typeface="Calibri"/>
              <a:ea typeface="ＭＳ Ｐゴシック" panose="020B0600070205080204" pitchFamily="34" charset="-128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85400D7-3267-C686-3E39-8572A02FF0F6}"/>
              </a:ext>
            </a:extLst>
          </p:cNvPr>
          <p:cNvGrpSpPr>
            <a:grpSpLocks/>
          </p:cNvGrpSpPr>
          <p:nvPr/>
        </p:nvGrpSpPr>
        <p:grpSpPr bwMode="auto">
          <a:xfrm>
            <a:off x="1847525" y="5070900"/>
            <a:ext cx="5126831" cy="884634"/>
            <a:chOff x="788" y="2955"/>
            <a:chExt cx="4306" cy="743"/>
          </a:xfrm>
        </p:grpSpPr>
        <p:sp>
          <p:nvSpPr>
            <p:cNvPr id="11" name="Text Box 5">
              <a:extLst>
                <a:ext uri="{FF2B5EF4-FFF2-40B4-BE49-F238E27FC236}">
                  <a16:creationId xmlns:a16="http://schemas.microsoft.com/office/drawing/2014/main" id="{14B1EF20-256A-D447-A307-74086C1E8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" y="2955"/>
              <a:ext cx="420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800" dirty="0">
                  <a:solidFill>
                    <a:prstClr val="black"/>
                  </a:solidFill>
                  <a:latin typeface="Courier New" panose="02070309020205020404" pitchFamily="49" charset="0"/>
                </a:rPr>
                <a:t>www.someschool.edu/someDept/pic.gif</a:t>
              </a:r>
            </a:p>
          </p:txBody>
        </p:sp>
        <p:sp>
          <p:nvSpPr>
            <p:cNvPr id="12" name="AutoShape 6">
              <a:extLst>
                <a:ext uri="{FF2B5EF4-FFF2-40B4-BE49-F238E27FC236}">
                  <a16:creationId xmlns:a16="http://schemas.microsoft.com/office/drawing/2014/main" id="{5591C998-50FD-145F-676C-8BD1E403D85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821" y="2281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13" name="AutoShape 7">
              <a:extLst>
                <a:ext uri="{FF2B5EF4-FFF2-40B4-BE49-F238E27FC236}">
                  <a16:creationId xmlns:a16="http://schemas.microsoft.com/office/drawing/2014/main" id="{AC5485D1-A3E3-D543-7EDC-7990F4A19A6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024" y="2277"/>
              <a:ext cx="57" cy="2083"/>
            </a:xfrm>
            <a:prstGeom prst="leftBrace">
              <a:avLst>
                <a:gd name="adj1" fmla="val 30453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1800" dirty="0">
                <a:solidFill>
                  <a:prstClr val="black"/>
                </a:solidFill>
                <a:latin typeface="Comic Sans MS" panose="030F0902030302020204" pitchFamily="66" charset="0"/>
              </a:endParaRPr>
            </a:p>
          </p:txBody>
        </p:sp>
        <p:sp>
          <p:nvSpPr>
            <p:cNvPr id="14" name="Text Box 8">
              <a:extLst>
                <a:ext uri="{FF2B5EF4-FFF2-40B4-BE49-F238E27FC236}">
                  <a16:creationId xmlns:a16="http://schemas.microsoft.com/office/drawing/2014/main" id="{ED54BBC5-710F-44D0-BF1A-636B4AC7C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3388"/>
              <a:ext cx="106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800" dirty="0">
                  <a:solidFill>
                    <a:prstClr val="black"/>
                  </a:solidFill>
                </a:rPr>
                <a:t>host name</a:t>
              </a:r>
            </a:p>
          </p:txBody>
        </p:sp>
        <p:sp>
          <p:nvSpPr>
            <p:cNvPr id="15" name="Text Box 9">
              <a:extLst>
                <a:ext uri="{FF2B5EF4-FFF2-40B4-BE49-F238E27FC236}">
                  <a16:creationId xmlns:a16="http://schemas.microsoft.com/office/drawing/2014/main" id="{B28C78DC-8DCF-2CCB-1215-CC96B0E1B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85" y="3338"/>
              <a:ext cx="107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spcBef>
                  <a:spcPct val="0"/>
                </a:spcBef>
                <a:defRPr/>
              </a:pPr>
              <a:r>
                <a:rPr lang="en-US" altLang="en-US" sz="1800" dirty="0">
                  <a:solidFill>
                    <a:prstClr val="black"/>
                  </a:solidFill>
                </a:rPr>
                <a:t>path</a:t>
              </a:r>
              <a:r>
                <a:rPr lang="en-US" altLang="en-US" sz="1800" dirty="0">
                  <a:solidFill>
                    <a:prstClr val="black"/>
                  </a:solidFill>
                  <a:latin typeface="Comic Sans MS" panose="030F0902030302020204" pitchFamily="66" charset="0"/>
                </a:rPr>
                <a:t> </a:t>
              </a:r>
              <a:r>
                <a:rPr lang="en-US" altLang="en-US" sz="1800" dirty="0">
                  <a:solidFill>
                    <a:prstClr val="black"/>
                  </a:solidFill>
                </a:rPr>
                <a:t>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1055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– a quick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22403"/>
            <a:ext cx="7886700" cy="695958"/>
          </a:xfrm>
        </p:spPr>
        <p:txBody>
          <a:bodyPr/>
          <a:lstStyle/>
          <a:p>
            <a:r>
              <a:rPr lang="en-US" dirty="0"/>
              <a:t>The Paradigm that HTTP uses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BBC8682-D313-33FA-5EFD-011146C9D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7" y="2242204"/>
            <a:ext cx="4491129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57175" indent="-257175" defTabSz="685800">
              <a:lnSpc>
                <a:spcPct val="75000"/>
              </a:lnSpc>
              <a:buNone/>
              <a:defRPr/>
            </a:pPr>
            <a:r>
              <a:rPr lang="en-US" altLang="en-US" sz="2400" kern="0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HTTP: hypertext transfer protocol</a:t>
            </a:r>
          </a:p>
          <a:p>
            <a:pPr marL="257175" indent="-257175" defTabSz="685800">
              <a:lnSpc>
                <a:spcPct val="75000"/>
              </a:lnSpc>
              <a:defRPr/>
            </a:pPr>
            <a:r>
              <a:rPr lang="en-US" altLang="en-US" sz="2400" kern="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Web’</a:t>
            </a:r>
            <a:r>
              <a:rPr lang="en-US" altLang="ja-JP" sz="2400" kern="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 application-layer protocol</a:t>
            </a:r>
          </a:p>
          <a:p>
            <a:pPr marL="257175" indent="-257175" defTabSz="685800">
              <a:lnSpc>
                <a:spcPct val="75000"/>
              </a:lnSpc>
              <a:defRPr/>
            </a:pPr>
            <a:r>
              <a:rPr lang="en-US" altLang="en-US" sz="2400" kern="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client/server model:</a:t>
            </a:r>
          </a:p>
          <a:p>
            <a:pPr marL="514350" lvl="1" indent="-171450" defTabSz="685800">
              <a:lnSpc>
                <a:spcPct val="90000"/>
              </a:lnSpc>
              <a:defRPr/>
            </a:pPr>
            <a:r>
              <a:rPr lang="en-US" altLang="en-US" sz="2100" i="1" kern="0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</a:t>
            </a:r>
            <a:r>
              <a:rPr lang="en-US" altLang="en-US" sz="2100" i="1" kern="0" dirty="0">
                <a:solidFill>
                  <a:srgbClr val="FF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:</a:t>
            </a:r>
            <a:r>
              <a:rPr lang="en-US" altLang="en-US" sz="2100" kern="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browser that requests, receives, (using HTTP protocol) and </a:t>
            </a:r>
            <a:r>
              <a:rPr lang="ja-JP" altLang="en-US" sz="2100" kern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“</a:t>
            </a:r>
            <a:r>
              <a:rPr lang="en-US" altLang="ja-JP" sz="2100" kern="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displays</a:t>
            </a:r>
            <a:r>
              <a:rPr lang="ja-JP" altLang="en-US" sz="2100" kern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”</a:t>
            </a:r>
            <a:r>
              <a:rPr lang="en-US" altLang="ja-JP" sz="2100" kern="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objects </a:t>
            </a:r>
          </a:p>
          <a:p>
            <a:pPr marL="514350" lvl="1" indent="-171450" defTabSz="685800">
              <a:lnSpc>
                <a:spcPct val="90000"/>
              </a:lnSpc>
              <a:defRPr/>
            </a:pPr>
            <a:r>
              <a:rPr lang="en-US" altLang="en-US" sz="2100" i="1" kern="0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server:</a:t>
            </a:r>
            <a:r>
              <a:rPr lang="en-US" altLang="en-US" sz="2100" kern="0" dirty="0">
                <a:solidFill>
                  <a:prstClr val="black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Web server sends (using HTTP protocol) objects in response to requests</a:t>
            </a:r>
          </a:p>
          <a:p>
            <a:pPr marL="257175" indent="-257175" defTabSz="685800">
              <a:lnSpc>
                <a:spcPct val="75000"/>
              </a:lnSpc>
              <a:buNone/>
              <a:defRPr/>
            </a:pPr>
            <a:endParaRPr lang="en-US" altLang="en-US" sz="2400" kern="0" dirty="0">
              <a:solidFill>
                <a:prstClr val="black"/>
              </a:solidFill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6" name="Group 35">
            <a:extLst>
              <a:ext uri="{FF2B5EF4-FFF2-40B4-BE49-F238E27FC236}">
                <a16:creationId xmlns:a16="http://schemas.microsoft.com/office/drawing/2014/main" id="{9FF3C8E7-A328-039D-7C7F-820C512FF353}"/>
              </a:ext>
            </a:extLst>
          </p:cNvPr>
          <p:cNvGrpSpPr>
            <a:grpSpLocks/>
          </p:cNvGrpSpPr>
          <p:nvPr/>
        </p:nvGrpSpPr>
        <p:grpSpPr bwMode="auto">
          <a:xfrm>
            <a:off x="6097465" y="2829261"/>
            <a:ext cx="1576388" cy="709613"/>
            <a:chOff x="3640" y="1346"/>
            <a:chExt cx="1324" cy="596"/>
          </a:xfrm>
        </p:grpSpPr>
        <p:sp>
          <p:nvSpPr>
            <p:cNvPr id="7" name="Line 19">
              <a:extLst>
                <a:ext uri="{FF2B5EF4-FFF2-40B4-BE49-F238E27FC236}">
                  <a16:creationId xmlns:a16="http://schemas.microsoft.com/office/drawing/2014/main" id="{A72FA4AF-36FD-E019-EDBC-1958DAA0C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9" name="Text Box 24">
              <a:extLst>
                <a:ext uri="{FF2B5EF4-FFF2-40B4-BE49-F238E27FC236}">
                  <a16:creationId xmlns:a16="http://schemas.microsoft.com/office/drawing/2014/main" id="{13C706E2-1E41-DE42-22FF-2B3FE3293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36" y="1435"/>
              <a:ext cx="9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CC0000"/>
                  </a:solidFill>
                </a:rPr>
                <a:t>HTTP request</a:t>
              </a:r>
              <a:endParaRPr lang="en-US" altLang="en-US" sz="1800" kern="0" dirty="0">
                <a:solidFill>
                  <a:srgbClr val="CC0000"/>
                </a:solidFill>
              </a:endParaRPr>
            </a:p>
          </p:txBody>
        </p:sp>
      </p:grpSp>
      <p:grpSp>
        <p:nvGrpSpPr>
          <p:cNvPr id="16" name="Group 36">
            <a:extLst>
              <a:ext uri="{FF2B5EF4-FFF2-40B4-BE49-F238E27FC236}">
                <a16:creationId xmlns:a16="http://schemas.microsoft.com/office/drawing/2014/main" id="{B018579C-4287-4645-997C-79615596B2EB}"/>
              </a:ext>
            </a:extLst>
          </p:cNvPr>
          <p:cNvGrpSpPr>
            <a:grpSpLocks/>
          </p:cNvGrpSpPr>
          <p:nvPr/>
        </p:nvGrpSpPr>
        <p:grpSpPr bwMode="auto">
          <a:xfrm>
            <a:off x="6180810" y="2985234"/>
            <a:ext cx="1478756" cy="678656"/>
            <a:chOff x="4141" y="394"/>
            <a:chExt cx="1242" cy="570"/>
          </a:xfrm>
        </p:grpSpPr>
        <p:sp>
          <p:nvSpPr>
            <p:cNvPr id="17" name="Line 20">
              <a:extLst>
                <a:ext uri="{FF2B5EF4-FFF2-40B4-BE49-F238E27FC236}">
                  <a16:creationId xmlns:a16="http://schemas.microsoft.com/office/drawing/2014/main" id="{5AE3DF1B-EFA9-D4EA-E163-E4BA060101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" name="Text Box 26">
              <a:extLst>
                <a:ext uri="{FF2B5EF4-FFF2-40B4-BE49-F238E27FC236}">
                  <a16:creationId xmlns:a16="http://schemas.microsoft.com/office/drawing/2014/main" id="{2BD4AE5E-BFD7-710C-081F-C706CE91CA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281" y="696"/>
              <a:ext cx="10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CC0000"/>
                  </a:solidFill>
                </a:rPr>
                <a:t>HTTP response</a:t>
              </a:r>
              <a:endParaRPr lang="en-US" altLang="en-US" sz="1800" kern="0" dirty="0">
                <a:solidFill>
                  <a:srgbClr val="CC0000"/>
                </a:solidFill>
              </a:endParaRPr>
            </a:p>
          </p:txBody>
        </p:sp>
      </p:grpSp>
      <p:grpSp>
        <p:nvGrpSpPr>
          <p:cNvPr id="19" name="Group 37">
            <a:extLst>
              <a:ext uri="{FF2B5EF4-FFF2-40B4-BE49-F238E27FC236}">
                <a16:creationId xmlns:a16="http://schemas.microsoft.com/office/drawing/2014/main" id="{CC0A293F-A119-09E3-761E-3F0997B69FDE}"/>
              </a:ext>
            </a:extLst>
          </p:cNvPr>
          <p:cNvGrpSpPr>
            <a:grpSpLocks/>
          </p:cNvGrpSpPr>
          <p:nvPr/>
        </p:nvGrpSpPr>
        <p:grpSpPr bwMode="auto">
          <a:xfrm rot="-3183056">
            <a:off x="6079606" y="3949639"/>
            <a:ext cx="1576388" cy="709613"/>
            <a:chOff x="3640" y="1346"/>
            <a:chExt cx="1324" cy="596"/>
          </a:xfrm>
        </p:grpSpPr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EBAEFF52-09AE-4A2F-6FCC-19339E452D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0" y="1346"/>
              <a:ext cx="1324" cy="596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1" name="Text Box 24">
              <a:extLst>
                <a:ext uri="{FF2B5EF4-FFF2-40B4-BE49-F238E27FC236}">
                  <a16:creationId xmlns:a16="http://schemas.microsoft.com/office/drawing/2014/main" id="{BB5587BD-4158-3D0F-A097-486940B92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22049">
              <a:off x="3836" y="1435"/>
              <a:ext cx="9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CC0000"/>
                  </a:solidFill>
                </a:rPr>
                <a:t>HTTP request</a:t>
              </a:r>
              <a:endParaRPr lang="en-US" altLang="en-US" sz="1800" kern="0" dirty="0">
                <a:solidFill>
                  <a:srgbClr val="CC0000"/>
                </a:solidFill>
              </a:endParaRPr>
            </a:p>
          </p:txBody>
        </p:sp>
      </p:grpSp>
      <p:grpSp>
        <p:nvGrpSpPr>
          <p:cNvPr id="22" name="Group 40">
            <a:extLst>
              <a:ext uri="{FF2B5EF4-FFF2-40B4-BE49-F238E27FC236}">
                <a16:creationId xmlns:a16="http://schemas.microsoft.com/office/drawing/2014/main" id="{3CD568E9-428D-22E5-9261-AE8CDDB9B2B8}"/>
              </a:ext>
            </a:extLst>
          </p:cNvPr>
          <p:cNvGrpSpPr>
            <a:grpSpLocks/>
          </p:cNvGrpSpPr>
          <p:nvPr/>
        </p:nvGrpSpPr>
        <p:grpSpPr bwMode="auto">
          <a:xfrm rot="-3264937">
            <a:off x="6114135" y="4129424"/>
            <a:ext cx="1478756" cy="678656"/>
            <a:chOff x="4141" y="394"/>
            <a:chExt cx="1242" cy="570"/>
          </a:xfrm>
        </p:grpSpPr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63011012-CE2C-774F-AD66-7CC69FB12D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1" y="394"/>
              <a:ext cx="1242" cy="57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4" name="Text Box 26">
              <a:extLst>
                <a:ext uri="{FF2B5EF4-FFF2-40B4-BE49-F238E27FC236}">
                  <a16:creationId xmlns:a16="http://schemas.microsoft.com/office/drawing/2014/main" id="{5236A9F8-F87B-8004-B66B-0F4B7B1FE7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411598">
              <a:off x="4281" y="696"/>
              <a:ext cx="10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200" kern="0" dirty="0">
                  <a:solidFill>
                    <a:srgbClr val="CC0000"/>
                  </a:solidFill>
                </a:rPr>
                <a:t>HTTP response</a:t>
              </a:r>
              <a:endParaRPr lang="en-US" altLang="en-US" sz="1800" kern="0" dirty="0">
                <a:solidFill>
                  <a:srgbClr val="CC0000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5B1BE2-9C6E-B8E2-7B73-CFBCA4455F43}"/>
              </a:ext>
            </a:extLst>
          </p:cNvPr>
          <p:cNvGrpSpPr/>
          <p:nvPr/>
        </p:nvGrpSpPr>
        <p:grpSpPr>
          <a:xfrm>
            <a:off x="5284857" y="4441368"/>
            <a:ext cx="1657999" cy="1206730"/>
            <a:chOff x="7046475" y="4540592"/>
            <a:chExt cx="2210665" cy="1608972"/>
          </a:xfrm>
        </p:grpSpPr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BD4B61E1-C4DE-1E56-135F-C4E6C4582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6475" y="5472456"/>
              <a:ext cx="2210665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iPhone running</a:t>
              </a:r>
            </a:p>
            <a:p>
              <a:pPr algn="ct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Safari browser</a:t>
              </a:r>
              <a:endParaRPr lang="en-US" altLang="en-US" sz="2400" kern="0" dirty="0">
                <a:solidFill>
                  <a:srgbClr val="000000"/>
                </a:solidFill>
                <a:latin typeface="Calibri"/>
              </a:endParaRPr>
            </a:p>
          </p:txBody>
        </p:sp>
        <p:pic>
          <p:nvPicPr>
            <p:cNvPr id="27" name="Picture 43" descr="iphone_stylized_small">
              <a:extLst>
                <a:ext uri="{FF2B5EF4-FFF2-40B4-BE49-F238E27FC236}">
                  <a16:creationId xmlns:a16="http://schemas.microsoft.com/office/drawing/2014/main" id="{1A1A95C4-970C-9784-4B2F-6FC430B0F8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4179" y="4540592"/>
              <a:ext cx="382588" cy="917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485FB7C-07DC-7258-78F1-3E5C4265287E}"/>
              </a:ext>
            </a:extLst>
          </p:cNvPr>
          <p:cNvGrpSpPr/>
          <p:nvPr/>
        </p:nvGrpSpPr>
        <p:grpSpPr>
          <a:xfrm>
            <a:off x="4938624" y="2328008"/>
            <a:ext cx="1702923" cy="1231054"/>
            <a:chOff x="6584832" y="1722780"/>
            <a:chExt cx="2270564" cy="1641405"/>
          </a:xfrm>
        </p:grpSpPr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id="{9104FC16-8487-4780-1702-B4ABA4C3E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4832" y="2687077"/>
              <a:ext cx="2270564" cy="677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PC running</a:t>
              </a:r>
            </a:p>
            <a:p>
              <a:pPr algn="ct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Firefox browser</a:t>
              </a:r>
              <a:endParaRPr lang="en-US" altLang="en-US" sz="2400" kern="0" dirty="0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30" name="Group 44">
              <a:extLst>
                <a:ext uri="{FF2B5EF4-FFF2-40B4-BE49-F238E27FC236}">
                  <a16:creationId xmlns:a16="http://schemas.microsoft.com/office/drawing/2014/main" id="{A040E619-0B8F-0404-7EEB-21BDE062BB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9192" y="1722780"/>
              <a:ext cx="1066800" cy="1079500"/>
              <a:chOff x="-44" y="1473"/>
              <a:chExt cx="981" cy="1105"/>
            </a:xfrm>
          </p:grpSpPr>
          <p:pic>
            <p:nvPicPr>
              <p:cNvPr id="31" name="Picture 45" descr="desktop_computer_stylized_medium">
                <a:extLst>
                  <a:ext uri="{FF2B5EF4-FFF2-40B4-BE49-F238E27FC236}">
                    <a16:creationId xmlns:a16="http://schemas.microsoft.com/office/drawing/2014/main" id="{4BDEB602-2852-066F-0B08-74A18D44AE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2" name="Freeform 46">
                <a:extLst>
                  <a:ext uri="{FF2B5EF4-FFF2-40B4-BE49-F238E27FC236}">
                    <a16:creationId xmlns:a16="http://schemas.microsoft.com/office/drawing/2014/main" id="{441B2D99-A178-3457-6053-622C578FD59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ACDFFBC-4F34-5D35-BC69-5D8F2D791600}"/>
              </a:ext>
            </a:extLst>
          </p:cNvPr>
          <p:cNvGrpSpPr/>
          <p:nvPr/>
        </p:nvGrpSpPr>
        <p:grpSpPr>
          <a:xfrm>
            <a:off x="7241858" y="3201927"/>
            <a:ext cx="1810910" cy="1671546"/>
            <a:chOff x="9655810" y="2888005"/>
            <a:chExt cx="2414547" cy="2228728"/>
          </a:xfrm>
        </p:grpSpPr>
        <p:sp>
          <p:nvSpPr>
            <p:cNvPr id="34" name="Text Box 9">
              <a:extLst>
                <a:ext uri="{FF2B5EF4-FFF2-40B4-BE49-F238E27FC236}">
                  <a16:creationId xmlns:a16="http://schemas.microsoft.com/office/drawing/2014/main" id="{7F151DB3-3312-1161-C134-D3FDB204E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5810" y="4162625"/>
              <a:ext cx="2414547" cy="954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server running</a:t>
              </a:r>
            </a:p>
            <a:p>
              <a:pPr algn="ct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Apache Web</a:t>
              </a:r>
            </a:p>
            <a:p>
              <a:pPr algn="ctr" defTabSz="6858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500" kern="0" dirty="0">
                  <a:solidFill>
                    <a:srgbClr val="000000"/>
                  </a:solidFill>
                  <a:latin typeface="Calibri"/>
                </a:rPr>
                <a:t>server</a:t>
              </a:r>
              <a:endParaRPr lang="en-US" altLang="en-US" sz="2400" kern="0" dirty="0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35" name="Group 47">
              <a:extLst>
                <a:ext uri="{FF2B5EF4-FFF2-40B4-BE49-F238E27FC236}">
                  <a16:creationId xmlns:a16="http://schemas.microsoft.com/office/drawing/2014/main" id="{7BE2405A-5550-B564-2086-1633C0527A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0217" y="2888005"/>
              <a:ext cx="695325" cy="1282700"/>
              <a:chOff x="4140" y="429"/>
              <a:chExt cx="1425" cy="2396"/>
            </a:xfrm>
          </p:grpSpPr>
          <p:sp>
            <p:nvSpPr>
              <p:cNvPr id="36" name="Freeform 48">
                <a:extLst>
                  <a:ext uri="{FF2B5EF4-FFF2-40B4-BE49-F238E27FC236}">
                    <a16:creationId xmlns:a16="http://schemas.microsoft.com/office/drawing/2014/main" id="{B37ED696-9186-28D9-A35E-9786F14D13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7" name="Rectangle 49">
                <a:extLst>
                  <a:ext uri="{FF2B5EF4-FFF2-40B4-BE49-F238E27FC236}">
                    <a16:creationId xmlns:a16="http://schemas.microsoft.com/office/drawing/2014/main" id="{75F2E034-1A73-3778-16C6-602081A2BC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429"/>
                <a:ext cx="1048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38" name="Freeform 50">
                <a:extLst>
                  <a:ext uri="{FF2B5EF4-FFF2-40B4-BE49-F238E27FC236}">
                    <a16:creationId xmlns:a16="http://schemas.microsoft.com/office/drawing/2014/main" id="{5B07DE12-54B4-27A1-8AA6-60B5D90C0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39" name="Freeform 51">
                <a:extLst>
                  <a:ext uri="{FF2B5EF4-FFF2-40B4-BE49-F238E27FC236}">
                    <a16:creationId xmlns:a16="http://schemas.microsoft.com/office/drawing/2014/main" id="{9B94A515-AD3D-4302-3D29-19A1AE8866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40" name="Rectangle 52">
                <a:extLst>
                  <a:ext uri="{FF2B5EF4-FFF2-40B4-BE49-F238E27FC236}">
                    <a16:creationId xmlns:a16="http://schemas.microsoft.com/office/drawing/2014/main" id="{32FCE331-B744-C65C-9E4E-CEECC7CFE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3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41" name="Group 53">
                <a:extLst>
                  <a:ext uri="{FF2B5EF4-FFF2-40B4-BE49-F238E27FC236}">
                    <a16:creationId xmlns:a16="http://schemas.microsoft.com/office/drawing/2014/main" id="{3444E28C-B412-C959-0E65-7ABE542D30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66" name="AutoShape 54">
                  <a:extLst>
                    <a:ext uri="{FF2B5EF4-FFF2-40B4-BE49-F238E27FC236}">
                      <a16:creationId xmlns:a16="http://schemas.microsoft.com/office/drawing/2014/main" id="{EF4AC546-2458-D46B-0CC4-3DF29EF91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9"/>
                  <a:ext cx="727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7" name="AutoShape 55">
                  <a:extLst>
                    <a:ext uri="{FF2B5EF4-FFF2-40B4-BE49-F238E27FC236}">
                      <a16:creationId xmlns:a16="http://schemas.microsoft.com/office/drawing/2014/main" id="{23817AC4-1E2A-D049-B154-18EE467CF0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94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42" name="Rectangle 56">
                <a:extLst>
                  <a:ext uri="{FF2B5EF4-FFF2-40B4-BE49-F238E27FC236}">
                    <a16:creationId xmlns:a16="http://schemas.microsoft.com/office/drawing/2014/main" id="{5AE81753-D056-312A-E5FA-1EA8B6491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9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43" name="Group 57">
                <a:extLst>
                  <a:ext uri="{FF2B5EF4-FFF2-40B4-BE49-F238E27FC236}">
                    <a16:creationId xmlns:a16="http://schemas.microsoft.com/office/drawing/2014/main" id="{BC8BA0C0-2E19-C900-AAB2-46CE4EC1FA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64" name="AutoShape 58">
                  <a:extLst>
                    <a:ext uri="{FF2B5EF4-FFF2-40B4-BE49-F238E27FC236}">
                      <a16:creationId xmlns:a16="http://schemas.microsoft.com/office/drawing/2014/main" id="{B5298CEC-AFFD-6A72-B291-17BCF20060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9"/>
                  <a:ext cx="723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5" name="AutoShape 59">
                  <a:extLst>
                    <a:ext uri="{FF2B5EF4-FFF2-40B4-BE49-F238E27FC236}">
                      <a16:creationId xmlns:a16="http://schemas.microsoft.com/office/drawing/2014/main" id="{609ED321-7247-005A-495B-0778B405A6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2" y="2588"/>
                  <a:ext cx="690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44" name="Rectangle 60">
                <a:extLst>
                  <a:ext uri="{FF2B5EF4-FFF2-40B4-BE49-F238E27FC236}">
                    <a16:creationId xmlns:a16="http://schemas.microsoft.com/office/drawing/2014/main" id="{2D5F9B7E-EF2F-0043-CF0A-6B06A3067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1357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45" name="Rectangle 61">
                <a:extLst>
                  <a:ext uri="{FF2B5EF4-FFF2-40B4-BE49-F238E27FC236}">
                    <a16:creationId xmlns:a16="http://schemas.microsoft.com/office/drawing/2014/main" id="{3F4F3C89-B90C-8C5A-AE6F-7D92FA9D4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5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46" name="Group 62">
                <a:extLst>
                  <a:ext uri="{FF2B5EF4-FFF2-40B4-BE49-F238E27FC236}">
                    <a16:creationId xmlns:a16="http://schemas.microsoft.com/office/drawing/2014/main" id="{9055EB30-6BA1-BA79-AFB7-03C5B83868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62" name="AutoShape 63">
                  <a:extLst>
                    <a:ext uri="{FF2B5EF4-FFF2-40B4-BE49-F238E27FC236}">
                      <a16:creationId xmlns:a16="http://schemas.microsoft.com/office/drawing/2014/main" id="{39C3D3D8-3261-4D5D-7F4A-552425CB3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3" name="AutoShape 64">
                  <a:extLst>
                    <a:ext uri="{FF2B5EF4-FFF2-40B4-BE49-F238E27FC236}">
                      <a16:creationId xmlns:a16="http://schemas.microsoft.com/office/drawing/2014/main" id="{92CB0CE8-7F23-CE12-A80A-CB376CB76A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1" y="2584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03115300-2C70-1255-B1A5-B1722DCFE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48" name="Group 66">
                <a:extLst>
                  <a:ext uri="{FF2B5EF4-FFF2-40B4-BE49-F238E27FC236}">
                    <a16:creationId xmlns:a16="http://schemas.microsoft.com/office/drawing/2014/main" id="{BB5DBC22-27BB-C246-5132-4B7FE2A3B1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60" name="AutoShape 67">
                  <a:extLst>
                    <a:ext uri="{FF2B5EF4-FFF2-40B4-BE49-F238E27FC236}">
                      <a16:creationId xmlns:a16="http://schemas.microsoft.com/office/drawing/2014/main" id="{A0EFA421-1B76-CF89-D526-229AD330A0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61" name="AutoShape 68">
                  <a:extLst>
                    <a:ext uri="{FF2B5EF4-FFF2-40B4-BE49-F238E27FC236}">
                      <a16:creationId xmlns:a16="http://schemas.microsoft.com/office/drawing/2014/main" id="{C1669FA5-FF18-6B57-7AD7-5365697E47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93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defTabSz="6858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defRPr/>
                  </a:pPr>
                  <a:endParaRPr lang="en-US" altLang="en-US" sz="1500" kern="0" dirty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49" name="Rectangle 69">
                <a:extLst>
                  <a:ext uri="{FF2B5EF4-FFF2-40B4-BE49-F238E27FC236}">
                    <a16:creationId xmlns:a16="http://schemas.microsoft.com/office/drawing/2014/main" id="{48908824-9277-DE45-67F5-991EE6BFB1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9" y="432"/>
                <a:ext cx="68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0" name="Freeform 70">
                <a:extLst>
                  <a:ext uri="{FF2B5EF4-FFF2-40B4-BE49-F238E27FC236}">
                    <a16:creationId xmlns:a16="http://schemas.microsoft.com/office/drawing/2014/main" id="{50DE76A4-13D4-F66A-49CA-28953265B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1" name="Freeform 71">
                <a:extLst>
                  <a:ext uri="{FF2B5EF4-FFF2-40B4-BE49-F238E27FC236}">
                    <a16:creationId xmlns:a16="http://schemas.microsoft.com/office/drawing/2014/main" id="{D5E70C61-62D1-9C93-D8BA-B5F70A94D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2" name="Oval 72">
                <a:extLst>
                  <a:ext uri="{FF2B5EF4-FFF2-40B4-BE49-F238E27FC236}">
                    <a16:creationId xmlns:a16="http://schemas.microsoft.com/office/drawing/2014/main" id="{402E5A9F-B3BA-892C-6237-2268B61C2B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6" y="2611"/>
                <a:ext cx="49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3" name="Freeform 73">
                <a:extLst>
                  <a:ext uri="{FF2B5EF4-FFF2-40B4-BE49-F238E27FC236}">
                    <a16:creationId xmlns:a16="http://schemas.microsoft.com/office/drawing/2014/main" id="{3374A86F-8AC8-A605-F3FA-4C943E100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sz="1500" kern="0" dirty="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54" name="AutoShape 74">
                <a:extLst>
                  <a:ext uri="{FF2B5EF4-FFF2-40B4-BE49-F238E27FC236}">
                    <a16:creationId xmlns:a16="http://schemas.microsoft.com/office/drawing/2014/main" id="{EB3A4DC9-5EA2-C9C1-70AF-2FC1BFE4BA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201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5" name="AutoShape 75">
                <a:extLst>
                  <a:ext uri="{FF2B5EF4-FFF2-40B4-BE49-F238E27FC236}">
                    <a16:creationId xmlns:a16="http://schemas.microsoft.com/office/drawing/2014/main" id="{ED1E4F00-8FC8-1FC4-6FAA-FBCF98948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" y="2712"/>
                <a:ext cx="1070" cy="8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Oval 76">
                <a:extLst>
                  <a:ext uri="{FF2B5EF4-FFF2-40B4-BE49-F238E27FC236}">
                    <a16:creationId xmlns:a16="http://schemas.microsoft.com/office/drawing/2014/main" id="{470ADBA4-D282-9F40-EC06-D508CADF6C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3"/>
                <a:ext cx="156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7" name="Oval 77">
                <a:extLst>
                  <a:ext uri="{FF2B5EF4-FFF2-40B4-BE49-F238E27FC236}">
                    <a16:creationId xmlns:a16="http://schemas.microsoft.com/office/drawing/2014/main" id="{8A94988A-DD35-705C-8C4A-4FA943FBF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5" y="2383"/>
                <a:ext cx="163" cy="14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altLang="en-US" sz="1350" kern="0" dirty="0">
                  <a:solidFill>
                    <a:srgbClr val="FF0000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58" name="Oval 78">
                <a:extLst>
                  <a:ext uri="{FF2B5EF4-FFF2-40B4-BE49-F238E27FC236}">
                    <a16:creationId xmlns:a16="http://schemas.microsoft.com/office/drawing/2014/main" id="{87415F01-F1AB-F2A6-4432-CA525F3668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0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9" name="Rectangle 79">
                <a:extLst>
                  <a:ext uri="{FF2B5EF4-FFF2-40B4-BE49-F238E27FC236}">
                    <a16:creationId xmlns:a16="http://schemas.microsoft.com/office/drawing/2014/main" id="{7670D1B0-5AF3-DC17-6F07-C6352F85BA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5"/>
                <a:ext cx="88" cy="762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7780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– a quick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The Service that HTTP provides is reliable but stateless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6ACE3B3-8037-860E-E673-25FE98116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711" y="2198507"/>
            <a:ext cx="4163615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57175" indent="-257175" defTabSz="685800">
              <a:lnSpc>
                <a:spcPct val="90000"/>
              </a:lnSpc>
              <a:buNone/>
              <a:defRPr/>
            </a:pPr>
            <a:r>
              <a:rPr lang="en-US" sz="2400" i="1" kern="0" dirty="0">
                <a:solidFill>
                  <a:srgbClr val="CC0000"/>
                </a:solidFill>
                <a:latin typeface="Calibri"/>
              </a:rPr>
              <a:t>HTTP uses TCP:</a:t>
            </a:r>
          </a:p>
          <a:p>
            <a:pPr marL="175022" indent="-175022" defTabSz="685800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sz="2100" kern="0" dirty="0">
                <a:solidFill>
                  <a:prstClr val="black"/>
                </a:solidFill>
                <a:latin typeface="Calibri"/>
              </a:rPr>
              <a:t>client initiates TCP connection (creates socket) to server,  port 80</a:t>
            </a:r>
          </a:p>
          <a:p>
            <a:pPr marL="175022" indent="-175022" defTabSz="685800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sz="2100" kern="0" dirty="0">
                <a:solidFill>
                  <a:prstClr val="black"/>
                </a:solidFill>
                <a:latin typeface="Calibri"/>
              </a:rPr>
              <a:t>server accepts TCP connection from client</a:t>
            </a:r>
          </a:p>
          <a:p>
            <a:pPr marL="175022" indent="-175022" defTabSz="685800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sz="2100" kern="0" dirty="0">
                <a:solidFill>
                  <a:prstClr val="black"/>
                </a:solidFill>
                <a:latin typeface="Calibri"/>
              </a:rPr>
              <a:t>HTTP messages (application-layer protocol messages) exchanged between browser (HTTP client) and Web server (HTTP server)</a:t>
            </a:r>
          </a:p>
          <a:p>
            <a:pPr marL="175022" indent="-175022" defTabSz="685800">
              <a:lnSpc>
                <a:spcPct val="90000"/>
              </a:lnSpc>
              <a:buFont typeface="Wingdings" charset="2"/>
              <a:buChar char="§"/>
              <a:defRPr/>
            </a:pPr>
            <a:r>
              <a:rPr lang="en-US" sz="2100" kern="0" dirty="0">
                <a:solidFill>
                  <a:prstClr val="black"/>
                </a:solidFill>
                <a:latin typeface="Calibri"/>
              </a:rPr>
              <a:t>TCP connection closed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167A1FA-6D1F-AA4D-747D-21E62591E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2351" y="2223608"/>
            <a:ext cx="3789760" cy="1278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57175" indent="-257175" defTabSz="685800">
              <a:lnSpc>
                <a:spcPct val="75000"/>
              </a:lnSpc>
              <a:buNone/>
              <a:defRPr/>
            </a:pPr>
            <a:r>
              <a:rPr lang="en-US" altLang="en-US" sz="2400" i="1" kern="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HTTP is “</a:t>
            </a:r>
            <a:r>
              <a:rPr lang="en-US" altLang="ja-JP" sz="2400" i="1" kern="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stateless”</a:t>
            </a:r>
          </a:p>
          <a:p>
            <a:pPr marL="257175" indent="-257175" defTabSz="685800">
              <a:lnSpc>
                <a:spcPct val="90000"/>
              </a:lnSpc>
              <a:defRPr/>
            </a:pPr>
            <a:r>
              <a:rPr lang="en-US" altLang="en-US" sz="2100" kern="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server maintains</a:t>
            </a:r>
            <a:r>
              <a:rPr lang="en-US" altLang="en-US" sz="2100" i="1" kern="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 no </a:t>
            </a:r>
            <a:r>
              <a:rPr lang="en-US" altLang="en-US" sz="2100" kern="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information about past client requests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D6AECC2-ABDB-574E-2348-81F52AE15B3D}"/>
              </a:ext>
            </a:extLst>
          </p:cNvPr>
          <p:cNvGrpSpPr/>
          <p:nvPr/>
        </p:nvGrpSpPr>
        <p:grpSpPr>
          <a:xfrm>
            <a:off x="5182352" y="3444160"/>
            <a:ext cx="3789760" cy="2436077"/>
            <a:chOff x="6909802" y="3209500"/>
            <a:chExt cx="5053013" cy="3248103"/>
          </a:xfrm>
        </p:grpSpPr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A11E515C-A57C-3C37-57C0-D15DCCFD7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6403" y="3383184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210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573119CE-93BF-D5E5-409E-414847032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802" y="3449212"/>
              <a:ext cx="5053013" cy="284797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210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C91C6EA5-833F-20C4-FBD5-FA1B2DAE4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5878" y="3287287"/>
              <a:ext cx="828675" cy="2952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210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50CA88BF-392C-8A52-BB07-5BC2D1204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8987" y="3609628"/>
              <a:ext cx="4565333" cy="284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257175" indent="-257175" defTabSz="6858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r>
                <a:rPr lang="en-US" altLang="en-US" sz="2100" dirty="0">
                  <a:solidFill>
                    <a:srgbClr val="000099"/>
                  </a:solidFill>
                  <a:latin typeface="Calibri"/>
                </a:rPr>
                <a:t>protocols that maintain “</a:t>
              </a:r>
              <a:r>
                <a:rPr lang="en-US" altLang="ja-JP" sz="2100" dirty="0">
                  <a:solidFill>
                    <a:srgbClr val="000099"/>
                  </a:solidFill>
                  <a:latin typeface="Calibri"/>
                </a:rPr>
                <a:t>state” are complex!</a:t>
              </a:r>
            </a:p>
            <a:p>
              <a:pPr marL="172641" indent="-172641" defTabSz="685800" eaLnBrk="0" fontAlgn="base" hangingPunct="0">
                <a:lnSpc>
                  <a:spcPct val="90000"/>
                </a:lnSpc>
                <a:spcBef>
                  <a:spcPts val="3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1800" dirty="0">
                  <a:solidFill>
                    <a:srgbClr val="000000"/>
                  </a:solidFill>
                  <a:latin typeface="Calibri"/>
                </a:rPr>
                <a:t>past history (state) must be maintained</a:t>
              </a:r>
            </a:p>
            <a:p>
              <a:pPr marL="172641" indent="-172641" defTabSz="685800" eaLnBrk="0" fontAlgn="base" hangingPunct="0">
                <a:lnSpc>
                  <a:spcPct val="90000"/>
                </a:lnSpc>
                <a:spcBef>
                  <a:spcPts val="300"/>
                </a:spcBef>
                <a:spcAft>
                  <a:spcPct val="0"/>
                </a:spcAft>
                <a:buClr>
                  <a:srgbClr val="000099"/>
                </a:buClr>
                <a:buSzPct val="100000"/>
                <a:buFont typeface="Wingdings" pitchFamily="2" charset="2"/>
                <a:buChar char="§"/>
                <a:defRPr/>
              </a:pPr>
              <a:r>
                <a:rPr lang="en-US" altLang="en-US" sz="1800" dirty="0">
                  <a:solidFill>
                    <a:srgbClr val="000000"/>
                  </a:solidFill>
                  <a:latin typeface="Calibri"/>
                </a:rPr>
                <a:t>if server/client crashes, their views of “</a:t>
              </a:r>
              <a:r>
                <a:rPr lang="en-US" altLang="ja-JP" sz="1800" dirty="0">
                  <a:solidFill>
                    <a:srgbClr val="000000"/>
                  </a:solidFill>
                  <a:latin typeface="Calibri"/>
                </a:rPr>
                <a:t>state” may be inconsistent, must be reconciled</a:t>
              </a:r>
            </a:p>
            <a:p>
              <a:pPr marL="257175" indent="-257175"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Char char="r"/>
                <a:defRPr/>
              </a:pPr>
              <a:endParaRPr lang="en-US" altLang="en-US" sz="1800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68" name="Text Box 8">
              <a:extLst>
                <a:ext uri="{FF2B5EF4-FFF2-40B4-BE49-F238E27FC236}">
                  <a16:creationId xmlns:a16="http://schemas.microsoft.com/office/drawing/2014/main" id="{6540EBBA-BF97-18EA-F9A6-C7A3C0F9C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6022" y="3209500"/>
              <a:ext cx="1007115" cy="553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100" i="1" dirty="0">
                  <a:solidFill>
                    <a:srgbClr val="CC0000"/>
                  </a:solidFill>
                  <a:latin typeface="Calibri"/>
                </a:rPr>
                <a:t>aside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47883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1179751"/>
            <a:ext cx="7886700" cy="670967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HTTP: example</a:t>
            </a:r>
            <a:endParaRPr lang="en-US" dirty="0"/>
          </a:p>
        </p:txBody>
      </p:sp>
      <p:sp>
        <p:nvSpPr>
          <p:cNvPr id="6" name="Line 11">
            <a:extLst>
              <a:ext uri="{FF2B5EF4-FFF2-40B4-BE49-F238E27FC236}">
                <a16:creationId xmlns:a16="http://schemas.microsoft.com/office/drawing/2014/main" id="{67AC580C-18A4-D247-92B5-6D862101F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018" y="3008375"/>
            <a:ext cx="7994" cy="2610353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301A620-3B2F-B341-BCAC-A3E4F12C8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69" y="5088419"/>
            <a:ext cx="492919" cy="22145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607012" y="1870827"/>
            <a:ext cx="5956697" cy="35004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User enters URL: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E22C996-6035-504C-97CC-082C3EAD4AF4}"/>
              </a:ext>
            </a:extLst>
          </p:cNvPr>
          <p:cNvSpPr txBox="1">
            <a:spLocks noChangeArrowheads="1"/>
          </p:cNvSpPr>
          <p:nvPr/>
        </p:nvSpPr>
        <p:spPr>
          <a:xfrm>
            <a:off x="708288" y="2692688"/>
            <a:ext cx="3637682" cy="142875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18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1a</a:t>
            </a:r>
            <a:r>
              <a:rPr lang="en-US" altLang="en-US" sz="1800" dirty="0">
                <a:solidFill>
                  <a:srgbClr val="FF0000"/>
                </a:solidFill>
                <a:latin typeface="Calibri"/>
                <a:ea typeface="ＭＳ Ｐゴシック" panose="020B0600070205080204" pitchFamily="34" charset="-128"/>
              </a:rPr>
              <a:t>.</a:t>
            </a: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 HTTP client initiates TCP connection to HTTP server (process) at </a:t>
            </a:r>
            <a:r>
              <a:rPr lang="en-US" altLang="en-US" sz="15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www.someSchool.edu </a:t>
            </a: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on port 80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4518B9B7-A17A-DD48-BBA8-A1AC04589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9738" y="3915626"/>
            <a:ext cx="3162401" cy="807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800" dirty="0">
                <a:solidFill>
                  <a:srgbClr val="CC0000"/>
                </a:solidFill>
                <a:latin typeface="Calibri"/>
              </a:rPr>
              <a:t>2</a:t>
            </a:r>
            <a:r>
              <a:rPr lang="en-US" altLang="en-US" sz="1800" dirty="0">
                <a:solidFill>
                  <a:srgbClr val="FF0000"/>
                </a:solidFill>
                <a:latin typeface="Calibri"/>
              </a:rPr>
              <a:t>.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 HTTP client sends HTTP </a:t>
            </a:r>
            <a:r>
              <a:rPr lang="en-US" altLang="en-US" sz="1800" i="1" dirty="0">
                <a:solidFill>
                  <a:srgbClr val="000099"/>
                </a:solidFill>
                <a:latin typeface="Calibri"/>
              </a:rPr>
              <a:t>request message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 (containing URL) into TCP connection socket. Message indicates that client wants object </a:t>
            </a: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someDepartment/home.index</a:t>
            </a:r>
            <a:endParaRPr lang="en-US" alt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AC1983CF-C4CB-FF47-A69D-3E65B8C96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764" y="2907118"/>
            <a:ext cx="4042146" cy="112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800" dirty="0">
                <a:solidFill>
                  <a:srgbClr val="CC0000"/>
                </a:solidFill>
                <a:latin typeface="Calibri"/>
              </a:rPr>
              <a:t>1b</a:t>
            </a:r>
            <a:r>
              <a:rPr lang="en-US" altLang="en-US" sz="1800" dirty="0">
                <a:solidFill>
                  <a:srgbClr val="FF0000"/>
                </a:solidFill>
                <a:latin typeface="Calibri"/>
              </a:rPr>
              <a:t>.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 HTTP server at host </a:t>
            </a: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www.someSchool.edu 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waiting for TCP connection at port 80  “</a:t>
            </a:r>
            <a:r>
              <a:rPr lang="en-US" altLang="ja-JP" sz="1800" dirty="0">
                <a:solidFill>
                  <a:prstClr val="black"/>
                </a:solidFill>
                <a:latin typeface="Calibri"/>
              </a:rPr>
              <a:t>accepts” connection, notifying client</a:t>
            </a:r>
            <a:endParaRPr lang="en-US" alt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0B2B9504-D191-9144-8C84-929183C16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982" y="4412180"/>
            <a:ext cx="4046153" cy="1350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800" dirty="0">
                <a:solidFill>
                  <a:srgbClr val="CC0000"/>
                </a:solidFill>
                <a:latin typeface="Calibri"/>
              </a:rPr>
              <a:t>3</a:t>
            </a:r>
            <a:r>
              <a:rPr lang="en-US" altLang="en-US" sz="1500" dirty="0">
                <a:solidFill>
                  <a:srgbClr val="FF0000"/>
                </a:solidFill>
                <a:latin typeface="Calibri"/>
              </a:rPr>
              <a:t>.</a:t>
            </a: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HTTP server receives request message, forms </a:t>
            </a:r>
            <a:r>
              <a:rPr lang="en-US" altLang="en-US" sz="1800" i="1" dirty="0">
                <a:solidFill>
                  <a:srgbClr val="000099"/>
                </a:solidFill>
                <a:latin typeface="Calibri"/>
              </a:rPr>
              <a:t>response message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 containing requested object, and sends message into its socket</a:t>
            </a:r>
            <a:endParaRPr lang="en-US" altLang="en-US" sz="15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B4DAFA34-3C73-6F47-8061-690804DAF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6898" y="4578613"/>
            <a:ext cx="1350135" cy="451466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Line 10">
            <a:extLst>
              <a:ext uri="{FF2B5EF4-FFF2-40B4-BE49-F238E27FC236}">
                <a16:creationId xmlns:a16="http://schemas.microsoft.com/office/drawing/2014/main" id="{0A9DB4DB-78BB-C14F-903C-4C820480B1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42138" y="5111244"/>
            <a:ext cx="1057715" cy="668901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27BF3D34-DFF2-A04F-84F9-CBAE80221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55" y="5030079"/>
            <a:ext cx="543740" cy="32316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white">
                    <a:lumMod val="65000"/>
                  </a:prstClr>
                </a:solidFill>
                <a:latin typeface="Calibri"/>
              </a:rPr>
              <a:t>time</a:t>
            </a:r>
          </a:p>
        </p:txBody>
      </p:sp>
      <p:sp>
        <p:nvSpPr>
          <p:cNvPr id="19" name="Line 8">
            <a:extLst>
              <a:ext uri="{FF2B5EF4-FFF2-40B4-BE49-F238E27FC236}">
                <a16:creationId xmlns:a16="http://schemas.microsoft.com/office/drawing/2014/main" id="{8D8A0BF5-72E5-9E41-A2AE-DE0F79C9B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7639" y="2941694"/>
            <a:ext cx="1163269" cy="392906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Line 14">
            <a:extLst>
              <a:ext uri="{FF2B5EF4-FFF2-40B4-BE49-F238E27FC236}">
                <a16:creationId xmlns:a16="http://schemas.microsoft.com/office/drawing/2014/main" id="{054521BF-054B-B342-A343-164F3CB503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26897" y="3382226"/>
            <a:ext cx="1163270" cy="75524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043" y="2102741"/>
            <a:ext cx="47838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(containing text, references to 10 jpeg images)</a:t>
            </a:r>
            <a:endParaRPr lang="en-US" altLang="en-US" sz="21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016" y="1918453"/>
            <a:ext cx="5956697" cy="350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85000"/>
              </a:lnSpc>
              <a:buClr>
                <a:srgbClr val="000099"/>
              </a:buClr>
              <a:buSzPct val="65000"/>
              <a:defRPr/>
            </a:pPr>
            <a:r>
              <a:rPr lang="en-US" altLang="en-US" sz="1500" b="1" dirty="0">
                <a:solidFill>
                  <a:prstClr val="black"/>
                </a:solidFill>
                <a:latin typeface="Courier New" panose="02070309020205020404" pitchFamily="49" charset="0"/>
              </a:rPr>
              <a:t>www.someSchool.edu/someDepartment/home.index</a:t>
            </a: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278766" y="2402823"/>
            <a:ext cx="588634" cy="547817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4775491" y="2617513"/>
            <a:ext cx="214676" cy="480014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5243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3" grpId="0"/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018" y="1179751"/>
            <a:ext cx="7886700" cy="670967"/>
          </a:xfrm>
        </p:spPr>
        <p:txBody>
          <a:bodyPr>
            <a:normAutofit/>
          </a:bodyPr>
          <a:lstStyle/>
          <a:p>
            <a:r>
              <a:rPr lang="en-US" altLang="en-US" dirty="0">
                <a:cs typeface="Calibri" panose="020F0502020204030204" pitchFamily="34" charset="0"/>
              </a:rPr>
              <a:t>HTTP: example (cont.)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4008892-5F15-CD46-8B74-F28D8BF76E3B}"/>
              </a:ext>
            </a:extLst>
          </p:cNvPr>
          <p:cNvSpPr txBox="1">
            <a:spLocks noChangeArrowheads="1"/>
          </p:cNvSpPr>
          <p:nvPr/>
        </p:nvSpPr>
        <p:spPr>
          <a:xfrm>
            <a:off x="607012" y="1870827"/>
            <a:ext cx="5956697" cy="35004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User enters URL:</a:t>
            </a:r>
          </a:p>
        </p:txBody>
      </p:sp>
      <p:sp>
        <p:nvSpPr>
          <p:cNvPr id="21" name="Text Box 15">
            <a:extLst>
              <a:ext uri="{FF2B5EF4-FFF2-40B4-BE49-F238E27FC236}">
                <a16:creationId xmlns:a16="http://schemas.microsoft.com/office/drawing/2014/main" id="{B64D7167-BDDE-A148-84EB-4FB5D33E4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043" y="2102741"/>
            <a:ext cx="4783806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(containing text, references to 10 jpeg images)</a:t>
            </a:r>
            <a:endParaRPr lang="en-US" altLang="en-US" sz="21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52A420B-2488-A04D-8D7F-CC71C334B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016" y="1918453"/>
            <a:ext cx="5956697" cy="350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lnSpc>
                <a:spcPct val="85000"/>
              </a:lnSpc>
              <a:buClr>
                <a:srgbClr val="000099"/>
              </a:buClr>
              <a:buSzPct val="65000"/>
              <a:defRPr/>
            </a:pPr>
            <a:r>
              <a:rPr lang="en-US" altLang="en-US" sz="1500" b="1" dirty="0">
                <a:solidFill>
                  <a:prstClr val="black"/>
                </a:solidFill>
                <a:latin typeface="Courier New" panose="02070309020205020404" pitchFamily="49" charset="0"/>
              </a:rPr>
              <a:t>www.someSchool.edu/someDepartment/home.index</a:t>
            </a:r>
          </a:p>
        </p:txBody>
      </p:sp>
      <p:grpSp>
        <p:nvGrpSpPr>
          <p:cNvPr id="23" name="Group 44">
            <a:extLst>
              <a:ext uri="{FF2B5EF4-FFF2-40B4-BE49-F238E27FC236}">
                <a16:creationId xmlns:a16="http://schemas.microsoft.com/office/drawing/2014/main" id="{2394097B-A6BF-8042-8504-A7CA070914D8}"/>
              </a:ext>
            </a:extLst>
          </p:cNvPr>
          <p:cNvGrpSpPr>
            <a:grpSpLocks/>
          </p:cNvGrpSpPr>
          <p:nvPr/>
        </p:nvGrpSpPr>
        <p:grpSpPr bwMode="auto">
          <a:xfrm>
            <a:off x="278766" y="2402823"/>
            <a:ext cx="588634" cy="547817"/>
            <a:chOff x="-44" y="1473"/>
            <a:chExt cx="981" cy="1105"/>
          </a:xfrm>
        </p:grpSpPr>
        <p:pic>
          <p:nvPicPr>
            <p:cNvPr id="24" name="Picture 45" descr="desktop_computer_stylized_medium">
              <a:extLst>
                <a:ext uri="{FF2B5EF4-FFF2-40B4-BE49-F238E27FC236}">
                  <a16:creationId xmlns:a16="http://schemas.microsoft.com/office/drawing/2014/main" id="{807C0FED-FCBE-2D4E-A1F2-CBF2C81D34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Freeform 46">
              <a:extLst>
                <a:ext uri="{FF2B5EF4-FFF2-40B4-BE49-F238E27FC236}">
                  <a16:creationId xmlns:a16="http://schemas.microsoft.com/office/drawing/2014/main" id="{9119D5B0-5ADB-2048-9F8B-D683AC19EAE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26" name="Group 47">
            <a:extLst>
              <a:ext uri="{FF2B5EF4-FFF2-40B4-BE49-F238E27FC236}">
                <a16:creationId xmlns:a16="http://schemas.microsoft.com/office/drawing/2014/main" id="{DB78F20D-7762-EC45-A5F7-9DBB8F599433}"/>
              </a:ext>
            </a:extLst>
          </p:cNvPr>
          <p:cNvGrpSpPr>
            <a:grpSpLocks/>
          </p:cNvGrpSpPr>
          <p:nvPr/>
        </p:nvGrpSpPr>
        <p:grpSpPr bwMode="auto">
          <a:xfrm>
            <a:off x="4775491" y="2617513"/>
            <a:ext cx="214676" cy="480014"/>
            <a:chOff x="4140" y="429"/>
            <a:chExt cx="1425" cy="2396"/>
          </a:xfrm>
        </p:grpSpPr>
        <p:sp>
          <p:nvSpPr>
            <p:cNvPr id="27" name="Freeform 48">
              <a:extLst>
                <a:ext uri="{FF2B5EF4-FFF2-40B4-BE49-F238E27FC236}">
                  <a16:creationId xmlns:a16="http://schemas.microsoft.com/office/drawing/2014/main" id="{9F7835DE-1DB5-554B-9435-F21099237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28" name="Rectangle 49">
              <a:extLst>
                <a:ext uri="{FF2B5EF4-FFF2-40B4-BE49-F238E27FC236}">
                  <a16:creationId xmlns:a16="http://schemas.microsoft.com/office/drawing/2014/main" id="{D58C67CB-FC2C-6C45-A584-0EE3943CC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429"/>
              <a:ext cx="1048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29" name="Freeform 50">
              <a:extLst>
                <a:ext uri="{FF2B5EF4-FFF2-40B4-BE49-F238E27FC236}">
                  <a16:creationId xmlns:a16="http://schemas.microsoft.com/office/drawing/2014/main" id="{2E7357FA-BE14-7B45-B9C8-D3AD131C8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86D743E9-08EF-3443-A09F-9FD39BD6B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31" name="Rectangle 52">
              <a:extLst>
                <a:ext uri="{FF2B5EF4-FFF2-40B4-BE49-F238E27FC236}">
                  <a16:creationId xmlns:a16="http://schemas.microsoft.com/office/drawing/2014/main" id="{147C38BE-745B-5043-B214-0B9EA392B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2" name="Group 53">
              <a:extLst>
                <a:ext uri="{FF2B5EF4-FFF2-40B4-BE49-F238E27FC236}">
                  <a16:creationId xmlns:a16="http://schemas.microsoft.com/office/drawing/2014/main" id="{FBCFE8CA-D754-EF47-A59B-C987FE1020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7" name="AutoShape 54">
                <a:extLst>
                  <a:ext uri="{FF2B5EF4-FFF2-40B4-BE49-F238E27FC236}">
                    <a16:creationId xmlns:a16="http://schemas.microsoft.com/office/drawing/2014/main" id="{4CB48C03-464D-0344-AF93-DBB0CF131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9"/>
                <a:ext cx="727" cy="134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8" name="AutoShape 55">
                <a:extLst>
                  <a:ext uri="{FF2B5EF4-FFF2-40B4-BE49-F238E27FC236}">
                    <a16:creationId xmlns:a16="http://schemas.microsoft.com/office/drawing/2014/main" id="{9545D198-3BD7-694B-B5DC-4ED4C79FC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6"/>
                <a:ext cx="694" cy="9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3" name="Rectangle 56">
              <a:extLst>
                <a:ext uri="{FF2B5EF4-FFF2-40B4-BE49-F238E27FC236}">
                  <a16:creationId xmlns:a16="http://schemas.microsoft.com/office/drawing/2014/main" id="{BB7A1A44-103A-4142-BB05-0C014EC7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9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4" name="Group 57">
              <a:extLst>
                <a:ext uri="{FF2B5EF4-FFF2-40B4-BE49-F238E27FC236}">
                  <a16:creationId xmlns:a16="http://schemas.microsoft.com/office/drawing/2014/main" id="{A7308D7F-AFED-CA43-852A-E750251C67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5" name="AutoShape 58">
                <a:extLst>
                  <a:ext uri="{FF2B5EF4-FFF2-40B4-BE49-F238E27FC236}">
                    <a16:creationId xmlns:a16="http://schemas.microsoft.com/office/drawing/2014/main" id="{72E4409D-5ADE-A147-AA65-DA4499631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9"/>
                <a:ext cx="723" cy="138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6" name="AutoShape 59">
                <a:extLst>
                  <a:ext uri="{FF2B5EF4-FFF2-40B4-BE49-F238E27FC236}">
                    <a16:creationId xmlns:a16="http://schemas.microsoft.com/office/drawing/2014/main" id="{B7CA2B3C-6AEB-7A43-B3B4-4DF705769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8"/>
                <a:ext cx="690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BA20BEBE-68B5-1249-B593-1C7CD6B37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36" name="Rectangle 61">
              <a:extLst>
                <a:ext uri="{FF2B5EF4-FFF2-40B4-BE49-F238E27FC236}">
                  <a16:creationId xmlns:a16="http://schemas.microsoft.com/office/drawing/2014/main" id="{E5963EC5-6FAF-A14D-AB16-7FE0DA31D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5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grpSp>
          <p:nvGrpSpPr>
            <p:cNvPr id="37" name="Group 62">
              <a:extLst>
                <a:ext uri="{FF2B5EF4-FFF2-40B4-BE49-F238E27FC236}">
                  <a16:creationId xmlns:a16="http://schemas.microsoft.com/office/drawing/2014/main" id="{A8DEC631-5A58-7849-9209-1EB5AB5695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" name="AutoShape 63">
                <a:extLst>
                  <a:ext uri="{FF2B5EF4-FFF2-40B4-BE49-F238E27FC236}">
                    <a16:creationId xmlns:a16="http://schemas.microsoft.com/office/drawing/2014/main" id="{6FBD34E3-C5B6-E944-B4E7-984347F69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4" name="AutoShape 64">
                <a:extLst>
                  <a:ext uri="{FF2B5EF4-FFF2-40B4-BE49-F238E27FC236}">
                    <a16:creationId xmlns:a16="http://schemas.microsoft.com/office/drawing/2014/main" id="{444700C5-DD16-7045-A6DF-957B4E655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8" name="Freeform 65">
              <a:extLst>
                <a:ext uri="{FF2B5EF4-FFF2-40B4-BE49-F238E27FC236}">
                  <a16:creationId xmlns:a16="http://schemas.microsoft.com/office/drawing/2014/main" id="{210F459F-9F66-B847-B785-6AE02157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39" name="Group 66">
              <a:extLst>
                <a:ext uri="{FF2B5EF4-FFF2-40B4-BE49-F238E27FC236}">
                  <a16:creationId xmlns:a16="http://schemas.microsoft.com/office/drawing/2014/main" id="{07904654-EF90-4B4C-B348-E6F299ADA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1" name="AutoShape 67">
                <a:extLst>
                  <a:ext uri="{FF2B5EF4-FFF2-40B4-BE49-F238E27FC236}">
                    <a16:creationId xmlns:a16="http://schemas.microsoft.com/office/drawing/2014/main" id="{927A6F56-7195-2A4B-A9FF-BD73015A7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52" name="AutoShape 68">
                <a:extLst>
                  <a:ext uri="{FF2B5EF4-FFF2-40B4-BE49-F238E27FC236}">
                    <a16:creationId xmlns:a16="http://schemas.microsoft.com/office/drawing/2014/main" id="{AE3156D8-7946-6043-B3B8-2B13B72930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defRPr/>
                </a:pPr>
                <a:endParaRPr lang="en-US" altLang="en-US" sz="1500" kern="0" dirty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40" name="Rectangle 69">
              <a:extLst>
                <a:ext uri="{FF2B5EF4-FFF2-40B4-BE49-F238E27FC236}">
                  <a16:creationId xmlns:a16="http://schemas.microsoft.com/office/drawing/2014/main" id="{CE18F5A0-5742-0B4F-982F-6BC169203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32"/>
              <a:ext cx="68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1" name="Freeform 70">
              <a:extLst>
                <a:ext uri="{FF2B5EF4-FFF2-40B4-BE49-F238E27FC236}">
                  <a16:creationId xmlns:a16="http://schemas.microsoft.com/office/drawing/2014/main" id="{2BD50CD9-1EF1-ED4C-AFCE-14AD1B90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2" name="Freeform 71">
              <a:extLst>
                <a:ext uri="{FF2B5EF4-FFF2-40B4-BE49-F238E27FC236}">
                  <a16:creationId xmlns:a16="http://schemas.microsoft.com/office/drawing/2014/main" id="{577EA932-97EB-4149-8C8C-9011420A3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3" name="Oval 72">
              <a:extLst>
                <a:ext uri="{FF2B5EF4-FFF2-40B4-BE49-F238E27FC236}">
                  <a16:creationId xmlns:a16="http://schemas.microsoft.com/office/drawing/2014/main" id="{49966F96-01DC-0A43-BCBA-D06A3569E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1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4" name="Freeform 73">
              <a:extLst>
                <a:ext uri="{FF2B5EF4-FFF2-40B4-BE49-F238E27FC236}">
                  <a16:creationId xmlns:a16="http://schemas.microsoft.com/office/drawing/2014/main" id="{F1C686DE-B7D5-2148-BCC7-2FAC2C010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sz="15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45" name="AutoShape 74">
              <a:extLst>
                <a:ext uri="{FF2B5EF4-FFF2-40B4-BE49-F238E27FC236}">
                  <a16:creationId xmlns:a16="http://schemas.microsoft.com/office/drawing/2014/main" id="{F82F43AD-BE0F-344E-BEE9-58D59D825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201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6" name="AutoShape 75">
              <a:extLst>
                <a:ext uri="{FF2B5EF4-FFF2-40B4-BE49-F238E27FC236}">
                  <a16:creationId xmlns:a16="http://schemas.microsoft.com/office/drawing/2014/main" id="{50B859D7-FD53-4C47-95AC-855D1B2F3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" y="2712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7" name="Oval 76">
              <a:extLst>
                <a:ext uri="{FF2B5EF4-FFF2-40B4-BE49-F238E27FC236}">
                  <a16:creationId xmlns:a16="http://schemas.microsoft.com/office/drawing/2014/main" id="{83896475-9FE1-9143-9428-50459AAB8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3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48" name="Oval 77">
              <a:extLst>
                <a:ext uri="{FF2B5EF4-FFF2-40B4-BE49-F238E27FC236}">
                  <a16:creationId xmlns:a16="http://schemas.microsoft.com/office/drawing/2014/main" id="{10EA96BE-EF36-2B49-A03B-AEC865105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3"/>
              <a:ext cx="163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1350" kern="0" dirty="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9" name="Oval 78">
              <a:extLst>
                <a:ext uri="{FF2B5EF4-FFF2-40B4-BE49-F238E27FC236}">
                  <a16:creationId xmlns:a16="http://schemas.microsoft.com/office/drawing/2014/main" id="{BE8642C4-0C45-D94F-821D-2190EC546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2380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C9A770C5-A3F8-D845-B1BA-3D43D933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5"/>
              <a:ext cx="88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defRPr/>
              </a:pPr>
              <a:endParaRPr lang="en-US" altLang="en-US" sz="1500" kern="0" dirty="0">
                <a:solidFill>
                  <a:srgbClr val="000000"/>
                </a:solidFill>
              </a:endParaRPr>
            </a:p>
          </p:txBody>
        </p:sp>
      </p:grpSp>
      <p:sp>
        <p:nvSpPr>
          <p:cNvPr id="59" name="Rectangle 6">
            <a:extLst>
              <a:ext uri="{FF2B5EF4-FFF2-40B4-BE49-F238E27FC236}">
                <a16:creationId xmlns:a16="http://schemas.microsoft.com/office/drawing/2014/main" id="{F5ECC14E-6AC7-4243-86F2-25BD5F2B8464}"/>
              </a:ext>
            </a:extLst>
          </p:cNvPr>
          <p:cNvSpPr txBox="1">
            <a:spLocks noChangeArrowheads="1"/>
          </p:cNvSpPr>
          <p:nvPr/>
        </p:nvSpPr>
        <p:spPr>
          <a:xfrm>
            <a:off x="599019" y="3257391"/>
            <a:ext cx="3813955" cy="1507592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5</a:t>
            </a:r>
            <a:r>
              <a:rPr lang="en-US" altLang="en-US" sz="18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.</a:t>
            </a: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 HTTP client receives response message containing html file, displays html.  Parsing html file, finds 10 referenced jpeg  objects</a:t>
            </a:r>
            <a:endParaRPr lang="en-US" altLang="en-US" sz="2100" dirty="0">
              <a:solidFill>
                <a:prstClr val="black"/>
              </a:solidFill>
              <a:latin typeface="Calibri"/>
              <a:ea typeface="ＭＳ Ｐゴシック" panose="020B0600070205080204" pitchFamily="34" charset="-128"/>
            </a:endParaRPr>
          </a:p>
        </p:txBody>
      </p:sp>
      <p:sp>
        <p:nvSpPr>
          <p:cNvPr id="60" name="Rectangle 7">
            <a:extLst>
              <a:ext uri="{FF2B5EF4-FFF2-40B4-BE49-F238E27FC236}">
                <a16:creationId xmlns:a16="http://schemas.microsoft.com/office/drawing/2014/main" id="{D3260771-3905-E24E-8B12-64D566C6B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0" y="4496197"/>
            <a:ext cx="28575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800" dirty="0">
                <a:solidFill>
                  <a:srgbClr val="CC0000"/>
                </a:solidFill>
                <a:latin typeface="Calibri"/>
              </a:rPr>
              <a:t>6.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 Steps 1-5 repeated for each of 10 jpeg objects</a:t>
            </a:r>
          </a:p>
        </p:txBody>
      </p:sp>
      <p:sp>
        <p:nvSpPr>
          <p:cNvPr id="61" name="Rectangle 8">
            <a:extLst>
              <a:ext uri="{FF2B5EF4-FFF2-40B4-BE49-F238E27FC236}">
                <a16:creationId xmlns:a16="http://schemas.microsoft.com/office/drawing/2014/main" id="{9E1B76BD-C8EB-7245-9B75-E2D499F3E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35" y="2944020"/>
            <a:ext cx="2857500" cy="55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57175" indent="-257175" defTabSz="685800">
              <a:defRPr/>
            </a:pPr>
            <a:r>
              <a:rPr lang="en-US" altLang="en-US" sz="1800" dirty="0">
                <a:solidFill>
                  <a:srgbClr val="CC0000"/>
                </a:solidFill>
                <a:latin typeface="Calibri"/>
              </a:rPr>
              <a:t>4.</a:t>
            </a:r>
            <a:r>
              <a:rPr lang="en-US" altLang="en-US" sz="1800" dirty="0">
                <a:solidFill>
                  <a:prstClr val="black"/>
                </a:solidFill>
                <a:latin typeface="Calibri"/>
              </a:rPr>
              <a:t> HTTP server closes TCP connection. </a:t>
            </a:r>
          </a:p>
        </p:txBody>
      </p:sp>
      <p:sp>
        <p:nvSpPr>
          <p:cNvPr id="65" name="Line 17">
            <a:extLst>
              <a:ext uri="{FF2B5EF4-FFF2-40B4-BE49-F238E27FC236}">
                <a16:creationId xmlns:a16="http://schemas.microsoft.com/office/drawing/2014/main" id="{4F85C1F3-F91B-C04C-B746-8E5570895A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0599" y="3257391"/>
            <a:ext cx="821531" cy="392906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5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6" name="Line 11">
            <a:extLst>
              <a:ext uri="{FF2B5EF4-FFF2-40B4-BE49-F238E27FC236}">
                <a16:creationId xmlns:a16="http://schemas.microsoft.com/office/drawing/2014/main" id="{F8CE636E-DC4B-BA4E-A771-E70EE904FB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018" y="3008375"/>
            <a:ext cx="7994" cy="2610353"/>
          </a:xfrm>
          <a:prstGeom prst="line">
            <a:avLst/>
          </a:prstGeom>
          <a:noFill/>
          <a:ln w="19050">
            <a:solidFill>
              <a:schemeClr val="bg1">
                <a:lumMod val="6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7" name="Rectangle 13">
            <a:extLst>
              <a:ext uri="{FF2B5EF4-FFF2-40B4-BE49-F238E27FC236}">
                <a16:creationId xmlns:a16="http://schemas.microsoft.com/office/drawing/2014/main" id="{3787AF32-7BD3-C144-BD02-222C42900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769" y="5088419"/>
            <a:ext cx="492919" cy="22145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18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8" name="Text Box 12">
            <a:extLst>
              <a:ext uri="{FF2B5EF4-FFF2-40B4-BE49-F238E27FC236}">
                <a16:creationId xmlns:a16="http://schemas.microsoft.com/office/drawing/2014/main" id="{B3CFBAD8-5CBD-8B48-A941-3E86D5E65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455" y="5030079"/>
            <a:ext cx="543740" cy="32316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defTabSz="685800"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white">
                    <a:lumMod val="65000"/>
                  </a:prstClr>
                </a:solidFill>
                <a:latin typeface="Calibri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16326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  <p:bldP spid="6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F082-C104-570A-42BD-12373B2E2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 – a quick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AC3BF-2DF6-FD48-3444-79582A19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2403"/>
            <a:ext cx="8343461" cy="695958"/>
          </a:xfrm>
        </p:spPr>
        <p:txBody>
          <a:bodyPr>
            <a:normAutofit/>
          </a:bodyPr>
          <a:lstStyle/>
          <a:p>
            <a:r>
              <a:rPr lang="en-US" dirty="0"/>
              <a:t>Non-persistent HTTP: response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1771-A1F7-85E7-7329-D1300346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C41B36-6335-F546-90B9-E2121371E10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2579368-82F2-A711-B1C6-4CE60E45836C}"/>
              </a:ext>
            </a:extLst>
          </p:cNvPr>
          <p:cNvSpPr txBox="1">
            <a:spLocks noChangeArrowheads="1"/>
          </p:cNvSpPr>
          <p:nvPr/>
        </p:nvSpPr>
        <p:spPr>
          <a:xfrm>
            <a:off x="552295" y="2296633"/>
            <a:ext cx="4262627" cy="2503001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RTT (definition):</a:t>
            </a:r>
            <a:r>
              <a:rPr lang="en-US" altLang="en-US" sz="21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 time for a small packet to travel from client to server and back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r>
              <a:rPr lang="en-US" altLang="en-US" sz="2100" dirty="0">
                <a:solidFill>
                  <a:srgbClr val="CC0000"/>
                </a:solidFill>
                <a:latin typeface="Calibri"/>
                <a:ea typeface="ＭＳ Ｐゴシック" panose="020B0600070205080204" pitchFamily="34" charset="-128"/>
              </a:rPr>
              <a:t>HTTP response time (per object):</a:t>
            </a: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one RTT to initiate TCP connection</a:t>
            </a: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one RTT for HTTP request and first few bytes of HTTP response to return</a:t>
            </a:r>
          </a:p>
          <a:p>
            <a:pPr marL="345281" indent="-161925" defTabSz="685800">
              <a:spcBef>
                <a:spcPts val="300"/>
              </a:spcBef>
              <a:defRPr/>
            </a:pPr>
            <a:r>
              <a:rPr lang="en-US" altLang="en-US" sz="1800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object/file transmission time</a:t>
            </a:r>
          </a:p>
          <a:p>
            <a:pPr marL="264319" indent="-166688" defTabSz="685800">
              <a:spcBef>
                <a:spcPts val="750"/>
              </a:spcBef>
              <a:buNone/>
              <a:defRPr/>
            </a:pPr>
            <a:endParaRPr lang="en-US" altLang="en-US" sz="1800" dirty="0">
              <a:solidFill>
                <a:prstClr val="black"/>
              </a:solidFill>
              <a:latin typeface="Calibri"/>
              <a:ea typeface="ＭＳ Ｐゴシック" panose="020B0600070205080204" pitchFamily="34" charset="-128"/>
            </a:endParaRPr>
          </a:p>
        </p:txBody>
      </p:sp>
      <p:sp>
        <p:nvSpPr>
          <p:cNvPr id="6" name="Line 15">
            <a:extLst>
              <a:ext uri="{FF2B5EF4-FFF2-40B4-BE49-F238E27FC236}">
                <a16:creationId xmlns:a16="http://schemas.microsoft.com/office/drawing/2014/main" id="{3B515992-79FC-8F3F-6D0A-EC9A78834A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7922" y="2860713"/>
            <a:ext cx="0" cy="2124075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Line 16">
            <a:extLst>
              <a:ext uri="{FF2B5EF4-FFF2-40B4-BE49-F238E27FC236}">
                <a16:creationId xmlns:a16="http://schemas.microsoft.com/office/drawing/2014/main" id="{50BB50BC-1B61-5D0D-C93D-46B1CF4F4B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5937" y="2855951"/>
            <a:ext cx="0" cy="2160984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Line 17">
            <a:extLst>
              <a:ext uri="{FF2B5EF4-FFF2-40B4-BE49-F238E27FC236}">
                <a16:creationId xmlns:a16="http://schemas.microsoft.com/office/drawing/2014/main" id="{59FDCD2F-245D-7636-C9CC-687861870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8637" y="3034545"/>
            <a:ext cx="1263254" cy="2928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21517BC3-03F7-35A8-9D3D-6BB2DE16CA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47922" y="3363157"/>
            <a:ext cx="1254919" cy="3024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CB23900F-FC28-9089-7A9A-92238C3434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3874" y="3744157"/>
            <a:ext cx="1263254" cy="29289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AutoShape 21">
            <a:extLst>
              <a:ext uri="{FF2B5EF4-FFF2-40B4-BE49-F238E27FC236}">
                <a16:creationId xmlns:a16="http://schemas.microsoft.com/office/drawing/2014/main" id="{77A26B31-34AF-A893-D543-5A74706F7AFC}"/>
              </a:ext>
            </a:extLst>
          </p:cNvPr>
          <p:cNvSpPr>
            <a:spLocks/>
          </p:cNvSpPr>
          <p:nvPr/>
        </p:nvSpPr>
        <p:spPr bwMode="auto">
          <a:xfrm>
            <a:off x="7427957" y="4044108"/>
            <a:ext cx="74893" cy="121304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Box 22">
            <a:extLst>
              <a:ext uri="{FF2B5EF4-FFF2-40B4-BE49-F238E27FC236}">
                <a16:creationId xmlns:a16="http://schemas.microsoft.com/office/drawing/2014/main" id="{C9E02C82-F537-78A3-4290-799EDDA2C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8091" y="3815595"/>
            <a:ext cx="886012" cy="682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time to </a:t>
            </a:r>
          </a:p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transmit </a:t>
            </a:r>
          </a:p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file</a:t>
            </a:r>
          </a:p>
        </p:txBody>
      </p:sp>
      <p:sp>
        <p:nvSpPr>
          <p:cNvPr id="20" name="Line 23">
            <a:extLst>
              <a:ext uri="{FF2B5EF4-FFF2-40B4-BE49-F238E27FC236}">
                <a16:creationId xmlns:a16="http://schemas.microsoft.com/office/drawing/2014/main" id="{EA09A91C-A0FC-A4AF-688D-D1E6D533E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5028" y="3015495"/>
            <a:ext cx="292894" cy="119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Text Box 24">
            <a:extLst>
              <a:ext uri="{FF2B5EF4-FFF2-40B4-BE49-F238E27FC236}">
                <a16:creationId xmlns:a16="http://schemas.microsoft.com/office/drawing/2014/main" id="{CE8F647B-2534-306A-7DAD-B46FEBB8A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7495" y="2779508"/>
            <a:ext cx="1066510" cy="48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initiate TCP</a:t>
            </a:r>
          </a:p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connection</a:t>
            </a:r>
          </a:p>
        </p:txBody>
      </p:sp>
      <p:sp>
        <p:nvSpPr>
          <p:cNvPr id="22" name="AutoShape 25">
            <a:extLst>
              <a:ext uri="{FF2B5EF4-FFF2-40B4-BE49-F238E27FC236}">
                <a16:creationId xmlns:a16="http://schemas.microsoft.com/office/drawing/2014/main" id="{55903653-ABDE-D368-FC7B-8417683D6DFA}"/>
              </a:ext>
            </a:extLst>
          </p:cNvPr>
          <p:cNvSpPr>
            <a:spLocks/>
          </p:cNvSpPr>
          <p:nvPr/>
        </p:nvSpPr>
        <p:spPr bwMode="auto">
          <a:xfrm>
            <a:off x="5956231" y="3053595"/>
            <a:ext cx="96441" cy="602456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defRPr/>
            </a:pPr>
            <a:endParaRPr lang="en-US" alt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3" name="Text Box 26">
            <a:extLst>
              <a:ext uri="{FF2B5EF4-FFF2-40B4-BE49-F238E27FC236}">
                <a16:creationId xmlns:a16="http://schemas.microsoft.com/office/drawing/2014/main" id="{365AA05B-E9DF-DCB5-C6A7-DFFCB6626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281" y="3211947"/>
            <a:ext cx="475579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RTT</a:t>
            </a:r>
          </a:p>
        </p:txBody>
      </p:sp>
      <p:sp>
        <p:nvSpPr>
          <p:cNvPr id="24" name="Line 27">
            <a:extLst>
              <a:ext uri="{FF2B5EF4-FFF2-40B4-BE49-F238E27FC236}">
                <a16:creationId xmlns:a16="http://schemas.microsoft.com/office/drawing/2014/main" id="{ACF8CEF3-3C8D-6776-BB94-BB7E57AA5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1937" y="3694151"/>
            <a:ext cx="26551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285097D4-5196-80C8-64E9-C0B2BE25F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9835" y="3549611"/>
            <a:ext cx="1477467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request file</a:t>
            </a:r>
          </a:p>
        </p:txBody>
      </p:sp>
      <p:sp>
        <p:nvSpPr>
          <p:cNvPr id="26" name="AutoShape 29">
            <a:extLst>
              <a:ext uri="{FF2B5EF4-FFF2-40B4-BE49-F238E27FC236}">
                <a16:creationId xmlns:a16="http://schemas.microsoft.com/office/drawing/2014/main" id="{AD10C310-3143-CB21-516B-2D40D71CC66D}"/>
              </a:ext>
            </a:extLst>
          </p:cNvPr>
          <p:cNvSpPr>
            <a:spLocks/>
          </p:cNvSpPr>
          <p:nvPr/>
        </p:nvSpPr>
        <p:spPr bwMode="auto">
          <a:xfrm>
            <a:off x="5960993" y="3735823"/>
            <a:ext cx="96441" cy="602456"/>
          </a:xfrm>
          <a:prstGeom prst="leftBrace">
            <a:avLst>
              <a:gd name="adj1" fmla="val 520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defRPr/>
            </a:pPr>
            <a:endParaRPr lang="en-US" alt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Text Box 30">
            <a:extLst>
              <a:ext uri="{FF2B5EF4-FFF2-40B4-BE49-F238E27FC236}">
                <a16:creationId xmlns:a16="http://schemas.microsoft.com/office/drawing/2014/main" id="{0A202054-14B1-2362-11D4-B532ADB59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569" y="3903701"/>
            <a:ext cx="475579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RTT</a:t>
            </a:r>
          </a:p>
        </p:txBody>
      </p:sp>
      <p:sp>
        <p:nvSpPr>
          <p:cNvPr id="28" name="Line 35">
            <a:extLst>
              <a:ext uri="{FF2B5EF4-FFF2-40B4-BE49-F238E27FC236}">
                <a16:creationId xmlns:a16="http://schemas.microsoft.com/office/drawing/2014/main" id="{C40FE378-E4B1-CE90-80A9-ACC9098BE6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4242" y="4461004"/>
            <a:ext cx="270992" cy="16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685800">
              <a:defRPr/>
            </a:pPr>
            <a:endParaRPr 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9" name="Text Box 36">
            <a:extLst>
              <a:ext uri="{FF2B5EF4-FFF2-40B4-BE49-F238E27FC236}">
                <a16:creationId xmlns:a16="http://schemas.microsoft.com/office/drawing/2014/main" id="{84397E92-F2B0-25A8-2413-62E859A8C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4264" y="4320175"/>
            <a:ext cx="1235720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srgbClr val="CC0000"/>
                </a:solidFill>
                <a:latin typeface="Calibri"/>
              </a:rPr>
              <a:t>file received</a:t>
            </a:r>
          </a:p>
        </p:txBody>
      </p:sp>
      <p:sp>
        <p:nvSpPr>
          <p:cNvPr id="30" name="Text Box 37">
            <a:extLst>
              <a:ext uri="{FF2B5EF4-FFF2-40B4-BE49-F238E27FC236}">
                <a16:creationId xmlns:a16="http://schemas.microsoft.com/office/drawing/2014/main" id="{EDD8059C-3D3F-5F4E-04BE-069DBE3D4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854" y="4995503"/>
            <a:ext cx="543739" cy="29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lnSpc>
                <a:spcPct val="85000"/>
              </a:lnSpc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time</a:t>
            </a:r>
          </a:p>
        </p:txBody>
      </p:sp>
      <p:sp>
        <p:nvSpPr>
          <p:cNvPr id="31" name="Text Box 38">
            <a:extLst>
              <a:ext uri="{FF2B5EF4-FFF2-40B4-BE49-F238E27FC236}">
                <a16:creationId xmlns:a16="http://schemas.microsoft.com/office/drawing/2014/main" id="{514456BE-FE83-6FB3-C325-F71AB19F0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7344" y="4982407"/>
            <a:ext cx="54373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spcBef>
                <a:spcPct val="0"/>
              </a:spcBef>
              <a:defRPr/>
            </a:pPr>
            <a:r>
              <a:rPr lang="en-US" altLang="en-US" sz="1500" dirty="0">
                <a:solidFill>
                  <a:prstClr val="black"/>
                </a:solidFill>
                <a:latin typeface="Calibri"/>
              </a:rPr>
              <a:t>time</a:t>
            </a:r>
          </a:p>
        </p:txBody>
      </p:sp>
      <p:grpSp>
        <p:nvGrpSpPr>
          <p:cNvPr id="32" name="Group 43">
            <a:extLst>
              <a:ext uri="{FF2B5EF4-FFF2-40B4-BE49-F238E27FC236}">
                <a16:creationId xmlns:a16="http://schemas.microsoft.com/office/drawing/2014/main" id="{AB89A44D-3397-01F1-DD7F-ED928EC12801}"/>
              </a:ext>
            </a:extLst>
          </p:cNvPr>
          <p:cNvGrpSpPr>
            <a:grpSpLocks/>
          </p:cNvGrpSpPr>
          <p:nvPr/>
        </p:nvGrpSpPr>
        <p:grpSpPr bwMode="auto">
          <a:xfrm>
            <a:off x="7265919" y="2280879"/>
            <a:ext cx="317897" cy="513160"/>
            <a:chOff x="4140" y="429"/>
            <a:chExt cx="1425" cy="2396"/>
          </a:xfrm>
        </p:grpSpPr>
        <p:sp>
          <p:nvSpPr>
            <p:cNvPr id="33" name="Freeform 44">
              <a:extLst>
                <a:ext uri="{FF2B5EF4-FFF2-40B4-BE49-F238E27FC236}">
                  <a16:creationId xmlns:a16="http://schemas.microsoft.com/office/drawing/2014/main" id="{7EB9011D-6FEB-B0F5-2BA2-1FD4F05CE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Rectangle 45">
              <a:extLst>
                <a:ext uri="{FF2B5EF4-FFF2-40B4-BE49-F238E27FC236}">
                  <a16:creationId xmlns:a16="http://schemas.microsoft.com/office/drawing/2014/main" id="{E1ADAAF8-0A9E-934C-445A-D78AB4A0C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887E2B6E-1054-45F9-4430-4EAA980A0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Freeform 47">
              <a:extLst>
                <a:ext uri="{FF2B5EF4-FFF2-40B4-BE49-F238E27FC236}">
                  <a16:creationId xmlns:a16="http://schemas.microsoft.com/office/drawing/2014/main" id="{F82AE722-26BB-7F3D-1B73-766AD3F35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Rectangle 48">
              <a:extLst>
                <a:ext uri="{FF2B5EF4-FFF2-40B4-BE49-F238E27FC236}">
                  <a16:creationId xmlns:a16="http://schemas.microsoft.com/office/drawing/2014/main" id="{091165DD-E2F6-98C0-8296-1E5B92984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38" name="Group 49">
              <a:extLst>
                <a:ext uri="{FF2B5EF4-FFF2-40B4-BE49-F238E27FC236}">
                  <a16:creationId xmlns:a16="http://schemas.microsoft.com/office/drawing/2014/main" id="{F32ED508-6C14-0F1D-B374-6B7154390D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3" name="AutoShape 50">
                <a:extLst>
                  <a:ext uri="{FF2B5EF4-FFF2-40B4-BE49-F238E27FC236}">
                    <a16:creationId xmlns:a16="http://schemas.microsoft.com/office/drawing/2014/main" id="{2C0E6655-7E43-3569-79A7-9490474C3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4" name="AutoShape 51">
                <a:extLst>
                  <a:ext uri="{FF2B5EF4-FFF2-40B4-BE49-F238E27FC236}">
                    <a16:creationId xmlns:a16="http://schemas.microsoft.com/office/drawing/2014/main" id="{4D4F3609-4984-37AC-D398-0031B6B6C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39" name="Rectangle 52">
              <a:extLst>
                <a:ext uri="{FF2B5EF4-FFF2-40B4-BE49-F238E27FC236}">
                  <a16:creationId xmlns:a16="http://schemas.microsoft.com/office/drawing/2014/main" id="{0D68A0C4-CADE-37DB-8FF8-6A29183E7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40" name="Group 53">
              <a:extLst>
                <a:ext uri="{FF2B5EF4-FFF2-40B4-BE49-F238E27FC236}">
                  <a16:creationId xmlns:a16="http://schemas.microsoft.com/office/drawing/2014/main" id="{A20669D2-77BF-7F57-7183-78A2D9F50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1" name="AutoShape 54">
                <a:extLst>
                  <a:ext uri="{FF2B5EF4-FFF2-40B4-BE49-F238E27FC236}">
                    <a16:creationId xmlns:a16="http://schemas.microsoft.com/office/drawing/2014/main" id="{E6A29725-C25D-B09F-2EE4-4A502A95B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2" name="AutoShape 55">
                <a:extLst>
                  <a:ext uri="{FF2B5EF4-FFF2-40B4-BE49-F238E27FC236}">
                    <a16:creationId xmlns:a16="http://schemas.microsoft.com/office/drawing/2014/main" id="{A37BF09B-F905-6BE0-3EF7-05FAA13863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1" name="Rectangle 56">
              <a:extLst>
                <a:ext uri="{FF2B5EF4-FFF2-40B4-BE49-F238E27FC236}">
                  <a16:creationId xmlns:a16="http://schemas.microsoft.com/office/drawing/2014/main" id="{CE7CEE8D-4E80-8C74-6FF8-18738115A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Rectangle 57">
              <a:extLst>
                <a:ext uri="{FF2B5EF4-FFF2-40B4-BE49-F238E27FC236}">
                  <a16:creationId xmlns:a16="http://schemas.microsoft.com/office/drawing/2014/main" id="{08FE6E47-EA78-0EA4-BA0A-47278F5AF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43" name="Group 58">
              <a:extLst>
                <a:ext uri="{FF2B5EF4-FFF2-40B4-BE49-F238E27FC236}">
                  <a16:creationId xmlns:a16="http://schemas.microsoft.com/office/drawing/2014/main" id="{904071C0-D048-8BC3-36EC-977380DA88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9" name="AutoShape 59">
                <a:extLst>
                  <a:ext uri="{FF2B5EF4-FFF2-40B4-BE49-F238E27FC236}">
                    <a16:creationId xmlns:a16="http://schemas.microsoft.com/office/drawing/2014/main" id="{ADA91A27-75EF-C360-260F-9D555A1D7A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60" name="AutoShape 60">
                <a:extLst>
                  <a:ext uri="{FF2B5EF4-FFF2-40B4-BE49-F238E27FC236}">
                    <a16:creationId xmlns:a16="http://schemas.microsoft.com/office/drawing/2014/main" id="{DBE54EEC-B64E-DBE7-B4D3-E111D13D21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4" name="Freeform 61">
              <a:extLst>
                <a:ext uri="{FF2B5EF4-FFF2-40B4-BE49-F238E27FC236}">
                  <a16:creationId xmlns:a16="http://schemas.microsoft.com/office/drawing/2014/main" id="{19523632-DD4D-1088-48DD-F322B6FB9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45" name="Group 62">
              <a:extLst>
                <a:ext uri="{FF2B5EF4-FFF2-40B4-BE49-F238E27FC236}">
                  <a16:creationId xmlns:a16="http://schemas.microsoft.com/office/drawing/2014/main" id="{40B72D12-2556-7AC3-2B07-67CBFD44ED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7" name="AutoShape 63">
                <a:extLst>
                  <a:ext uri="{FF2B5EF4-FFF2-40B4-BE49-F238E27FC236}">
                    <a16:creationId xmlns:a16="http://schemas.microsoft.com/office/drawing/2014/main" id="{4F185B3E-9921-AC9C-EF8F-CBA4B8D28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58" name="AutoShape 64">
                <a:extLst>
                  <a:ext uri="{FF2B5EF4-FFF2-40B4-BE49-F238E27FC236}">
                    <a16:creationId xmlns:a16="http://schemas.microsoft.com/office/drawing/2014/main" id="{A062F70B-4CD6-01E0-42E9-207D0F9890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defTabSz="685800">
                  <a:defRPr/>
                </a:pPr>
                <a:endParaRPr lang="en-US" altLang="en-US" sz="2100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46" name="Rectangle 65">
              <a:extLst>
                <a:ext uri="{FF2B5EF4-FFF2-40B4-BE49-F238E27FC236}">
                  <a16:creationId xmlns:a16="http://schemas.microsoft.com/office/drawing/2014/main" id="{36AEEBB0-978D-F62C-94F9-8A39C8589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Freeform 66">
              <a:extLst>
                <a:ext uri="{FF2B5EF4-FFF2-40B4-BE49-F238E27FC236}">
                  <a16:creationId xmlns:a16="http://schemas.microsoft.com/office/drawing/2014/main" id="{C3F5BF61-EF24-3E57-FFD7-E51D5EE9A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Freeform 67">
              <a:extLst>
                <a:ext uri="{FF2B5EF4-FFF2-40B4-BE49-F238E27FC236}">
                  <a16:creationId xmlns:a16="http://schemas.microsoft.com/office/drawing/2014/main" id="{37E36CD3-C222-6B63-1F12-3919B9DE5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Oval 68">
              <a:extLst>
                <a:ext uri="{FF2B5EF4-FFF2-40B4-BE49-F238E27FC236}">
                  <a16:creationId xmlns:a16="http://schemas.microsoft.com/office/drawing/2014/main" id="{3AE9EE89-893B-6EC3-F8E6-6C9A6C190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Freeform 69">
              <a:extLst>
                <a:ext uri="{FF2B5EF4-FFF2-40B4-BE49-F238E27FC236}">
                  <a16:creationId xmlns:a16="http://schemas.microsoft.com/office/drawing/2014/main" id="{0411174F-CB0B-537D-35CA-CE9936001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AutoShape 70">
              <a:extLst>
                <a:ext uri="{FF2B5EF4-FFF2-40B4-BE49-F238E27FC236}">
                  <a16:creationId xmlns:a16="http://schemas.microsoft.com/office/drawing/2014/main" id="{A49A9578-23A2-2C8A-4E13-0CE3282F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AutoShape 71">
              <a:extLst>
                <a:ext uri="{FF2B5EF4-FFF2-40B4-BE49-F238E27FC236}">
                  <a16:creationId xmlns:a16="http://schemas.microsoft.com/office/drawing/2014/main" id="{C4290087-0E3C-6862-36CB-99AACCC15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Oval 72">
              <a:extLst>
                <a:ext uri="{FF2B5EF4-FFF2-40B4-BE49-F238E27FC236}">
                  <a16:creationId xmlns:a16="http://schemas.microsoft.com/office/drawing/2014/main" id="{E566656A-1569-ACA6-F680-8E6E9D0C9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Oval 73">
              <a:extLst>
                <a:ext uri="{FF2B5EF4-FFF2-40B4-BE49-F238E27FC236}">
                  <a16:creationId xmlns:a16="http://schemas.microsoft.com/office/drawing/2014/main" id="{0E9FA382-251D-1C10-2FEB-9A24D2C4D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defTabSz="685800">
                <a:spcBef>
                  <a:spcPct val="0"/>
                </a:spcBef>
                <a:defRPr/>
              </a:pPr>
              <a:endParaRPr lang="en-US" altLang="en-US" sz="1800" dirty="0">
                <a:solidFill>
                  <a:srgbClr val="FF0000"/>
                </a:solidFill>
                <a:latin typeface="Calibri"/>
                <a:cs typeface="Arial" panose="020B0604020202020204" pitchFamily="34" charset="0"/>
              </a:endParaRPr>
            </a:p>
          </p:txBody>
        </p:sp>
        <p:sp>
          <p:nvSpPr>
            <p:cNvPr id="55" name="Oval 74">
              <a:extLst>
                <a:ext uri="{FF2B5EF4-FFF2-40B4-BE49-F238E27FC236}">
                  <a16:creationId xmlns:a16="http://schemas.microsoft.com/office/drawing/2014/main" id="{24679EBA-B214-7165-331D-E68CB840C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Rectangle 75">
              <a:extLst>
                <a:ext uri="{FF2B5EF4-FFF2-40B4-BE49-F238E27FC236}">
                  <a16:creationId xmlns:a16="http://schemas.microsoft.com/office/drawing/2014/main" id="{627F4508-920D-8A68-83AD-52E1D3F25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defTabSz="685800">
                <a:defRPr/>
              </a:pPr>
              <a:endParaRPr lang="en-US" altLang="en-US" sz="2100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5" name="Group 76">
            <a:extLst>
              <a:ext uri="{FF2B5EF4-FFF2-40B4-BE49-F238E27FC236}">
                <a16:creationId xmlns:a16="http://schemas.microsoft.com/office/drawing/2014/main" id="{89F4894D-F13A-5FD0-35A9-E4B3373C478B}"/>
              </a:ext>
            </a:extLst>
          </p:cNvPr>
          <p:cNvGrpSpPr>
            <a:grpSpLocks/>
          </p:cNvGrpSpPr>
          <p:nvPr/>
        </p:nvGrpSpPr>
        <p:grpSpPr bwMode="auto">
          <a:xfrm>
            <a:off x="5764541" y="2297547"/>
            <a:ext cx="523875" cy="532210"/>
            <a:chOff x="-44" y="1473"/>
            <a:chExt cx="981" cy="1105"/>
          </a:xfrm>
        </p:grpSpPr>
        <p:pic>
          <p:nvPicPr>
            <p:cNvPr id="66" name="Picture 77" descr="desktop_computer_stylized_medium">
              <a:extLst>
                <a:ext uri="{FF2B5EF4-FFF2-40B4-BE49-F238E27FC236}">
                  <a16:creationId xmlns:a16="http://schemas.microsoft.com/office/drawing/2014/main" id="{1AB57E16-06A8-A946-E7C5-34039FF05C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Freeform 78">
              <a:extLst>
                <a:ext uri="{FF2B5EF4-FFF2-40B4-BE49-F238E27FC236}">
                  <a16:creationId xmlns:a16="http://schemas.microsoft.com/office/drawing/2014/main" id="{44273195-B584-436A-8342-879862BC6FA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defTabSz="685800">
                <a:defRPr/>
              </a:pP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9" name="Freeform 1">
            <a:extLst>
              <a:ext uri="{FF2B5EF4-FFF2-40B4-BE49-F238E27FC236}">
                <a16:creationId xmlns:a16="http://schemas.microsoft.com/office/drawing/2014/main" id="{09AB3BF0-5DD0-16CD-F153-19CCF2D06C2F}"/>
              </a:ext>
            </a:extLst>
          </p:cNvPr>
          <p:cNvSpPr/>
          <p:nvPr/>
        </p:nvSpPr>
        <p:spPr>
          <a:xfrm>
            <a:off x="6141738" y="4042364"/>
            <a:ext cx="1275203" cy="418641"/>
          </a:xfrm>
          <a:custGeom>
            <a:avLst/>
            <a:gdLst>
              <a:gd name="connsiteX0" fmla="*/ 0 w 1700270"/>
              <a:gd name="connsiteY0" fmla="*/ 389262 h 543498"/>
              <a:gd name="connsiteX1" fmla="*/ 1700270 w 1700270"/>
              <a:gd name="connsiteY1" fmla="*/ 0 h 543498"/>
              <a:gd name="connsiteX2" fmla="*/ 1696598 w 1700270"/>
              <a:gd name="connsiteY2" fmla="*/ 176269 h 543498"/>
              <a:gd name="connsiteX3" fmla="*/ 0 w 1700270"/>
              <a:gd name="connsiteY3" fmla="*/ 543498 h 543498"/>
              <a:gd name="connsiteX4" fmla="*/ 0 w 1700270"/>
              <a:gd name="connsiteY4" fmla="*/ 389262 h 543498"/>
              <a:gd name="connsiteX0" fmla="*/ 0 w 1700270"/>
              <a:gd name="connsiteY0" fmla="*/ 389262 h 558188"/>
              <a:gd name="connsiteX1" fmla="*/ 1700270 w 1700270"/>
              <a:gd name="connsiteY1" fmla="*/ 0 h 558188"/>
              <a:gd name="connsiteX2" fmla="*/ 1696598 w 1700270"/>
              <a:gd name="connsiteY2" fmla="*/ 176269 h 558188"/>
              <a:gd name="connsiteX3" fmla="*/ 7344 w 1700270"/>
              <a:gd name="connsiteY3" fmla="*/ 558188 h 558188"/>
              <a:gd name="connsiteX4" fmla="*/ 0 w 1700270"/>
              <a:gd name="connsiteY4" fmla="*/ 389262 h 558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0270" h="558188">
                <a:moveTo>
                  <a:pt x="0" y="389262"/>
                </a:moveTo>
                <a:lnTo>
                  <a:pt x="1700270" y="0"/>
                </a:lnTo>
                <a:lnTo>
                  <a:pt x="1696598" y="176269"/>
                </a:lnTo>
                <a:lnTo>
                  <a:pt x="7344" y="558188"/>
                </a:lnTo>
                <a:lnTo>
                  <a:pt x="0" y="389262"/>
                </a:lnTo>
                <a:close/>
              </a:path>
            </a:pathLst>
          </a:custGeom>
          <a:solidFill>
            <a:srgbClr val="0000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AutoShape 21">
            <a:extLst>
              <a:ext uri="{FF2B5EF4-FFF2-40B4-BE49-F238E27FC236}">
                <a16:creationId xmlns:a16="http://schemas.microsoft.com/office/drawing/2014/main" id="{FD4A2817-F9B0-F6F1-B496-A01EA3C3534F}"/>
              </a:ext>
            </a:extLst>
          </p:cNvPr>
          <p:cNvSpPr>
            <a:spLocks/>
          </p:cNvSpPr>
          <p:nvPr/>
        </p:nvSpPr>
        <p:spPr bwMode="auto">
          <a:xfrm flipH="1" flipV="1">
            <a:off x="6052284" y="4339701"/>
            <a:ext cx="74893" cy="121304"/>
          </a:xfrm>
          <a:prstGeom prst="rightBrace">
            <a:avLst>
              <a:gd name="adj1" fmla="val 2039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defTabSz="685800">
              <a:defRPr/>
            </a:pPr>
            <a:endParaRPr lang="en-US" alt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4D4137A-955B-D7E7-D0E8-E27DAC090398}"/>
              </a:ext>
            </a:extLst>
          </p:cNvPr>
          <p:cNvSpPr txBox="1"/>
          <p:nvPr/>
        </p:nvSpPr>
        <p:spPr>
          <a:xfrm>
            <a:off x="792386" y="5297141"/>
            <a:ext cx="6942931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en-US" altLang="en-US" i="1" dirty="0">
                <a:solidFill>
                  <a:prstClr val="black"/>
                </a:solidFill>
                <a:latin typeface="Calibri"/>
                <a:ea typeface="ＭＳ Ｐゴシック" panose="020B0600070205080204" pitchFamily="34" charset="-128"/>
              </a:rPr>
              <a:t>Non-persistent HTTP response time =  2RTT+ file transmission  time</a:t>
            </a:r>
          </a:p>
          <a:p>
            <a:pPr defTabSz="685800">
              <a:defRPr/>
            </a:pPr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0633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E5DE9-7171-ABE8-14FC-CDF4D427C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13469"/>
            <a:ext cx="7886700" cy="745065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Thanks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5CF3F-2EF3-BC1A-AE92-1417AE1C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BC41B36-6335-F546-90B9-E2121371E10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DBBE3-FC6B-25D4-1813-2EBD68F50C41}"/>
              </a:ext>
            </a:extLst>
          </p:cNvPr>
          <p:cNvSpPr txBox="1"/>
          <p:nvPr/>
        </p:nvSpPr>
        <p:spPr>
          <a:xfrm>
            <a:off x="628651" y="4626393"/>
            <a:ext cx="73596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Acknowledgment</a:t>
            </a:r>
          </a:p>
          <a:p>
            <a:endParaRPr lang="en-US" sz="1200" dirty="0"/>
          </a:p>
          <a:p>
            <a:r>
              <a:rPr lang="en-US" sz="1200" dirty="0"/>
              <a:t>The materials for this course are in part based upon the materials from a number of people/sources,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Kurose and Ross text: Computer Networking: A Top-Down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Official website of the Tanenbaum &amp; Wetherall text: Computer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Murat Yuksel: </a:t>
            </a:r>
            <a:r>
              <a:rPr lang="en-US" sz="1200" dirty="0">
                <a:hlinkClick r:id="rId2"/>
              </a:rPr>
              <a:t>https://www.ece.ucf.edu/~yuksem/teaching/EEL-4781-Fall-2020.html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Dr. Raj Jain: </a:t>
            </a:r>
            <a:r>
              <a:rPr lang="en-US" sz="1200" dirty="0">
                <a:hlinkClick r:id="rId3"/>
              </a:rPr>
              <a:t>https://www.cse.wustl.edu/~jain/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8579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26812</TotalTime>
  <Words>1979</Words>
  <Application>Microsoft Office PowerPoint</Application>
  <PresentationFormat>On-screen Show (4:3)</PresentationFormat>
  <Paragraphs>506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ZapfDingbats</vt:lpstr>
      <vt:lpstr>Arial</vt:lpstr>
      <vt:lpstr>Calibri</vt:lpstr>
      <vt:lpstr>Calibri Light</vt:lpstr>
      <vt:lpstr>Comic Sans MS</vt:lpstr>
      <vt:lpstr>Courier New</vt:lpstr>
      <vt:lpstr>Wingdings</vt:lpstr>
      <vt:lpstr>Office Theme</vt:lpstr>
      <vt:lpstr>2_Office Theme</vt:lpstr>
      <vt:lpstr>EEL 4781 Computer Communication Networks Chapter 2-1: Application Layer</vt:lpstr>
      <vt:lpstr>Agenda </vt:lpstr>
      <vt:lpstr>Application layer: overview</vt:lpstr>
      <vt:lpstr>Application layer: overview</vt:lpstr>
      <vt:lpstr>Application layer: overview</vt:lpstr>
      <vt:lpstr>Application layer: overview</vt:lpstr>
      <vt:lpstr>Application layer: Paradigm</vt:lpstr>
      <vt:lpstr>Application layer: Paradigm</vt:lpstr>
      <vt:lpstr>Application layer: 3 Dimensions</vt:lpstr>
      <vt:lpstr>Application layer: 3 Dimensions</vt:lpstr>
      <vt:lpstr>Application layer: 3 Dimensions</vt:lpstr>
      <vt:lpstr>Application layer: Qual. and Sec.</vt:lpstr>
      <vt:lpstr>Application layer: Qual. and Sec.</vt:lpstr>
      <vt:lpstr>Application layer: Qual. and Sec.</vt:lpstr>
      <vt:lpstr>Application layer: Qual. and Sec.</vt:lpstr>
      <vt:lpstr>Application layer: Qual. and Sec.</vt:lpstr>
      <vt:lpstr>Agenda </vt:lpstr>
      <vt:lpstr>HTTP – a quick review</vt:lpstr>
      <vt:lpstr>HTTP – a quick review</vt:lpstr>
      <vt:lpstr>HTTP – a quick review</vt:lpstr>
      <vt:lpstr>HTTP: example</vt:lpstr>
      <vt:lpstr>HTTP: example (cont.)</vt:lpstr>
      <vt:lpstr>HTTP – a quick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Addressing Prolonged Restore Challenge in Further Scaling DRAMs</dc:title>
  <dc:creator>xw zhang</dc:creator>
  <cp:lastModifiedBy>Xin Xin</cp:lastModifiedBy>
  <cp:revision>564</cp:revision>
  <dcterms:created xsi:type="dcterms:W3CDTF">2017-06-28T02:53:02Z</dcterms:created>
  <dcterms:modified xsi:type="dcterms:W3CDTF">2025-01-27T16:32:55Z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1791174</vt:lpwstr>
  </property>
  <property fmtid="{D5CDD505-2E9C-101B-9397-08002B2CF9AE}" pid="3" name="NXPowerLiteSettings">
    <vt:lpwstr>B74006B004C800</vt:lpwstr>
  </property>
  <property fmtid="{D5CDD505-2E9C-101B-9397-08002B2CF9AE}" pid="4" name="NXPowerLiteVersion">
    <vt:lpwstr>D7.1.1</vt:lpwstr>
  </property>
</Properties>
</file>