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2">
  <p:sldMasterIdLst>
    <p:sldMasterId id="2147483851" r:id="rId1"/>
    <p:sldMasterId id="2147483868" r:id="rId2"/>
  </p:sldMasterIdLst>
  <p:notesMasterIdLst>
    <p:notesMasterId r:id="rId39"/>
  </p:notesMasterIdLst>
  <p:sldIdLst>
    <p:sldId id="256" r:id="rId3"/>
    <p:sldId id="1290" r:id="rId4"/>
    <p:sldId id="1129" r:id="rId5"/>
    <p:sldId id="1047" r:id="rId6"/>
    <p:sldId id="1048" r:id="rId7"/>
    <p:sldId id="1049" r:id="rId8"/>
    <p:sldId id="1051" r:id="rId9"/>
    <p:sldId id="1050" r:id="rId10"/>
    <p:sldId id="1196" r:id="rId11"/>
    <p:sldId id="1197" r:id="rId12"/>
    <p:sldId id="1198" r:id="rId13"/>
    <p:sldId id="1291" r:id="rId14"/>
    <p:sldId id="1055" r:id="rId15"/>
    <p:sldId id="1238" r:id="rId16"/>
    <p:sldId id="1058" r:id="rId17"/>
    <p:sldId id="1195" r:id="rId18"/>
    <p:sldId id="1199" r:id="rId19"/>
    <p:sldId id="1200" r:id="rId20"/>
    <p:sldId id="1201" r:id="rId21"/>
    <p:sldId id="1202" r:id="rId22"/>
    <p:sldId id="1061" r:id="rId23"/>
    <p:sldId id="1066" r:id="rId24"/>
    <p:sldId id="1292" r:id="rId25"/>
    <p:sldId id="1063" r:id="rId26"/>
    <p:sldId id="1064" r:id="rId27"/>
    <p:sldId id="1203" r:id="rId28"/>
    <p:sldId id="1068" r:id="rId29"/>
    <p:sldId id="1069" r:id="rId30"/>
    <p:sldId id="1070" r:id="rId31"/>
    <p:sldId id="1072" r:id="rId32"/>
    <p:sldId id="1204" r:id="rId33"/>
    <p:sldId id="1073" r:id="rId34"/>
    <p:sldId id="1074" r:id="rId35"/>
    <p:sldId id="1205" r:id="rId36"/>
    <p:sldId id="989" r:id="rId37"/>
    <p:sldId id="277"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userDrawn="1">
          <p15:clr>
            <a:srgbClr val="A4A3A4"/>
          </p15:clr>
        </p15:guide>
        <p15:guide id="2" pos="2826" userDrawn="1">
          <p15:clr>
            <a:srgbClr val="A4A3A4"/>
          </p15:clr>
        </p15:guide>
        <p15:guide id="3" orient="horz" pos="4128" userDrawn="1">
          <p15:clr>
            <a:srgbClr val="A4A3A4"/>
          </p15:clr>
        </p15:guide>
        <p15:guide id="4" orient="horz" pos="2856" userDrawn="1">
          <p15:clr>
            <a:srgbClr val="A4A3A4"/>
          </p15:clr>
        </p15:guide>
        <p15:guide id="5" pos="1152" userDrawn="1">
          <p15:clr>
            <a:srgbClr val="A4A3A4"/>
          </p15:clr>
        </p15:guide>
        <p15:guide id="6" pos="3780" userDrawn="1">
          <p15:clr>
            <a:srgbClr val="A4A3A4"/>
          </p15:clr>
        </p15:guide>
        <p15:guide id="7" pos="17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7128"/>
    <a:srgbClr val="BA9B37"/>
    <a:srgbClr val="FFC904"/>
    <a:srgbClr val="C95B00"/>
    <a:srgbClr val="FF7C00"/>
    <a:srgbClr val="7F7F7F"/>
    <a:srgbClr val="4472C4"/>
    <a:srgbClr val="027D02"/>
    <a:srgbClr val="CFD5EA"/>
    <a:srgbClr val="0077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6" autoAdjust="0"/>
    <p:restoredTop sz="96357" autoAdjust="0"/>
  </p:normalViewPr>
  <p:slideViewPr>
    <p:cSldViewPr snapToGrid="0" snapToObjects="1">
      <p:cViewPr varScale="1">
        <p:scale>
          <a:sx n="155" d="100"/>
          <a:sy n="155" d="100"/>
        </p:scale>
        <p:origin x="2036" y="88"/>
      </p:cViewPr>
      <p:guideLst>
        <p:guide orient="horz" pos="1440"/>
        <p:guide pos="2826"/>
        <p:guide orient="horz" pos="4128"/>
        <p:guide orient="horz" pos="2856"/>
        <p:guide pos="1152"/>
        <p:guide pos="3780"/>
        <p:guide pos="174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Xin" userId="9ff0c946-7f3c-4192-98c1-6be932ce2bce" providerId="ADAL" clId="{074D74E3-636C-4AD1-96C4-747270E8523C}"/>
    <pc:docChg chg="modSld">
      <pc:chgData name="Xin Xin" userId="9ff0c946-7f3c-4192-98c1-6be932ce2bce" providerId="ADAL" clId="{074D74E3-636C-4AD1-96C4-747270E8523C}" dt="2024-01-09T16:54:56.967" v="21" actId="20577"/>
      <pc:docMkLst>
        <pc:docMk/>
      </pc:docMkLst>
      <pc:sldChg chg="modSp mod">
        <pc:chgData name="Xin Xin" userId="9ff0c946-7f3c-4192-98c1-6be932ce2bce" providerId="ADAL" clId="{074D74E3-636C-4AD1-96C4-747270E8523C}" dt="2024-01-09T16:54:56.967" v="21" actId="20577"/>
        <pc:sldMkLst>
          <pc:docMk/>
          <pc:sldMk cId="962814019" sldId="561"/>
        </pc:sldMkLst>
      </pc:sldChg>
    </pc:docChg>
  </pc:docChgLst>
  <pc:docChgLst>
    <pc:chgData name="Xin Xin" userId="9ff0c946-7f3c-4192-98c1-6be932ce2bce" providerId="ADAL" clId="{EC370BB4-30E8-4AD9-890D-521920E8CA56}"/>
    <pc:docChg chg="undo redo custSel addSld delSld modSld sldOrd delMainMaster modMainMaster modNotesMaster">
      <pc:chgData name="Xin Xin" userId="9ff0c946-7f3c-4192-98c1-6be932ce2bce" providerId="ADAL" clId="{EC370BB4-30E8-4AD9-890D-521920E8CA56}" dt="2024-01-09T16:38:14.567" v="3218" actId="20577"/>
      <pc:docMkLst>
        <pc:docMk/>
      </pc:docMkLst>
      <pc:sldChg chg="addSp modSp mod modNotes">
        <pc:chgData name="Xin Xin" userId="9ff0c946-7f3c-4192-98c1-6be932ce2bce" providerId="ADAL" clId="{EC370BB4-30E8-4AD9-890D-521920E8CA56}" dt="2024-01-09T06:04:11.529" v="3169" actId="1076"/>
        <pc:sldMkLst>
          <pc:docMk/>
          <pc:sldMk cId="739737434" sldId="256"/>
        </pc:sldMkLst>
      </pc:sldChg>
      <pc:sldChg chg="addSp delSp modSp mod modNotes modNotesTx">
        <pc:chgData name="Xin Xin" userId="9ff0c946-7f3c-4192-98c1-6be932ce2bce" providerId="ADAL" clId="{EC370BB4-30E8-4AD9-890D-521920E8CA56}" dt="2024-01-09T16:38:08.626" v="3215" actId="21"/>
        <pc:sldMkLst>
          <pc:docMk/>
          <pc:sldMk cId="1954766533" sldId="257"/>
        </pc:sldMkLst>
      </pc:sldChg>
      <pc:sldChg chg="modSp del mod modNotes">
        <pc:chgData name="Xin Xin" userId="9ff0c946-7f3c-4192-98c1-6be932ce2bce" providerId="ADAL" clId="{EC370BB4-30E8-4AD9-890D-521920E8CA56}" dt="2024-01-08T07:21:24.237" v="1712" actId="47"/>
        <pc:sldMkLst>
          <pc:docMk/>
          <pc:sldMk cId="3664760038" sldId="547"/>
        </pc:sldMkLst>
      </pc:sldChg>
      <pc:sldChg chg="modSp add del mod">
        <pc:chgData name="Xin Xin" userId="9ff0c946-7f3c-4192-98c1-6be932ce2bce" providerId="ADAL" clId="{EC370BB4-30E8-4AD9-890D-521920E8CA56}" dt="2024-01-08T07:22:44.087" v="1769" actId="47"/>
        <pc:sldMkLst>
          <pc:docMk/>
          <pc:sldMk cId="255336568" sldId="548"/>
        </pc:sldMkLst>
      </pc:sldChg>
      <pc:sldChg chg="modSp del mod">
        <pc:chgData name="Xin Xin" userId="9ff0c946-7f3c-4192-98c1-6be932ce2bce" providerId="ADAL" clId="{EC370BB4-30E8-4AD9-890D-521920E8CA56}" dt="2024-01-08T07:21:57.517" v="1718" actId="47"/>
        <pc:sldMkLst>
          <pc:docMk/>
          <pc:sldMk cId="2247533387" sldId="549"/>
        </pc:sldMkLst>
      </pc:sldChg>
      <pc:sldChg chg="modSp del mod">
        <pc:chgData name="Xin Xin" userId="9ff0c946-7f3c-4192-98c1-6be932ce2bce" providerId="ADAL" clId="{EC370BB4-30E8-4AD9-890D-521920E8CA56}" dt="2024-01-08T07:21:55.150" v="1717" actId="47"/>
        <pc:sldMkLst>
          <pc:docMk/>
          <pc:sldMk cId="1631818884" sldId="550"/>
        </pc:sldMkLst>
      </pc:sldChg>
      <pc:sldChg chg="modSp del mod">
        <pc:chgData name="Xin Xin" userId="9ff0c946-7f3c-4192-98c1-6be932ce2bce" providerId="ADAL" clId="{EC370BB4-30E8-4AD9-890D-521920E8CA56}" dt="2024-01-08T07:21:55.150" v="1717" actId="47"/>
        <pc:sldMkLst>
          <pc:docMk/>
          <pc:sldMk cId="3166788806" sldId="551"/>
        </pc:sldMkLst>
      </pc:sldChg>
      <pc:sldChg chg="modSp del mod">
        <pc:chgData name="Xin Xin" userId="9ff0c946-7f3c-4192-98c1-6be932ce2bce" providerId="ADAL" clId="{EC370BB4-30E8-4AD9-890D-521920E8CA56}" dt="2024-01-08T07:21:55.150" v="1717" actId="47"/>
        <pc:sldMkLst>
          <pc:docMk/>
          <pc:sldMk cId="680557119" sldId="552"/>
        </pc:sldMkLst>
      </pc:sldChg>
      <pc:sldChg chg="modSp del mod">
        <pc:chgData name="Xin Xin" userId="9ff0c946-7f3c-4192-98c1-6be932ce2bce" providerId="ADAL" clId="{EC370BB4-30E8-4AD9-890D-521920E8CA56}" dt="2024-01-08T07:21:55.150" v="1717" actId="47"/>
        <pc:sldMkLst>
          <pc:docMk/>
          <pc:sldMk cId="1358710918" sldId="553"/>
        </pc:sldMkLst>
      </pc:sldChg>
      <pc:sldChg chg="addSp delSp modSp add del mod setBg">
        <pc:chgData name="Xin Xin" userId="9ff0c946-7f3c-4192-98c1-6be932ce2bce" providerId="ADAL" clId="{EC370BB4-30E8-4AD9-890D-521920E8CA56}" dt="2024-01-08T05:49:11.396" v="239" actId="47"/>
        <pc:sldMkLst>
          <pc:docMk/>
          <pc:sldMk cId="1799074194" sldId="554"/>
        </pc:sldMkLst>
      </pc:sldChg>
      <pc:sldChg chg="addSp delSp modSp mod modNotes modNotesTx">
        <pc:chgData name="Xin Xin" userId="9ff0c946-7f3c-4192-98c1-6be932ce2bce" providerId="ADAL" clId="{EC370BB4-30E8-4AD9-890D-521920E8CA56}" dt="2024-01-08T10:06:54.621" v="2701" actId="20577"/>
        <pc:sldMkLst>
          <pc:docMk/>
          <pc:sldMk cId="1500498090" sldId="555"/>
        </pc:sldMkLst>
      </pc:sldChg>
      <pc:sldChg chg="addSp delSp modSp mod modNotes modNotesTx">
        <pc:chgData name="Xin Xin" userId="9ff0c946-7f3c-4192-98c1-6be932ce2bce" providerId="ADAL" clId="{EC370BB4-30E8-4AD9-890D-521920E8CA56}" dt="2024-01-08T09:38:30.108" v="2676" actId="6549"/>
        <pc:sldMkLst>
          <pc:docMk/>
          <pc:sldMk cId="2191399085" sldId="556"/>
        </pc:sldMkLst>
      </pc:sldChg>
      <pc:sldChg chg="addSp delSp modSp mod setBg">
        <pc:chgData name="Xin Xin" userId="9ff0c946-7f3c-4192-98c1-6be932ce2bce" providerId="ADAL" clId="{EC370BB4-30E8-4AD9-890D-521920E8CA56}" dt="2024-01-08T09:09:41.385" v="2427" actId="554"/>
        <pc:sldMkLst>
          <pc:docMk/>
          <pc:sldMk cId="374124833" sldId="557"/>
        </pc:sldMkLst>
      </pc:sldChg>
      <pc:sldChg chg="addSp delSp modSp mod modAnim">
        <pc:chgData name="Xin Xin" userId="9ff0c946-7f3c-4192-98c1-6be932ce2bce" providerId="ADAL" clId="{EC370BB4-30E8-4AD9-890D-521920E8CA56}" dt="2024-01-08T07:28:05.140" v="1937" actId="1076"/>
        <pc:sldMkLst>
          <pc:docMk/>
          <pc:sldMk cId="1975299436" sldId="558"/>
        </pc:sldMkLst>
      </pc:sldChg>
      <pc:sldChg chg="modSp del mod modNotes">
        <pc:chgData name="Xin Xin" userId="9ff0c946-7f3c-4192-98c1-6be932ce2bce" providerId="ADAL" clId="{EC370BB4-30E8-4AD9-890D-521920E8CA56}" dt="2024-01-08T07:21:26.022" v="1713" actId="47"/>
        <pc:sldMkLst>
          <pc:docMk/>
          <pc:sldMk cId="1632253196" sldId="559"/>
        </pc:sldMkLst>
      </pc:sldChg>
      <pc:sldChg chg="modSp del mod">
        <pc:chgData name="Xin Xin" userId="9ff0c946-7f3c-4192-98c1-6be932ce2bce" providerId="ADAL" clId="{EC370BB4-30E8-4AD9-890D-521920E8CA56}" dt="2024-01-08T14:42:33.598" v="3088" actId="47"/>
        <pc:sldMkLst>
          <pc:docMk/>
          <pc:sldMk cId="886653827" sldId="560"/>
        </pc:sldMkLst>
      </pc:sldChg>
      <pc:sldChg chg="modSp new mod">
        <pc:chgData name="Xin Xin" userId="9ff0c946-7f3c-4192-98c1-6be932ce2bce" providerId="ADAL" clId="{EC370BB4-30E8-4AD9-890D-521920E8CA56}" dt="2024-01-08T10:31:03.105" v="2711"/>
        <pc:sldMkLst>
          <pc:docMk/>
          <pc:sldMk cId="962814019" sldId="561"/>
        </pc:sldMkLst>
      </pc:sldChg>
      <pc:sldChg chg="addSp delSp modSp add mod">
        <pc:chgData name="Xin Xin" userId="9ff0c946-7f3c-4192-98c1-6be932ce2bce" providerId="ADAL" clId="{EC370BB4-30E8-4AD9-890D-521920E8CA56}" dt="2024-01-08T06:24:12.033" v="871" actId="478"/>
        <pc:sldMkLst>
          <pc:docMk/>
          <pc:sldMk cId="548847966" sldId="562"/>
        </pc:sldMkLst>
      </pc:sldChg>
      <pc:sldChg chg="addSp modSp add mod">
        <pc:chgData name="Xin Xin" userId="9ff0c946-7f3c-4192-98c1-6be932ce2bce" providerId="ADAL" clId="{EC370BB4-30E8-4AD9-890D-521920E8CA56}" dt="2024-01-08T06:29:11.119" v="931" actId="14100"/>
        <pc:sldMkLst>
          <pc:docMk/>
          <pc:sldMk cId="3086478133" sldId="563"/>
        </pc:sldMkLst>
      </pc:sldChg>
      <pc:sldChg chg="addSp delSp modSp add mod modNotesTx">
        <pc:chgData name="Xin Xin" userId="9ff0c946-7f3c-4192-98c1-6be932ce2bce" providerId="ADAL" clId="{EC370BB4-30E8-4AD9-890D-521920E8CA56}" dt="2024-01-09T16:38:14.567" v="3218" actId="20577"/>
        <pc:sldMkLst>
          <pc:docMk/>
          <pc:sldMk cId="1864819173" sldId="564"/>
        </pc:sldMkLst>
      </pc:sldChg>
      <pc:sldChg chg="addSp delSp modSp add mod modNotesTx">
        <pc:chgData name="Xin Xin" userId="9ff0c946-7f3c-4192-98c1-6be932ce2bce" providerId="ADAL" clId="{EC370BB4-30E8-4AD9-890D-521920E8CA56}" dt="2024-01-08T09:38:45.145" v="2679" actId="6549"/>
        <pc:sldMkLst>
          <pc:docMk/>
          <pc:sldMk cId="4285583163" sldId="565"/>
        </pc:sldMkLst>
      </pc:sldChg>
      <pc:sldChg chg="new del">
        <pc:chgData name="Xin Xin" userId="9ff0c946-7f3c-4192-98c1-6be932ce2bce" providerId="ADAL" clId="{EC370BB4-30E8-4AD9-890D-521920E8CA56}" dt="2024-01-08T14:42:34.228" v="3089" actId="47"/>
        <pc:sldMkLst>
          <pc:docMk/>
          <pc:sldMk cId="1442343595" sldId="566"/>
        </pc:sldMkLst>
      </pc:sldChg>
      <pc:sldChg chg="modSp add del mod">
        <pc:chgData name="Xin Xin" userId="9ff0c946-7f3c-4192-98c1-6be932ce2bce" providerId="ADAL" clId="{EC370BB4-30E8-4AD9-890D-521920E8CA56}" dt="2024-01-08T07:25:40.919" v="1922" actId="47"/>
        <pc:sldMkLst>
          <pc:docMk/>
          <pc:sldMk cId="4215190468" sldId="956"/>
        </pc:sldMkLst>
      </pc:sldChg>
      <pc:sldChg chg="modSp add del mod">
        <pc:chgData name="Xin Xin" userId="9ff0c946-7f3c-4192-98c1-6be932ce2bce" providerId="ADAL" clId="{EC370BB4-30E8-4AD9-890D-521920E8CA56}" dt="2024-01-08T07:27:11.013" v="1931" actId="47"/>
        <pc:sldMkLst>
          <pc:docMk/>
          <pc:sldMk cId="2692581944" sldId="957"/>
        </pc:sldMkLst>
      </pc:sldChg>
      <pc:sldChg chg="modSp add del mod">
        <pc:chgData name="Xin Xin" userId="9ff0c946-7f3c-4192-98c1-6be932ce2bce" providerId="ADAL" clId="{EC370BB4-30E8-4AD9-890D-521920E8CA56}" dt="2024-01-08T07:27:19.684" v="1932" actId="47"/>
        <pc:sldMkLst>
          <pc:docMk/>
          <pc:sldMk cId="533023549" sldId="958"/>
        </pc:sldMkLst>
      </pc:sldChg>
      <pc:sldChg chg="modSp add del mod ord">
        <pc:chgData name="Xin Xin" userId="9ff0c946-7f3c-4192-98c1-6be932ce2bce" providerId="ADAL" clId="{EC370BB4-30E8-4AD9-890D-521920E8CA56}" dt="2024-01-08T14:42:31.718" v="3087" actId="47"/>
        <pc:sldMkLst>
          <pc:docMk/>
          <pc:sldMk cId="178774210" sldId="959"/>
        </pc:sldMkLst>
      </pc:sldChg>
      <pc:sldChg chg="modSp add del mod">
        <pc:chgData name="Xin Xin" userId="9ff0c946-7f3c-4192-98c1-6be932ce2bce" providerId="ADAL" clId="{EC370BB4-30E8-4AD9-890D-521920E8CA56}" dt="2024-01-08T07:31:26.416" v="1963" actId="47"/>
        <pc:sldMkLst>
          <pc:docMk/>
          <pc:sldMk cId="2955511339" sldId="961"/>
        </pc:sldMkLst>
      </pc:sldChg>
      <pc:sldChg chg="modSp add del mod">
        <pc:chgData name="Xin Xin" userId="9ff0c946-7f3c-4192-98c1-6be932ce2bce" providerId="ADAL" clId="{EC370BB4-30E8-4AD9-890D-521920E8CA56}" dt="2024-01-08T07:31:44.528" v="1964" actId="47"/>
        <pc:sldMkLst>
          <pc:docMk/>
          <pc:sldMk cId="2609794141" sldId="962"/>
        </pc:sldMkLst>
      </pc:sldChg>
      <pc:sldChg chg="modSp add del mod">
        <pc:chgData name="Xin Xin" userId="9ff0c946-7f3c-4192-98c1-6be932ce2bce" providerId="ADAL" clId="{EC370BB4-30E8-4AD9-890D-521920E8CA56}" dt="2024-01-08T07:31:44.528" v="1964" actId="47"/>
        <pc:sldMkLst>
          <pc:docMk/>
          <pc:sldMk cId="1958923006" sldId="963"/>
        </pc:sldMkLst>
      </pc:sldChg>
      <pc:sldChg chg="modSp add del mod">
        <pc:chgData name="Xin Xin" userId="9ff0c946-7f3c-4192-98c1-6be932ce2bce" providerId="ADAL" clId="{EC370BB4-30E8-4AD9-890D-521920E8CA56}" dt="2024-01-08T07:31:44.528" v="1964" actId="47"/>
        <pc:sldMkLst>
          <pc:docMk/>
          <pc:sldMk cId="2933442144" sldId="964"/>
        </pc:sldMkLst>
      </pc:sldChg>
      <pc:sldChg chg="modSp add mod modAnim">
        <pc:chgData name="Xin Xin" userId="9ff0c946-7f3c-4192-98c1-6be932ce2bce" providerId="ADAL" clId="{EC370BB4-30E8-4AD9-890D-521920E8CA56}" dt="2024-01-08T14:40:14.505" v="3080" actId="20577"/>
        <pc:sldMkLst>
          <pc:docMk/>
          <pc:sldMk cId="1246861303" sldId="965"/>
        </pc:sldMkLst>
      </pc:sldChg>
      <pc:sldChg chg="modSp add del">
        <pc:chgData name="Xin Xin" userId="9ff0c946-7f3c-4192-98c1-6be932ce2bce" providerId="ADAL" clId="{EC370BB4-30E8-4AD9-890D-521920E8CA56}" dt="2024-01-08T07:32:25.295" v="1965" actId="2696"/>
        <pc:sldMkLst>
          <pc:docMk/>
          <pc:sldMk cId="4133981228" sldId="965"/>
        </pc:sldMkLst>
      </pc:sldChg>
      <pc:sldChg chg="modSp add mod">
        <pc:chgData name="Xin Xin" userId="9ff0c946-7f3c-4192-98c1-6be932ce2bce" providerId="ADAL" clId="{EC370BB4-30E8-4AD9-890D-521920E8CA56}" dt="2024-01-08T09:40:37.055" v="2690" actId="14100"/>
        <pc:sldMkLst>
          <pc:docMk/>
          <pc:sldMk cId="107693820" sldId="966"/>
        </pc:sldMkLst>
      </pc:sldChg>
      <pc:sldChg chg="modSp add del mod">
        <pc:chgData name="Xin Xin" userId="9ff0c946-7f3c-4192-98c1-6be932ce2bce" providerId="ADAL" clId="{EC370BB4-30E8-4AD9-890D-521920E8CA56}" dt="2024-01-08T07:32:25.295" v="1965" actId="2696"/>
        <pc:sldMkLst>
          <pc:docMk/>
          <pc:sldMk cId="2647693326" sldId="966"/>
        </pc:sldMkLst>
      </pc:sldChg>
      <pc:sldChg chg="modSp add mod">
        <pc:chgData name="Xin Xin" userId="9ff0c946-7f3c-4192-98c1-6be932ce2bce" providerId="ADAL" clId="{EC370BB4-30E8-4AD9-890D-521920E8CA56}" dt="2024-01-08T07:32:28.388" v="1968" actId="27636"/>
        <pc:sldMkLst>
          <pc:docMk/>
          <pc:sldMk cId="1160441430" sldId="967"/>
        </pc:sldMkLst>
      </pc:sldChg>
      <pc:sldChg chg="modSp add del mod">
        <pc:chgData name="Xin Xin" userId="9ff0c946-7f3c-4192-98c1-6be932ce2bce" providerId="ADAL" clId="{EC370BB4-30E8-4AD9-890D-521920E8CA56}" dt="2024-01-08T07:32:25.295" v="1965" actId="2696"/>
        <pc:sldMkLst>
          <pc:docMk/>
          <pc:sldMk cId="2446553518" sldId="967"/>
        </pc:sldMkLst>
      </pc:sldChg>
      <pc:sldChg chg="modSp add del mod">
        <pc:chgData name="Xin Xin" userId="9ff0c946-7f3c-4192-98c1-6be932ce2bce" providerId="ADAL" clId="{EC370BB4-30E8-4AD9-890D-521920E8CA56}" dt="2024-01-08T14:42:31.718" v="3087" actId="47"/>
        <pc:sldMkLst>
          <pc:docMk/>
          <pc:sldMk cId="1251227092" sldId="968"/>
        </pc:sldMkLst>
      </pc:sldChg>
      <pc:sldChg chg="modSp add del mod">
        <pc:chgData name="Xin Xin" userId="9ff0c946-7f3c-4192-98c1-6be932ce2bce" providerId="ADAL" clId="{EC370BB4-30E8-4AD9-890D-521920E8CA56}" dt="2024-01-08T14:42:31.718" v="3087" actId="47"/>
        <pc:sldMkLst>
          <pc:docMk/>
          <pc:sldMk cId="4154648514" sldId="969"/>
        </pc:sldMkLst>
      </pc:sldChg>
      <pc:sldChg chg="modSp add del mod">
        <pc:chgData name="Xin Xin" userId="9ff0c946-7f3c-4192-98c1-6be932ce2bce" providerId="ADAL" clId="{EC370BB4-30E8-4AD9-890D-521920E8CA56}" dt="2024-01-08T14:42:31.718" v="3087" actId="47"/>
        <pc:sldMkLst>
          <pc:docMk/>
          <pc:sldMk cId="3346501482" sldId="970"/>
        </pc:sldMkLst>
      </pc:sldChg>
      <pc:sldChg chg="modSp add del mod">
        <pc:chgData name="Xin Xin" userId="9ff0c946-7f3c-4192-98c1-6be932ce2bce" providerId="ADAL" clId="{EC370BB4-30E8-4AD9-890D-521920E8CA56}" dt="2024-01-08T14:42:31.718" v="3087" actId="47"/>
        <pc:sldMkLst>
          <pc:docMk/>
          <pc:sldMk cId="1767517223" sldId="973"/>
        </pc:sldMkLst>
      </pc:sldChg>
      <pc:sldChg chg="modSp add del mod">
        <pc:chgData name="Xin Xin" userId="9ff0c946-7f3c-4192-98c1-6be932ce2bce" providerId="ADAL" clId="{EC370BB4-30E8-4AD9-890D-521920E8CA56}" dt="2024-01-08T14:42:31.718" v="3087" actId="47"/>
        <pc:sldMkLst>
          <pc:docMk/>
          <pc:sldMk cId="2067777870" sldId="974"/>
        </pc:sldMkLst>
      </pc:sldChg>
      <pc:sldChg chg="modSp add del mod">
        <pc:chgData name="Xin Xin" userId="9ff0c946-7f3c-4192-98c1-6be932ce2bce" providerId="ADAL" clId="{EC370BB4-30E8-4AD9-890D-521920E8CA56}" dt="2024-01-08T14:42:31.718" v="3087" actId="47"/>
        <pc:sldMkLst>
          <pc:docMk/>
          <pc:sldMk cId="2686971569" sldId="975"/>
        </pc:sldMkLst>
      </pc:sldChg>
      <pc:sldChg chg="modSp add del mod">
        <pc:chgData name="Xin Xin" userId="9ff0c946-7f3c-4192-98c1-6be932ce2bce" providerId="ADAL" clId="{EC370BB4-30E8-4AD9-890D-521920E8CA56}" dt="2024-01-08T14:42:31.718" v="3087" actId="47"/>
        <pc:sldMkLst>
          <pc:docMk/>
          <pc:sldMk cId="2576902241" sldId="976"/>
        </pc:sldMkLst>
      </pc:sldChg>
      <pc:sldChg chg="modSp add del mod">
        <pc:chgData name="Xin Xin" userId="9ff0c946-7f3c-4192-98c1-6be932ce2bce" providerId="ADAL" clId="{EC370BB4-30E8-4AD9-890D-521920E8CA56}" dt="2024-01-08T14:42:31.718" v="3087" actId="47"/>
        <pc:sldMkLst>
          <pc:docMk/>
          <pc:sldMk cId="386875326" sldId="977"/>
        </pc:sldMkLst>
      </pc:sldChg>
      <pc:sldChg chg="modSp add del mod">
        <pc:chgData name="Xin Xin" userId="9ff0c946-7f3c-4192-98c1-6be932ce2bce" providerId="ADAL" clId="{EC370BB4-30E8-4AD9-890D-521920E8CA56}" dt="2024-01-08T14:42:31.718" v="3087" actId="47"/>
        <pc:sldMkLst>
          <pc:docMk/>
          <pc:sldMk cId="3008086356" sldId="978"/>
        </pc:sldMkLst>
      </pc:sldChg>
      <pc:sldChg chg="modSp add del mod">
        <pc:chgData name="Xin Xin" userId="9ff0c946-7f3c-4192-98c1-6be932ce2bce" providerId="ADAL" clId="{EC370BB4-30E8-4AD9-890D-521920E8CA56}" dt="2024-01-08T14:42:31.718" v="3087" actId="47"/>
        <pc:sldMkLst>
          <pc:docMk/>
          <pc:sldMk cId="2227531169" sldId="979"/>
        </pc:sldMkLst>
      </pc:sldChg>
      <pc:sldChg chg="modSp add del mod">
        <pc:chgData name="Xin Xin" userId="9ff0c946-7f3c-4192-98c1-6be932ce2bce" providerId="ADAL" clId="{EC370BB4-30E8-4AD9-890D-521920E8CA56}" dt="2024-01-08T14:42:31.718" v="3087" actId="47"/>
        <pc:sldMkLst>
          <pc:docMk/>
          <pc:sldMk cId="4261154658" sldId="980"/>
        </pc:sldMkLst>
      </pc:sldChg>
      <pc:sldChg chg="modSp add del mod">
        <pc:chgData name="Xin Xin" userId="9ff0c946-7f3c-4192-98c1-6be932ce2bce" providerId="ADAL" clId="{EC370BB4-30E8-4AD9-890D-521920E8CA56}" dt="2024-01-08T14:42:31.718" v="3087" actId="47"/>
        <pc:sldMkLst>
          <pc:docMk/>
          <pc:sldMk cId="1389753227" sldId="981"/>
        </pc:sldMkLst>
      </pc:sldChg>
      <pc:sldChg chg="modSp add del mod">
        <pc:chgData name="Xin Xin" userId="9ff0c946-7f3c-4192-98c1-6be932ce2bce" providerId="ADAL" clId="{EC370BB4-30E8-4AD9-890D-521920E8CA56}" dt="2024-01-08T14:42:31.718" v="3087" actId="47"/>
        <pc:sldMkLst>
          <pc:docMk/>
          <pc:sldMk cId="3688356377" sldId="982"/>
        </pc:sldMkLst>
      </pc:sldChg>
      <pc:sldChg chg="modSp add del mod">
        <pc:chgData name="Xin Xin" userId="9ff0c946-7f3c-4192-98c1-6be932ce2bce" providerId="ADAL" clId="{EC370BB4-30E8-4AD9-890D-521920E8CA56}" dt="2024-01-08T14:42:31.718" v="3087" actId="47"/>
        <pc:sldMkLst>
          <pc:docMk/>
          <pc:sldMk cId="2598388145" sldId="983"/>
        </pc:sldMkLst>
      </pc:sldChg>
      <pc:sldChg chg="modSp add del mod">
        <pc:chgData name="Xin Xin" userId="9ff0c946-7f3c-4192-98c1-6be932ce2bce" providerId="ADAL" clId="{EC370BB4-30E8-4AD9-890D-521920E8CA56}" dt="2024-01-08T14:42:31.718" v="3087" actId="47"/>
        <pc:sldMkLst>
          <pc:docMk/>
          <pc:sldMk cId="1403095897" sldId="984"/>
        </pc:sldMkLst>
      </pc:sldChg>
      <pc:sldChg chg="modSp add del mod">
        <pc:chgData name="Xin Xin" userId="9ff0c946-7f3c-4192-98c1-6be932ce2bce" providerId="ADAL" clId="{EC370BB4-30E8-4AD9-890D-521920E8CA56}" dt="2024-01-08T14:42:31.718" v="3087" actId="47"/>
        <pc:sldMkLst>
          <pc:docMk/>
          <pc:sldMk cId="1192521579" sldId="985"/>
        </pc:sldMkLst>
      </pc:sldChg>
      <pc:sldChg chg="modSp add del mod">
        <pc:chgData name="Xin Xin" userId="9ff0c946-7f3c-4192-98c1-6be932ce2bce" providerId="ADAL" clId="{EC370BB4-30E8-4AD9-890D-521920E8CA56}" dt="2024-01-08T14:42:31.718" v="3087" actId="47"/>
        <pc:sldMkLst>
          <pc:docMk/>
          <pc:sldMk cId="3997576614" sldId="986"/>
        </pc:sldMkLst>
      </pc:sldChg>
      <pc:sldChg chg="modSp add del mod">
        <pc:chgData name="Xin Xin" userId="9ff0c946-7f3c-4192-98c1-6be932ce2bce" providerId="ADAL" clId="{EC370BB4-30E8-4AD9-890D-521920E8CA56}" dt="2024-01-08T14:42:31.718" v="3087" actId="47"/>
        <pc:sldMkLst>
          <pc:docMk/>
          <pc:sldMk cId="2188746582" sldId="987"/>
        </pc:sldMkLst>
      </pc:sldChg>
      <pc:sldChg chg="modSp add del mod">
        <pc:chgData name="Xin Xin" userId="9ff0c946-7f3c-4192-98c1-6be932ce2bce" providerId="ADAL" clId="{EC370BB4-30E8-4AD9-890D-521920E8CA56}" dt="2024-01-08T14:42:31.718" v="3087" actId="47"/>
        <pc:sldMkLst>
          <pc:docMk/>
          <pc:sldMk cId="2747047901" sldId="988"/>
        </pc:sldMkLst>
      </pc:sldChg>
      <pc:sldChg chg="addSp delSp modSp new add del mod">
        <pc:chgData name="Xin Xin" userId="9ff0c946-7f3c-4192-98c1-6be932ce2bce" providerId="ADAL" clId="{EC370BB4-30E8-4AD9-890D-521920E8CA56}" dt="2024-01-09T05:48:44.643" v="3158" actId="5793"/>
        <pc:sldMkLst>
          <pc:docMk/>
          <pc:sldMk cId="3052515236" sldId="989"/>
        </pc:sldMkLst>
      </pc:sldChg>
      <pc:sldChg chg="addSp delSp modSp add mod modAnim">
        <pc:chgData name="Xin Xin" userId="9ff0c946-7f3c-4192-98c1-6be932ce2bce" providerId="ADAL" clId="{EC370BB4-30E8-4AD9-890D-521920E8CA56}" dt="2024-01-08T07:31:18.893" v="1962"/>
        <pc:sldMkLst>
          <pc:docMk/>
          <pc:sldMk cId="2964609195" sldId="990"/>
        </pc:sldMkLst>
      </pc:sldChg>
      <pc:sldChg chg="modSp new del mod ord">
        <pc:chgData name="Xin Xin" userId="9ff0c946-7f3c-4192-98c1-6be932ce2bce" providerId="ADAL" clId="{EC370BB4-30E8-4AD9-890D-521920E8CA56}" dt="2024-01-08T14:42:35.678" v="3090" actId="47"/>
        <pc:sldMkLst>
          <pc:docMk/>
          <pc:sldMk cId="2746704462" sldId="991"/>
        </pc:sldMkLst>
      </pc:sldChg>
      <pc:sldChg chg="addSp delSp modSp add mod">
        <pc:chgData name="Xin Xin" userId="9ff0c946-7f3c-4192-98c1-6be932ce2bce" providerId="ADAL" clId="{EC370BB4-30E8-4AD9-890D-521920E8CA56}" dt="2024-01-08T09:33:30.974" v="2674" actId="1076"/>
        <pc:sldMkLst>
          <pc:docMk/>
          <pc:sldMk cId="2423250723" sldId="992"/>
        </pc:sldMkLst>
      </pc:sldChg>
      <pc:sldChg chg="addSp delSp add del setBg delDesignElem">
        <pc:chgData name="Xin Xin" userId="9ff0c946-7f3c-4192-98c1-6be932ce2bce" providerId="ADAL" clId="{EC370BB4-30E8-4AD9-890D-521920E8CA56}" dt="2024-01-08T09:09:54.362" v="2430"/>
        <pc:sldMkLst>
          <pc:docMk/>
          <pc:sldMk cId="3879548416" sldId="992"/>
        </pc:sldMkLst>
      </pc:sldChg>
      <pc:sldChg chg="addSp delSp modSp add del mod modAnim">
        <pc:chgData name="Xin Xin" userId="9ff0c946-7f3c-4192-98c1-6be932ce2bce" providerId="ADAL" clId="{EC370BB4-30E8-4AD9-890D-521920E8CA56}" dt="2024-01-08T14:35:34.723" v="2939" actId="47"/>
        <pc:sldMkLst>
          <pc:docMk/>
          <pc:sldMk cId="2796890472" sldId="993"/>
        </pc:sldMkLst>
      </pc:sldChg>
      <pc:sldChg chg="modSp add mod">
        <pc:chgData name="Xin Xin" userId="9ff0c946-7f3c-4192-98c1-6be932ce2bce" providerId="ADAL" clId="{EC370BB4-30E8-4AD9-890D-521920E8CA56}" dt="2024-01-08T14:41:08.409" v="3086" actId="20577"/>
        <pc:sldMkLst>
          <pc:docMk/>
          <pc:sldMk cId="1538176317" sldId="994"/>
        </pc:sldMkLst>
      </pc:sldChg>
      <pc:sldChg chg="modSp add del mod">
        <pc:chgData name="Xin Xin" userId="9ff0c946-7f3c-4192-98c1-6be932ce2bce" providerId="ADAL" clId="{EC370BB4-30E8-4AD9-890D-521920E8CA56}" dt="2024-01-08T14:30:55.789" v="2908" actId="47"/>
        <pc:sldMkLst>
          <pc:docMk/>
          <pc:sldMk cId="2980347387" sldId="995"/>
        </pc:sldMkLst>
      </pc:sldChg>
      <pc:sldChg chg="modSp add del mod">
        <pc:chgData name="Xin Xin" userId="9ff0c946-7f3c-4192-98c1-6be932ce2bce" providerId="ADAL" clId="{EC370BB4-30E8-4AD9-890D-521920E8CA56}" dt="2024-01-08T14:30:00.749" v="2905" actId="47"/>
        <pc:sldMkLst>
          <pc:docMk/>
          <pc:sldMk cId="2535701466" sldId="996"/>
        </pc:sldMkLst>
      </pc:sldChg>
      <pc:sldChg chg="delSp modSp add del mod ord">
        <pc:chgData name="Xin Xin" userId="9ff0c946-7f3c-4192-98c1-6be932ce2bce" providerId="ADAL" clId="{EC370BB4-30E8-4AD9-890D-521920E8CA56}" dt="2024-01-08T14:28:42.526" v="2892" actId="47"/>
        <pc:sldMkLst>
          <pc:docMk/>
          <pc:sldMk cId="2468515756" sldId="997"/>
        </pc:sldMkLst>
      </pc:sldChg>
      <pc:sldChg chg="delSp modSp add del mod modAnim">
        <pc:chgData name="Xin Xin" userId="9ff0c946-7f3c-4192-98c1-6be932ce2bce" providerId="ADAL" clId="{EC370BB4-30E8-4AD9-890D-521920E8CA56}" dt="2024-01-08T14:34:49.742" v="2932" actId="47"/>
        <pc:sldMkLst>
          <pc:docMk/>
          <pc:sldMk cId="344159879" sldId="998"/>
        </pc:sldMkLst>
      </pc:sldChg>
      <pc:sldChg chg="modSp add del mod">
        <pc:chgData name="Xin Xin" userId="9ff0c946-7f3c-4192-98c1-6be932ce2bce" providerId="ADAL" clId="{EC370BB4-30E8-4AD9-890D-521920E8CA56}" dt="2024-01-08T14:32:57.967" v="2914" actId="47"/>
        <pc:sldMkLst>
          <pc:docMk/>
          <pc:sldMk cId="1934115457" sldId="999"/>
        </pc:sldMkLst>
      </pc:sldChg>
      <pc:sldChg chg="delSp modSp add del mod">
        <pc:chgData name="Xin Xin" userId="9ff0c946-7f3c-4192-98c1-6be932ce2bce" providerId="ADAL" clId="{EC370BB4-30E8-4AD9-890D-521920E8CA56}" dt="2024-01-08T14:33:32.339" v="2918" actId="47"/>
        <pc:sldMkLst>
          <pc:docMk/>
          <pc:sldMk cId="103550941" sldId="1000"/>
        </pc:sldMkLst>
      </pc:sldChg>
      <pc:sldChg chg="delSp modSp add del mod ord modAnim">
        <pc:chgData name="Xin Xin" userId="9ff0c946-7f3c-4192-98c1-6be932ce2bce" providerId="ADAL" clId="{EC370BB4-30E8-4AD9-890D-521920E8CA56}" dt="2024-01-08T14:36:05.741" v="2947" actId="47"/>
        <pc:sldMkLst>
          <pc:docMk/>
          <pc:sldMk cId="1440061282" sldId="1001"/>
        </pc:sldMkLst>
      </pc:sldChg>
      <pc:sldChg chg="addSp delSp modSp new mod">
        <pc:chgData name="Xin Xin" userId="9ff0c946-7f3c-4192-98c1-6be932ce2bce" providerId="ADAL" clId="{EC370BB4-30E8-4AD9-890D-521920E8CA56}" dt="2024-01-08T14:28:33.969" v="2890" actId="1076"/>
        <pc:sldMkLst>
          <pc:docMk/>
          <pc:sldMk cId="3692251944" sldId="1002"/>
        </pc:sldMkLst>
      </pc:sldChg>
      <pc:sldChg chg="addSp delSp modSp add mod">
        <pc:chgData name="Xin Xin" userId="9ff0c946-7f3c-4192-98c1-6be932ce2bce" providerId="ADAL" clId="{EC370BB4-30E8-4AD9-890D-521920E8CA56}" dt="2024-01-08T14:29:52.802" v="2904" actId="1036"/>
        <pc:sldMkLst>
          <pc:docMk/>
          <pc:sldMk cId="1399360419" sldId="1003"/>
        </pc:sldMkLst>
      </pc:sldChg>
      <pc:sldChg chg="addSp delSp modSp add mod modAnim">
        <pc:chgData name="Xin Xin" userId="9ff0c946-7f3c-4192-98c1-6be932ce2bce" providerId="ADAL" clId="{EC370BB4-30E8-4AD9-890D-521920E8CA56}" dt="2024-01-08T14:33:03.364" v="2915"/>
        <pc:sldMkLst>
          <pc:docMk/>
          <pc:sldMk cId="1024578609" sldId="1004"/>
        </pc:sldMkLst>
      </pc:sldChg>
      <pc:sldChg chg="addSp delSp modSp add mod">
        <pc:chgData name="Xin Xin" userId="9ff0c946-7f3c-4192-98c1-6be932ce2bce" providerId="ADAL" clId="{EC370BB4-30E8-4AD9-890D-521920E8CA56}" dt="2024-01-08T14:33:46.135" v="2921" actId="1076"/>
        <pc:sldMkLst>
          <pc:docMk/>
          <pc:sldMk cId="647430869" sldId="1005"/>
        </pc:sldMkLst>
      </pc:sldChg>
      <pc:sldChg chg="addSp delSp modSp add mod ord modAnim">
        <pc:chgData name="Xin Xin" userId="9ff0c946-7f3c-4192-98c1-6be932ce2bce" providerId="ADAL" clId="{EC370BB4-30E8-4AD9-890D-521920E8CA56}" dt="2024-01-08T14:34:46.976" v="2931"/>
        <pc:sldMkLst>
          <pc:docMk/>
          <pc:sldMk cId="1030716104" sldId="1006"/>
        </pc:sldMkLst>
      </pc:sldChg>
      <pc:sldChg chg="addSp delSp modSp add del mod modAnim">
        <pc:chgData name="Xin Xin" userId="9ff0c946-7f3c-4192-98c1-6be932ce2bce" providerId="ADAL" clId="{EC370BB4-30E8-4AD9-890D-521920E8CA56}" dt="2024-01-08T14:36:12.930" v="2948" actId="2696"/>
        <pc:sldMkLst>
          <pc:docMk/>
          <pc:sldMk cId="3117008380" sldId="1007"/>
        </pc:sldMkLst>
      </pc:sldChg>
      <pc:sldChg chg="modSp add mod">
        <pc:chgData name="Xin Xin" userId="9ff0c946-7f3c-4192-98c1-6be932ce2bce" providerId="ADAL" clId="{EC370BB4-30E8-4AD9-890D-521920E8CA56}" dt="2024-01-08T14:36:41.487" v="2951"/>
        <pc:sldMkLst>
          <pc:docMk/>
          <pc:sldMk cId="3223531500" sldId="1007"/>
        </pc:sldMkLst>
      </pc:sldChg>
      <pc:sldChg chg="modSp add mod ord">
        <pc:chgData name="Xin Xin" userId="9ff0c946-7f3c-4192-98c1-6be932ce2bce" providerId="ADAL" clId="{EC370BB4-30E8-4AD9-890D-521920E8CA56}" dt="2024-01-08T14:36:56.759" v="2955"/>
        <pc:sldMkLst>
          <pc:docMk/>
          <pc:sldMk cId="2424516981" sldId="1008"/>
        </pc:sldMkLst>
      </pc:sldChg>
      <pc:sldChg chg="addSp delSp modSp add del mod modAnim">
        <pc:chgData name="Xin Xin" userId="9ff0c946-7f3c-4192-98c1-6be932ce2bce" providerId="ADAL" clId="{EC370BB4-30E8-4AD9-890D-521920E8CA56}" dt="2024-01-08T14:36:12.930" v="2948" actId="2696"/>
        <pc:sldMkLst>
          <pc:docMk/>
          <pc:sldMk cId="3444685122" sldId="1008"/>
        </pc:sldMkLst>
      </pc:sldChg>
      <pc:sldMasterChg chg="modSp modSldLayout">
        <pc:chgData name="Xin Xin" userId="9ff0c946-7f3c-4192-98c1-6be932ce2bce" providerId="ADAL" clId="{EC370BB4-30E8-4AD9-890D-521920E8CA56}" dt="2024-01-08T05:34:48.496" v="11"/>
        <pc:sldMasterMkLst>
          <pc:docMk/>
          <pc:sldMasterMk cId="1688907420" sldId="2147483839"/>
        </pc:sldMasterMkLst>
        <pc:sldLayoutChg chg="modSp">
          <pc:chgData name="Xin Xin" userId="9ff0c946-7f3c-4192-98c1-6be932ce2bce" providerId="ADAL" clId="{EC370BB4-30E8-4AD9-890D-521920E8CA56}" dt="2024-01-08T05:34:48.496" v="11"/>
          <pc:sldLayoutMkLst>
            <pc:docMk/>
            <pc:sldMasterMk cId="1688907420" sldId="2147483839"/>
            <pc:sldLayoutMk cId="0" sldId="2147483840"/>
          </pc:sldLayoutMkLst>
        </pc:sldLayoutChg>
        <pc:sldLayoutChg chg="modSp">
          <pc:chgData name="Xin Xin" userId="9ff0c946-7f3c-4192-98c1-6be932ce2bce" providerId="ADAL" clId="{EC370BB4-30E8-4AD9-890D-521920E8CA56}" dt="2024-01-08T05:34:48.496" v="11"/>
          <pc:sldLayoutMkLst>
            <pc:docMk/>
            <pc:sldMasterMk cId="1688907420" sldId="2147483839"/>
            <pc:sldLayoutMk cId="0" sldId="2147483841"/>
          </pc:sldLayoutMkLst>
        </pc:sldLayoutChg>
        <pc:sldLayoutChg chg="modSp">
          <pc:chgData name="Xin Xin" userId="9ff0c946-7f3c-4192-98c1-6be932ce2bce" providerId="ADAL" clId="{EC370BB4-30E8-4AD9-890D-521920E8CA56}" dt="2024-01-08T05:34:48.496" v="11"/>
          <pc:sldLayoutMkLst>
            <pc:docMk/>
            <pc:sldMasterMk cId="1688907420" sldId="2147483839"/>
            <pc:sldLayoutMk cId="0" sldId="2147483842"/>
          </pc:sldLayoutMkLst>
        </pc:sldLayoutChg>
        <pc:sldLayoutChg chg="modSp">
          <pc:chgData name="Xin Xin" userId="9ff0c946-7f3c-4192-98c1-6be932ce2bce" providerId="ADAL" clId="{EC370BB4-30E8-4AD9-890D-521920E8CA56}" dt="2024-01-08T05:34:48.496" v="11"/>
          <pc:sldLayoutMkLst>
            <pc:docMk/>
            <pc:sldMasterMk cId="1688907420" sldId="2147483839"/>
            <pc:sldLayoutMk cId="0" sldId="2147483843"/>
          </pc:sldLayoutMkLst>
        </pc:sldLayoutChg>
        <pc:sldLayoutChg chg="modSp">
          <pc:chgData name="Xin Xin" userId="9ff0c946-7f3c-4192-98c1-6be932ce2bce" providerId="ADAL" clId="{EC370BB4-30E8-4AD9-890D-521920E8CA56}" dt="2024-01-08T05:34:48.496" v="11"/>
          <pc:sldLayoutMkLst>
            <pc:docMk/>
            <pc:sldMasterMk cId="1688907420" sldId="2147483839"/>
            <pc:sldLayoutMk cId="0" sldId="2147483844"/>
          </pc:sldLayoutMkLst>
        </pc:sldLayoutChg>
        <pc:sldLayoutChg chg="modSp">
          <pc:chgData name="Xin Xin" userId="9ff0c946-7f3c-4192-98c1-6be932ce2bce" providerId="ADAL" clId="{EC370BB4-30E8-4AD9-890D-521920E8CA56}" dt="2024-01-08T05:34:48.496" v="11"/>
          <pc:sldLayoutMkLst>
            <pc:docMk/>
            <pc:sldMasterMk cId="1688907420" sldId="2147483839"/>
            <pc:sldLayoutMk cId="0" sldId="2147483847"/>
          </pc:sldLayoutMkLst>
        </pc:sldLayoutChg>
        <pc:sldLayoutChg chg="modSp">
          <pc:chgData name="Xin Xin" userId="9ff0c946-7f3c-4192-98c1-6be932ce2bce" providerId="ADAL" clId="{EC370BB4-30E8-4AD9-890D-521920E8CA56}" dt="2024-01-08T05:34:48.496" v="11"/>
          <pc:sldLayoutMkLst>
            <pc:docMk/>
            <pc:sldMasterMk cId="1688907420" sldId="2147483839"/>
            <pc:sldLayoutMk cId="0" sldId="2147483848"/>
          </pc:sldLayoutMkLst>
        </pc:sldLayoutChg>
        <pc:sldLayoutChg chg="modSp">
          <pc:chgData name="Xin Xin" userId="9ff0c946-7f3c-4192-98c1-6be932ce2bce" providerId="ADAL" clId="{EC370BB4-30E8-4AD9-890D-521920E8CA56}" dt="2024-01-08T05:34:48.496" v="11"/>
          <pc:sldLayoutMkLst>
            <pc:docMk/>
            <pc:sldMasterMk cId="1688907420" sldId="2147483839"/>
            <pc:sldLayoutMk cId="0" sldId="2147483850"/>
          </pc:sldLayoutMkLst>
        </pc:sldLayoutChg>
      </pc:sldMasterChg>
      <pc:sldMasterChg chg="modSldLayout">
        <pc:chgData name="Xin Xin" userId="9ff0c946-7f3c-4192-98c1-6be932ce2bce" providerId="ADAL" clId="{EC370BB4-30E8-4AD9-890D-521920E8CA56}" dt="2024-01-08T05:34:28.584" v="0"/>
        <pc:sldMasterMkLst>
          <pc:docMk/>
          <pc:sldMasterMk cId="637128036" sldId="2147483851"/>
        </pc:sldMasterMkLst>
        <pc:sldLayoutChg chg="addSp">
          <pc:chgData name="Xin Xin" userId="9ff0c946-7f3c-4192-98c1-6be932ce2bce" providerId="ADAL" clId="{EC370BB4-30E8-4AD9-890D-521920E8CA56}" dt="2024-01-08T05:34:28.584" v="0"/>
          <pc:sldLayoutMkLst>
            <pc:docMk/>
            <pc:sldMasterMk cId="637128036" sldId="2147483851"/>
            <pc:sldLayoutMk cId="1701856736" sldId="2147483853"/>
          </pc:sldLayoutMkLst>
        </pc:sldLayoutChg>
      </pc:sldMasterChg>
      <pc:sldMasterChg chg="modSldLayout">
        <pc:chgData name="Xin Xin" userId="9ff0c946-7f3c-4192-98c1-6be932ce2bce" providerId="ADAL" clId="{EC370BB4-30E8-4AD9-890D-521920E8CA56}" dt="2024-01-08T05:34:40.913" v="7"/>
        <pc:sldMasterMkLst>
          <pc:docMk/>
          <pc:sldMasterMk cId="1195836270" sldId="2147483851"/>
        </pc:sldMasterMkLst>
        <pc:sldLayoutChg chg="addSp">
          <pc:chgData name="Xin Xin" userId="9ff0c946-7f3c-4192-98c1-6be932ce2bce" providerId="ADAL" clId="{EC370BB4-30E8-4AD9-890D-521920E8CA56}" dt="2024-01-08T05:34:40.913" v="7"/>
          <pc:sldLayoutMkLst>
            <pc:docMk/>
            <pc:sldMasterMk cId="1195836270" sldId="2147483851"/>
            <pc:sldLayoutMk cId="3481299259" sldId="2147483853"/>
          </pc:sldLayoutMkLst>
        </pc:sldLayoutChg>
      </pc:sldMasterChg>
      <pc:sldMasterChg chg="modSldLayout">
        <pc:chgData name="Xin Xin" userId="9ff0c946-7f3c-4192-98c1-6be932ce2bce" providerId="ADAL" clId="{EC370BB4-30E8-4AD9-890D-521920E8CA56}" dt="2024-01-08T06:31:03.338" v="943" actId="14100"/>
        <pc:sldMasterMkLst>
          <pc:docMk/>
          <pc:sldMasterMk cId="3304735552" sldId="2147483851"/>
        </pc:sldMasterMkLst>
        <pc:sldLayoutChg chg="addSp modSp mod">
          <pc:chgData name="Xin Xin" userId="9ff0c946-7f3c-4192-98c1-6be932ce2bce" providerId="ADAL" clId="{EC370BB4-30E8-4AD9-890D-521920E8CA56}" dt="2024-01-08T06:31:03.338" v="943" actId="14100"/>
          <pc:sldLayoutMkLst>
            <pc:docMk/>
            <pc:sldMasterMk cId="3304735552" sldId="2147483851"/>
            <pc:sldLayoutMk cId="2121042803" sldId="2147483853"/>
          </pc:sldLayoutMkLst>
        </pc:sldLayoutChg>
      </pc:sldMasterChg>
      <pc:sldMasterChg chg="del delSldLayout">
        <pc:chgData name="Xin Xin" userId="9ff0c946-7f3c-4192-98c1-6be932ce2bce" providerId="ADAL" clId="{EC370BB4-30E8-4AD9-890D-521920E8CA56}" dt="2024-01-08T14:42:31.718" v="3087" actId="47"/>
        <pc:sldMasterMkLst>
          <pc:docMk/>
          <pc:sldMasterMk cId="132506679" sldId="2147483863"/>
        </pc:sldMasterMkLst>
        <pc:sldLayoutChg chg="del">
          <pc:chgData name="Xin Xin" userId="9ff0c946-7f3c-4192-98c1-6be932ce2bce" providerId="ADAL" clId="{EC370BB4-30E8-4AD9-890D-521920E8CA56}" dt="2024-01-08T14:42:31.718" v="3087" actId="47"/>
          <pc:sldLayoutMkLst>
            <pc:docMk/>
            <pc:sldMasterMk cId="132506679" sldId="2147483863"/>
            <pc:sldLayoutMk cId="3353663624" sldId="2147483864"/>
          </pc:sldLayoutMkLst>
        </pc:sldLayoutChg>
        <pc:sldLayoutChg chg="del">
          <pc:chgData name="Xin Xin" userId="9ff0c946-7f3c-4192-98c1-6be932ce2bce" providerId="ADAL" clId="{EC370BB4-30E8-4AD9-890D-521920E8CA56}" dt="2024-01-08T14:42:31.718" v="3087" actId="47"/>
          <pc:sldLayoutMkLst>
            <pc:docMk/>
            <pc:sldMasterMk cId="132506679" sldId="2147483863"/>
            <pc:sldLayoutMk cId="872515940" sldId="2147483865"/>
          </pc:sldLayoutMkLst>
        </pc:sldLayoutChg>
        <pc:sldLayoutChg chg="del">
          <pc:chgData name="Xin Xin" userId="9ff0c946-7f3c-4192-98c1-6be932ce2bce" providerId="ADAL" clId="{EC370BB4-30E8-4AD9-890D-521920E8CA56}" dt="2024-01-08T14:42:31.718" v="3087" actId="47"/>
          <pc:sldLayoutMkLst>
            <pc:docMk/>
            <pc:sldMasterMk cId="132506679" sldId="2147483863"/>
            <pc:sldLayoutMk cId="4087818356" sldId="2147483866"/>
          </pc:sldLayoutMkLst>
        </pc:sldLayoutChg>
        <pc:sldLayoutChg chg="del">
          <pc:chgData name="Xin Xin" userId="9ff0c946-7f3c-4192-98c1-6be932ce2bce" providerId="ADAL" clId="{EC370BB4-30E8-4AD9-890D-521920E8CA56}" dt="2024-01-08T14:42:31.718" v="3087" actId="47"/>
          <pc:sldLayoutMkLst>
            <pc:docMk/>
            <pc:sldMasterMk cId="132506679" sldId="2147483863"/>
            <pc:sldLayoutMk cId="424052134" sldId="2147483867"/>
          </pc:sldLayoutMkLst>
        </pc:sldLayoutChg>
      </pc:sldMasterChg>
    </pc:docChg>
  </pc:docChgLst>
  <pc:docChgLst>
    <pc:chgData name="Xin Xin" userId="9ff0c946-7f3c-4192-98c1-6be932ce2bce" providerId="ADAL" clId="{9A2554BD-1F8C-44E5-9335-83A0C0FA023F}"/>
    <pc:docChg chg="delSld">
      <pc:chgData name="Xin Xin" userId="9ff0c946-7f3c-4192-98c1-6be932ce2bce" providerId="ADAL" clId="{9A2554BD-1F8C-44E5-9335-83A0C0FA023F}" dt="2025-02-26T16:42:18.170" v="0" actId="47"/>
      <pc:docMkLst>
        <pc:docMk/>
      </pc:docMkLst>
      <pc:sldChg chg="del">
        <pc:chgData name="Xin Xin" userId="9ff0c946-7f3c-4192-98c1-6be932ce2bce" providerId="ADAL" clId="{9A2554BD-1F8C-44E5-9335-83A0C0FA023F}" dt="2025-02-26T16:42:18.170" v="0" actId="47"/>
        <pc:sldMkLst>
          <pc:docMk/>
          <pc:sldMk cId="2814616453" sldId="10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21601-8810-E544-9D11-46F00C4F0696}" type="datetimeFigureOut">
              <a:rPr lang="en-US" smtClean="0"/>
              <a:t>2/26/2025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B5A7F-9579-BB49-881B-29290E49739F}" type="slidenum">
              <a:rPr lang="en-US" smtClean="0"/>
              <a:t>‹#›</a:t>
            </a:fld>
            <a:endParaRPr lang="en-US"/>
          </a:p>
        </p:txBody>
      </p:sp>
    </p:spTree>
    <p:extLst>
      <p:ext uri="{BB962C8B-B14F-4D97-AF65-F5344CB8AC3E}">
        <p14:creationId xmlns:p14="http://schemas.microsoft.com/office/powerpoint/2010/main" val="1097984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F7B5A7F-9579-BB49-881B-29290E49739F}" type="slidenum">
              <a:rPr lang="en-US" smtClean="0"/>
              <a:t>1</a:t>
            </a:fld>
            <a:endParaRPr lang="en-US"/>
          </a:p>
        </p:txBody>
      </p:sp>
    </p:spTree>
    <p:extLst>
      <p:ext uri="{BB962C8B-B14F-4D97-AF65-F5344CB8AC3E}">
        <p14:creationId xmlns:p14="http://schemas.microsoft.com/office/powerpoint/2010/main" val="610059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7B5A7F-9579-BB49-881B-29290E49739F}" type="slidenum">
              <a:rPr lang="en-US" smtClean="0"/>
              <a:t>2</a:t>
            </a:fld>
            <a:endParaRPr lang="en-US"/>
          </a:p>
        </p:txBody>
      </p:sp>
    </p:spTree>
    <p:extLst>
      <p:ext uri="{BB962C8B-B14F-4D97-AF65-F5344CB8AC3E}">
        <p14:creationId xmlns:p14="http://schemas.microsoft.com/office/powerpoint/2010/main" val="572294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4525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5146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2053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625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2961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3374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5034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4252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7B5A7F-9579-BB49-881B-29290E49739F}" type="slidenum">
              <a:rPr lang="en-US" smtClean="0"/>
              <a:t>12</a:t>
            </a:fld>
            <a:endParaRPr lang="en-US"/>
          </a:p>
        </p:txBody>
      </p:sp>
    </p:spTree>
    <p:extLst>
      <p:ext uri="{BB962C8B-B14F-4D97-AF65-F5344CB8AC3E}">
        <p14:creationId xmlns:p14="http://schemas.microsoft.com/office/powerpoint/2010/main" val="1631387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7672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Green box is a physical layer responsible for receiving bit level transmission.  Copper, fiber wireless.</a:t>
            </a:r>
          </a:p>
          <a:p>
            <a:r>
              <a:rPr lang="en-US" dirty="0"/>
              <a:t>Link layer in blue – bit assemble into Ethernet frame.   We will discuss this in details in chapter 6.  </a:t>
            </a:r>
          </a:p>
          <a:p>
            <a:r>
              <a:rPr lang="en-US" dirty="0"/>
              <a:t>But most critical one, is here.  Lookup, forwarding function.    Lookup and forward is “Match plus action” behavior.  </a:t>
            </a:r>
          </a:p>
          <a:p>
            <a:r>
              <a:rPr lang="en-US" dirty="0"/>
              <a:t>GOAL – processing at “line speed”,  otherwise, buffer will be full and packet will be lost</a:t>
            </a:r>
          </a:p>
          <a:p>
            <a:endParaRPr lang="en-US" dirty="0"/>
          </a:p>
          <a:p>
            <a:endParaRPr lang="en-US" dirty="0"/>
          </a:p>
          <a:p>
            <a:r>
              <a:rPr lang="en-US" dirty="0"/>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3719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858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for this animation:</a:t>
            </a:r>
          </a:p>
          <a:p>
            <a:endParaRPr lang="en-US" dirty="0"/>
          </a:p>
          <a:p>
            <a:r>
              <a:rPr lang="en-US" sz="1200" kern="1200" dirty="0">
                <a:solidFill>
                  <a:schemeClr val="tx1"/>
                </a:solidFill>
                <a:effectLst/>
                <a:latin typeface="+mn-lt"/>
                <a:ea typeface="+mn-ea"/>
                <a:cs typeface="+mn-cs"/>
              </a:rPr>
              <a:t>This all works out pretty nice and looks pretty simple!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But of course the devil is in the details, as the saying goes.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0599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643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8405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97205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3533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1226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5194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82712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043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7674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5677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13360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95413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58885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26713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8932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81881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6719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21171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3968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1525932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36525"/>
            <a:ext cx="7250430" cy="772796"/>
          </a:xfrm>
        </p:spPr>
        <p:txBody>
          <a:bodyPr>
            <a:normAutofit/>
          </a:bodyPr>
          <a:lstStyle>
            <a:lvl1pPr>
              <a:defRPr sz="4000" b="1">
                <a:latin typeface="+mj-lt"/>
              </a:defRPr>
            </a:lvl1pPr>
          </a:lstStyle>
          <a:p>
            <a:r>
              <a:rPr lang="en-US" dirty="0"/>
              <a:t>Click to edit Master title style</a:t>
            </a:r>
          </a:p>
        </p:txBody>
      </p:sp>
      <p:sp>
        <p:nvSpPr>
          <p:cNvPr id="3" name="Content Placeholder 2"/>
          <p:cNvSpPr>
            <a:spLocks noGrp="1"/>
          </p:cNvSpPr>
          <p:nvPr>
            <p:ph idx="1"/>
          </p:nvPr>
        </p:nvSpPr>
        <p:spPr>
          <a:xfrm>
            <a:off x="628650" y="1498603"/>
            <a:ext cx="7886700" cy="579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BC41B36-6335-F546-90B9-E2121371E10D}" type="slidenum">
              <a:rPr lang="en-US" smtClean="0"/>
              <a:pPr/>
              <a:t>‹#›</a:t>
            </a:fld>
            <a:endParaRPr lang="en-US" dirty="0"/>
          </a:p>
        </p:txBody>
      </p:sp>
      <p:cxnSp>
        <p:nvCxnSpPr>
          <p:cNvPr id="7" name="Straight Connector 6">
            <a:extLst>
              <a:ext uri="{FF2B5EF4-FFF2-40B4-BE49-F238E27FC236}">
                <a16:creationId xmlns:a16="http://schemas.microsoft.com/office/drawing/2014/main" id="{3961E220-D336-D8EA-6239-8C05D2C08EBC}"/>
              </a:ext>
            </a:extLst>
          </p:cNvPr>
          <p:cNvCxnSpPr/>
          <p:nvPr userDrawn="1"/>
        </p:nvCxnSpPr>
        <p:spPr>
          <a:xfrm>
            <a:off x="9525" y="955002"/>
            <a:ext cx="9121140" cy="0"/>
          </a:xfrm>
          <a:prstGeom prst="line">
            <a:avLst/>
          </a:prstGeom>
          <a:ln w="38100">
            <a:solidFill>
              <a:srgbClr val="C95B00"/>
            </a:solidFill>
          </a:ln>
        </p:spPr>
        <p:style>
          <a:lnRef idx="1">
            <a:schemeClr val="accent1"/>
          </a:lnRef>
          <a:fillRef idx="0">
            <a:schemeClr val="accent1"/>
          </a:fillRef>
          <a:effectRef idx="0">
            <a:schemeClr val="accent1"/>
          </a:effectRef>
          <a:fontRef idx="minor">
            <a:schemeClr val="tx1"/>
          </a:fontRef>
        </p:style>
      </p:cxnSp>
      <p:pic>
        <p:nvPicPr>
          <p:cNvPr id="2050" name="Picture 2" descr="Home - UCF College of Engineering and Computer Science">
            <a:extLst>
              <a:ext uri="{FF2B5EF4-FFF2-40B4-BE49-F238E27FC236}">
                <a16:creationId xmlns:a16="http://schemas.microsoft.com/office/drawing/2014/main" id="{9F1B4091-87B5-7363-19C4-89F41293F64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84252" b="28112"/>
          <a:stretch/>
        </p:blipFill>
        <p:spPr bwMode="auto">
          <a:xfrm>
            <a:off x="8238773" y="84380"/>
            <a:ext cx="707107" cy="772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042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128017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7/14/2017</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4169395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7/14/2017</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3359858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7/14/2017</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2957597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7/14/2017</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507626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7/14/2017</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3621757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7/14/2017</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411389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1000077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2978137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143000" y="1122363"/>
            <a:ext cx="6858000" cy="2387600"/>
          </a:xfrm>
        </p:spPr>
        <p:txBody>
          <a:bodyPr anchor="b"/>
          <a:lstStyle>
            <a:lvl1pPr algn="ctr">
              <a:defRPr sz="45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2107238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628650" y="1724027"/>
            <a:ext cx="78867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3802626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1125490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103866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7/14/2017</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C41B36-6335-F546-90B9-E2121371E10D}" type="slidenum">
              <a:rPr lang="en-US" smtClean="0"/>
              <a:t>‹#›</a:t>
            </a:fld>
            <a:endParaRPr lang="en-US"/>
          </a:p>
        </p:txBody>
      </p:sp>
    </p:spTree>
    <p:extLst>
      <p:ext uri="{BB962C8B-B14F-4D97-AF65-F5344CB8AC3E}">
        <p14:creationId xmlns:p14="http://schemas.microsoft.com/office/powerpoint/2010/main" val="3304735552"/>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628650" y="451821"/>
            <a:ext cx="78867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Introduction: 1-</a:t>
            </a:r>
            <a:fld id="{C4204591-24BD-A542-B9D5-F8D8A88D2FEE}" type="slidenum">
              <a:rPr lang="en-US" smtClean="0"/>
              <a:pPr/>
              <a:t>‹#›</a:t>
            </a:fld>
            <a:endParaRPr lang="en-US"/>
          </a:p>
        </p:txBody>
      </p:sp>
    </p:spTree>
    <p:extLst>
      <p:ext uri="{BB962C8B-B14F-4D97-AF65-F5344CB8AC3E}">
        <p14:creationId xmlns:p14="http://schemas.microsoft.com/office/powerpoint/2010/main" val="3788768604"/>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Lst>
  <p:hf hdr="0" ftr="0" dt="0"/>
  <p:txStyles>
    <p:titleStyle>
      <a:lvl1pPr algn="l" defTabSz="685800" rtl="0" eaLnBrk="1" latinLnBrk="0" hangingPunct="1">
        <a:lnSpc>
          <a:spcPct val="90000"/>
        </a:lnSpc>
        <a:spcBef>
          <a:spcPct val="0"/>
        </a:spcBef>
        <a:buNone/>
        <a:defRPr sz="3000" b="1" kern="1200">
          <a:solidFill>
            <a:srgbClr val="0000A3"/>
          </a:solidFill>
          <a:latin typeface="+mn-lt"/>
          <a:ea typeface="+mj-ea"/>
          <a:cs typeface="+mj-cs"/>
        </a:defRPr>
      </a:lvl1pPr>
    </p:titleStyle>
    <p:bodyStyle>
      <a:lvl1pPr marL="264319" indent="-166688" algn="l" defTabSz="685800" rtl="0" eaLnBrk="1" latinLnBrk="0" hangingPunct="1">
        <a:lnSpc>
          <a:spcPct val="90000"/>
        </a:lnSpc>
        <a:spcBef>
          <a:spcPts val="750"/>
        </a:spcBef>
        <a:buClr>
          <a:srgbClr val="0000A3"/>
        </a:buClr>
        <a:buFont typeface="Wingdings" pitchFamily="2" charset="2"/>
        <a:buChar char="§"/>
        <a:tabLst/>
        <a:defRPr sz="2100" kern="1200">
          <a:solidFill>
            <a:schemeClr val="tx1"/>
          </a:solidFill>
          <a:latin typeface="+mn-lt"/>
          <a:ea typeface="+mn-ea"/>
          <a:cs typeface="+mn-cs"/>
        </a:defRPr>
      </a:lvl1pPr>
      <a:lvl2pPr marL="521494" indent="-173831" algn="l" defTabSz="685800" rtl="0" eaLnBrk="1" latinLnBrk="0" hangingPunct="1">
        <a:lnSpc>
          <a:spcPct val="90000"/>
        </a:lnSpc>
        <a:spcBef>
          <a:spcPts val="375"/>
        </a:spcBef>
        <a:buClr>
          <a:srgbClr val="0000A8"/>
        </a:buClr>
        <a:buFont typeface="Arial" panose="020B0604020202020204" pitchFamily="34" charset="0"/>
        <a:buChar char="•"/>
        <a:tabLst/>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cse.wustl.edu/~jain/" TargetMode="External"/><Relationship Id="rId2" Type="http://schemas.openxmlformats.org/officeDocument/2006/relationships/hyperlink" Target="https://www.ece.ucf.edu/~yuksem/teaching/EEL-4781-Fall-2020.html" TargetMode="Externa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F67056-1534-47E2-83BE-08A2B9441FDC}"/>
              </a:ext>
            </a:extLst>
          </p:cNvPr>
          <p:cNvSpPr/>
          <p:nvPr/>
        </p:nvSpPr>
        <p:spPr>
          <a:xfrm>
            <a:off x="0" y="1951615"/>
            <a:ext cx="9144000" cy="1750979"/>
          </a:xfrm>
          <a:prstGeom prst="rect">
            <a:avLst/>
          </a:prstGeom>
          <a:solidFill>
            <a:srgbClr val="887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2336103"/>
            <a:ext cx="9144000" cy="1014108"/>
          </a:xfrm>
        </p:spPr>
        <p:txBody>
          <a:bodyPr>
            <a:noAutofit/>
          </a:bodyPr>
          <a:lstStyle/>
          <a:p>
            <a:r>
              <a:rPr lang="en-US" altLang="zh-CN" sz="3600" dirty="0">
                <a:solidFill>
                  <a:schemeClr val="bg1"/>
                </a:solidFill>
                <a:latin typeface="+mn-lt"/>
              </a:rPr>
              <a:t>EEL 4781 Computer Communication Networks</a:t>
            </a:r>
            <a:br>
              <a:rPr lang="en-US" altLang="zh-CN" sz="4800" dirty="0">
                <a:solidFill>
                  <a:schemeClr val="bg1"/>
                </a:solidFill>
                <a:latin typeface="+mn-lt"/>
              </a:rPr>
            </a:br>
            <a:r>
              <a:rPr lang="en-US" altLang="zh-CN" sz="3200" dirty="0">
                <a:solidFill>
                  <a:schemeClr val="bg1"/>
                </a:solidFill>
                <a:latin typeface="+mn-lt"/>
              </a:rPr>
              <a:t>Chapter 4-1: Network Layer</a:t>
            </a:r>
            <a:endParaRPr lang="en-US" sz="4800" dirty="0">
              <a:solidFill>
                <a:schemeClr val="bg1"/>
              </a:solidFill>
              <a:latin typeface="+mn-lt"/>
            </a:endParaRPr>
          </a:p>
        </p:txBody>
      </p:sp>
      <p:sp>
        <p:nvSpPr>
          <p:cNvPr id="3" name="Subtitle 2"/>
          <p:cNvSpPr>
            <a:spLocks noGrp="1"/>
          </p:cNvSpPr>
          <p:nvPr>
            <p:ph type="subTitle" idx="1"/>
          </p:nvPr>
        </p:nvSpPr>
        <p:spPr>
          <a:xfrm>
            <a:off x="1287026" y="4647913"/>
            <a:ext cx="6858000" cy="581315"/>
          </a:xfrm>
        </p:spPr>
        <p:txBody>
          <a:bodyPr wrap="none">
            <a:noAutofit/>
          </a:bodyPr>
          <a:lstStyle/>
          <a:p>
            <a:r>
              <a:rPr lang="en-US" sz="2400" b="1" dirty="0"/>
              <a:t>Xin </a:t>
            </a:r>
            <a:r>
              <a:rPr lang="en-US" sz="2400" b="1" dirty="0" err="1"/>
              <a:t>Xin</a:t>
            </a:r>
            <a:endParaRPr lang="en-US" sz="2400" b="1" dirty="0"/>
          </a:p>
          <a:p>
            <a:r>
              <a:rPr lang="en-US" b="1" dirty="0"/>
              <a:t>Department of Electrical and </a:t>
            </a:r>
            <a:r>
              <a:rPr lang="en-US" altLang="zh-CN" b="1" dirty="0"/>
              <a:t>Computer Engineering</a:t>
            </a:r>
          </a:p>
          <a:p>
            <a:r>
              <a:rPr lang="en-US" sz="2400" b="1" dirty="0"/>
              <a:t>University of Central F</a:t>
            </a:r>
            <a:r>
              <a:rPr lang="en-US" b="1" dirty="0"/>
              <a:t>lorida</a:t>
            </a:r>
            <a:endParaRPr lang="en-US" sz="2400" b="1" dirty="0"/>
          </a:p>
        </p:txBody>
      </p:sp>
      <p:sp>
        <p:nvSpPr>
          <p:cNvPr id="10" name="Rectangle 9">
            <a:extLst>
              <a:ext uri="{FF2B5EF4-FFF2-40B4-BE49-F238E27FC236}">
                <a16:creationId xmlns:a16="http://schemas.microsoft.com/office/drawing/2014/main" id="{AC9DF276-5B0A-4972-9653-037F6D8B3C68}"/>
              </a:ext>
            </a:extLst>
          </p:cNvPr>
          <p:cNvSpPr/>
          <p:nvPr/>
        </p:nvSpPr>
        <p:spPr>
          <a:xfrm>
            <a:off x="1" y="3790141"/>
            <a:ext cx="6774656" cy="116732"/>
          </a:xfrm>
          <a:prstGeom prst="rect">
            <a:avLst/>
          </a:prstGeom>
          <a:gradFill flip="none" rotWithShape="1">
            <a:gsLst>
              <a:gs pos="69000">
                <a:srgbClr val="887128"/>
              </a:gs>
              <a:gs pos="47000">
                <a:srgbClr val="FFC904">
                  <a:alpha val="40784"/>
                </a:srgbClr>
              </a:gs>
              <a:gs pos="21000">
                <a:srgbClr val="887128"/>
              </a:gs>
              <a:gs pos="0">
                <a:srgbClr val="887128"/>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F1411FC-0199-4C18-B757-D96B9FBEC12C}"/>
              </a:ext>
            </a:extLst>
          </p:cNvPr>
          <p:cNvSpPr/>
          <p:nvPr/>
        </p:nvSpPr>
        <p:spPr>
          <a:xfrm>
            <a:off x="6880860" y="3790142"/>
            <a:ext cx="2263140" cy="116732"/>
          </a:xfrm>
          <a:prstGeom prst="rect">
            <a:avLst/>
          </a:prstGeom>
          <a:solidFill>
            <a:srgbClr val="887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26" name="Picture 2" descr="Home - UCF College of Engineering and Computer Science">
            <a:extLst>
              <a:ext uri="{FF2B5EF4-FFF2-40B4-BE49-F238E27FC236}">
                <a16:creationId xmlns:a16="http://schemas.microsoft.com/office/drawing/2014/main" id="{8E0F3A9D-0085-8B62-1898-2721C3D1D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9844" y="337185"/>
            <a:ext cx="2794835" cy="669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737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5E6AC-FD5F-025B-33E7-8799CF2032A8}"/>
              </a:ext>
            </a:extLst>
          </p:cNvPr>
          <p:cNvSpPr>
            <a:spLocks noGrp="1"/>
          </p:cNvSpPr>
          <p:nvPr>
            <p:ph type="title"/>
          </p:nvPr>
        </p:nvSpPr>
        <p:spPr/>
        <p:txBody>
          <a:bodyPr>
            <a:normAutofit/>
          </a:bodyPr>
          <a:lstStyle/>
          <a:p>
            <a:r>
              <a:rPr lang="en-US" sz="3600" dirty="0"/>
              <a:t>Agenda </a:t>
            </a:r>
          </a:p>
        </p:txBody>
      </p:sp>
      <p:sp>
        <p:nvSpPr>
          <p:cNvPr id="3" name="Content Placeholder 2">
            <a:extLst>
              <a:ext uri="{FF2B5EF4-FFF2-40B4-BE49-F238E27FC236}">
                <a16:creationId xmlns:a16="http://schemas.microsoft.com/office/drawing/2014/main" id="{4E1719AE-B1B9-90B4-C7A9-C40C5C5D0FA8}"/>
              </a:ext>
            </a:extLst>
          </p:cNvPr>
          <p:cNvSpPr>
            <a:spLocks noGrp="1"/>
          </p:cNvSpPr>
          <p:nvPr>
            <p:ph idx="1"/>
          </p:nvPr>
        </p:nvSpPr>
        <p:spPr>
          <a:xfrm>
            <a:off x="628650" y="1498603"/>
            <a:ext cx="7886700" cy="4857748"/>
          </a:xfrm>
        </p:spPr>
        <p:txBody>
          <a:bodyPr>
            <a:normAutofit/>
          </a:bodyPr>
          <a:lstStyle/>
          <a:p>
            <a:r>
              <a:rPr lang="en-US" dirty="0"/>
              <a:t>Network layer: overview</a:t>
            </a:r>
          </a:p>
          <a:p>
            <a:pPr lvl="1"/>
            <a:r>
              <a:rPr lang="en-US" dirty="0"/>
              <a:t>data plane</a:t>
            </a:r>
          </a:p>
          <a:p>
            <a:pPr lvl="1"/>
            <a:r>
              <a:rPr lang="en-US" dirty="0"/>
              <a:t>control plane</a:t>
            </a:r>
          </a:p>
          <a:p>
            <a:r>
              <a:rPr lang="en-US" dirty="0"/>
              <a:t>What’s inside a router</a:t>
            </a:r>
          </a:p>
          <a:p>
            <a:pPr lvl="1"/>
            <a:r>
              <a:rPr lang="en-US" dirty="0"/>
              <a:t>input ports, switching, output ports</a:t>
            </a:r>
          </a:p>
          <a:p>
            <a:pPr lvl="1"/>
            <a:r>
              <a:rPr lang="en-US" dirty="0"/>
              <a:t>buffer management, scheduling</a:t>
            </a:r>
          </a:p>
        </p:txBody>
      </p:sp>
      <p:sp>
        <p:nvSpPr>
          <p:cNvPr id="4" name="Slide Number Placeholder 3">
            <a:extLst>
              <a:ext uri="{FF2B5EF4-FFF2-40B4-BE49-F238E27FC236}">
                <a16:creationId xmlns:a16="http://schemas.microsoft.com/office/drawing/2014/main" id="{A2C09955-B883-EB1B-CA00-1FE33C432D96}"/>
              </a:ext>
            </a:extLst>
          </p:cNvPr>
          <p:cNvSpPr>
            <a:spLocks noGrp="1"/>
          </p:cNvSpPr>
          <p:nvPr>
            <p:ph type="sldNum" sz="quarter" idx="12"/>
          </p:nvPr>
        </p:nvSpPr>
        <p:spPr/>
        <p:txBody>
          <a:bodyPr/>
          <a:lstStyle/>
          <a:p>
            <a:fld id="{0BC41B36-6335-F546-90B9-E2121371E10D}" type="slidenum">
              <a:rPr lang="en-US" smtClean="0"/>
              <a:pPr/>
              <a:t>2</a:t>
            </a:fld>
            <a:endParaRPr lang="en-US" dirty="0"/>
          </a:p>
        </p:txBody>
      </p:sp>
    </p:spTree>
    <p:extLst>
      <p:ext uri="{BB962C8B-B14F-4D97-AF65-F5344CB8AC3E}">
        <p14:creationId xmlns:p14="http://schemas.microsoft.com/office/powerpoint/2010/main" val="3750632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F6FC3-7DD0-8D48-A73C-1EC08DB3BAF6}"/>
              </a:ext>
            </a:extLst>
          </p:cNvPr>
          <p:cNvSpPr>
            <a:spLocks noGrp="1"/>
          </p:cNvSpPr>
          <p:nvPr>
            <p:ph type="title"/>
          </p:nvPr>
        </p:nvSpPr>
        <p:spPr/>
        <p:txBody>
          <a:bodyPr/>
          <a:lstStyle/>
          <a:p>
            <a:r>
              <a:rPr lang="en-US" altLang="en-US" sz="3600" dirty="0"/>
              <a:t>Network layer: our goals</a:t>
            </a:r>
            <a:endParaRPr lang="en-US" sz="3600" dirty="0"/>
          </a:p>
        </p:txBody>
      </p:sp>
      <p:sp>
        <p:nvSpPr>
          <p:cNvPr id="3" name="Content Placeholder 2">
            <a:extLst>
              <a:ext uri="{FF2B5EF4-FFF2-40B4-BE49-F238E27FC236}">
                <a16:creationId xmlns:a16="http://schemas.microsoft.com/office/drawing/2014/main" id="{99183EDA-C355-9A48-9A7B-13CAE9D049C3}"/>
              </a:ext>
            </a:extLst>
          </p:cNvPr>
          <p:cNvSpPr>
            <a:spLocks noGrp="1"/>
          </p:cNvSpPr>
          <p:nvPr>
            <p:ph idx="1"/>
          </p:nvPr>
        </p:nvSpPr>
        <p:spPr>
          <a:xfrm>
            <a:off x="628650" y="1498603"/>
            <a:ext cx="4327525" cy="3517534"/>
          </a:xfrm>
        </p:spPr>
        <p:txBody>
          <a:bodyPr>
            <a:normAutofit/>
          </a:bodyPr>
          <a:lstStyle/>
          <a:p>
            <a:pPr marL="257175" indent="-159544">
              <a:buFont typeface="Wingdings" charset="2"/>
              <a:buChar char="§"/>
              <a:defRPr/>
            </a:pPr>
            <a:r>
              <a:rPr lang="en-US" sz="2400" dirty="0"/>
              <a:t>Our Goals</a:t>
            </a:r>
            <a:endParaRPr lang="en-US" sz="2100" dirty="0"/>
          </a:p>
          <a:p>
            <a:pPr marL="97631" indent="0">
              <a:buNone/>
            </a:pPr>
            <a:endParaRPr lang="en-US" dirty="0"/>
          </a:p>
        </p:txBody>
      </p:sp>
      <p:sp>
        <p:nvSpPr>
          <p:cNvPr id="5" name="Slide Number Placeholder 4">
            <a:extLst>
              <a:ext uri="{FF2B5EF4-FFF2-40B4-BE49-F238E27FC236}">
                <a16:creationId xmlns:a16="http://schemas.microsoft.com/office/drawing/2014/main" id="{AF90DE33-80BA-7C4C-A2DC-16FEA33E2950}"/>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3</a:t>
            </a:fld>
            <a:endParaRPr lang="en-US" dirty="0">
              <a:solidFill>
                <a:prstClr val="white">
                  <a:lumMod val="50000"/>
                </a:prstClr>
              </a:solidFill>
              <a:latin typeface="Calibri" panose="020F0502020204030204"/>
            </a:endParaRPr>
          </a:p>
        </p:txBody>
      </p:sp>
      <p:sp>
        <p:nvSpPr>
          <p:cNvPr id="4" name="Content Placeholder 3">
            <a:extLst>
              <a:ext uri="{FF2B5EF4-FFF2-40B4-BE49-F238E27FC236}">
                <a16:creationId xmlns:a16="http://schemas.microsoft.com/office/drawing/2014/main" id="{9B6A4EEF-90EE-424B-9F5F-D32E647EF1B0}"/>
              </a:ext>
            </a:extLst>
          </p:cNvPr>
          <p:cNvSpPr>
            <a:spLocks noGrp="1"/>
          </p:cNvSpPr>
          <p:nvPr>
            <p:ph sz="half" idx="4294967295"/>
          </p:nvPr>
        </p:nvSpPr>
        <p:spPr>
          <a:xfrm>
            <a:off x="4711700" y="2189163"/>
            <a:ext cx="4187825" cy="3263900"/>
          </a:xfrm>
        </p:spPr>
        <p:txBody>
          <a:bodyPr>
            <a:normAutofit/>
          </a:bodyPr>
          <a:lstStyle/>
          <a:p>
            <a:pPr marL="305991" indent="-208360"/>
            <a:r>
              <a:rPr lang="en-US" sz="2400" dirty="0"/>
              <a:t>instantiation, implementation in the Internet</a:t>
            </a:r>
          </a:p>
          <a:p>
            <a:pPr lvl="1"/>
            <a:r>
              <a:rPr lang="en-US" sz="2100" dirty="0"/>
              <a:t>IP protocol</a:t>
            </a:r>
          </a:p>
          <a:p>
            <a:pPr lvl="1"/>
            <a:r>
              <a:rPr lang="en-US" sz="2100" dirty="0"/>
              <a:t>NAT, middleboxes</a:t>
            </a:r>
          </a:p>
        </p:txBody>
      </p:sp>
      <p:sp>
        <p:nvSpPr>
          <p:cNvPr id="6" name="Content Placeholder 3">
            <a:extLst>
              <a:ext uri="{FF2B5EF4-FFF2-40B4-BE49-F238E27FC236}">
                <a16:creationId xmlns:a16="http://schemas.microsoft.com/office/drawing/2014/main" id="{80B3DB15-2043-B439-55A9-C4BF2DD1062B}"/>
              </a:ext>
            </a:extLst>
          </p:cNvPr>
          <p:cNvSpPr txBox="1">
            <a:spLocks/>
          </p:cNvSpPr>
          <p:nvPr/>
        </p:nvSpPr>
        <p:spPr>
          <a:xfrm>
            <a:off x="384175" y="2189163"/>
            <a:ext cx="4187825" cy="32639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5991" indent="-208360">
              <a:defRPr/>
            </a:pPr>
            <a:r>
              <a:rPr lang="en-US" sz="2400" dirty="0"/>
              <a:t>understand principles behind network layer services, focusing on data plane:</a:t>
            </a:r>
          </a:p>
          <a:p>
            <a:pPr lvl="1">
              <a:buFont typeface="Arial"/>
              <a:buChar char="•"/>
              <a:defRPr/>
            </a:pPr>
            <a:r>
              <a:rPr lang="en-US" sz="2100" dirty="0"/>
              <a:t>network layer service models</a:t>
            </a:r>
          </a:p>
          <a:p>
            <a:pPr lvl="1">
              <a:buFont typeface="Arial"/>
              <a:buChar char="•"/>
              <a:defRPr/>
            </a:pPr>
            <a:r>
              <a:rPr lang="en-US" sz="2100" dirty="0"/>
              <a:t>forwarding versus routing</a:t>
            </a:r>
          </a:p>
          <a:p>
            <a:pPr lvl="1">
              <a:buFont typeface="Arial"/>
              <a:buChar char="•"/>
              <a:defRPr/>
            </a:pPr>
            <a:r>
              <a:rPr lang="en-US" sz="2100" dirty="0"/>
              <a:t>how a router works</a:t>
            </a:r>
          </a:p>
          <a:p>
            <a:pPr lvl="1">
              <a:buFont typeface="Arial"/>
              <a:buChar char="•"/>
              <a:defRPr/>
            </a:pPr>
            <a:r>
              <a:rPr lang="en-US" sz="2100" dirty="0"/>
              <a:t>generalized forwarding</a:t>
            </a:r>
          </a:p>
        </p:txBody>
      </p:sp>
    </p:spTree>
    <p:extLst>
      <p:ext uri="{BB962C8B-B14F-4D97-AF65-F5344CB8AC3E}">
        <p14:creationId xmlns:p14="http://schemas.microsoft.com/office/powerpoint/2010/main" val="4100286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sz="3600" dirty="0"/>
              <a:t>Network layer: overview</a:t>
            </a:r>
          </a:p>
        </p:txBody>
      </p:sp>
      <p:sp>
        <p:nvSpPr>
          <p:cNvPr id="3" name="Content Placeholder 2">
            <a:extLst>
              <a:ext uri="{FF2B5EF4-FFF2-40B4-BE49-F238E27FC236}">
                <a16:creationId xmlns:a16="http://schemas.microsoft.com/office/drawing/2014/main" id="{D937F4D4-16C8-27D7-3F46-3879564B208D}"/>
              </a:ext>
            </a:extLst>
          </p:cNvPr>
          <p:cNvSpPr>
            <a:spLocks noGrp="1"/>
          </p:cNvSpPr>
          <p:nvPr>
            <p:ph idx="1"/>
          </p:nvPr>
        </p:nvSpPr>
        <p:spPr>
          <a:xfrm>
            <a:off x="628650" y="1359379"/>
            <a:ext cx="7886700" cy="579580"/>
          </a:xfrm>
        </p:spPr>
        <p:txBody>
          <a:bodyPr/>
          <a:lstStyle/>
          <a:p>
            <a:pPr marL="0" indent="0">
              <a:buNone/>
            </a:pPr>
            <a:r>
              <a:rPr lang="en-US" altLang="en-US" dirty="0">
                <a:cs typeface="Calibri" panose="020F0502020204030204" pitchFamily="34" charset="0"/>
              </a:rPr>
              <a:t>Network-layer  services and protocols</a:t>
            </a:r>
            <a:endParaRPr lang="en-US" dirty="0"/>
          </a:p>
        </p:txBody>
      </p:sp>
      <p:sp>
        <p:nvSpPr>
          <p:cNvPr id="544" name="Slide Number Placeholder 4">
            <a:extLst>
              <a:ext uri="{FF2B5EF4-FFF2-40B4-BE49-F238E27FC236}">
                <a16:creationId xmlns:a16="http://schemas.microsoft.com/office/drawing/2014/main" id="{78A6B799-8B01-D64E-9924-2C0FA4115D58}"/>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4</a:t>
            </a:fld>
            <a:endParaRPr lang="en-US" dirty="0">
              <a:solidFill>
                <a:prstClr val="white">
                  <a:lumMod val="50000"/>
                </a:prstClr>
              </a:solidFill>
              <a:latin typeface="Calibri" panose="020F0502020204030204"/>
            </a:endParaRPr>
          </a:p>
        </p:txBody>
      </p:sp>
      <p:sp>
        <p:nvSpPr>
          <p:cNvPr id="6" name="Rectangle 3">
            <a:extLst>
              <a:ext uri="{FF2B5EF4-FFF2-40B4-BE49-F238E27FC236}">
                <a16:creationId xmlns:a16="http://schemas.microsoft.com/office/drawing/2014/main" id="{B81DCC24-3FE7-E745-BC17-3886FB241095}"/>
              </a:ext>
            </a:extLst>
          </p:cNvPr>
          <p:cNvSpPr txBox="1">
            <a:spLocks noChangeArrowheads="1"/>
          </p:cNvSpPr>
          <p:nvPr/>
        </p:nvSpPr>
        <p:spPr>
          <a:xfrm>
            <a:off x="510914" y="1940124"/>
            <a:ext cx="4213486" cy="3963260"/>
          </a:xfrm>
          <a:prstGeom prst="rect">
            <a:avLst/>
          </a:prstGeom>
        </p:spPr>
        <p:txBody>
          <a:bodyPr vert="horz" lIns="68580" tIns="34290" rIns="68580" bIns="3429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3610" indent="-205979" defTabSz="685800">
              <a:spcBef>
                <a:spcPts val="750"/>
              </a:spcBef>
              <a:defRPr/>
            </a:pPr>
            <a:r>
              <a:rPr lang="en-US" altLang="en-US" sz="225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transport segment from sending to receiving host </a:t>
            </a:r>
          </a:p>
          <a:p>
            <a:pPr marL="521494" lvl="1" indent="-166688" defTabSz="685800">
              <a:spcBef>
                <a:spcPts val="450"/>
              </a:spcBef>
              <a:buClr>
                <a:srgbClr val="0000A3"/>
              </a:buClr>
              <a:defRPr/>
            </a:pPr>
            <a:r>
              <a:rPr lang="en-US" altLang="en-US" sz="1950" dirty="0">
                <a:solidFill>
                  <a:srgbClr val="0013A3"/>
                </a:solidFill>
                <a:latin typeface="Calibri" panose="020F0502020204030204"/>
                <a:ea typeface="ＭＳ Ｐゴシック" panose="020B0600070205080204" pitchFamily="34" charset="-128"/>
                <a:cs typeface="ＭＳ Ｐゴシック" panose="020B0600070205080204" pitchFamily="34" charset="-128"/>
              </a:rPr>
              <a:t>sender: </a:t>
            </a:r>
            <a:r>
              <a:rPr lang="en-US" altLang="en-US" sz="195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encapsulates segments into datagrams, passes to link layer</a:t>
            </a:r>
          </a:p>
          <a:p>
            <a:pPr marL="521494" lvl="1" indent="-166688" defTabSz="685800">
              <a:spcBef>
                <a:spcPts val="450"/>
              </a:spcBef>
              <a:buClr>
                <a:srgbClr val="0000A3"/>
              </a:buClr>
              <a:defRPr/>
            </a:pPr>
            <a:r>
              <a:rPr lang="en-US" altLang="en-US" sz="1950" dirty="0">
                <a:solidFill>
                  <a:srgbClr val="0013A3"/>
                </a:solidFill>
                <a:latin typeface="Calibri" panose="020F0502020204030204"/>
                <a:ea typeface="ＭＳ Ｐゴシック" panose="020B0600070205080204" pitchFamily="34" charset="-128"/>
                <a:cs typeface="ＭＳ Ｐゴシック" panose="020B0600070205080204" pitchFamily="34" charset="-128"/>
              </a:rPr>
              <a:t>receiver: </a:t>
            </a:r>
            <a:r>
              <a:rPr lang="en-US" altLang="en-US" sz="195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delivers segments to transport layer protocol</a:t>
            </a:r>
          </a:p>
          <a:p>
            <a:pPr marL="303610" indent="-205979"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network layer protocols in </a:t>
            </a:r>
            <a:r>
              <a:rPr lang="en-US" altLang="en-US" sz="2100" i="1" dirty="0">
                <a:solidFill>
                  <a:srgbClr val="000099"/>
                </a:solidFill>
                <a:latin typeface="Calibri" panose="020F0502020204030204"/>
                <a:ea typeface="ＭＳ Ｐゴシック" panose="020B0600070205080204" pitchFamily="34" charset="-128"/>
                <a:cs typeface="ＭＳ Ｐゴシック" panose="020B0600070205080204" pitchFamily="34" charset="-128"/>
              </a:rPr>
              <a:t>every Internet device</a:t>
            </a:r>
            <a:r>
              <a:rPr lang="en-US" altLang="en-US" sz="21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 hosts, routers</a:t>
            </a:r>
          </a:p>
          <a:p>
            <a:pPr marL="303610" indent="-205979" defTabSz="685800">
              <a:spcBef>
                <a:spcPts val="750"/>
              </a:spcBef>
              <a:defRPr/>
            </a:pPr>
            <a:r>
              <a:rPr lang="en-US" altLang="en-US" sz="2100" dirty="0">
                <a:solidFill>
                  <a:srgbClr val="C00000"/>
                </a:solidFill>
                <a:latin typeface="Calibri" panose="020F0502020204030204"/>
                <a:ea typeface="ＭＳ Ｐゴシック" panose="020B0600070205080204" pitchFamily="34" charset="-128"/>
                <a:cs typeface="ＭＳ Ｐゴシック" panose="020B0600070205080204" pitchFamily="34" charset="-128"/>
              </a:rPr>
              <a:t>routers</a:t>
            </a:r>
            <a:r>
              <a:rPr lang="en-US" altLang="en-US" sz="21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a:t>
            </a:r>
          </a:p>
          <a:p>
            <a:pPr marL="521494" lvl="1" indent="-219075" defTabSz="685800">
              <a:lnSpc>
                <a:spcPct val="99000"/>
              </a:lnSpc>
              <a:spcBef>
                <a:spcPts val="450"/>
              </a:spcBef>
              <a:buClr>
                <a:srgbClr val="0000A3"/>
              </a:buClr>
              <a:defRPr/>
            </a:pPr>
            <a:r>
              <a:rPr lang="en-US" altLang="en-US" sz="195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examines header fields in all IP datagrams passing through it</a:t>
            </a:r>
          </a:p>
          <a:p>
            <a:pPr marL="521494" lvl="1" indent="-219075" defTabSz="685800">
              <a:lnSpc>
                <a:spcPct val="99000"/>
              </a:lnSpc>
              <a:spcBef>
                <a:spcPts val="450"/>
              </a:spcBef>
              <a:buClr>
                <a:srgbClr val="0000A3"/>
              </a:buClr>
              <a:defRPr/>
            </a:pPr>
            <a:r>
              <a:rPr lang="en-US" altLang="en-US" sz="195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moves datagrams from input ports to output ports to transfer datagrams along end-end path</a:t>
            </a:r>
          </a:p>
        </p:txBody>
      </p:sp>
      <p:pic>
        <p:nvPicPr>
          <p:cNvPr id="1617" name="Picture 1616">
            <a:extLst>
              <a:ext uri="{FF2B5EF4-FFF2-40B4-BE49-F238E27FC236}">
                <a16:creationId xmlns:a16="http://schemas.microsoft.com/office/drawing/2014/main" id="{9D16577E-77A8-B725-5F42-4E6E3BD07AD8}"/>
              </a:ext>
            </a:extLst>
          </p:cNvPr>
          <p:cNvPicPr>
            <a:picLocks noChangeAspect="1"/>
          </p:cNvPicPr>
          <p:nvPr/>
        </p:nvPicPr>
        <p:blipFill>
          <a:blip r:embed="rId3"/>
          <a:stretch>
            <a:fillRect/>
          </a:stretch>
        </p:blipFill>
        <p:spPr>
          <a:xfrm>
            <a:off x="4724400" y="1940124"/>
            <a:ext cx="4306378" cy="3963260"/>
          </a:xfrm>
          <a:prstGeom prst="rect">
            <a:avLst/>
          </a:prstGeom>
        </p:spPr>
      </p:pic>
    </p:spTree>
    <p:extLst>
      <p:ext uri="{BB962C8B-B14F-4D97-AF65-F5344CB8AC3E}">
        <p14:creationId xmlns:p14="http://schemas.microsoft.com/office/powerpoint/2010/main" val="2772869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3600" dirty="0"/>
              <a:t>Network layer: overview</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idx="1"/>
          </p:nvPr>
        </p:nvSpPr>
        <p:spPr/>
        <p:txBody>
          <a:bodyPr>
            <a:normAutofit/>
          </a:bodyPr>
          <a:lstStyle/>
          <a:p>
            <a:pPr>
              <a:spcBef>
                <a:spcPts val="450"/>
              </a:spcBef>
            </a:pPr>
            <a:r>
              <a:rPr lang="en-US" dirty="0"/>
              <a:t>Two key network-layer functions</a:t>
            </a:r>
            <a:endParaRPr lang="en-US" sz="3200" dirty="0"/>
          </a:p>
        </p:txBody>
      </p:sp>
      <p:sp>
        <p:nvSpPr>
          <p:cNvPr id="15" name="Slide Number Placeholder 4">
            <a:extLst>
              <a:ext uri="{FF2B5EF4-FFF2-40B4-BE49-F238E27FC236}">
                <a16:creationId xmlns:a16="http://schemas.microsoft.com/office/drawing/2014/main" id="{5320A79B-30CD-5748-9442-313B2CD2B8BF}"/>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5</a:t>
            </a:fld>
            <a:endParaRPr lang="en-US" dirty="0">
              <a:solidFill>
                <a:prstClr val="white">
                  <a:lumMod val="50000"/>
                </a:prstClr>
              </a:solidFill>
              <a:latin typeface="Calibri" panose="020F0502020204030204"/>
            </a:endParaRPr>
          </a:p>
        </p:txBody>
      </p:sp>
      <p:sp>
        <p:nvSpPr>
          <p:cNvPr id="5" name="Content Placeholder 2">
            <a:extLst>
              <a:ext uri="{FF2B5EF4-FFF2-40B4-BE49-F238E27FC236}">
                <a16:creationId xmlns:a16="http://schemas.microsoft.com/office/drawing/2014/main" id="{55464CE4-E4F1-4F4A-A1DB-26BB66DC4403}"/>
              </a:ext>
            </a:extLst>
          </p:cNvPr>
          <p:cNvSpPr txBox="1">
            <a:spLocks/>
          </p:cNvSpPr>
          <p:nvPr/>
        </p:nvSpPr>
        <p:spPr>
          <a:xfrm>
            <a:off x="658467" y="2455699"/>
            <a:ext cx="3886200" cy="1418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50"/>
              </a:spcBef>
              <a:buFont typeface="Arial" panose="020B0604020202020204" pitchFamily="34" charset="0"/>
              <a:buNone/>
            </a:pPr>
            <a:r>
              <a:rPr lang="en-US" altLang="en-US" sz="2400" dirty="0">
                <a:solidFill>
                  <a:srgbClr val="CC0000"/>
                </a:solidFill>
                <a:ea typeface="ＭＳ Ｐゴシック" panose="020B0600070205080204" pitchFamily="34" charset="-128"/>
                <a:cs typeface="ＭＳ Ｐゴシック" panose="020B0600070205080204" pitchFamily="34" charset="-128"/>
              </a:rPr>
              <a:t>network-layer functions:</a:t>
            </a:r>
          </a:p>
          <a:p>
            <a:pPr indent="-176213">
              <a:spcBef>
                <a:spcPts val="450"/>
              </a:spcBef>
            </a:pPr>
            <a:r>
              <a:rPr lang="en-US" altLang="en-US" sz="2200" i="1" dirty="0">
                <a:solidFill>
                  <a:srgbClr val="000099"/>
                </a:solidFill>
                <a:ea typeface="ＭＳ Ｐゴシック" panose="020B0600070205080204" pitchFamily="34" charset="-128"/>
                <a:cs typeface="ＭＳ Ｐゴシック" panose="020B0600070205080204" pitchFamily="34" charset="-128"/>
              </a:rPr>
              <a:t>forwarding:</a:t>
            </a:r>
            <a:r>
              <a:rPr lang="en-US" altLang="en-US" sz="2200" dirty="0">
                <a:ea typeface="ＭＳ Ｐゴシック" panose="020B0600070205080204" pitchFamily="34" charset="-128"/>
                <a:cs typeface="ＭＳ Ｐゴシック" panose="020B0600070205080204" pitchFamily="34" charset="-128"/>
              </a:rPr>
              <a:t> move packets from a router’</a:t>
            </a:r>
            <a:r>
              <a:rPr lang="en-US" altLang="ja-JP" sz="2200" dirty="0">
                <a:ea typeface="ＭＳ Ｐゴシック" panose="020B0600070205080204" pitchFamily="34" charset="-128"/>
                <a:cs typeface="ＭＳ Ｐゴシック" panose="020B0600070205080204" pitchFamily="34" charset="-128"/>
              </a:rPr>
              <a:t>s input link to appropriate router output link</a:t>
            </a:r>
          </a:p>
          <a:p>
            <a:endParaRPr lang="en-US" dirty="0"/>
          </a:p>
        </p:txBody>
      </p:sp>
      <p:sp>
        <p:nvSpPr>
          <p:cNvPr id="8" name="Content Placeholder 3">
            <a:extLst>
              <a:ext uri="{FF2B5EF4-FFF2-40B4-BE49-F238E27FC236}">
                <a16:creationId xmlns:a16="http://schemas.microsoft.com/office/drawing/2014/main" id="{98DB0211-6ED0-7F44-B672-CF345E4B3295}"/>
              </a:ext>
            </a:extLst>
          </p:cNvPr>
          <p:cNvSpPr txBox="1">
            <a:spLocks/>
          </p:cNvSpPr>
          <p:nvPr/>
        </p:nvSpPr>
        <p:spPr>
          <a:xfrm>
            <a:off x="4629150" y="2475577"/>
            <a:ext cx="3886200" cy="326350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indent="-257175">
              <a:lnSpc>
                <a:spcPct val="85000"/>
              </a:lnSpc>
              <a:spcBef>
                <a:spcPts val="450"/>
              </a:spcBef>
              <a:buClr>
                <a:srgbClr val="000099"/>
              </a:buClr>
              <a:buSzPct val="65000"/>
              <a:buFont typeface="Arial" panose="020B0604020202020204" pitchFamily="34" charset="0"/>
              <a:buNone/>
              <a:defRPr/>
            </a:pPr>
            <a:r>
              <a:rPr lang="en-US" sz="2400" dirty="0">
                <a:solidFill>
                  <a:srgbClr val="CC0000"/>
                </a:solidFill>
                <a:ea typeface="ＭＳ Ｐゴシック" charset="0"/>
                <a:cs typeface="ＭＳ Ｐゴシック" charset="0"/>
              </a:rPr>
              <a:t>analogy: taking a trip</a:t>
            </a:r>
          </a:p>
          <a:p>
            <a:pPr indent="-176213">
              <a:lnSpc>
                <a:spcPct val="85000"/>
              </a:lnSpc>
              <a:spcBef>
                <a:spcPts val="450"/>
              </a:spcBef>
              <a:buClr>
                <a:srgbClr val="000099"/>
              </a:buClr>
              <a:buSzPct val="100000"/>
              <a:buFont typeface="Wingdings" charset="2"/>
              <a:buChar char="§"/>
              <a:defRPr/>
            </a:pPr>
            <a:r>
              <a:rPr lang="en-US" sz="2000" i="1" dirty="0">
                <a:solidFill>
                  <a:srgbClr val="000099"/>
                </a:solidFill>
                <a:ea typeface="ＭＳ Ｐゴシック" charset="0"/>
                <a:cs typeface="ＭＳ Ｐゴシック" charset="0"/>
              </a:rPr>
              <a:t>forwarding</a:t>
            </a:r>
            <a:r>
              <a:rPr lang="en-US" sz="2000" i="1" dirty="0">
                <a:solidFill>
                  <a:schemeClr val="accent2"/>
                </a:solidFill>
                <a:ea typeface="ＭＳ Ｐゴシック" charset="0"/>
                <a:cs typeface="ＭＳ Ｐゴシック" charset="0"/>
              </a:rPr>
              <a:t>:</a:t>
            </a:r>
            <a:r>
              <a:rPr lang="en-US" sz="2000" dirty="0">
                <a:ea typeface="ＭＳ Ｐゴシック" charset="0"/>
                <a:cs typeface="ＭＳ Ｐゴシック" charset="0"/>
              </a:rPr>
              <a:t> process of getting through single interchange</a:t>
            </a:r>
          </a:p>
          <a:p>
            <a:pPr marL="97631" indent="0">
              <a:buFont typeface="Arial" panose="020B0604020202020204" pitchFamily="34" charset="0"/>
              <a:buNone/>
            </a:pPr>
            <a:endParaRPr lang="en-US" dirty="0"/>
          </a:p>
        </p:txBody>
      </p:sp>
      <p:grpSp>
        <p:nvGrpSpPr>
          <p:cNvPr id="16" name="Group 15">
            <a:extLst>
              <a:ext uri="{FF2B5EF4-FFF2-40B4-BE49-F238E27FC236}">
                <a16:creationId xmlns:a16="http://schemas.microsoft.com/office/drawing/2014/main" id="{68371013-A5FC-6449-8EBD-FFD24F88C1EA}"/>
              </a:ext>
            </a:extLst>
          </p:cNvPr>
          <p:cNvGrpSpPr/>
          <p:nvPr/>
        </p:nvGrpSpPr>
        <p:grpSpPr>
          <a:xfrm>
            <a:off x="4889501" y="4262698"/>
            <a:ext cx="1670326" cy="1332533"/>
            <a:chOff x="6519334" y="4075932"/>
            <a:chExt cx="2227101" cy="1776711"/>
          </a:xfrm>
        </p:grpSpPr>
        <p:pic>
          <p:nvPicPr>
            <p:cNvPr id="17" name="Picture 4" descr="Why traffic apps make congestion worse | Berkeley News">
              <a:extLst>
                <a:ext uri="{FF2B5EF4-FFF2-40B4-BE49-F238E27FC236}">
                  <a16:creationId xmlns:a16="http://schemas.microsoft.com/office/drawing/2014/main" id="{CD6CA999-26EA-C043-A05F-7FF647C23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213" y="4075932"/>
              <a:ext cx="2140222" cy="142681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D296BA12-D229-844C-A5E1-61D8CC428F53}"/>
                </a:ext>
              </a:extLst>
            </p:cNvPr>
            <p:cNvSpPr txBox="1"/>
            <p:nvPr/>
          </p:nvSpPr>
          <p:spPr>
            <a:xfrm>
              <a:off x="6519334" y="5452534"/>
              <a:ext cx="1273510" cy="400109"/>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forwarding</a:t>
              </a:r>
            </a:p>
          </p:txBody>
        </p:sp>
      </p:grpSp>
      <p:grpSp>
        <p:nvGrpSpPr>
          <p:cNvPr id="19" name="Group 18">
            <a:extLst>
              <a:ext uri="{FF2B5EF4-FFF2-40B4-BE49-F238E27FC236}">
                <a16:creationId xmlns:a16="http://schemas.microsoft.com/office/drawing/2014/main" id="{88DBC121-CDA2-B741-8F45-B80ACE3E69DE}"/>
              </a:ext>
            </a:extLst>
          </p:cNvPr>
          <p:cNvGrpSpPr/>
          <p:nvPr/>
        </p:nvGrpSpPr>
        <p:grpSpPr>
          <a:xfrm>
            <a:off x="6235700" y="4735770"/>
            <a:ext cx="2214839" cy="1253160"/>
            <a:chOff x="8314267" y="4706696"/>
            <a:chExt cx="2953118" cy="1670880"/>
          </a:xfrm>
        </p:grpSpPr>
        <p:pic>
          <p:nvPicPr>
            <p:cNvPr id="20" name="Picture 19">
              <a:extLst>
                <a:ext uri="{FF2B5EF4-FFF2-40B4-BE49-F238E27FC236}">
                  <a16:creationId xmlns:a16="http://schemas.microsoft.com/office/drawing/2014/main" id="{7884099A-DDCA-7547-BE60-5A9CFCE7F631}"/>
                </a:ext>
              </a:extLst>
            </p:cNvPr>
            <p:cNvPicPr>
              <a:picLocks noChangeAspect="1"/>
            </p:cNvPicPr>
            <p:nvPr/>
          </p:nvPicPr>
          <p:blipFill>
            <a:blip r:embed="rId4"/>
            <a:stretch>
              <a:fillRect/>
            </a:stretch>
          </p:blipFill>
          <p:spPr>
            <a:xfrm>
              <a:off x="8415131" y="4706696"/>
              <a:ext cx="2852254" cy="1323319"/>
            </a:xfrm>
            <a:prstGeom prst="rect">
              <a:avLst/>
            </a:prstGeom>
          </p:spPr>
        </p:pic>
        <p:sp>
          <p:nvSpPr>
            <p:cNvPr id="21" name="TextBox 20">
              <a:extLst>
                <a:ext uri="{FF2B5EF4-FFF2-40B4-BE49-F238E27FC236}">
                  <a16:creationId xmlns:a16="http://schemas.microsoft.com/office/drawing/2014/main" id="{781A4B5F-43BE-FB43-AF10-E92F839A199B}"/>
                </a:ext>
              </a:extLst>
            </p:cNvPr>
            <p:cNvSpPr txBox="1"/>
            <p:nvPr/>
          </p:nvSpPr>
          <p:spPr>
            <a:xfrm>
              <a:off x="8314267" y="5977467"/>
              <a:ext cx="928545" cy="400109"/>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routing</a:t>
              </a:r>
            </a:p>
          </p:txBody>
        </p:sp>
      </p:grpSp>
      <p:sp>
        <p:nvSpPr>
          <p:cNvPr id="22" name="Content Placeholder 3">
            <a:extLst>
              <a:ext uri="{FF2B5EF4-FFF2-40B4-BE49-F238E27FC236}">
                <a16:creationId xmlns:a16="http://schemas.microsoft.com/office/drawing/2014/main" id="{D007BA21-27F4-4642-B902-0EF872DFA1E0}"/>
              </a:ext>
            </a:extLst>
          </p:cNvPr>
          <p:cNvSpPr txBox="1">
            <a:spLocks/>
          </p:cNvSpPr>
          <p:nvPr/>
        </p:nvSpPr>
        <p:spPr>
          <a:xfrm>
            <a:off x="4637762" y="3475972"/>
            <a:ext cx="3886200" cy="65941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76213" defTabSz="685800">
              <a:spcBef>
                <a:spcPts val="450"/>
              </a:spcBef>
              <a:defRPr/>
            </a:pPr>
            <a:r>
              <a:rPr lang="en-US" sz="2000" i="1" dirty="0">
                <a:solidFill>
                  <a:srgbClr val="000099"/>
                </a:solidFill>
                <a:latin typeface="Calibri" panose="020F0502020204030204"/>
                <a:ea typeface="ＭＳ Ｐゴシック" charset="0"/>
                <a:cs typeface="ＭＳ Ｐゴシック" charset="0"/>
              </a:rPr>
              <a:t>routing:</a:t>
            </a:r>
            <a:r>
              <a:rPr lang="en-US" sz="2000" dirty="0">
                <a:solidFill>
                  <a:prstClr val="black"/>
                </a:solidFill>
                <a:latin typeface="Calibri" panose="020F0502020204030204"/>
                <a:ea typeface="ＭＳ Ｐゴシック" charset="0"/>
                <a:cs typeface="ＭＳ Ｐゴシック" charset="0"/>
              </a:rPr>
              <a:t> process of planning trip from source to destination</a:t>
            </a:r>
          </a:p>
          <a:p>
            <a:pPr marL="264319" indent="-166688" defTabSz="685800">
              <a:spcBef>
                <a:spcPts val="750"/>
              </a:spcBef>
              <a:defRPr/>
            </a:pPr>
            <a:endParaRPr lang="en-US" sz="2100" dirty="0">
              <a:solidFill>
                <a:prstClr val="black"/>
              </a:solidFill>
              <a:latin typeface="Calibri" panose="020F0502020204030204"/>
            </a:endParaRPr>
          </a:p>
        </p:txBody>
      </p:sp>
      <p:sp>
        <p:nvSpPr>
          <p:cNvPr id="23" name="Content Placeholder 2">
            <a:extLst>
              <a:ext uri="{FF2B5EF4-FFF2-40B4-BE49-F238E27FC236}">
                <a16:creationId xmlns:a16="http://schemas.microsoft.com/office/drawing/2014/main" id="{E9D472C9-435D-D347-A485-D65E6F2FE2CE}"/>
              </a:ext>
            </a:extLst>
          </p:cNvPr>
          <p:cNvSpPr txBox="1">
            <a:spLocks/>
          </p:cNvSpPr>
          <p:nvPr/>
        </p:nvSpPr>
        <p:spPr>
          <a:xfrm>
            <a:off x="660033" y="3786893"/>
            <a:ext cx="3886200" cy="1392738"/>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76213" defTabSz="685800">
              <a:spcBef>
                <a:spcPts val="450"/>
              </a:spcBef>
              <a:defRPr/>
            </a:pPr>
            <a:r>
              <a:rPr lang="en-US" altLang="en-US" sz="2200" i="1" dirty="0">
                <a:solidFill>
                  <a:srgbClr val="000099"/>
                </a:solidFill>
                <a:latin typeface="Calibri" panose="020F0502020204030204"/>
                <a:ea typeface="ＭＳ Ｐゴシック" panose="020B0600070205080204" pitchFamily="34" charset="-128"/>
                <a:cs typeface="ＭＳ Ｐゴシック" panose="020B0600070205080204" pitchFamily="34" charset="-128"/>
              </a:rPr>
              <a:t>routing:</a:t>
            </a:r>
            <a:r>
              <a:rPr lang="en-US" altLang="en-US" sz="22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 determine route taken by packets from source to destination</a:t>
            </a:r>
          </a:p>
          <a:p>
            <a:pPr marL="521494" lvl="1" indent="-173831" defTabSz="685800">
              <a:spcBef>
                <a:spcPts val="450"/>
              </a:spcBef>
              <a:defRPr/>
            </a:pPr>
            <a:r>
              <a:rPr lang="en-US" altLang="en-US" sz="2200" i="1" dirty="0">
                <a:solidFill>
                  <a:prstClr val="black"/>
                </a:solidFill>
                <a:latin typeface="Calibri" panose="020F0502020204030204"/>
                <a:ea typeface="ＭＳ Ｐゴシック" panose="020B0600070205080204" pitchFamily="34" charset="-128"/>
              </a:rPr>
              <a:t>routing algorithms</a:t>
            </a:r>
            <a:endParaRPr lang="en-US" altLang="en-US" sz="2200" dirty="0">
              <a:solidFill>
                <a:prstClr val="black"/>
              </a:solidFill>
              <a:latin typeface="Calibri" panose="020F0502020204030204"/>
              <a:ea typeface="ＭＳ Ｐゴシック" panose="020B0600070205080204" pitchFamily="34" charset="-128"/>
            </a:endParaRPr>
          </a:p>
          <a:p>
            <a:pPr marL="264319" indent="-166688" defTabSz="685800">
              <a:spcBef>
                <a:spcPts val="750"/>
              </a:spcBef>
              <a:defRPr/>
            </a:pPr>
            <a:endParaRPr lang="en-US" sz="2400" dirty="0">
              <a:solidFill>
                <a:prstClr val="black"/>
              </a:solidFill>
              <a:latin typeface="Calibri" panose="020F0502020204030204"/>
            </a:endParaRPr>
          </a:p>
        </p:txBody>
      </p:sp>
    </p:spTree>
    <p:extLst>
      <p:ext uri="{BB962C8B-B14F-4D97-AF65-F5344CB8AC3E}">
        <p14:creationId xmlns:p14="http://schemas.microsoft.com/office/powerpoint/2010/main" val="912255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3600" dirty="0"/>
              <a:t>Network layer: overview</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idx="1"/>
          </p:nvPr>
        </p:nvSpPr>
        <p:spPr/>
        <p:txBody>
          <a:bodyPr>
            <a:normAutofit/>
          </a:bodyPr>
          <a:lstStyle/>
          <a:p>
            <a:pPr>
              <a:defRPr/>
            </a:pPr>
            <a:r>
              <a:rPr lang="en-US" dirty="0"/>
              <a:t>Network layer: data plane, control plane</a:t>
            </a:r>
            <a:endParaRPr lang="en-US" sz="3200" dirty="0"/>
          </a:p>
        </p:txBody>
      </p:sp>
      <p:sp>
        <p:nvSpPr>
          <p:cNvPr id="63" name="Slide Number Placeholder 4">
            <a:extLst>
              <a:ext uri="{FF2B5EF4-FFF2-40B4-BE49-F238E27FC236}">
                <a16:creationId xmlns:a16="http://schemas.microsoft.com/office/drawing/2014/main" id="{E1DA7C3D-A185-DD42-9D1C-17140F6215E8}"/>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6</a:t>
            </a:fld>
            <a:endParaRPr lang="en-US" dirty="0">
              <a:solidFill>
                <a:prstClr val="white">
                  <a:lumMod val="50000"/>
                </a:prstClr>
              </a:solidFill>
              <a:latin typeface="Calibri" panose="020F0502020204030204"/>
            </a:endParaRPr>
          </a:p>
        </p:txBody>
      </p:sp>
      <p:sp>
        <p:nvSpPr>
          <p:cNvPr id="5" name="Content Placeholder 2">
            <a:extLst>
              <a:ext uri="{FF2B5EF4-FFF2-40B4-BE49-F238E27FC236}">
                <a16:creationId xmlns:a16="http://schemas.microsoft.com/office/drawing/2014/main" id="{7E6D617F-1E9E-DABE-4D71-8A2D21E541DD}"/>
              </a:ext>
            </a:extLst>
          </p:cNvPr>
          <p:cNvSpPr txBox="1">
            <a:spLocks/>
          </p:cNvSpPr>
          <p:nvPr/>
        </p:nvSpPr>
        <p:spPr>
          <a:xfrm>
            <a:off x="771939" y="2159726"/>
            <a:ext cx="3328574" cy="37256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charset="2"/>
              <a:buNone/>
              <a:defRPr/>
            </a:pPr>
            <a:r>
              <a:rPr lang="en-US" sz="2400" dirty="0">
                <a:solidFill>
                  <a:srgbClr val="CC0000"/>
                </a:solidFill>
              </a:rPr>
              <a:t>Data plane:</a:t>
            </a:r>
          </a:p>
          <a:p>
            <a:pPr marL="292100" indent="-292100">
              <a:spcBef>
                <a:spcPts val="600"/>
              </a:spcBef>
              <a:buFont typeface="Wingdings" charset="2"/>
              <a:buChar char="§"/>
              <a:defRPr/>
            </a:pPr>
            <a:r>
              <a:rPr lang="en-US" sz="2000" i="1" dirty="0">
                <a:solidFill>
                  <a:srgbClr val="0000A3"/>
                </a:solidFill>
              </a:rPr>
              <a:t>local</a:t>
            </a:r>
            <a:r>
              <a:rPr lang="en-US" sz="2000" dirty="0"/>
              <a:t>, per-router function</a:t>
            </a:r>
          </a:p>
          <a:p>
            <a:pPr marL="292100" indent="-292100">
              <a:spcBef>
                <a:spcPts val="600"/>
              </a:spcBef>
              <a:buFont typeface="Wingdings" charset="2"/>
              <a:buChar char="§"/>
              <a:defRPr/>
            </a:pPr>
            <a:r>
              <a:rPr lang="en-US" sz="2000" dirty="0"/>
              <a:t>determines how datagram arriving on router input port is forwarded to router output port</a:t>
            </a:r>
          </a:p>
          <a:p>
            <a:pPr marL="130175" indent="0">
              <a:buFont typeface="Arial" panose="020B0604020202020204" pitchFamily="34" charset="0"/>
              <a:buNone/>
            </a:pPr>
            <a:endParaRPr lang="en-US" sz="2000" dirty="0"/>
          </a:p>
        </p:txBody>
      </p:sp>
      <p:sp>
        <p:nvSpPr>
          <p:cNvPr id="6" name="Content Placeholder 3">
            <a:extLst>
              <a:ext uri="{FF2B5EF4-FFF2-40B4-BE49-F238E27FC236}">
                <a16:creationId xmlns:a16="http://schemas.microsoft.com/office/drawing/2014/main" id="{E56DA4D7-8438-C1AD-D1C1-EB53DE578272}"/>
              </a:ext>
            </a:extLst>
          </p:cNvPr>
          <p:cNvSpPr txBox="1">
            <a:spLocks/>
          </p:cNvSpPr>
          <p:nvPr/>
        </p:nvSpPr>
        <p:spPr>
          <a:xfrm>
            <a:off x="4684735" y="2159725"/>
            <a:ext cx="3963269" cy="40025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charset="2"/>
              <a:buNone/>
              <a:defRPr/>
            </a:pPr>
            <a:r>
              <a:rPr lang="en-US" sz="2400" dirty="0">
                <a:solidFill>
                  <a:srgbClr val="CC0000"/>
                </a:solidFill>
              </a:rPr>
              <a:t>Control plane</a:t>
            </a:r>
          </a:p>
          <a:p>
            <a:pPr>
              <a:spcBef>
                <a:spcPts val="600"/>
              </a:spcBef>
              <a:defRPr/>
            </a:pPr>
            <a:r>
              <a:rPr lang="en-US" sz="2000" i="1" dirty="0">
                <a:solidFill>
                  <a:srgbClr val="0000A3"/>
                </a:solidFill>
              </a:rPr>
              <a:t>network-wide</a:t>
            </a:r>
            <a:r>
              <a:rPr lang="en-US" sz="2000" dirty="0"/>
              <a:t> logic</a:t>
            </a:r>
          </a:p>
          <a:p>
            <a:pPr>
              <a:spcBef>
                <a:spcPts val="600"/>
              </a:spcBef>
              <a:defRPr/>
            </a:pPr>
            <a:r>
              <a:rPr lang="en-US" sz="2000" dirty="0"/>
              <a:t>determines how datagram is routed among routers along end-end path from source host to destination host</a:t>
            </a:r>
          </a:p>
          <a:p>
            <a:endParaRPr lang="en-US" sz="2000" dirty="0"/>
          </a:p>
        </p:txBody>
      </p:sp>
      <p:grpSp>
        <p:nvGrpSpPr>
          <p:cNvPr id="7" name="Group 8">
            <a:extLst>
              <a:ext uri="{FF2B5EF4-FFF2-40B4-BE49-F238E27FC236}">
                <a16:creationId xmlns:a16="http://schemas.microsoft.com/office/drawing/2014/main" id="{94E1D802-B58A-43E7-BBE5-19E386F52E81}"/>
              </a:ext>
            </a:extLst>
          </p:cNvPr>
          <p:cNvGrpSpPr>
            <a:grpSpLocks/>
          </p:cNvGrpSpPr>
          <p:nvPr/>
        </p:nvGrpSpPr>
        <p:grpSpPr bwMode="auto">
          <a:xfrm>
            <a:off x="1181100" y="4260145"/>
            <a:ext cx="3643313" cy="1582738"/>
            <a:chOff x="842050" y="4767952"/>
            <a:chExt cx="3644169" cy="1582996"/>
          </a:xfrm>
        </p:grpSpPr>
        <p:sp>
          <p:nvSpPr>
            <p:cNvPr id="8" name="Freeform 2">
              <a:extLst>
                <a:ext uri="{FF2B5EF4-FFF2-40B4-BE49-F238E27FC236}">
                  <a16:creationId xmlns:a16="http://schemas.microsoft.com/office/drawing/2014/main" id="{8C375C1C-5900-A318-D1C7-F92BEDE8EFB5}"/>
                </a:ext>
              </a:extLst>
            </p:cNvPr>
            <p:cNvSpPr>
              <a:spLocks/>
            </p:cNvSpPr>
            <p:nvPr/>
          </p:nvSpPr>
          <p:spPr bwMode="auto">
            <a:xfrm>
              <a:off x="2591886" y="5436399"/>
              <a:ext cx="1894333" cy="914549"/>
            </a:xfrm>
            <a:custGeom>
              <a:avLst/>
              <a:gdLst>
                <a:gd name="T0" fmla="*/ 1611 w 10001"/>
                <a:gd name="T1" fmla="*/ 374679 h 10125"/>
                <a:gd name="T2" fmla="*/ 287991 w 10001"/>
                <a:gd name="T3" fmla="*/ 147961 h 10125"/>
                <a:gd name="T4" fmla="*/ 1260716 w 10001"/>
                <a:gd name="T5" fmla="*/ 93322 h 10125"/>
                <a:gd name="T6" fmla="*/ 2011909 w 10001"/>
                <a:gd name="T7" fmla="*/ 0 h 10125"/>
                <a:gd name="T8" fmla="*/ 2706712 w 10001"/>
                <a:gd name="T9" fmla="*/ 93600 h 10125"/>
                <a:gd name="T10" fmla="*/ 3255305 w 10001"/>
                <a:gd name="T11" fmla="*/ 46104 h 10125"/>
                <a:gd name="T12" fmla="*/ 4023415 w 10001"/>
                <a:gd name="T13" fmla="*/ 277276 h 10125"/>
                <a:gd name="T14" fmla="*/ 3463544 w 10001"/>
                <a:gd name="T15" fmla="*/ 630526 h 10125"/>
                <a:gd name="T16" fmla="*/ 2817478 w 10001"/>
                <a:gd name="T17" fmla="*/ 864758 h 10125"/>
                <a:gd name="T18" fmla="*/ 2137577 w 10001"/>
                <a:gd name="T19" fmla="*/ 820324 h 10125"/>
                <a:gd name="T20" fmla="*/ 1760571 w 10001"/>
                <a:gd name="T21" fmla="*/ 919490 h 10125"/>
                <a:gd name="T22" fmla="*/ 1264743 w 10001"/>
                <a:gd name="T23" fmla="*/ 929416 h 10125"/>
                <a:gd name="T24" fmla="*/ 877667 w 10001"/>
                <a:gd name="T25" fmla="*/ 732382 h 10125"/>
                <a:gd name="T26" fmla="*/ 478105 w 10001"/>
                <a:gd name="T27" fmla="*/ 695276 h 10125"/>
                <a:gd name="T28" fmla="*/ 1611 w 10001"/>
                <a:gd name="T29" fmla="*/ 374679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flip="none" rotWithShape="1">
              <a:gsLst>
                <a:gs pos="0">
                  <a:srgbClr val="66CCFF"/>
                </a:gs>
                <a:gs pos="100000">
                  <a:srgbClr val="FFFFFF"/>
                </a:gs>
                <a:gs pos="50000">
                  <a:srgbClr val="FFFFFF"/>
                </a:gs>
              </a:gsLst>
              <a:lin ang="0" scaled="1"/>
              <a:tileRect/>
            </a:gra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ＭＳ Ｐゴシック" charset="0"/>
              </a:endParaRPr>
            </a:p>
          </p:txBody>
        </p:sp>
        <p:cxnSp>
          <p:nvCxnSpPr>
            <p:cNvPr id="9" name="Straight Connector 8">
              <a:extLst>
                <a:ext uri="{FF2B5EF4-FFF2-40B4-BE49-F238E27FC236}">
                  <a16:creationId xmlns:a16="http://schemas.microsoft.com/office/drawing/2014/main" id="{806BD8E1-E3EE-19E5-C647-3D80D0D67D90}"/>
                </a:ext>
              </a:extLst>
            </p:cNvPr>
            <p:cNvCxnSpPr/>
            <p:nvPr/>
          </p:nvCxnSpPr>
          <p:spPr>
            <a:xfrm flipV="1">
              <a:off x="3261968" y="5558656"/>
              <a:ext cx="500180" cy="157189"/>
            </a:xfrm>
            <a:prstGeom prst="line">
              <a:avLst/>
            </a:prstGeom>
            <a:noFill/>
            <a:ln w="12700" cap="flat" cmpd="sng" algn="ctr">
              <a:solidFill>
                <a:srgbClr val="000000"/>
              </a:solidFill>
              <a:prstDash val="solid"/>
            </a:ln>
            <a:effectLst/>
          </p:spPr>
        </p:cxnSp>
        <p:cxnSp>
          <p:nvCxnSpPr>
            <p:cNvPr id="10" name="Straight Connector 9">
              <a:extLst>
                <a:ext uri="{FF2B5EF4-FFF2-40B4-BE49-F238E27FC236}">
                  <a16:creationId xmlns:a16="http://schemas.microsoft.com/office/drawing/2014/main" id="{89E42A69-58F7-2C6E-AC01-8259835BE0BE}"/>
                </a:ext>
              </a:extLst>
            </p:cNvPr>
            <p:cNvCxnSpPr/>
            <p:nvPr/>
          </p:nvCxnSpPr>
          <p:spPr>
            <a:xfrm>
              <a:off x="3111121" y="5774591"/>
              <a:ext cx="862215" cy="104792"/>
            </a:xfrm>
            <a:prstGeom prst="line">
              <a:avLst/>
            </a:prstGeom>
            <a:noFill/>
            <a:ln w="12700" cap="flat" cmpd="sng" algn="ctr">
              <a:solidFill>
                <a:srgbClr val="000000"/>
              </a:solidFill>
              <a:prstDash val="solid"/>
            </a:ln>
            <a:effectLst/>
          </p:spPr>
        </p:cxnSp>
        <p:cxnSp>
          <p:nvCxnSpPr>
            <p:cNvPr id="11" name="Straight Connector 10">
              <a:extLst>
                <a:ext uri="{FF2B5EF4-FFF2-40B4-BE49-F238E27FC236}">
                  <a16:creationId xmlns:a16="http://schemas.microsoft.com/office/drawing/2014/main" id="{BE65D3FE-3090-B5FF-FF29-434B6E400BDA}"/>
                </a:ext>
              </a:extLst>
            </p:cNvPr>
            <p:cNvCxnSpPr/>
            <p:nvPr/>
          </p:nvCxnSpPr>
          <p:spPr>
            <a:xfrm>
              <a:off x="3123824" y="5880971"/>
              <a:ext cx="714543" cy="274682"/>
            </a:xfrm>
            <a:prstGeom prst="line">
              <a:avLst/>
            </a:prstGeom>
            <a:noFill/>
            <a:ln w="12700" cap="flat" cmpd="sng" algn="ctr">
              <a:solidFill>
                <a:srgbClr val="000000"/>
              </a:solidFill>
              <a:prstDash val="solid"/>
            </a:ln>
            <a:effectLst/>
          </p:spPr>
        </p:cxnSp>
        <p:cxnSp>
          <p:nvCxnSpPr>
            <p:cNvPr id="12" name="Straight Connector 11">
              <a:extLst>
                <a:ext uri="{FF2B5EF4-FFF2-40B4-BE49-F238E27FC236}">
                  <a16:creationId xmlns:a16="http://schemas.microsoft.com/office/drawing/2014/main" id="{4EAFFCDB-CEA7-3079-743A-D81371922037}"/>
                </a:ext>
              </a:extLst>
            </p:cNvPr>
            <p:cNvCxnSpPr/>
            <p:nvPr/>
          </p:nvCxnSpPr>
          <p:spPr>
            <a:xfrm flipH="1">
              <a:off x="1283479" y="5801583"/>
              <a:ext cx="1506892" cy="1587"/>
            </a:xfrm>
            <a:prstGeom prst="line">
              <a:avLst/>
            </a:prstGeom>
            <a:noFill/>
            <a:ln w="9525" cap="flat" cmpd="sng" algn="ctr">
              <a:solidFill>
                <a:srgbClr val="000000"/>
              </a:solidFill>
              <a:prstDash val="solid"/>
            </a:ln>
            <a:effectLst/>
          </p:spPr>
        </p:cxnSp>
        <p:sp>
          <p:nvSpPr>
            <p:cNvPr id="13" name="TextBox 265">
              <a:extLst>
                <a:ext uri="{FF2B5EF4-FFF2-40B4-BE49-F238E27FC236}">
                  <a16:creationId xmlns:a16="http://schemas.microsoft.com/office/drawing/2014/main" id="{D16C750C-3B9F-E2FD-82A4-BA8DBA822C5F}"/>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14" name="TextBox 281">
              <a:extLst>
                <a:ext uri="{FF2B5EF4-FFF2-40B4-BE49-F238E27FC236}">
                  <a16:creationId xmlns:a16="http://schemas.microsoft.com/office/drawing/2014/main" id="{DA818D1C-DFF7-102F-87F0-ED28F5F0F243}"/>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15" name="TextBox 282">
              <a:extLst>
                <a:ext uri="{FF2B5EF4-FFF2-40B4-BE49-F238E27FC236}">
                  <a16:creationId xmlns:a16="http://schemas.microsoft.com/office/drawing/2014/main" id="{D96B6B18-6A9C-D495-050D-749F6F27A319}"/>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nvGrpSpPr>
            <p:cNvPr id="16" name="Group 5">
              <a:extLst>
                <a:ext uri="{FF2B5EF4-FFF2-40B4-BE49-F238E27FC236}">
                  <a16:creationId xmlns:a16="http://schemas.microsoft.com/office/drawing/2014/main" id="{CB4900EE-8923-7629-B738-25A2E6CAEE41}"/>
                </a:ext>
              </a:extLst>
            </p:cNvPr>
            <p:cNvGrpSpPr>
              <a:grpSpLocks/>
            </p:cNvGrpSpPr>
            <p:nvPr/>
          </p:nvGrpSpPr>
          <p:grpSpPr bwMode="auto">
            <a:xfrm>
              <a:off x="938213" y="5237163"/>
              <a:ext cx="1616075" cy="487362"/>
              <a:chOff x="-4079003" y="2717403"/>
              <a:chExt cx="1616718" cy="488475"/>
            </a:xfrm>
          </p:grpSpPr>
          <p:sp>
            <p:nvSpPr>
              <p:cNvPr id="29" name="Rectangle 97">
                <a:extLst>
                  <a:ext uri="{FF2B5EF4-FFF2-40B4-BE49-F238E27FC236}">
                    <a16:creationId xmlns:a16="http://schemas.microsoft.com/office/drawing/2014/main" id="{C9C4C9F9-A5F7-EB1C-FBDB-A138987BD9E3}"/>
                  </a:ext>
                </a:extLst>
              </p:cNvPr>
              <p:cNvSpPr>
                <a:spLocks noChangeArrowheads="1"/>
              </p:cNvSpPr>
              <p:nvPr/>
            </p:nvSpPr>
            <p:spPr bwMode="auto">
              <a:xfrm>
                <a:off x="-4052413" y="2965119"/>
                <a:ext cx="1290538" cy="20875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 name="Rectangle 98">
                <a:extLst>
                  <a:ext uri="{FF2B5EF4-FFF2-40B4-BE49-F238E27FC236}">
                    <a16:creationId xmlns:a16="http://schemas.microsoft.com/office/drawing/2014/main" id="{D0E84671-1A39-30C5-41E0-E4A1C0A73BB6}"/>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Line 99">
                <a:extLst>
                  <a:ext uri="{FF2B5EF4-FFF2-40B4-BE49-F238E27FC236}">
                    <a16:creationId xmlns:a16="http://schemas.microsoft.com/office/drawing/2014/main" id="{9DB408F3-4F81-0C87-36DA-296756B5360B}"/>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Rectangle 104">
                <a:extLst>
                  <a:ext uri="{FF2B5EF4-FFF2-40B4-BE49-F238E27FC236}">
                    <a16:creationId xmlns:a16="http://schemas.microsoft.com/office/drawing/2014/main" id="{8E08DE34-C3A7-739C-0685-EE28E1616F99}"/>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 name="Text Box 105">
                <a:extLst>
                  <a:ext uri="{FF2B5EF4-FFF2-40B4-BE49-F238E27FC236}">
                    <a16:creationId xmlns:a16="http://schemas.microsoft.com/office/drawing/2014/main" id="{C2AB14CF-CE2E-60A3-C6DC-BB8F4D8FA38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64" name="Line 119">
                <a:extLst>
                  <a:ext uri="{FF2B5EF4-FFF2-40B4-BE49-F238E27FC236}">
                    <a16:creationId xmlns:a16="http://schemas.microsoft.com/office/drawing/2014/main" id="{E8D1EEF4-B684-709D-69AF-41B9795A4C8C}"/>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7" name="TextBox 6">
              <a:extLst>
                <a:ext uri="{FF2B5EF4-FFF2-40B4-BE49-F238E27FC236}">
                  <a16:creationId xmlns:a16="http://schemas.microsoft.com/office/drawing/2014/main" id="{C2599604-CF68-570D-2C07-3CC1669DAA52}"/>
                </a:ext>
              </a:extLst>
            </p:cNvPr>
            <p:cNvSpPr txBox="1">
              <a:spLocks noChangeArrowheads="1"/>
            </p:cNvSpPr>
            <p:nvPr/>
          </p:nvSpPr>
          <p:spPr bwMode="auto">
            <a:xfrm>
              <a:off x="842050" y="4767952"/>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8" name="Group 357">
              <a:extLst>
                <a:ext uri="{FF2B5EF4-FFF2-40B4-BE49-F238E27FC236}">
                  <a16:creationId xmlns:a16="http://schemas.microsoft.com/office/drawing/2014/main" id="{998146A4-C0DB-5121-8E21-05A86C173D3F}"/>
                </a:ext>
              </a:extLst>
            </p:cNvPr>
            <p:cNvGrpSpPr>
              <a:grpSpLocks/>
            </p:cNvGrpSpPr>
            <p:nvPr/>
          </p:nvGrpSpPr>
          <p:grpSpPr bwMode="auto">
            <a:xfrm>
              <a:off x="2714625" y="5659438"/>
              <a:ext cx="565150" cy="293687"/>
              <a:chOff x="1871277" y="1576300"/>
              <a:chExt cx="1128371" cy="437861"/>
            </a:xfrm>
          </p:grpSpPr>
          <p:sp>
            <p:nvSpPr>
              <p:cNvPr id="20" name="Oval 19">
                <a:extLst>
                  <a:ext uri="{FF2B5EF4-FFF2-40B4-BE49-F238E27FC236}">
                    <a16:creationId xmlns:a16="http://schemas.microsoft.com/office/drawing/2014/main" id="{9E0E3C1C-6F03-E715-05B3-5123601C5404}"/>
                  </a:ext>
                </a:extLst>
              </p:cNvPr>
              <p:cNvSpPr>
                <a:spLocks noChangeArrowheads="1"/>
              </p:cNvSpPr>
              <p:nvPr/>
            </p:nvSpPr>
            <p:spPr bwMode="auto">
              <a:xfrm flipV="1">
                <a:off x="1873504" y="1693538"/>
                <a:ext cx="1125467" cy="319572"/>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1" name="Rectangle 20">
                <a:extLst>
                  <a:ext uri="{FF2B5EF4-FFF2-40B4-BE49-F238E27FC236}">
                    <a16:creationId xmlns:a16="http://schemas.microsoft.com/office/drawing/2014/main" id="{7C96C760-D658-9E17-90B2-F83FDFA42D78}"/>
                  </a:ext>
                </a:extLst>
              </p:cNvPr>
              <p:cNvSpPr/>
              <p:nvPr/>
            </p:nvSpPr>
            <p:spPr bwMode="auto">
              <a:xfrm>
                <a:off x="1870334" y="1738514"/>
                <a:ext cx="1128637" cy="11599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2" name="Oval 21">
                <a:extLst>
                  <a:ext uri="{FF2B5EF4-FFF2-40B4-BE49-F238E27FC236}">
                    <a16:creationId xmlns:a16="http://schemas.microsoft.com/office/drawing/2014/main" id="{616C1B52-FE05-0992-B887-C9E959724D16}"/>
                  </a:ext>
                </a:extLst>
              </p:cNvPr>
              <p:cNvSpPr>
                <a:spLocks noChangeArrowheads="1"/>
              </p:cNvSpPr>
              <p:nvPr/>
            </p:nvSpPr>
            <p:spPr bwMode="auto">
              <a:xfrm flipV="1">
                <a:off x="1870334" y="1575177"/>
                <a:ext cx="1125465" cy="31957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3" name="Freeform 49">
                <a:extLst>
                  <a:ext uri="{FF2B5EF4-FFF2-40B4-BE49-F238E27FC236}">
                    <a16:creationId xmlns:a16="http://schemas.microsoft.com/office/drawing/2014/main" id="{F9007F10-2478-DF5A-F934-F6C422F843B9}"/>
                  </a:ext>
                </a:extLst>
              </p:cNvPr>
              <p:cNvSpPr/>
              <p:nvPr/>
            </p:nvSpPr>
            <p:spPr bwMode="auto">
              <a:xfrm>
                <a:off x="2158833" y="1672232"/>
                <a:ext cx="548468" cy="1609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4" name="Freeform 50">
                <a:extLst>
                  <a:ext uri="{FF2B5EF4-FFF2-40B4-BE49-F238E27FC236}">
                    <a16:creationId xmlns:a16="http://schemas.microsoft.com/office/drawing/2014/main" id="{CF19FEBB-72B3-3CB9-4DD2-4421482C24C2}"/>
                  </a:ext>
                </a:extLst>
              </p:cNvPr>
              <p:cNvSpPr>
                <a:spLocks/>
              </p:cNvSpPr>
              <p:nvPr/>
            </p:nvSpPr>
            <p:spPr bwMode="auto">
              <a:xfrm>
                <a:off x="2101767" y="1631990"/>
                <a:ext cx="662599" cy="111258"/>
              </a:xfrm>
              <a:custGeom>
                <a:avLst/>
                <a:gdLst>
                  <a:gd name="T0" fmla="*/ 0 w 3723451"/>
                  <a:gd name="T1" fmla="*/ 27219 h 932950"/>
                  <a:gd name="T2" fmla="*/ 116589 w 3723451"/>
                  <a:gd name="T3" fmla="*/ 321 h 932950"/>
                  <a:gd name="T4" fmla="*/ 330241 w 3723451"/>
                  <a:gd name="T5" fmla="*/ 62079 h 932950"/>
                  <a:gd name="T6" fmla="*/ 534068 w 3723451"/>
                  <a:gd name="T7" fmla="*/ 0 h 932950"/>
                  <a:gd name="T8" fmla="*/ 662599 w 3723451"/>
                  <a:gd name="T9" fmla="*/ 24703 h 932950"/>
                  <a:gd name="T10" fmla="*/ 566972 w 3723451"/>
                  <a:gd name="T11" fmla="*/ 55080 h 932950"/>
                  <a:gd name="T12" fmla="*/ 536184 w 3723451"/>
                  <a:gd name="T13" fmla="*/ 46891 h 932950"/>
                  <a:gd name="T14" fmla="*/ 333995 w 3723451"/>
                  <a:gd name="T15" fmla="*/ 111258 h 932950"/>
                  <a:gd name="T16" fmla="*/ 126634 w 3723451"/>
                  <a:gd name="T17" fmla="*/ 49258 h 932950"/>
                  <a:gd name="T18" fmla="*/ 93107 w 3723451"/>
                  <a:gd name="T19" fmla="*/ 55950 h 932950"/>
                  <a:gd name="T20" fmla="*/ 0 w 3723451"/>
                  <a:gd name="T21" fmla="*/ 27219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 name="Freeform 51">
                <a:extLst>
                  <a:ext uri="{FF2B5EF4-FFF2-40B4-BE49-F238E27FC236}">
                    <a16:creationId xmlns:a16="http://schemas.microsoft.com/office/drawing/2014/main" id="{BC71775C-0CE0-B3B1-C940-4DC67DE99DFE}"/>
                  </a:ext>
                </a:extLst>
              </p:cNvPr>
              <p:cNvSpPr>
                <a:spLocks/>
              </p:cNvSpPr>
              <p:nvPr/>
            </p:nvSpPr>
            <p:spPr bwMode="auto">
              <a:xfrm>
                <a:off x="2536103" y="1726678"/>
                <a:ext cx="244114" cy="97055"/>
              </a:xfrm>
              <a:custGeom>
                <a:avLst/>
                <a:gdLst>
                  <a:gd name="T0" fmla="*/ 0 w 1366596"/>
                  <a:gd name="T1" fmla="*/ 0 h 809868"/>
                  <a:gd name="T2" fmla="*/ 244114 w 1366596"/>
                  <a:gd name="T3" fmla="*/ 74997 h 809868"/>
                  <a:gd name="T4" fmla="*/ 154523 w 1366596"/>
                  <a:gd name="T5" fmla="*/ 97055 h 809868"/>
                  <a:gd name="T6" fmla="*/ 822 w 1366596"/>
                  <a:gd name="T7" fmla="*/ 5128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 name="Freeform 52">
                <a:extLst>
                  <a:ext uri="{FF2B5EF4-FFF2-40B4-BE49-F238E27FC236}">
                    <a16:creationId xmlns:a16="http://schemas.microsoft.com/office/drawing/2014/main" id="{C3DB85F5-0AA1-23B0-7A19-18F47AFB3562}"/>
                  </a:ext>
                </a:extLst>
              </p:cNvPr>
              <p:cNvSpPr>
                <a:spLocks/>
              </p:cNvSpPr>
              <p:nvPr/>
            </p:nvSpPr>
            <p:spPr bwMode="auto">
              <a:xfrm>
                <a:off x="2089086" y="1729045"/>
                <a:ext cx="240945" cy="97056"/>
              </a:xfrm>
              <a:custGeom>
                <a:avLst/>
                <a:gdLst>
                  <a:gd name="T0" fmla="*/ 237656 w 1348191"/>
                  <a:gd name="T1" fmla="*/ 0 h 791462"/>
                  <a:gd name="T2" fmla="*/ 240945 w 1348191"/>
                  <a:gd name="T3" fmla="*/ 46835 h 791462"/>
                  <a:gd name="T4" fmla="*/ 87168 w 1348191"/>
                  <a:gd name="T5" fmla="*/ 97056 h 791462"/>
                  <a:gd name="T6" fmla="*/ 0 w 1348191"/>
                  <a:gd name="T7" fmla="*/ 75049 h 791462"/>
                  <a:gd name="T8" fmla="*/ 237656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7" name="Straight Connector 26">
                <a:extLst>
                  <a:ext uri="{FF2B5EF4-FFF2-40B4-BE49-F238E27FC236}">
                    <a16:creationId xmlns:a16="http://schemas.microsoft.com/office/drawing/2014/main" id="{F162C2FE-A39D-6AE8-C039-0A78636116F9}"/>
                  </a:ext>
                </a:extLst>
              </p:cNvPr>
              <p:cNvCxnSpPr>
                <a:cxnSpLocks noChangeShapeType="1"/>
                <a:endCxn id="22" idx="2"/>
              </p:cNvCxnSpPr>
              <p:nvPr/>
            </p:nvCxnSpPr>
            <p:spPr bwMode="auto">
              <a:xfrm flipH="1" flipV="1">
                <a:off x="1870334" y="1736147"/>
                <a:ext cx="3169"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8" name="Straight Connector 27">
                <a:extLst>
                  <a:ext uri="{FF2B5EF4-FFF2-40B4-BE49-F238E27FC236}">
                    <a16:creationId xmlns:a16="http://schemas.microsoft.com/office/drawing/2014/main" id="{ABF9547D-B44D-D1F8-D686-B73D8D856130}"/>
                  </a:ext>
                </a:extLst>
              </p:cNvPr>
              <p:cNvCxnSpPr>
                <a:cxnSpLocks noChangeShapeType="1"/>
              </p:cNvCxnSpPr>
              <p:nvPr/>
            </p:nvCxnSpPr>
            <p:spPr bwMode="auto">
              <a:xfrm flipH="1" flipV="1">
                <a:off x="2995800" y="1733779"/>
                <a:ext cx="3171"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9" name="Freeform 120">
              <a:extLst>
                <a:ext uri="{FF2B5EF4-FFF2-40B4-BE49-F238E27FC236}">
                  <a16:creationId xmlns:a16="http://schemas.microsoft.com/office/drawing/2014/main" id="{B4186195-1B3B-90A4-DAF4-6D8B34008908}"/>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5" name="Content Placeholder 3">
            <a:extLst>
              <a:ext uri="{FF2B5EF4-FFF2-40B4-BE49-F238E27FC236}">
                <a16:creationId xmlns:a16="http://schemas.microsoft.com/office/drawing/2014/main" id="{EFCCA276-EBED-DE6E-DA40-20DE5156C590}"/>
              </a:ext>
            </a:extLst>
          </p:cNvPr>
          <p:cNvSpPr txBox="1">
            <a:spLocks/>
          </p:cNvSpPr>
          <p:nvPr/>
        </p:nvSpPr>
        <p:spPr>
          <a:xfrm>
            <a:off x="4661771" y="4142307"/>
            <a:ext cx="3963269" cy="209565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two control-plane approaches: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1800" b="0" i="1" u="none" strike="noStrike" kern="1200" cap="none" spc="0" normalizeH="0" baseline="0" noProof="0" dirty="0">
                <a:ln>
                  <a:noFill/>
                </a:ln>
                <a:solidFill>
                  <a:srgbClr val="000090"/>
                </a:solidFill>
                <a:effectLst/>
                <a:uLnTx/>
                <a:uFillTx/>
                <a:latin typeface="Calibri" panose="020F0502020204030204"/>
                <a:ea typeface="+mn-ea"/>
                <a:cs typeface="+mn-cs"/>
              </a:rPr>
              <a:t>traditional routing algorithms: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implemented in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1800" b="0" i="1" u="none" strike="noStrike" kern="1200" cap="none" spc="0" normalizeH="0" baseline="0" noProof="0" dirty="0">
                <a:ln>
                  <a:noFill/>
                </a:ln>
                <a:solidFill>
                  <a:srgbClr val="000090"/>
                </a:solidFill>
                <a:effectLst/>
                <a:uLnTx/>
                <a:uFillTx/>
                <a:latin typeface="Calibri" panose="020F0502020204030204"/>
                <a:ea typeface="+mn-ea"/>
                <a:cs typeface="+mn-cs"/>
              </a:rPr>
              <a:t>software-defined networking (SDN)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implemented in (remote) servers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4502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46D7-DEDF-364B-99E9-3FB1F889B8A9}"/>
              </a:ext>
            </a:extLst>
          </p:cNvPr>
          <p:cNvSpPr>
            <a:spLocks noGrp="1"/>
          </p:cNvSpPr>
          <p:nvPr>
            <p:ph type="title"/>
          </p:nvPr>
        </p:nvSpPr>
        <p:spPr/>
        <p:txBody>
          <a:bodyPr>
            <a:normAutofit/>
          </a:bodyPr>
          <a:lstStyle/>
          <a:p>
            <a:r>
              <a:rPr lang="en-US" sz="3600" dirty="0"/>
              <a:t>Network layer: overview</a:t>
            </a:r>
          </a:p>
        </p:txBody>
      </p:sp>
      <p:sp>
        <p:nvSpPr>
          <p:cNvPr id="3" name="Content Placeholder 2">
            <a:extLst>
              <a:ext uri="{FF2B5EF4-FFF2-40B4-BE49-F238E27FC236}">
                <a16:creationId xmlns:a16="http://schemas.microsoft.com/office/drawing/2014/main" id="{1148656C-5B3F-12FD-89EC-C6B6DC6B0DE1}"/>
              </a:ext>
            </a:extLst>
          </p:cNvPr>
          <p:cNvSpPr>
            <a:spLocks noGrp="1"/>
          </p:cNvSpPr>
          <p:nvPr>
            <p:ph idx="1"/>
          </p:nvPr>
        </p:nvSpPr>
        <p:spPr>
          <a:xfrm>
            <a:off x="628650" y="1498603"/>
            <a:ext cx="7886700" cy="1433956"/>
          </a:xfrm>
        </p:spPr>
        <p:txBody>
          <a:bodyPr>
            <a:normAutofit/>
          </a:bodyPr>
          <a:lstStyle/>
          <a:p>
            <a:r>
              <a:rPr lang="en-US" sz="2800" dirty="0"/>
              <a:t>Per-router control plane</a:t>
            </a:r>
          </a:p>
          <a:p>
            <a:pPr lvl="1"/>
            <a:r>
              <a:rPr lang="en-US" altLang="en-US" sz="2000" dirty="0">
                <a:solidFill>
                  <a:prstClr val="black"/>
                </a:solidFill>
                <a:latin typeface="Calibri" panose="020F0502020204030204"/>
              </a:rPr>
              <a:t>Individual routing algorithm components </a:t>
            </a:r>
            <a:r>
              <a:rPr lang="en-US" altLang="en-US" sz="2000" i="1" dirty="0">
                <a:solidFill>
                  <a:srgbClr val="000090"/>
                </a:solidFill>
                <a:latin typeface="Calibri" panose="020F0502020204030204"/>
              </a:rPr>
              <a:t>in each and every router </a:t>
            </a:r>
            <a:r>
              <a:rPr lang="en-US" altLang="en-US" sz="2000" dirty="0">
                <a:solidFill>
                  <a:prstClr val="black"/>
                </a:solidFill>
                <a:latin typeface="Calibri" panose="020F0502020204030204"/>
              </a:rPr>
              <a:t>interact in the control plane</a:t>
            </a:r>
          </a:p>
          <a:p>
            <a:endParaRPr lang="en-US" dirty="0"/>
          </a:p>
        </p:txBody>
      </p:sp>
      <p:sp>
        <p:nvSpPr>
          <p:cNvPr id="236" name="Slide Number Placeholder 4">
            <a:extLst>
              <a:ext uri="{FF2B5EF4-FFF2-40B4-BE49-F238E27FC236}">
                <a16:creationId xmlns:a16="http://schemas.microsoft.com/office/drawing/2014/main" id="{ED6517D9-F18B-5447-8ABE-90D9847B304D}"/>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7</a:t>
            </a:fld>
            <a:endParaRPr lang="en-US" dirty="0">
              <a:solidFill>
                <a:prstClr val="white">
                  <a:lumMod val="50000"/>
                </a:prstClr>
              </a:solidFill>
              <a:latin typeface="Calibri" panose="020F0502020204030204"/>
            </a:endParaRPr>
          </a:p>
        </p:txBody>
      </p:sp>
      <p:sp>
        <p:nvSpPr>
          <p:cNvPr id="238" name="Freeform 2">
            <a:extLst>
              <a:ext uri="{FF2B5EF4-FFF2-40B4-BE49-F238E27FC236}">
                <a16:creationId xmlns:a16="http://schemas.microsoft.com/office/drawing/2014/main" id="{66A80B54-F93B-A94A-938E-DFA6C3C90E64}"/>
              </a:ext>
            </a:extLst>
          </p:cNvPr>
          <p:cNvSpPr>
            <a:spLocks/>
          </p:cNvSpPr>
          <p:nvPr/>
        </p:nvSpPr>
        <p:spPr bwMode="auto">
          <a:xfrm>
            <a:off x="3136987" y="5260233"/>
            <a:ext cx="3020615" cy="70485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cxnSp>
        <p:nvCxnSpPr>
          <p:cNvPr id="239" name="Straight Connector 238">
            <a:extLst>
              <a:ext uri="{FF2B5EF4-FFF2-40B4-BE49-F238E27FC236}">
                <a16:creationId xmlns:a16="http://schemas.microsoft.com/office/drawing/2014/main" id="{6B89A56E-4B45-1449-B1CC-C8EF7ABE50B3}"/>
              </a:ext>
            </a:extLst>
          </p:cNvPr>
          <p:cNvCxnSpPr/>
          <p:nvPr/>
        </p:nvCxnSpPr>
        <p:spPr>
          <a:xfrm flipV="1">
            <a:off x="3609664" y="5374533"/>
            <a:ext cx="987029" cy="98822"/>
          </a:xfrm>
          <a:prstGeom prst="line">
            <a:avLst/>
          </a:prstGeom>
          <a:noFill/>
          <a:ln w="12700" cap="flat" cmpd="sng" algn="ctr">
            <a:solidFill>
              <a:srgbClr val="000000"/>
            </a:solidFill>
            <a:prstDash val="solid"/>
          </a:ln>
          <a:effectLst/>
        </p:spPr>
      </p:cxnSp>
      <p:cxnSp>
        <p:nvCxnSpPr>
          <p:cNvPr id="240" name="Straight Connector 239">
            <a:extLst>
              <a:ext uri="{FF2B5EF4-FFF2-40B4-BE49-F238E27FC236}">
                <a16:creationId xmlns:a16="http://schemas.microsoft.com/office/drawing/2014/main" id="{2740CBE6-0A59-E645-A69D-A9AE662529A8}"/>
              </a:ext>
            </a:extLst>
          </p:cNvPr>
          <p:cNvCxnSpPr/>
          <p:nvPr/>
        </p:nvCxnSpPr>
        <p:spPr>
          <a:xfrm>
            <a:off x="3526320" y="5513835"/>
            <a:ext cx="1694260" cy="225029"/>
          </a:xfrm>
          <a:prstGeom prst="line">
            <a:avLst/>
          </a:prstGeom>
          <a:noFill/>
          <a:ln w="12700" cap="flat" cmpd="sng" algn="ctr">
            <a:solidFill>
              <a:srgbClr val="000000"/>
            </a:solidFill>
            <a:prstDash val="solid"/>
          </a:ln>
          <a:effectLst/>
        </p:spPr>
      </p:cxnSp>
      <p:cxnSp>
        <p:nvCxnSpPr>
          <p:cNvPr id="241" name="Straight Connector 240">
            <a:extLst>
              <a:ext uri="{FF2B5EF4-FFF2-40B4-BE49-F238E27FC236}">
                <a16:creationId xmlns:a16="http://schemas.microsoft.com/office/drawing/2014/main" id="{FEDEF0D8-C674-7A42-948E-7E305FE7E98D}"/>
              </a:ext>
            </a:extLst>
          </p:cNvPr>
          <p:cNvCxnSpPr/>
          <p:nvPr/>
        </p:nvCxnSpPr>
        <p:spPr>
          <a:xfrm>
            <a:off x="3535846" y="5593608"/>
            <a:ext cx="535781" cy="205978"/>
          </a:xfrm>
          <a:prstGeom prst="line">
            <a:avLst/>
          </a:prstGeom>
          <a:noFill/>
          <a:ln w="12700" cap="flat" cmpd="sng" algn="ctr">
            <a:solidFill>
              <a:srgbClr val="000000"/>
            </a:solidFill>
            <a:prstDash val="solid"/>
          </a:ln>
          <a:effectLst/>
        </p:spPr>
      </p:cxnSp>
      <p:cxnSp>
        <p:nvCxnSpPr>
          <p:cNvPr id="242" name="Straight Connector 241">
            <a:extLst>
              <a:ext uri="{FF2B5EF4-FFF2-40B4-BE49-F238E27FC236}">
                <a16:creationId xmlns:a16="http://schemas.microsoft.com/office/drawing/2014/main" id="{88FEC270-B253-8E44-A411-9C7971EEB2C5}"/>
              </a:ext>
            </a:extLst>
          </p:cNvPr>
          <p:cNvCxnSpPr/>
          <p:nvPr/>
        </p:nvCxnSpPr>
        <p:spPr>
          <a:xfrm flipV="1">
            <a:off x="4299037" y="5738864"/>
            <a:ext cx="935831" cy="60722"/>
          </a:xfrm>
          <a:prstGeom prst="line">
            <a:avLst/>
          </a:prstGeom>
          <a:noFill/>
          <a:ln w="12700" cap="flat" cmpd="sng" algn="ctr">
            <a:solidFill>
              <a:srgbClr val="000000"/>
            </a:solidFill>
            <a:prstDash val="solid"/>
          </a:ln>
          <a:effectLst/>
        </p:spPr>
      </p:cxnSp>
      <p:cxnSp>
        <p:nvCxnSpPr>
          <p:cNvPr id="243" name="Straight Connector 242">
            <a:extLst>
              <a:ext uri="{FF2B5EF4-FFF2-40B4-BE49-F238E27FC236}">
                <a16:creationId xmlns:a16="http://schemas.microsoft.com/office/drawing/2014/main" id="{829E7CD6-E2DF-3F41-969B-DA845A408D9F}"/>
              </a:ext>
            </a:extLst>
          </p:cNvPr>
          <p:cNvCxnSpPr/>
          <p:nvPr/>
        </p:nvCxnSpPr>
        <p:spPr>
          <a:xfrm>
            <a:off x="4794337" y="5398346"/>
            <a:ext cx="792956" cy="92869"/>
          </a:xfrm>
          <a:prstGeom prst="line">
            <a:avLst/>
          </a:prstGeom>
          <a:noFill/>
          <a:ln w="12700" cap="flat" cmpd="sng" algn="ctr">
            <a:solidFill>
              <a:srgbClr val="000000"/>
            </a:solidFill>
            <a:prstDash val="solid"/>
          </a:ln>
          <a:effectLst/>
        </p:spPr>
      </p:cxnSp>
      <p:cxnSp>
        <p:nvCxnSpPr>
          <p:cNvPr id="244" name="Straight Connector 243">
            <a:extLst>
              <a:ext uri="{FF2B5EF4-FFF2-40B4-BE49-F238E27FC236}">
                <a16:creationId xmlns:a16="http://schemas.microsoft.com/office/drawing/2014/main" id="{DE601DF1-8D2D-2A46-BC8F-F868A11F76CA}"/>
              </a:ext>
            </a:extLst>
          </p:cNvPr>
          <p:cNvCxnSpPr/>
          <p:nvPr/>
        </p:nvCxnSpPr>
        <p:spPr>
          <a:xfrm flipV="1">
            <a:off x="4257364" y="5513835"/>
            <a:ext cx="1343025" cy="225029"/>
          </a:xfrm>
          <a:prstGeom prst="line">
            <a:avLst/>
          </a:prstGeom>
          <a:noFill/>
          <a:ln w="12700" cap="flat" cmpd="sng" algn="ctr">
            <a:solidFill>
              <a:srgbClr val="000000"/>
            </a:solidFill>
            <a:prstDash val="solid"/>
          </a:ln>
          <a:effectLst/>
        </p:spPr>
      </p:cxnSp>
      <p:cxnSp>
        <p:nvCxnSpPr>
          <p:cNvPr id="245" name="Straight Connector 244">
            <a:extLst>
              <a:ext uri="{FF2B5EF4-FFF2-40B4-BE49-F238E27FC236}">
                <a16:creationId xmlns:a16="http://schemas.microsoft.com/office/drawing/2014/main" id="{A11DDE0B-F575-FA48-8F6B-03D4A7733DCF}"/>
              </a:ext>
            </a:extLst>
          </p:cNvPr>
          <p:cNvCxnSpPr/>
          <p:nvPr/>
        </p:nvCxnSpPr>
        <p:spPr>
          <a:xfrm flipV="1">
            <a:off x="5252727" y="5535267"/>
            <a:ext cx="441722" cy="203597"/>
          </a:xfrm>
          <a:prstGeom prst="line">
            <a:avLst/>
          </a:prstGeom>
          <a:noFill/>
          <a:ln w="12700" cap="flat" cmpd="sng" algn="ctr">
            <a:solidFill>
              <a:srgbClr val="000000"/>
            </a:solidFill>
            <a:prstDash val="solid"/>
          </a:ln>
          <a:effectLst/>
        </p:spPr>
      </p:cxnSp>
      <p:cxnSp>
        <p:nvCxnSpPr>
          <p:cNvPr id="246" name="Straight Connector 245">
            <a:extLst>
              <a:ext uri="{FF2B5EF4-FFF2-40B4-BE49-F238E27FC236}">
                <a16:creationId xmlns:a16="http://schemas.microsoft.com/office/drawing/2014/main" id="{ADA6CD88-616E-B24E-8E41-831DCFC74F88}"/>
              </a:ext>
            </a:extLst>
          </p:cNvPr>
          <p:cNvCxnSpPr/>
          <p:nvPr/>
        </p:nvCxnSpPr>
        <p:spPr>
          <a:xfrm>
            <a:off x="4609789" y="5374533"/>
            <a:ext cx="610791" cy="300038"/>
          </a:xfrm>
          <a:prstGeom prst="line">
            <a:avLst/>
          </a:prstGeom>
          <a:noFill/>
          <a:ln w="12700" cap="flat" cmpd="sng" algn="ctr">
            <a:solidFill>
              <a:srgbClr val="000000"/>
            </a:solidFill>
            <a:prstDash val="solid"/>
          </a:ln>
          <a:effectLst/>
        </p:spPr>
      </p:cxnSp>
      <p:grpSp>
        <p:nvGrpSpPr>
          <p:cNvPr id="247" name="Group 7">
            <a:extLst>
              <a:ext uri="{FF2B5EF4-FFF2-40B4-BE49-F238E27FC236}">
                <a16:creationId xmlns:a16="http://schemas.microsoft.com/office/drawing/2014/main" id="{F23FF8D1-2C6B-9448-B97C-26AA0FF38328}"/>
              </a:ext>
            </a:extLst>
          </p:cNvPr>
          <p:cNvGrpSpPr>
            <a:grpSpLocks/>
          </p:cNvGrpSpPr>
          <p:nvPr/>
        </p:nvGrpSpPr>
        <p:grpSpPr bwMode="auto">
          <a:xfrm>
            <a:off x="3953755" y="5693621"/>
            <a:ext cx="422672" cy="220265"/>
            <a:chOff x="1871277" y="1576300"/>
            <a:chExt cx="1128371" cy="437861"/>
          </a:xfrm>
        </p:grpSpPr>
        <p:sp>
          <p:nvSpPr>
            <p:cNvPr id="248" name="Oval 247">
              <a:extLst>
                <a:ext uri="{FF2B5EF4-FFF2-40B4-BE49-F238E27FC236}">
                  <a16:creationId xmlns:a16="http://schemas.microsoft.com/office/drawing/2014/main" id="{F781E7E0-A5A4-AD4A-A844-E9A7BB7A7970}"/>
                </a:ext>
              </a:extLst>
            </p:cNvPr>
            <p:cNvSpPr>
              <a:spLocks noChangeArrowheads="1"/>
            </p:cNvSpPr>
            <p:nvPr/>
          </p:nvSpPr>
          <p:spPr bwMode="auto">
            <a:xfrm flipV="1">
              <a:off x="1874455" y="1694641"/>
              <a:ext cx="1125193"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249" name="Rectangle 248">
              <a:extLst>
                <a:ext uri="{FF2B5EF4-FFF2-40B4-BE49-F238E27FC236}">
                  <a16:creationId xmlns:a16="http://schemas.microsoft.com/office/drawing/2014/main" id="{3D5BD08E-FA2E-E04F-A545-2E0866784F93}"/>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50" name="Oval 249">
              <a:extLst>
                <a:ext uri="{FF2B5EF4-FFF2-40B4-BE49-F238E27FC236}">
                  <a16:creationId xmlns:a16="http://schemas.microsoft.com/office/drawing/2014/main" id="{01E234FF-7C0E-FD47-9DA3-FA9619013171}"/>
                </a:ext>
              </a:extLst>
            </p:cNvPr>
            <p:cNvSpPr>
              <a:spLocks noChangeArrowheads="1"/>
            </p:cNvSpPr>
            <p:nvPr/>
          </p:nvSpPr>
          <p:spPr bwMode="auto">
            <a:xfrm flipV="1">
              <a:off x="1871277" y="1576300"/>
              <a:ext cx="1125193"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251" name="Freeform 250">
              <a:extLst>
                <a:ext uri="{FF2B5EF4-FFF2-40B4-BE49-F238E27FC236}">
                  <a16:creationId xmlns:a16="http://schemas.microsoft.com/office/drawing/2014/main" id="{563210E5-D710-8E45-8417-02EB79B5C81A}"/>
                </a:ext>
              </a:extLst>
            </p:cNvPr>
            <p:cNvSpPr/>
            <p:nvPr/>
          </p:nvSpPr>
          <p:spPr bwMode="auto">
            <a:xfrm>
              <a:off x="2160521" y="1673339"/>
              <a:ext cx="546704"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52" name="Freeform 251">
              <a:extLst>
                <a:ext uri="{FF2B5EF4-FFF2-40B4-BE49-F238E27FC236}">
                  <a16:creationId xmlns:a16="http://schemas.microsoft.com/office/drawing/2014/main" id="{430FD04E-46A2-3749-B589-BEE902C8D592}"/>
                </a:ext>
              </a:extLst>
            </p:cNvPr>
            <p:cNvSpPr>
              <a:spLocks/>
            </p:cNvSpPr>
            <p:nvPr/>
          </p:nvSpPr>
          <p:spPr bwMode="auto">
            <a:xfrm>
              <a:off x="2103307" y="1633104"/>
              <a:ext cx="661131" cy="111240"/>
            </a:xfrm>
            <a:custGeom>
              <a:avLst/>
              <a:gdLst>
                <a:gd name="T0" fmla="*/ 0 w 3723451"/>
                <a:gd name="T1" fmla="*/ 27215 h 932950"/>
                <a:gd name="T2" fmla="*/ 116331 w 3723451"/>
                <a:gd name="T3" fmla="*/ 321 h 932950"/>
                <a:gd name="T4" fmla="*/ 329509 w 3723451"/>
                <a:gd name="T5" fmla="*/ 62069 h 932950"/>
                <a:gd name="T6" fmla="*/ 532884 w 3723451"/>
                <a:gd name="T7" fmla="*/ 0 h 932950"/>
                <a:gd name="T8" fmla="*/ 661131 w 3723451"/>
                <a:gd name="T9" fmla="*/ 24699 h 932950"/>
                <a:gd name="T10" fmla="*/ 565716 w 3723451"/>
                <a:gd name="T11" fmla="*/ 55071 h 932950"/>
                <a:gd name="T12" fmla="*/ 534996 w 3723451"/>
                <a:gd name="T13" fmla="*/ 46883 h 932950"/>
                <a:gd name="T14" fmla="*/ 333255 w 3723451"/>
                <a:gd name="T15" fmla="*/ 111240 h 932950"/>
                <a:gd name="T16" fmla="*/ 126353 w 3723451"/>
                <a:gd name="T17" fmla="*/ 49250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253" name="Freeform 252">
              <a:extLst>
                <a:ext uri="{FF2B5EF4-FFF2-40B4-BE49-F238E27FC236}">
                  <a16:creationId xmlns:a16="http://schemas.microsoft.com/office/drawing/2014/main" id="{BDBA4CA4-485A-D94A-B148-5C44318A1988}"/>
                </a:ext>
              </a:extLst>
            </p:cNvPr>
            <p:cNvSpPr>
              <a:spLocks/>
            </p:cNvSpPr>
            <p:nvPr/>
          </p:nvSpPr>
          <p:spPr bwMode="auto">
            <a:xfrm>
              <a:off x="2538765" y="1727776"/>
              <a:ext cx="241567" cy="97039"/>
            </a:xfrm>
            <a:custGeom>
              <a:avLst/>
              <a:gdLst>
                <a:gd name="T0" fmla="*/ 0 w 1366596"/>
                <a:gd name="T1" fmla="*/ 0 h 809868"/>
                <a:gd name="T2" fmla="*/ 241567 w 1366596"/>
                <a:gd name="T3" fmla="*/ 74985 h 809868"/>
                <a:gd name="T4" fmla="*/ 152911 w 1366596"/>
                <a:gd name="T5" fmla="*/ 97039 h 809868"/>
                <a:gd name="T6" fmla="*/ 813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254" name="Freeform 253">
              <a:extLst>
                <a:ext uri="{FF2B5EF4-FFF2-40B4-BE49-F238E27FC236}">
                  <a16:creationId xmlns:a16="http://schemas.microsoft.com/office/drawing/2014/main" id="{4F7BCFB0-4862-0040-98EF-79148CCE20CE}"/>
                </a:ext>
              </a:extLst>
            </p:cNvPr>
            <p:cNvSpPr>
              <a:spLocks/>
            </p:cNvSpPr>
            <p:nvPr/>
          </p:nvSpPr>
          <p:spPr bwMode="auto">
            <a:xfrm>
              <a:off x="2090593" y="1730143"/>
              <a:ext cx="238389" cy="97040"/>
            </a:xfrm>
            <a:custGeom>
              <a:avLst/>
              <a:gdLst>
                <a:gd name="T0" fmla="*/ 235135 w 1348191"/>
                <a:gd name="T1" fmla="*/ 0 h 791462"/>
                <a:gd name="T2" fmla="*/ 238389 w 1348191"/>
                <a:gd name="T3" fmla="*/ 46827 h 791462"/>
                <a:gd name="T4" fmla="*/ 86243 w 1348191"/>
                <a:gd name="T5" fmla="*/ 97040 h 791462"/>
                <a:gd name="T6" fmla="*/ 0 w 1348191"/>
                <a:gd name="T7" fmla="*/ 75037 h 791462"/>
                <a:gd name="T8" fmla="*/ 23513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255" name="Straight Connector 254">
              <a:extLst>
                <a:ext uri="{FF2B5EF4-FFF2-40B4-BE49-F238E27FC236}">
                  <a16:creationId xmlns:a16="http://schemas.microsoft.com/office/drawing/2014/main" id="{FA80ECE7-29EF-E045-8DE9-443E8B56CBA4}"/>
                </a:ext>
              </a:extLst>
            </p:cNvPr>
            <p:cNvCxnSpPr>
              <a:cxnSpLocks noChangeShapeType="1"/>
              <a:endCxn id="250" idx="2"/>
            </p:cNvCxnSpPr>
            <p:nvPr/>
          </p:nvCxnSpPr>
          <p:spPr bwMode="auto">
            <a:xfrm flipH="1" flipV="1">
              <a:off x="1871277" y="1737244"/>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56" name="Straight Connector 255">
              <a:extLst>
                <a:ext uri="{FF2B5EF4-FFF2-40B4-BE49-F238E27FC236}">
                  <a16:creationId xmlns:a16="http://schemas.microsoft.com/office/drawing/2014/main" id="{886C4C8B-81F8-494E-B3C9-F2C152BA755D}"/>
                </a:ext>
              </a:extLst>
            </p:cNvPr>
            <p:cNvCxnSpPr>
              <a:cxnSpLocks noChangeShapeType="1"/>
            </p:cNvCxnSpPr>
            <p:nvPr/>
          </p:nvCxnSpPr>
          <p:spPr bwMode="auto">
            <a:xfrm flipH="1" flipV="1">
              <a:off x="2996470" y="1734876"/>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57" name="Group 327">
            <a:extLst>
              <a:ext uri="{FF2B5EF4-FFF2-40B4-BE49-F238E27FC236}">
                <a16:creationId xmlns:a16="http://schemas.microsoft.com/office/drawing/2014/main" id="{C6D6E434-396F-824D-B42D-39B257E17412}"/>
              </a:ext>
            </a:extLst>
          </p:cNvPr>
          <p:cNvGrpSpPr>
            <a:grpSpLocks/>
          </p:cNvGrpSpPr>
          <p:nvPr/>
        </p:nvGrpSpPr>
        <p:grpSpPr bwMode="auto">
          <a:xfrm>
            <a:off x="4475248" y="5287617"/>
            <a:ext cx="423863" cy="219075"/>
            <a:chOff x="1871277" y="1576300"/>
            <a:chExt cx="1128371" cy="437861"/>
          </a:xfrm>
        </p:grpSpPr>
        <p:sp>
          <p:nvSpPr>
            <p:cNvPr id="258" name="Oval 257">
              <a:extLst>
                <a:ext uri="{FF2B5EF4-FFF2-40B4-BE49-F238E27FC236}">
                  <a16:creationId xmlns:a16="http://schemas.microsoft.com/office/drawing/2014/main" id="{BD523501-0761-ED43-9FA5-AEA15E2D1C9C}"/>
                </a:ext>
              </a:extLst>
            </p:cNvPr>
            <p:cNvSpPr>
              <a:spLocks noChangeArrowheads="1"/>
            </p:cNvSpPr>
            <p:nvPr/>
          </p:nvSpPr>
          <p:spPr bwMode="auto">
            <a:xfrm flipV="1">
              <a:off x="1874446" y="1692905"/>
              <a:ext cx="1125202" cy="32125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259" name="Rectangle 258">
              <a:extLst>
                <a:ext uri="{FF2B5EF4-FFF2-40B4-BE49-F238E27FC236}">
                  <a16:creationId xmlns:a16="http://schemas.microsoft.com/office/drawing/2014/main" id="{1B2C53EE-99C4-9041-B078-E1DEA73E56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60" name="Oval 259">
              <a:extLst>
                <a:ext uri="{FF2B5EF4-FFF2-40B4-BE49-F238E27FC236}">
                  <a16:creationId xmlns:a16="http://schemas.microsoft.com/office/drawing/2014/main" id="{27361595-2FF4-1B46-839D-326969B484FA}"/>
                </a:ext>
              </a:extLst>
            </p:cNvPr>
            <p:cNvSpPr>
              <a:spLocks noChangeArrowheads="1"/>
            </p:cNvSpPr>
            <p:nvPr/>
          </p:nvSpPr>
          <p:spPr bwMode="auto">
            <a:xfrm flipV="1">
              <a:off x="1871277" y="1576300"/>
              <a:ext cx="1125200" cy="3212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261" name="Freeform 260">
              <a:extLst>
                <a:ext uri="{FF2B5EF4-FFF2-40B4-BE49-F238E27FC236}">
                  <a16:creationId xmlns:a16="http://schemas.microsoft.com/office/drawing/2014/main" id="{89642470-FD74-1047-9747-D0EB2363B80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62" name="Freeform 261">
              <a:extLst>
                <a:ext uri="{FF2B5EF4-FFF2-40B4-BE49-F238E27FC236}">
                  <a16:creationId xmlns:a16="http://schemas.microsoft.com/office/drawing/2014/main" id="{12E17BAF-3675-9946-91CF-C0BD05A47A02}"/>
                </a:ext>
              </a:extLst>
            </p:cNvPr>
            <p:cNvSpPr>
              <a:spLocks/>
            </p:cNvSpPr>
            <p:nvPr/>
          </p:nvSpPr>
          <p:spPr bwMode="auto">
            <a:xfrm>
              <a:off x="2102655" y="1633412"/>
              <a:ext cx="662444" cy="111846"/>
            </a:xfrm>
            <a:custGeom>
              <a:avLst/>
              <a:gdLst>
                <a:gd name="T0" fmla="*/ 0 w 3723451"/>
                <a:gd name="T1" fmla="*/ 27363 h 932950"/>
                <a:gd name="T2" fmla="*/ 116562 w 3723451"/>
                <a:gd name="T3" fmla="*/ 322 h 932950"/>
                <a:gd name="T4" fmla="*/ 330164 w 3723451"/>
                <a:gd name="T5" fmla="*/ 62407 h 932950"/>
                <a:gd name="T6" fmla="*/ 533943 w 3723451"/>
                <a:gd name="T7" fmla="*/ 0 h 932950"/>
                <a:gd name="T8" fmla="*/ 662444 w 3723451"/>
                <a:gd name="T9" fmla="*/ 24834 h 932950"/>
                <a:gd name="T10" fmla="*/ 566839 w 3723451"/>
                <a:gd name="T11" fmla="*/ 55371 h 932950"/>
                <a:gd name="T12" fmla="*/ 536059 w 3723451"/>
                <a:gd name="T13" fmla="*/ 47138 h 932950"/>
                <a:gd name="T14" fmla="*/ 333917 w 3723451"/>
                <a:gd name="T15" fmla="*/ 111846 h 932950"/>
                <a:gd name="T16" fmla="*/ 126604 w 3723451"/>
                <a:gd name="T17" fmla="*/ 49519 h 932950"/>
                <a:gd name="T18" fmla="*/ 93086 w 3723451"/>
                <a:gd name="T19" fmla="*/ 56246 h 932950"/>
                <a:gd name="T20" fmla="*/ 0 w 3723451"/>
                <a:gd name="T21" fmla="*/ 2736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263" name="Freeform 262">
              <a:extLst>
                <a:ext uri="{FF2B5EF4-FFF2-40B4-BE49-F238E27FC236}">
                  <a16:creationId xmlns:a16="http://schemas.microsoft.com/office/drawing/2014/main" id="{FB02D5C9-E16C-D545-9658-9B08CD700FC7}"/>
                </a:ext>
              </a:extLst>
            </p:cNvPr>
            <p:cNvSpPr>
              <a:spLocks/>
            </p:cNvSpPr>
            <p:nvPr/>
          </p:nvSpPr>
          <p:spPr bwMode="auto">
            <a:xfrm>
              <a:off x="2536889" y="1728599"/>
              <a:ext cx="244057" cy="97568"/>
            </a:xfrm>
            <a:custGeom>
              <a:avLst/>
              <a:gdLst>
                <a:gd name="T0" fmla="*/ 0 w 1366596"/>
                <a:gd name="T1" fmla="*/ 0 h 809868"/>
                <a:gd name="T2" fmla="*/ 244057 w 1366596"/>
                <a:gd name="T3" fmla="*/ 75393 h 809868"/>
                <a:gd name="T4" fmla="*/ 154487 w 1366596"/>
                <a:gd name="T5" fmla="*/ 97568 h 809868"/>
                <a:gd name="T6" fmla="*/ 822 w 1366596"/>
                <a:gd name="T7" fmla="*/ 5155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264" name="Freeform 263">
              <a:extLst>
                <a:ext uri="{FF2B5EF4-FFF2-40B4-BE49-F238E27FC236}">
                  <a16:creationId xmlns:a16="http://schemas.microsoft.com/office/drawing/2014/main" id="{43C530C6-57F7-D943-BF8C-3B8BE501FC32}"/>
                </a:ext>
              </a:extLst>
            </p:cNvPr>
            <p:cNvSpPr>
              <a:spLocks/>
            </p:cNvSpPr>
            <p:nvPr/>
          </p:nvSpPr>
          <p:spPr bwMode="auto">
            <a:xfrm>
              <a:off x="2089977" y="1730980"/>
              <a:ext cx="240888" cy="95187"/>
            </a:xfrm>
            <a:custGeom>
              <a:avLst/>
              <a:gdLst>
                <a:gd name="T0" fmla="*/ 237599 w 1348191"/>
                <a:gd name="T1" fmla="*/ 0 h 791462"/>
                <a:gd name="T2" fmla="*/ 240888 w 1348191"/>
                <a:gd name="T3" fmla="*/ 45933 h 791462"/>
                <a:gd name="T4" fmla="*/ 87147 w 1348191"/>
                <a:gd name="T5" fmla="*/ 95187 h 791462"/>
                <a:gd name="T6" fmla="*/ 0 w 1348191"/>
                <a:gd name="T7" fmla="*/ 73604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265" name="Straight Connector 264">
              <a:extLst>
                <a:ext uri="{FF2B5EF4-FFF2-40B4-BE49-F238E27FC236}">
                  <a16:creationId xmlns:a16="http://schemas.microsoft.com/office/drawing/2014/main" id="{04998C4B-6CC3-804D-8149-EB9753D18CA7}"/>
                </a:ext>
              </a:extLst>
            </p:cNvPr>
            <p:cNvCxnSpPr>
              <a:cxnSpLocks noChangeShapeType="1"/>
              <a:endCxn id="260" idx="2"/>
            </p:cNvCxnSpPr>
            <p:nvPr/>
          </p:nvCxnSpPr>
          <p:spPr bwMode="auto">
            <a:xfrm flipH="1" flipV="1">
              <a:off x="1871277" y="1735739"/>
              <a:ext cx="3169"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66" name="Straight Connector 265">
              <a:extLst>
                <a:ext uri="{FF2B5EF4-FFF2-40B4-BE49-F238E27FC236}">
                  <a16:creationId xmlns:a16="http://schemas.microsoft.com/office/drawing/2014/main" id="{565D2A47-CC6C-8440-A5DF-83E670BCAF12}"/>
                </a:ext>
              </a:extLst>
            </p:cNvPr>
            <p:cNvCxnSpPr>
              <a:cxnSpLocks noChangeShapeType="1"/>
            </p:cNvCxnSpPr>
            <p:nvPr/>
          </p:nvCxnSpPr>
          <p:spPr bwMode="auto">
            <a:xfrm flipH="1" flipV="1">
              <a:off x="2996477" y="1733359"/>
              <a:ext cx="3171"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67" name="Group 337">
            <a:extLst>
              <a:ext uri="{FF2B5EF4-FFF2-40B4-BE49-F238E27FC236}">
                <a16:creationId xmlns:a16="http://schemas.microsoft.com/office/drawing/2014/main" id="{82B40A4C-BCB9-0F49-86D8-65358510B247}"/>
              </a:ext>
            </a:extLst>
          </p:cNvPr>
          <p:cNvGrpSpPr>
            <a:grpSpLocks/>
          </p:cNvGrpSpPr>
          <p:nvPr/>
        </p:nvGrpSpPr>
        <p:grpSpPr bwMode="auto">
          <a:xfrm>
            <a:off x="4957452" y="5628136"/>
            <a:ext cx="422672" cy="220266"/>
            <a:chOff x="1871277" y="1576300"/>
            <a:chExt cx="1128371" cy="437861"/>
          </a:xfrm>
        </p:grpSpPr>
        <p:sp>
          <p:nvSpPr>
            <p:cNvPr id="268" name="Oval 267">
              <a:extLst>
                <a:ext uri="{FF2B5EF4-FFF2-40B4-BE49-F238E27FC236}">
                  <a16:creationId xmlns:a16="http://schemas.microsoft.com/office/drawing/2014/main" id="{683F4F4C-42FD-9846-A017-5B90A1CDF30A}"/>
                </a:ext>
              </a:extLst>
            </p:cNvPr>
            <p:cNvSpPr>
              <a:spLocks noChangeArrowheads="1"/>
            </p:cNvSpPr>
            <p:nvPr/>
          </p:nvSpPr>
          <p:spPr bwMode="auto">
            <a:xfrm flipV="1">
              <a:off x="1874457" y="1694641"/>
              <a:ext cx="1125191"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269" name="Rectangle 268">
              <a:extLst>
                <a:ext uri="{FF2B5EF4-FFF2-40B4-BE49-F238E27FC236}">
                  <a16:creationId xmlns:a16="http://schemas.microsoft.com/office/drawing/2014/main" id="{3F600344-6D5A-5149-9480-8AD325F910A2}"/>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70" name="Oval 269">
              <a:extLst>
                <a:ext uri="{FF2B5EF4-FFF2-40B4-BE49-F238E27FC236}">
                  <a16:creationId xmlns:a16="http://schemas.microsoft.com/office/drawing/2014/main" id="{358912A5-2365-7548-98D1-05C254AB8C93}"/>
                </a:ext>
              </a:extLst>
            </p:cNvPr>
            <p:cNvSpPr>
              <a:spLocks noChangeArrowheads="1"/>
            </p:cNvSpPr>
            <p:nvPr/>
          </p:nvSpPr>
          <p:spPr bwMode="auto">
            <a:xfrm flipV="1">
              <a:off x="1871277" y="1576300"/>
              <a:ext cx="1125191"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271" name="Freeform 270">
              <a:extLst>
                <a:ext uri="{FF2B5EF4-FFF2-40B4-BE49-F238E27FC236}">
                  <a16:creationId xmlns:a16="http://schemas.microsoft.com/office/drawing/2014/main" id="{856A4118-FA0A-BF49-876A-9D235E6C6E2E}"/>
                </a:ext>
              </a:extLst>
            </p:cNvPr>
            <p:cNvSpPr/>
            <p:nvPr/>
          </p:nvSpPr>
          <p:spPr bwMode="auto">
            <a:xfrm>
              <a:off x="2160522" y="1673340"/>
              <a:ext cx="546703"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72" name="Freeform 271">
              <a:extLst>
                <a:ext uri="{FF2B5EF4-FFF2-40B4-BE49-F238E27FC236}">
                  <a16:creationId xmlns:a16="http://schemas.microsoft.com/office/drawing/2014/main" id="{73066D64-2E3F-F24D-B741-44F8F9E6C32A}"/>
                </a:ext>
              </a:extLst>
            </p:cNvPr>
            <p:cNvSpPr>
              <a:spLocks/>
            </p:cNvSpPr>
            <p:nvPr/>
          </p:nvSpPr>
          <p:spPr bwMode="auto">
            <a:xfrm>
              <a:off x="2103309" y="1633103"/>
              <a:ext cx="661129" cy="111241"/>
            </a:xfrm>
            <a:custGeom>
              <a:avLst/>
              <a:gdLst>
                <a:gd name="T0" fmla="*/ 0 w 3723451"/>
                <a:gd name="T1" fmla="*/ 27215 h 932950"/>
                <a:gd name="T2" fmla="*/ 116330 w 3723451"/>
                <a:gd name="T3" fmla="*/ 321 h 932950"/>
                <a:gd name="T4" fmla="*/ 329508 w 3723451"/>
                <a:gd name="T5" fmla="*/ 62070 h 932950"/>
                <a:gd name="T6" fmla="*/ 532883 w 3723451"/>
                <a:gd name="T7" fmla="*/ 0 h 932950"/>
                <a:gd name="T8" fmla="*/ 661129 w 3723451"/>
                <a:gd name="T9" fmla="*/ 24700 h 932950"/>
                <a:gd name="T10" fmla="*/ 565714 w 3723451"/>
                <a:gd name="T11" fmla="*/ 55072 h 932950"/>
                <a:gd name="T12" fmla="*/ 534995 w 3723451"/>
                <a:gd name="T13" fmla="*/ 46883 h 932950"/>
                <a:gd name="T14" fmla="*/ 333254 w 3723451"/>
                <a:gd name="T15" fmla="*/ 111241 h 932950"/>
                <a:gd name="T16" fmla="*/ 126353 w 3723451"/>
                <a:gd name="T17" fmla="*/ 49251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273" name="Freeform 272">
              <a:extLst>
                <a:ext uri="{FF2B5EF4-FFF2-40B4-BE49-F238E27FC236}">
                  <a16:creationId xmlns:a16="http://schemas.microsoft.com/office/drawing/2014/main" id="{63C7C818-A6BA-5B46-8663-C7EB1B1CEB1A}"/>
                </a:ext>
              </a:extLst>
            </p:cNvPr>
            <p:cNvSpPr>
              <a:spLocks/>
            </p:cNvSpPr>
            <p:nvPr/>
          </p:nvSpPr>
          <p:spPr bwMode="auto">
            <a:xfrm>
              <a:off x="2538763" y="1727776"/>
              <a:ext cx="241567" cy="97040"/>
            </a:xfrm>
            <a:custGeom>
              <a:avLst/>
              <a:gdLst>
                <a:gd name="T0" fmla="*/ 0 w 1366596"/>
                <a:gd name="T1" fmla="*/ 0 h 809868"/>
                <a:gd name="T2" fmla="*/ 241567 w 1366596"/>
                <a:gd name="T3" fmla="*/ 74985 h 809868"/>
                <a:gd name="T4" fmla="*/ 152911 w 1366596"/>
                <a:gd name="T5" fmla="*/ 97040 h 809868"/>
                <a:gd name="T6" fmla="*/ 813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274" name="Freeform 273">
              <a:extLst>
                <a:ext uri="{FF2B5EF4-FFF2-40B4-BE49-F238E27FC236}">
                  <a16:creationId xmlns:a16="http://schemas.microsoft.com/office/drawing/2014/main" id="{958FEB88-75FB-2D44-9A10-0367FDB3A463}"/>
                </a:ext>
              </a:extLst>
            </p:cNvPr>
            <p:cNvSpPr>
              <a:spLocks/>
            </p:cNvSpPr>
            <p:nvPr/>
          </p:nvSpPr>
          <p:spPr bwMode="auto">
            <a:xfrm>
              <a:off x="2090595" y="1730144"/>
              <a:ext cx="238387" cy="97039"/>
            </a:xfrm>
            <a:custGeom>
              <a:avLst/>
              <a:gdLst>
                <a:gd name="T0" fmla="*/ 235133 w 1348191"/>
                <a:gd name="T1" fmla="*/ 0 h 791462"/>
                <a:gd name="T2" fmla="*/ 238387 w 1348191"/>
                <a:gd name="T3" fmla="*/ 46827 h 791462"/>
                <a:gd name="T4" fmla="*/ 86242 w 1348191"/>
                <a:gd name="T5" fmla="*/ 97039 h 791462"/>
                <a:gd name="T6" fmla="*/ 0 w 1348191"/>
                <a:gd name="T7" fmla="*/ 75036 h 791462"/>
                <a:gd name="T8" fmla="*/ 23513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275" name="Straight Connector 274">
              <a:extLst>
                <a:ext uri="{FF2B5EF4-FFF2-40B4-BE49-F238E27FC236}">
                  <a16:creationId xmlns:a16="http://schemas.microsoft.com/office/drawing/2014/main" id="{E5F8810D-58B9-1B41-9069-743A57CBD942}"/>
                </a:ext>
              </a:extLst>
            </p:cNvPr>
            <p:cNvCxnSpPr>
              <a:cxnSpLocks noChangeShapeType="1"/>
              <a:endCxn id="270" idx="2"/>
            </p:cNvCxnSpPr>
            <p:nvPr/>
          </p:nvCxnSpPr>
          <p:spPr bwMode="auto">
            <a:xfrm flipH="1" flipV="1">
              <a:off x="1871277" y="1737243"/>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76" name="Straight Connector 275">
              <a:extLst>
                <a:ext uri="{FF2B5EF4-FFF2-40B4-BE49-F238E27FC236}">
                  <a16:creationId xmlns:a16="http://schemas.microsoft.com/office/drawing/2014/main" id="{B7248C01-1BC9-084D-9C19-4C517E66801B}"/>
                </a:ext>
              </a:extLst>
            </p:cNvPr>
            <p:cNvCxnSpPr>
              <a:cxnSpLocks noChangeShapeType="1"/>
            </p:cNvCxnSpPr>
            <p:nvPr/>
          </p:nvCxnSpPr>
          <p:spPr bwMode="auto">
            <a:xfrm flipH="1" flipV="1">
              <a:off x="2996468" y="1734877"/>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77" name="Group 347">
            <a:extLst>
              <a:ext uri="{FF2B5EF4-FFF2-40B4-BE49-F238E27FC236}">
                <a16:creationId xmlns:a16="http://schemas.microsoft.com/office/drawing/2014/main" id="{EA66C38A-2A9F-054D-B190-0607C48440C0}"/>
              </a:ext>
            </a:extLst>
          </p:cNvPr>
          <p:cNvGrpSpPr>
            <a:grpSpLocks/>
          </p:cNvGrpSpPr>
          <p:nvPr/>
        </p:nvGrpSpPr>
        <p:grpSpPr bwMode="auto">
          <a:xfrm>
            <a:off x="5499186" y="5392392"/>
            <a:ext cx="423863" cy="220266"/>
            <a:chOff x="1871277" y="1576300"/>
            <a:chExt cx="1128371" cy="437861"/>
          </a:xfrm>
        </p:grpSpPr>
        <p:sp>
          <p:nvSpPr>
            <p:cNvPr id="278" name="Oval 277">
              <a:extLst>
                <a:ext uri="{FF2B5EF4-FFF2-40B4-BE49-F238E27FC236}">
                  <a16:creationId xmlns:a16="http://schemas.microsoft.com/office/drawing/2014/main" id="{578C6C8A-3C2C-CA47-A52F-E5336E397A8C}"/>
                </a:ext>
              </a:extLst>
            </p:cNvPr>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279" name="Rectangle 278">
              <a:extLst>
                <a:ext uri="{FF2B5EF4-FFF2-40B4-BE49-F238E27FC236}">
                  <a16:creationId xmlns:a16="http://schemas.microsoft.com/office/drawing/2014/main" id="{40527894-E8D6-8847-A758-9F4A98B89D5B}"/>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80" name="Oval 279">
              <a:extLst>
                <a:ext uri="{FF2B5EF4-FFF2-40B4-BE49-F238E27FC236}">
                  <a16:creationId xmlns:a16="http://schemas.microsoft.com/office/drawing/2014/main" id="{50FCBF9F-6CE0-7B47-94FC-CD5787B788A2}"/>
                </a:ext>
              </a:extLst>
            </p:cNvPr>
            <p:cNvSpPr>
              <a:spLocks noChangeArrowheads="1"/>
            </p:cNvSpPr>
            <p:nvPr/>
          </p:nvSpPr>
          <p:spPr bwMode="auto">
            <a:xfrm flipV="1">
              <a:off x="1871277" y="1576300"/>
              <a:ext cx="1125200"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281" name="Freeform 280">
              <a:extLst>
                <a:ext uri="{FF2B5EF4-FFF2-40B4-BE49-F238E27FC236}">
                  <a16:creationId xmlns:a16="http://schemas.microsoft.com/office/drawing/2014/main" id="{5D5ADD21-3F21-8E47-B87D-2BDC146712B9}"/>
                </a:ext>
              </a:extLst>
            </p:cNvPr>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82" name="Freeform 281">
              <a:extLst>
                <a:ext uri="{FF2B5EF4-FFF2-40B4-BE49-F238E27FC236}">
                  <a16:creationId xmlns:a16="http://schemas.microsoft.com/office/drawing/2014/main" id="{0FF22D66-78A9-2245-ACA6-A35063B9545F}"/>
                </a:ext>
              </a:extLst>
            </p:cNvPr>
            <p:cNvSpPr>
              <a:spLocks/>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283" name="Freeform 282">
              <a:extLst>
                <a:ext uri="{FF2B5EF4-FFF2-40B4-BE49-F238E27FC236}">
                  <a16:creationId xmlns:a16="http://schemas.microsoft.com/office/drawing/2014/main" id="{A86BA2E2-E459-454D-98E3-2CB0E41E1ED3}"/>
                </a:ext>
              </a:extLst>
            </p:cNvPr>
            <p:cNvSpPr>
              <a:spLocks/>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284" name="Freeform 283">
              <a:extLst>
                <a:ext uri="{FF2B5EF4-FFF2-40B4-BE49-F238E27FC236}">
                  <a16:creationId xmlns:a16="http://schemas.microsoft.com/office/drawing/2014/main" id="{32EB212F-0575-FD42-B1AF-F3AAD1FDE604}"/>
                </a:ext>
              </a:extLst>
            </p:cNvPr>
            <p:cNvSpPr>
              <a:spLocks/>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285" name="Straight Connector 284">
              <a:extLst>
                <a:ext uri="{FF2B5EF4-FFF2-40B4-BE49-F238E27FC236}">
                  <a16:creationId xmlns:a16="http://schemas.microsoft.com/office/drawing/2014/main" id="{913FC001-18AF-3A49-BFB4-0B914F19FFD8}"/>
                </a:ext>
              </a:extLst>
            </p:cNvPr>
            <p:cNvCxnSpPr>
              <a:cxnSpLocks noChangeShapeType="1"/>
              <a:endCxn id="280" idx="2"/>
            </p:cNvCxnSpPr>
            <p:nvPr/>
          </p:nvCxnSpPr>
          <p:spPr bwMode="auto">
            <a:xfrm flipH="1" flipV="1">
              <a:off x="1871277" y="1737243"/>
              <a:ext cx="3169"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86" name="Straight Connector 285">
              <a:extLst>
                <a:ext uri="{FF2B5EF4-FFF2-40B4-BE49-F238E27FC236}">
                  <a16:creationId xmlns:a16="http://schemas.microsoft.com/office/drawing/2014/main" id="{7194EB53-3E3D-024D-B0D2-5596DAD2A331}"/>
                </a:ext>
              </a:extLst>
            </p:cNvPr>
            <p:cNvCxnSpPr>
              <a:cxnSpLocks noChangeShapeType="1"/>
            </p:cNvCxnSpPr>
            <p:nvPr/>
          </p:nvCxnSpPr>
          <p:spPr bwMode="auto">
            <a:xfrm flipH="1" flipV="1">
              <a:off x="2996477" y="1734877"/>
              <a:ext cx="3171"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87" name="Group 286">
            <a:extLst>
              <a:ext uri="{FF2B5EF4-FFF2-40B4-BE49-F238E27FC236}">
                <a16:creationId xmlns:a16="http://schemas.microsoft.com/office/drawing/2014/main" id="{7169FC3C-178E-6048-AB6C-8493893B17E5}"/>
              </a:ext>
            </a:extLst>
          </p:cNvPr>
          <p:cNvGrpSpPr>
            <a:grpSpLocks/>
          </p:cNvGrpSpPr>
          <p:nvPr/>
        </p:nvGrpSpPr>
        <p:grpSpPr bwMode="auto">
          <a:xfrm>
            <a:off x="2510717" y="2930179"/>
            <a:ext cx="3952875" cy="2853929"/>
            <a:chOff x="1757805" y="2331054"/>
            <a:chExt cx="5270058" cy="3804634"/>
          </a:xfrm>
        </p:grpSpPr>
        <p:sp>
          <p:nvSpPr>
            <p:cNvPr id="288" name="Freeform 287">
              <a:extLst>
                <a:ext uri="{FF2B5EF4-FFF2-40B4-BE49-F238E27FC236}">
                  <a16:creationId xmlns:a16="http://schemas.microsoft.com/office/drawing/2014/main" id="{440C625E-763F-DC45-B239-42BFE9E9081B}"/>
                </a:ext>
              </a:extLst>
            </p:cNvPr>
            <p:cNvSpPr/>
            <p:nvPr/>
          </p:nvSpPr>
          <p:spPr>
            <a:xfrm>
              <a:off x="1776853" y="4829382"/>
              <a:ext cx="1220685" cy="920604"/>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510" h="921649">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89" name="Freeform 288">
              <a:extLst>
                <a:ext uri="{FF2B5EF4-FFF2-40B4-BE49-F238E27FC236}">
                  <a16:creationId xmlns:a16="http://schemas.microsoft.com/office/drawing/2014/main" id="{7B2A49C4-873B-2743-B356-AA474598AAC7}"/>
                </a:ext>
              </a:extLst>
            </p:cNvPr>
            <p:cNvSpPr/>
            <p:nvPr/>
          </p:nvSpPr>
          <p:spPr>
            <a:xfrm>
              <a:off x="6102428" y="4916682"/>
              <a:ext cx="925435" cy="75711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304" h="758185">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90" name="Freeform 289">
              <a:extLst>
                <a:ext uri="{FF2B5EF4-FFF2-40B4-BE49-F238E27FC236}">
                  <a16:creationId xmlns:a16="http://schemas.microsoft.com/office/drawing/2014/main" id="{0D9AB348-D7F2-A742-9B0C-84535C1F8A96}"/>
                </a:ext>
              </a:extLst>
            </p:cNvPr>
            <p:cNvSpPr/>
            <p:nvPr/>
          </p:nvSpPr>
          <p:spPr>
            <a:xfrm>
              <a:off x="5288109" y="4937315"/>
              <a:ext cx="725426" cy="1099963"/>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009" h="110147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91" name="Freeform 290">
              <a:extLst>
                <a:ext uri="{FF2B5EF4-FFF2-40B4-BE49-F238E27FC236}">
                  <a16:creationId xmlns:a16="http://schemas.microsoft.com/office/drawing/2014/main" id="{98F06BD2-BA43-1144-B69F-BF325541EB43}"/>
                </a:ext>
              </a:extLst>
            </p:cNvPr>
            <p:cNvSpPr/>
            <p:nvPr/>
          </p:nvSpPr>
          <p:spPr>
            <a:xfrm>
              <a:off x="4300767" y="4956362"/>
              <a:ext cx="514307" cy="57775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578353">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292" name="Freeform 291">
              <a:extLst>
                <a:ext uri="{FF2B5EF4-FFF2-40B4-BE49-F238E27FC236}">
                  <a16:creationId xmlns:a16="http://schemas.microsoft.com/office/drawing/2014/main" id="{57135A78-79C3-CB4B-8E8E-D9A274265F07}"/>
                </a:ext>
              </a:extLst>
            </p:cNvPr>
            <p:cNvSpPr/>
            <p:nvPr/>
          </p:nvSpPr>
          <p:spPr>
            <a:xfrm>
              <a:off x="3521369" y="4919856"/>
              <a:ext cx="593675" cy="121583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13" h="1215612">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grpSp>
          <p:nvGrpSpPr>
            <p:cNvPr id="293" name="Group 17">
              <a:extLst>
                <a:ext uri="{FF2B5EF4-FFF2-40B4-BE49-F238E27FC236}">
                  <a16:creationId xmlns:a16="http://schemas.microsoft.com/office/drawing/2014/main" id="{3DCFE7AC-3DDA-544E-9FBA-E2013CB1F765}"/>
                </a:ext>
              </a:extLst>
            </p:cNvPr>
            <p:cNvGrpSpPr>
              <a:grpSpLocks/>
            </p:cNvGrpSpPr>
            <p:nvPr/>
          </p:nvGrpSpPr>
          <p:grpSpPr bwMode="auto">
            <a:xfrm>
              <a:off x="1757805" y="2331054"/>
              <a:ext cx="1079500" cy="2674334"/>
              <a:chOff x="1757805" y="2331054"/>
              <a:chExt cx="1079500" cy="2674334"/>
            </a:xfrm>
          </p:grpSpPr>
          <p:sp>
            <p:nvSpPr>
              <p:cNvPr id="380" name="Rectangle 379">
                <a:extLst>
                  <a:ext uri="{FF2B5EF4-FFF2-40B4-BE49-F238E27FC236}">
                    <a16:creationId xmlns:a16="http://schemas.microsoft.com/office/drawing/2014/main" id="{4A6C83BC-7EC5-0F45-B8BB-C3B547B3E007}"/>
                  </a:ext>
                </a:extLst>
              </p:cNvPr>
              <p:cNvSpPr/>
              <p:nvPr/>
            </p:nvSpPr>
            <p:spPr bwMode="auto">
              <a:xfrm rot="10800000">
                <a:off x="1789552" y="2580252"/>
                <a:ext cx="1027025" cy="108409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grpSp>
            <p:nvGrpSpPr>
              <p:cNvPr id="381" name="Group 104">
                <a:extLst>
                  <a:ext uri="{FF2B5EF4-FFF2-40B4-BE49-F238E27FC236}">
                    <a16:creationId xmlns:a16="http://schemas.microsoft.com/office/drawing/2014/main" id="{C49CCBB3-581C-F744-9C12-88066A544A1A}"/>
                  </a:ext>
                </a:extLst>
              </p:cNvPr>
              <p:cNvGrpSpPr>
                <a:grpSpLocks/>
              </p:cNvGrpSpPr>
              <p:nvPr/>
            </p:nvGrpSpPr>
            <p:grpSpPr bwMode="auto">
              <a:xfrm>
                <a:off x="1782739" y="4616206"/>
                <a:ext cx="1034710" cy="389182"/>
                <a:chOff x="4128636" y="3606589"/>
                <a:chExt cx="568145" cy="338667"/>
              </a:xfrm>
            </p:grpSpPr>
            <p:sp>
              <p:nvSpPr>
                <p:cNvPr id="395" name="Oval 394">
                  <a:extLst>
                    <a:ext uri="{FF2B5EF4-FFF2-40B4-BE49-F238E27FC236}">
                      <a16:creationId xmlns:a16="http://schemas.microsoft.com/office/drawing/2014/main" id="{1360C793-55DD-E448-BB09-2AF9F40ABA16}"/>
                    </a:ext>
                  </a:extLst>
                </p:cNvPr>
                <p:cNvSpPr/>
                <p:nvPr/>
              </p:nvSpPr>
              <p:spPr>
                <a:xfrm>
                  <a:off x="4128891" y="3720271"/>
                  <a:ext cx="565669" cy="225140"/>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96" name="Rectangle 395">
                  <a:extLst>
                    <a:ext uri="{FF2B5EF4-FFF2-40B4-BE49-F238E27FC236}">
                      <a16:creationId xmlns:a16="http://schemas.microsoft.com/office/drawing/2014/main" id="{B5E5E126-5712-074A-827E-49B7AB6291A3}"/>
                    </a:ext>
                  </a:extLst>
                </p:cNvPr>
                <p:cNvSpPr/>
                <p:nvPr/>
              </p:nvSpPr>
              <p:spPr>
                <a:xfrm>
                  <a:off x="4128891" y="3720271"/>
                  <a:ext cx="565669" cy="111880"/>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97" name="Oval 396">
                  <a:extLst>
                    <a:ext uri="{FF2B5EF4-FFF2-40B4-BE49-F238E27FC236}">
                      <a16:creationId xmlns:a16="http://schemas.microsoft.com/office/drawing/2014/main" id="{90782D44-406D-1A44-B8FA-7DABB141B919}"/>
                    </a:ext>
                  </a:extLst>
                </p:cNvPr>
                <p:cNvSpPr/>
                <p:nvPr/>
              </p:nvSpPr>
              <p:spPr>
                <a:xfrm>
                  <a:off x="4128891" y="3607011"/>
                  <a:ext cx="565669" cy="225140"/>
                </a:xfrm>
                <a:prstGeom prst="ellipse">
                  <a:avLst/>
                </a:prstGeom>
                <a:solidFill>
                  <a:srgbClr val="3333CC">
                    <a:lumMod val="60000"/>
                    <a:lumOff val="40000"/>
                    <a:alpha val="7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98" name="Straight Connector 397">
                  <a:extLst>
                    <a:ext uri="{FF2B5EF4-FFF2-40B4-BE49-F238E27FC236}">
                      <a16:creationId xmlns:a16="http://schemas.microsoft.com/office/drawing/2014/main" id="{91CE1BD1-E198-874C-A63D-F01D330549A7}"/>
                    </a:ext>
                  </a:extLst>
                </p:cNvPr>
                <p:cNvCxnSpPr/>
                <p:nvPr/>
              </p:nvCxnSpPr>
              <p:spPr>
                <a:xfrm>
                  <a:off x="4694560" y="3720271"/>
                  <a:ext cx="0" cy="111880"/>
                </a:xfrm>
                <a:prstGeom prst="line">
                  <a:avLst/>
                </a:prstGeom>
                <a:noFill/>
                <a:ln w="6350" cap="flat" cmpd="sng" algn="ctr">
                  <a:solidFill>
                    <a:srgbClr val="000000"/>
                  </a:solidFill>
                  <a:prstDash val="solid"/>
                </a:ln>
                <a:effectLst/>
              </p:spPr>
            </p:cxnSp>
            <p:cxnSp>
              <p:nvCxnSpPr>
                <p:cNvPr id="399" name="Straight Connector 398">
                  <a:extLst>
                    <a:ext uri="{FF2B5EF4-FFF2-40B4-BE49-F238E27FC236}">
                      <a16:creationId xmlns:a16="http://schemas.microsoft.com/office/drawing/2014/main" id="{5C32A76A-C218-CD4F-A5EA-5F04BEBB7C8B}"/>
                    </a:ext>
                  </a:extLst>
                </p:cNvPr>
                <p:cNvCxnSpPr/>
                <p:nvPr/>
              </p:nvCxnSpPr>
              <p:spPr>
                <a:xfrm>
                  <a:off x="4128891" y="3720271"/>
                  <a:ext cx="0" cy="111880"/>
                </a:xfrm>
                <a:prstGeom prst="line">
                  <a:avLst/>
                </a:prstGeom>
                <a:noFill/>
                <a:ln w="6350" cap="flat" cmpd="sng" algn="ctr">
                  <a:solidFill>
                    <a:srgbClr val="000000"/>
                  </a:solidFill>
                  <a:prstDash val="solid"/>
                </a:ln>
                <a:effectLst/>
              </p:spPr>
            </p:cxnSp>
          </p:grpSp>
          <p:sp>
            <p:nvSpPr>
              <p:cNvPr id="382" name="Rectangle 381">
                <a:extLst>
                  <a:ext uri="{FF2B5EF4-FFF2-40B4-BE49-F238E27FC236}">
                    <a16:creationId xmlns:a16="http://schemas.microsoft.com/office/drawing/2014/main" id="{9568C327-A8B8-714A-9EC6-981C762ACAD5}"/>
                  </a:ext>
                </a:extLst>
              </p:cNvPr>
              <p:cNvSpPr/>
              <p:nvPr/>
            </p:nvSpPr>
            <p:spPr bwMode="auto">
              <a:xfrm>
                <a:off x="1802251" y="3602440"/>
                <a:ext cx="1027025" cy="1163452"/>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83" name="Straight Connector 382">
                <a:extLst>
                  <a:ext uri="{FF2B5EF4-FFF2-40B4-BE49-F238E27FC236}">
                    <a16:creationId xmlns:a16="http://schemas.microsoft.com/office/drawing/2014/main" id="{CE43604B-D39F-7044-94F2-CD4AD82F1987}"/>
                  </a:ext>
                </a:extLst>
              </p:cNvPr>
              <p:cNvCxnSpPr/>
              <p:nvPr/>
            </p:nvCxnSpPr>
            <p:spPr bwMode="auto">
              <a:xfrm>
                <a:off x="1781615" y="2805642"/>
                <a:ext cx="20636" cy="2020566"/>
              </a:xfrm>
              <a:prstGeom prst="line">
                <a:avLst/>
              </a:prstGeom>
              <a:noFill/>
              <a:ln w="3175" cap="flat" cmpd="sng" algn="ctr">
                <a:solidFill>
                  <a:srgbClr val="000000"/>
                </a:solidFill>
                <a:prstDash val="sysDash"/>
              </a:ln>
              <a:effectLst/>
            </p:spPr>
          </p:cxnSp>
          <p:cxnSp>
            <p:nvCxnSpPr>
              <p:cNvPr id="384" name="Straight Connector 383">
                <a:extLst>
                  <a:ext uri="{FF2B5EF4-FFF2-40B4-BE49-F238E27FC236}">
                    <a16:creationId xmlns:a16="http://schemas.microsoft.com/office/drawing/2014/main" id="{5C4C1EF2-5AB5-114F-AE30-53470A226E36}"/>
                  </a:ext>
                </a:extLst>
              </p:cNvPr>
              <p:cNvCxnSpPr/>
              <p:nvPr/>
            </p:nvCxnSpPr>
            <p:spPr bwMode="auto">
              <a:xfrm flipH="1">
                <a:off x="2818166" y="2805642"/>
                <a:ext cx="4762" cy="1976123"/>
              </a:xfrm>
              <a:prstGeom prst="line">
                <a:avLst/>
              </a:prstGeom>
              <a:noFill/>
              <a:ln w="3175" cap="flat" cmpd="sng" algn="ctr">
                <a:solidFill>
                  <a:srgbClr val="000000"/>
                </a:solidFill>
                <a:prstDash val="sysDash"/>
              </a:ln>
              <a:effectLst/>
            </p:spPr>
          </p:cxnSp>
          <p:grpSp>
            <p:nvGrpSpPr>
              <p:cNvPr id="385" name="Group 9">
                <a:extLst>
                  <a:ext uri="{FF2B5EF4-FFF2-40B4-BE49-F238E27FC236}">
                    <a16:creationId xmlns:a16="http://schemas.microsoft.com/office/drawing/2014/main" id="{052F022E-CD26-8744-AC3E-C859146E3805}"/>
                  </a:ext>
                </a:extLst>
              </p:cNvPr>
              <p:cNvGrpSpPr>
                <a:grpSpLocks/>
              </p:cNvGrpSpPr>
              <p:nvPr/>
            </p:nvGrpSpPr>
            <p:grpSpPr bwMode="auto">
              <a:xfrm>
                <a:off x="1757805" y="2331054"/>
                <a:ext cx="1079500" cy="430213"/>
                <a:chOff x="2183302" y="1574638"/>
                <a:chExt cx="1200154" cy="430181"/>
              </a:xfrm>
            </p:grpSpPr>
            <p:sp>
              <p:nvSpPr>
                <p:cNvPr id="386" name="Oval 385">
                  <a:extLst>
                    <a:ext uri="{FF2B5EF4-FFF2-40B4-BE49-F238E27FC236}">
                      <a16:creationId xmlns:a16="http://schemas.microsoft.com/office/drawing/2014/main" id="{80AE789D-EAFB-F44C-ACC8-D4E9E127F29B}"/>
                    </a:ext>
                  </a:extLst>
                </p:cNvPr>
                <p:cNvSpPr/>
                <p:nvPr/>
              </p:nvSpPr>
              <p:spPr bwMode="auto">
                <a:xfrm flipV="1">
                  <a:off x="2186832" y="1690499"/>
                  <a:ext cx="1194758" cy="31425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387" name="Rectangle 386">
                  <a:extLst>
                    <a:ext uri="{FF2B5EF4-FFF2-40B4-BE49-F238E27FC236}">
                      <a16:creationId xmlns:a16="http://schemas.microsoft.com/office/drawing/2014/main" id="{5F200699-ED1E-0245-9D7A-C9227AC90EC0}"/>
                    </a:ext>
                  </a:extLst>
                </p:cNvPr>
                <p:cNvSpPr/>
                <p:nvPr/>
              </p:nvSpPr>
              <p:spPr bwMode="auto">
                <a:xfrm>
                  <a:off x="2183302" y="1734939"/>
                  <a:ext cx="1198287" cy="112686"/>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88" name="Oval 387">
                  <a:extLst>
                    <a:ext uri="{FF2B5EF4-FFF2-40B4-BE49-F238E27FC236}">
                      <a16:creationId xmlns:a16="http://schemas.microsoft.com/office/drawing/2014/main" id="{1653876D-5808-4845-8D45-41E30CCABC5A}"/>
                    </a:ext>
                  </a:extLst>
                </p:cNvPr>
                <p:cNvSpPr>
                  <a:spLocks noChangeArrowheads="1"/>
                </p:cNvSpPr>
                <p:nvPr/>
              </p:nvSpPr>
              <p:spPr bwMode="auto">
                <a:xfrm flipV="1">
                  <a:off x="2183302" y="1574638"/>
                  <a:ext cx="1196523" cy="31425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389" name="Freeform 388">
                  <a:extLst>
                    <a:ext uri="{FF2B5EF4-FFF2-40B4-BE49-F238E27FC236}">
                      <a16:creationId xmlns:a16="http://schemas.microsoft.com/office/drawing/2014/main" id="{B63C1A57-A326-E44D-89A7-AE4E169A70AE}"/>
                    </a:ext>
                  </a:extLst>
                </p:cNvPr>
                <p:cNvSpPr/>
                <p:nvPr/>
              </p:nvSpPr>
              <p:spPr bwMode="auto">
                <a:xfrm>
                  <a:off x="2490374" y="1671453"/>
                  <a:ext cx="582379" cy="157125"/>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90" name="Freeform 389">
                  <a:extLst>
                    <a:ext uri="{FF2B5EF4-FFF2-40B4-BE49-F238E27FC236}">
                      <a16:creationId xmlns:a16="http://schemas.microsoft.com/office/drawing/2014/main" id="{C060360D-64F4-6C46-9C73-B1B076DAA15D}"/>
                    </a:ext>
                  </a:extLst>
                </p:cNvPr>
                <p:cNvSpPr>
                  <a:spLocks/>
                </p:cNvSpPr>
                <p:nvPr/>
              </p:nvSpPr>
              <p:spPr bwMode="auto">
                <a:xfrm>
                  <a:off x="2430372" y="1630188"/>
                  <a:ext cx="702384" cy="109512"/>
                </a:xfrm>
                <a:custGeom>
                  <a:avLst/>
                  <a:gdLst>
                    <a:gd name="T0" fmla="*/ 0 w 3723451"/>
                    <a:gd name="T1" fmla="*/ 26792 h 932950"/>
                    <a:gd name="T2" fmla="*/ 123590 w 3723451"/>
                    <a:gd name="T3" fmla="*/ 316 h 932950"/>
                    <a:gd name="T4" fmla="*/ 350070 w 3723451"/>
                    <a:gd name="T5" fmla="*/ 61105 h 932950"/>
                    <a:gd name="T6" fmla="*/ 566135 w 3723451"/>
                    <a:gd name="T7" fmla="*/ 0 h 932950"/>
                    <a:gd name="T8" fmla="*/ 702384 w 3723451"/>
                    <a:gd name="T9" fmla="*/ 24316 h 932950"/>
                    <a:gd name="T10" fmla="*/ 601015 w 3723451"/>
                    <a:gd name="T11" fmla="*/ 54216 h 932950"/>
                    <a:gd name="T12" fmla="*/ 568379 w 3723451"/>
                    <a:gd name="T13" fmla="*/ 46155 h 932950"/>
                    <a:gd name="T14" fmla="*/ 354049 w 3723451"/>
                    <a:gd name="T15" fmla="*/ 109512 h 932950"/>
                    <a:gd name="T16" fmla="*/ 134237 w 3723451"/>
                    <a:gd name="T17" fmla="*/ 48485 h 932950"/>
                    <a:gd name="T18" fmla="*/ 98698 w 3723451"/>
                    <a:gd name="T19" fmla="*/ 55072 h 932950"/>
                    <a:gd name="T20" fmla="*/ 0 w 3723451"/>
                    <a:gd name="T21" fmla="*/ 2679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91" name="Freeform 390">
                  <a:extLst>
                    <a:ext uri="{FF2B5EF4-FFF2-40B4-BE49-F238E27FC236}">
                      <a16:creationId xmlns:a16="http://schemas.microsoft.com/office/drawing/2014/main" id="{6762EEAF-2C47-B149-8689-0C95EC53C318}"/>
                    </a:ext>
                  </a:extLst>
                </p:cNvPr>
                <p:cNvSpPr>
                  <a:spLocks/>
                </p:cNvSpPr>
                <p:nvPr/>
              </p:nvSpPr>
              <p:spPr bwMode="auto">
                <a:xfrm>
                  <a:off x="2892745" y="1723828"/>
                  <a:ext cx="257658" cy="95228"/>
                </a:xfrm>
                <a:custGeom>
                  <a:avLst/>
                  <a:gdLst>
                    <a:gd name="T0" fmla="*/ 0 w 1366596"/>
                    <a:gd name="T1" fmla="*/ 0 h 809868"/>
                    <a:gd name="T2" fmla="*/ 257658 w 1366596"/>
                    <a:gd name="T3" fmla="*/ 73585 h 809868"/>
                    <a:gd name="T4" fmla="*/ 163097 w 1366596"/>
                    <a:gd name="T5" fmla="*/ 95228 h 809868"/>
                    <a:gd name="T6" fmla="*/ 867 w 1366596"/>
                    <a:gd name="T7" fmla="*/ 5031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92" name="Freeform 391">
                  <a:extLst>
                    <a:ext uri="{FF2B5EF4-FFF2-40B4-BE49-F238E27FC236}">
                      <a16:creationId xmlns:a16="http://schemas.microsoft.com/office/drawing/2014/main" id="{EEF29461-B5AA-2744-A3DA-2814904A2E2F}"/>
                    </a:ext>
                  </a:extLst>
                </p:cNvPr>
                <p:cNvSpPr>
                  <a:spLocks/>
                </p:cNvSpPr>
                <p:nvPr/>
              </p:nvSpPr>
              <p:spPr bwMode="auto">
                <a:xfrm>
                  <a:off x="2418018" y="1725416"/>
                  <a:ext cx="254129" cy="95228"/>
                </a:xfrm>
                <a:custGeom>
                  <a:avLst/>
                  <a:gdLst>
                    <a:gd name="T0" fmla="*/ 250660 w 1348191"/>
                    <a:gd name="T1" fmla="*/ 0 h 791462"/>
                    <a:gd name="T2" fmla="*/ 254129 w 1348191"/>
                    <a:gd name="T3" fmla="*/ 45953 h 791462"/>
                    <a:gd name="T4" fmla="*/ 91938 w 1348191"/>
                    <a:gd name="T5" fmla="*/ 95228 h 791462"/>
                    <a:gd name="T6" fmla="*/ 0 w 1348191"/>
                    <a:gd name="T7" fmla="*/ 73636 h 791462"/>
                    <a:gd name="T8" fmla="*/ 25066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393" name="Straight Connector 392">
                  <a:extLst>
                    <a:ext uri="{FF2B5EF4-FFF2-40B4-BE49-F238E27FC236}">
                      <a16:creationId xmlns:a16="http://schemas.microsoft.com/office/drawing/2014/main" id="{BE5A273A-2FEE-9545-BB88-87C7E505179F}"/>
                    </a:ext>
                  </a:extLst>
                </p:cNvPr>
                <p:cNvCxnSpPr>
                  <a:cxnSpLocks noChangeShapeType="1"/>
                  <a:endCxn id="388" idx="2"/>
                </p:cNvCxnSpPr>
                <p:nvPr/>
              </p:nvCxnSpPr>
              <p:spPr bwMode="auto">
                <a:xfrm flipH="1" flipV="1">
                  <a:off x="2183302" y="1731764"/>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94" name="Straight Connector 393">
                  <a:extLst>
                    <a:ext uri="{FF2B5EF4-FFF2-40B4-BE49-F238E27FC236}">
                      <a16:creationId xmlns:a16="http://schemas.microsoft.com/office/drawing/2014/main" id="{3C46EAE7-509B-4E45-A6E7-9A33E4F0FC70}"/>
                    </a:ext>
                  </a:extLst>
                </p:cNvPr>
                <p:cNvCxnSpPr>
                  <a:cxnSpLocks noChangeShapeType="1"/>
                </p:cNvCxnSpPr>
                <p:nvPr/>
              </p:nvCxnSpPr>
              <p:spPr bwMode="auto">
                <a:xfrm flipH="1" flipV="1">
                  <a:off x="3379825" y="1728590"/>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4" name="Group 18">
              <a:extLst>
                <a:ext uri="{FF2B5EF4-FFF2-40B4-BE49-F238E27FC236}">
                  <a16:creationId xmlns:a16="http://schemas.microsoft.com/office/drawing/2014/main" id="{482172DC-CB77-9547-9B55-AA80104E7E80}"/>
                </a:ext>
              </a:extLst>
            </p:cNvPr>
            <p:cNvGrpSpPr>
              <a:grpSpLocks/>
            </p:cNvGrpSpPr>
            <p:nvPr/>
          </p:nvGrpSpPr>
          <p:grpSpPr bwMode="auto">
            <a:xfrm>
              <a:off x="3500438" y="3174091"/>
              <a:ext cx="522287" cy="1831297"/>
              <a:chOff x="3500438" y="3174091"/>
              <a:chExt cx="522287" cy="1831297"/>
            </a:xfrm>
          </p:grpSpPr>
          <p:sp>
            <p:nvSpPr>
              <p:cNvPr id="359" name="Rectangle 358">
                <a:extLst>
                  <a:ext uri="{FF2B5EF4-FFF2-40B4-BE49-F238E27FC236}">
                    <a16:creationId xmlns:a16="http://schemas.microsoft.com/office/drawing/2014/main" id="{62075464-1A4E-BF45-A532-01A9C76E55CE}"/>
                  </a:ext>
                </a:extLst>
              </p:cNvPr>
              <p:cNvSpPr/>
              <p:nvPr/>
            </p:nvSpPr>
            <p:spPr bwMode="auto">
              <a:xfrm rot="10800000">
                <a:off x="3507320" y="3287221"/>
                <a:ext cx="498349" cy="30662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60" name="Straight Connector 359">
                <a:extLst>
                  <a:ext uri="{FF2B5EF4-FFF2-40B4-BE49-F238E27FC236}">
                    <a16:creationId xmlns:a16="http://schemas.microsoft.com/office/drawing/2014/main" id="{E6476089-4E8D-9748-8A20-B65AB809DCB0}"/>
                  </a:ext>
                </a:extLst>
              </p:cNvPr>
              <p:cNvCxnSpPr/>
              <p:nvPr/>
            </p:nvCxnSpPr>
            <p:spPr bwMode="auto">
              <a:xfrm flipH="1">
                <a:off x="4019802" y="3321497"/>
                <a:ext cx="1588" cy="1536456"/>
              </a:xfrm>
              <a:prstGeom prst="line">
                <a:avLst/>
              </a:prstGeom>
              <a:noFill/>
              <a:ln w="3175" cap="flat" cmpd="sng" algn="ctr">
                <a:solidFill>
                  <a:srgbClr val="000000"/>
                </a:solidFill>
                <a:prstDash val="sysDash"/>
              </a:ln>
              <a:effectLst/>
            </p:spPr>
          </p:cxnSp>
          <p:pic>
            <p:nvPicPr>
              <p:cNvPr id="361" name="Picture 86" descr="router_top.png">
                <a:extLst>
                  <a:ext uri="{FF2B5EF4-FFF2-40B4-BE49-F238E27FC236}">
                    <a16:creationId xmlns:a16="http://schemas.microsoft.com/office/drawing/2014/main" id="{903307E4-A9C2-9644-824F-D336213F44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3194292"/>
                <a:ext cx="522287" cy="22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2" name="Group 82">
                <a:extLst>
                  <a:ext uri="{FF2B5EF4-FFF2-40B4-BE49-F238E27FC236}">
                    <a16:creationId xmlns:a16="http://schemas.microsoft.com/office/drawing/2014/main" id="{F71CE2FF-B936-C547-A3CE-97AE0CF5BB65}"/>
                  </a:ext>
                </a:extLst>
              </p:cNvPr>
              <p:cNvGrpSpPr>
                <a:grpSpLocks/>
              </p:cNvGrpSpPr>
              <p:nvPr/>
            </p:nvGrpSpPr>
            <p:grpSpPr bwMode="auto">
              <a:xfrm>
                <a:off x="3511442" y="4783543"/>
                <a:ext cx="507858" cy="221845"/>
                <a:chOff x="4128636" y="3606589"/>
                <a:chExt cx="568145" cy="338667"/>
              </a:xfrm>
            </p:grpSpPr>
            <p:sp>
              <p:nvSpPr>
                <p:cNvPr id="375" name="Oval 374">
                  <a:extLst>
                    <a:ext uri="{FF2B5EF4-FFF2-40B4-BE49-F238E27FC236}">
                      <a16:creationId xmlns:a16="http://schemas.microsoft.com/office/drawing/2014/main" id="{586404AE-C86C-2743-98EF-9CF4A95F4440}"/>
                    </a:ext>
                  </a:extLst>
                </p:cNvPr>
                <p:cNvSpPr/>
                <p:nvPr/>
              </p:nvSpPr>
              <p:spPr>
                <a:xfrm>
                  <a:off x="4129087" y="3720182"/>
                  <a:ext cx="568256" cy="225348"/>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76" name="Rectangle 375">
                  <a:extLst>
                    <a:ext uri="{FF2B5EF4-FFF2-40B4-BE49-F238E27FC236}">
                      <a16:creationId xmlns:a16="http://schemas.microsoft.com/office/drawing/2014/main" id="{5396A314-1026-4E4E-A149-99672789B306}"/>
                    </a:ext>
                  </a:extLst>
                </p:cNvPr>
                <p:cNvSpPr/>
                <p:nvPr/>
              </p:nvSpPr>
              <p:spPr>
                <a:xfrm>
                  <a:off x="4129087" y="3720182"/>
                  <a:ext cx="568256" cy="111462"/>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77" name="Oval 376">
                  <a:extLst>
                    <a:ext uri="{FF2B5EF4-FFF2-40B4-BE49-F238E27FC236}">
                      <a16:creationId xmlns:a16="http://schemas.microsoft.com/office/drawing/2014/main" id="{23054A25-C068-9244-9B31-DD0F45D202D9}"/>
                    </a:ext>
                  </a:extLst>
                </p:cNvPr>
                <p:cNvSpPr/>
                <p:nvPr/>
              </p:nvSpPr>
              <p:spPr>
                <a:xfrm>
                  <a:off x="4129087" y="3606297"/>
                  <a:ext cx="568256" cy="225346"/>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78" name="Straight Connector 377">
                  <a:extLst>
                    <a:ext uri="{FF2B5EF4-FFF2-40B4-BE49-F238E27FC236}">
                      <a16:creationId xmlns:a16="http://schemas.microsoft.com/office/drawing/2014/main" id="{CD4A2AA1-5618-3140-9C21-11DC36124DCC}"/>
                    </a:ext>
                  </a:extLst>
                </p:cNvPr>
                <p:cNvCxnSpPr/>
                <p:nvPr/>
              </p:nvCxnSpPr>
              <p:spPr>
                <a:xfrm>
                  <a:off x="4697343" y="3720182"/>
                  <a:ext cx="0" cy="111462"/>
                </a:xfrm>
                <a:prstGeom prst="line">
                  <a:avLst/>
                </a:prstGeom>
                <a:noFill/>
                <a:ln w="6350" cap="flat" cmpd="sng" algn="ctr">
                  <a:solidFill>
                    <a:srgbClr val="000000"/>
                  </a:solidFill>
                  <a:prstDash val="solid"/>
                </a:ln>
                <a:effectLst/>
              </p:spPr>
            </p:cxnSp>
            <p:cxnSp>
              <p:nvCxnSpPr>
                <p:cNvPr id="379" name="Straight Connector 378">
                  <a:extLst>
                    <a:ext uri="{FF2B5EF4-FFF2-40B4-BE49-F238E27FC236}">
                      <a16:creationId xmlns:a16="http://schemas.microsoft.com/office/drawing/2014/main" id="{C0356843-B7EB-A343-9F3C-424592CF11BD}"/>
                    </a:ext>
                  </a:extLst>
                </p:cNvPr>
                <p:cNvCxnSpPr/>
                <p:nvPr/>
              </p:nvCxnSpPr>
              <p:spPr>
                <a:xfrm>
                  <a:off x="4129087" y="3720182"/>
                  <a:ext cx="0" cy="111462"/>
                </a:xfrm>
                <a:prstGeom prst="line">
                  <a:avLst/>
                </a:prstGeom>
                <a:noFill/>
                <a:ln w="6350" cap="flat" cmpd="sng" algn="ctr">
                  <a:solidFill>
                    <a:srgbClr val="000000"/>
                  </a:solidFill>
                  <a:prstDash val="solid"/>
                </a:ln>
                <a:effectLst/>
              </p:spPr>
            </p:cxnSp>
          </p:grpSp>
          <p:sp>
            <p:nvSpPr>
              <p:cNvPr id="363" name="Rectangle 362">
                <a:extLst>
                  <a:ext uri="{FF2B5EF4-FFF2-40B4-BE49-F238E27FC236}">
                    <a16:creationId xmlns:a16="http://schemas.microsoft.com/office/drawing/2014/main" id="{AC6DBBE1-F8C8-7C49-A55E-1A360F9F0FF8}"/>
                  </a:ext>
                </a:extLst>
              </p:cNvPr>
              <p:cNvSpPr/>
              <p:nvPr/>
            </p:nvSpPr>
            <p:spPr bwMode="auto">
              <a:xfrm>
                <a:off x="3516608" y="3697675"/>
                <a:ext cx="498433" cy="116345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64" name="Straight Connector 363">
                <a:extLst>
                  <a:ext uri="{FF2B5EF4-FFF2-40B4-BE49-F238E27FC236}">
                    <a16:creationId xmlns:a16="http://schemas.microsoft.com/office/drawing/2014/main" id="{30264003-6422-A246-8128-339027C2EFE4}"/>
                  </a:ext>
                </a:extLst>
              </p:cNvPr>
              <p:cNvCxnSpPr>
                <a:stCxn id="368" idx="2"/>
              </p:cNvCxnSpPr>
              <p:nvPr/>
            </p:nvCxnSpPr>
            <p:spPr bwMode="auto">
              <a:xfrm flipH="1">
                <a:off x="3507083" y="3262769"/>
                <a:ext cx="4762" cy="1688832"/>
              </a:xfrm>
              <a:prstGeom prst="line">
                <a:avLst/>
              </a:prstGeom>
              <a:noFill/>
              <a:ln w="3175" cap="flat" cmpd="sng" algn="ctr">
                <a:solidFill>
                  <a:srgbClr val="000000"/>
                </a:solidFill>
                <a:prstDash val="sysDash"/>
              </a:ln>
              <a:effectLst/>
            </p:spPr>
          </p:cxnSp>
          <p:grpSp>
            <p:nvGrpSpPr>
              <p:cNvPr id="365" name="Group 377">
                <a:extLst>
                  <a:ext uri="{FF2B5EF4-FFF2-40B4-BE49-F238E27FC236}">
                    <a16:creationId xmlns:a16="http://schemas.microsoft.com/office/drawing/2014/main" id="{39ED4179-25C2-BD40-8CB0-2D2D19D3B89E}"/>
                  </a:ext>
                </a:extLst>
              </p:cNvPr>
              <p:cNvGrpSpPr>
                <a:grpSpLocks/>
              </p:cNvGrpSpPr>
              <p:nvPr/>
            </p:nvGrpSpPr>
            <p:grpSpPr bwMode="auto">
              <a:xfrm>
                <a:off x="3511057" y="3174091"/>
                <a:ext cx="504096" cy="242719"/>
                <a:chOff x="2183302" y="1574638"/>
                <a:chExt cx="1200154" cy="430218"/>
              </a:xfrm>
            </p:grpSpPr>
            <p:sp>
              <p:nvSpPr>
                <p:cNvPr id="366" name="Oval 365">
                  <a:extLst>
                    <a:ext uri="{FF2B5EF4-FFF2-40B4-BE49-F238E27FC236}">
                      <a16:creationId xmlns:a16="http://schemas.microsoft.com/office/drawing/2014/main" id="{8E546C63-6051-664A-A3B3-09898899A0F6}"/>
                    </a:ext>
                  </a:extLst>
                </p:cNvPr>
                <p:cNvSpPr/>
                <p:nvPr/>
              </p:nvSpPr>
              <p:spPr bwMode="auto">
                <a:xfrm flipV="1">
                  <a:off x="2188958" y="1689617"/>
                  <a:ext cx="1194231" cy="3150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367" name="Rectangle 366">
                  <a:extLst>
                    <a:ext uri="{FF2B5EF4-FFF2-40B4-BE49-F238E27FC236}">
                      <a16:creationId xmlns:a16="http://schemas.microsoft.com/office/drawing/2014/main" id="{F85D8891-4691-274F-8A4C-6EB421E1A629}"/>
                    </a:ext>
                  </a:extLst>
                </p:cNvPr>
                <p:cNvSpPr/>
                <p:nvPr/>
              </p:nvSpPr>
              <p:spPr bwMode="auto">
                <a:xfrm>
                  <a:off x="2185178" y="1734631"/>
                  <a:ext cx="1198011" cy="11253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68" name="Oval 367">
                  <a:extLst>
                    <a:ext uri="{FF2B5EF4-FFF2-40B4-BE49-F238E27FC236}">
                      <a16:creationId xmlns:a16="http://schemas.microsoft.com/office/drawing/2014/main" id="{F6D6309A-F621-8F43-966A-42EE2F5341A2}"/>
                    </a:ext>
                  </a:extLst>
                </p:cNvPr>
                <p:cNvSpPr>
                  <a:spLocks noChangeArrowheads="1"/>
                </p:cNvSpPr>
                <p:nvPr/>
              </p:nvSpPr>
              <p:spPr bwMode="auto">
                <a:xfrm flipV="1">
                  <a:off x="2185178" y="1574269"/>
                  <a:ext cx="1194231" cy="3150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369" name="Freeform 368">
                  <a:extLst>
                    <a:ext uri="{FF2B5EF4-FFF2-40B4-BE49-F238E27FC236}">
                      <a16:creationId xmlns:a16="http://schemas.microsoft.com/office/drawing/2014/main" id="{E0967AA3-A871-A446-BBBF-E652596BA5E0}"/>
                    </a:ext>
                  </a:extLst>
                </p:cNvPr>
                <p:cNvSpPr/>
                <p:nvPr/>
              </p:nvSpPr>
              <p:spPr bwMode="auto">
                <a:xfrm>
                  <a:off x="2491295" y="1669924"/>
                  <a:ext cx="581999" cy="157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70" name="Freeform 369">
                  <a:extLst>
                    <a:ext uri="{FF2B5EF4-FFF2-40B4-BE49-F238E27FC236}">
                      <a16:creationId xmlns:a16="http://schemas.microsoft.com/office/drawing/2014/main" id="{928F9198-71DD-1048-BF0F-138BFE3045B5}"/>
                    </a:ext>
                  </a:extLst>
                </p:cNvPr>
                <p:cNvSpPr>
                  <a:spLocks/>
                </p:cNvSpPr>
                <p:nvPr/>
              </p:nvSpPr>
              <p:spPr bwMode="auto">
                <a:xfrm>
                  <a:off x="2430828" y="1630537"/>
                  <a:ext cx="702933" cy="109721"/>
                </a:xfrm>
                <a:custGeom>
                  <a:avLst/>
                  <a:gdLst>
                    <a:gd name="T0" fmla="*/ 0 w 3723451"/>
                    <a:gd name="T1" fmla="*/ 26843 h 932950"/>
                    <a:gd name="T2" fmla="*/ 123686 w 3723451"/>
                    <a:gd name="T3" fmla="*/ 316 h 932950"/>
                    <a:gd name="T4" fmla="*/ 350344 w 3723451"/>
                    <a:gd name="T5" fmla="*/ 61221 h 932950"/>
                    <a:gd name="T6" fmla="*/ 566578 w 3723451"/>
                    <a:gd name="T7" fmla="*/ 0 h 932950"/>
                    <a:gd name="T8" fmla="*/ 702933 w 3723451"/>
                    <a:gd name="T9" fmla="*/ 24362 h 932950"/>
                    <a:gd name="T10" fmla="*/ 601485 w 3723451"/>
                    <a:gd name="T11" fmla="*/ 54319 h 932950"/>
                    <a:gd name="T12" fmla="*/ 568823 w 3723451"/>
                    <a:gd name="T13" fmla="*/ 46243 h 932950"/>
                    <a:gd name="T14" fmla="*/ 354326 w 3723451"/>
                    <a:gd name="T15" fmla="*/ 109721 h 932950"/>
                    <a:gd name="T16" fmla="*/ 134342 w 3723451"/>
                    <a:gd name="T17" fmla="*/ 48578 h 932950"/>
                    <a:gd name="T18" fmla="*/ 98775 w 3723451"/>
                    <a:gd name="T19" fmla="*/ 55177 h 932950"/>
                    <a:gd name="T20" fmla="*/ 0 w 3723451"/>
                    <a:gd name="T21" fmla="*/ 2684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71" name="Freeform 370">
                  <a:extLst>
                    <a:ext uri="{FF2B5EF4-FFF2-40B4-BE49-F238E27FC236}">
                      <a16:creationId xmlns:a16="http://schemas.microsoft.com/office/drawing/2014/main" id="{1C72F53E-6D8A-1247-85AD-4F6DFA9BC40F}"/>
                    </a:ext>
                  </a:extLst>
                </p:cNvPr>
                <p:cNvSpPr>
                  <a:spLocks/>
                </p:cNvSpPr>
                <p:nvPr/>
              </p:nvSpPr>
              <p:spPr bwMode="auto">
                <a:xfrm>
                  <a:off x="2891892" y="1723378"/>
                  <a:ext cx="260764" cy="95655"/>
                </a:xfrm>
                <a:custGeom>
                  <a:avLst/>
                  <a:gdLst>
                    <a:gd name="T0" fmla="*/ 0 w 1366596"/>
                    <a:gd name="T1" fmla="*/ 0 h 809868"/>
                    <a:gd name="T2" fmla="*/ 260764 w 1366596"/>
                    <a:gd name="T3" fmla="*/ 73915 h 809868"/>
                    <a:gd name="T4" fmla="*/ 165063 w 1366596"/>
                    <a:gd name="T5" fmla="*/ 95655 h 809868"/>
                    <a:gd name="T6" fmla="*/ 878 w 1366596"/>
                    <a:gd name="T7" fmla="*/ 5054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72" name="Freeform 371">
                  <a:extLst>
                    <a:ext uri="{FF2B5EF4-FFF2-40B4-BE49-F238E27FC236}">
                      <a16:creationId xmlns:a16="http://schemas.microsoft.com/office/drawing/2014/main" id="{AC38375A-6308-3C42-8428-1BC8EF1E3EF6}"/>
                    </a:ext>
                  </a:extLst>
                </p:cNvPr>
                <p:cNvSpPr>
                  <a:spLocks/>
                </p:cNvSpPr>
                <p:nvPr/>
              </p:nvSpPr>
              <p:spPr bwMode="auto">
                <a:xfrm>
                  <a:off x="2419489" y="1726192"/>
                  <a:ext cx="253208" cy="92841"/>
                </a:xfrm>
                <a:custGeom>
                  <a:avLst/>
                  <a:gdLst>
                    <a:gd name="T0" fmla="*/ 249751 w 1348191"/>
                    <a:gd name="T1" fmla="*/ 0 h 791462"/>
                    <a:gd name="T2" fmla="*/ 253208 w 1348191"/>
                    <a:gd name="T3" fmla="*/ 44801 h 791462"/>
                    <a:gd name="T4" fmla="*/ 91604 w 1348191"/>
                    <a:gd name="T5" fmla="*/ 92841 h 791462"/>
                    <a:gd name="T6" fmla="*/ 0 w 1348191"/>
                    <a:gd name="T7" fmla="*/ 71790 h 791462"/>
                    <a:gd name="T8" fmla="*/ 24975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373" name="Straight Connector 372">
                  <a:extLst>
                    <a:ext uri="{FF2B5EF4-FFF2-40B4-BE49-F238E27FC236}">
                      <a16:creationId xmlns:a16="http://schemas.microsoft.com/office/drawing/2014/main" id="{2676B342-72B9-EC4E-BEB9-884A31061112}"/>
                    </a:ext>
                  </a:extLst>
                </p:cNvPr>
                <p:cNvCxnSpPr>
                  <a:cxnSpLocks noChangeShapeType="1"/>
                  <a:endCxn id="368" idx="2"/>
                </p:cNvCxnSpPr>
                <p:nvPr/>
              </p:nvCxnSpPr>
              <p:spPr bwMode="auto">
                <a:xfrm flipH="1" flipV="1">
                  <a:off x="2185178" y="1731819"/>
                  <a:ext cx="3780" cy="1209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74" name="Straight Connector 373">
                  <a:extLst>
                    <a:ext uri="{FF2B5EF4-FFF2-40B4-BE49-F238E27FC236}">
                      <a16:creationId xmlns:a16="http://schemas.microsoft.com/office/drawing/2014/main" id="{C9E5ACD2-0571-394B-B54A-E4FD99B680A6}"/>
                    </a:ext>
                  </a:extLst>
                </p:cNvPr>
                <p:cNvCxnSpPr>
                  <a:cxnSpLocks noChangeShapeType="1"/>
                </p:cNvCxnSpPr>
                <p:nvPr/>
              </p:nvCxnSpPr>
              <p:spPr bwMode="auto">
                <a:xfrm flipH="1" flipV="1">
                  <a:off x="3379409" y="1729005"/>
                  <a:ext cx="3780" cy="120976"/>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5" name="Group 19">
              <a:extLst>
                <a:ext uri="{FF2B5EF4-FFF2-40B4-BE49-F238E27FC236}">
                  <a16:creationId xmlns:a16="http://schemas.microsoft.com/office/drawing/2014/main" id="{3F4E53BA-5956-854C-B31F-6EC1D0D219D1}"/>
                </a:ext>
              </a:extLst>
            </p:cNvPr>
            <p:cNvGrpSpPr>
              <a:grpSpLocks/>
            </p:cNvGrpSpPr>
            <p:nvPr/>
          </p:nvGrpSpPr>
          <p:grpSpPr bwMode="auto">
            <a:xfrm>
              <a:off x="4299212" y="2486508"/>
              <a:ext cx="528376" cy="2517292"/>
              <a:chOff x="4299212" y="2486508"/>
              <a:chExt cx="528376" cy="2517292"/>
            </a:xfrm>
          </p:grpSpPr>
          <p:sp>
            <p:nvSpPr>
              <p:cNvPr id="339" name="Rectangle 338">
                <a:extLst>
                  <a:ext uri="{FF2B5EF4-FFF2-40B4-BE49-F238E27FC236}">
                    <a16:creationId xmlns:a16="http://schemas.microsoft.com/office/drawing/2014/main" id="{E47F6DBD-7B1F-E84E-80B1-B0007CEE2ECA}"/>
                  </a:ext>
                </a:extLst>
              </p:cNvPr>
              <p:cNvSpPr/>
              <p:nvPr/>
            </p:nvSpPr>
            <p:spPr bwMode="auto">
              <a:xfrm rot="10800000">
                <a:off x="4315358" y="2675960"/>
                <a:ext cx="498350" cy="91657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40" name="Straight Connector 339">
                <a:extLst>
                  <a:ext uri="{FF2B5EF4-FFF2-40B4-BE49-F238E27FC236}">
                    <a16:creationId xmlns:a16="http://schemas.microsoft.com/office/drawing/2014/main" id="{AD6BA39E-C72A-2B46-89AC-72BC6ECE8737}"/>
                  </a:ext>
                </a:extLst>
              </p:cNvPr>
              <p:cNvCxnSpPr/>
              <p:nvPr/>
            </p:nvCxnSpPr>
            <p:spPr bwMode="auto">
              <a:xfrm>
                <a:off x="4821424" y="2642154"/>
                <a:ext cx="6349" cy="2214211"/>
              </a:xfrm>
              <a:prstGeom prst="line">
                <a:avLst/>
              </a:prstGeom>
              <a:noFill/>
              <a:ln w="3175" cap="flat" cmpd="sng" algn="ctr">
                <a:solidFill>
                  <a:srgbClr val="000000"/>
                </a:solidFill>
                <a:prstDash val="sysDash"/>
              </a:ln>
              <a:effectLst/>
            </p:spPr>
          </p:cxnSp>
          <p:grpSp>
            <p:nvGrpSpPr>
              <p:cNvPr id="341" name="Group 442">
                <a:extLst>
                  <a:ext uri="{FF2B5EF4-FFF2-40B4-BE49-F238E27FC236}">
                    <a16:creationId xmlns:a16="http://schemas.microsoft.com/office/drawing/2014/main" id="{3A2CD557-2097-8643-A2CC-2FC42E115686}"/>
                  </a:ext>
                </a:extLst>
              </p:cNvPr>
              <p:cNvGrpSpPr>
                <a:grpSpLocks/>
              </p:cNvGrpSpPr>
              <p:nvPr/>
            </p:nvGrpSpPr>
            <p:grpSpPr bwMode="auto">
              <a:xfrm>
                <a:off x="4319479" y="4781999"/>
                <a:ext cx="507859" cy="221801"/>
                <a:chOff x="4128636" y="3606589"/>
                <a:chExt cx="568145" cy="338667"/>
              </a:xfrm>
            </p:grpSpPr>
            <p:sp>
              <p:nvSpPr>
                <p:cNvPr id="354" name="Oval 353">
                  <a:extLst>
                    <a:ext uri="{FF2B5EF4-FFF2-40B4-BE49-F238E27FC236}">
                      <a16:creationId xmlns:a16="http://schemas.microsoft.com/office/drawing/2014/main" id="{B01BCE74-1665-8347-ABE7-7ED7C4611208}"/>
                    </a:ext>
                  </a:extLst>
                </p:cNvPr>
                <p:cNvSpPr/>
                <p:nvPr/>
              </p:nvSpPr>
              <p:spPr>
                <a:xfrm>
                  <a:off x="4129012"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55" name="Rectangle 354">
                  <a:extLst>
                    <a:ext uri="{FF2B5EF4-FFF2-40B4-BE49-F238E27FC236}">
                      <a16:creationId xmlns:a16="http://schemas.microsoft.com/office/drawing/2014/main" id="{3E2DD078-496C-2B4E-9AB7-8E3ED7B0B010}"/>
                    </a:ext>
                  </a:extLst>
                </p:cNvPr>
                <p:cNvSpPr/>
                <p:nvPr/>
              </p:nvSpPr>
              <p:spPr>
                <a:xfrm>
                  <a:off x="4129012" y="3720139"/>
                  <a:ext cx="568256" cy="111484"/>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56" name="Oval 355">
                  <a:extLst>
                    <a:ext uri="{FF2B5EF4-FFF2-40B4-BE49-F238E27FC236}">
                      <a16:creationId xmlns:a16="http://schemas.microsoft.com/office/drawing/2014/main" id="{0589AD59-3F91-674B-AB1F-9687AE0A7155}"/>
                    </a:ext>
                  </a:extLst>
                </p:cNvPr>
                <p:cNvSpPr/>
                <p:nvPr/>
              </p:nvSpPr>
              <p:spPr>
                <a:xfrm>
                  <a:off x="4129012"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57" name="Straight Connector 356">
                  <a:extLst>
                    <a:ext uri="{FF2B5EF4-FFF2-40B4-BE49-F238E27FC236}">
                      <a16:creationId xmlns:a16="http://schemas.microsoft.com/office/drawing/2014/main" id="{D7DF9909-4629-2B41-A097-0EE5060D231F}"/>
                    </a:ext>
                  </a:extLst>
                </p:cNvPr>
                <p:cNvCxnSpPr/>
                <p:nvPr/>
              </p:nvCxnSpPr>
              <p:spPr>
                <a:xfrm>
                  <a:off x="4697268" y="3720139"/>
                  <a:ext cx="0" cy="111484"/>
                </a:xfrm>
                <a:prstGeom prst="line">
                  <a:avLst/>
                </a:prstGeom>
                <a:noFill/>
                <a:ln w="6350" cap="flat" cmpd="sng" algn="ctr">
                  <a:solidFill>
                    <a:srgbClr val="000000"/>
                  </a:solidFill>
                  <a:prstDash val="solid"/>
                </a:ln>
                <a:effectLst/>
              </p:spPr>
            </p:cxnSp>
            <p:cxnSp>
              <p:nvCxnSpPr>
                <p:cNvPr id="358" name="Straight Connector 357">
                  <a:extLst>
                    <a:ext uri="{FF2B5EF4-FFF2-40B4-BE49-F238E27FC236}">
                      <a16:creationId xmlns:a16="http://schemas.microsoft.com/office/drawing/2014/main" id="{E00A7AA3-4A7D-5A4A-923D-8190368DDD2A}"/>
                    </a:ext>
                  </a:extLst>
                </p:cNvPr>
                <p:cNvCxnSpPr/>
                <p:nvPr/>
              </p:nvCxnSpPr>
              <p:spPr>
                <a:xfrm>
                  <a:off x="4129012" y="3720139"/>
                  <a:ext cx="0" cy="111484"/>
                </a:xfrm>
                <a:prstGeom prst="line">
                  <a:avLst/>
                </a:prstGeom>
                <a:noFill/>
                <a:ln w="6350" cap="flat" cmpd="sng" algn="ctr">
                  <a:solidFill>
                    <a:srgbClr val="000000"/>
                  </a:solidFill>
                  <a:prstDash val="solid"/>
                </a:ln>
                <a:effectLst/>
              </p:spPr>
            </p:cxnSp>
          </p:grpSp>
          <p:sp>
            <p:nvSpPr>
              <p:cNvPr id="342" name="Rectangle 341">
                <a:extLst>
                  <a:ext uri="{FF2B5EF4-FFF2-40B4-BE49-F238E27FC236}">
                    <a16:creationId xmlns:a16="http://schemas.microsoft.com/office/drawing/2014/main" id="{BC350F5D-A217-434B-B0AD-B82598901D58}"/>
                  </a:ext>
                </a:extLst>
              </p:cNvPr>
              <p:cNvSpPr/>
              <p:nvPr/>
            </p:nvSpPr>
            <p:spPr bwMode="auto">
              <a:xfrm>
                <a:off x="4324577" y="3696087"/>
                <a:ext cx="498433" cy="11634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43" name="Straight Connector 342">
                <a:extLst>
                  <a:ext uri="{FF2B5EF4-FFF2-40B4-BE49-F238E27FC236}">
                    <a16:creationId xmlns:a16="http://schemas.microsoft.com/office/drawing/2014/main" id="{59C23D10-C5AD-324E-A998-0B2D8811551A}"/>
                  </a:ext>
                </a:extLst>
              </p:cNvPr>
              <p:cNvCxnSpPr>
                <a:stCxn id="345" idx="2"/>
              </p:cNvCxnSpPr>
              <p:nvPr/>
            </p:nvCxnSpPr>
            <p:spPr bwMode="auto">
              <a:xfrm>
                <a:off x="4300767" y="2640568"/>
                <a:ext cx="14286" cy="2309445"/>
              </a:xfrm>
              <a:prstGeom prst="line">
                <a:avLst/>
              </a:prstGeom>
              <a:noFill/>
              <a:ln w="3175" cap="flat" cmpd="sng" algn="ctr">
                <a:solidFill>
                  <a:srgbClr val="000000"/>
                </a:solidFill>
                <a:prstDash val="sysDash"/>
              </a:ln>
              <a:effectLst/>
            </p:spPr>
          </p:cxnSp>
          <p:grpSp>
            <p:nvGrpSpPr>
              <p:cNvPr id="344" name="Group 456">
                <a:extLst>
                  <a:ext uri="{FF2B5EF4-FFF2-40B4-BE49-F238E27FC236}">
                    <a16:creationId xmlns:a16="http://schemas.microsoft.com/office/drawing/2014/main" id="{3D4ED6A7-656E-564B-9724-777A0E00F8CF}"/>
                  </a:ext>
                </a:extLst>
              </p:cNvPr>
              <p:cNvGrpSpPr>
                <a:grpSpLocks/>
              </p:cNvGrpSpPr>
              <p:nvPr/>
            </p:nvGrpSpPr>
            <p:grpSpPr bwMode="auto">
              <a:xfrm>
                <a:off x="4299212" y="2486508"/>
                <a:ext cx="504825" cy="242888"/>
                <a:chOff x="2183302" y="1574638"/>
                <a:chExt cx="1200154" cy="430218"/>
              </a:xfrm>
            </p:grpSpPr>
            <p:sp>
              <p:nvSpPr>
                <p:cNvPr id="345" name="Oval 344">
                  <a:extLst>
                    <a:ext uri="{FF2B5EF4-FFF2-40B4-BE49-F238E27FC236}">
                      <a16:creationId xmlns:a16="http://schemas.microsoft.com/office/drawing/2014/main" id="{5CA9CA10-6CB9-8C4D-9798-DE3642585FBF}"/>
                    </a:ext>
                  </a:extLst>
                </p:cNvPr>
                <p:cNvSpPr/>
                <p:nvPr/>
              </p:nvSpPr>
              <p:spPr bwMode="auto">
                <a:xfrm flipV="1">
                  <a:off x="2186998" y="1690077"/>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346" name="Rectangle 345">
                  <a:extLst>
                    <a:ext uri="{FF2B5EF4-FFF2-40B4-BE49-F238E27FC236}">
                      <a16:creationId xmlns:a16="http://schemas.microsoft.com/office/drawing/2014/main" id="{ED7DFE49-0AB2-5F4A-8804-D8EE2F5D8051}"/>
                    </a:ext>
                  </a:extLst>
                </p:cNvPr>
                <p:cNvSpPr/>
                <p:nvPr/>
              </p:nvSpPr>
              <p:spPr bwMode="auto">
                <a:xfrm>
                  <a:off x="2183224" y="1735060"/>
                  <a:ext cx="1200054"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47" name="Oval 346">
                  <a:extLst>
                    <a:ext uri="{FF2B5EF4-FFF2-40B4-BE49-F238E27FC236}">
                      <a16:creationId xmlns:a16="http://schemas.microsoft.com/office/drawing/2014/main" id="{D9CC071E-9384-A844-AEDF-4D3D5A3D016C}"/>
                    </a:ext>
                  </a:extLst>
                </p:cNvPr>
                <p:cNvSpPr>
                  <a:spLocks noChangeArrowheads="1"/>
                </p:cNvSpPr>
                <p:nvPr/>
              </p:nvSpPr>
              <p:spPr bwMode="auto">
                <a:xfrm flipV="1">
                  <a:off x="2183224" y="1574808"/>
                  <a:ext cx="1196282"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348" name="Freeform 347">
                  <a:extLst>
                    <a:ext uri="{FF2B5EF4-FFF2-40B4-BE49-F238E27FC236}">
                      <a16:creationId xmlns:a16="http://schemas.microsoft.com/office/drawing/2014/main" id="{9221CFD6-F2B1-BC4A-8685-E97AB592CAEA}"/>
                    </a:ext>
                  </a:extLst>
                </p:cNvPr>
                <p:cNvSpPr/>
                <p:nvPr/>
              </p:nvSpPr>
              <p:spPr bwMode="auto">
                <a:xfrm>
                  <a:off x="2488899" y="1670396"/>
                  <a:ext cx="584931"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49" name="Freeform 348">
                  <a:extLst>
                    <a:ext uri="{FF2B5EF4-FFF2-40B4-BE49-F238E27FC236}">
                      <a16:creationId xmlns:a16="http://schemas.microsoft.com/office/drawing/2014/main" id="{E1EB2301-9912-744E-B205-5948ED836C1B}"/>
                    </a:ext>
                  </a:extLst>
                </p:cNvPr>
                <p:cNvSpPr>
                  <a:spLocks/>
                </p:cNvSpPr>
                <p:nvPr/>
              </p:nvSpPr>
              <p:spPr bwMode="auto">
                <a:xfrm>
                  <a:off x="2428519" y="1631037"/>
                  <a:ext cx="705691" cy="109646"/>
                </a:xfrm>
                <a:custGeom>
                  <a:avLst/>
                  <a:gdLst>
                    <a:gd name="T0" fmla="*/ 0 w 3723451"/>
                    <a:gd name="T1" fmla="*/ 26825 h 932950"/>
                    <a:gd name="T2" fmla="*/ 124171 w 3723451"/>
                    <a:gd name="T3" fmla="*/ 316 h 932950"/>
                    <a:gd name="T4" fmla="*/ 351718 w 3723451"/>
                    <a:gd name="T5" fmla="*/ 61180 h 932950"/>
                    <a:gd name="T6" fmla="*/ 568801 w 3723451"/>
                    <a:gd name="T7" fmla="*/ 0 h 932950"/>
                    <a:gd name="T8" fmla="*/ 705691 w 3723451"/>
                    <a:gd name="T9" fmla="*/ 24345 h 932950"/>
                    <a:gd name="T10" fmla="*/ 603845 w 3723451"/>
                    <a:gd name="T11" fmla="*/ 54282 h 932950"/>
                    <a:gd name="T12" fmla="*/ 571055 w 3723451"/>
                    <a:gd name="T13" fmla="*/ 46211 h 932950"/>
                    <a:gd name="T14" fmla="*/ 355716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50" name="Freeform 349">
                  <a:extLst>
                    <a:ext uri="{FF2B5EF4-FFF2-40B4-BE49-F238E27FC236}">
                      <a16:creationId xmlns:a16="http://schemas.microsoft.com/office/drawing/2014/main" id="{274D27B5-7E68-5C4D-964B-A01609731F22}"/>
                    </a:ext>
                  </a:extLst>
                </p:cNvPr>
                <p:cNvSpPr>
                  <a:spLocks/>
                </p:cNvSpPr>
                <p:nvPr/>
              </p:nvSpPr>
              <p:spPr bwMode="auto">
                <a:xfrm>
                  <a:off x="2892690" y="1723814"/>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51" name="Freeform 350">
                  <a:extLst>
                    <a:ext uri="{FF2B5EF4-FFF2-40B4-BE49-F238E27FC236}">
                      <a16:creationId xmlns:a16="http://schemas.microsoft.com/office/drawing/2014/main" id="{CCCB88EE-5244-8644-B451-9B5D239AEB91}"/>
                    </a:ext>
                  </a:extLst>
                </p:cNvPr>
                <p:cNvSpPr>
                  <a:spLocks/>
                </p:cNvSpPr>
                <p:nvPr/>
              </p:nvSpPr>
              <p:spPr bwMode="auto">
                <a:xfrm>
                  <a:off x="2417196" y="1726625"/>
                  <a:ext cx="252843" cy="92778"/>
                </a:xfrm>
                <a:custGeom>
                  <a:avLst/>
                  <a:gdLst>
                    <a:gd name="T0" fmla="*/ 249391 w 1348191"/>
                    <a:gd name="T1" fmla="*/ 0 h 791462"/>
                    <a:gd name="T2" fmla="*/ 252843 w 1348191"/>
                    <a:gd name="T3" fmla="*/ 44771 h 791462"/>
                    <a:gd name="T4" fmla="*/ 91472 w 1348191"/>
                    <a:gd name="T5" fmla="*/ 92778 h 791462"/>
                    <a:gd name="T6" fmla="*/ 0 w 1348191"/>
                    <a:gd name="T7" fmla="*/ 71741 h 791462"/>
                    <a:gd name="T8" fmla="*/ 24939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352" name="Straight Connector 351">
                  <a:extLst>
                    <a:ext uri="{FF2B5EF4-FFF2-40B4-BE49-F238E27FC236}">
                      <a16:creationId xmlns:a16="http://schemas.microsoft.com/office/drawing/2014/main" id="{4DFA4F03-E97A-1E4E-8C06-5FCF8ACB1D15}"/>
                    </a:ext>
                  </a:extLst>
                </p:cNvPr>
                <p:cNvCxnSpPr>
                  <a:cxnSpLocks noChangeShapeType="1"/>
                  <a:endCxn id="347" idx="2"/>
                </p:cNvCxnSpPr>
                <p:nvPr/>
              </p:nvCxnSpPr>
              <p:spPr bwMode="auto">
                <a:xfrm flipH="1" flipV="1">
                  <a:off x="2183224" y="1732248"/>
                  <a:ext cx="3775"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53" name="Straight Connector 352">
                  <a:extLst>
                    <a:ext uri="{FF2B5EF4-FFF2-40B4-BE49-F238E27FC236}">
                      <a16:creationId xmlns:a16="http://schemas.microsoft.com/office/drawing/2014/main" id="{8A9EDB0B-D51F-9C4D-A606-035EEB4B8D26}"/>
                    </a:ext>
                  </a:extLst>
                </p:cNvPr>
                <p:cNvCxnSpPr>
                  <a:cxnSpLocks noChangeShapeType="1"/>
                </p:cNvCxnSpPr>
                <p:nvPr/>
              </p:nvCxnSpPr>
              <p:spPr bwMode="auto">
                <a:xfrm flipH="1" flipV="1">
                  <a:off x="3379505" y="1729437"/>
                  <a:ext cx="3773"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6" name="Group 20">
              <a:extLst>
                <a:ext uri="{FF2B5EF4-FFF2-40B4-BE49-F238E27FC236}">
                  <a16:creationId xmlns:a16="http://schemas.microsoft.com/office/drawing/2014/main" id="{7B3927DE-D2D4-0549-B6FC-DB36E97AF650}"/>
                </a:ext>
              </a:extLst>
            </p:cNvPr>
            <p:cNvGrpSpPr>
              <a:grpSpLocks/>
            </p:cNvGrpSpPr>
            <p:nvPr/>
          </p:nvGrpSpPr>
          <p:grpSpPr bwMode="auto">
            <a:xfrm>
              <a:off x="5491163" y="3179295"/>
              <a:ext cx="522287" cy="1824505"/>
              <a:chOff x="5491163" y="3179295"/>
              <a:chExt cx="522287" cy="1824505"/>
            </a:xfrm>
          </p:grpSpPr>
          <p:sp>
            <p:nvSpPr>
              <p:cNvPr id="318" name="Rectangle 317">
                <a:extLst>
                  <a:ext uri="{FF2B5EF4-FFF2-40B4-BE49-F238E27FC236}">
                    <a16:creationId xmlns:a16="http://schemas.microsoft.com/office/drawing/2014/main" id="{94693F99-2D5B-7E44-B2D3-365FDA0CFBDB}"/>
                  </a:ext>
                </a:extLst>
              </p:cNvPr>
              <p:cNvSpPr/>
              <p:nvPr/>
            </p:nvSpPr>
            <p:spPr bwMode="auto">
              <a:xfrm rot="10800000">
                <a:off x="5498044" y="3266845"/>
                <a:ext cx="498349" cy="325689"/>
              </a:xfrm>
              <a:prstGeom prst="rect">
                <a:avLst/>
              </a:prstGeom>
              <a:gradFill rotWithShape="1">
                <a:gsLst>
                  <a:gs pos="100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19" name="Straight Connector 318">
                <a:extLst>
                  <a:ext uri="{FF2B5EF4-FFF2-40B4-BE49-F238E27FC236}">
                    <a16:creationId xmlns:a16="http://schemas.microsoft.com/office/drawing/2014/main" id="{0BE62149-301B-CD40-877F-421A14409479}"/>
                  </a:ext>
                </a:extLst>
              </p:cNvPr>
              <p:cNvCxnSpPr>
                <a:stCxn id="327" idx="6"/>
              </p:cNvCxnSpPr>
              <p:nvPr/>
            </p:nvCxnSpPr>
            <p:spPr bwMode="auto">
              <a:xfrm>
                <a:off x="6004011" y="3267530"/>
                <a:ext cx="6349" cy="1582486"/>
              </a:xfrm>
              <a:prstGeom prst="line">
                <a:avLst/>
              </a:prstGeom>
              <a:noFill/>
              <a:ln w="3175" cap="flat" cmpd="sng" algn="ctr">
                <a:solidFill>
                  <a:srgbClr val="000000"/>
                </a:solidFill>
                <a:prstDash val="sysDash"/>
              </a:ln>
              <a:effectLst/>
            </p:spPr>
          </p:cxnSp>
          <p:pic>
            <p:nvPicPr>
              <p:cNvPr id="320" name="Picture 469" descr="router_top.png">
                <a:extLst>
                  <a:ext uri="{FF2B5EF4-FFF2-40B4-BE49-F238E27FC236}">
                    <a16:creationId xmlns:a16="http://schemas.microsoft.com/office/drawing/2014/main" id="{DD59AE55-8859-5841-B6AC-641E9B1FF7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91163" y="3206725"/>
                <a:ext cx="522287" cy="22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1" name="Group 471">
                <a:extLst>
                  <a:ext uri="{FF2B5EF4-FFF2-40B4-BE49-F238E27FC236}">
                    <a16:creationId xmlns:a16="http://schemas.microsoft.com/office/drawing/2014/main" id="{387A8315-A9E2-CD41-9540-BE22EB264718}"/>
                  </a:ext>
                </a:extLst>
              </p:cNvPr>
              <p:cNvGrpSpPr>
                <a:grpSpLocks/>
              </p:cNvGrpSpPr>
              <p:nvPr/>
            </p:nvGrpSpPr>
            <p:grpSpPr bwMode="auto">
              <a:xfrm>
                <a:off x="5502167" y="4781999"/>
                <a:ext cx="507858" cy="221801"/>
                <a:chOff x="4128636" y="3606589"/>
                <a:chExt cx="568145" cy="338667"/>
              </a:xfrm>
            </p:grpSpPr>
            <p:sp>
              <p:nvSpPr>
                <p:cNvPr id="334" name="Oval 333">
                  <a:extLst>
                    <a:ext uri="{FF2B5EF4-FFF2-40B4-BE49-F238E27FC236}">
                      <a16:creationId xmlns:a16="http://schemas.microsoft.com/office/drawing/2014/main" id="{5439A4FE-DB6E-D74D-95B5-D1F4AE9642E7}"/>
                    </a:ext>
                  </a:extLst>
                </p:cNvPr>
                <p:cNvSpPr/>
                <p:nvPr/>
              </p:nvSpPr>
              <p:spPr>
                <a:xfrm>
                  <a:off x="4128900"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35" name="Rectangle 334">
                  <a:extLst>
                    <a:ext uri="{FF2B5EF4-FFF2-40B4-BE49-F238E27FC236}">
                      <a16:creationId xmlns:a16="http://schemas.microsoft.com/office/drawing/2014/main" id="{FA27B6FA-AB40-0D4B-BBE7-6000E55B03D1}"/>
                    </a:ext>
                  </a:extLst>
                </p:cNvPr>
                <p:cNvSpPr/>
                <p:nvPr/>
              </p:nvSpPr>
              <p:spPr>
                <a:xfrm>
                  <a:off x="4128900" y="3720139"/>
                  <a:ext cx="568256" cy="111484"/>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36" name="Oval 335">
                  <a:extLst>
                    <a:ext uri="{FF2B5EF4-FFF2-40B4-BE49-F238E27FC236}">
                      <a16:creationId xmlns:a16="http://schemas.microsoft.com/office/drawing/2014/main" id="{C6FD79C0-1B1A-AB4A-A3BD-6514A1F64FCB}"/>
                    </a:ext>
                  </a:extLst>
                </p:cNvPr>
                <p:cNvSpPr/>
                <p:nvPr/>
              </p:nvSpPr>
              <p:spPr>
                <a:xfrm>
                  <a:off x="4128900"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37" name="Straight Connector 336">
                  <a:extLst>
                    <a:ext uri="{FF2B5EF4-FFF2-40B4-BE49-F238E27FC236}">
                      <a16:creationId xmlns:a16="http://schemas.microsoft.com/office/drawing/2014/main" id="{C730D6A9-51D0-864D-9F88-3CA108609D03}"/>
                    </a:ext>
                  </a:extLst>
                </p:cNvPr>
                <p:cNvCxnSpPr/>
                <p:nvPr/>
              </p:nvCxnSpPr>
              <p:spPr>
                <a:xfrm>
                  <a:off x="4697156" y="3720139"/>
                  <a:ext cx="0" cy="111484"/>
                </a:xfrm>
                <a:prstGeom prst="line">
                  <a:avLst/>
                </a:prstGeom>
                <a:noFill/>
                <a:ln w="6350" cap="flat" cmpd="sng" algn="ctr">
                  <a:solidFill>
                    <a:srgbClr val="000000"/>
                  </a:solidFill>
                  <a:prstDash val="solid"/>
                </a:ln>
                <a:effectLst/>
              </p:spPr>
            </p:cxnSp>
            <p:cxnSp>
              <p:nvCxnSpPr>
                <p:cNvPr id="338" name="Straight Connector 337">
                  <a:extLst>
                    <a:ext uri="{FF2B5EF4-FFF2-40B4-BE49-F238E27FC236}">
                      <a16:creationId xmlns:a16="http://schemas.microsoft.com/office/drawing/2014/main" id="{41EA4558-0D04-634B-A8B0-CAB6FB1D2028}"/>
                    </a:ext>
                  </a:extLst>
                </p:cNvPr>
                <p:cNvCxnSpPr/>
                <p:nvPr/>
              </p:nvCxnSpPr>
              <p:spPr>
                <a:xfrm>
                  <a:off x="4128900" y="3720139"/>
                  <a:ext cx="0" cy="111484"/>
                </a:xfrm>
                <a:prstGeom prst="line">
                  <a:avLst/>
                </a:prstGeom>
                <a:noFill/>
                <a:ln w="6350" cap="flat" cmpd="sng" algn="ctr">
                  <a:solidFill>
                    <a:srgbClr val="000000"/>
                  </a:solidFill>
                  <a:prstDash val="solid"/>
                </a:ln>
                <a:effectLst/>
              </p:spPr>
            </p:cxnSp>
          </p:grpSp>
          <p:sp>
            <p:nvSpPr>
              <p:cNvPr id="322" name="Rectangle 321">
                <a:extLst>
                  <a:ext uri="{FF2B5EF4-FFF2-40B4-BE49-F238E27FC236}">
                    <a16:creationId xmlns:a16="http://schemas.microsoft.com/office/drawing/2014/main" id="{3670DAE7-C167-BA4B-9FB3-842EEBB6E0BC}"/>
                  </a:ext>
                </a:extLst>
              </p:cNvPr>
              <p:cNvSpPr/>
              <p:nvPr/>
            </p:nvSpPr>
            <p:spPr bwMode="auto">
              <a:xfrm>
                <a:off x="5507166" y="3694500"/>
                <a:ext cx="498433" cy="116504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23" name="Straight Connector 322">
                <a:extLst>
                  <a:ext uri="{FF2B5EF4-FFF2-40B4-BE49-F238E27FC236}">
                    <a16:creationId xmlns:a16="http://schemas.microsoft.com/office/drawing/2014/main" id="{FDAD1200-F8CD-4C4C-B862-839CDCE380A4}"/>
                  </a:ext>
                </a:extLst>
              </p:cNvPr>
              <p:cNvCxnSpPr>
                <a:stCxn id="320" idx="1"/>
              </p:cNvCxnSpPr>
              <p:nvPr/>
            </p:nvCxnSpPr>
            <p:spPr bwMode="auto">
              <a:xfrm>
                <a:off x="5491292" y="3316735"/>
                <a:ext cx="6349" cy="1633277"/>
              </a:xfrm>
              <a:prstGeom prst="line">
                <a:avLst/>
              </a:prstGeom>
              <a:noFill/>
              <a:ln w="3175" cap="flat" cmpd="sng" algn="ctr">
                <a:solidFill>
                  <a:srgbClr val="000000"/>
                </a:solidFill>
                <a:prstDash val="sysDash"/>
              </a:ln>
              <a:effectLst/>
            </p:spPr>
          </p:cxnSp>
          <p:grpSp>
            <p:nvGrpSpPr>
              <p:cNvPr id="324" name="Group 485">
                <a:extLst>
                  <a:ext uri="{FF2B5EF4-FFF2-40B4-BE49-F238E27FC236}">
                    <a16:creationId xmlns:a16="http://schemas.microsoft.com/office/drawing/2014/main" id="{A6200FD6-2FAC-504D-AC15-41C2E0E5FE4E}"/>
                  </a:ext>
                </a:extLst>
              </p:cNvPr>
              <p:cNvGrpSpPr>
                <a:grpSpLocks/>
              </p:cNvGrpSpPr>
              <p:nvPr/>
            </p:nvGrpSpPr>
            <p:grpSpPr bwMode="auto">
              <a:xfrm>
                <a:off x="5500688" y="3179295"/>
                <a:ext cx="504825" cy="242888"/>
                <a:chOff x="2183302" y="1574638"/>
                <a:chExt cx="1200154" cy="430218"/>
              </a:xfrm>
            </p:grpSpPr>
            <p:sp>
              <p:nvSpPr>
                <p:cNvPr id="325" name="Oval 324">
                  <a:extLst>
                    <a:ext uri="{FF2B5EF4-FFF2-40B4-BE49-F238E27FC236}">
                      <a16:creationId xmlns:a16="http://schemas.microsoft.com/office/drawing/2014/main" id="{ECDA45FA-C7C9-1D42-AD17-0A94B356D9C2}"/>
                    </a:ext>
                  </a:extLst>
                </p:cNvPr>
                <p:cNvSpPr/>
                <p:nvPr/>
              </p:nvSpPr>
              <p:spPr bwMode="auto">
                <a:xfrm flipV="1">
                  <a:off x="2187379" y="1688754"/>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326" name="Rectangle 325">
                  <a:extLst>
                    <a:ext uri="{FF2B5EF4-FFF2-40B4-BE49-F238E27FC236}">
                      <a16:creationId xmlns:a16="http://schemas.microsoft.com/office/drawing/2014/main" id="{66DEE6E1-40E6-CC4A-9BD2-12B0FC5617F6}"/>
                    </a:ext>
                  </a:extLst>
                </p:cNvPr>
                <p:cNvSpPr/>
                <p:nvPr/>
              </p:nvSpPr>
              <p:spPr bwMode="auto">
                <a:xfrm>
                  <a:off x="2183606" y="1733737"/>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27" name="Oval 326">
                  <a:extLst>
                    <a:ext uri="{FF2B5EF4-FFF2-40B4-BE49-F238E27FC236}">
                      <a16:creationId xmlns:a16="http://schemas.microsoft.com/office/drawing/2014/main" id="{3B2579C2-CFB4-C243-A571-87CC47767059}"/>
                    </a:ext>
                  </a:extLst>
                </p:cNvPr>
                <p:cNvSpPr>
                  <a:spLocks noChangeArrowheads="1"/>
                </p:cNvSpPr>
                <p:nvPr/>
              </p:nvSpPr>
              <p:spPr bwMode="auto">
                <a:xfrm flipV="1">
                  <a:off x="2183606" y="1573485"/>
                  <a:ext cx="1196277"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328" name="Freeform 327">
                  <a:extLst>
                    <a:ext uri="{FF2B5EF4-FFF2-40B4-BE49-F238E27FC236}">
                      <a16:creationId xmlns:a16="http://schemas.microsoft.com/office/drawing/2014/main" id="{8C20CAF5-F7F2-8C4F-BF4C-8061B2C174B5}"/>
                    </a:ext>
                  </a:extLst>
                </p:cNvPr>
                <p:cNvSpPr/>
                <p:nvPr/>
              </p:nvSpPr>
              <p:spPr bwMode="auto">
                <a:xfrm>
                  <a:off x="2489279" y="1669074"/>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29" name="Freeform 328">
                  <a:extLst>
                    <a:ext uri="{FF2B5EF4-FFF2-40B4-BE49-F238E27FC236}">
                      <a16:creationId xmlns:a16="http://schemas.microsoft.com/office/drawing/2014/main" id="{751DAB4D-7078-0843-8893-ECF4AEBB832A}"/>
                    </a:ext>
                  </a:extLst>
                </p:cNvPr>
                <p:cNvSpPr>
                  <a:spLocks/>
                </p:cNvSpPr>
                <p:nvPr/>
              </p:nvSpPr>
              <p:spPr bwMode="auto">
                <a:xfrm>
                  <a:off x="2428899" y="1629714"/>
                  <a:ext cx="705692" cy="109646"/>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5 h 932950"/>
                    <a:gd name="T10" fmla="*/ 603846 w 3723451"/>
                    <a:gd name="T11" fmla="*/ 54282 h 932950"/>
                    <a:gd name="T12" fmla="*/ 571056 w 3723451"/>
                    <a:gd name="T13" fmla="*/ 46211 h 932950"/>
                    <a:gd name="T14" fmla="*/ 355717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30" name="Freeform 329">
                  <a:extLst>
                    <a:ext uri="{FF2B5EF4-FFF2-40B4-BE49-F238E27FC236}">
                      <a16:creationId xmlns:a16="http://schemas.microsoft.com/office/drawing/2014/main" id="{49F08601-D11A-7246-97C4-4796E28716C2}"/>
                    </a:ext>
                  </a:extLst>
                </p:cNvPr>
                <p:cNvSpPr>
                  <a:spLocks/>
                </p:cNvSpPr>
                <p:nvPr/>
              </p:nvSpPr>
              <p:spPr bwMode="auto">
                <a:xfrm>
                  <a:off x="2893071" y="1722492"/>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31" name="Freeform 330">
                  <a:extLst>
                    <a:ext uri="{FF2B5EF4-FFF2-40B4-BE49-F238E27FC236}">
                      <a16:creationId xmlns:a16="http://schemas.microsoft.com/office/drawing/2014/main" id="{0F35FC16-0782-6242-8A31-B2C90A57D832}"/>
                    </a:ext>
                  </a:extLst>
                </p:cNvPr>
                <p:cNvSpPr>
                  <a:spLocks/>
                </p:cNvSpPr>
                <p:nvPr/>
              </p:nvSpPr>
              <p:spPr bwMode="auto">
                <a:xfrm>
                  <a:off x="2417579" y="1725302"/>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332" name="Straight Connector 331">
                  <a:extLst>
                    <a:ext uri="{FF2B5EF4-FFF2-40B4-BE49-F238E27FC236}">
                      <a16:creationId xmlns:a16="http://schemas.microsoft.com/office/drawing/2014/main" id="{28B38805-D14D-6F4E-9C2D-85288858DC4A}"/>
                    </a:ext>
                  </a:extLst>
                </p:cNvPr>
                <p:cNvCxnSpPr>
                  <a:cxnSpLocks noChangeShapeType="1"/>
                  <a:endCxn id="327" idx="2"/>
                </p:cNvCxnSpPr>
                <p:nvPr/>
              </p:nvCxnSpPr>
              <p:spPr bwMode="auto">
                <a:xfrm flipH="1" flipV="1">
                  <a:off x="2183606" y="1730925"/>
                  <a:ext cx="3773"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33" name="Straight Connector 332">
                  <a:extLst>
                    <a:ext uri="{FF2B5EF4-FFF2-40B4-BE49-F238E27FC236}">
                      <a16:creationId xmlns:a16="http://schemas.microsoft.com/office/drawing/2014/main" id="{839A4B18-24F7-8748-BABF-156684EACDA2}"/>
                    </a:ext>
                  </a:extLst>
                </p:cNvPr>
                <p:cNvCxnSpPr>
                  <a:cxnSpLocks noChangeShapeType="1"/>
                </p:cNvCxnSpPr>
                <p:nvPr/>
              </p:nvCxnSpPr>
              <p:spPr bwMode="auto">
                <a:xfrm flipH="1" flipV="1">
                  <a:off x="3379883" y="1728114"/>
                  <a:ext cx="3775"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7" name="Group 21">
              <a:extLst>
                <a:ext uri="{FF2B5EF4-FFF2-40B4-BE49-F238E27FC236}">
                  <a16:creationId xmlns:a16="http://schemas.microsoft.com/office/drawing/2014/main" id="{9CDA8888-DE9C-FA48-880D-EF852C6370C1}"/>
                </a:ext>
              </a:extLst>
            </p:cNvPr>
            <p:cNvGrpSpPr>
              <a:grpSpLocks/>
            </p:cNvGrpSpPr>
            <p:nvPr/>
          </p:nvGrpSpPr>
          <p:grpSpPr bwMode="auto">
            <a:xfrm>
              <a:off x="6472366" y="2647932"/>
              <a:ext cx="522159" cy="2354282"/>
              <a:chOff x="6472366" y="2647932"/>
              <a:chExt cx="522159" cy="2354282"/>
            </a:xfrm>
          </p:grpSpPr>
          <p:sp>
            <p:nvSpPr>
              <p:cNvPr id="298" name="Rectangle 297">
                <a:extLst>
                  <a:ext uri="{FF2B5EF4-FFF2-40B4-BE49-F238E27FC236}">
                    <a16:creationId xmlns:a16="http://schemas.microsoft.com/office/drawing/2014/main" id="{995D8FCE-884F-0F40-A676-D4D29F8E694C}"/>
                  </a:ext>
                </a:extLst>
              </p:cNvPr>
              <p:cNvSpPr/>
              <p:nvPr/>
            </p:nvSpPr>
            <p:spPr bwMode="auto">
              <a:xfrm rot="10800000">
                <a:off x="6482296" y="2777838"/>
                <a:ext cx="498349" cy="72203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299" name="Straight Connector 298">
                <a:extLst>
                  <a:ext uri="{FF2B5EF4-FFF2-40B4-BE49-F238E27FC236}">
                    <a16:creationId xmlns:a16="http://schemas.microsoft.com/office/drawing/2014/main" id="{316D5606-0146-DC48-97E2-18F369EDE031}"/>
                  </a:ext>
                </a:extLst>
              </p:cNvPr>
              <p:cNvCxnSpPr/>
              <p:nvPr/>
            </p:nvCxnSpPr>
            <p:spPr bwMode="auto">
              <a:xfrm>
                <a:off x="6994528" y="2846910"/>
                <a:ext cx="0" cy="1998345"/>
              </a:xfrm>
              <a:prstGeom prst="line">
                <a:avLst/>
              </a:prstGeom>
              <a:noFill/>
              <a:ln w="3175" cap="flat" cmpd="sng" algn="ctr">
                <a:solidFill>
                  <a:srgbClr val="000000"/>
                </a:solidFill>
                <a:prstDash val="sysDash"/>
              </a:ln>
              <a:effectLst/>
            </p:spPr>
          </p:cxnSp>
          <p:grpSp>
            <p:nvGrpSpPr>
              <p:cNvPr id="300" name="Group 500">
                <a:extLst>
                  <a:ext uri="{FF2B5EF4-FFF2-40B4-BE49-F238E27FC236}">
                    <a16:creationId xmlns:a16="http://schemas.microsoft.com/office/drawing/2014/main" id="{AA425C1A-E91E-6E4A-A356-24012E642772}"/>
                  </a:ext>
                </a:extLst>
              </p:cNvPr>
              <p:cNvGrpSpPr>
                <a:grpSpLocks/>
              </p:cNvGrpSpPr>
              <p:nvPr/>
            </p:nvGrpSpPr>
            <p:grpSpPr bwMode="auto">
              <a:xfrm>
                <a:off x="6486417" y="4766099"/>
                <a:ext cx="507858" cy="236115"/>
                <a:chOff x="4128636" y="3606589"/>
                <a:chExt cx="568145" cy="338667"/>
              </a:xfrm>
            </p:grpSpPr>
            <p:sp>
              <p:nvSpPr>
                <p:cNvPr id="313" name="Oval 312">
                  <a:extLst>
                    <a:ext uri="{FF2B5EF4-FFF2-40B4-BE49-F238E27FC236}">
                      <a16:creationId xmlns:a16="http://schemas.microsoft.com/office/drawing/2014/main" id="{16CAB2BE-001A-5849-8EFC-BF1C74D20DA6}"/>
                    </a:ext>
                  </a:extLst>
                </p:cNvPr>
                <p:cNvSpPr/>
                <p:nvPr/>
              </p:nvSpPr>
              <p:spPr>
                <a:xfrm>
                  <a:off x="4128808" y="3720125"/>
                  <a:ext cx="568256" cy="225387"/>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14" name="Rectangle 313">
                  <a:extLst>
                    <a:ext uri="{FF2B5EF4-FFF2-40B4-BE49-F238E27FC236}">
                      <a16:creationId xmlns:a16="http://schemas.microsoft.com/office/drawing/2014/main" id="{ED3C727A-F086-5345-9D90-47A10FCD45F2}"/>
                    </a:ext>
                  </a:extLst>
                </p:cNvPr>
                <p:cNvSpPr/>
                <p:nvPr/>
              </p:nvSpPr>
              <p:spPr>
                <a:xfrm>
                  <a:off x="4128808" y="3720125"/>
                  <a:ext cx="568256" cy="111556"/>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15" name="Oval 314">
                  <a:extLst>
                    <a:ext uri="{FF2B5EF4-FFF2-40B4-BE49-F238E27FC236}">
                      <a16:creationId xmlns:a16="http://schemas.microsoft.com/office/drawing/2014/main" id="{49C1B443-F565-5F4C-B75C-09F669AC3DE7}"/>
                    </a:ext>
                  </a:extLst>
                </p:cNvPr>
                <p:cNvSpPr/>
                <p:nvPr/>
              </p:nvSpPr>
              <p:spPr>
                <a:xfrm>
                  <a:off x="4128808" y="3606294"/>
                  <a:ext cx="568256" cy="225387"/>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16" name="Straight Connector 315">
                  <a:extLst>
                    <a:ext uri="{FF2B5EF4-FFF2-40B4-BE49-F238E27FC236}">
                      <a16:creationId xmlns:a16="http://schemas.microsoft.com/office/drawing/2014/main" id="{FBA53D70-9A4D-7E4E-AC09-D42784DF8272}"/>
                    </a:ext>
                  </a:extLst>
                </p:cNvPr>
                <p:cNvCxnSpPr/>
                <p:nvPr/>
              </p:nvCxnSpPr>
              <p:spPr>
                <a:xfrm>
                  <a:off x="4697064" y="3720125"/>
                  <a:ext cx="0" cy="111556"/>
                </a:xfrm>
                <a:prstGeom prst="line">
                  <a:avLst/>
                </a:prstGeom>
                <a:noFill/>
                <a:ln w="6350" cap="flat" cmpd="sng" algn="ctr">
                  <a:solidFill>
                    <a:srgbClr val="000000"/>
                  </a:solidFill>
                  <a:prstDash val="solid"/>
                </a:ln>
                <a:effectLst/>
              </p:spPr>
            </p:cxnSp>
            <p:cxnSp>
              <p:nvCxnSpPr>
                <p:cNvPr id="317" name="Straight Connector 316">
                  <a:extLst>
                    <a:ext uri="{FF2B5EF4-FFF2-40B4-BE49-F238E27FC236}">
                      <a16:creationId xmlns:a16="http://schemas.microsoft.com/office/drawing/2014/main" id="{A5C3BEC2-90B0-8B41-88A4-351B428CAFB4}"/>
                    </a:ext>
                  </a:extLst>
                </p:cNvPr>
                <p:cNvCxnSpPr/>
                <p:nvPr/>
              </p:nvCxnSpPr>
              <p:spPr>
                <a:xfrm>
                  <a:off x="4128808" y="3720125"/>
                  <a:ext cx="0" cy="111556"/>
                </a:xfrm>
                <a:prstGeom prst="line">
                  <a:avLst/>
                </a:prstGeom>
                <a:noFill/>
                <a:ln w="6350" cap="flat" cmpd="sng" algn="ctr">
                  <a:solidFill>
                    <a:srgbClr val="000000"/>
                  </a:solidFill>
                  <a:prstDash val="solid"/>
                </a:ln>
                <a:effectLst/>
              </p:spPr>
            </p:cxnSp>
          </p:grpSp>
          <p:sp>
            <p:nvSpPr>
              <p:cNvPr id="301" name="Rectangle 300">
                <a:extLst>
                  <a:ext uri="{FF2B5EF4-FFF2-40B4-BE49-F238E27FC236}">
                    <a16:creationId xmlns:a16="http://schemas.microsoft.com/office/drawing/2014/main" id="{2309F1E7-7D26-E941-9221-C8DF0612EE28}"/>
                  </a:ext>
                </a:extLst>
              </p:cNvPr>
              <p:cNvSpPr/>
              <p:nvPr/>
            </p:nvSpPr>
            <p:spPr bwMode="auto">
              <a:xfrm>
                <a:off x="6491333" y="3610376"/>
                <a:ext cx="498433" cy="12380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302" name="Straight Connector 301">
                <a:extLst>
                  <a:ext uri="{FF2B5EF4-FFF2-40B4-BE49-F238E27FC236}">
                    <a16:creationId xmlns:a16="http://schemas.microsoft.com/office/drawing/2014/main" id="{9C251E47-5FE5-B64D-8E6E-2491993604B5}"/>
                  </a:ext>
                </a:extLst>
              </p:cNvPr>
              <p:cNvCxnSpPr/>
              <p:nvPr/>
            </p:nvCxnSpPr>
            <p:spPr bwMode="auto">
              <a:xfrm>
                <a:off x="6472285" y="2818340"/>
                <a:ext cx="9524" cy="2126912"/>
              </a:xfrm>
              <a:prstGeom prst="line">
                <a:avLst/>
              </a:prstGeom>
              <a:noFill/>
              <a:ln w="3175" cap="flat" cmpd="sng" algn="ctr">
                <a:solidFill>
                  <a:srgbClr val="000000"/>
                </a:solidFill>
                <a:prstDash val="sysDash"/>
              </a:ln>
              <a:effectLst/>
            </p:spPr>
          </p:cxnSp>
          <p:grpSp>
            <p:nvGrpSpPr>
              <p:cNvPr id="303" name="Group 514">
                <a:extLst>
                  <a:ext uri="{FF2B5EF4-FFF2-40B4-BE49-F238E27FC236}">
                    <a16:creationId xmlns:a16="http://schemas.microsoft.com/office/drawing/2014/main" id="{9B7D3C6F-466A-3143-9B8E-F60B2AAFD7B5}"/>
                  </a:ext>
                </a:extLst>
              </p:cNvPr>
              <p:cNvGrpSpPr>
                <a:grpSpLocks/>
              </p:cNvGrpSpPr>
              <p:nvPr/>
            </p:nvGrpSpPr>
            <p:grpSpPr bwMode="auto">
              <a:xfrm>
                <a:off x="6478146" y="2647932"/>
                <a:ext cx="504825" cy="242887"/>
                <a:chOff x="2183302" y="1574638"/>
                <a:chExt cx="1200154" cy="430218"/>
              </a:xfrm>
            </p:grpSpPr>
            <p:sp>
              <p:nvSpPr>
                <p:cNvPr id="304" name="Oval 303">
                  <a:extLst>
                    <a:ext uri="{FF2B5EF4-FFF2-40B4-BE49-F238E27FC236}">
                      <a16:creationId xmlns:a16="http://schemas.microsoft.com/office/drawing/2014/main" id="{12A307F7-5B73-2445-A2F4-C0FA1266E373}"/>
                    </a:ext>
                  </a:extLst>
                </p:cNvPr>
                <p:cNvSpPr/>
                <p:nvPr/>
              </p:nvSpPr>
              <p:spPr bwMode="auto">
                <a:xfrm flipV="1">
                  <a:off x="2188237" y="1690921"/>
                  <a:ext cx="1196279" cy="314881"/>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305" name="Rectangle 304">
                  <a:extLst>
                    <a:ext uri="{FF2B5EF4-FFF2-40B4-BE49-F238E27FC236}">
                      <a16:creationId xmlns:a16="http://schemas.microsoft.com/office/drawing/2014/main" id="{33E19D46-3715-614C-AAF4-022904355894}"/>
                    </a:ext>
                  </a:extLst>
                </p:cNvPr>
                <p:cNvSpPr/>
                <p:nvPr/>
              </p:nvSpPr>
              <p:spPr bwMode="auto">
                <a:xfrm>
                  <a:off x="2184464" y="1735904"/>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06" name="Oval 305">
                  <a:extLst>
                    <a:ext uri="{FF2B5EF4-FFF2-40B4-BE49-F238E27FC236}">
                      <a16:creationId xmlns:a16="http://schemas.microsoft.com/office/drawing/2014/main" id="{E55709E7-7775-884D-A34A-45191B84AF9C}"/>
                    </a:ext>
                  </a:extLst>
                </p:cNvPr>
                <p:cNvSpPr>
                  <a:spLocks noChangeArrowheads="1"/>
                </p:cNvSpPr>
                <p:nvPr/>
              </p:nvSpPr>
              <p:spPr bwMode="auto">
                <a:xfrm flipV="1">
                  <a:off x="2184464" y="1575651"/>
                  <a:ext cx="1196277" cy="31488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307" name="Freeform 306">
                  <a:extLst>
                    <a:ext uri="{FF2B5EF4-FFF2-40B4-BE49-F238E27FC236}">
                      <a16:creationId xmlns:a16="http://schemas.microsoft.com/office/drawing/2014/main" id="{53C2A2DA-53F1-794E-A987-B42C0AC0022C}"/>
                    </a:ext>
                  </a:extLst>
                </p:cNvPr>
                <p:cNvSpPr/>
                <p:nvPr/>
              </p:nvSpPr>
              <p:spPr bwMode="auto">
                <a:xfrm>
                  <a:off x="2490137" y="1671240"/>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308" name="Freeform 307">
                  <a:extLst>
                    <a:ext uri="{FF2B5EF4-FFF2-40B4-BE49-F238E27FC236}">
                      <a16:creationId xmlns:a16="http://schemas.microsoft.com/office/drawing/2014/main" id="{9EECC5D2-5F03-5B4A-A066-DEC9954D666C}"/>
                    </a:ext>
                  </a:extLst>
                </p:cNvPr>
                <p:cNvSpPr>
                  <a:spLocks/>
                </p:cNvSpPr>
                <p:nvPr/>
              </p:nvSpPr>
              <p:spPr bwMode="auto">
                <a:xfrm>
                  <a:off x="2429757" y="1631880"/>
                  <a:ext cx="705692" cy="109647"/>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6 h 932950"/>
                    <a:gd name="T10" fmla="*/ 603846 w 3723451"/>
                    <a:gd name="T11" fmla="*/ 54283 h 932950"/>
                    <a:gd name="T12" fmla="*/ 571056 w 3723451"/>
                    <a:gd name="T13" fmla="*/ 46212 h 932950"/>
                    <a:gd name="T14" fmla="*/ 355717 w 3723451"/>
                    <a:gd name="T15" fmla="*/ 109647 h 932950"/>
                    <a:gd name="T16" fmla="*/ 134869 w 3723451"/>
                    <a:gd name="T17" fmla="*/ 48545 h 932950"/>
                    <a:gd name="T18" fmla="*/ 99163 w 3723451"/>
                    <a:gd name="T19" fmla="*/ 55140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09" name="Freeform 308">
                  <a:extLst>
                    <a:ext uri="{FF2B5EF4-FFF2-40B4-BE49-F238E27FC236}">
                      <a16:creationId xmlns:a16="http://schemas.microsoft.com/office/drawing/2014/main" id="{8388544E-A2CB-0640-A29C-1662E6885FE0}"/>
                    </a:ext>
                  </a:extLst>
                </p:cNvPr>
                <p:cNvSpPr>
                  <a:spLocks/>
                </p:cNvSpPr>
                <p:nvPr/>
              </p:nvSpPr>
              <p:spPr bwMode="auto">
                <a:xfrm>
                  <a:off x="2893929" y="1724658"/>
                  <a:ext cx="256615" cy="95589"/>
                </a:xfrm>
                <a:custGeom>
                  <a:avLst/>
                  <a:gdLst>
                    <a:gd name="T0" fmla="*/ 0 w 1366596"/>
                    <a:gd name="T1" fmla="*/ 0 h 809868"/>
                    <a:gd name="T2" fmla="*/ 256615 w 1366596"/>
                    <a:gd name="T3" fmla="*/ 73864 h 809868"/>
                    <a:gd name="T4" fmla="*/ 162436 w 1366596"/>
                    <a:gd name="T5" fmla="*/ 95589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10" name="Freeform 309">
                  <a:extLst>
                    <a:ext uri="{FF2B5EF4-FFF2-40B4-BE49-F238E27FC236}">
                      <a16:creationId xmlns:a16="http://schemas.microsoft.com/office/drawing/2014/main" id="{0DDF3C4E-5F2E-864E-88A4-D785A5D6EEF6}"/>
                    </a:ext>
                  </a:extLst>
                </p:cNvPr>
                <p:cNvSpPr>
                  <a:spLocks/>
                </p:cNvSpPr>
                <p:nvPr/>
              </p:nvSpPr>
              <p:spPr bwMode="auto">
                <a:xfrm>
                  <a:off x="2418437" y="1727469"/>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311" name="Straight Connector 310">
                  <a:extLst>
                    <a:ext uri="{FF2B5EF4-FFF2-40B4-BE49-F238E27FC236}">
                      <a16:creationId xmlns:a16="http://schemas.microsoft.com/office/drawing/2014/main" id="{5A28B5B0-5BAC-8C46-B4B8-9BCB18DCD1DD}"/>
                    </a:ext>
                  </a:extLst>
                </p:cNvPr>
                <p:cNvCxnSpPr>
                  <a:cxnSpLocks noChangeShapeType="1"/>
                  <a:endCxn id="306" idx="2"/>
                </p:cNvCxnSpPr>
                <p:nvPr/>
              </p:nvCxnSpPr>
              <p:spPr bwMode="auto">
                <a:xfrm flipH="1" flipV="1">
                  <a:off x="2184464" y="1733091"/>
                  <a:ext cx="3773" cy="1208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12" name="Straight Connector 311">
                  <a:extLst>
                    <a:ext uri="{FF2B5EF4-FFF2-40B4-BE49-F238E27FC236}">
                      <a16:creationId xmlns:a16="http://schemas.microsoft.com/office/drawing/2014/main" id="{3A010796-660C-4C4D-865E-8D108EDA01B6}"/>
                    </a:ext>
                  </a:extLst>
                </p:cNvPr>
                <p:cNvCxnSpPr>
                  <a:cxnSpLocks noChangeShapeType="1"/>
                </p:cNvCxnSpPr>
                <p:nvPr/>
              </p:nvCxnSpPr>
              <p:spPr bwMode="auto">
                <a:xfrm flipH="1" flipV="1">
                  <a:off x="3380741" y="1730281"/>
                  <a:ext cx="3775" cy="120891"/>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400" name="Group 399">
            <a:extLst>
              <a:ext uri="{FF2B5EF4-FFF2-40B4-BE49-F238E27FC236}">
                <a16:creationId xmlns:a16="http://schemas.microsoft.com/office/drawing/2014/main" id="{094E25C2-45E6-0C43-ADA4-684E51DC703A}"/>
              </a:ext>
            </a:extLst>
          </p:cNvPr>
          <p:cNvGrpSpPr>
            <a:grpSpLocks/>
          </p:cNvGrpSpPr>
          <p:nvPr/>
        </p:nvGrpSpPr>
        <p:grpSpPr bwMode="auto">
          <a:xfrm>
            <a:off x="2546748" y="3196880"/>
            <a:ext cx="3851360" cy="659606"/>
            <a:chOff x="1843424" y="707349"/>
            <a:chExt cx="5136221" cy="879389"/>
          </a:xfrm>
        </p:grpSpPr>
        <p:sp>
          <p:nvSpPr>
            <p:cNvPr id="401" name="Oval 400">
              <a:extLst>
                <a:ext uri="{FF2B5EF4-FFF2-40B4-BE49-F238E27FC236}">
                  <a16:creationId xmlns:a16="http://schemas.microsoft.com/office/drawing/2014/main" id="{C759FDA4-4088-0A4C-9E92-BD72D7D52B56}"/>
                </a:ext>
              </a:extLst>
            </p:cNvPr>
            <p:cNvSpPr/>
            <p:nvPr/>
          </p:nvSpPr>
          <p:spPr>
            <a:xfrm>
              <a:off x="1866825" y="785129"/>
              <a:ext cx="954288" cy="492077"/>
            </a:xfrm>
            <a:prstGeom prst="ellipse">
              <a:avLst/>
            </a:prstGeom>
            <a:solidFill>
              <a:srgbClr val="CC0000">
                <a:alpha val="28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402" name="TextBox 233">
              <a:extLst>
                <a:ext uri="{FF2B5EF4-FFF2-40B4-BE49-F238E27FC236}">
                  <a16:creationId xmlns:a16="http://schemas.microsoft.com/office/drawing/2014/main" id="{91B4E7D9-6C4B-6C4B-86F5-8BB66F936B0C}"/>
                </a:ext>
              </a:extLst>
            </p:cNvPr>
            <p:cNvSpPr txBox="1">
              <a:spLocks noChangeArrowheads="1"/>
            </p:cNvSpPr>
            <p:nvPr/>
          </p:nvSpPr>
          <p:spPr bwMode="auto">
            <a:xfrm>
              <a:off x="1843424" y="783191"/>
              <a:ext cx="1007325" cy="499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106"/>
                </a:lnSpc>
                <a:spcBef>
                  <a:spcPct val="0"/>
                </a:spcBef>
                <a:spcAft>
                  <a:spcPct val="0"/>
                </a:spcAft>
                <a:defRPr/>
              </a:pPr>
              <a:r>
                <a:rPr lang="en-US" altLang="en-US" sz="1050" kern="0" dirty="0">
                  <a:solidFill>
                    <a:srgbClr val="000000"/>
                  </a:solidFill>
                </a:rPr>
                <a:t>Routing</a:t>
              </a:r>
            </a:p>
            <a:p>
              <a:pPr algn="ctr" defTabSz="685800" eaLnBrk="0" fontAlgn="base" hangingPunct="0">
                <a:lnSpc>
                  <a:spcPts val="1106"/>
                </a:lnSpc>
                <a:spcBef>
                  <a:spcPct val="0"/>
                </a:spcBef>
                <a:spcAft>
                  <a:spcPct val="0"/>
                </a:spcAft>
                <a:defRPr/>
              </a:pPr>
              <a:r>
                <a:rPr lang="en-US" altLang="en-US" sz="1050" kern="0" dirty="0">
                  <a:solidFill>
                    <a:srgbClr val="000000"/>
                  </a:solidFill>
                </a:rPr>
                <a:t>Algorithm</a:t>
              </a:r>
            </a:p>
          </p:txBody>
        </p:sp>
        <p:cxnSp>
          <p:nvCxnSpPr>
            <p:cNvPr id="403" name="Straight Arrow Connector 402">
              <a:extLst>
                <a:ext uri="{FF2B5EF4-FFF2-40B4-BE49-F238E27FC236}">
                  <a16:creationId xmlns:a16="http://schemas.microsoft.com/office/drawing/2014/main" id="{86DA61DF-3320-724E-9861-CF654B1F47AF}"/>
                </a:ext>
              </a:extLst>
            </p:cNvPr>
            <p:cNvCxnSpPr/>
            <p:nvPr/>
          </p:nvCxnSpPr>
          <p:spPr>
            <a:xfrm flipV="1">
              <a:off x="2833815" y="807352"/>
              <a:ext cx="1517968" cy="214291"/>
            </a:xfrm>
            <a:prstGeom prst="straightConnector1">
              <a:avLst/>
            </a:prstGeom>
            <a:noFill/>
            <a:ln w="25400" cap="flat" cmpd="sng" algn="ctr">
              <a:solidFill>
                <a:srgbClr val="CC0000"/>
              </a:solidFill>
              <a:prstDash val="solid"/>
              <a:headEnd type="triangle"/>
              <a:tailEnd type="triangle"/>
            </a:ln>
            <a:effectLst/>
          </p:spPr>
        </p:cxnSp>
        <p:cxnSp>
          <p:nvCxnSpPr>
            <p:cNvPr id="404" name="Straight Arrow Connector 403">
              <a:extLst>
                <a:ext uri="{FF2B5EF4-FFF2-40B4-BE49-F238E27FC236}">
                  <a16:creationId xmlns:a16="http://schemas.microsoft.com/office/drawing/2014/main" id="{FA99C173-8DEF-3940-BC9B-72CA3FA99281}"/>
                </a:ext>
              </a:extLst>
            </p:cNvPr>
            <p:cNvCxnSpPr/>
            <p:nvPr/>
          </p:nvCxnSpPr>
          <p:spPr>
            <a:xfrm>
              <a:off x="2751248" y="1201014"/>
              <a:ext cx="797092" cy="279373"/>
            </a:xfrm>
            <a:prstGeom prst="straightConnector1">
              <a:avLst/>
            </a:prstGeom>
            <a:noFill/>
            <a:ln w="25400" cap="flat" cmpd="sng" algn="ctr">
              <a:solidFill>
                <a:srgbClr val="CC0000"/>
              </a:solidFill>
              <a:prstDash val="solid"/>
              <a:headEnd type="triangle"/>
              <a:tailEnd type="triangle"/>
            </a:ln>
            <a:effectLst/>
          </p:spPr>
        </p:cxnSp>
        <p:cxnSp>
          <p:nvCxnSpPr>
            <p:cNvPr id="405" name="Straight Arrow Connector 404">
              <a:extLst>
                <a:ext uri="{FF2B5EF4-FFF2-40B4-BE49-F238E27FC236}">
                  <a16:creationId xmlns:a16="http://schemas.microsoft.com/office/drawing/2014/main" id="{57AAE988-13E3-6642-B8CC-252C9113ABCC}"/>
                </a:ext>
              </a:extLst>
            </p:cNvPr>
            <p:cNvCxnSpPr/>
            <p:nvPr/>
          </p:nvCxnSpPr>
          <p:spPr>
            <a:xfrm>
              <a:off x="4685228" y="894656"/>
              <a:ext cx="892362" cy="509538"/>
            </a:xfrm>
            <a:prstGeom prst="straightConnector1">
              <a:avLst/>
            </a:prstGeom>
            <a:noFill/>
            <a:ln w="25400" cap="flat" cmpd="sng" algn="ctr">
              <a:solidFill>
                <a:srgbClr val="CC0000"/>
              </a:solidFill>
              <a:prstDash val="solid"/>
              <a:headEnd type="triangle"/>
              <a:tailEnd type="triangle"/>
            </a:ln>
            <a:effectLst/>
          </p:spPr>
        </p:cxnSp>
        <p:cxnSp>
          <p:nvCxnSpPr>
            <p:cNvPr id="406" name="Straight Arrow Connector 405">
              <a:extLst>
                <a:ext uri="{FF2B5EF4-FFF2-40B4-BE49-F238E27FC236}">
                  <a16:creationId xmlns:a16="http://schemas.microsoft.com/office/drawing/2014/main" id="{286126FC-663F-E140-85FF-EA643857EAAB}"/>
                </a:ext>
              </a:extLst>
            </p:cNvPr>
            <p:cNvCxnSpPr/>
            <p:nvPr/>
          </p:nvCxnSpPr>
          <p:spPr>
            <a:xfrm>
              <a:off x="4801139" y="801003"/>
              <a:ext cx="1695805" cy="130162"/>
            </a:xfrm>
            <a:prstGeom prst="straightConnector1">
              <a:avLst/>
            </a:prstGeom>
            <a:noFill/>
            <a:ln w="25400" cap="flat" cmpd="sng" algn="ctr">
              <a:solidFill>
                <a:srgbClr val="CC0000"/>
              </a:solidFill>
              <a:prstDash val="solid"/>
              <a:headEnd type="triangle"/>
              <a:tailEnd type="triangle"/>
            </a:ln>
            <a:effectLst/>
          </p:spPr>
        </p:cxnSp>
        <p:sp>
          <p:nvSpPr>
            <p:cNvPr id="407" name="Oval 406">
              <a:extLst>
                <a:ext uri="{FF2B5EF4-FFF2-40B4-BE49-F238E27FC236}">
                  <a16:creationId xmlns:a16="http://schemas.microsoft.com/office/drawing/2014/main" id="{4DA7DE45-D335-D548-B5FE-488518B7B2B7}"/>
                </a:ext>
              </a:extLst>
            </p:cNvPr>
            <p:cNvSpPr/>
            <p:nvPr/>
          </p:nvSpPr>
          <p:spPr>
            <a:xfrm>
              <a:off x="6558870" y="894656"/>
              <a:ext cx="420775"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408" name="Oval 407">
              <a:extLst>
                <a:ext uri="{FF2B5EF4-FFF2-40B4-BE49-F238E27FC236}">
                  <a16:creationId xmlns:a16="http://schemas.microsoft.com/office/drawing/2014/main" id="{E0F6C35C-914C-3B41-9CC4-D8179FFB699E}"/>
                </a:ext>
              </a:extLst>
            </p:cNvPr>
            <p:cNvSpPr/>
            <p:nvPr/>
          </p:nvSpPr>
          <p:spPr>
            <a:xfrm>
              <a:off x="5572826" y="1404194"/>
              <a:ext cx="420776" cy="182544"/>
            </a:xfrm>
            <a:prstGeom prst="ellipse">
              <a:avLst/>
            </a:prstGeom>
            <a:solidFill>
              <a:srgbClr val="CC0000">
                <a:alpha val="28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409" name="Oval 408">
              <a:extLst>
                <a:ext uri="{FF2B5EF4-FFF2-40B4-BE49-F238E27FC236}">
                  <a16:creationId xmlns:a16="http://schemas.microsoft.com/office/drawing/2014/main" id="{F2328B0F-766B-A544-ACA3-A1877D849A35}"/>
                </a:ext>
              </a:extLst>
            </p:cNvPr>
            <p:cNvSpPr/>
            <p:nvPr/>
          </p:nvSpPr>
          <p:spPr>
            <a:xfrm>
              <a:off x="4367661" y="707349"/>
              <a:ext cx="420775" cy="182545"/>
            </a:xfrm>
            <a:prstGeom prst="ellipse">
              <a:avLst/>
            </a:prstGeom>
            <a:solidFill>
              <a:srgbClr val="CC0000">
                <a:alpha val="28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410" name="Oval 409">
              <a:extLst>
                <a:ext uri="{FF2B5EF4-FFF2-40B4-BE49-F238E27FC236}">
                  <a16:creationId xmlns:a16="http://schemas.microsoft.com/office/drawing/2014/main" id="{4E049E95-C6A9-FE4D-937B-C134ECB1D9AB}"/>
                </a:ext>
              </a:extLst>
            </p:cNvPr>
            <p:cNvSpPr/>
            <p:nvPr/>
          </p:nvSpPr>
          <p:spPr>
            <a:xfrm>
              <a:off x="3572157" y="1402606"/>
              <a:ext cx="420776"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411" name="Straight Arrow Connector 410">
              <a:extLst>
                <a:ext uri="{FF2B5EF4-FFF2-40B4-BE49-F238E27FC236}">
                  <a16:creationId xmlns:a16="http://schemas.microsoft.com/office/drawing/2014/main" id="{C5FBB1F6-0839-A343-AE4E-8487D7B4403B}"/>
                </a:ext>
              </a:extLst>
            </p:cNvPr>
            <p:cNvCxnSpPr/>
            <p:nvPr/>
          </p:nvCxnSpPr>
          <p:spPr>
            <a:xfrm>
              <a:off x="2821113" y="1105773"/>
              <a:ext cx="2739010" cy="339692"/>
            </a:xfrm>
            <a:prstGeom prst="straightConnector1">
              <a:avLst/>
            </a:prstGeom>
            <a:noFill/>
            <a:ln w="25400" cap="flat" cmpd="sng" algn="ctr">
              <a:solidFill>
                <a:srgbClr val="CC0000"/>
              </a:solidFill>
              <a:prstDash val="solid"/>
              <a:headEnd type="triangle"/>
              <a:tailEnd type="triangle"/>
            </a:ln>
            <a:effectLst/>
          </p:spPr>
        </p:cxnSp>
        <p:cxnSp>
          <p:nvCxnSpPr>
            <p:cNvPr id="412" name="Straight Arrow Connector 411">
              <a:extLst>
                <a:ext uri="{FF2B5EF4-FFF2-40B4-BE49-F238E27FC236}">
                  <a16:creationId xmlns:a16="http://schemas.microsoft.com/office/drawing/2014/main" id="{01507C1D-D7CC-314D-9BC2-599E67963164}"/>
                </a:ext>
              </a:extLst>
            </p:cNvPr>
            <p:cNvCxnSpPr>
              <a:endCxn id="407" idx="2"/>
            </p:cNvCxnSpPr>
            <p:nvPr/>
          </p:nvCxnSpPr>
          <p:spPr>
            <a:xfrm flipV="1">
              <a:off x="3997696" y="985135"/>
              <a:ext cx="2561174" cy="469854"/>
            </a:xfrm>
            <a:prstGeom prst="straightConnector1">
              <a:avLst/>
            </a:prstGeom>
            <a:noFill/>
            <a:ln w="25400" cap="flat" cmpd="sng" algn="ctr">
              <a:solidFill>
                <a:srgbClr val="CC0000"/>
              </a:solidFill>
              <a:prstDash val="solid"/>
              <a:headEnd type="triangle"/>
              <a:tailEnd type="triangle"/>
            </a:ln>
            <a:effectLst/>
          </p:spPr>
        </p:cxnSp>
        <p:cxnSp>
          <p:nvCxnSpPr>
            <p:cNvPr id="413" name="Straight Arrow Connector 412">
              <a:extLst>
                <a:ext uri="{FF2B5EF4-FFF2-40B4-BE49-F238E27FC236}">
                  <a16:creationId xmlns:a16="http://schemas.microsoft.com/office/drawing/2014/main" id="{0D0AA51C-C88C-DA40-BB5F-C90D75401B35}"/>
                </a:ext>
              </a:extLst>
            </p:cNvPr>
            <p:cNvCxnSpPr/>
            <p:nvPr/>
          </p:nvCxnSpPr>
          <p:spPr>
            <a:xfrm flipV="1">
              <a:off x="3991345" y="1508959"/>
              <a:ext cx="1581481" cy="0"/>
            </a:xfrm>
            <a:prstGeom prst="straightConnector1">
              <a:avLst/>
            </a:prstGeom>
            <a:noFill/>
            <a:ln w="25400" cap="flat" cmpd="sng" algn="ctr">
              <a:solidFill>
                <a:srgbClr val="CC0000"/>
              </a:solidFill>
              <a:prstDash val="solid"/>
              <a:headEnd type="triangle"/>
              <a:tailEnd type="triangle"/>
            </a:ln>
            <a:effectLst/>
          </p:spPr>
        </p:cxnSp>
        <p:cxnSp>
          <p:nvCxnSpPr>
            <p:cNvPr id="414" name="Straight Arrow Connector 413">
              <a:extLst>
                <a:ext uri="{FF2B5EF4-FFF2-40B4-BE49-F238E27FC236}">
                  <a16:creationId xmlns:a16="http://schemas.microsoft.com/office/drawing/2014/main" id="{B8B513D7-9162-0648-BC71-8BEBCC27917A}"/>
                </a:ext>
              </a:extLst>
            </p:cNvPr>
            <p:cNvCxnSpPr/>
            <p:nvPr/>
          </p:nvCxnSpPr>
          <p:spPr>
            <a:xfrm flipV="1">
              <a:off x="5996777" y="1083550"/>
              <a:ext cx="751044" cy="396836"/>
            </a:xfrm>
            <a:prstGeom prst="straightConnector1">
              <a:avLst/>
            </a:prstGeom>
            <a:noFill/>
            <a:ln w="25400" cap="flat" cmpd="sng" algn="ctr">
              <a:solidFill>
                <a:srgbClr val="CC0000"/>
              </a:solidFill>
              <a:prstDash val="solid"/>
              <a:headEnd type="triangle"/>
              <a:tailEnd type="triangle"/>
            </a:ln>
            <a:effectLst/>
          </p:spPr>
        </p:cxnSp>
      </p:grpSp>
      <p:grpSp>
        <p:nvGrpSpPr>
          <p:cNvPr id="415" name="Group 414">
            <a:extLst>
              <a:ext uri="{FF2B5EF4-FFF2-40B4-BE49-F238E27FC236}">
                <a16:creationId xmlns:a16="http://schemas.microsoft.com/office/drawing/2014/main" id="{C4AAA334-C4B2-DD48-A566-2EA2C1AA11DF}"/>
              </a:ext>
            </a:extLst>
          </p:cNvPr>
          <p:cNvGrpSpPr>
            <a:grpSpLocks/>
          </p:cNvGrpSpPr>
          <p:nvPr/>
        </p:nvGrpSpPr>
        <p:grpSpPr bwMode="auto">
          <a:xfrm>
            <a:off x="2360699" y="3488584"/>
            <a:ext cx="4811153" cy="806658"/>
            <a:chOff x="1557338" y="3074988"/>
            <a:chExt cx="6414871" cy="1075544"/>
          </a:xfrm>
        </p:grpSpPr>
        <p:sp>
          <p:nvSpPr>
            <p:cNvPr id="416" name="TextBox 232">
              <a:extLst>
                <a:ext uri="{FF2B5EF4-FFF2-40B4-BE49-F238E27FC236}">
                  <a16:creationId xmlns:a16="http://schemas.microsoft.com/office/drawing/2014/main" id="{97D7EB84-BAC0-D448-A55F-A56C30BB6A4D}"/>
                </a:ext>
              </a:extLst>
            </p:cNvPr>
            <p:cNvSpPr txBox="1">
              <a:spLocks noChangeArrowheads="1"/>
            </p:cNvSpPr>
            <p:nvPr/>
          </p:nvSpPr>
          <p:spPr bwMode="auto">
            <a:xfrm>
              <a:off x="7246306" y="3651250"/>
              <a:ext cx="688651" cy="499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097"/>
                </a:lnSpc>
                <a:spcBef>
                  <a:spcPct val="0"/>
                </a:spcBef>
                <a:spcAft>
                  <a:spcPct val="0"/>
                </a:spcAft>
                <a:defRPr/>
              </a:pPr>
              <a:r>
                <a:rPr lang="en-US" altLang="en-US" sz="1050" kern="0" dirty="0">
                  <a:solidFill>
                    <a:srgbClr val="000000"/>
                  </a:solidFill>
                </a:rPr>
                <a:t>data</a:t>
              </a:r>
            </a:p>
            <a:p>
              <a:pPr algn="ctr" defTabSz="685800" eaLnBrk="0" fontAlgn="base" hangingPunct="0">
                <a:lnSpc>
                  <a:spcPts val="1097"/>
                </a:lnSpc>
                <a:spcBef>
                  <a:spcPct val="0"/>
                </a:spcBef>
                <a:spcAft>
                  <a:spcPct val="0"/>
                </a:spcAft>
                <a:defRPr/>
              </a:pPr>
              <a:r>
                <a:rPr lang="en-US" altLang="en-US" sz="1050" kern="0" dirty="0">
                  <a:solidFill>
                    <a:srgbClr val="000000"/>
                  </a:solidFill>
                </a:rPr>
                <a:t>plane</a:t>
              </a:r>
            </a:p>
          </p:txBody>
        </p:sp>
        <p:sp>
          <p:nvSpPr>
            <p:cNvPr id="417" name="TextBox 233">
              <a:extLst>
                <a:ext uri="{FF2B5EF4-FFF2-40B4-BE49-F238E27FC236}">
                  <a16:creationId xmlns:a16="http://schemas.microsoft.com/office/drawing/2014/main" id="{24A4F1C7-4BF4-EB42-A291-47BAC2502CDB}"/>
                </a:ext>
              </a:extLst>
            </p:cNvPr>
            <p:cNvSpPr txBox="1">
              <a:spLocks noChangeArrowheads="1"/>
            </p:cNvSpPr>
            <p:nvPr/>
          </p:nvSpPr>
          <p:spPr bwMode="auto">
            <a:xfrm>
              <a:off x="7185241" y="3074988"/>
              <a:ext cx="786968" cy="499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097"/>
                </a:lnSpc>
                <a:spcBef>
                  <a:spcPct val="0"/>
                </a:spcBef>
                <a:spcAft>
                  <a:spcPct val="0"/>
                </a:spcAft>
                <a:defRPr/>
              </a:pPr>
              <a:r>
                <a:rPr lang="en-US" altLang="en-US" sz="1050" kern="0" dirty="0">
                  <a:solidFill>
                    <a:srgbClr val="000000"/>
                  </a:solidFill>
                </a:rPr>
                <a:t>control</a:t>
              </a:r>
            </a:p>
            <a:p>
              <a:pPr algn="ctr" defTabSz="685800" eaLnBrk="0" fontAlgn="base" hangingPunct="0">
                <a:lnSpc>
                  <a:spcPts val="1097"/>
                </a:lnSpc>
                <a:spcBef>
                  <a:spcPct val="0"/>
                </a:spcBef>
                <a:spcAft>
                  <a:spcPct val="0"/>
                </a:spcAft>
                <a:defRPr/>
              </a:pPr>
              <a:r>
                <a:rPr lang="en-US" altLang="en-US" sz="1050" kern="0" dirty="0">
                  <a:solidFill>
                    <a:srgbClr val="000000"/>
                  </a:solidFill>
                </a:rPr>
                <a:t>plane</a:t>
              </a:r>
            </a:p>
          </p:txBody>
        </p:sp>
        <p:cxnSp>
          <p:nvCxnSpPr>
            <p:cNvPr id="418" name="Straight Connector 417">
              <a:extLst>
                <a:ext uri="{FF2B5EF4-FFF2-40B4-BE49-F238E27FC236}">
                  <a16:creationId xmlns:a16="http://schemas.microsoft.com/office/drawing/2014/main" id="{61FEE5A3-FA87-164D-B072-015586DE3B9B}"/>
                </a:ext>
              </a:extLst>
            </p:cNvPr>
            <p:cNvCxnSpPr/>
            <p:nvPr/>
          </p:nvCxnSpPr>
          <p:spPr>
            <a:xfrm>
              <a:off x="1557338" y="3613150"/>
              <a:ext cx="6207125" cy="0"/>
            </a:xfrm>
            <a:prstGeom prst="line">
              <a:avLst/>
            </a:prstGeom>
            <a:noFill/>
            <a:ln w="25400" cap="flat" cmpd="sng" algn="ctr">
              <a:solidFill>
                <a:srgbClr val="000000"/>
              </a:solidFill>
              <a:prstDash val="dash"/>
            </a:ln>
            <a:effectLst/>
          </p:spPr>
        </p:cxnSp>
      </p:grpSp>
      <p:grpSp>
        <p:nvGrpSpPr>
          <p:cNvPr id="419" name="Group 418">
            <a:extLst>
              <a:ext uri="{FF2B5EF4-FFF2-40B4-BE49-F238E27FC236}">
                <a16:creationId xmlns:a16="http://schemas.microsoft.com/office/drawing/2014/main" id="{DB2133B7-0204-944D-9F85-D90FA61B1AAF}"/>
              </a:ext>
            </a:extLst>
          </p:cNvPr>
          <p:cNvGrpSpPr>
            <a:grpSpLocks/>
          </p:cNvGrpSpPr>
          <p:nvPr/>
        </p:nvGrpSpPr>
        <p:grpSpPr bwMode="auto">
          <a:xfrm>
            <a:off x="2564295" y="3958880"/>
            <a:ext cx="3844529" cy="840581"/>
            <a:chOff x="-4746102" y="4471477"/>
            <a:chExt cx="5126173" cy="1120753"/>
          </a:xfrm>
        </p:grpSpPr>
        <p:pic>
          <p:nvPicPr>
            <p:cNvPr id="420" name="Picture 10" descr="fig42_table.pdf">
              <a:extLst>
                <a:ext uri="{FF2B5EF4-FFF2-40B4-BE49-F238E27FC236}">
                  <a16:creationId xmlns:a16="http://schemas.microsoft.com/office/drawing/2014/main" id="{B9B148BF-D420-D548-A8E4-2E44EE43547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46102" y="4471477"/>
              <a:ext cx="966463" cy="966962"/>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grpSp>
          <p:nvGrpSpPr>
            <p:cNvPr id="421" name="Group 25">
              <a:extLst>
                <a:ext uri="{FF2B5EF4-FFF2-40B4-BE49-F238E27FC236}">
                  <a16:creationId xmlns:a16="http://schemas.microsoft.com/office/drawing/2014/main" id="{6DCB3611-5B47-554A-AF9F-B20E8866BE38}"/>
                </a:ext>
              </a:extLst>
            </p:cNvPr>
            <p:cNvGrpSpPr>
              <a:grpSpLocks/>
            </p:cNvGrpSpPr>
            <p:nvPr/>
          </p:nvGrpSpPr>
          <p:grpSpPr bwMode="auto">
            <a:xfrm>
              <a:off x="-3025264" y="5228984"/>
              <a:ext cx="3405335" cy="363246"/>
              <a:chOff x="-3025264" y="5228984"/>
              <a:chExt cx="3405335" cy="363246"/>
            </a:xfrm>
          </p:grpSpPr>
          <p:grpSp>
            <p:nvGrpSpPr>
              <p:cNvPr id="422" name="Group 241">
                <a:extLst>
                  <a:ext uri="{FF2B5EF4-FFF2-40B4-BE49-F238E27FC236}">
                    <a16:creationId xmlns:a16="http://schemas.microsoft.com/office/drawing/2014/main" id="{18B65E09-A0C2-A34F-9844-081D03E2EEEF}"/>
                  </a:ext>
                </a:extLst>
              </p:cNvPr>
              <p:cNvGrpSpPr>
                <a:grpSpLocks/>
              </p:cNvGrpSpPr>
              <p:nvPr/>
            </p:nvGrpSpPr>
            <p:grpSpPr bwMode="auto">
              <a:xfrm>
                <a:off x="-3025264" y="5262858"/>
                <a:ext cx="430360" cy="329372"/>
                <a:chOff x="2931664" y="3912603"/>
                <a:chExt cx="430450" cy="329314"/>
              </a:xfrm>
            </p:grpSpPr>
            <p:sp>
              <p:nvSpPr>
                <p:cNvPr id="438" name="Rectangle 437">
                  <a:extLst>
                    <a:ext uri="{FF2B5EF4-FFF2-40B4-BE49-F238E27FC236}">
                      <a16:creationId xmlns:a16="http://schemas.microsoft.com/office/drawing/2014/main" id="{510D7726-2281-144B-B722-F9A0F8992620}"/>
                    </a:ext>
                  </a:extLst>
                </p:cNvPr>
                <p:cNvSpPr/>
                <p:nvPr/>
              </p:nvSpPr>
              <p:spPr>
                <a:xfrm>
                  <a:off x="2936485" y="3908607"/>
                  <a:ext cx="425550" cy="333310"/>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439" name="Straight Connector 438">
                  <a:extLst>
                    <a:ext uri="{FF2B5EF4-FFF2-40B4-BE49-F238E27FC236}">
                      <a16:creationId xmlns:a16="http://schemas.microsoft.com/office/drawing/2014/main" id="{B663A8A6-A483-9C45-9694-3F60B5B96577}"/>
                    </a:ext>
                  </a:extLst>
                </p:cNvPr>
                <p:cNvCxnSpPr/>
                <p:nvPr/>
              </p:nvCxnSpPr>
              <p:spPr>
                <a:xfrm>
                  <a:off x="2931721" y="4003838"/>
                  <a:ext cx="425550" cy="0"/>
                </a:xfrm>
                <a:prstGeom prst="line">
                  <a:avLst/>
                </a:prstGeom>
                <a:noFill/>
                <a:ln w="3175" cap="flat" cmpd="sng" algn="ctr">
                  <a:solidFill>
                    <a:srgbClr val="000000"/>
                  </a:solidFill>
                  <a:prstDash val="solid"/>
                </a:ln>
                <a:effectLst/>
              </p:spPr>
            </p:cxnSp>
            <p:cxnSp>
              <p:nvCxnSpPr>
                <p:cNvPr id="440" name="Straight Connector 439">
                  <a:extLst>
                    <a:ext uri="{FF2B5EF4-FFF2-40B4-BE49-F238E27FC236}">
                      <a16:creationId xmlns:a16="http://schemas.microsoft.com/office/drawing/2014/main" id="{50FC0E77-85DF-A44F-A7EA-DB2E7EDC7F79}"/>
                    </a:ext>
                  </a:extLst>
                </p:cNvPr>
                <p:cNvCxnSpPr/>
                <p:nvPr/>
              </p:nvCxnSpPr>
              <p:spPr>
                <a:xfrm>
                  <a:off x="2931721" y="4067326"/>
                  <a:ext cx="425550" cy="0"/>
                </a:xfrm>
                <a:prstGeom prst="line">
                  <a:avLst/>
                </a:prstGeom>
                <a:noFill/>
                <a:ln w="3175" cap="flat" cmpd="sng" algn="ctr">
                  <a:solidFill>
                    <a:srgbClr val="000000"/>
                  </a:solidFill>
                  <a:prstDash val="solid"/>
                </a:ln>
                <a:effectLst/>
              </p:spPr>
            </p:cxnSp>
            <p:cxnSp>
              <p:nvCxnSpPr>
                <p:cNvPr id="441" name="Straight Connector 440">
                  <a:extLst>
                    <a:ext uri="{FF2B5EF4-FFF2-40B4-BE49-F238E27FC236}">
                      <a16:creationId xmlns:a16="http://schemas.microsoft.com/office/drawing/2014/main" id="{6DCCCE94-F2A7-3D41-B0D1-67C30138A31B}"/>
                    </a:ext>
                  </a:extLst>
                </p:cNvPr>
                <p:cNvCxnSpPr>
                  <a:stCxn id="438" idx="2"/>
                </p:cNvCxnSpPr>
                <p:nvPr/>
              </p:nvCxnSpPr>
              <p:spPr>
                <a:xfrm flipH="1" flipV="1">
                  <a:off x="3147672" y="4003838"/>
                  <a:ext cx="1588" cy="238079"/>
                </a:xfrm>
                <a:prstGeom prst="line">
                  <a:avLst/>
                </a:prstGeom>
                <a:noFill/>
                <a:ln w="3175" cap="flat" cmpd="sng" algn="ctr">
                  <a:solidFill>
                    <a:srgbClr val="000000"/>
                  </a:solidFill>
                  <a:prstDash val="solid"/>
                </a:ln>
                <a:effectLst/>
              </p:spPr>
            </p:cxnSp>
          </p:grpSp>
          <p:grpSp>
            <p:nvGrpSpPr>
              <p:cNvPr id="423" name="Group 444">
                <a:extLst>
                  <a:ext uri="{FF2B5EF4-FFF2-40B4-BE49-F238E27FC236}">
                    <a16:creationId xmlns:a16="http://schemas.microsoft.com/office/drawing/2014/main" id="{80000B7B-1868-0545-96E2-2F3AE96E33EA}"/>
                  </a:ext>
                </a:extLst>
              </p:cNvPr>
              <p:cNvGrpSpPr>
                <a:grpSpLocks/>
              </p:cNvGrpSpPr>
              <p:nvPr/>
            </p:nvGrpSpPr>
            <p:grpSpPr bwMode="auto">
              <a:xfrm>
                <a:off x="-2217227" y="5261364"/>
                <a:ext cx="430361" cy="329307"/>
                <a:chOff x="2931664" y="3912603"/>
                <a:chExt cx="430450" cy="329314"/>
              </a:xfrm>
            </p:grpSpPr>
            <p:sp>
              <p:nvSpPr>
                <p:cNvPr id="434" name="Rectangle 433">
                  <a:extLst>
                    <a:ext uri="{FF2B5EF4-FFF2-40B4-BE49-F238E27FC236}">
                      <a16:creationId xmlns:a16="http://schemas.microsoft.com/office/drawing/2014/main" id="{152E459E-7CA1-E445-B3BA-7DCA2E4A2C56}"/>
                    </a:ext>
                  </a:extLst>
                </p:cNvPr>
                <p:cNvSpPr/>
                <p:nvPr/>
              </p:nvSpPr>
              <p:spPr>
                <a:xfrm>
                  <a:off x="2936506" y="3908513"/>
                  <a:ext cx="425549" cy="333376"/>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435" name="Straight Connector 434">
                  <a:extLst>
                    <a:ext uri="{FF2B5EF4-FFF2-40B4-BE49-F238E27FC236}">
                      <a16:creationId xmlns:a16="http://schemas.microsoft.com/office/drawing/2014/main" id="{89A2E2E8-DA8D-6D49-B2DC-12FC2FC6D3C4}"/>
                    </a:ext>
                  </a:extLst>
                </p:cNvPr>
                <p:cNvCxnSpPr/>
                <p:nvPr/>
              </p:nvCxnSpPr>
              <p:spPr>
                <a:xfrm>
                  <a:off x="2931743" y="4003763"/>
                  <a:ext cx="425549" cy="0"/>
                </a:xfrm>
                <a:prstGeom prst="line">
                  <a:avLst/>
                </a:prstGeom>
                <a:noFill/>
                <a:ln w="3175" cap="flat" cmpd="sng" algn="ctr">
                  <a:solidFill>
                    <a:srgbClr val="000000"/>
                  </a:solidFill>
                  <a:prstDash val="solid"/>
                </a:ln>
                <a:effectLst/>
              </p:spPr>
            </p:cxnSp>
            <p:cxnSp>
              <p:nvCxnSpPr>
                <p:cNvPr id="436" name="Straight Connector 435">
                  <a:extLst>
                    <a:ext uri="{FF2B5EF4-FFF2-40B4-BE49-F238E27FC236}">
                      <a16:creationId xmlns:a16="http://schemas.microsoft.com/office/drawing/2014/main" id="{D4FBE92F-02C8-4244-A63E-618F5A912844}"/>
                    </a:ext>
                  </a:extLst>
                </p:cNvPr>
                <p:cNvCxnSpPr/>
                <p:nvPr/>
              </p:nvCxnSpPr>
              <p:spPr>
                <a:xfrm>
                  <a:off x="2931743" y="4067263"/>
                  <a:ext cx="425549" cy="0"/>
                </a:xfrm>
                <a:prstGeom prst="line">
                  <a:avLst/>
                </a:prstGeom>
                <a:noFill/>
                <a:ln w="3175" cap="flat" cmpd="sng" algn="ctr">
                  <a:solidFill>
                    <a:srgbClr val="000000"/>
                  </a:solidFill>
                  <a:prstDash val="solid"/>
                </a:ln>
                <a:effectLst/>
              </p:spPr>
            </p:cxnSp>
            <p:cxnSp>
              <p:nvCxnSpPr>
                <p:cNvPr id="437" name="Straight Connector 436">
                  <a:extLst>
                    <a:ext uri="{FF2B5EF4-FFF2-40B4-BE49-F238E27FC236}">
                      <a16:creationId xmlns:a16="http://schemas.microsoft.com/office/drawing/2014/main" id="{760EDE61-1AAF-D848-91CB-39C5F318690E}"/>
                    </a:ext>
                  </a:extLst>
                </p:cNvPr>
                <p:cNvCxnSpPr>
                  <a:stCxn id="434" idx="2"/>
                </p:cNvCxnSpPr>
                <p:nvPr/>
              </p:nvCxnSpPr>
              <p:spPr>
                <a:xfrm flipH="1" flipV="1">
                  <a:off x="3147693" y="4003763"/>
                  <a:ext cx="1587" cy="238126"/>
                </a:xfrm>
                <a:prstGeom prst="line">
                  <a:avLst/>
                </a:prstGeom>
                <a:noFill/>
                <a:ln w="3175" cap="flat" cmpd="sng" algn="ctr">
                  <a:solidFill>
                    <a:srgbClr val="000000"/>
                  </a:solidFill>
                  <a:prstDash val="solid"/>
                </a:ln>
                <a:effectLst/>
              </p:spPr>
            </p:cxnSp>
          </p:grpSp>
          <p:grpSp>
            <p:nvGrpSpPr>
              <p:cNvPr id="424" name="Group 473">
                <a:extLst>
                  <a:ext uri="{FF2B5EF4-FFF2-40B4-BE49-F238E27FC236}">
                    <a16:creationId xmlns:a16="http://schemas.microsoft.com/office/drawing/2014/main" id="{80D1C087-9836-C245-B670-1284428A4A6A}"/>
                  </a:ext>
                </a:extLst>
              </p:cNvPr>
              <p:cNvGrpSpPr>
                <a:grpSpLocks/>
              </p:cNvGrpSpPr>
              <p:nvPr/>
            </p:nvGrpSpPr>
            <p:grpSpPr bwMode="auto">
              <a:xfrm>
                <a:off x="-1034539" y="5261364"/>
                <a:ext cx="430360" cy="329307"/>
                <a:chOff x="2931664" y="3912603"/>
                <a:chExt cx="430450" cy="329314"/>
              </a:xfrm>
            </p:grpSpPr>
            <p:sp>
              <p:nvSpPr>
                <p:cNvPr id="430" name="Rectangle 429">
                  <a:extLst>
                    <a:ext uri="{FF2B5EF4-FFF2-40B4-BE49-F238E27FC236}">
                      <a16:creationId xmlns:a16="http://schemas.microsoft.com/office/drawing/2014/main" id="{C9A7D412-65DC-9649-A008-5ED26335CCA7}"/>
                    </a:ext>
                  </a:extLst>
                </p:cNvPr>
                <p:cNvSpPr/>
                <p:nvPr/>
              </p:nvSpPr>
              <p:spPr>
                <a:xfrm>
                  <a:off x="2936538" y="3908513"/>
                  <a:ext cx="425550" cy="333376"/>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431" name="Straight Connector 430">
                  <a:extLst>
                    <a:ext uri="{FF2B5EF4-FFF2-40B4-BE49-F238E27FC236}">
                      <a16:creationId xmlns:a16="http://schemas.microsoft.com/office/drawing/2014/main" id="{2F282FB7-7000-B945-8F5A-E39A5A12E34F}"/>
                    </a:ext>
                  </a:extLst>
                </p:cNvPr>
                <p:cNvCxnSpPr/>
                <p:nvPr/>
              </p:nvCxnSpPr>
              <p:spPr>
                <a:xfrm>
                  <a:off x="2931774" y="4003763"/>
                  <a:ext cx="425550" cy="0"/>
                </a:xfrm>
                <a:prstGeom prst="line">
                  <a:avLst/>
                </a:prstGeom>
                <a:noFill/>
                <a:ln w="3175" cap="flat" cmpd="sng" algn="ctr">
                  <a:solidFill>
                    <a:srgbClr val="000000"/>
                  </a:solidFill>
                  <a:prstDash val="solid"/>
                </a:ln>
                <a:effectLst/>
              </p:spPr>
            </p:cxnSp>
            <p:cxnSp>
              <p:nvCxnSpPr>
                <p:cNvPr id="432" name="Straight Connector 431">
                  <a:extLst>
                    <a:ext uri="{FF2B5EF4-FFF2-40B4-BE49-F238E27FC236}">
                      <a16:creationId xmlns:a16="http://schemas.microsoft.com/office/drawing/2014/main" id="{6613E38A-F502-9F4F-9071-21665BB1F3DD}"/>
                    </a:ext>
                  </a:extLst>
                </p:cNvPr>
                <p:cNvCxnSpPr/>
                <p:nvPr/>
              </p:nvCxnSpPr>
              <p:spPr>
                <a:xfrm>
                  <a:off x="2931774" y="4067263"/>
                  <a:ext cx="425550" cy="0"/>
                </a:xfrm>
                <a:prstGeom prst="line">
                  <a:avLst/>
                </a:prstGeom>
                <a:noFill/>
                <a:ln w="3175" cap="flat" cmpd="sng" algn="ctr">
                  <a:solidFill>
                    <a:srgbClr val="000000"/>
                  </a:solidFill>
                  <a:prstDash val="solid"/>
                </a:ln>
                <a:effectLst/>
              </p:spPr>
            </p:cxnSp>
            <p:cxnSp>
              <p:nvCxnSpPr>
                <p:cNvPr id="433" name="Straight Connector 432">
                  <a:extLst>
                    <a:ext uri="{FF2B5EF4-FFF2-40B4-BE49-F238E27FC236}">
                      <a16:creationId xmlns:a16="http://schemas.microsoft.com/office/drawing/2014/main" id="{29B42128-C51A-6040-824E-C554F8EE3D12}"/>
                    </a:ext>
                  </a:extLst>
                </p:cNvPr>
                <p:cNvCxnSpPr>
                  <a:stCxn id="430" idx="2"/>
                </p:cNvCxnSpPr>
                <p:nvPr/>
              </p:nvCxnSpPr>
              <p:spPr>
                <a:xfrm flipH="1" flipV="1">
                  <a:off x="3147725" y="4003763"/>
                  <a:ext cx="1588" cy="238126"/>
                </a:xfrm>
                <a:prstGeom prst="line">
                  <a:avLst/>
                </a:prstGeom>
                <a:noFill/>
                <a:ln w="3175" cap="flat" cmpd="sng" algn="ctr">
                  <a:solidFill>
                    <a:srgbClr val="000000"/>
                  </a:solidFill>
                  <a:prstDash val="solid"/>
                </a:ln>
                <a:effectLst/>
              </p:spPr>
            </p:cxnSp>
          </p:grpSp>
          <p:grpSp>
            <p:nvGrpSpPr>
              <p:cNvPr id="425" name="Group 502">
                <a:extLst>
                  <a:ext uri="{FF2B5EF4-FFF2-40B4-BE49-F238E27FC236}">
                    <a16:creationId xmlns:a16="http://schemas.microsoft.com/office/drawing/2014/main" id="{C30D5DDC-A13E-034A-A1BA-1E146390EA7D}"/>
                  </a:ext>
                </a:extLst>
              </p:cNvPr>
              <p:cNvGrpSpPr>
                <a:grpSpLocks/>
              </p:cNvGrpSpPr>
              <p:nvPr/>
            </p:nvGrpSpPr>
            <p:grpSpPr bwMode="auto">
              <a:xfrm>
                <a:off x="-50289" y="5228984"/>
                <a:ext cx="430360" cy="350559"/>
                <a:chOff x="2931664" y="3912603"/>
                <a:chExt cx="430450" cy="329314"/>
              </a:xfrm>
            </p:grpSpPr>
            <p:sp>
              <p:nvSpPr>
                <p:cNvPr id="426" name="Rectangle 425">
                  <a:extLst>
                    <a:ext uri="{FF2B5EF4-FFF2-40B4-BE49-F238E27FC236}">
                      <a16:creationId xmlns:a16="http://schemas.microsoft.com/office/drawing/2014/main" id="{63A91007-6182-8647-9879-8292A71EAFEF}"/>
                    </a:ext>
                  </a:extLst>
                </p:cNvPr>
                <p:cNvSpPr/>
                <p:nvPr/>
              </p:nvSpPr>
              <p:spPr>
                <a:xfrm>
                  <a:off x="2936564" y="3912336"/>
                  <a:ext cx="425550" cy="329569"/>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427" name="Straight Connector 426">
                  <a:extLst>
                    <a:ext uri="{FF2B5EF4-FFF2-40B4-BE49-F238E27FC236}">
                      <a16:creationId xmlns:a16="http://schemas.microsoft.com/office/drawing/2014/main" id="{0674F85B-15F4-F446-AD9E-DD534F9C342D}"/>
                    </a:ext>
                  </a:extLst>
                </p:cNvPr>
                <p:cNvCxnSpPr/>
                <p:nvPr/>
              </p:nvCxnSpPr>
              <p:spPr>
                <a:xfrm>
                  <a:off x="2931800" y="4003303"/>
                  <a:ext cx="425550" cy="0"/>
                </a:xfrm>
                <a:prstGeom prst="line">
                  <a:avLst/>
                </a:prstGeom>
                <a:noFill/>
                <a:ln w="3175" cap="flat" cmpd="sng" algn="ctr">
                  <a:solidFill>
                    <a:srgbClr val="000000"/>
                  </a:solidFill>
                  <a:prstDash val="solid"/>
                </a:ln>
                <a:effectLst/>
              </p:spPr>
            </p:cxnSp>
            <p:cxnSp>
              <p:nvCxnSpPr>
                <p:cNvPr id="428" name="Straight Connector 427">
                  <a:extLst>
                    <a:ext uri="{FF2B5EF4-FFF2-40B4-BE49-F238E27FC236}">
                      <a16:creationId xmlns:a16="http://schemas.microsoft.com/office/drawing/2014/main" id="{60409E77-E63A-824F-A704-D7AE94C9BA5F}"/>
                    </a:ext>
                  </a:extLst>
                </p:cNvPr>
                <p:cNvCxnSpPr/>
                <p:nvPr/>
              </p:nvCxnSpPr>
              <p:spPr>
                <a:xfrm>
                  <a:off x="2931800" y="4067428"/>
                  <a:ext cx="425550" cy="0"/>
                </a:xfrm>
                <a:prstGeom prst="line">
                  <a:avLst/>
                </a:prstGeom>
                <a:noFill/>
                <a:ln w="3175" cap="flat" cmpd="sng" algn="ctr">
                  <a:solidFill>
                    <a:srgbClr val="000000"/>
                  </a:solidFill>
                  <a:prstDash val="solid"/>
                </a:ln>
                <a:effectLst/>
              </p:spPr>
            </p:cxnSp>
            <p:cxnSp>
              <p:nvCxnSpPr>
                <p:cNvPr id="429" name="Straight Connector 428">
                  <a:extLst>
                    <a:ext uri="{FF2B5EF4-FFF2-40B4-BE49-F238E27FC236}">
                      <a16:creationId xmlns:a16="http://schemas.microsoft.com/office/drawing/2014/main" id="{76DF7BD3-201B-AE4F-909F-AB196C0CDB0D}"/>
                    </a:ext>
                  </a:extLst>
                </p:cNvPr>
                <p:cNvCxnSpPr>
                  <a:stCxn id="426" idx="2"/>
                </p:cNvCxnSpPr>
                <p:nvPr/>
              </p:nvCxnSpPr>
              <p:spPr>
                <a:xfrm flipH="1" flipV="1">
                  <a:off x="3147751" y="4003303"/>
                  <a:ext cx="1588" cy="238602"/>
                </a:xfrm>
                <a:prstGeom prst="line">
                  <a:avLst/>
                </a:prstGeom>
                <a:noFill/>
                <a:ln w="3175" cap="flat" cmpd="sng" algn="ctr">
                  <a:solidFill>
                    <a:srgbClr val="000000"/>
                  </a:solidFill>
                  <a:prstDash val="solid"/>
                </a:ln>
                <a:effectLst/>
              </p:spPr>
            </p:cxnSp>
          </p:grpSp>
        </p:grpSp>
      </p:grpSp>
      <p:grpSp>
        <p:nvGrpSpPr>
          <p:cNvPr id="442" name="Group 441">
            <a:extLst>
              <a:ext uri="{FF2B5EF4-FFF2-40B4-BE49-F238E27FC236}">
                <a16:creationId xmlns:a16="http://schemas.microsoft.com/office/drawing/2014/main" id="{DC317182-2E9B-354F-9E6B-904AD53D9670}"/>
              </a:ext>
            </a:extLst>
          </p:cNvPr>
          <p:cNvGrpSpPr>
            <a:grpSpLocks/>
          </p:cNvGrpSpPr>
          <p:nvPr/>
        </p:nvGrpSpPr>
        <p:grpSpPr bwMode="auto">
          <a:xfrm>
            <a:off x="2904814" y="3344517"/>
            <a:ext cx="3327797" cy="1183481"/>
            <a:chOff x="-4267279" y="3655204"/>
            <a:chExt cx="4437063" cy="1578510"/>
          </a:xfrm>
        </p:grpSpPr>
        <p:cxnSp>
          <p:nvCxnSpPr>
            <p:cNvPr id="443" name="Straight Arrow Connector 442">
              <a:extLst>
                <a:ext uri="{FF2B5EF4-FFF2-40B4-BE49-F238E27FC236}">
                  <a16:creationId xmlns:a16="http://schemas.microsoft.com/office/drawing/2014/main" id="{AEBEBCEA-9DEC-FC46-95E5-83FE63BD526A}"/>
                </a:ext>
              </a:extLst>
            </p:cNvPr>
            <p:cNvCxnSpPr/>
            <p:nvPr/>
          </p:nvCxnSpPr>
          <p:spPr bwMode="auto">
            <a:xfrm>
              <a:off x="-4267279" y="4047450"/>
              <a:ext cx="0" cy="422418"/>
            </a:xfrm>
            <a:prstGeom prst="straightConnector1">
              <a:avLst/>
            </a:prstGeom>
            <a:noFill/>
            <a:ln w="12700" cap="flat" cmpd="sng" algn="ctr">
              <a:solidFill>
                <a:srgbClr val="CC0000"/>
              </a:solidFill>
              <a:prstDash val="solid"/>
              <a:tailEnd type="triangle"/>
            </a:ln>
            <a:effectLst/>
          </p:spPr>
        </p:cxnSp>
        <p:cxnSp>
          <p:nvCxnSpPr>
            <p:cNvPr id="444" name="Straight Arrow Connector 443">
              <a:extLst>
                <a:ext uri="{FF2B5EF4-FFF2-40B4-BE49-F238E27FC236}">
                  <a16:creationId xmlns:a16="http://schemas.microsoft.com/office/drawing/2014/main" id="{8ADE9CEC-EEA0-A54D-AC1A-85CC293083F6}"/>
                </a:ext>
              </a:extLst>
            </p:cNvPr>
            <p:cNvCxnSpPr>
              <a:cxnSpLocks noChangeShapeType="1"/>
            </p:cNvCxnSpPr>
            <p:nvPr/>
          </p:nvCxnSpPr>
          <p:spPr bwMode="auto">
            <a:xfrm flipH="1">
              <a:off x="-2808366" y="4361882"/>
              <a:ext cx="0" cy="87183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5" name="Straight Arrow Connector 444">
              <a:extLst>
                <a:ext uri="{FF2B5EF4-FFF2-40B4-BE49-F238E27FC236}">
                  <a16:creationId xmlns:a16="http://schemas.microsoft.com/office/drawing/2014/main" id="{6391DEC8-23F8-A847-ACF3-AD06E6E59A69}"/>
                </a:ext>
              </a:extLst>
            </p:cNvPr>
            <p:cNvCxnSpPr>
              <a:cxnSpLocks noChangeShapeType="1"/>
            </p:cNvCxnSpPr>
            <p:nvPr/>
          </p:nvCxnSpPr>
          <p:spPr bwMode="auto">
            <a:xfrm>
              <a:off x="-2006679" y="3655204"/>
              <a:ext cx="6350" cy="157692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6" name="Straight Arrow Connector 445">
              <a:extLst>
                <a:ext uri="{FF2B5EF4-FFF2-40B4-BE49-F238E27FC236}">
                  <a16:creationId xmlns:a16="http://schemas.microsoft.com/office/drawing/2014/main" id="{C40B4987-DD61-E544-9ED1-243F1836BF7B}"/>
                </a:ext>
              </a:extLst>
            </p:cNvPr>
            <p:cNvCxnSpPr>
              <a:cxnSpLocks noChangeShapeType="1"/>
            </p:cNvCxnSpPr>
            <p:nvPr/>
          </p:nvCxnSpPr>
          <p:spPr bwMode="auto">
            <a:xfrm>
              <a:off x="-823991" y="4326945"/>
              <a:ext cx="6350" cy="90518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7" name="Straight Arrow Connector 446">
              <a:extLst>
                <a:ext uri="{FF2B5EF4-FFF2-40B4-BE49-F238E27FC236}">
                  <a16:creationId xmlns:a16="http://schemas.microsoft.com/office/drawing/2014/main" id="{B6FD6F72-9B1A-9E49-BC03-FF4EB3F432F8}"/>
                </a:ext>
              </a:extLst>
            </p:cNvPr>
            <p:cNvCxnSpPr>
              <a:cxnSpLocks noChangeShapeType="1"/>
            </p:cNvCxnSpPr>
            <p:nvPr/>
          </p:nvCxnSpPr>
          <p:spPr bwMode="auto">
            <a:xfrm flipH="1">
              <a:off x="166609" y="3798127"/>
              <a:ext cx="3175" cy="139906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cxnSp>
        <p:nvCxnSpPr>
          <p:cNvPr id="448" name="Straight Connector 447">
            <a:extLst>
              <a:ext uri="{FF2B5EF4-FFF2-40B4-BE49-F238E27FC236}">
                <a16:creationId xmlns:a16="http://schemas.microsoft.com/office/drawing/2014/main" id="{EBF459C0-AF75-AC4B-82FD-7B57E1803EDC}"/>
              </a:ext>
            </a:extLst>
          </p:cNvPr>
          <p:cNvCxnSpPr/>
          <p:nvPr/>
        </p:nvCxnSpPr>
        <p:spPr>
          <a:xfrm flipH="1">
            <a:off x="2154720" y="5534077"/>
            <a:ext cx="1131094" cy="1190"/>
          </a:xfrm>
          <a:prstGeom prst="line">
            <a:avLst/>
          </a:prstGeom>
          <a:noFill/>
          <a:ln w="9525" cap="flat" cmpd="sng" algn="ctr">
            <a:solidFill>
              <a:srgbClr val="000000"/>
            </a:solidFill>
            <a:prstDash val="solid"/>
          </a:ln>
          <a:effectLst/>
        </p:spPr>
      </p:cxnSp>
      <p:sp>
        <p:nvSpPr>
          <p:cNvPr id="449" name="TextBox 265">
            <a:extLst>
              <a:ext uri="{FF2B5EF4-FFF2-40B4-BE49-F238E27FC236}">
                <a16:creationId xmlns:a16="http://schemas.microsoft.com/office/drawing/2014/main" id="{8D6CC213-50D8-D143-AB2E-8A70AD0BD3DA}"/>
              </a:ext>
            </a:extLst>
          </p:cNvPr>
          <p:cNvSpPr txBox="1">
            <a:spLocks noChangeArrowheads="1"/>
          </p:cNvSpPr>
          <p:nvPr/>
        </p:nvSpPr>
        <p:spPr bwMode="auto">
          <a:xfrm>
            <a:off x="3591805" y="5287617"/>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900" kern="0" dirty="0">
                <a:solidFill>
                  <a:srgbClr val="000000"/>
                </a:solidFill>
              </a:rPr>
              <a:t>1</a:t>
            </a:r>
          </a:p>
        </p:txBody>
      </p:sp>
      <p:sp>
        <p:nvSpPr>
          <p:cNvPr id="450" name="TextBox 281">
            <a:extLst>
              <a:ext uri="{FF2B5EF4-FFF2-40B4-BE49-F238E27FC236}">
                <a16:creationId xmlns:a16="http://schemas.microsoft.com/office/drawing/2014/main" id="{FD871173-63C8-004A-B893-95B0B94D0C38}"/>
              </a:ext>
            </a:extLst>
          </p:cNvPr>
          <p:cNvSpPr txBox="1">
            <a:spLocks noChangeArrowheads="1"/>
          </p:cNvSpPr>
          <p:nvPr/>
        </p:nvSpPr>
        <p:spPr bwMode="auto">
          <a:xfrm>
            <a:off x="3722773" y="5503120"/>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900" kern="0" dirty="0">
                <a:solidFill>
                  <a:srgbClr val="000000"/>
                </a:solidFill>
              </a:rPr>
              <a:t>2</a:t>
            </a:r>
          </a:p>
        </p:txBody>
      </p:sp>
      <p:grpSp>
        <p:nvGrpSpPr>
          <p:cNvPr id="451" name="Group 5">
            <a:extLst>
              <a:ext uri="{FF2B5EF4-FFF2-40B4-BE49-F238E27FC236}">
                <a16:creationId xmlns:a16="http://schemas.microsoft.com/office/drawing/2014/main" id="{57C14B28-467E-9240-8CC3-03FBD986B649}"/>
              </a:ext>
            </a:extLst>
          </p:cNvPr>
          <p:cNvGrpSpPr>
            <a:grpSpLocks/>
          </p:cNvGrpSpPr>
          <p:nvPr/>
        </p:nvGrpSpPr>
        <p:grpSpPr bwMode="auto">
          <a:xfrm>
            <a:off x="1896355" y="5110213"/>
            <a:ext cx="1212056" cy="416196"/>
            <a:chOff x="-4079003" y="2717403"/>
            <a:chExt cx="1616718" cy="556196"/>
          </a:xfrm>
        </p:grpSpPr>
        <p:sp>
          <p:nvSpPr>
            <p:cNvPr id="453" name="Rectangle 98">
              <a:extLst>
                <a:ext uri="{FF2B5EF4-FFF2-40B4-BE49-F238E27FC236}">
                  <a16:creationId xmlns:a16="http://schemas.microsoft.com/office/drawing/2014/main" id="{693A8054-41EF-F147-A07F-2F6F499255AB}"/>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54" name="Line 99">
              <a:extLst>
                <a:ext uri="{FF2B5EF4-FFF2-40B4-BE49-F238E27FC236}">
                  <a16:creationId xmlns:a16="http://schemas.microsoft.com/office/drawing/2014/main" id="{F72989E1-2AE2-724E-BB5A-C3EDBBB6AF66}"/>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455" name="Rectangle 104">
              <a:extLst>
                <a:ext uri="{FF2B5EF4-FFF2-40B4-BE49-F238E27FC236}">
                  <a16:creationId xmlns:a16="http://schemas.microsoft.com/office/drawing/2014/main" id="{5AC95A09-8057-7147-9F57-6EFF2A5E5336}"/>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56" name="Text Box 105">
              <a:extLst>
                <a:ext uri="{FF2B5EF4-FFF2-40B4-BE49-F238E27FC236}">
                  <a16:creationId xmlns:a16="http://schemas.microsoft.com/office/drawing/2014/main" id="{47FDF11B-1F9E-D148-996F-69ECC9F11F21}"/>
                </a:ext>
              </a:extLst>
            </p:cNvPr>
            <p:cNvSpPr txBox="1">
              <a:spLocks noChangeArrowheads="1"/>
            </p:cNvSpPr>
            <p:nvPr/>
          </p:nvSpPr>
          <p:spPr bwMode="auto">
            <a:xfrm>
              <a:off x="-3430189" y="2965120"/>
              <a:ext cx="588429" cy="308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fontAlgn="base">
                <a:spcBef>
                  <a:spcPct val="0"/>
                </a:spcBef>
                <a:spcAft>
                  <a:spcPct val="0"/>
                </a:spcAft>
                <a:defRPr/>
              </a:pPr>
              <a:r>
                <a:rPr lang="en-US" altLang="en-US" sz="900" kern="0" dirty="0">
                  <a:solidFill>
                    <a:srgbClr val="000000"/>
                  </a:solidFill>
                </a:rPr>
                <a:t>0111</a:t>
              </a:r>
            </a:p>
          </p:txBody>
        </p:sp>
        <p:sp>
          <p:nvSpPr>
            <p:cNvPr id="457" name="Line 119">
              <a:extLst>
                <a:ext uri="{FF2B5EF4-FFF2-40B4-BE49-F238E27FC236}">
                  <a16:creationId xmlns:a16="http://schemas.microsoft.com/office/drawing/2014/main" id="{CD73CAA3-C367-7049-8128-3C09B270BBE7}"/>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458" name="Freeform 120">
            <a:extLst>
              <a:ext uri="{FF2B5EF4-FFF2-40B4-BE49-F238E27FC236}">
                <a16:creationId xmlns:a16="http://schemas.microsoft.com/office/drawing/2014/main" id="{9B17F469-9813-DD46-ADCC-A6A37DCBE4CD}"/>
              </a:ext>
            </a:extLst>
          </p:cNvPr>
          <p:cNvSpPr>
            <a:spLocks/>
          </p:cNvSpPr>
          <p:nvPr/>
        </p:nvSpPr>
        <p:spPr bwMode="auto">
          <a:xfrm>
            <a:off x="3063167" y="5434064"/>
            <a:ext cx="736997" cy="17502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grpSp>
        <p:nvGrpSpPr>
          <p:cNvPr id="459" name="Group 357">
            <a:extLst>
              <a:ext uri="{FF2B5EF4-FFF2-40B4-BE49-F238E27FC236}">
                <a16:creationId xmlns:a16="http://schemas.microsoft.com/office/drawing/2014/main" id="{F5E5FC5C-1765-2446-9583-0A67B919000D}"/>
              </a:ext>
            </a:extLst>
          </p:cNvPr>
          <p:cNvGrpSpPr>
            <a:grpSpLocks/>
          </p:cNvGrpSpPr>
          <p:nvPr/>
        </p:nvGrpSpPr>
        <p:grpSpPr bwMode="auto">
          <a:xfrm>
            <a:off x="3228664" y="5426921"/>
            <a:ext cx="423863" cy="220265"/>
            <a:chOff x="1871277" y="1576300"/>
            <a:chExt cx="1128371" cy="437861"/>
          </a:xfrm>
        </p:grpSpPr>
        <p:sp>
          <p:nvSpPr>
            <p:cNvPr id="460" name="Oval 459">
              <a:extLst>
                <a:ext uri="{FF2B5EF4-FFF2-40B4-BE49-F238E27FC236}">
                  <a16:creationId xmlns:a16="http://schemas.microsoft.com/office/drawing/2014/main" id="{BE27647C-3DCE-C848-8559-90456AA1A4C1}"/>
                </a:ext>
              </a:extLst>
            </p:cNvPr>
            <p:cNvSpPr>
              <a:spLocks noChangeArrowheads="1"/>
            </p:cNvSpPr>
            <p:nvPr/>
          </p:nvSpPr>
          <p:spPr bwMode="auto">
            <a:xfrm flipV="1">
              <a:off x="1874448" y="1694641"/>
              <a:ext cx="1125200"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461" name="Rectangle 460">
              <a:extLst>
                <a:ext uri="{FF2B5EF4-FFF2-40B4-BE49-F238E27FC236}">
                  <a16:creationId xmlns:a16="http://schemas.microsoft.com/office/drawing/2014/main" id="{59B28033-FF2E-0D49-AE8B-150A3DAC870E}"/>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462" name="Oval 461">
              <a:extLst>
                <a:ext uri="{FF2B5EF4-FFF2-40B4-BE49-F238E27FC236}">
                  <a16:creationId xmlns:a16="http://schemas.microsoft.com/office/drawing/2014/main" id="{90E87BE2-8DD5-F949-9609-CEE42558EC64}"/>
                </a:ext>
              </a:extLst>
            </p:cNvPr>
            <p:cNvSpPr>
              <a:spLocks noChangeArrowheads="1"/>
            </p:cNvSpPr>
            <p:nvPr/>
          </p:nvSpPr>
          <p:spPr bwMode="auto">
            <a:xfrm flipV="1">
              <a:off x="1871277" y="1576300"/>
              <a:ext cx="1125202"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463" name="Freeform 462">
              <a:extLst>
                <a:ext uri="{FF2B5EF4-FFF2-40B4-BE49-F238E27FC236}">
                  <a16:creationId xmlns:a16="http://schemas.microsoft.com/office/drawing/2014/main" id="{E67E4AB2-89E6-9547-93D2-34CED5D46ECE}"/>
                </a:ext>
              </a:extLst>
            </p:cNvPr>
            <p:cNvSpPr/>
            <p:nvPr/>
          </p:nvSpPr>
          <p:spPr bwMode="auto">
            <a:xfrm>
              <a:off x="2159710" y="1673339"/>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464" name="Freeform 463">
              <a:extLst>
                <a:ext uri="{FF2B5EF4-FFF2-40B4-BE49-F238E27FC236}">
                  <a16:creationId xmlns:a16="http://schemas.microsoft.com/office/drawing/2014/main" id="{E0013E89-2E09-C94F-888A-0764BFC4C3DF}"/>
                </a:ext>
              </a:extLst>
            </p:cNvPr>
            <p:cNvSpPr>
              <a:spLocks/>
            </p:cNvSpPr>
            <p:nvPr/>
          </p:nvSpPr>
          <p:spPr bwMode="auto">
            <a:xfrm>
              <a:off x="2102657" y="1633104"/>
              <a:ext cx="662442" cy="111240"/>
            </a:xfrm>
            <a:custGeom>
              <a:avLst/>
              <a:gdLst>
                <a:gd name="T0" fmla="*/ 0 w 3723451"/>
                <a:gd name="T1" fmla="*/ 27215 h 932950"/>
                <a:gd name="T2" fmla="*/ 116561 w 3723451"/>
                <a:gd name="T3" fmla="*/ 321 h 932950"/>
                <a:gd name="T4" fmla="*/ 330163 w 3723451"/>
                <a:gd name="T5" fmla="*/ 62069 h 932950"/>
                <a:gd name="T6" fmla="*/ 533941 w 3723451"/>
                <a:gd name="T7" fmla="*/ 0 h 932950"/>
                <a:gd name="T8" fmla="*/ 662442 w 3723451"/>
                <a:gd name="T9" fmla="*/ 24699 h 932950"/>
                <a:gd name="T10" fmla="*/ 566838 w 3723451"/>
                <a:gd name="T11" fmla="*/ 55071 h 932950"/>
                <a:gd name="T12" fmla="*/ 536057 w 3723451"/>
                <a:gd name="T13" fmla="*/ 46883 h 932950"/>
                <a:gd name="T14" fmla="*/ 333916 w 3723451"/>
                <a:gd name="T15" fmla="*/ 111240 h 932950"/>
                <a:gd name="T16" fmla="*/ 126604 w 3723451"/>
                <a:gd name="T17" fmla="*/ 49250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465" name="Freeform 464">
              <a:extLst>
                <a:ext uri="{FF2B5EF4-FFF2-40B4-BE49-F238E27FC236}">
                  <a16:creationId xmlns:a16="http://schemas.microsoft.com/office/drawing/2014/main" id="{D4D31051-3F76-8D4A-A94B-F0DCA0AFF250}"/>
                </a:ext>
              </a:extLst>
            </p:cNvPr>
            <p:cNvSpPr>
              <a:spLocks/>
            </p:cNvSpPr>
            <p:nvPr/>
          </p:nvSpPr>
          <p:spPr bwMode="auto">
            <a:xfrm>
              <a:off x="2536889" y="1727776"/>
              <a:ext cx="244059" cy="97039"/>
            </a:xfrm>
            <a:custGeom>
              <a:avLst/>
              <a:gdLst>
                <a:gd name="T0" fmla="*/ 0 w 1366596"/>
                <a:gd name="T1" fmla="*/ 0 h 809868"/>
                <a:gd name="T2" fmla="*/ 244059 w 1366596"/>
                <a:gd name="T3" fmla="*/ 74985 h 809868"/>
                <a:gd name="T4" fmla="*/ 154488 w 1366596"/>
                <a:gd name="T5" fmla="*/ 97039 h 809868"/>
                <a:gd name="T6" fmla="*/ 822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466" name="Freeform 465">
              <a:extLst>
                <a:ext uri="{FF2B5EF4-FFF2-40B4-BE49-F238E27FC236}">
                  <a16:creationId xmlns:a16="http://schemas.microsoft.com/office/drawing/2014/main" id="{DFC93EA6-DE5D-3E40-831C-1084B477EA4E}"/>
                </a:ext>
              </a:extLst>
            </p:cNvPr>
            <p:cNvSpPr>
              <a:spLocks/>
            </p:cNvSpPr>
            <p:nvPr/>
          </p:nvSpPr>
          <p:spPr bwMode="auto">
            <a:xfrm>
              <a:off x="2089979" y="1730143"/>
              <a:ext cx="240888" cy="97040"/>
            </a:xfrm>
            <a:custGeom>
              <a:avLst/>
              <a:gdLst>
                <a:gd name="T0" fmla="*/ 237599 w 1348191"/>
                <a:gd name="T1" fmla="*/ 0 h 791462"/>
                <a:gd name="T2" fmla="*/ 240888 w 1348191"/>
                <a:gd name="T3" fmla="*/ 46827 h 791462"/>
                <a:gd name="T4" fmla="*/ 87147 w 1348191"/>
                <a:gd name="T5" fmla="*/ 97040 h 791462"/>
                <a:gd name="T6" fmla="*/ 0 w 1348191"/>
                <a:gd name="T7" fmla="*/ 75037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467" name="Straight Connector 466">
              <a:extLst>
                <a:ext uri="{FF2B5EF4-FFF2-40B4-BE49-F238E27FC236}">
                  <a16:creationId xmlns:a16="http://schemas.microsoft.com/office/drawing/2014/main" id="{4C149BB2-DFC7-984A-98E9-3C4AA2DDC501}"/>
                </a:ext>
              </a:extLst>
            </p:cNvPr>
            <p:cNvCxnSpPr>
              <a:cxnSpLocks noChangeShapeType="1"/>
              <a:endCxn id="462"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68" name="Straight Connector 467">
              <a:extLst>
                <a:ext uri="{FF2B5EF4-FFF2-40B4-BE49-F238E27FC236}">
                  <a16:creationId xmlns:a16="http://schemas.microsoft.com/office/drawing/2014/main" id="{7AD8C9C3-3ED3-FC4C-9678-8E0AF3B54004}"/>
                </a:ext>
              </a:extLst>
            </p:cNvPr>
            <p:cNvCxnSpPr>
              <a:cxnSpLocks noChangeShapeType="1"/>
            </p:cNvCxnSpPr>
            <p:nvPr/>
          </p:nvCxnSpPr>
          <p:spPr bwMode="auto">
            <a:xfrm flipH="1" flipV="1">
              <a:off x="2996479" y="1734876"/>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9" name="TextBox 6">
            <a:extLst>
              <a:ext uri="{FF2B5EF4-FFF2-40B4-BE49-F238E27FC236}">
                <a16:creationId xmlns:a16="http://schemas.microsoft.com/office/drawing/2014/main" id="{EED866B1-9598-C54F-A0E0-D641030E1752}"/>
              </a:ext>
            </a:extLst>
          </p:cNvPr>
          <p:cNvSpPr txBox="1">
            <a:spLocks noChangeArrowheads="1"/>
          </p:cNvSpPr>
          <p:nvPr/>
        </p:nvSpPr>
        <p:spPr bwMode="auto">
          <a:xfrm>
            <a:off x="1340333" y="4860183"/>
            <a:ext cx="149423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kern="0" dirty="0">
                <a:solidFill>
                  <a:srgbClr val="000000"/>
                </a:solidFill>
              </a:rPr>
              <a:t>values in arriving </a:t>
            </a:r>
          </a:p>
          <a:p>
            <a:pPr defTabSz="685800" eaLnBrk="0" fontAlgn="base" hangingPunct="0">
              <a:spcBef>
                <a:spcPct val="0"/>
              </a:spcBef>
              <a:spcAft>
                <a:spcPct val="0"/>
              </a:spcAft>
              <a:defRPr/>
            </a:pPr>
            <a:r>
              <a:rPr lang="en-US" altLang="en-US" sz="1050" kern="0" dirty="0">
                <a:solidFill>
                  <a:srgbClr val="000000"/>
                </a:solidFill>
              </a:rPr>
              <a:t>packet header</a:t>
            </a:r>
            <a:endParaRPr lang="en-US" altLang="en-US" sz="1350" kern="0" dirty="0">
              <a:solidFill>
                <a:srgbClr val="000000"/>
              </a:solidFill>
            </a:endParaRPr>
          </a:p>
        </p:txBody>
      </p:sp>
      <p:sp>
        <p:nvSpPr>
          <p:cNvPr id="470" name="TextBox 282">
            <a:extLst>
              <a:ext uri="{FF2B5EF4-FFF2-40B4-BE49-F238E27FC236}">
                <a16:creationId xmlns:a16="http://schemas.microsoft.com/office/drawing/2014/main" id="{CE2B3699-263C-CA42-8354-6E8A61868F04}"/>
              </a:ext>
            </a:extLst>
          </p:cNvPr>
          <p:cNvSpPr txBox="1">
            <a:spLocks noChangeArrowheads="1"/>
          </p:cNvSpPr>
          <p:nvPr/>
        </p:nvSpPr>
        <p:spPr bwMode="auto">
          <a:xfrm>
            <a:off x="3494173" y="5579320"/>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900" kern="0" dirty="0">
                <a:solidFill>
                  <a:srgbClr val="000000"/>
                </a:solidFill>
              </a:rPr>
              <a:t>3</a:t>
            </a:r>
          </a:p>
        </p:txBody>
      </p:sp>
    </p:spTree>
    <p:extLst>
      <p:ext uri="{BB962C8B-B14F-4D97-AF65-F5344CB8AC3E}">
        <p14:creationId xmlns:p14="http://schemas.microsoft.com/office/powerpoint/2010/main" val="90495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wipe(down)">
                                      <p:cBhvr>
                                        <p:cTn id="7" dur="1000"/>
                                        <p:tgtEl>
                                          <p:spTgt spid="2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9"/>
                                        </p:tgtEl>
                                        <p:attrNameLst>
                                          <p:attrName>style.visibility</p:attrName>
                                        </p:attrNameLst>
                                      </p:cBhvr>
                                      <p:to>
                                        <p:strVal val="visible"/>
                                      </p:to>
                                    </p:set>
                                    <p:animEffect transition="in" filter="dissolve">
                                      <p:cBhvr>
                                        <p:cTn id="12" dur="500"/>
                                        <p:tgtEl>
                                          <p:spTgt spid="4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0"/>
                                        </p:tgtEl>
                                        <p:attrNameLst>
                                          <p:attrName>style.visibility</p:attrName>
                                        </p:attrNameLst>
                                      </p:cBhvr>
                                      <p:to>
                                        <p:strVal val="visible"/>
                                      </p:to>
                                    </p:set>
                                    <p:animEffect transition="in" filter="dissolve">
                                      <p:cBhvr>
                                        <p:cTn id="17" dur="500"/>
                                        <p:tgtEl>
                                          <p:spTgt spid="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2"/>
                                        </p:tgtEl>
                                        <p:attrNameLst>
                                          <p:attrName>style.visibility</p:attrName>
                                        </p:attrNameLst>
                                      </p:cBhvr>
                                      <p:to>
                                        <p:strVal val="visible"/>
                                      </p:to>
                                    </p:set>
                                    <p:animEffect transition="in" filter="wipe(up)">
                                      <p:cBhvr>
                                        <p:cTn id="22" dur="500"/>
                                        <p:tgtEl>
                                          <p:spTgt spid="4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animEffect transition="in" filter="dissolve">
                                      <p:cBhvr>
                                        <p:cTn id="2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46D7-DEDF-364B-99E9-3FB1F889B8A9}"/>
              </a:ext>
            </a:extLst>
          </p:cNvPr>
          <p:cNvSpPr>
            <a:spLocks noGrp="1"/>
          </p:cNvSpPr>
          <p:nvPr>
            <p:ph type="title"/>
          </p:nvPr>
        </p:nvSpPr>
        <p:spPr/>
        <p:txBody>
          <a:bodyPr>
            <a:normAutofit/>
          </a:bodyPr>
          <a:lstStyle/>
          <a:p>
            <a:r>
              <a:rPr lang="en-US" sz="3600" dirty="0"/>
              <a:t>Network layer: overview</a:t>
            </a:r>
          </a:p>
        </p:txBody>
      </p:sp>
      <p:sp>
        <p:nvSpPr>
          <p:cNvPr id="354" name="Slide Number Placeholder 4">
            <a:extLst>
              <a:ext uri="{FF2B5EF4-FFF2-40B4-BE49-F238E27FC236}">
                <a16:creationId xmlns:a16="http://schemas.microsoft.com/office/drawing/2014/main" id="{EB6E2EBA-F897-A249-9C0A-5C6AC0D91124}"/>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8</a:t>
            </a:fld>
            <a:endParaRPr lang="en-US" dirty="0">
              <a:solidFill>
                <a:prstClr val="white">
                  <a:lumMod val="50000"/>
                </a:prstClr>
              </a:solidFill>
              <a:latin typeface="Calibri" panose="020F0502020204030204"/>
            </a:endParaRPr>
          </a:p>
        </p:txBody>
      </p:sp>
      <p:grpSp>
        <p:nvGrpSpPr>
          <p:cNvPr id="817" name="Group 816">
            <a:extLst>
              <a:ext uri="{FF2B5EF4-FFF2-40B4-BE49-F238E27FC236}">
                <a16:creationId xmlns:a16="http://schemas.microsoft.com/office/drawing/2014/main" id="{0035B262-335A-2042-8F0A-4D25C5CCAA4C}"/>
              </a:ext>
            </a:extLst>
          </p:cNvPr>
          <p:cNvGrpSpPr>
            <a:grpSpLocks/>
          </p:cNvGrpSpPr>
          <p:nvPr/>
        </p:nvGrpSpPr>
        <p:grpSpPr bwMode="auto">
          <a:xfrm>
            <a:off x="2402572" y="2574706"/>
            <a:ext cx="4520804" cy="1079897"/>
            <a:chOff x="1492879" y="2061336"/>
            <a:chExt cx="6027737" cy="1440135"/>
          </a:xfrm>
        </p:grpSpPr>
        <p:sp>
          <p:nvSpPr>
            <p:cNvPr id="818" name="Rectangle 817">
              <a:extLst>
                <a:ext uri="{FF2B5EF4-FFF2-40B4-BE49-F238E27FC236}">
                  <a16:creationId xmlns:a16="http://schemas.microsoft.com/office/drawing/2014/main" id="{2911F90D-6E6D-8D44-A029-2BB47782B47E}"/>
                </a:ext>
              </a:extLst>
            </p:cNvPr>
            <p:cNvSpPr/>
            <p:nvPr/>
          </p:nvSpPr>
          <p:spPr bwMode="auto">
            <a:xfrm>
              <a:off x="1929442" y="2064512"/>
              <a:ext cx="5043486" cy="1017780"/>
            </a:xfrm>
            <a:prstGeom prst="rect">
              <a:avLst/>
            </a:prstGeom>
            <a:solidFill>
              <a:srgbClr val="2D2DB9">
                <a:lumMod val="20000"/>
                <a:lumOff val="80000"/>
              </a:srgbClr>
            </a:solidFill>
            <a:ln w="317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819" name="Freeform 818">
              <a:extLst>
                <a:ext uri="{FF2B5EF4-FFF2-40B4-BE49-F238E27FC236}">
                  <a16:creationId xmlns:a16="http://schemas.microsoft.com/office/drawing/2014/main" id="{24B8DF14-13D1-7B4D-AA8E-6D4B866768A6}"/>
                </a:ext>
              </a:extLst>
            </p:cNvPr>
            <p:cNvSpPr/>
            <p:nvPr/>
          </p:nvSpPr>
          <p:spPr bwMode="auto">
            <a:xfrm>
              <a:off x="1740529" y="2067687"/>
              <a:ext cx="198438" cy="1386150"/>
            </a:xfrm>
            <a:custGeom>
              <a:avLst/>
              <a:gdLst>
                <a:gd name="connsiteX0" fmla="*/ 0 w 312616"/>
                <a:gd name="connsiteY0" fmla="*/ 644770 h 1367693"/>
                <a:gd name="connsiteX1" fmla="*/ 312616 w 312616"/>
                <a:gd name="connsiteY1" fmla="*/ 0 h 1367693"/>
                <a:gd name="connsiteX2" fmla="*/ 312616 w 312616"/>
                <a:gd name="connsiteY2" fmla="*/ 1016000 h 1367693"/>
                <a:gd name="connsiteX3" fmla="*/ 117231 w 312616"/>
                <a:gd name="connsiteY3" fmla="*/ 1367693 h 1367693"/>
                <a:gd name="connsiteX4" fmla="*/ 0 w 312616"/>
                <a:gd name="connsiteY4" fmla="*/ 644770 h 1367693"/>
                <a:gd name="connsiteX0" fmla="*/ 0 w 199855"/>
                <a:gd name="connsiteY0" fmla="*/ 733787 h 1367693"/>
                <a:gd name="connsiteX1" fmla="*/ 199855 w 199855"/>
                <a:gd name="connsiteY1" fmla="*/ 0 h 1367693"/>
                <a:gd name="connsiteX2" fmla="*/ 199855 w 199855"/>
                <a:gd name="connsiteY2" fmla="*/ 1016000 h 1367693"/>
                <a:gd name="connsiteX3" fmla="*/ 4470 w 199855"/>
                <a:gd name="connsiteY3" fmla="*/ 1367693 h 1367693"/>
                <a:gd name="connsiteX4" fmla="*/ 0 w 199855"/>
                <a:gd name="connsiteY4" fmla="*/ 733787 h 1367693"/>
                <a:gd name="connsiteX0" fmla="*/ 25203 w 225058"/>
                <a:gd name="connsiteY0" fmla="*/ 733787 h 1361758"/>
                <a:gd name="connsiteX1" fmla="*/ 225058 w 225058"/>
                <a:gd name="connsiteY1" fmla="*/ 0 h 1361758"/>
                <a:gd name="connsiteX2" fmla="*/ 225058 w 225058"/>
                <a:gd name="connsiteY2" fmla="*/ 1016000 h 1361758"/>
                <a:gd name="connsiteX3" fmla="*/ 0 w 225058"/>
                <a:gd name="connsiteY3" fmla="*/ 1361758 h 1361758"/>
                <a:gd name="connsiteX4" fmla="*/ 25203 w 225058"/>
                <a:gd name="connsiteY4" fmla="*/ 733787 h 1361758"/>
                <a:gd name="connsiteX0" fmla="*/ 25203 w 230992"/>
                <a:gd name="connsiteY0" fmla="*/ 787197 h 1415168"/>
                <a:gd name="connsiteX1" fmla="*/ 230992 w 230992"/>
                <a:gd name="connsiteY1" fmla="*/ 0 h 1415168"/>
                <a:gd name="connsiteX2" fmla="*/ 225058 w 230992"/>
                <a:gd name="connsiteY2" fmla="*/ 1069410 h 1415168"/>
                <a:gd name="connsiteX3" fmla="*/ 0 w 230992"/>
                <a:gd name="connsiteY3" fmla="*/ 1415168 h 1415168"/>
                <a:gd name="connsiteX4" fmla="*/ 25203 w 230992"/>
                <a:gd name="connsiteY4" fmla="*/ 787197 h 1415168"/>
                <a:gd name="connsiteX0" fmla="*/ 0 w 205789"/>
                <a:gd name="connsiteY0" fmla="*/ 787197 h 1427037"/>
                <a:gd name="connsiteX1" fmla="*/ 205789 w 205789"/>
                <a:gd name="connsiteY1" fmla="*/ 0 h 1427037"/>
                <a:gd name="connsiteX2" fmla="*/ 199855 w 205789"/>
                <a:gd name="connsiteY2" fmla="*/ 1069410 h 1427037"/>
                <a:gd name="connsiteX3" fmla="*/ 4471 w 205789"/>
                <a:gd name="connsiteY3" fmla="*/ 1427037 h 1427037"/>
                <a:gd name="connsiteX4" fmla="*/ 0 w 205789"/>
                <a:gd name="connsiteY4" fmla="*/ 787197 h 1427037"/>
                <a:gd name="connsiteX0" fmla="*/ 0 w 199855"/>
                <a:gd name="connsiteY0" fmla="*/ 745656 h 1385496"/>
                <a:gd name="connsiteX1" fmla="*/ 193920 w 199855"/>
                <a:gd name="connsiteY1" fmla="*/ 0 h 1385496"/>
                <a:gd name="connsiteX2" fmla="*/ 199855 w 199855"/>
                <a:gd name="connsiteY2" fmla="*/ 1027869 h 1385496"/>
                <a:gd name="connsiteX3" fmla="*/ 4471 w 199855"/>
                <a:gd name="connsiteY3" fmla="*/ 1385496 h 1385496"/>
                <a:gd name="connsiteX4" fmla="*/ 0 w 199855"/>
                <a:gd name="connsiteY4" fmla="*/ 745656 h 1385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855" h="1385496">
                  <a:moveTo>
                    <a:pt x="0" y="745656"/>
                  </a:moveTo>
                  <a:lnTo>
                    <a:pt x="193920" y="0"/>
                  </a:lnTo>
                  <a:cubicBezTo>
                    <a:pt x="195898" y="342623"/>
                    <a:pt x="197877" y="685246"/>
                    <a:pt x="199855" y="1027869"/>
                  </a:cubicBezTo>
                  <a:lnTo>
                    <a:pt x="4471" y="1385496"/>
                  </a:lnTo>
                  <a:cubicBezTo>
                    <a:pt x="2981" y="1172216"/>
                    <a:pt x="1490" y="958936"/>
                    <a:pt x="0" y="745656"/>
                  </a:cubicBezTo>
                  <a:close/>
                </a:path>
              </a:pathLst>
            </a:custGeom>
            <a:gradFill rotWithShape="1">
              <a:gsLst>
                <a:gs pos="0">
                  <a:srgbClr val="FFFFFF">
                    <a:lumMod val="95000"/>
                  </a:srgbClr>
                </a:gs>
                <a:gs pos="100000">
                  <a:srgbClr val="2D2DB9">
                    <a:lumMod val="20000"/>
                    <a:lumOff val="80000"/>
                  </a:srgbClr>
                </a:gs>
              </a:gsLst>
              <a:lin ang="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820" name="Freeform 819">
              <a:extLst>
                <a:ext uri="{FF2B5EF4-FFF2-40B4-BE49-F238E27FC236}">
                  <a16:creationId xmlns:a16="http://schemas.microsoft.com/office/drawing/2014/main" id="{B3477997-2171-D144-8F62-1363F13885FD}"/>
                </a:ext>
              </a:extLst>
            </p:cNvPr>
            <p:cNvSpPr/>
            <p:nvPr/>
          </p:nvSpPr>
          <p:spPr bwMode="auto">
            <a:xfrm flipH="1">
              <a:off x="6969753" y="2061336"/>
              <a:ext cx="219075" cy="1370272"/>
            </a:xfrm>
            <a:custGeom>
              <a:avLst/>
              <a:gdLst>
                <a:gd name="connsiteX0" fmla="*/ 0 w 312616"/>
                <a:gd name="connsiteY0" fmla="*/ 644770 h 1367693"/>
                <a:gd name="connsiteX1" fmla="*/ 312616 w 312616"/>
                <a:gd name="connsiteY1" fmla="*/ 0 h 1367693"/>
                <a:gd name="connsiteX2" fmla="*/ 312616 w 312616"/>
                <a:gd name="connsiteY2" fmla="*/ 1016000 h 1367693"/>
                <a:gd name="connsiteX3" fmla="*/ 117231 w 312616"/>
                <a:gd name="connsiteY3" fmla="*/ 1367693 h 1367693"/>
                <a:gd name="connsiteX4" fmla="*/ 0 w 312616"/>
                <a:gd name="connsiteY4" fmla="*/ 644770 h 1367693"/>
                <a:gd name="connsiteX0" fmla="*/ 0 w 199855"/>
                <a:gd name="connsiteY0" fmla="*/ 733787 h 1367693"/>
                <a:gd name="connsiteX1" fmla="*/ 199855 w 199855"/>
                <a:gd name="connsiteY1" fmla="*/ 0 h 1367693"/>
                <a:gd name="connsiteX2" fmla="*/ 199855 w 199855"/>
                <a:gd name="connsiteY2" fmla="*/ 1016000 h 1367693"/>
                <a:gd name="connsiteX3" fmla="*/ 4470 w 199855"/>
                <a:gd name="connsiteY3" fmla="*/ 1367693 h 1367693"/>
                <a:gd name="connsiteX4" fmla="*/ 0 w 199855"/>
                <a:gd name="connsiteY4" fmla="*/ 733787 h 1367693"/>
                <a:gd name="connsiteX0" fmla="*/ 25203 w 225058"/>
                <a:gd name="connsiteY0" fmla="*/ 733787 h 1361758"/>
                <a:gd name="connsiteX1" fmla="*/ 225058 w 225058"/>
                <a:gd name="connsiteY1" fmla="*/ 0 h 1361758"/>
                <a:gd name="connsiteX2" fmla="*/ 225058 w 225058"/>
                <a:gd name="connsiteY2" fmla="*/ 1016000 h 1361758"/>
                <a:gd name="connsiteX3" fmla="*/ 0 w 225058"/>
                <a:gd name="connsiteY3" fmla="*/ 1361758 h 1361758"/>
                <a:gd name="connsiteX4" fmla="*/ 25203 w 225058"/>
                <a:gd name="connsiteY4" fmla="*/ 733787 h 1361758"/>
                <a:gd name="connsiteX0" fmla="*/ 25203 w 230992"/>
                <a:gd name="connsiteY0" fmla="*/ 787197 h 1415168"/>
                <a:gd name="connsiteX1" fmla="*/ 230992 w 230992"/>
                <a:gd name="connsiteY1" fmla="*/ 0 h 1415168"/>
                <a:gd name="connsiteX2" fmla="*/ 225058 w 230992"/>
                <a:gd name="connsiteY2" fmla="*/ 1069410 h 1415168"/>
                <a:gd name="connsiteX3" fmla="*/ 0 w 230992"/>
                <a:gd name="connsiteY3" fmla="*/ 1415168 h 1415168"/>
                <a:gd name="connsiteX4" fmla="*/ 25203 w 230992"/>
                <a:gd name="connsiteY4" fmla="*/ 787197 h 1415168"/>
                <a:gd name="connsiteX0" fmla="*/ 0 w 205789"/>
                <a:gd name="connsiteY0" fmla="*/ 787197 h 1427037"/>
                <a:gd name="connsiteX1" fmla="*/ 205789 w 205789"/>
                <a:gd name="connsiteY1" fmla="*/ 0 h 1427037"/>
                <a:gd name="connsiteX2" fmla="*/ 199855 w 205789"/>
                <a:gd name="connsiteY2" fmla="*/ 1069410 h 1427037"/>
                <a:gd name="connsiteX3" fmla="*/ 4471 w 205789"/>
                <a:gd name="connsiteY3" fmla="*/ 1427037 h 1427037"/>
                <a:gd name="connsiteX4" fmla="*/ 0 w 205789"/>
                <a:gd name="connsiteY4" fmla="*/ 787197 h 1427037"/>
                <a:gd name="connsiteX0" fmla="*/ 0 w 199855"/>
                <a:gd name="connsiteY0" fmla="*/ 745656 h 1385496"/>
                <a:gd name="connsiteX1" fmla="*/ 193920 w 199855"/>
                <a:gd name="connsiteY1" fmla="*/ 0 h 1385496"/>
                <a:gd name="connsiteX2" fmla="*/ 199855 w 199855"/>
                <a:gd name="connsiteY2" fmla="*/ 1027869 h 1385496"/>
                <a:gd name="connsiteX3" fmla="*/ 4471 w 199855"/>
                <a:gd name="connsiteY3" fmla="*/ 1385496 h 1385496"/>
                <a:gd name="connsiteX4" fmla="*/ 0 w 199855"/>
                <a:gd name="connsiteY4" fmla="*/ 745656 h 1385496"/>
                <a:gd name="connsiteX0" fmla="*/ 0 w 219519"/>
                <a:gd name="connsiteY0" fmla="*/ 730359 h 1370199"/>
                <a:gd name="connsiteX1" fmla="*/ 219401 w 219519"/>
                <a:gd name="connsiteY1" fmla="*/ 0 h 1370199"/>
                <a:gd name="connsiteX2" fmla="*/ 199855 w 219519"/>
                <a:gd name="connsiteY2" fmla="*/ 1012572 h 1370199"/>
                <a:gd name="connsiteX3" fmla="*/ 4471 w 219519"/>
                <a:gd name="connsiteY3" fmla="*/ 1370199 h 1370199"/>
                <a:gd name="connsiteX4" fmla="*/ 0 w 219519"/>
                <a:gd name="connsiteY4" fmla="*/ 730359 h 1370199"/>
                <a:gd name="connsiteX0" fmla="*/ 0 w 219602"/>
                <a:gd name="connsiteY0" fmla="*/ 730359 h 1370199"/>
                <a:gd name="connsiteX1" fmla="*/ 219401 w 219602"/>
                <a:gd name="connsiteY1" fmla="*/ 0 h 1370199"/>
                <a:gd name="connsiteX2" fmla="*/ 210047 w 219602"/>
                <a:gd name="connsiteY2" fmla="*/ 1007473 h 1370199"/>
                <a:gd name="connsiteX3" fmla="*/ 4471 w 219602"/>
                <a:gd name="connsiteY3" fmla="*/ 1370199 h 1370199"/>
                <a:gd name="connsiteX4" fmla="*/ 0 w 219602"/>
                <a:gd name="connsiteY4" fmla="*/ 730359 h 1370199"/>
                <a:gd name="connsiteX0" fmla="*/ 0 w 220239"/>
                <a:gd name="connsiteY0" fmla="*/ 730359 h 1370199"/>
                <a:gd name="connsiteX1" fmla="*/ 219401 w 220239"/>
                <a:gd name="connsiteY1" fmla="*/ 0 h 1370199"/>
                <a:gd name="connsiteX2" fmla="*/ 220239 w 220239"/>
                <a:gd name="connsiteY2" fmla="*/ 1007473 h 1370199"/>
                <a:gd name="connsiteX3" fmla="*/ 4471 w 220239"/>
                <a:gd name="connsiteY3" fmla="*/ 1370199 h 1370199"/>
                <a:gd name="connsiteX4" fmla="*/ 0 w 220239"/>
                <a:gd name="connsiteY4" fmla="*/ 730359 h 1370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39" h="1370199">
                  <a:moveTo>
                    <a:pt x="0" y="730359"/>
                  </a:moveTo>
                  <a:cubicBezTo>
                    <a:pt x="64640" y="481807"/>
                    <a:pt x="154761" y="248552"/>
                    <a:pt x="219401" y="0"/>
                  </a:cubicBezTo>
                  <a:cubicBezTo>
                    <a:pt x="221379" y="342623"/>
                    <a:pt x="218261" y="664850"/>
                    <a:pt x="220239" y="1007473"/>
                  </a:cubicBezTo>
                  <a:lnTo>
                    <a:pt x="4471" y="1370199"/>
                  </a:lnTo>
                  <a:cubicBezTo>
                    <a:pt x="2981" y="1156919"/>
                    <a:pt x="1490" y="943639"/>
                    <a:pt x="0" y="730359"/>
                  </a:cubicBezTo>
                  <a:close/>
                </a:path>
              </a:pathLst>
            </a:custGeom>
            <a:gradFill rotWithShape="1">
              <a:gsLst>
                <a:gs pos="0">
                  <a:srgbClr val="2D2DB9">
                    <a:lumMod val="20000"/>
                    <a:lumOff val="80000"/>
                  </a:srgbClr>
                </a:gs>
                <a:gs pos="100000">
                  <a:srgbClr val="FFFFFF"/>
                </a:gs>
              </a:gsLst>
              <a:lin ang="108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grpSp>
          <p:nvGrpSpPr>
            <p:cNvPr id="821" name="Group 950">
              <a:extLst>
                <a:ext uri="{FF2B5EF4-FFF2-40B4-BE49-F238E27FC236}">
                  <a16:creationId xmlns:a16="http://schemas.microsoft.com/office/drawing/2014/main" id="{DB6AE1A4-24E9-664C-A51D-C17F6021B3EC}"/>
                </a:ext>
              </a:extLst>
            </p:cNvPr>
            <p:cNvGrpSpPr>
              <a:grpSpLocks/>
            </p:cNvGrpSpPr>
            <p:nvPr/>
          </p:nvGrpSpPr>
          <p:grpSpPr bwMode="auto">
            <a:xfrm>
              <a:off x="1492879" y="2820676"/>
              <a:ext cx="338137" cy="653816"/>
              <a:chOff x="4140" y="429"/>
              <a:chExt cx="1425" cy="2396"/>
            </a:xfrm>
          </p:grpSpPr>
          <p:sp>
            <p:nvSpPr>
              <p:cNvPr id="855" name="Freeform 951">
                <a:extLst>
                  <a:ext uri="{FF2B5EF4-FFF2-40B4-BE49-F238E27FC236}">
                    <a16:creationId xmlns:a16="http://schemas.microsoft.com/office/drawing/2014/main" id="{BFB37BD8-4427-2A47-AE85-B992137B4E8C}"/>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56" name="Rectangle 952">
                <a:extLst>
                  <a:ext uri="{FF2B5EF4-FFF2-40B4-BE49-F238E27FC236}">
                    <a16:creationId xmlns:a16="http://schemas.microsoft.com/office/drawing/2014/main" id="{D33ED3AE-893B-0641-B3D0-6332B98270D9}"/>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57" name="Freeform 953">
                <a:extLst>
                  <a:ext uri="{FF2B5EF4-FFF2-40B4-BE49-F238E27FC236}">
                    <a16:creationId xmlns:a16="http://schemas.microsoft.com/office/drawing/2014/main" id="{7F8B5734-537E-2D40-ABC5-1153CA76F023}"/>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58" name="Freeform 954">
                <a:extLst>
                  <a:ext uri="{FF2B5EF4-FFF2-40B4-BE49-F238E27FC236}">
                    <a16:creationId xmlns:a16="http://schemas.microsoft.com/office/drawing/2014/main" id="{A27CC3E2-8472-FE49-B22C-8BAD36D3F1D7}"/>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59" name="Rectangle 955">
                <a:extLst>
                  <a:ext uri="{FF2B5EF4-FFF2-40B4-BE49-F238E27FC236}">
                    <a16:creationId xmlns:a16="http://schemas.microsoft.com/office/drawing/2014/main" id="{11CD015D-401B-EC42-A713-37F4F580649A}"/>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860" name="Group 956">
                <a:extLst>
                  <a:ext uri="{FF2B5EF4-FFF2-40B4-BE49-F238E27FC236}">
                    <a16:creationId xmlns:a16="http://schemas.microsoft.com/office/drawing/2014/main" id="{A208DF6A-EF9F-044D-8302-1B9476D1841A}"/>
                  </a:ext>
                </a:extLst>
              </p:cNvPr>
              <p:cNvGrpSpPr>
                <a:grpSpLocks/>
              </p:cNvGrpSpPr>
              <p:nvPr/>
            </p:nvGrpSpPr>
            <p:grpSpPr bwMode="auto">
              <a:xfrm>
                <a:off x="4749" y="668"/>
                <a:ext cx="581" cy="145"/>
                <a:chOff x="614" y="2568"/>
                <a:chExt cx="725" cy="139"/>
              </a:xfrm>
            </p:grpSpPr>
            <p:sp>
              <p:nvSpPr>
                <p:cNvPr id="885" name="AutoShape 957">
                  <a:extLst>
                    <a:ext uri="{FF2B5EF4-FFF2-40B4-BE49-F238E27FC236}">
                      <a16:creationId xmlns:a16="http://schemas.microsoft.com/office/drawing/2014/main" id="{FCC50AD6-31B9-FD4A-9D12-E293AC79E312}"/>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86" name="AutoShape 958">
                  <a:extLst>
                    <a:ext uri="{FF2B5EF4-FFF2-40B4-BE49-F238E27FC236}">
                      <a16:creationId xmlns:a16="http://schemas.microsoft.com/office/drawing/2014/main" id="{9515A907-A38B-AC46-9351-9821F9262FDC}"/>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861" name="Rectangle 959">
                <a:extLst>
                  <a:ext uri="{FF2B5EF4-FFF2-40B4-BE49-F238E27FC236}">
                    <a16:creationId xmlns:a16="http://schemas.microsoft.com/office/drawing/2014/main" id="{DA74175D-E323-954D-B321-A525406F9D7F}"/>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862" name="Group 960">
                <a:extLst>
                  <a:ext uri="{FF2B5EF4-FFF2-40B4-BE49-F238E27FC236}">
                    <a16:creationId xmlns:a16="http://schemas.microsoft.com/office/drawing/2014/main" id="{28DE356C-C6F7-BA40-87C6-C5B5BE6C2BFE}"/>
                  </a:ext>
                </a:extLst>
              </p:cNvPr>
              <p:cNvGrpSpPr>
                <a:grpSpLocks/>
              </p:cNvGrpSpPr>
              <p:nvPr/>
            </p:nvGrpSpPr>
            <p:grpSpPr bwMode="auto">
              <a:xfrm>
                <a:off x="4747" y="994"/>
                <a:ext cx="581" cy="134"/>
                <a:chOff x="614" y="2568"/>
                <a:chExt cx="725" cy="139"/>
              </a:xfrm>
            </p:grpSpPr>
            <p:sp>
              <p:nvSpPr>
                <p:cNvPr id="883" name="AutoShape 961">
                  <a:extLst>
                    <a:ext uri="{FF2B5EF4-FFF2-40B4-BE49-F238E27FC236}">
                      <a16:creationId xmlns:a16="http://schemas.microsoft.com/office/drawing/2014/main" id="{9643844A-45E6-7443-A468-4BC3D1762A71}"/>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84" name="AutoShape 962">
                  <a:extLst>
                    <a:ext uri="{FF2B5EF4-FFF2-40B4-BE49-F238E27FC236}">
                      <a16:creationId xmlns:a16="http://schemas.microsoft.com/office/drawing/2014/main" id="{60C84F35-0A59-8349-91F6-D5FECFED742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863" name="Rectangle 963">
                <a:extLst>
                  <a:ext uri="{FF2B5EF4-FFF2-40B4-BE49-F238E27FC236}">
                    <a16:creationId xmlns:a16="http://schemas.microsoft.com/office/drawing/2014/main" id="{92014399-9751-FC4F-9035-A395245BCD44}"/>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64" name="Rectangle 964">
                <a:extLst>
                  <a:ext uri="{FF2B5EF4-FFF2-40B4-BE49-F238E27FC236}">
                    <a16:creationId xmlns:a16="http://schemas.microsoft.com/office/drawing/2014/main" id="{9B818A3E-FD1D-F04D-8158-62E78EE4B0DC}"/>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865" name="Group 965">
                <a:extLst>
                  <a:ext uri="{FF2B5EF4-FFF2-40B4-BE49-F238E27FC236}">
                    <a16:creationId xmlns:a16="http://schemas.microsoft.com/office/drawing/2014/main" id="{4CE95AA0-C88F-3D48-98E7-F3E038739D8B}"/>
                  </a:ext>
                </a:extLst>
              </p:cNvPr>
              <p:cNvGrpSpPr>
                <a:grpSpLocks/>
              </p:cNvGrpSpPr>
              <p:nvPr/>
            </p:nvGrpSpPr>
            <p:grpSpPr bwMode="auto">
              <a:xfrm>
                <a:off x="4735" y="1627"/>
                <a:ext cx="582" cy="151"/>
                <a:chOff x="614" y="2568"/>
                <a:chExt cx="725" cy="139"/>
              </a:xfrm>
            </p:grpSpPr>
            <p:sp>
              <p:nvSpPr>
                <p:cNvPr id="881" name="AutoShape 966">
                  <a:extLst>
                    <a:ext uri="{FF2B5EF4-FFF2-40B4-BE49-F238E27FC236}">
                      <a16:creationId xmlns:a16="http://schemas.microsoft.com/office/drawing/2014/main" id="{5B978760-D630-664D-941B-E0517C2034E6}"/>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82" name="AutoShape 967">
                  <a:extLst>
                    <a:ext uri="{FF2B5EF4-FFF2-40B4-BE49-F238E27FC236}">
                      <a16:creationId xmlns:a16="http://schemas.microsoft.com/office/drawing/2014/main" id="{66581CC6-E163-4349-98BB-7B8F11B5842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866" name="Freeform 968">
                <a:extLst>
                  <a:ext uri="{FF2B5EF4-FFF2-40B4-BE49-F238E27FC236}">
                    <a16:creationId xmlns:a16="http://schemas.microsoft.com/office/drawing/2014/main" id="{0C578B43-7341-984A-8E2E-758C1FE627B0}"/>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nvGrpSpPr>
              <p:cNvPr id="867" name="Group 969">
                <a:extLst>
                  <a:ext uri="{FF2B5EF4-FFF2-40B4-BE49-F238E27FC236}">
                    <a16:creationId xmlns:a16="http://schemas.microsoft.com/office/drawing/2014/main" id="{00F4A952-5D56-894B-BE04-57FD8D9A8FC1}"/>
                  </a:ext>
                </a:extLst>
              </p:cNvPr>
              <p:cNvGrpSpPr>
                <a:grpSpLocks/>
              </p:cNvGrpSpPr>
              <p:nvPr/>
            </p:nvGrpSpPr>
            <p:grpSpPr bwMode="auto">
              <a:xfrm>
                <a:off x="4739" y="1327"/>
                <a:ext cx="582" cy="139"/>
                <a:chOff x="614" y="2568"/>
                <a:chExt cx="725" cy="139"/>
              </a:xfrm>
            </p:grpSpPr>
            <p:sp>
              <p:nvSpPr>
                <p:cNvPr id="879" name="AutoShape 970">
                  <a:extLst>
                    <a:ext uri="{FF2B5EF4-FFF2-40B4-BE49-F238E27FC236}">
                      <a16:creationId xmlns:a16="http://schemas.microsoft.com/office/drawing/2014/main" id="{C6D2E1F8-9BE6-1340-A97F-25C96F4EA328}"/>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80" name="AutoShape 971">
                  <a:extLst>
                    <a:ext uri="{FF2B5EF4-FFF2-40B4-BE49-F238E27FC236}">
                      <a16:creationId xmlns:a16="http://schemas.microsoft.com/office/drawing/2014/main" id="{076B7F4B-58FD-394A-A7D1-825421A0DDC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868" name="Rectangle 972">
                <a:extLst>
                  <a:ext uri="{FF2B5EF4-FFF2-40B4-BE49-F238E27FC236}">
                    <a16:creationId xmlns:a16="http://schemas.microsoft.com/office/drawing/2014/main" id="{9CF6079F-A485-B34F-BAE1-E461B27BC01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69" name="Freeform 973">
                <a:extLst>
                  <a:ext uri="{FF2B5EF4-FFF2-40B4-BE49-F238E27FC236}">
                    <a16:creationId xmlns:a16="http://schemas.microsoft.com/office/drawing/2014/main" id="{4D22F667-50F0-554D-A2A3-06E318F9206C}"/>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70" name="Freeform 974">
                <a:extLst>
                  <a:ext uri="{FF2B5EF4-FFF2-40B4-BE49-F238E27FC236}">
                    <a16:creationId xmlns:a16="http://schemas.microsoft.com/office/drawing/2014/main" id="{FEA6AA77-7341-EC44-9A1C-8FF6D3429B9A}"/>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71" name="Oval 975">
                <a:extLst>
                  <a:ext uri="{FF2B5EF4-FFF2-40B4-BE49-F238E27FC236}">
                    <a16:creationId xmlns:a16="http://schemas.microsoft.com/office/drawing/2014/main" id="{A02843C6-28FA-9945-9CEB-7717E68BC3D2}"/>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72" name="Freeform 976">
                <a:extLst>
                  <a:ext uri="{FF2B5EF4-FFF2-40B4-BE49-F238E27FC236}">
                    <a16:creationId xmlns:a16="http://schemas.microsoft.com/office/drawing/2014/main" id="{B41467ED-71ED-774D-B5B1-0E498264B3FE}"/>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73" name="AutoShape 977">
                <a:extLst>
                  <a:ext uri="{FF2B5EF4-FFF2-40B4-BE49-F238E27FC236}">
                    <a16:creationId xmlns:a16="http://schemas.microsoft.com/office/drawing/2014/main" id="{9B5749F0-C743-D247-9288-DD5C4B670C67}"/>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74" name="AutoShape 978">
                <a:extLst>
                  <a:ext uri="{FF2B5EF4-FFF2-40B4-BE49-F238E27FC236}">
                    <a16:creationId xmlns:a16="http://schemas.microsoft.com/office/drawing/2014/main" id="{990B835A-E601-8B4A-913C-86C2C6F75DF1}"/>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75" name="Oval 979">
                <a:extLst>
                  <a:ext uri="{FF2B5EF4-FFF2-40B4-BE49-F238E27FC236}">
                    <a16:creationId xmlns:a16="http://schemas.microsoft.com/office/drawing/2014/main" id="{54D6634C-D1A9-6142-9854-19C444BA4C3C}"/>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76" name="Oval 980">
                <a:extLst>
                  <a:ext uri="{FF2B5EF4-FFF2-40B4-BE49-F238E27FC236}">
                    <a16:creationId xmlns:a16="http://schemas.microsoft.com/office/drawing/2014/main" id="{4B663C71-DBAC-684F-AC10-C3062136DE50}"/>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fontAlgn="base">
                  <a:spcBef>
                    <a:spcPct val="0"/>
                  </a:spcBef>
                  <a:spcAft>
                    <a:spcPct val="0"/>
                  </a:spcAft>
                  <a:defRPr/>
                </a:pPr>
                <a:endParaRPr lang="en-US" altLang="en-US" sz="1350" kern="0" dirty="0">
                  <a:solidFill>
                    <a:srgbClr val="FF0000"/>
                  </a:solidFill>
                </a:endParaRPr>
              </a:p>
            </p:txBody>
          </p:sp>
          <p:sp>
            <p:nvSpPr>
              <p:cNvPr id="877" name="Oval 981">
                <a:extLst>
                  <a:ext uri="{FF2B5EF4-FFF2-40B4-BE49-F238E27FC236}">
                    <a16:creationId xmlns:a16="http://schemas.microsoft.com/office/drawing/2014/main" id="{89DA651A-7990-3046-B6A9-BDF3A76B185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78" name="Rectangle 982">
                <a:extLst>
                  <a:ext uri="{FF2B5EF4-FFF2-40B4-BE49-F238E27FC236}">
                    <a16:creationId xmlns:a16="http://schemas.microsoft.com/office/drawing/2014/main" id="{97BCC976-FD19-5C44-A0F3-970A14677F1F}"/>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grpSp>
          <p:nvGrpSpPr>
            <p:cNvPr id="822" name="Group 950">
              <a:extLst>
                <a:ext uri="{FF2B5EF4-FFF2-40B4-BE49-F238E27FC236}">
                  <a16:creationId xmlns:a16="http://schemas.microsoft.com/office/drawing/2014/main" id="{408FB985-1A5F-F147-891F-C6EE203F1727}"/>
                </a:ext>
              </a:extLst>
            </p:cNvPr>
            <p:cNvGrpSpPr>
              <a:grpSpLocks/>
            </p:cNvGrpSpPr>
            <p:nvPr/>
          </p:nvGrpSpPr>
          <p:grpSpPr bwMode="auto">
            <a:xfrm>
              <a:off x="7182479" y="2847655"/>
              <a:ext cx="338137" cy="653816"/>
              <a:chOff x="4140" y="429"/>
              <a:chExt cx="1425" cy="2396"/>
            </a:xfrm>
          </p:grpSpPr>
          <p:sp>
            <p:nvSpPr>
              <p:cNvPr id="823" name="Freeform 951">
                <a:extLst>
                  <a:ext uri="{FF2B5EF4-FFF2-40B4-BE49-F238E27FC236}">
                    <a16:creationId xmlns:a16="http://schemas.microsoft.com/office/drawing/2014/main" id="{E5433180-28F2-BE4A-AA7C-A7B21A6324C8}"/>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24" name="Rectangle 952">
                <a:extLst>
                  <a:ext uri="{FF2B5EF4-FFF2-40B4-BE49-F238E27FC236}">
                    <a16:creationId xmlns:a16="http://schemas.microsoft.com/office/drawing/2014/main" id="{8C5BD778-66FD-3945-B836-91E6ED4A0B33}"/>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25" name="Freeform 953">
                <a:extLst>
                  <a:ext uri="{FF2B5EF4-FFF2-40B4-BE49-F238E27FC236}">
                    <a16:creationId xmlns:a16="http://schemas.microsoft.com/office/drawing/2014/main" id="{2A91ACBD-8D41-DD4C-A2B1-048B348B9E49}"/>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26" name="Freeform 954">
                <a:extLst>
                  <a:ext uri="{FF2B5EF4-FFF2-40B4-BE49-F238E27FC236}">
                    <a16:creationId xmlns:a16="http://schemas.microsoft.com/office/drawing/2014/main" id="{FD9AFB84-DB6D-6046-8467-AD372F41387B}"/>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27" name="Rectangle 955">
                <a:extLst>
                  <a:ext uri="{FF2B5EF4-FFF2-40B4-BE49-F238E27FC236}">
                    <a16:creationId xmlns:a16="http://schemas.microsoft.com/office/drawing/2014/main" id="{77DBE4BA-8D67-5B43-8297-B9D264FE9BE2}"/>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828" name="Group 956">
                <a:extLst>
                  <a:ext uri="{FF2B5EF4-FFF2-40B4-BE49-F238E27FC236}">
                    <a16:creationId xmlns:a16="http://schemas.microsoft.com/office/drawing/2014/main" id="{F3DA3736-9C54-FD40-9182-376547A2AE83}"/>
                  </a:ext>
                </a:extLst>
              </p:cNvPr>
              <p:cNvGrpSpPr>
                <a:grpSpLocks/>
              </p:cNvGrpSpPr>
              <p:nvPr/>
            </p:nvGrpSpPr>
            <p:grpSpPr bwMode="auto">
              <a:xfrm>
                <a:off x="4749" y="668"/>
                <a:ext cx="581" cy="145"/>
                <a:chOff x="614" y="2568"/>
                <a:chExt cx="725" cy="139"/>
              </a:xfrm>
            </p:grpSpPr>
            <p:sp>
              <p:nvSpPr>
                <p:cNvPr id="853" name="AutoShape 957">
                  <a:extLst>
                    <a:ext uri="{FF2B5EF4-FFF2-40B4-BE49-F238E27FC236}">
                      <a16:creationId xmlns:a16="http://schemas.microsoft.com/office/drawing/2014/main" id="{AF6DA2C1-3BA8-9F42-8082-1828FAC4EDA9}"/>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54" name="AutoShape 958">
                  <a:extLst>
                    <a:ext uri="{FF2B5EF4-FFF2-40B4-BE49-F238E27FC236}">
                      <a16:creationId xmlns:a16="http://schemas.microsoft.com/office/drawing/2014/main" id="{7E65A1C9-4BD5-C648-BDA4-FE7A4B1268D6}"/>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829" name="Rectangle 959">
                <a:extLst>
                  <a:ext uri="{FF2B5EF4-FFF2-40B4-BE49-F238E27FC236}">
                    <a16:creationId xmlns:a16="http://schemas.microsoft.com/office/drawing/2014/main" id="{EC0E4CD1-FF46-4441-8D14-832711884C57}"/>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830" name="Group 960">
                <a:extLst>
                  <a:ext uri="{FF2B5EF4-FFF2-40B4-BE49-F238E27FC236}">
                    <a16:creationId xmlns:a16="http://schemas.microsoft.com/office/drawing/2014/main" id="{E64F3582-6063-6041-8631-63DD7426A470}"/>
                  </a:ext>
                </a:extLst>
              </p:cNvPr>
              <p:cNvGrpSpPr>
                <a:grpSpLocks/>
              </p:cNvGrpSpPr>
              <p:nvPr/>
            </p:nvGrpSpPr>
            <p:grpSpPr bwMode="auto">
              <a:xfrm>
                <a:off x="4747" y="994"/>
                <a:ext cx="581" cy="134"/>
                <a:chOff x="614" y="2568"/>
                <a:chExt cx="725" cy="139"/>
              </a:xfrm>
            </p:grpSpPr>
            <p:sp>
              <p:nvSpPr>
                <p:cNvPr id="851" name="AutoShape 961">
                  <a:extLst>
                    <a:ext uri="{FF2B5EF4-FFF2-40B4-BE49-F238E27FC236}">
                      <a16:creationId xmlns:a16="http://schemas.microsoft.com/office/drawing/2014/main" id="{C34EAECD-E1EF-8646-9F61-922B7F0EA0BF}"/>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52" name="AutoShape 962">
                  <a:extLst>
                    <a:ext uri="{FF2B5EF4-FFF2-40B4-BE49-F238E27FC236}">
                      <a16:creationId xmlns:a16="http://schemas.microsoft.com/office/drawing/2014/main" id="{9D855FB6-3F8B-4F48-BB63-40E93ACB20A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831" name="Rectangle 963">
                <a:extLst>
                  <a:ext uri="{FF2B5EF4-FFF2-40B4-BE49-F238E27FC236}">
                    <a16:creationId xmlns:a16="http://schemas.microsoft.com/office/drawing/2014/main" id="{F062D5F9-755C-724B-955A-7A2BDC06D583}"/>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32" name="Rectangle 964">
                <a:extLst>
                  <a:ext uri="{FF2B5EF4-FFF2-40B4-BE49-F238E27FC236}">
                    <a16:creationId xmlns:a16="http://schemas.microsoft.com/office/drawing/2014/main" id="{177A8ED0-5EFF-1249-9487-CD3CEB431A85}"/>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833" name="Group 965">
                <a:extLst>
                  <a:ext uri="{FF2B5EF4-FFF2-40B4-BE49-F238E27FC236}">
                    <a16:creationId xmlns:a16="http://schemas.microsoft.com/office/drawing/2014/main" id="{A1DF88D1-CA38-D94A-B614-BF080EB38912}"/>
                  </a:ext>
                </a:extLst>
              </p:cNvPr>
              <p:cNvGrpSpPr>
                <a:grpSpLocks/>
              </p:cNvGrpSpPr>
              <p:nvPr/>
            </p:nvGrpSpPr>
            <p:grpSpPr bwMode="auto">
              <a:xfrm>
                <a:off x="4735" y="1627"/>
                <a:ext cx="582" cy="151"/>
                <a:chOff x="614" y="2568"/>
                <a:chExt cx="725" cy="139"/>
              </a:xfrm>
            </p:grpSpPr>
            <p:sp>
              <p:nvSpPr>
                <p:cNvPr id="849" name="AutoShape 966">
                  <a:extLst>
                    <a:ext uri="{FF2B5EF4-FFF2-40B4-BE49-F238E27FC236}">
                      <a16:creationId xmlns:a16="http://schemas.microsoft.com/office/drawing/2014/main" id="{F38F11ED-A8CE-5249-99B7-BC200E46CAC5}"/>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50" name="AutoShape 967">
                  <a:extLst>
                    <a:ext uri="{FF2B5EF4-FFF2-40B4-BE49-F238E27FC236}">
                      <a16:creationId xmlns:a16="http://schemas.microsoft.com/office/drawing/2014/main" id="{BE8854EE-7F90-844A-B45E-E7DD53A00DD1}"/>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834" name="Freeform 968">
                <a:extLst>
                  <a:ext uri="{FF2B5EF4-FFF2-40B4-BE49-F238E27FC236}">
                    <a16:creationId xmlns:a16="http://schemas.microsoft.com/office/drawing/2014/main" id="{C685DB2D-2CAC-9042-82A0-DF8A8A5C76FB}"/>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nvGrpSpPr>
              <p:cNvPr id="835" name="Group 969">
                <a:extLst>
                  <a:ext uri="{FF2B5EF4-FFF2-40B4-BE49-F238E27FC236}">
                    <a16:creationId xmlns:a16="http://schemas.microsoft.com/office/drawing/2014/main" id="{17E8E7C0-53DA-9845-A7EC-5C2E647C9876}"/>
                  </a:ext>
                </a:extLst>
              </p:cNvPr>
              <p:cNvGrpSpPr>
                <a:grpSpLocks/>
              </p:cNvGrpSpPr>
              <p:nvPr/>
            </p:nvGrpSpPr>
            <p:grpSpPr bwMode="auto">
              <a:xfrm>
                <a:off x="4739" y="1327"/>
                <a:ext cx="582" cy="139"/>
                <a:chOff x="614" y="2568"/>
                <a:chExt cx="725" cy="139"/>
              </a:xfrm>
            </p:grpSpPr>
            <p:sp>
              <p:nvSpPr>
                <p:cNvPr id="847" name="AutoShape 970">
                  <a:extLst>
                    <a:ext uri="{FF2B5EF4-FFF2-40B4-BE49-F238E27FC236}">
                      <a16:creationId xmlns:a16="http://schemas.microsoft.com/office/drawing/2014/main" id="{B5CA9A5E-F11C-004B-9937-AD191292AEAD}"/>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48" name="AutoShape 971">
                  <a:extLst>
                    <a:ext uri="{FF2B5EF4-FFF2-40B4-BE49-F238E27FC236}">
                      <a16:creationId xmlns:a16="http://schemas.microsoft.com/office/drawing/2014/main" id="{96386543-71E7-1D42-9624-7949180883CB}"/>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836" name="Rectangle 972">
                <a:extLst>
                  <a:ext uri="{FF2B5EF4-FFF2-40B4-BE49-F238E27FC236}">
                    <a16:creationId xmlns:a16="http://schemas.microsoft.com/office/drawing/2014/main" id="{C1AF9949-5911-9240-A6AD-91975A73F019}"/>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37" name="Freeform 973">
                <a:extLst>
                  <a:ext uri="{FF2B5EF4-FFF2-40B4-BE49-F238E27FC236}">
                    <a16:creationId xmlns:a16="http://schemas.microsoft.com/office/drawing/2014/main" id="{27BBB8ED-9D76-4E4F-BF4D-5A7FF5643591}"/>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38" name="Freeform 974">
                <a:extLst>
                  <a:ext uri="{FF2B5EF4-FFF2-40B4-BE49-F238E27FC236}">
                    <a16:creationId xmlns:a16="http://schemas.microsoft.com/office/drawing/2014/main" id="{02E9A54F-05AA-404E-91E8-11085F7EBD45}"/>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39" name="Oval 975">
                <a:extLst>
                  <a:ext uri="{FF2B5EF4-FFF2-40B4-BE49-F238E27FC236}">
                    <a16:creationId xmlns:a16="http://schemas.microsoft.com/office/drawing/2014/main" id="{9AC3BA29-CFE0-7A41-866E-F884B95B87E3}"/>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40" name="Freeform 976">
                <a:extLst>
                  <a:ext uri="{FF2B5EF4-FFF2-40B4-BE49-F238E27FC236}">
                    <a16:creationId xmlns:a16="http://schemas.microsoft.com/office/drawing/2014/main" id="{E7FFF245-8A0A-2749-A793-25B6F30E9636}"/>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41" name="AutoShape 977">
                <a:extLst>
                  <a:ext uri="{FF2B5EF4-FFF2-40B4-BE49-F238E27FC236}">
                    <a16:creationId xmlns:a16="http://schemas.microsoft.com/office/drawing/2014/main" id="{774C1F7E-EF61-9041-A67B-B2D38BDB148F}"/>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42" name="AutoShape 978">
                <a:extLst>
                  <a:ext uri="{FF2B5EF4-FFF2-40B4-BE49-F238E27FC236}">
                    <a16:creationId xmlns:a16="http://schemas.microsoft.com/office/drawing/2014/main" id="{8321AD11-FD38-2140-803F-0861F460D9A8}"/>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43" name="Oval 979">
                <a:extLst>
                  <a:ext uri="{FF2B5EF4-FFF2-40B4-BE49-F238E27FC236}">
                    <a16:creationId xmlns:a16="http://schemas.microsoft.com/office/drawing/2014/main" id="{3B03DD16-3989-194B-BD6E-9FAE3F6CDAAC}"/>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44" name="Oval 980">
                <a:extLst>
                  <a:ext uri="{FF2B5EF4-FFF2-40B4-BE49-F238E27FC236}">
                    <a16:creationId xmlns:a16="http://schemas.microsoft.com/office/drawing/2014/main" id="{FB43C4D6-3355-2049-A335-F477077CE12E}"/>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fontAlgn="base">
                  <a:spcBef>
                    <a:spcPct val="0"/>
                  </a:spcBef>
                  <a:spcAft>
                    <a:spcPct val="0"/>
                  </a:spcAft>
                  <a:defRPr/>
                </a:pPr>
                <a:endParaRPr lang="en-US" altLang="en-US" sz="1350" kern="0" dirty="0">
                  <a:solidFill>
                    <a:srgbClr val="FF0000"/>
                  </a:solidFill>
                </a:endParaRPr>
              </a:p>
            </p:txBody>
          </p:sp>
          <p:sp>
            <p:nvSpPr>
              <p:cNvPr id="845" name="Oval 981">
                <a:extLst>
                  <a:ext uri="{FF2B5EF4-FFF2-40B4-BE49-F238E27FC236}">
                    <a16:creationId xmlns:a16="http://schemas.microsoft.com/office/drawing/2014/main" id="{8045FE53-47F3-754E-922B-AF14C0360602}"/>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846" name="Rectangle 982">
                <a:extLst>
                  <a:ext uri="{FF2B5EF4-FFF2-40B4-BE49-F238E27FC236}">
                    <a16:creationId xmlns:a16="http://schemas.microsoft.com/office/drawing/2014/main" id="{970F4A74-CE34-AE4C-A565-ABAC41470B99}"/>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grpSp>
      <p:sp>
        <p:nvSpPr>
          <p:cNvPr id="887" name="Freeform 2">
            <a:extLst>
              <a:ext uri="{FF2B5EF4-FFF2-40B4-BE49-F238E27FC236}">
                <a16:creationId xmlns:a16="http://schemas.microsoft.com/office/drawing/2014/main" id="{73B896A4-C009-EC47-9EB3-507C0C7CCB88}"/>
              </a:ext>
            </a:extLst>
          </p:cNvPr>
          <p:cNvSpPr>
            <a:spLocks/>
          </p:cNvSpPr>
          <p:nvPr/>
        </p:nvSpPr>
        <p:spPr bwMode="auto">
          <a:xfrm>
            <a:off x="3256252" y="5371484"/>
            <a:ext cx="3020615" cy="70485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cxnSp>
        <p:nvCxnSpPr>
          <p:cNvPr id="888" name="Straight Connector 887">
            <a:extLst>
              <a:ext uri="{FF2B5EF4-FFF2-40B4-BE49-F238E27FC236}">
                <a16:creationId xmlns:a16="http://schemas.microsoft.com/office/drawing/2014/main" id="{BFDE916B-AF97-DB4F-88E3-3211F74E07F5}"/>
              </a:ext>
            </a:extLst>
          </p:cNvPr>
          <p:cNvCxnSpPr/>
          <p:nvPr/>
        </p:nvCxnSpPr>
        <p:spPr>
          <a:xfrm flipV="1">
            <a:off x="3758695" y="5484593"/>
            <a:ext cx="987028" cy="98822"/>
          </a:xfrm>
          <a:prstGeom prst="line">
            <a:avLst/>
          </a:prstGeom>
          <a:noFill/>
          <a:ln w="12700" cap="flat" cmpd="sng" algn="ctr">
            <a:solidFill>
              <a:srgbClr val="000000"/>
            </a:solidFill>
            <a:prstDash val="solid"/>
          </a:ln>
          <a:effectLst/>
        </p:spPr>
      </p:cxnSp>
      <p:cxnSp>
        <p:nvCxnSpPr>
          <p:cNvPr id="889" name="Straight Connector 888">
            <a:extLst>
              <a:ext uri="{FF2B5EF4-FFF2-40B4-BE49-F238E27FC236}">
                <a16:creationId xmlns:a16="http://schemas.microsoft.com/office/drawing/2014/main" id="{11A6A20F-5B1F-E34C-A889-7D7216BC52A6}"/>
              </a:ext>
            </a:extLst>
          </p:cNvPr>
          <p:cNvCxnSpPr/>
          <p:nvPr/>
        </p:nvCxnSpPr>
        <p:spPr>
          <a:xfrm>
            <a:off x="3675351" y="5625087"/>
            <a:ext cx="1694259" cy="223838"/>
          </a:xfrm>
          <a:prstGeom prst="line">
            <a:avLst/>
          </a:prstGeom>
          <a:noFill/>
          <a:ln w="12700" cap="flat" cmpd="sng" algn="ctr">
            <a:solidFill>
              <a:srgbClr val="000000"/>
            </a:solidFill>
            <a:prstDash val="solid"/>
          </a:ln>
          <a:effectLst/>
        </p:spPr>
      </p:cxnSp>
      <p:cxnSp>
        <p:nvCxnSpPr>
          <p:cNvPr id="890" name="Straight Connector 889">
            <a:extLst>
              <a:ext uri="{FF2B5EF4-FFF2-40B4-BE49-F238E27FC236}">
                <a16:creationId xmlns:a16="http://schemas.microsoft.com/office/drawing/2014/main" id="{EC3A188E-9403-584D-9DE4-BD063B6A9984}"/>
              </a:ext>
            </a:extLst>
          </p:cNvPr>
          <p:cNvCxnSpPr/>
          <p:nvPr/>
        </p:nvCxnSpPr>
        <p:spPr>
          <a:xfrm>
            <a:off x="3684877" y="5703669"/>
            <a:ext cx="535781" cy="207169"/>
          </a:xfrm>
          <a:prstGeom prst="line">
            <a:avLst/>
          </a:prstGeom>
          <a:noFill/>
          <a:ln w="12700" cap="flat" cmpd="sng" algn="ctr">
            <a:solidFill>
              <a:srgbClr val="000000"/>
            </a:solidFill>
            <a:prstDash val="solid"/>
          </a:ln>
          <a:effectLst/>
        </p:spPr>
      </p:cxnSp>
      <p:cxnSp>
        <p:nvCxnSpPr>
          <p:cNvPr id="891" name="Straight Connector 890">
            <a:extLst>
              <a:ext uri="{FF2B5EF4-FFF2-40B4-BE49-F238E27FC236}">
                <a16:creationId xmlns:a16="http://schemas.microsoft.com/office/drawing/2014/main" id="{CA8EFEA7-A8AA-F945-BA1D-4ACB721622E5}"/>
              </a:ext>
            </a:extLst>
          </p:cNvPr>
          <p:cNvCxnSpPr/>
          <p:nvPr/>
        </p:nvCxnSpPr>
        <p:spPr>
          <a:xfrm flipV="1">
            <a:off x="4448067" y="5848925"/>
            <a:ext cx="935831" cy="61913"/>
          </a:xfrm>
          <a:prstGeom prst="line">
            <a:avLst/>
          </a:prstGeom>
          <a:noFill/>
          <a:ln w="12700" cap="flat" cmpd="sng" algn="ctr">
            <a:solidFill>
              <a:srgbClr val="000000"/>
            </a:solidFill>
            <a:prstDash val="solid"/>
          </a:ln>
          <a:effectLst/>
        </p:spPr>
      </p:cxnSp>
      <p:cxnSp>
        <p:nvCxnSpPr>
          <p:cNvPr id="892" name="Straight Connector 891">
            <a:extLst>
              <a:ext uri="{FF2B5EF4-FFF2-40B4-BE49-F238E27FC236}">
                <a16:creationId xmlns:a16="http://schemas.microsoft.com/office/drawing/2014/main" id="{B2D0340F-062D-4B43-ADB5-74954D542D1B}"/>
              </a:ext>
            </a:extLst>
          </p:cNvPr>
          <p:cNvCxnSpPr/>
          <p:nvPr/>
        </p:nvCxnSpPr>
        <p:spPr>
          <a:xfrm>
            <a:off x="4943367" y="5509597"/>
            <a:ext cx="792956" cy="92869"/>
          </a:xfrm>
          <a:prstGeom prst="line">
            <a:avLst/>
          </a:prstGeom>
          <a:noFill/>
          <a:ln w="12700" cap="flat" cmpd="sng" algn="ctr">
            <a:solidFill>
              <a:srgbClr val="000000"/>
            </a:solidFill>
            <a:prstDash val="solid"/>
          </a:ln>
          <a:effectLst/>
        </p:spPr>
      </p:cxnSp>
      <p:cxnSp>
        <p:nvCxnSpPr>
          <p:cNvPr id="893" name="Straight Connector 892">
            <a:extLst>
              <a:ext uri="{FF2B5EF4-FFF2-40B4-BE49-F238E27FC236}">
                <a16:creationId xmlns:a16="http://schemas.microsoft.com/office/drawing/2014/main" id="{694966F7-E79E-AC42-A981-710223649ACC}"/>
              </a:ext>
            </a:extLst>
          </p:cNvPr>
          <p:cNvCxnSpPr/>
          <p:nvPr/>
        </p:nvCxnSpPr>
        <p:spPr>
          <a:xfrm flipV="1">
            <a:off x="4406395" y="5625087"/>
            <a:ext cx="1343025" cy="223838"/>
          </a:xfrm>
          <a:prstGeom prst="line">
            <a:avLst/>
          </a:prstGeom>
          <a:noFill/>
          <a:ln w="12700" cap="flat" cmpd="sng" algn="ctr">
            <a:solidFill>
              <a:srgbClr val="000000"/>
            </a:solidFill>
            <a:prstDash val="solid"/>
          </a:ln>
          <a:effectLst/>
        </p:spPr>
      </p:cxnSp>
      <p:cxnSp>
        <p:nvCxnSpPr>
          <p:cNvPr id="894" name="Straight Connector 893">
            <a:extLst>
              <a:ext uri="{FF2B5EF4-FFF2-40B4-BE49-F238E27FC236}">
                <a16:creationId xmlns:a16="http://schemas.microsoft.com/office/drawing/2014/main" id="{E084439A-562F-9047-916D-8BFA8D983C78}"/>
              </a:ext>
            </a:extLst>
          </p:cNvPr>
          <p:cNvCxnSpPr/>
          <p:nvPr/>
        </p:nvCxnSpPr>
        <p:spPr>
          <a:xfrm flipV="1">
            <a:off x="5401757" y="5646519"/>
            <a:ext cx="441722" cy="202406"/>
          </a:xfrm>
          <a:prstGeom prst="line">
            <a:avLst/>
          </a:prstGeom>
          <a:noFill/>
          <a:ln w="12700" cap="flat" cmpd="sng" algn="ctr">
            <a:solidFill>
              <a:srgbClr val="000000"/>
            </a:solidFill>
            <a:prstDash val="solid"/>
          </a:ln>
          <a:effectLst/>
        </p:spPr>
      </p:cxnSp>
      <p:cxnSp>
        <p:nvCxnSpPr>
          <p:cNvPr id="895" name="Straight Connector 894">
            <a:extLst>
              <a:ext uri="{FF2B5EF4-FFF2-40B4-BE49-F238E27FC236}">
                <a16:creationId xmlns:a16="http://schemas.microsoft.com/office/drawing/2014/main" id="{B834EF84-01CE-DB43-AA3A-31C4F6601F10}"/>
              </a:ext>
            </a:extLst>
          </p:cNvPr>
          <p:cNvCxnSpPr/>
          <p:nvPr/>
        </p:nvCxnSpPr>
        <p:spPr>
          <a:xfrm>
            <a:off x="4758820" y="5484594"/>
            <a:ext cx="610790" cy="301228"/>
          </a:xfrm>
          <a:prstGeom prst="line">
            <a:avLst/>
          </a:prstGeom>
          <a:noFill/>
          <a:ln w="12700" cap="flat" cmpd="sng" algn="ctr">
            <a:solidFill>
              <a:srgbClr val="000000"/>
            </a:solidFill>
            <a:prstDash val="solid"/>
          </a:ln>
          <a:effectLst/>
        </p:spPr>
      </p:cxnSp>
      <p:grpSp>
        <p:nvGrpSpPr>
          <p:cNvPr id="896" name="Group 895">
            <a:extLst>
              <a:ext uri="{FF2B5EF4-FFF2-40B4-BE49-F238E27FC236}">
                <a16:creationId xmlns:a16="http://schemas.microsoft.com/office/drawing/2014/main" id="{711F93EB-336F-294F-9B30-EC65C9DC0F9C}"/>
              </a:ext>
            </a:extLst>
          </p:cNvPr>
          <p:cNvGrpSpPr>
            <a:grpSpLocks/>
          </p:cNvGrpSpPr>
          <p:nvPr/>
        </p:nvGrpSpPr>
        <p:grpSpPr bwMode="auto">
          <a:xfrm>
            <a:off x="2456151" y="3311703"/>
            <a:ext cx="5233988" cy="843568"/>
            <a:chOff x="1526216" y="3003498"/>
            <a:chExt cx="6978041" cy="1124756"/>
          </a:xfrm>
        </p:grpSpPr>
        <p:sp>
          <p:nvSpPr>
            <p:cNvPr id="897" name="TextBox 399">
              <a:extLst>
                <a:ext uri="{FF2B5EF4-FFF2-40B4-BE49-F238E27FC236}">
                  <a16:creationId xmlns:a16="http://schemas.microsoft.com/office/drawing/2014/main" id="{02C371D3-2C1E-5244-9747-22984982BA7B}"/>
                </a:ext>
              </a:extLst>
            </p:cNvPr>
            <p:cNvSpPr txBox="1">
              <a:spLocks noChangeArrowheads="1"/>
            </p:cNvSpPr>
            <p:nvPr/>
          </p:nvSpPr>
          <p:spPr bwMode="auto">
            <a:xfrm>
              <a:off x="7667653" y="3628973"/>
              <a:ext cx="688591" cy="499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097"/>
                </a:lnSpc>
                <a:spcBef>
                  <a:spcPct val="0"/>
                </a:spcBef>
                <a:spcAft>
                  <a:spcPct val="0"/>
                </a:spcAft>
                <a:defRPr/>
              </a:pPr>
              <a:r>
                <a:rPr lang="en-US" altLang="en-US" sz="1050" kern="0" dirty="0">
                  <a:solidFill>
                    <a:srgbClr val="000000"/>
                  </a:solidFill>
                </a:rPr>
                <a:t>data</a:t>
              </a:r>
            </a:p>
            <a:p>
              <a:pPr algn="ctr" defTabSz="685800" eaLnBrk="0" fontAlgn="base" hangingPunct="0">
                <a:lnSpc>
                  <a:spcPts val="1097"/>
                </a:lnSpc>
                <a:spcBef>
                  <a:spcPct val="0"/>
                </a:spcBef>
                <a:spcAft>
                  <a:spcPct val="0"/>
                </a:spcAft>
                <a:defRPr/>
              </a:pPr>
              <a:r>
                <a:rPr lang="en-US" altLang="en-US" sz="1050" kern="0" dirty="0">
                  <a:solidFill>
                    <a:srgbClr val="000000"/>
                  </a:solidFill>
                </a:rPr>
                <a:t>plane</a:t>
              </a:r>
            </a:p>
          </p:txBody>
        </p:sp>
        <p:sp>
          <p:nvSpPr>
            <p:cNvPr id="898" name="TextBox 400">
              <a:extLst>
                <a:ext uri="{FF2B5EF4-FFF2-40B4-BE49-F238E27FC236}">
                  <a16:creationId xmlns:a16="http://schemas.microsoft.com/office/drawing/2014/main" id="{E9FCEA42-739D-C647-B0B2-29DF6799176C}"/>
                </a:ext>
              </a:extLst>
            </p:cNvPr>
            <p:cNvSpPr txBox="1">
              <a:spLocks noChangeArrowheads="1"/>
            </p:cNvSpPr>
            <p:nvPr/>
          </p:nvSpPr>
          <p:spPr bwMode="auto">
            <a:xfrm>
              <a:off x="7689933" y="3003498"/>
              <a:ext cx="786899" cy="499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097"/>
                </a:lnSpc>
                <a:spcBef>
                  <a:spcPct val="0"/>
                </a:spcBef>
                <a:spcAft>
                  <a:spcPct val="0"/>
                </a:spcAft>
                <a:defRPr/>
              </a:pPr>
              <a:r>
                <a:rPr lang="en-US" altLang="en-US" sz="1050" kern="0" dirty="0">
                  <a:solidFill>
                    <a:srgbClr val="000000"/>
                  </a:solidFill>
                </a:rPr>
                <a:t>control</a:t>
              </a:r>
            </a:p>
            <a:p>
              <a:pPr algn="ctr" defTabSz="685800" eaLnBrk="0" fontAlgn="base" hangingPunct="0">
                <a:lnSpc>
                  <a:spcPts val="1097"/>
                </a:lnSpc>
                <a:spcBef>
                  <a:spcPct val="0"/>
                </a:spcBef>
                <a:spcAft>
                  <a:spcPct val="0"/>
                </a:spcAft>
                <a:defRPr/>
              </a:pPr>
              <a:r>
                <a:rPr lang="en-US" altLang="en-US" sz="1050" kern="0" dirty="0">
                  <a:solidFill>
                    <a:srgbClr val="000000"/>
                  </a:solidFill>
                </a:rPr>
                <a:t>plane</a:t>
              </a:r>
            </a:p>
          </p:txBody>
        </p:sp>
        <p:cxnSp>
          <p:nvCxnSpPr>
            <p:cNvPr id="899" name="Straight Connector 898">
              <a:extLst>
                <a:ext uri="{FF2B5EF4-FFF2-40B4-BE49-F238E27FC236}">
                  <a16:creationId xmlns:a16="http://schemas.microsoft.com/office/drawing/2014/main" id="{B4D02647-EB69-3549-8B8C-C214B4362D0C}"/>
                </a:ext>
              </a:extLst>
            </p:cNvPr>
            <p:cNvCxnSpPr/>
            <p:nvPr/>
          </p:nvCxnSpPr>
          <p:spPr bwMode="auto">
            <a:xfrm flipV="1">
              <a:off x="1526216" y="3579760"/>
              <a:ext cx="6978041" cy="11112"/>
            </a:xfrm>
            <a:prstGeom prst="line">
              <a:avLst/>
            </a:prstGeom>
            <a:noFill/>
            <a:ln w="25400" cap="flat" cmpd="sng" algn="ctr">
              <a:solidFill>
                <a:srgbClr val="000000"/>
              </a:solidFill>
              <a:prstDash val="dash"/>
            </a:ln>
            <a:effectLst/>
          </p:spPr>
        </p:cxnSp>
      </p:grpSp>
      <p:grpSp>
        <p:nvGrpSpPr>
          <p:cNvPr id="900" name="Group 899">
            <a:extLst>
              <a:ext uri="{FF2B5EF4-FFF2-40B4-BE49-F238E27FC236}">
                <a16:creationId xmlns:a16="http://schemas.microsoft.com/office/drawing/2014/main" id="{D1C980A1-7A81-E64E-86E7-AE4ADB468ED3}"/>
              </a:ext>
            </a:extLst>
          </p:cNvPr>
          <p:cNvGrpSpPr>
            <a:grpSpLocks/>
          </p:cNvGrpSpPr>
          <p:nvPr/>
        </p:nvGrpSpPr>
        <p:grpSpPr bwMode="auto">
          <a:xfrm>
            <a:off x="3139570" y="3110488"/>
            <a:ext cx="3221831" cy="240506"/>
            <a:chOff x="2433511" y="2792111"/>
            <a:chExt cx="4296530" cy="320561"/>
          </a:xfrm>
        </p:grpSpPr>
        <p:grpSp>
          <p:nvGrpSpPr>
            <p:cNvPr id="901" name="Group 401">
              <a:extLst>
                <a:ext uri="{FF2B5EF4-FFF2-40B4-BE49-F238E27FC236}">
                  <a16:creationId xmlns:a16="http://schemas.microsoft.com/office/drawing/2014/main" id="{0C7ACA51-7903-9B4D-A9BA-79FE11C0D1D4}"/>
                </a:ext>
              </a:extLst>
            </p:cNvPr>
            <p:cNvGrpSpPr>
              <a:grpSpLocks/>
            </p:cNvGrpSpPr>
            <p:nvPr/>
          </p:nvGrpSpPr>
          <p:grpSpPr bwMode="auto">
            <a:xfrm>
              <a:off x="2433511" y="2794083"/>
              <a:ext cx="349250" cy="317387"/>
              <a:chOff x="2931664" y="3912603"/>
              <a:chExt cx="430450" cy="329314"/>
            </a:xfrm>
          </p:grpSpPr>
          <p:sp>
            <p:nvSpPr>
              <p:cNvPr id="922" name="Rectangle 921">
                <a:extLst>
                  <a:ext uri="{FF2B5EF4-FFF2-40B4-BE49-F238E27FC236}">
                    <a16:creationId xmlns:a16="http://schemas.microsoft.com/office/drawing/2014/main" id="{4D33FA09-AAF7-044A-A5A8-F3F23C68AF3C}"/>
                  </a:ext>
                </a:extLst>
              </p:cNvPr>
              <p:cNvSpPr/>
              <p:nvPr/>
            </p:nvSpPr>
            <p:spPr>
              <a:xfrm>
                <a:off x="2937534" y="3912203"/>
                <a:ext cx="424655" cy="329314"/>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23" name="Straight Connector 922">
                <a:extLst>
                  <a:ext uri="{FF2B5EF4-FFF2-40B4-BE49-F238E27FC236}">
                    <a16:creationId xmlns:a16="http://schemas.microsoft.com/office/drawing/2014/main" id="{C201AD05-8A56-4949-B304-A2A9AB5DD587}"/>
                  </a:ext>
                </a:extLst>
              </p:cNvPr>
              <p:cNvCxnSpPr/>
              <p:nvPr/>
            </p:nvCxnSpPr>
            <p:spPr>
              <a:xfrm>
                <a:off x="2931664" y="4004411"/>
                <a:ext cx="424654" cy="0"/>
              </a:xfrm>
              <a:prstGeom prst="line">
                <a:avLst/>
              </a:prstGeom>
              <a:noFill/>
              <a:ln w="3175" cap="flat" cmpd="sng" algn="ctr">
                <a:solidFill>
                  <a:srgbClr val="CC0000"/>
                </a:solidFill>
                <a:prstDash val="solid"/>
              </a:ln>
              <a:effectLst/>
            </p:spPr>
          </p:cxnSp>
          <p:cxnSp>
            <p:nvCxnSpPr>
              <p:cNvPr id="924" name="Straight Connector 923">
                <a:extLst>
                  <a:ext uri="{FF2B5EF4-FFF2-40B4-BE49-F238E27FC236}">
                    <a16:creationId xmlns:a16="http://schemas.microsoft.com/office/drawing/2014/main" id="{ED7C9AD7-08A8-D942-BF3A-F53E94AF4B95}"/>
                  </a:ext>
                </a:extLst>
              </p:cNvPr>
              <p:cNvCxnSpPr/>
              <p:nvPr/>
            </p:nvCxnSpPr>
            <p:spPr>
              <a:xfrm>
                <a:off x="2931664" y="4066980"/>
                <a:ext cx="424654" cy="0"/>
              </a:xfrm>
              <a:prstGeom prst="line">
                <a:avLst/>
              </a:prstGeom>
              <a:noFill/>
              <a:ln w="3175" cap="flat" cmpd="sng" algn="ctr">
                <a:solidFill>
                  <a:srgbClr val="CC0000"/>
                </a:solidFill>
                <a:prstDash val="solid"/>
              </a:ln>
              <a:effectLst/>
            </p:spPr>
          </p:cxnSp>
          <p:cxnSp>
            <p:nvCxnSpPr>
              <p:cNvPr id="925" name="Straight Connector 924">
                <a:extLst>
                  <a:ext uri="{FF2B5EF4-FFF2-40B4-BE49-F238E27FC236}">
                    <a16:creationId xmlns:a16="http://schemas.microsoft.com/office/drawing/2014/main" id="{143A10B8-06CC-D647-AEF7-2670CD772003}"/>
                  </a:ext>
                </a:extLst>
              </p:cNvPr>
              <p:cNvCxnSpPr>
                <a:stCxn id="922" idx="2"/>
              </p:cNvCxnSpPr>
              <p:nvPr/>
            </p:nvCxnSpPr>
            <p:spPr>
              <a:xfrm flipH="1" flipV="1">
                <a:off x="3148883" y="4004411"/>
                <a:ext cx="0" cy="237106"/>
              </a:xfrm>
              <a:prstGeom prst="line">
                <a:avLst/>
              </a:prstGeom>
              <a:noFill/>
              <a:ln w="3175" cap="flat" cmpd="sng" algn="ctr">
                <a:solidFill>
                  <a:srgbClr val="CC0000"/>
                </a:solidFill>
                <a:prstDash val="solid"/>
              </a:ln>
              <a:effectLst/>
            </p:spPr>
          </p:cxnSp>
        </p:grpSp>
        <p:grpSp>
          <p:nvGrpSpPr>
            <p:cNvPr id="902" name="Group 406">
              <a:extLst>
                <a:ext uri="{FF2B5EF4-FFF2-40B4-BE49-F238E27FC236}">
                  <a16:creationId xmlns:a16="http://schemas.microsoft.com/office/drawing/2014/main" id="{508A07A5-EEA9-904C-A972-4C4DADB52684}"/>
                </a:ext>
              </a:extLst>
            </p:cNvPr>
            <p:cNvGrpSpPr>
              <a:grpSpLocks/>
            </p:cNvGrpSpPr>
            <p:nvPr/>
          </p:nvGrpSpPr>
          <p:grpSpPr bwMode="auto">
            <a:xfrm>
              <a:off x="3348666" y="2792111"/>
              <a:ext cx="350838" cy="317387"/>
              <a:chOff x="2931664" y="3912603"/>
              <a:chExt cx="430450" cy="329314"/>
            </a:xfrm>
          </p:grpSpPr>
          <p:sp>
            <p:nvSpPr>
              <p:cNvPr id="918" name="Rectangle 917">
                <a:extLst>
                  <a:ext uri="{FF2B5EF4-FFF2-40B4-BE49-F238E27FC236}">
                    <a16:creationId xmlns:a16="http://schemas.microsoft.com/office/drawing/2014/main" id="{3F286581-2453-1F47-8CC7-5657614015DB}"/>
                  </a:ext>
                </a:extLst>
              </p:cNvPr>
              <p:cNvSpPr/>
              <p:nvPr/>
            </p:nvSpPr>
            <p:spPr>
              <a:xfrm>
                <a:off x="2936779" y="3912603"/>
                <a:ext cx="424681" cy="329314"/>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19" name="Straight Connector 918">
                <a:extLst>
                  <a:ext uri="{FF2B5EF4-FFF2-40B4-BE49-F238E27FC236}">
                    <a16:creationId xmlns:a16="http://schemas.microsoft.com/office/drawing/2014/main" id="{30F55D65-689B-184E-A7EE-17D45743B000}"/>
                  </a:ext>
                </a:extLst>
              </p:cNvPr>
              <p:cNvCxnSpPr/>
              <p:nvPr/>
            </p:nvCxnSpPr>
            <p:spPr>
              <a:xfrm>
                <a:off x="2930935" y="4004811"/>
                <a:ext cx="424681" cy="0"/>
              </a:xfrm>
              <a:prstGeom prst="line">
                <a:avLst/>
              </a:prstGeom>
              <a:noFill/>
              <a:ln w="3175" cap="flat" cmpd="sng" algn="ctr">
                <a:solidFill>
                  <a:srgbClr val="CC0000"/>
                </a:solidFill>
                <a:prstDash val="solid"/>
              </a:ln>
              <a:effectLst/>
            </p:spPr>
          </p:cxnSp>
          <p:cxnSp>
            <p:nvCxnSpPr>
              <p:cNvPr id="920" name="Straight Connector 919">
                <a:extLst>
                  <a:ext uri="{FF2B5EF4-FFF2-40B4-BE49-F238E27FC236}">
                    <a16:creationId xmlns:a16="http://schemas.microsoft.com/office/drawing/2014/main" id="{076ADE22-2AEF-5040-9FA3-121B2C370E3A}"/>
                  </a:ext>
                </a:extLst>
              </p:cNvPr>
              <p:cNvCxnSpPr/>
              <p:nvPr/>
            </p:nvCxnSpPr>
            <p:spPr>
              <a:xfrm>
                <a:off x="2930935" y="4067381"/>
                <a:ext cx="424681" cy="0"/>
              </a:xfrm>
              <a:prstGeom prst="line">
                <a:avLst/>
              </a:prstGeom>
              <a:noFill/>
              <a:ln w="3175" cap="flat" cmpd="sng" algn="ctr">
                <a:solidFill>
                  <a:srgbClr val="CC0000"/>
                </a:solidFill>
                <a:prstDash val="solid"/>
              </a:ln>
              <a:effectLst/>
            </p:spPr>
          </p:cxnSp>
          <p:cxnSp>
            <p:nvCxnSpPr>
              <p:cNvPr id="921" name="Straight Connector 920">
                <a:extLst>
                  <a:ext uri="{FF2B5EF4-FFF2-40B4-BE49-F238E27FC236}">
                    <a16:creationId xmlns:a16="http://schemas.microsoft.com/office/drawing/2014/main" id="{F2B6C973-6DE4-2349-9A6A-64B1F7541845}"/>
                  </a:ext>
                </a:extLst>
              </p:cNvPr>
              <p:cNvCxnSpPr>
                <a:stCxn id="918" idx="2"/>
              </p:cNvCxnSpPr>
              <p:nvPr/>
            </p:nvCxnSpPr>
            <p:spPr>
              <a:xfrm flipH="1" flipV="1">
                <a:off x="3147171" y="4004811"/>
                <a:ext cx="1949" cy="237106"/>
              </a:xfrm>
              <a:prstGeom prst="line">
                <a:avLst/>
              </a:prstGeom>
              <a:noFill/>
              <a:ln w="3175" cap="flat" cmpd="sng" algn="ctr">
                <a:solidFill>
                  <a:srgbClr val="CC0000"/>
                </a:solidFill>
                <a:prstDash val="solid"/>
              </a:ln>
              <a:effectLst/>
            </p:spPr>
          </p:cxnSp>
        </p:grpSp>
        <p:grpSp>
          <p:nvGrpSpPr>
            <p:cNvPr id="903" name="Group 411">
              <a:extLst>
                <a:ext uri="{FF2B5EF4-FFF2-40B4-BE49-F238E27FC236}">
                  <a16:creationId xmlns:a16="http://schemas.microsoft.com/office/drawing/2014/main" id="{AB449866-D0BC-6B4F-801B-0FA210DD8325}"/>
                </a:ext>
              </a:extLst>
            </p:cNvPr>
            <p:cNvGrpSpPr>
              <a:grpSpLocks/>
            </p:cNvGrpSpPr>
            <p:nvPr/>
          </p:nvGrpSpPr>
          <p:grpSpPr bwMode="auto">
            <a:xfrm>
              <a:off x="4182104" y="2792111"/>
              <a:ext cx="350837" cy="317387"/>
              <a:chOff x="2931664" y="3912603"/>
              <a:chExt cx="430450" cy="329314"/>
            </a:xfrm>
          </p:grpSpPr>
          <p:sp>
            <p:nvSpPr>
              <p:cNvPr id="914" name="Rectangle 913">
                <a:extLst>
                  <a:ext uri="{FF2B5EF4-FFF2-40B4-BE49-F238E27FC236}">
                    <a16:creationId xmlns:a16="http://schemas.microsoft.com/office/drawing/2014/main" id="{4E4F9BC1-F5BE-B344-A249-E838C680C739}"/>
                  </a:ext>
                </a:extLst>
              </p:cNvPr>
              <p:cNvSpPr/>
              <p:nvPr/>
            </p:nvSpPr>
            <p:spPr>
              <a:xfrm>
                <a:off x="2936958" y="3912603"/>
                <a:ext cx="424682" cy="329314"/>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15" name="Straight Connector 914">
                <a:extLst>
                  <a:ext uri="{FF2B5EF4-FFF2-40B4-BE49-F238E27FC236}">
                    <a16:creationId xmlns:a16="http://schemas.microsoft.com/office/drawing/2014/main" id="{DB20F410-274B-C043-A0B4-75FDB2F514FF}"/>
                  </a:ext>
                </a:extLst>
              </p:cNvPr>
              <p:cNvCxnSpPr/>
              <p:nvPr/>
            </p:nvCxnSpPr>
            <p:spPr>
              <a:xfrm>
                <a:off x="2931113" y="4004811"/>
                <a:ext cx="424682" cy="0"/>
              </a:xfrm>
              <a:prstGeom prst="line">
                <a:avLst/>
              </a:prstGeom>
              <a:noFill/>
              <a:ln w="3175" cap="flat" cmpd="sng" algn="ctr">
                <a:solidFill>
                  <a:srgbClr val="CC0000"/>
                </a:solidFill>
                <a:prstDash val="solid"/>
              </a:ln>
              <a:effectLst/>
            </p:spPr>
          </p:cxnSp>
          <p:cxnSp>
            <p:nvCxnSpPr>
              <p:cNvPr id="916" name="Straight Connector 915">
                <a:extLst>
                  <a:ext uri="{FF2B5EF4-FFF2-40B4-BE49-F238E27FC236}">
                    <a16:creationId xmlns:a16="http://schemas.microsoft.com/office/drawing/2014/main" id="{7E028785-0101-4B45-BBD3-8308680B4792}"/>
                  </a:ext>
                </a:extLst>
              </p:cNvPr>
              <p:cNvCxnSpPr/>
              <p:nvPr/>
            </p:nvCxnSpPr>
            <p:spPr>
              <a:xfrm>
                <a:off x="2931113" y="4067381"/>
                <a:ext cx="424682" cy="0"/>
              </a:xfrm>
              <a:prstGeom prst="line">
                <a:avLst/>
              </a:prstGeom>
              <a:noFill/>
              <a:ln w="3175" cap="flat" cmpd="sng" algn="ctr">
                <a:solidFill>
                  <a:srgbClr val="CC0000"/>
                </a:solidFill>
                <a:prstDash val="solid"/>
              </a:ln>
              <a:effectLst/>
            </p:spPr>
          </p:cxnSp>
          <p:cxnSp>
            <p:nvCxnSpPr>
              <p:cNvPr id="917" name="Straight Connector 916">
                <a:extLst>
                  <a:ext uri="{FF2B5EF4-FFF2-40B4-BE49-F238E27FC236}">
                    <a16:creationId xmlns:a16="http://schemas.microsoft.com/office/drawing/2014/main" id="{A47B9AA0-7155-B643-A937-D99E939A959D}"/>
                  </a:ext>
                </a:extLst>
              </p:cNvPr>
              <p:cNvCxnSpPr>
                <a:stCxn id="914" idx="2"/>
              </p:cNvCxnSpPr>
              <p:nvPr/>
            </p:nvCxnSpPr>
            <p:spPr>
              <a:xfrm flipH="1" flipV="1">
                <a:off x="3147351" y="4004811"/>
                <a:ext cx="1947" cy="237106"/>
              </a:xfrm>
              <a:prstGeom prst="line">
                <a:avLst/>
              </a:prstGeom>
              <a:noFill/>
              <a:ln w="3175" cap="flat" cmpd="sng" algn="ctr">
                <a:solidFill>
                  <a:srgbClr val="CC0000"/>
                </a:solidFill>
                <a:prstDash val="solid"/>
              </a:ln>
              <a:effectLst/>
            </p:spPr>
          </p:cxnSp>
        </p:grpSp>
        <p:grpSp>
          <p:nvGrpSpPr>
            <p:cNvPr id="904" name="Group 416">
              <a:extLst>
                <a:ext uri="{FF2B5EF4-FFF2-40B4-BE49-F238E27FC236}">
                  <a16:creationId xmlns:a16="http://schemas.microsoft.com/office/drawing/2014/main" id="{6CFC219B-7363-534F-BBB9-2940C18F6DDC}"/>
                </a:ext>
              </a:extLst>
            </p:cNvPr>
            <p:cNvGrpSpPr>
              <a:grpSpLocks/>
            </p:cNvGrpSpPr>
            <p:nvPr/>
          </p:nvGrpSpPr>
          <p:grpSpPr bwMode="auto">
            <a:xfrm>
              <a:off x="5374316" y="2795285"/>
              <a:ext cx="349250" cy="317387"/>
              <a:chOff x="2931664" y="3912603"/>
              <a:chExt cx="430450" cy="329314"/>
            </a:xfrm>
          </p:grpSpPr>
          <p:sp>
            <p:nvSpPr>
              <p:cNvPr id="910" name="Rectangle 909">
                <a:extLst>
                  <a:ext uri="{FF2B5EF4-FFF2-40B4-BE49-F238E27FC236}">
                    <a16:creationId xmlns:a16="http://schemas.microsoft.com/office/drawing/2014/main" id="{A90F17FE-7DC7-C744-AC85-74012E165AB3}"/>
                  </a:ext>
                </a:extLst>
              </p:cNvPr>
              <p:cNvSpPr/>
              <p:nvPr/>
            </p:nvSpPr>
            <p:spPr>
              <a:xfrm>
                <a:off x="2937241" y="3912603"/>
                <a:ext cx="424655" cy="329314"/>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11" name="Straight Connector 910">
                <a:extLst>
                  <a:ext uri="{FF2B5EF4-FFF2-40B4-BE49-F238E27FC236}">
                    <a16:creationId xmlns:a16="http://schemas.microsoft.com/office/drawing/2014/main" id="{493DE14E-A2F1-A249-AD60-B96754D395E1}"/>
                  </a:ext>
                </a:extLst>
              </p:cNvPr>
              <p:cNvCxnSpPr/>
              <p:nvPr/>
            </p:nvCxnSpPr>
            <p:spPr>
              <a:xfrm>
                <a:off x="2931371" y="4004811"/>
                <a:ext cx="424654" cy="0"/>
              </a:xfrm>
              <a:prstGeom prst="line">
                <a:avLst/>
              </a:prstGeom>
              <a:noFill/>
              <a:ln w="3175" cap="flat" cmpd="sng" algn="ctr">
                <a:solidFill>
                  <a:srgbClr val="CC0000"/>
                </a:solidFill>
                <a:prstDash val="solid"/>
              </a:ln>
              <a:effectLst/>
            </p:spPr>
          </p:cxnSp>
          <p:cxnSp>
            <p:nvCxnSpPr>
              <p:cNvPr id="912" name="Straight Connector 911">
                <a:extLst>
                  <a:ext uri="{FF2B5EF4-FFF2-40B4-BE49-F238E27FC236}">
                    <a16:creationId xmlns:a16="http://schemas.microsoft.com/office/drawing/2014/main" id="{8DFE02DA-2A86-4844-B164-F4DC02A4123A}"/>
                  </a:ext>
                </a:extLst>
              </p:cNvPr>
              <p:cNvCxnSpPr/>
              <p:nvPr/>
            </p:nvCxnSpPr>
            <p:spPr>
              <a:xfrm>
                <a:off x="2931371" y="4067381"/>
                <a:ext cx="424654" cy="0"/>
              </a:xfrm>
              <a:prstGeom prst="line">
                <a:avLst/>
              </a:prstGeom>
              <a:noFill/>
              <a:ln w="3175" cap="flat" cmpd="sng" algn="ctr">
                <a:solidFill>
                  <a:srgbClr val="CC0000"/>
                </a:solidFill>
                <a:prstDash val="solid"/>
              </a:ln>
              <a:effectLst/>
            </p:spPr>
          </p:cxnSp>
          <p:cxnSp>
            <p:nvCxnSpPr>
              <p:cNvPr id="913" name="Straight Connector 912">
                <a:extLst>
                  <a:ext uri="{FF2B5EF4-FFF2-40B4-BE49-F238E27FC236}">
                    <a16:creationId xmlns:a16="http://schemas.microsoft.com/office/drawing/2014/main" id="{C4AA7EE7-5C2E-8D48-989F-F7194666A353}"/>
                  </a:ext>
                </a:extLst>
              </p:cNvPr>
              <p:cNvCxnSpPr>
                <a:stCxn id="910" idx="2"/>
              </p:cNvCxnSpPr>
              <p:nvPr/>
            </p:nvCxnSpPr>
            <p:spPr>
              <a:xfrm flipH="1" flipV="1">
                <a:off x="3148590" y="4004811"/>
                <a:ext cx="0" cy="237106"/>
              </a:xfrm>
              <a:prstGeom prst="line">
                <a:avLst/>
              </a:prstGeom>
              <a:noFill/>
              <a:ln w="3175" cap="flat" cmpd="sng" algn="ctr">
                <a:solidFill>
                  <a:srgbClr val="CC0000"/>
                </a:solidFill>
                <a:prstDash val="solid"/>
              </a:ln>
              <a:effectLst/>
            </p:spPr>
          </p:cxnSp>
        </p:grpSp>
        <p:grpSp>
          <p:nvGrpSpPr>
            <p:cNvPr id="905" name="Group 421">
              <a:extLst>
                <a:ext uri="{FF2B5EF4-FFF2-40B4-BE49-F238E27FC236}">
                  <a16:creationId xmlns:a16="http://schemas.microsoft.com/office/drawing/2014/main" id="{1FA36B18-95B0-CB4E-95BE-59E9718161E7}"/>
                </a:ext>
              </a:extLst>
            </p:cNvPr>
            <p:cNvGrpSpPr>
              <a:grpSpLocks/>
            </p:cNvGrpSpPr>
            <p:nvPr/>
          </p:nvGrpSpPr>
          <p:grpSpPr bwMode="auto">
            <a:xfrm>
              <a:off x="6379204" y="2792111"/>
              <a:ext cx="350837" cy="317387"/>
              <a:chOff x="2931664" y="3912603"/>
              <a:chExt cx="430450" cy="329314"/>
            </a:xfrm>
          </p:grpSpPr>
          <p:sp>
            <p:nvSpPr>
              <p:cNvPr id="906" name="Rectangle 905">
                <a:extLst>
                  <a:ext uri="{FF2B5EF4-FFF2-40B4-BE49-F238E27FC236}">
                    <a16:creationId xmlns:a16="http://schemas.microsoft.com/office/drawing/2014/main" id="{EE684161-8E76-E041-95F6-E692F09DB739}"/>
                  </a:ext>
                </a:extLst>
              </p:cNvPr>
              <p:cNvSpPr/>
              <p:nvPr/>
            </p:nvSpPr>
            <p:spPr>
              <a:xfrm>
                <a:off x="2937432" y="3912603"/>
                <a:ext cx="424682" cy="329314"/>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07" name="Straight Connector 906">
                <a:extLst>
                  <a:ext uri="{FF2B5EF4-FFF2-40B4-BE49-F238E27FC236}">
                    <a16:creationId xmlns:a16="http://schemas.microsoft.com/office/drawing/2014/main" id="{7927B3EE-2CC2-B44C-94F1-B69CA0A815A2}"/>
                  </a:ext>
                </a:extLst>
              </p:cNvPr>
              <p:cNvCxnSpPr/>
              <p:nvPr/>
            </p:nvCxnSpPr>
            <p:spPr>
              <a:xfrm>
                <a:off x="2931587" y="4004811"/>
                <a:ext cx="424682" cy="0"/>
              </a:xfrm>
              <a:prstGeom prst="line">
                <a:avLst/>
              </a:prstGeom>
              <a:noFill/>
              <a:ln w="3175" cap="flat" cmpd="sng" algn="ctr">
                <a:solidFill>
                  <a:srgbClr val="CC0000"/>
                </a:solidFill>
                <a:prstDash val="solid"/>
              </a:ln>
              <a:effectLst/>
            </p:spPr>
          </p:cxnSp>
          <p:cxnSp>
            <p:nvCxnSpPr>
              <p:cNvPr id="908" name="Straight Connector 907">
                <a:extLst>
                  <a:ext uri="{FF2B5EF4-FFF2-40B4-BE49-F238E27FC236}">
                    <a16:creationId xmlns:a16="http://schemas.microsoft.com/office/drawing/2014/main" id="{89B6595F-CFF0-3B40-B47C-ADB86E974281}"/>
                  </a:ext>
                </a:extLst>
              </p:cNvPr>
              <p:cNvCxnSpPr/>
              <p:nvPr/>
            </p:nvCxnSpPr>
            <p:spPr>
              <a:xfrm>
                <a:off x="2931587" y="4067381"/>
                <a:ext cx="424682" cy="0"/>
              </a:xfrm>
              <a:prstGeom prst="line">
                <a:avLst/>
              </a:prstGeom>
              <a:noFill/>
              <a:ln w="3175" cap="flat" cmpd="sng" algn="ctr">
                <a:solidFill>
                  <a:srgbClr val="CC0000"/>
                </a:solidFill>
                <a:prstDash val="solid"/>
              </a:ln>
              <a:effectLst/>
            </p:spPr>
          </p:cxnSp>
          <p:cxnSp>
            <p:nvCxnSpPr>
              <p:cNvPr id="909" name="Straight Connector 908">
                <a:extLst>
                  <a:ext uri="{FF2B5EF4-FFF2-40B4-BE49-F238E27FC236}">
                    <a16:creationId xmlns:a16="http://schemas.microsoft.com/office/drawing/2014/main" id="{C551D2B6-035F-CE4D-A43A-5FFB5AFCEED5}"/>
                  </a:ext>
                </a:extLst>
              </p:cNvPr>
              <p:cNvCxnSpPr>
                <a:stCxn id="906" idx="2"/>
              </p:cNvCxnSpPr>
              <p:nvPr/>
            </p:nvCxnSpPr>
            <p:spPr>
              <a:xfrm flipH="1" flipV="1">
                <a:off x="3147825" y="4004811"/>
                <a:ext cx="1947" cy="237106"/>
              </a:xfrm>
              <a:prstGeom prst="line">
                <a:avLst/>
              </a:prstGeom>
              <a:noFill/>
              <a:ln w="3175" cap="flat" cmpd="sng" algn="ctr">
                <a:solidFill>
                  <a:srgbClr val="CC0000"/>
                </a:solidFill>
                <a:prstDash val="solid"/>
              </a:ln>
              <a:effectLst/>
            </p:spPr>
          </p:cxnSp>
        </p:grpSp>
      </p:grpSp>
      <p:grpSp>
        <p:nvGrpSpPr>
          <p:cNvPr id="926" name="Group 925">
            <a:extLst>
              <a:ext uri="{FF2B5EF4-FFF2-40B4-BE49-F238E27FC236}">
                <a16:creationId xmlns:a16="http://schemas.microsoft.com/office/drawing/2014/main" id="{A988FEAF-222E-2C4B-8C38-8B6C17D4D63D}"/>
              </a:ext>
            </a:extLst>
          </p:cNvPr>
          <p:cNvGrpSpPr>
            <a:grpSpLocks/>
          </p:cNvGrpSpPr>
          <p:nvPr/>
        </p:nvGrpSpPr>
        <p:grpSpPr bwMode="auto">
          <a:xfrm>
            <a:off x="2703801" y="3841531"/>
            <a:ext cx="3908822" cy="2055019"/>
            <a:chOff x="1856416" y="3709935"/>
            <a:chExt cx="5211763" cy="2739614"/>
          </a:xfrm>
        </p:grpSpPr>
        <p:sp>
          <p:nvSpPr>
            <p:cNvPr id="927" name="Freeform 926">
              <a:extLst>
                <a:ext uri="{FF2B5EF4-FFF2-40B4-BE49-F238E27FC236}">
                  <a16:creationId xmlns:a16="http://schemas.microsoft.com/office/drawing/2014/main" id="{875BCAC4-B573-D54B-BF32-094096F89D98}"/>
                </a:ext>
              </a:extLst>
            </p:cNvPr>
            <p:cNvSpPr/>
            <p:nvPr/>
          </p:nvSpPr>
          <p:spPr>
            <a:xfrm>
              <a:off x="1877053" y="5330529"/>
              <a:ext cx="1281113" cy="758711"/>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0499" h="759828">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28" name="Freeform 927">
              <a:extLst>
                <a:ext uri="{FF2B5EF4-FFF2-40B4-BE49-F238E27FC236}">
                  <a16:creationId xmlns:a16="http://schemas.microsoft.com/office/drawing/2014/main" id="{0D857BEA-FC6F-1449-A5C0-C21CC8BC5CED}"/>
                </a:ext>
              </a:extLst>
            </p:cNvPr>
            <p:cNvSpPr/>
            <p:nvPr/>
          </p:nvSpPr>
          <p:spPr>
            <a:xfrm>
              <a:off x="6202992" y="5428939"/>
              <a:ext cx="865187" cy="553955"/>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1011379"/>
                <a:gd name="connsiteY0" fmla="*/ 605727 h 758185"/>
                <a:gd name="connsiteX1" fmla="*/ 490915 w 1011379"/>
                <a:gd name="connsiteY1" fmla="*/ 13939 h 758185"/>
                <a:gd name="connsiteX2" fmla="*/ 1011379 w 1011379"/>
                <a:gd name="connsiteY2" fmla="*/ 563 h 758185"/>
                <a:gd name="connsiteX3" fmla="*/ 268780 w 1011379"/>
                <a:gd name="connsiteY3" fmla="*/ 758185 h 758185"/>
                <a:gd name="connsiteX4" fmla="*/ 0 w 1011379"/>
                <a:gd name="connsiteY4" fmla="*/ 605727 h 758185"/>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05727"/>
                <a:gd name="connsiteX1" fmla="*/ 490915 w 1011379"/>
                <a:gd name="connsiteY1" fmla="*/ 13939 h 605727"/>
                <a:gd name="connsiteX2" fmla="*/ 1011379 w 1011379"/>
                <a:gd name="connsiteY2" fmla="*/ 563 h 605727"/>
                <a:gd name="connsiteX3" fmla="*/ 318823 w 1011379"/>
                <a:gd name="connsiteY3" fmla="*/ 553361 h 605727"/>
                <a:gd name="connsiteX4" fmla="*/ 0 w 1011379"/>
                <a:gd name="connsiteY4" fmla="*/ 605727 h 605727"/>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251" h="55336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29" name="Freeform 928">
              <a:extLst>
                <a:ext uri="{FF2B5EF4-FFF2-40B4-BE49-F238E27FC236}">
                  <a16:creationId xmlns:a16="http://schemas.microsoft.com/office/drawing/2014/main" id="{218DF382-E11C-A94A-ABF5-F93EB0534196}"/>
                </a:ext>
              </a:extLst>
            </p:cNvPr>
            <p:cNvSpPr/>
            <p:nvPr/>
          </p:nvSpPr>
          <p:spPr>
            <a:xfrm>
              <a:off x="5377492" y="5449574"/>
              <a:ext cx="676275" cy="89680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675040"/>
                <a:gd name="connsiteY0" fmla="*/ 894029 h 896577"/>
                <a:gd name="connsiteX1" fmla="*/ 15664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 name="connsiteX0" fmla="*/ 0 w 675040"/>
                <a:gd name="connsiteY0" fmla="*/ 894029 h 896577"/>
                <a:gd name="connsiteX1" fmla="*/ 18662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40" h="896577">
                  <a:moveTo>
                    <a:pt x="0" y="894029"/>
                  </a:moveTo>
                  <a:cubicBezTo>
                    <a:pt x="95638" y="409857"/>
                    <a:pt x="76811" y="618448"/>
                    <a:pt x="186623" y="1724"/>
                  </a:cubicBezTo>
                  <a:cubicBezTo>
                    <a:pt x="431451" y="14348"/>
                    <a:pt x="449377" y="35256"/>
                    <a:pt x="675040" y="0"/>
                  </a:cubicBezTo>
                  <a:cubicBezTo>
                    <a:pt x="276172" y="749497"/>
                    <a:pt x="462801" y="344746"/>
                    <a:pt x="179079" y="886531"/>
                  </a:cubicBezTo>
                  <a:cubicBezTo>
                    <a:pt x="44794" y="857895"/>
                    <a:pt x="92525" y="908114"/>
                    <a:pt x="0" y="894029"/>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30" name="Freeform 929">
              <a:extLst>
                <a:ext uri="{FF2B5EF4-FFF2-40B4-BE49-F238E27FC236}">
                  <a16:creationId xmlns:a16="http://schemas.microsoft.com/office/drawing/2014/main" id="{BD4E8E8A-5281-2546-8825-0786245B15DA}"/>
                </a:ext>
              </a:extLst>
            </p:cNvPr>
            <p:cNvSpPr/>
            <p:nvPr/>
          </p:nvSpPr>
          <p:spPr>
            <a:xfrm>
              <a:off x="4340853" y="5470208"/>
              <a:ext cx="514350" cy="40157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7341"/>
                <a:gd name="connsiteX1" fmla="*/ 0 w 514180"/>
                <a:gd name="connsiteY1" fmla="*/ 0 h 577341"/>
                <a:gd name="connsiteX2" fmla="*/ 514180 w 514180"/>
                <a:gd name="connsiteY2" fmla="*/ 10891 h 577341"/>
                <a:gd name="connsiteX3" fmla="*/ 404259 w 514180"/>
                <a:gd name="connsiteY3" fmla="*/ 386400 h 577341"/>
                <a:gd name="connsiteX4" fmla="*/ 135770 w 514180"/>
                <a:gd name="connsiteY4" fmla="*/ 577341 h 577341"/>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02193 h 402193"/>
                <a:gd name="connsiteX1" fmla="*/ 0 w 514180"/>
                <a:gd name="connsiteY1" fmla="*/ 0 h 402193"/>
                <a:gd name="connsiteX2" fmla="*/ 514180 w 514180"/>
                <a:gd name="connsiteY2" fmla="*/ 10891 h 402193"/>
                <a:gd name="connsiteX3" fmla="*/ 404259 w 514180"/>
                <a:gd name="connsiteY3" fmla="*/ 386400 h 402193"/>
                <a:gd name="connsiteX4" fmla="*/ 100781 w 514180"/>
                <a:gd name="connsiteY4" fmla="*/ 402193 h 402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402193">
                  <a:moveTo>
                    <a:pt x="100781" y="402193"/>
                  </a:moveTo>
                  <a:cubicBezTo>
                    <a:pt x="60584" y="194221"/>
                    <a:pt x="96631" y="442038"/>
                    <a:pt x="0" y="0"/>
                  </a:cubicBezTo>
                  <a:lnTo>
                    <a:pt x="514180" y="10891"/>
                  </a:lnTo>
                  <a:cubicBezTo>
                    <a:pt x="417353" y="348331"/>
                    <a:pt x="491637" y="89943"/>
                    <a:pt x="404259" y="386400"/>
                  </a:cubicBezTo>
                  <a:cubicBezTo>
                    <a:pt x="357814" y="390704"/>
                    <a:pt x="168880" y="400727"/>
                    <a:pt x="100781" y="40219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31" name="Freeform 930">
              <a:extLst>
                <a:ext uri="{FF2B5EF4-FFF2-40B4-BE49-F238E27FC236}">
                  <a16:creationId xmlns:a16="http://schemas.microsoft.com/office/drawing/2014/main" id="{E78920D8-D684-1642-B41B-2CC538B9202E}"/>
                </a:ext>
              </a:extLst>
            </p:cNvPr>
            <p:cNvSpPr/>
            <p:nvPr/>
          </p:nvSpPr>
          <p:spPr>
            <a:xfrm>
              <a:off x="3561391" y="5433701"/>
              <a:ext cx="573087" cy="101584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 name="connsiteX0" fmla="*/ 403236 w 574100"/>
                <a:gd name="connsiteY0" fmla="*/ 1215612 h 1215612"/>
                <a:gd name="connsiteX1" fmla="*/ 0 w 574100"/>
                <a:gd name="connsiteY1" fmla="*/ 4757 h 1215612"/>
                <a:gd name="connsiteX2" fmla="*/ 502783 w 574100"/>
                <a:gd name="connsiteY2" fmla="*/ 0 h 1215612"/>
                <a:gd name="connsiteX3" fmla="*/ 574100 w 574100"/>
                <a:gd name="connsiteY3" fmla="*/ 1014877 h 1215612"/>
                <a:gd name="connsiteX4" fmla="*/ 403236 w 574100"/>
                <a:gd name="connsiteY4" fmla="*/ 1215612 h 1215612"/>
                <a:gd name="connsiteX0" fmla="*/ 333190 w 574100"/>
                <a:gd name="connsiteY0" fmla="*/ 985695 h 1015244"/>
                <a:gd name="connsiteX1" fmla="*/ 0 w 574100"/>
                <a:gd name="connsiteY1" fmla="*/ 4757 h 1015244"/>
                <a:gd name="connsiteX2" fmla="*/ 502783 w 574100"/>
                <a:gd name="connsiteY2" fmla="*/ 0 h 1015244"/>
                <a:gd name="connsiteX3" fmla="*/ 574100 w 574100"/>
                <a:gd name="connsiteY3" fmla="*/ 1014877 h 1015244"/>
                <a:gd name="connsiteX4" fmla="*/ 333190 w 574100"/>
                <a:gd name="connsiteY4" fmla="*/ 985695 h 101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100" h="1015244">
                  <a:moveTo>
                    <a:pt x="333190" y="985695"/>
                  </a:moveTo>
                  <a:cubicBezTo>
                    <a:pt x="153901" y="433090"/>
                    <a:pt x="295574" y="908506"/>
                    <a:pt x="0" y="4757"/>
                  </a:cubicBezTo>
                  <a:cubicBezTo>
                    <a:pt x="166537" y="861"/>
                    <a:pt x="336246" y="3896"/>
                    <a:pt x="502783" y="0"/>
                  </a:cubicBezTo>
                  <a:cubicBezTo>
                    <a:pt x="555943" y="995541"/>
                    <a:pt x="537473" y="350120"/>
                    <a:pt x="574100" y="1014877"/>
                  </a:cubicBezTo>
                  <a:cubicBezTo>
                    <a:pt x="476415" y="1019182"/>
                    <a:pt x="529388" y="984229"/>
                    <a:pt x="333190" y="985695"/>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grpSp>
          <p:nvGrpSpPr>
            <p:cNvPr id="932" name="Group 28">
              <a:extLst>
                <a:ext uri="{FF2B5EF4-FFF2-40B4-BE49-F238E27FC236}">
                  <a16:creationId xmlns:a16="http://schemas.microsoft.com/office/drawing/2014/main" id="{088ACE2A-7A5D-4F42-921C-CF157C288095}"/>
                </a:ext>
              </a:extLst>
            </p:cNvPr>
            <p:cNvGrpSpPr>
              <a:grpSpLocks/>
            </p:cNvGrpSpPr>
            <p:nvPr/>
          </p:nvGrpSpPr>
          <p:grpSpPr bwMode="auto">
            <a:xfrm>
              <a:off x="1856416" y="3709935"/>
              <a:ext cx="1049338" cy="1739900"/>
              <a:chOff x="1856416" y="3709935"/>
              <a:chExt cx="1049338" cy="1739900"/>
            </a:xfrm>
          </p:grpSpPr>
          <p:sp>
            <p:nvSpPr>
              <p:cNvPr id="1017" name="Rectangle 1016">
                <a:extLst>
                  <a:ext uri="{FF2B5EF4-FFF2-40B4-BE49-F238E27FC236}">
                    <a16:creationId xmlns:a16="http://schemas.microsoft.com/office/drawing/2014/main" id="{F031C840-E404-B943-9DD7-6487F36B8BC7}"/>
                  </a:ext>
                </a:extLst>
              </p:cNvPr>
              <p:cNvSpPr/>
              <p:nvPr/>
            </p:nvSpPr>
            <p:spPr bwMode="auto">
              <a:xfrm rot="10800000">
                <a:off x="1867528" y="3957548"/>
                <a:ext cx="1027113" cy="61109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grpSp>
            <p:nvGrpSpPr>
              <p:cNvPr id="1018" name="Group 498">
                <a:extLst>
                  <a:ext uri="{FF2B5EF4-FFF2-40B4-BE49-F238E27FC236}">
                    <a16:creationId xmlns:a16="http://schemas.microsoft.com/office/drawing/2014/main" id="{11E4B476-A94C-6141-A48C-F22AAD7C573A}"/>
                  </a:ext>
                </a:extLst>
              </p:cNvPr>
              <p:cNvGrpSpPr>
                <a:grpSpLocks/>
              </p:cNvGrpSpPr>
              <p:nvPr/>
            </p:nvGrpSpPr>
            <p:grpSpPr bwMode="auto">
              <a:xfrm>
                <a:off x="1858805" y="5088863"/>
                <a:ext cx="1035373" cy="360972"/>
                <a:chOff x="4128636" y="3606589"/>
                <a:chExt cx="568145" cy="338667"/>
              </a:xfrm>
            </p:grpSpPr>
            <p:sp>
              <p:nvSpPr>
                <p:cNvPr id="1032" name="Oval 1031">
                  <a:extLst>
                    <a:ext uri="{FF2B5EF4-FFF2-40B4-BE49-F238E27FC236}">
                      <a16:creationId xmlns:a16="http://schemas.microsoft.com/office/drawing/2014/main" id="{6285E922-4389-6747-873A-ED742F93B7B8}"/>
                    </a:ext>
                  </a:extLst>
                </p:cNvPr>
                <p:cNvSpPr/>
                <p:nvPr/>
              </p:nvSpPr>
              <p:spPr>
                <a:xfrm>
                  <a:off x="4129067" y="3720144"/>
                  <a:ext cx="567968" cy="224867"/>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33" name="Rectangle 1032">
                  <a:extLst>
                    <a:ext uri="{FF2B5EF4-FFF2-40B4-BE49-F238E27FC236}">
                      <a16:creationId xmlns:a16="http://schemas.microsoft.com/office/drawing/2014/main" id="{681399F7-9F7D-8247-A86B-B0C42C17B7BD}"/>
                    </a:ext>
                  </a:extLst>
                </p:cNvPr>
                <p:cNvSpPr/>
                <p:nvPr/>
              </p:nvSpPr>
              <p:spPr>
                <a:xfrm>
                  <a:off x="4129067" y="3720144"/>
                  <a:ext cx="567968" cy="111689"/>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34" name="Oval 1033">
                  <a:extLst>
                    <a:ext uri="{FF2B5EF4-FFF2-40B4-BE49-F238E27FC236}">
                      <a16:creationId xmlns:a16="http://schemas.microsoft.com/office/drawing/2014/main" id="{22EC9AA8-544A-8B4A-88A6-2074F49F53D4}"/>
                    </a:ext>
                  </a:extLst>
                </p:cNvPr>
                <p:cNvSpPr/>
                <p:nvPr/>
              </p:nvSpPr>
              <p:spPr>
                <a:xfrm>
                  <a:off x="4129067" y="3606966"/>
                  <a:ext cx="567968" cy="224867"/>
                </a:xfrm>
                <a:prstGeom prst="ellipse">
                  <a:avLst/>
                </a:prstGeom>
                <a:solidFill>
                  <a:srgbClr val="3333CC">
                    <a:lumMod val="60000"/>
                    <a:lumOff val="40000"/>
                    <a:alpha val="7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1035" name="Straight Connector 1034">
                  <a:extLst>
                    <a:ext uri="{FF2B5EF4-FFF2-40B4-BE49-F238E27FC236}">
                      <a16:creationId xmlns:a16="http://schemas.microsoft.com/office/drawing/2014/main" id="{C98CC5A1-6137-AD47-8DAD-1CE3995E4F4E}"/>
                    </a:ext>
                  </a:extLst>
                </p:cNvPr>
                <p:cNvCxnSpPr/>
                <p:nvPr/>
              </p:nvCxnSpPr>
              <p:spPr>
                <a:xfrm>
                  <a:off x="4697035" y="3720144"/>
                  <a:ext cx="0" cy="111689"/>
                </a:xfrm>
                <a:prstGeom prst="line">
                  <a:avLst/>
                </a:prstGeom>
                <a:noFill/>
                <a:ln w="6350" cap="flat" cmpd="sng" algn="ctr">
                  <a:solidFill>
                    <a:srgbClr val="000000"/>
                  </a:solidFill>
                  <a:prstDash val="solid"/>
                </a:ln>
                <a:effectLst/>
              </p:spPr>
            </p:cxnSp>
            <p:cxnSp>
              <p:nvCxnSpPr>
                <p:cNvPr id="1036" name="Straight Connector 1035">
                  <a:extLst>
                    <a:ext uri="{FF2B5EF4-FFF2-40B4-BE49-F238E27FC236}">
                      <a16:creationId xmlns:a16="http://schemas.microsoft.com/office/drawing/2014/main" id="{D6DBD6DE-4277-6E43-8F0F-101EA88CC186}"/>
                    </a:ext>
                  </a:extLst>
                </p:cNvPr>
                <p:cNvCxnSpPr/>
                <p:nvPr/>
              </p:nvCxnSpPr>
              <p:spPr>
                <a:xfrm>
                  <a:off x="4129067" y="3720144"/>
                  <a:ext cx="0" cy="111689"/>
                </a:xfrm>
                <a:prstGeom prst="line">
                  <a:avLst/>
                </a:prstGeom>
                <a:noFill/>
                <a:ln w="6350" cap="flat" cmpd="sng" algn="ctr">
                  <a:solidFill>
                    <a:srgbClr val="000000"/>
                  </a:solidFill>
                  <a:prstDash val="solid"/>
                </a:ln>
                <a:effectLst/>
              </p:spPr>
            </p:cxnSp>
          </p:grpSp>
          <p:sp>
            <p:nvSpPr>
              <p:cNvPr id="1019" name="Rectangle 1018">
                <a:extLst>
                  <a:ext uri="{FF2B5EF4-FFF2-40B4-BE49-F238E27FC236}">
                    <a16:creationId xmlns:a16="http://schemas.microsoft.com/office/drawing/2014/main" id="{511198B5-F79E-C74D-B56E-01ADB1EAA4C1}"/>
                  </a:ext>
                </a:extLst>
              </p:cNvPr>
              <p:cNvSpPr/>
              <p:nvPr/>
            </p:nvSpPr>
            <p:spPr bwMode="auto">
              <a:xfrm>
                <a:off x="1877053" y="4705148"/>
                <a:ext cx="1028700" cy="522210"/>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1020" name="Straight Connector 1019">
                <a:extLst>
                  <a:ext uri="{FF2B5EF4-FFF2-40B4-BE49-F238E27FC236}">
                    <a16:creationId xmlns:a16="http://schemas.microsoft.com/office/drawing/2014/main" id="{D3ADC60A-D45A-1346-84AC-B4714AE1CB27}"/>
                  </a:ext>
                </a:extLst>
              </p:cNvPr>
              <p:cNvCxnSpPr/>
              <p:nvPr/>
            </p:nvCxnSpPr>
            <p:spPr bwMode="auto">
              <a:xfrm>
                <a:off x="1861178" y="3981356"/>
                <a:ext cx="17463" cy="1301555"/>
              </a:xfrm>
              <a:prstGeom prst="line">
                <a:avLst/>
              </a:prstGeom>
              <a:noFill/>
              <a:ln w="3175" cap="flat" cmpd="sng" algn="ctr">
                <a:solidFill>
                  <a:srgbClr val="000000"/>
                </a:solidFill>
                <a:prstDash val="sysDash"/>
              </a:ln>
              <a:effectLst/>
            </p:spPr>
          </p:cxnSp>
          <p:cxnSp>
            <p:nvCxnSpPr>
              <p:cNvPr id="1021" name="Straight Connector 1020">
                <a:extLst>
                  <a:ext uri="{FF2B5EF4-FFF2-40B4-BE49-F238E27FC236}">
                    <a16:creationId xmlns:a16="http://schemas.microsoft.com/office/drawing/2014/main" id="{8C732665-0AF3-514A-8491-058D584AA66C}"/>
                  </a:ext>
                </a:extLst>
              </p:cNvPr>
              <p:cNvCxnSpPr/>
              <p:nvPr/>
            </p:nvCxnSpPr>
            <p:spPr bwMode="auto">
              <a:xfrm flipH="1">
                <a:off x="2894641" y="3971833"/>
                <a:ext cx="6350" cy="1269810"/>
              </a:xfrm>
              <a:prstGeom prst="line">
                <a:avLst/>
              </a:prstGeom>
              <a:noFill/>
              <a:ln w="3175" cap="flat" cmpd="sng" algn="ctr">
                <a:solidFill>
                  <a:srgbClr val="000000"/>
                </a:solidFill>
                <a:prstDash val="sysDash"/>
              </a:ln>
              <a:effectLst/>
            </p:spPr>
          </p:cxnSp>
          <p:grpSp>
            <p:nvGrpSpPr>
              <p:cNvPr id="1022" name="Group 504">
                <a:extLst>
                  <a:ext uri="{FF2B5EF4-FFF2-40B4-BE49-F238E27FC236}">
                    <a16:creationId xmlns:a16="http://schemas.microsoft.com/office/drawing/2014/main" id="{87E38306-3DC6-B044-991D-BEE6F6FD2E77}"/>
                  </a:ext>
                </a:extLst>
              </p:cNvPr>
              <p:cNvGrpSpPr>
                <a:grpSpLocks/>
              </p:cNvGrpSpPr>
              <p:nvPr/>
            </p:nvGrpSpPr>
            <p:grpSpPr bwMode="auto">
              <a:xfrm>
                <a:off x="1856416" y="3709935"/>
                <a:ext cx="1044712" cy="399063"/>
                <a:chOff x="2183302" y="1574638"/>
                <a:chExt cx="1200154" cy="430218"/>
              </a:xfrm>
            </p:grpSpPr>
            <p:sp>
              <p:nvSpPr>
                <p:cNvPr id="1023" name="Oval 1022">
                  <a:extLst>
                    <a:ext uri="{FF2B5EF4-FFF2-40B4-BE49-F238E27FC236}">
                      <a16:creationId xmlns:a16="http://schemas.microsoft.com/office/drawing/2014/main" id="{55E5FA1C-CAB4-8341-8DAA-EDAE9CFD84E2}"/>
                    </a:ext>
                  </a:extLst>
                </p:cNvPr>
                <p:cNvSpPr/>
                <p:nvPr/>
              </p:nvSpPr>
              <p:spPr bwMode="auto">
                <a:xfrm flipV="1">
                  <a:off x="2185125" y="1689286"/>
                  <a:ext cx="1196349" cy="314857"/>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1024" name="Rectangle 1023">
                  <a:extLst>
                    <a:ext uri="{FF2B5EF4-FFF2-40B4-BE49-F238E27FC236}">
                      <a16:creationId xmlns:a16="http://schemas.microsoft.com/office/drawing/2014/main" id="{44108165-9E65-5F4A-BAAB-C6ACE38D3C65}"/>
                    </a:ext>
                  </a:extLst>
                </p:cNvPr>
                <p:cNvSpPr/>
                <p:nvPr/>
              </p:nvSpPr>
              <p:spPr bwMode="auto">
                <a:xfrm>
                  <a:off x="2183302" y="1735489"/>
                  <a:ext cx="1198172" cy="112938"/>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25" name="Oval 1024">
                  <a:extLst>
                    <a:ext uri="{FF2B5EF4-FFF2-40B4-BE49-F238E27FC236}">
                      <a16:creationId xmlns:a16="http://schemas.microsoft.com/office/drawing/2014/main" id="{5220D9A0-FC71-C848-AA4B-AC3EAD73DB6B}"/>
                    </a:ext>
                  </a:extLst>
                </p:cNvPr>
                <p:cNvSpPr>
                  <a:spLocks noChangeArrowheads="1"/>
                </p:cNvSpPr>
                <p:nvPr/>
              </p:nvSpPr>
              <p:spPr bwMode="auto">
                <a:xfrm flipV="1">
                  <a:off x="2183302" y="1574638"/>
                  <a:ext cx="1196349" cy="3148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026" name="Freeform 1025">
                  <a:extLst>
                    <a:ext uri="{FF2B5EF4-FFF2-40B4-BE49-F238E27FC236}">
                      <a16:creationId xmlns:a16="http://schemas.microsoft.com/office/drawing/2014/main" id="{0E8501FC-8102-1648-8958-E425AC1A0FB8}"/>
                    </a:ext>
                  </a:extLst>
                </p:cNvPr>
                <p:cNvSpPr/>
                <p:nvPr/>
              </p:nvSpPr>
              <p:spPr bwMode="auto">
                <a:xfrm>
                  <a:off x="2489684" y="1670464"/>
                  <a:ext cx="581761" cy="15742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27" name="Freeform 1026">
                  <a:extLst>
                    <a:ext uri="{FF2B5EF4-FFF2-40B4-BE49-F238E27FC236}">
                      <a16:creationId xmlns:a16="http://schemas.microsoft.com/office/drawing/2014/main" id="{AF49A14A-FE33-EB4B-ADEA-BA7B348615CA}"/>
                    </a:ext>
                  </a:extLst>
                </p:cNvPr>
                <p:cNvSpPr>
                  <a:spLocks/>
                </p:cNvSpPr>
                <p:nvPr/>
              </p:nvSpPr>
              <p:spPr bwMode="auto">
                <a:xfrm>
                  <a:off x="2429501" y="1629396"/>
                  <a:ext cx="703949" cy="111226"/>
                </a:xfrm>
                <a:custGeom>
                  <a:avLst/>
                  <a:gdLst>
                    <a:gd name="T0" fmla="*/ 0 w 3723451"/>
                    <a:gd name="T1" fmla="*/ 27211 h 932950"/>
                    <a:gd name="T2" fmla="*/ 123865 w 3723451"/>
                    <a:gd name="T3" fmla="*/ 321 h 932950"/>
                    <a:gd name="T4" fmla="*/ 350850 w 3723451"/>
                    <a:gd name="T5" fmla="*/ 62061 h 932950"/>
                    <a:gd name="T6" fmla="*/ 567397 w 3723451"/>
                    <a:gd name="T7" fmla="*/ 0 h 932950"/>
                    <a:gd name="T8" fmla="*/ 703949 w 3723451"/>
                    <a:gd name="T9" fmla="*/ 24696 h 932950"/>
                    <a:gd name="T10" fmla="*/ 602354 w 3723451"/>
                    <a:gd name="T11" fmla="*/ 55064 h 932950"/>
                    <a:gd name="T12" fmla="*/ 569645 w 3723451"/>
                    <a:gd name="T13" fmla="*/ 46877 h 932950"/>
                    <a:gd name="T14" fmla="*/ 354838 w 3723451"/>
                    <a:gd name="T15" fmla="*/ 111226 h 932950"/>
                    <a:gd name="T16" fmla="*/ 134536 w 3723451"/>
                    <a:gd name="T17" fmla="*/ 49244 h 932950"/>
                    <a:gd name="T18" fmla="*/ 98918 w 3723451"/>
                    <a:gd name="T19" fmla="*/ 55934 h 932950"/>
                    <a:gd name="T20" fmla="*/ 0 w 3723451"/>
                    <a:gd name="T21" fmla="*/ 27211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28" name="Freeform 1027">
                  <a:extLst>
                    <a:ext uri="{FF2B5EF4-FFF2-40B4-BE49-F238E27FC236}">
                      <a16:creationId xmlns:a16="http://schemas.microsoft.com/office/drawing/2014/main" id="{FEBE179E-02E9-C64E-89FC-F45503783F7D}"/>
                    </a:ext>
                  </a:extLst>
                </p:cNvPr>
                <p:cNvSpPr>
                  <a:spLocks/>
                </p:cNvSpPr>
                <p:nvPr/>
              </p:nvSpPr>
              <p:spPr bwMode="auto">
                <a:xfrm>
                  <a:off x="2892722" y="1723510"/>
                  <a:ext cx="257143" cy="95826"/>
                </a:xfrm>
                <a:custGeom>
                  <a:avLst/>
                  <a:gdLst>
                    <a:gd name="T0" fmla="*/ 0 w 1366596"/>
                    <a:gd name="T1" fmla="*/ 0 h 809868"/>
                    <a:gd name="T2" fmla="*/ 257143 w 1366596"/>
                    <a:gd name="T3" fmla="*/ 74047 h 809868"/>
                    <a:gd name="T4" fmla="*/ 162771 w 1366596"/>
                    <a:gd name="T5" fmla="*/ 95826 h 809868"/>
                    <a:gd name="T6" fmla="*/ 866 w 1366596"/>
                    <a:gd name="T7" fmla="*/ 5063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29" name="Freeform 1028">
                  <a:extLst>
                    <a:ext uri="{FF2B5EF4-FFF2-40B4-BE49-F238E27FC236}">
                      <a16:creationId xmlns:a16="http://schemas.microsoft.com/office/drawing/2014/main" id="{56DF1AAD-D538-1C44-A286-465AD81A046E}"/>
                    </a:ext>
                  </a:extLst>
                </p:cNvPr>
                <p:cNvSpPr>
                  <a:spLocks/>
                </p:cNvSpPr>
                <p:nvPr/>
              </p:nvSpPr>
              <p:spPr bwMode="auto">
                <a:xfrm>
                  <a:off x="2416736" y="1725222"/>
                  <a:ext cx="255318" cy="94114"/>
                </a:xfrm>
                <a:custGeom>
                  <a:avLst/>
                  <a:gdLst>
                    <a:gd name="T0" fmla="*/ 251832 w 1348191"/>
                    <a:gd name="T1" fmla="*/ 0 h 791462"/>
                    <a:gd name="T2" fmla="*/ 255318 w 1348191"/>
                    <a:gd name="T3" fmla="*/ 45415 h 791462"/>
                    <a:gd name="T4" fmla="*/ 92368 w 1348191"/>
                    <a:gd name="T5" fmla="*/ 94114 h 791462"/>
                    <a:gd name="T6" fmla="*/ 0 w 1348191"/>
                    <a:gd name="T7" fmla="*/ 72774 h 791462"/>
                    <a:gd name="T8" fmla="*/ 25183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1030" name="Straight Connector 1029">
                  <a:extLst>
                    <a:ext uri="{FF2B5EF4-FFF2-40B4-BE49-F238E27FC236}">
                      <a16:creationId xmlns:a16="http://schemas.microsoft.com/office/drawing/2014/main" id="{60701F8E-3F5A-734C-A498-AA55BCD5CFE1}"/>
                    </a:ext>
                  </a:extLst>
                </p:cNvPr>
                <p:cNvCxnSpPr>
                  <a:cxnSpLocks noChangeShapeType="1"/>
                  <a:endCxn id="1025" idx="2"/>
                </p:cNvCxnSpPr>
                <p:nvPr/>
              </p:nvCxnSpPr>
              <p:spPr bwMode="auto">
                <a:xfrm flipH="1" flipV="1">
                  <a:off x="2183302" y="1732067"/>
                  <a:ext cx="1823"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31" name="Straight Connector 1030">
                  <a:extLst>
                    <a:ext uri="{FF2B5EF4-FFF2-40B4-BE49-F238E27FC236}">
                      <a16:creationId xmlns:a16="http://schemas.microsoft.com/office/drawing/2014/main" id="{299ED768-B7C5-C447-A0CA-015C1D4D47F2}"/>
                    </a:ext>
                  </a:extLst>
                </p:cNvPr>
                <p:cNvCxnSpPr>
                  <a:cxnSpLocks noChangeShapeType="1"/>
                </p:cNvCxnSpPr>
                <p:nvPr/>
              </p:nvCxnSpPr>
              <p:spPr bwMode="auto">
                <a:xfrm flipH="1" flipV="1">
                  <a:off x="3381474" y="1728644"/>
                  <a:ext cx="1824"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3" name="Group 29">
              <a:extLst>
                <a:ext uri="{FF2B5EF4-FFF2-40B4-BE49-F238E27FC236}">
                  <a16:creationId xmlns:a16="http://schemas.microsoft.com/office/drawing/2014/main" id="{BE1E7CEF-FBEC-2040-A3E0-0EBB60746AF9}"/>
                </a:ext>
              </a:extLst>
            </p:cNvPr>
            <p:cNvGrpSpPr>
              <a:grpSpLocks/>
            </p:cNvGrpSpPr>
            <p:nvPr/>
          </p:nvGrpSpPr>
          <p:grpSpPr bwMode="auto">
            <a:xfrm>
              <a:off x="3566154" y="3862335"/>
              <a:ext cx="514350" cy="1670050"/>
              <a:chOff x="3566154" y="3862335"/>
              <a:chExt cx="514350" cy="1670050"/>
            </a:xfrm>
          </p:grpSpPr>
          <p:sp>
            <p:nvSpPr>
              <p:cNvPr id="997" name="Rectangle 996">
                <a:extLst>
                  <a:ext uri="{FF2B5EF4-FFF2-40B4-BE49-F238E27FC236}">
                    <a16:creationId xmlns:a16="http://schemas.microsoft.com/office/drawing/2014/main" id="{7F242236-8B77-9144-8038-81B9BCAB1509}"/>
                  </a:ext>
                </a:extLst>
              </p:cNvPr>
              <p:cNvSpPr/>
              <p:nvPr/>
            </p:nvSpPr>
            <p:spPr bwMode="auto">
              <a:xfrm rot="10800000">
                <a:off x="3569201" y="3946092"/>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98" name="Straight Connector 997">
                <a:extLst>
                  <a:ext uri="{FF2B5EF4-FFF2-40B4-BE49-F238E27FC236}">
                    <a16:creationId xmlns:a16="http://schemas.microsoft.com/office/drawing/2014/main" id="{855E433C-9E28-D243-A7F8-5DC166631717}"/>
                  </a:ext>
                </a:extLst>
              </p:cNvPr>
              <p:cNvCxnSpPr/>
              <p:nvPr/>
            </p:nvCxnSpPr>
            <p:spPr bwMode="auto">
              <a:xfrm flipH="1">
                <a:off x="4078916" y="4019450"/>
                <a:ext cx="1587" cy="1365045"/>
              </a:xfrm>
              <a:prstGeom prst="line">
                <a:avLst/>
              </a:prstGeom>
              <a:noFill/>
              <a:ln w="3175" cap="flat" cmpd="sng" algn="ctr">
                <a:solidFill>
                  <a:srgbClr val="000000"/>
                </a:solidFill>
                <a:prstDash val="sysDash"/>
              </a:ln>
              <a:effectLst/>
            </p:spPr>
          </p:cxnSp>
          <p:grpSp>
            <p:nvGrpSpPr>
              <p:cNvPr id="999" name="Group 552">
                <a:extLst>
                  <a:ext uri="{FF2B5EF4-FFF2-40B4-BE49-F238E27FC236}">
                    <a16:creationId xmlns:a16="http://schemas.microsoft.com/office/drawing/2014/main" id="{2095E3B0-B1DF-9747-A4B6-739AFCB17CA7}"/>
                  </a:ext>
                </a:extLst>
              </p:cNvPr>
              <p:cNvGrpSpPr>
                <a:grpSpLocks/>
              </p:cNvGrpSpPr>
              <p:nvPr/>
            </p:nvGrpSpPr>
            <p:grpSpPr bwMode="auto">
              <a:xfrm>
                <a:off x="3571302" y="5310688"/>
                <a:ext cx="507588" cy="221697"/>
                <a:chOff x="4128636" y="3606589"/>
                <a:chExt cx="568145" cy="338667"/>
              </a:xfrm>
            </p:grpSpPr>
            <p:sp>
              <p:nvSpPr>
                <p:cNvPr id="1012" name="Oval 1011">
                  <a:extLst>
                    <a:ext uri="{FF2B5EF4-FFF2-40B4-BE49-F238E27FC236}">
                      <a16:creationId xmlns:a16="http://schemas.microsoft.com/office/drawing/2014/main" id="{77BE98D0-B8F8-0542-81BA-550DCDDBED58}"/>
                    </a:ext>
                  </a:extLst>
                </p:cNvPr>
                <p:cNvSpPr/>
                <p:nvPr/>
              </p:nvSpPr>
              <p:spPr>
                <a:xfrm>
                  <a:off x="4128204" y="3719337"/>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13" name="Rectangle 1012">
                  <a:extLst>
                    <a:ext uri="{FF2B5EF4-FFF2-40B4-BE49-F238E27FC236}">
                      <a16:creationId xmlns:a16="http://schemas.microsoft.com/office/drawing/2014/main" id="{FF81DF11-B403-0242-9BBF-4028E5002511}"/>
                    </a:ext>
                  </a:extLst>
                </p:cNvPr>
                <p:cNvSpPr/>
                <p:nvPr/>
              </p:nvSpPr>
              <p:spPr>
                <a:xfrm>
                  <a:off x="4128204" y="3719337"/>
                  <a:ext cx="568606" cy="111537"/>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14" name="Oval 1013">
                  <a:extLst>
                    <a:ext uri="{FF2B5EF4-FFF2-40B4-BE49-F238E27FC236}">
                      <a16:creationId xmlns:a16="http://schemas.microsoft.com/office/drawing/2014/main" id="{DA7CD07E-7BFA-EA40-A63C-19BD545F9FBB}"/>
                    </a:ext>
                  </a:extLst>
                </p:cNvPr>
                <p:cNvSpPr/>
                <p:nvPr/>
              </p:nvSpPr>
              <p:spPr>
                <a:xfrm>
                  <a:off x="4128204" y="3600527"/>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1015" name="Straight Connector 1014">
                  <a:extLst>
                    <a:ext uri="{FF2B5EF4-FFF2-40B4-BE49-F238E27FC236}">
                      <a16:creationId xmlns:a16="http://schemas.microsoft.com/office/drawing/2014/main" id="{B2F8B11B-A555-1F4E-A7E6-540E16F7A0A8}"/>
                    </a:ext>
                  </a:extLst>
                </p:cNvPr>
                <p:cNvCxnSpPr/>
                <p:nvPr/>
              </p:nvCxnSpPr>
              <p:spPr>
                <a:xfrm>
                  <a:off x="4696810" y="3719337"/>
                  <a:ext cx="0" cy="111537"/>
                </a:xfrm>
                <a:prstGeom prst="line">
                  <a:avLst/>
                </a:prstGeom>
                <a:noFill/>
                <a:ln w="6350" cap="flat" cmpd="sng" algn="ctr">
                  <a:solidFill>
                    <a:srgbClr val="000000"/>
                  </a:solidFill>
                  <a:prstDash val="solid"/>
                </a:ln>
                <a:effectLst/>
              </p:spPr>
            </p:cxnSp>
            <p:cxnSp>
              <p:nvCxnSpPr>
                <p:cNvPr id="1016" name="Straight Connector 1015">
                  <a:extLst>
                    <a:ext uri="{FF2B5EF4-FFF2-40B4-BE49-F238E27FC236}">
                      <a16:creationId xmlns:a16="http://schemas.microsoft.com/office/drawing/2014/main" id="{DC5D2573-EDE8-D044-BD08-61DD678EC15B}"/>
                    </a:ext>
                  </a:extLst>
                </p:cNvPr>
                <p:cNvCxnSpPr/>
                <p:nvPr/>
              </p:nvCxnSpPr>
              <p:spPr>
                <a:xfrm>
                  <a:off x="4128204" y="3719337"/>
                  <a:ext cx="0" cy="111537"/>
                </a:xfrm>
                <a:prstGeom prst="line">
                  <a:avLst/>
                </a:prstGeom>
                <a:noFill/>
                <a:ln w="6350" cap="flat" cmpd="sng" algn="ctr">
                  <a:solidFill>
                    <a:srgbClr val="000000"/>
                  </a:solidFill>
                  <a:prstDash val="solid"/>
                </a:ln>
                <a:effectLst/>
              </p:spPr>
            </p:cxnSp>
          </p:grpSp>
          <p:sp>
            <p:nvSpPr>
              <p:cNvPr id="1000" name="Rectangle 999">
                <a:extLst>
                  <a:ext uri="{FF2B5EF4-FFF2-40B4-BE49-F238E27FC236}">
                    <a16:creationId xmlns:a16="http://schemas.microsoft.com/office/drawing/2014/main" id="{1CD2ADDF-DE6E-274D-9173-D493921DFE9F}"/>
                  </a:ext>
                </a:extLst>
              </p:cNvPr>
              <p:cNvSpPr/>
              <p:nvPr/>
            </p:nvSpPr>
            <p:spPr bwMode="auto">
              <a:xfrm>
                <a:off x="3572503" y="4574992"/>
                <a:ext cx="496888"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1001" name="Straight Connector 1000">
                <a:extLst>
                  <a:ext uri="{FF2B5EF4-FFF2-40B4-BE49-F238E27FC236}">
                    <a16:creationId xmlns:a16="http://schemas.microsoft.com/office/drawing/2014/main" id="{3926DE25-E9FB-D540-98B7-27C7DBB56A43}"/>
                  </a:ext>
                </a:extLst>
              </p:cNvPr>
              <p:cNvCxnSpPr/>
              <p:nvPr/>
            </p:nvCxnSpPr>
            <p:spPr bwMode="auto">
              <a:xfrm flipH="1">
                <a:off x="3566153" y="4027387"/>
                <a:ext cx="3175" cy="1450757"/>
              </a:xfrm>
              <a:prstGeom prst="line">
                <a:avLst/>
              </a:prstGeom>
              <a:noFill/>
              <a:ln w="3175" cap="flat" cmpd="sng" algn="ctr">
                <a:solidFill>
                  <a:srgbClr val="000000"/>
                </a:solidFill>
                <a:prstDash val="sysDash"/>
              </a:ln>
              <a:effectLst/>
            </p:spPr>
          </p:cxnSp>
          <p:grpSp>
            <p:nvGrpSpPr>
              <p:cNvPr id="1002" name="Group 538">
                <a:extLst>
                  <a:ext uri="{FF2B5EF4-FFF2-40B4-BE49-F238E27FC236}">
                    <a16:creationId xmlns:a16="http://schemas.microsoft.com/office/drawing/2014/main" id="{FA32E138-3569-9943-8F38-8BFBBEE94E0D}"/>
                  </a:ext>
                </a:extLst>
              </p:cNvPr>
              <p:cNvGrpSpPr>
                <a:grpSpLocks/>
              </p:cNvGrpSpPr>
              <p:nvPr/>
            </p:nvGrpSpPr>
            <p:grpSpPr bwMode="auto">
              <a:xfrm>
                <a:off x="3568667" y="3862335"/>
                <a:ext cx="503828" cy="248249"/>
                <a:chOff x="2183302" y="1564542"/>
                <a:chExt cx="1200154" cy="440314"/>
              </a:xfrm>
            </p:grpSpPr>
            <p:sp>
              <p:nvSpPr>
                <p:cNvPr id="1003" name="Oval 1002">
                  <a:extLst>
                    <a:ext uri="{FF2B5EF4-FFF2-40B4-BE49-F238E27FC236}">
                      <a16:creationId xmlns:a16="http://schemas.microsoft.com/office/drawing/2014/main" id="{172BF76E-3582-364D-ACA4-688518FFF091}"/>
                    </a:ext>
                  </a:extLst>
                </p:cNvPr>
                <p:cNvSpPr/>
                <p:nvPr/>
              </p:nvSpPr>
              <p:spPr bwMode="auto">
                <a:xfrm flipV="1">
                  <a:off x="2188659" y="1691189"/>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1004" name="Rectangle 1003">
                  <a:extLst>
                    <a:ext uri="{FF2B5EF4-FFF2-40B4-BE49-F238E27FC236}">
                      <a16:creationId xmlns:a16="http://schemas.microsoft.com/office/drawing/2014/main" id="{3A78A2F4-E393-6E42-BE3F-0FCA6714AEB4}"/>
                    </a:ext>
                  </a:extLst>
                </p:cNvPr>
                <p:cNvSpPr/>
                <p:nvPr/>
              </p:nvSpPr>
              <p:spPr bwMode="auto">
                <a:xfrm>
                  <a:off x="2184877" y="1736233"/>
                  <a:ext cx="1198749"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05" name="Oval 1004">
                  <a:extLst>
                    <a:ext uri="{FF2B5EF4-FFF2-40B4-BE49-F238E27FC236}">
                      <a16:creationId xmlns:a16="http://schemas.microsoft.com/office/drawing/2014/main" id="{940143FD-143D-914C-BE2C-37F2F665D24A}"/>
                    </a:ext>
                  </a:extLst>
                </p:cNvPr>
                <p:cNvSpPr>
                  <a:spLocks noChangeArrowheads="1"/>
                </p:cNvSpPr>
                <p:nvPr/>
              </p:nvSpPr>
              <p:spPr bwMode="auto">
                <a:xfrm flipV="1">
                  <a:off x="2184877" y="1564501"/>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006" name="Freeform 1005">
                  <a:extLst>
                    <a:ext uri="{FF2B5EF4-FFF2-40B4-BE49-F238E27FC236}">
                      <a16:creationId xmlns:a16="http://schemas.microsoft.com/office/drawing/2014/main" id="{E3E8B10C-6B82-EC4C-A959-82D1FA770D43}"/>
                    </a:ext>
                  </a:extLst>
                </p:cNvPr>
                <p:cNvSpPr/>
                <p:nvPr/>
              </p:nvSpPr>
              <p:spPr bwMode="auto">
                <a:xfrm>
                  <a:off x="2491182" y="1671482"/>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07" name="Freeform 1006">
                  <a:extLst>
                    <a:ext uri="{FF2B5EF4-FFF2-40B4-BE49-F238E27FC236}">
                      <a16:creationId xmlns:a16="http://schemas.microsoft.com/office/drawing/2014/main" id="{0B23900C-40C2-5447-A8A5-DB9E4C1FBD25}"/>
                    </a:ext>
                  </a:extLst>
                </p:cNvPr>
                <p:cNvSpPr>
                  <a:spLocks/>
                </p:cNvSpPr>
                <p:nvPr/>
              </p:nvSpPr>
              <p:spPr bwMode="auto">
                <a:xfrm>
                  <a:off x="2430678" y="1629252"/>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08" name="Freeform 1007">
                  <a:extLst>
                    <a:ext uri="{FF2B5EF4-FFF2-40B4-BE49-F238E27FC236}">
                      <a16:creationId xmlns:a16="http://schemas.microsoft.com/office/drawing/2014/main" id="{8EDB510B-0DD2-AE4F-82C5-7A7D8DC924A6}"/>
                    </a:ext>
                  </a:extLst>
                </p:cNvPr>
                <p:cNvSpPr>
                  <a:spLocks/>
                </p:cNvSpPr>
                <p:nvPr/>
              </p:nvSpPr>
              <p:spPr bwMode="auto">
                <a:xfrm>
                  <a:off x="2892025" y="1722158"/>
                  <a:ext cx="260925" cy="95720"/>
                </a:xfrm>
                <a:custGeom>
                  <a:avLst/>
                  <a:gdLst>
                    <a:gd name="T0" fmla="*/ 0 w 1366596"/>
                    <a:gd name="T1" fmla="*/ 0 h 809868"/>
                    <a:gd name="T2" fmla="*/ 260925 w 1366596"/>
                    <a:gd name="T3" fmla="*/ 73965 h 809868"/>
                    <a:gd name="T4" fmla="*/ 165165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09" name="Freeform 1008">
                  <a:extLst>
                    <a:ext uri="{FF2B5EF4-FFF2-40B4-BE49-F238E27FC236}">
                      <a16:creationId xmlns:a16="http://schemas.microsoft.com/office/drawing/2014/main" id="{8DBE17FA-57C2-EB4B-A9B7-514F4336E298}"/>
                    </a:ext>
                  </a:extLst>
                </p:cNvPr>
                <p:cNvSpPr>
                  <a:spLocks/>
                </p:cNvSpPr>
                <p:nvPr/>
              </p:nvSpPr>
              <p:spPr bwMode="auto">
                <a:xfrm>
                  <a:off x="2419332" y="1724972"/>
                  <a:ext cx="253364" cy="95720"/>
                </a:xfrm>
                <a:custGeom>
                  <a:avLst/>
                  <a:gdLst>
                    <a:gd name="T0" fmla="*/ 249905 w 1348191"/>
                    <a:gd name="T1" fmla="*/ 0 h 791462"/>
                    <a:gd name="T2" fmla="*/ 253364 w 1348191"/>
                    <a:gd name="T3" fmla="*/ 46190 h 791462"/>
                    <a:gd name="T4" fmla="*/ 91661 w 1348191"/>
                    <a:gd name="T5" fmla="*/ 95720 h 791462"/>
                    <a:gd name="T6" fmla="*/ 0 w 1348191"/>
                    <a:gd name="T7" fmla="*/ 74016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1010" name="Straight Connector 1009">
                  <a:extLst>
                    <a:ext uri="{FF2B5EF4-FFF2-40B4-BE49-F238E27FC236}">
                      <a16:creationId xmlns:a16="http://schemas.microsoft.com/office/drawing/2014/main" id="{6D72BFF1-097B-E940-AAD0-E8A2E1D2A096}"/>
                    </a:ext>
                  </a:extLst>
                </p:cNvPr>
                <p:cNvCxnSpPr>
                  <a:cxnSpLocks noChangeShapeType="1"/>
                  <a:endCxn id="1005" idx="2"/>
                </p:cNvCxnSpPr>
                <p:nvPr/>
              </p:nvCxnSpPr>
              <p:spPr bwMode="auto">
                <a:xfrm flipH="1" flipV="1">
                  <a:off x="2184877" y="172215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11" name="Straight Connector 1010">
                  <a:extLst>
                    <a:ext uri="{FF2B5EF4-FFF2-40B4-BE49-F238E27FC236}">
                      <a16:creationId xmlns:a16="http://schemas.microsoft.com/office/drawing/2014/main" id="{088863E0-982B-8A4D-853F-851CE3F1F144}"/>
                    </a:ext>
                  </a:extLst>
                </p:cNvPr>
                <p:cNvCxnSpPr>
                  <a:cxnSpLocks noChangeShapeType="1"/>
                </p:cNvCxnSpPr>
                <p:nvPr/>
              </p:nvCxnSpPr>
              <p:spPr bwMode="auto">
                <a:xfrm flipH="1" flipV="1">
                  <a:off x="3379842" y="172778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4" name="Group 30">
              <a:extLst>
                <a:ext uri="{FF2B5EF4-FFF2-40B4-BE49-F238E27FC236}">
                  <a16:creationId xmlns:a16="http://schemas.microsoft.com/office/drawing/2014/main" id="{B108AACE-03DC-254D-AC34-727FF075B859}"/>
                </a:ext>
              </a:extLst>
            </p:cNvPr>
            <p:cNvGrpSpPr>
              <a:grpSpLocks/>
            </p:cNvGrpSpPr>
            <p:nvPr/>
          </p:nvGrpSpPr>
          <p:grpSpPr bwMode="auto">
            <a:xfrm>
              <a:off x="4348791" y="3867098"/>
              <a:ext cx="514350" cy="1670050"/>
              <a:chOff x="4348791" y="3867098"/>
              <a:chExt cx="514350" cy="1670050"/>
            </a:xfrm>
          </p:grpSpPr>
          <p:sp>
            <p:nvSpPr>
              <p:cNvPr id="977" name="Rectangle 976">
                <a:extLst>
                  <a:ext uri="{FF2B5EF4-FFF2-40B4-BE49-F238E27FC236}">
                    <a16:creationId xmlns:a16="http://schemas.microsoft.com/office/drawing/2014/main" id="{B0F9C3E9-A467-3F42-B81A-4399A9B977B8}"/>
                  </a:ext>
                </a:extLst>
              </p:cNvPr>
              <p:cNvSpPr/>
              <p:nvPr/>
            </p:nvSpPr>
            <p:spPr bwMode="auto">
              <a:xfrm rot="10800000">
                <a:off x="4351838" y="3950855"/>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78" name="Straight Connector 977">
                <a:extLst>
                  <a:ext uri="{FF2B5EF4-FFF2-40B4-BE49-F238E27FC236}">
                    <a16:creationId xmlns:a16="http://schemas.microsoft.com/office/drawing/2014/main" id="{20B4E373-A127-2049-BBD2-5D8AFBDD7F00}"/>
                  </a:ext>
                </a:extLst>
              </p:cNvPr>
              <p:cNvCxnSpPr/>
              <p:nvPr/>
            </p:nvCxnSpPr>
            <p:spPr bwMode="auto">
              <a:xfrm flipH="1">
                <a:off x="4861553" y="4024212"/>
                <a:ext cx="1588" cy="1365045"/>
              </a:xfrm>
              <a:prstGeom prst="line">
                <a:avLst/>
              </a:prstGeom>
              <a:noFill/>
              <a:ln w="3175" cap="flat" cmpd="sng" algn="ctr">
                <a:solidFill>
                  <a:srgbClr val="000000"/>
                </a:solidFill>
                <a:prstDash val="sysDash"/>
              </a:ln>
              <a:effectLst/>
            </p:spPr>
          </p:cxnSp>
          <p:grpSp>
            <p:nvGrpSpPr>
              <p:cNvPr id="979" name="Group 580">
                <a:extLst>
                  <a:ext uri="{FF2B5EF4-FFF2-40B4-BE49-F238E27FC236}">
                    <a16:creationId xmlns:a16="http://schemas.microsoft.com/office/drawing/2014/main" id="{3A9D8F64-E0EA-B742-94C4-1BEB4135EA82}"/>
                  </a:ext>
                </a:extLst>
              </p:cNvPr>
              <p:cNvGrpSpPr>
                <a:grpSpLocks/>
              </p:cNvGrpSpPr>
              <p:nvPr/>
            </p:nvGrpSpPr>
            <p:grpSpPr bwMode="auto">
              <a:xfrm>
                <a:off x="4353939" y="5315451"/>
                <a:ext cx="507588" cy="221697"/>
                <a:chOff x="4128636" y="3606589"/>
                <a:chExt cx="568145" cy="338667"/>
              </a:xfrm>
            </p:grpSpPr>
            <p:sp>
              <p:nvSpPr>
                <p:cNvPr id="992" name="Oval 991">
                  <a:extLst>
                    <a:ext uri="{FF2B5EF4-FFF2-40B4-BE49-F238E27FC236}">
                      <a16:creationId xmlns:a16="http://schemas.microsoft.com/office/drawing/2014/main" id="{74425C53-433E-6F47-8B0C-9F4C8E916E2E}"/>
                    </a:ext>
                  </a:extLst>
                </p:cNvPr>
                <p:cNvSpPr/>
                <p:nvPr/>
              </p:nvSpPr>
              <p:spPr>
                <a:xfrm>
                  <a:off x="4128204" y="3719336"/>
                  <a:ext cx="568606" cy="225498"/>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93" name="Rectangle 992">
                  <a:extLst>
                    <a:ext uri="{FF2B5EF4-FFF2-40B4-BE49-F238E27FC236}">
                      <a16:creationId xmlns:a16="http://schemas.microsoft.com/office/drawing/2014/main" id="{A0400564-35E9-0947-9C64-641EDF9EEAFA}"/>
                    </a:ext>
                  </a:extLst>
                </p:cNvPr>
                <p:cNvSpPr/>
                <p:nvPr/>
              </p:nvSpPr>
              <p:spPr>
                <a:xfrm>
                  <a:off x="4128204" y="3719336"/>
                  <a:ext cx="568606" cy="111537"/>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94" name="Oval 993">
                  <a:extLst>
                    <a:ext uri="{FF2B5EF4-FFF2-40B4-BE49-F238E27FC236}">
                      <a16:creationId xmlns:a16="http://schemas.microsoft.com/office/drawing/2014/main" id="{56DE4CA9-0BD6-4744-AD30-73684267516E}"/>
                    </a:ext>
                  </a:extLst>
                </p:cNvPr>
                <p:cNvSpPr/>
                <p:nvPr/>
              </p:nvSpPr>
              <p:spPr>
                <a:xfrm>
                  <a:off x="4128204" y="3600524"/>
                  <a:ext cx="568606" cy="230349"/>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95" name="Straight Connector 994">
                  <a:extLst>
                    <a:ext uri="{FF2B5EF4-FFF2-40B4-BE49-F238E27FC236}">
                      <a16:creationId xmlns:a16="http://schemas.microsoft.com/office/drawing/2014/main" id="{0A9628A0-82B0-154A-AC0C-91A2584C6F9D}"/>
                    </a:ext>
                  </a:extLst>
                </p:cNvPr>
                <p:cNvCxnSpPr/>
                <p:nvPr/>
              </p:nvCxnSpPr>
              <p:spPr>
                <a:xfrm>
                  <a:off x="4696810" y="3719336"/>
                  <a:ext cx="0" cy="111537"/>
                </a:xfrm>
                <a:prstGeom prst="line">
                  <a:avLst/>
                </a:prstGeom>
                <a:noFill/>
                <a:ln w="6350" cap="flat" cmpd="sng" algn="ctr">
                  <a:solidFill>
                    <a:srgbClr val="000000"/>
                  </a:solidFill>
                  <a:prstDash val="solid"/>
                </a:ln>
                <a:effectLst/>
              </p:spPr>
            </p:cxnSp>
            <p:cxnSp>
              <p:nvCxnSpPr>
                <p:cNvPr id="996" name="Straight Connector 995">
                  <a:extLst>
                    <a:ext uri="{FF2B5EF4-FFF2-40B4-BE49-F238E27FC236}">
                      <a16:creationId xmlns:a16="http://schemas.microsoft.com/office/drawing/2014/main" id="{88F83DD9-96B0-3640-BF70-6737E76C9760}"/>
                    </a:ext>
                  </a:extLst>
                </p:cNvPr>
                <p:cNvCxnSpPr/>
                <p:nvPr/>
              </p:nvCxnSpPr>
              <p:spPr>
                <a:xfrm>
                  <a:off x="4128204" y="3719336"/>
                  <a:ext cx="0" cy="111537"/>
                </a:xfrm>
                <a:prstGeom prst="line">
                  <a:avLst/>
                </a:prstGeom>
                <a:noFill/>
                <a:ln w="6350" cap="flat" cmpd="sng" algn="ctr">
                  <a:solidFill>
                    <a:srgbClr val="000000"/>
                  </a:solidFill>
                  <a:prstDash val="solid"/>
                </a:ln>
                <a:effectLst/>
              </p:spPr>
            </p:cxnSp>
          </p:grpSp>
          <p:sp>
            <p:nvSpPr>
              <p:cNvPr id="980" name="Rectangle 979">
                <a:extLst>
                  <a:ext uri="{FF2B5EF4-FFF2-40B4-BE49-F238E27FC236}">
                    <a16:creationId xmlns:a16="http://schemas.microsoft.com/office/drawing/2014/main" id="{F00ED881-B944-FC48-9E88-0D81D2145925}"/>
                  </a:ext>
                </a:extLst>
              </p:cNvPr>
              <p:cNvSpPr/>
              <p:nvPr/>
            </p:nvSpPr>
            <p:spPr bwMode="auto">
              <a:xfrm>
                <a:off x="4355141" y="4579754"/>
                <a:ext cx="496887"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81" name="Straight Connector 980">
                <a:extLst>
                  <a:ext uri="{FF2B5EF4-FFF2-40B4-BE49-F238E27FC236}">
                    <a16:creationId xmlns:a16="http://schemas.microsoft.com/office/drawing/2014/main" id="{7CCAB184-9AE2-7B4C-80D2-9640964D0371}"/>
                  </a:ext>
                </a:extLst>
              </p:cNvPr>
              <p:cNvCxnSpPr/>
              <p:nvPr/>
            </p:nvCxnSpPr>
            <p:spPr bwMode="auto">
              <a:xfrm flipH="1">
                <a:off x="4348791" y="4032148"/>
                <a:ext cx="3175" cy="1450757"/>
              </a:xfrm>
              <a:prstGeom prst="line">
                <a:avLst/>
              </a:prstGeom>
              <a:noFill/>
              <a:ln w="3175" cap="flat" cmpd="sng" algn="ctr">
                <a:solidFill>
                  <a:srgbClr val="000000"/>
                </a:solidFill>
                <a:prstDash val="sysDash"/>
              </a:ln>
              <a:effectLst/>
            </p:spPr>
          </p:cxnSp>
          <p:grpSp>
            <p:nvGrpSpPr>
              <p:cNvPr id="982" name="Group 568">
                <a:extLst>
                  <a:ext uri="{FF2B5EF4-FFF2-40B4-BE49-F238E27FC236}">
                    <a16:creationId xmlns:a16="http://schemas.microsoft.com/office/drawing/2014/main" id="{2939B129-2D0A-934E-82CE-DFAE38C58EB2}"/>
                  </a:ext>
                </a:extLst>
              </p:cNvPr>
              <p:cNvGrpSpPr>
                <a:grpSpLocks/>
              </p:cNvGrpSpPr>
              <p:nvPr/>
            </p:nvGrpSpPr>
            <p:grpSpPr bwMode="auto">
              <a:xfrm>
                <a:off x="4351304" y="3867098"/>
                <a:ext cx="503828" cy="248249"/>
                <a:chOff x="2183302" y="1564542"/>
                <a:chExt cx="1200154" cy="440314"/>
              </a:xfrm>
            </p:grpSpPr>
            <p:sp>
              <p:nvSpPr>
                <p:cNvPr id="983" name="Oval 982">
                  <a:extLst>
                    <a:ext uri="{FF2B5EF4-FFF2-40B4-BE49-F238E27FC236}">
                      <a16:creationId xmlns:a16="http://schemas.microsoft.com/office/drawing/2014/main" id="{6A8F745B-1D4E-4F4F-BEFA-6144E5BDE2F6}"/>
                    </a:ext>
                  </a:extLst>
                </p:cNvPr>
                <p:cNvSpPr/>
                <p:nvPr/>
              </p:nvSpPr>
              <p:spPr bwMode="auto">
                <a:xfrm flipV="1">
                  <a:off x="2188659" y="1691187"/>
                  <a:ext cx="1194966" cy="312497"/>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984" name="Rectangle 983">
                  <a:extLst>
                    <a:ext uri="{FF2B5EF4-FFF2-40B4-BE49-F238E27FC236}">
                      <a16:creationId xmlns:a16="http://schemas.microsoft.com/office/drawing/2014/main" id="{9C90A1F3-B2A8-9548-8E8B-D7BD57307905}"/>
                    </a:ext>
                  </a:extLst>
                </p:cNvPr>
                <p:cNvSpPr/>
                <p:nvPr/>
              </p:nvSpPr>
              <p:spPr bwMode="auto">
                <a:xfrm>
                  <a:off x="2184879" y="1736232"/>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85" name="Oval 984">
                  <a:extLst>
                    <a:ext uri="{FF2B5EF4-FFF2-40B4-BE49-F238E27FC236}">
                      <a16:creationId xmlns:a16="http://schemas.microsoft.com/office/drawing/2014/main" id="{629F401F-84D1-3A47-827D-8D943652DA3A}"/>
                    </a:ext>
                  </a:extLst>
                </p:cNvPr>
                <p:cNvSpPr>
                  <a:spLocks noChangeArrowheads="1"/>
                </p:cNvSpPr>
                <p:nvPr/>
              </p:nvSpPr>
              <p:spPr bwMode="auto">
                <a:xfrm flipV="1">
                  <a:off x="2184879" y="1564498"/>
                  <a:ext cx="1194966" cy="3124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986" name="Freeform 985">
                  <a:extLst>
                    <a:ext uri="{FF2B5EF4-FFF2-40B4-BE49-F238E27FC236}">
                      <a16:creationId xmlns:a16="http://schemas.microsoft.com/office/drawing/2014/main" id="{FF593AC5-08BE-8844-905E-205731B1D7EF}"/>
                    </a:ext>
                  </a:extLst>
                </p:cNvPr>
                <p:cNvSpPr/>
                <p:nvPr/>
              </p:nvSpPr>
              <p:spPr bwMode="auto">
                <a:xfrm>
                  <a:off x="2491182" y="1671479"/>
                  <a:ext cx="582357" cy="15484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87" name="Freeform 986">
                  <a:extLst>
                    <a:ext uri="{FF2B5EF4-FFF2-40B4-BE49-F238E27FC236}">
                      <a16:creationId xmlns:a16="http://schemas.microsoft.com/office/drawing/2014/main" id="{F0D77977-1A67-AA45-AB94-A8428B061207}"/>
                    </a:ext>
                  </a:extLst>
                </p:cNvPr>
                <p:cNvSpPr>
                  <a:spLocks/>
                </p:cNvSpPr>
                <p:nvPr/>
              </p:nvSpPr>
              <p:spPr bwMode="auto">
                <a:xfrm>
                  <a:off x="2430678" y="1629250"/>
                  <a:ext cx="703366" cy="109796"/>
                </a:xfrm>
                <a:custGeom>
                  <a:avLst/>
                  <a:gdLst>
                    <a:gd name="T0" fmla="*/ 0 w 3723451"/>
                    <a:gd name="T1" fmla="*/ 26862 h 932950"/>
                    <a:gd name="T2" fmla="*/ 123762 w 3723451"/>
                    <a:gd name="T3" fmla="*/ 317 h 932950"/>
                    <a:gd name="T4" fmla="*/ 350560 w 3723451"/>
                    <a:gd name="T5" fmla="*/ 61263 h 932950"/>
                    <a:gd name="T6" fmla="*/ 566927 w 3723451"/>
                    <a:gd name="T7" fmla="*/ 0 h 932950"/>
                    <a:gd name="T8" fmla="*/ 703366 w 3723451"/>
                    <a:gd name="T9" fmla="*/ 24379 h 932950"/>
                    <a:gd name="T10" fmla="*/ 601856 w 3723451"/>
                    <a:gd name="T11" fmla="*/ 54357 h 932950"/>
                    <a:gd name="T12" fmla="*/ 569173 w 3723451"/>
                    <a:gd name="T13" fmla="*/ 46274 h 932950"/>
                    <a:gd name="T14" fmla="*/ 354544 w 3723451"/>
                    <a:gd name="T15" fmla="*/ 109796 h 932950"/>
                    <a:gd name="T16" fmla="*/ 134425 w 3723451"/>
                    <a:gd name="T17" fmla="*/ 48611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88" name="Freeform 987">
                  <a:extLst>
                    <a:ext uri="{FF2B5EF4-FFF2-40B4-BE49-F238E27FC236}">
                      <a16:creationId xmlns:a16="http://schemas.microsoft.com/office/drawing/2014/main" id="{4A24255A-B649-9D44-AB80-CACD0B0D1B34}"/>
                    </a:ext>
                  </a:extLst>
                </p:cNvPr>
                <p:cNvSpPr>
                  <a:spLocks/>
                </p:cNvSpPr>
                <p:nvPr/>
              </p:nvSpPr>
              <p:spPr bwMode="auto">
                <a:xfrm>
                  <a:off x="2892025" y="1722154"/>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89" name="Freeform 988">
                  <a:extLst>
                    <a:ext uri="{FF2B5EF4-FFF2-40B4-BE49-F238E27FC236}">
                      <a16:creationId xmlns:a16="http://schemas.microsoft.com/office/drawing/2014/main" id="{21311582-6B5F-4441-B6D0-5D1DEBA1CB85}"/>
                    </a:ext>
                  </a:extLst>
                </p:cNvPr>
                <p:cNvSpPr>
                  <a:spLocks/>
                </p:cNvSpPr>
                <p:nvPr/>
              </p:nvSpPr>
              <p:spPr bwMode="auto">
                <a:xfrm>
                  <a:off x="2419334" y="1724970"/>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990" name="Straight Connector 989">
                  <a:extLst>
                    <a:ext uri="{FF2B5EF4-FFF2-40B4-BE49-F238E27FC236}">
                      <a16:creationId xmlns:a16="http://schemas.microsoft.com/office/drawing/2014/main" id="{C0FC5468-8C4C-AB42-AC33-6B20FED82305}"/>
                    </a:ext>
                  </a:extLst>
                </p:cNvPr>
                <p:cNvCxnSpPr>
                  <a:cxnSpLocks noChangeShapeType="1"/>
                  <a:endCxn id="985" idx="2"/>
                </p:cNvCxnSpPr>
                <p:nvPr/>
              </p:nvCxnSpPr>
              <p:spPr bwMode="auto">
                <a:xfrm flipH="1" flipV="1">
                  <a:off x="2184879" y="1722154"/>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91" name="Straight Connector 990">
                  <a:extLst>
                    <a:ext uri="{FF2B5EF4-FFF2-40B4-BE49-F238E27FC236}">
                      <a16:creationId xmlns:a16="http://schemas.microsoft.com/office/drawing/2014/main" id="{0641688B-D837-D241-8726-C138E7CF2444}"/>
                    </a:ext>
                  </a:extLst>
                </p:cNvPr>
                <p:cNvCxnSpPr>
                  <a:cxnSpLocks noChangeShapeType="1"/>
                </p:cNvCxnSpPr>
                <p:nvPr/>
              </p:nvCxnSpPr>
              <p:spPr bwMode="auto">
                <a:xfrm flipH="1" flipV="1">
                  <a:off x="3379845" y="1727785"/>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5" name="Group 48257">
              <a:extLst>
                <a:ext uri="{FF2B5EF4-FFF2-40B4-BE49-F238E27FC236}">
                  <a16:creationId xmlns:a16="http://schemas.microsoft.com/office/drawing/2014/main" id="{DFD8AD38-F69C-AE4E-A7C6-58BC92264C2E}"/>
                </a:ext>
              </a:extLst>
            </p:cNvPr>
            <p:cNvGrpSpPr>
              <a:grpSpLocks/>
            </p:cNvGrpSpPr>
            <p:nvPr/>
          </p:nvGrpSpPr>
          <p:grpSpPr bwMode="auto">
            <a:xfrm>
              <a:off x="5552116" y="3849635"/>
              <a:ext cx="514350" cy="1670050"/>
              <a:chOff x="5552116" y="3849635"/>
              <a:chExt cx="514350" cy="1670050"/>
            </a:xfrm>
          </p:grpSpPr>
          <p:sp>
            <p:nvSpPr>
              <p:cNvPr id="957" name="Rectangle 956">
                <a:extLst>
                  <a:ext uri="{FF2B5EF4-FFF2-40B4-BE49-F238E27FC236}">
                    <a16:creationId xmlns:a16="http://schemas.microsoft.com/office/drawing/2014/main" id="{B13372F6-7422-A24B-A223-1174A9270D3C}"/>
                  </a:ext>
                </a:extLst>
              </p:cNvPr>
              <p:cNvSpPr/>
              <p:nvPr/>
            </p:nvSpPr>
            <p:spPr bwMode="auto">
              <a:xfrm rot="10800000">
                <a:off x="5555163" y="3933392"/>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58" name="Straight Connector 957">
                <a:extLst>
                  <a:ext uri="{FF2B5EF4-FFF2-40B4-BE49-F238E27FC236}">
                    <a16:creationId xmlns:a16="http://schemas.microsoft.com/office/drawing/2014/main" id="{E33D11D1-8D4D-F14F-B9FC-6D2FB093890B}"/>
                  </a:ext>
                </a:extLst>
              </p:cNvPr>
              <p:cNvCxnSpPr/>
              <p:nvPr/>
            </p:nvCxnSpPr>
            <p:spPr bwMode="auto">
              <a:xfrm flipH="1">
                <a:off x="6064879" y="4006752"/>
                <a:ext cx="1588" cy="1365045"/>
              </a:xfrm>
              <a:prstGeom prst="line">
                <a:avLst/>
              </a:prstGeom>
              <a:noFill/>
              <a:ln w="3175" cap="flat" cmpd="sng" algn="ctr">
                <a:solidFill>
                  <a:srgbClr val="000000"/>
                </a:solidFill>
                <a:prstDash val="sysDash"/>
              </a:ln>
              <a:effectLst/>
            </p:spPr>
          </p:cxnSp>
          <p:grpSp>
            <p:nvGrpSpPr>
              <p:cNvPr id="959" name="Group 607">
                <a:extLst>
                  <a:ext uri="{FF2B5EF4-FFF2-40B4-BE49-F238E27FC236}">
                    <a16:creationId xmlns:a16="http://schemas.microsoft.com/office/drawing/2014/main" id="{12AC3864-6986-E84A-85C7-6895574A8804}"/>
                  </a:ext>
                </a:extLst>
              </p:cNvPr>
              <p:cNvGrpSpPr>
                <a:grpSpLocks/>
              </p:cNvGrpSpPr>
              <p:nvPr/>
            </p:nvGrpSpPr>
            <p:grpSpPr bwMode="auto">
              <a:xfrm>
                <a:off x="5557264" y="5297988"/>
                <a:ext cx="507588" cy="221697"/>
                <a:chOff x="4128636" y="3606589"/>
                <a:chExt cx="568145" cy="338667"/>
              </a:xfrm>
            </p:grpSpPr>
            <p:sp>
              <p:nvSpPr>
                <p:cNvPr id="972" name="Oval 971">
                  <a:extLst>
                    <a:ext uri="{FF2B5EF4-FFF2-40B4-BE49-F238E27FC236}">
                      <a16:creationId xmlns:a16="http://schemas.microsoft.com/office/drawing/2014/main" id="{1C323077-6C9C-1746-A411-C1B91269146D}"/>
                    </a:ext>
                  </a:extLst>
                </p:cNvPr>
                <p:cNvSpPr/>
                <p:nvPr/>
              </p:nvSpPr>
              <p:spPr>
                <a:xfrm>
                  <a:off x="4128205" y="3719341"/>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73" name="Rectangle 972">
                  <a:extLst>
                    <a:ext uri="{FF2B5EF4-FFF2-40B4-BE49-F238E27FC236}">
                      <a16:creationId xmlns:a16="http://schemas.microsoft.com/office/drawing/2014/main" id="{EE440552-5BF2-324D-8F4B-CBBAD5E25F28}"/>
                    </a:ext>
                  </a:extLst>
                </p:cNvPr>
                <p:cNvSpPr/>
                <p:nvPr/>
              </p:nvSpPr>
              <p:spPr>
                <a:xfrm>
                  <a:off x="4128205" y="3719341"/>
                  <a:ext cx="568606" cy="111537"/>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74" name="Oval 973">
                  <a:extLst>
                    <a:ext uri="{FF2B5EF4-FFF2-40B4-BE49-F238E27FC236}">
                      <a16:creationId xmlns:a16="http://schemas.microsoft.com/office/drawing/2014/main" id="{352AAEDD-5767-E14C-A897-289B1F7E9906}"/>
                    </a:ext>
                  </a:extLst>
                </p:cNvPr>
                <p:cNvSpPr/>
                <p:nvPr/>
              </p:nvSpPr>
              <p:spPr>
                <a:xfrm>
                  <a:off x="4128205" y="3600530"/>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75" name="Straight Connector 974">
                  <a:extLst>
                    <a:ext uri="{FF2B5EF4-FFF2-40B4-BE49-F238E27FC236}">
                      <a16:creationId xmlns:a16="http://schemas.microsoft.com/office/drawing/2014/main" id="{703AA525-DABB-0145-AB73-1F4B2D918977}"/>
                    </a:ext>
                  </a:extLst>
                </p:cNvPr>
                <p:cNvCxnSpPr/>
                <p:nvPr/>
              </p:nvCxnSpPr>
              <p:spPr>
                <a:xfrm>
                  <a:off x="4696811" y="3719341"/>
                  <a:ext cx="0" cy="111537"/>
                </a:xfrm>
                <a:prstGeom prst="line">
                  <a:avLst/>
                </a:prstGeom>
                <a:noFill/>
                <a:ln w="6350" cap="flat" cmpd="sng" algn="ctr">
                  <a:solidFill>
                    <a:srgbClr val="000000"/>
                  </a:solidFill>
                  <a:prstDash val="solid"/>
                </a:ln>
                <a:effectLst/>
              </p:spPr>
            </p:cxnSp>
            <p:cxnSp>
              <p:nvCxnSpPr>
                <p:cNvPr id="976" name="Straight Connector 975">
                  <a:extLst>
                    <a:ext uri="{FF2B5EF4-FFF2-40B4-BE49-F238E27FC236}">
                      <a16:creationId xmlns:a16="http://schemas.microsoft.com/office/drawing/2014/main" id="{4325B995-3B4C-0C4D-A71A-517823605523}"/>
                    </a:ext>
                  </a:extLst>
                </p:cNvPr>
                <p:cNvCxnSpPr/>
                <p:nvPr/>
              </p:nvCxnSpPr>
              <p:spPr>
                <a:xfrm>
                  <a:off x="4128205" y="3719341"/>
                  <a:ext cx="0" cy="111537"/>
                </a:xfrm>
                <a:prstGeom prst="line">
                  <a:avLst/>
                </a:prstGeom>
                <a:noFill/>
                <a:ln w="6350" cap="flat" cmpd="sng" algn="ctr">
                  <a:solidFill>
                    <a:srgbClr val="000000"/>
                  </a:solidFill>
                  <a:prstDash val="solid"/>
                </a:ln>
                <a:effectLst/>
              </p:spPr>
            </p:cxnSp>
          </p:grpSp>
          <p:sp>
            <p:nvSpPr>
              <p:cNvPr id="960" name="Rectangle 959">
                <a:extLst>
                  <a:ext uri="{FF2B5EF4-FFF2-40B4-BE49-F238E27FC236}">
                    <a16:creationId xmlns:a16="http://schemas.microsoft.com/office/drawing/2014/main" id="{67DB7B11-56CE-334A-ADC8-5DC41B2B2B31}"/>
                  </a:ext>
                </a:extLst>
              </p:cNvPr>
              <p:cNvSpPr/>
              <p:nvPr/>
            </p:nvSpPr>
            <p:spPr bwMode="auto">
              <a:xfrm>
                <a:off x="5558467" y="4562294"/>
                <a:ext cx="496887"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61" name="Straight Connector 960">
                <a:extLst>
                  <a:ext uri="{FF2B5EF4-FFF2-40B4-BE49-F238E27FC236}">
                    <a16:creationId xmlns:a16="http://schemas.microsoft.com/office/drawing/2014/main" id="{A04F27FE-A553-BA4D-8784-D3F9D239406C}"/>
                  </a:ext>
                </a:extLst>
              </p:cNvPr>
              <p:cNvCxnSpPr/>
              <p:nvPr/>
            </p:nvCxnSpPr>
            <p:spPr bwMode="auto">
              <a:xfrm flipH="1">
                <a:off x="5552117" y="4014689"/>
                <a:ext cx="3175" cy="1450757"/>
              </a:xfrm>
              <a:prstGeom prst="line">
                <a:avLst/>
              </a:prstGeom>
              <a:noFill/>
              <a:ln w="3175" cap="flat" cmpd="sng" algn="ctr">
                <a:solidFill>
                  <a:srgbClr val="000000"/>
                </a:solidFill>
                <a:prstDash val="sysDash"/>
              </a:ln>
              <a:effectLst/>
            </p:spPr>
          </p:cxnSp>
          <p:grpSp>
            <p:nvGrpSpPr>
              <p:cNvPr id="962" name="Group 595">
                <a:extLst>
                  <a:ext uri="{FF2B5EF4-FFF2-40B4-BE49-F238E27FC236}">
                    <a16:creationId xmlns:a16="http://schemas.microsoft.com/office/drawing/2014/main" id="{7A9DFB75-AD21-E042-816D-12C833D0B14E}"/>
                  </a:ext>
                </a:extLst>
              </p:cNvPr>
              <p:cNvGrpSpPr>
                <a:grpSpLocks/>
              </p:cNvGrpSpPr>
              <p:nvPr/>
            </p:nvGrpSpPr>
            <p:grpSpPr bwMode="auto">
              <a:xfrm>
                <a:off x="5554629" y="3849635"/>
                <a:ext cx="503828" cy="248249"/>
                <a:chOff x="2183302" y="1564542"/>
                <a:chExt cx="1200154" cy="440314"/>
              </a:xfrm>
            </p:grpSpPr>
            <p:sp>
              <p:nvSpPr>
                <p:cNvPr id="963" name="Oval 962">
                  <a:extLst>
                    <a:ext uri="{FF2B5EF4-FFF2-40B4-BE49-F238E27FC236}">
                      <a16:creationId xmlns:a16="http://schemas.microsoft.com/office/drawing/2014/main" id="{EBC1A268-4FE6-7C48-A7EB-5B88F961348E}"/>
                    </a:ext>
                  </a:extLst>
                </p:cNvPr>
                <p:cNvSpPr/>
                <p:nvPr/>
              </p:nvSpPr>
              <p:spPr bwMode="auto">
                <a:xfrm flipV="1">
                  <a:off x="2188662" y="1691192"/>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964" name="Rectangle 963">
                  <a:extLst>
                    <a:ext uri="{FF2B5EF4-FFF2-40B4-BE49-F238E27FC236}">
                      <a16:creationId xmlns:a16="http://schemas.microsoft.com/office/drawing/2014/main" id="{7E5BFB83-4F66-5340-A6C8-AE2EA6969B5D}"/>
                    </a:ext>
                  </a:extLst>
                </p:cNvPr>
                <p:cNvSpPr/>
                <p:nvPr/>
              </p:nvSpPr>
              <p:spPr bwMode="auto">
                <a:xfrm>
                  <a:off x="2184881" y="1736237"/>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65" name="Oval 964">
                  <a:extLst>
                    <a:ext uri="{FF2B5EF4-FFF2-40B4-BE49-F238E27FC236}">
                      <a16:creationId xmlns:a16="http://schemas.microsoft.com/office/drawing/2014/main" id="{835B3555-2BFA-4345-AEDE-3AFF012D165A}"/>
                    </a:ext>
                  </a:extLst>
                </p:cNvPr>
                <p:cNvSpPr>
                  <a:spLocks noChangeArrowheads="1"/>
                </p:cNvSpPr>
                <p:nvPr/>
              </p:nvSpPr>
              <p:spPr bwMode="auto">
                <a:xfrm flipV="1">
                  <a:off x="2184881" y="1564505"/>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966" name="Freeform 965">
                  <a:extLst>
                    <a:ext uri="{FF2B5EF4-FFF2-40B4-BE49-F238E27FC236}">
                      <a16:creationId xmlns:a16="http://schemas.microsoft.com/office/drawing/2014/main" id="{9C54B396-F12D-CD4B-97BD-8CD97DC9CB69}"/>
                    </a:ext>
                  </a:extLst>
                </p:cNvPr>
                <p:cNvSpPr/>
                <p:nvPr/>
              </p:nvSpPr>
              <p:spPr bwMode="auto">
                <a:xfrm>
                  <a:off x="2491185" y="1671486"/>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67" name="Freeform 966">
                  <a:extLst>
                    <a:ext uri="{FF2B5EF4-FFF2-40B4-BE49-F238E27FC236}">
                      <a16:creationId xmlns:a16="http://schemas.microsoft.com/office/drawing/2014/main" id="{74A5A762-7F2A-7146-9F8E-38B680D0FAE5}"/>
                    </a:ext>
                  </a:extLst>
                </p:cNvPr>
                <p:cNvSpPr>
                  <a:spLocks/>
                </p:cNvSpPr>
                <p:nvPr/>
              </p:nvSpPr>
              <p:spPr bwMode="auto">
                <a:xfrm>
                  <a:off x="2430680" y="1629256"/>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68" name="Freeform 967">
                  <a:extLst>
                    <a:ext uri="{FF2B5EF4-FFF2-40B4-BE49-F238E27FC236}">
                      <a16:creationId xmlns:a16="http://schemas.microsoft.com/office/drawing/2014/main" id="{2A01FA01-3AF8-6C49-B347-15EC8DD1FCDF}"/>
                    </a:ext>
                  </a:extLst>
                </p:cNvPr>
                <p:cNvSpPr>
                  <a:spLocks/>
                </p:cNvSpPr>
                <p:nvPr/>
              </p:nvSpPr>
              <p:spPr bwMode="auto">
                <a:xfrm>
                  <a:off x="2892028" y="1722161"/>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69" name="Freeform 968">
                  <a:extLst>
                    <a:ext uri="{FF2B5EF4-FFF2-40B4-BE49-F238E27FC236}">
                      <a16:creationId xmlns:a16="http://schemas.microsoft.com/office/drawing/2014/main" id="{45B074FE-A579-4E44-9C72-7EC6937937B6}"/>
                    </a:ext>
                  </a:extLst>
                </p:cNvPr>
                <p:cNvSpPr>
                  <a:spLocks/>
                </p:cNvSpPr>
                <p:nvPr/>
              </p:nvSpPr>
              <p:spPr bwMode="auto">
                <a:xfrm>
                  <a:off x="2419337" y="1724976"/>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970" name="Straight Connector 969">
                  <a:extLst>
                    <a:ext uri="{FF2B5EF4-FFF2-40B4-BE49-F238E27FC236}">
                      <a16:creationId xmlns:a16="http://schemas.microsoft.com/office/drawing/2014/main" id="{D7BA177F-687A-5349-B8D9-E812C7AD3962}"/>
                    </a:ext>
                  </a:extLst>
                </p:cNvPr>
                <p:cNvCxnSpPr>
                  <a:cxnSpLocks noChangeShapeType="1"/>
                  <a:endCxn id="965" idx="2"/>
                </p:cNvCxnSpPr>
                <p:nvPr/>
              </p:nvCxnSpPr>
              <p:spPr bwMode="auto">
                <a:xfrm flipH="1" flipV="1">
                  <a:off x="2184881" y="1722161"/>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71" name="Straight Connector 970">
                  <a:extLst>
                    <a:ext uri="{FF2B5EF4-FFF2-40B4-BE49-F238E27FC236}">
                      <a16:creationId xmlns:a16="http://schemas.microsoft.com/office/drawing/2014/main" id="{2708807E-0266-644C-A6E9-061ABB06D12B}"/>
                    </a:ext>
                  </a:extLst>
                </p:cNvPr>
                <p:cNvCxnSpPr>
                  <a:cxnSpLocks noChangeShapeType="1"/>
                </p:cNvCxnSpPr>
                <p:nvPr/>
              </p:nvCxnSpPr>
              <p:spPr bwMode="auto">
                <a:xfrm flipH="1" flipV="1">
                  <a:off x="3379847" y="1727792"/>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6" name="Group 48258">
              <a:extLst>
                <a:ext uri="{FF2B5EF4-FFF2-40B4-BE49-F238E27FC236}">
                  <a16:creationId xmlns:a16="http://schemas.microsoft.com/office/drawing/2014/main" id="{47B32372-CF84-404F-9FD0-9ACFAC4EE60D}"/>
                </a:ext>
              </a:extLst>
            </p:cNvPr>
            <p:cNvGrpSpPr>
              <a:grpSpLocks/>
            </p:cNvGrpSpPr>
            <p:nvPr/>
          </p:nvGrpSpPr>
          <p:grpSpPr bwMode="auto">
            <a:xfrm>
              <a:off x="6547479" y="3836935"/>
              <a:ext cx="514350" cy="1671638"/>
              <a:chOff x="6547479" y="3836935"/>
              <a:chExt cx="514350" cy="1671638"/>
            </a:xfrm>
          </p:grpSpPr>
          <p:sp>
            <p:nvSpPr>
              <p:cNvPr id="937" name="Rectangle 936">
                <a:extLst>
                  <a:ext uri="{FF2B5EF4-FFF2-40B4-BE49-F238E27FC236}">
                    <a16:creationId xmlns:a16="http://schemas.microsoft.com/office/drawing/2014/main" id="{73DDF967-9AF3-2A4F-AE8E-6BE3B9FF2E91}"/>
                  </a:ext>
                </a:extLst>
              </p:cNvPr>
              <p:cNvSpPr/>
              <p:nvPr/>
            </p:nvSpPr>
            <p:spPr bwMode="auto">
              <a:xfrm rot="10800000">
                <a:off x="6550526" y="3920772"/>
                <a:ext cx="498084" cy="62924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38" name="Straight Connector 937">
                <a:extLst>
                  <a:ext uri="{FF2B5EF4-FFF2-40B4-BE49-F238E27FC236}">
                    <a16:creationId xmlns:a16="http://schemas.microsoft.com/office/drawing/2014/main" id="{4E2A68FE-149D-DD45-B62C-268C2B480787}"/>
                  </a:ext>
                </a:extLst>
              </p:cNvPr>
              <p:cNvCxnSpPr/>
              <p:nvPr/>
            </p:nvCxnSpPr>
            <p:spPr bwMode="auto">
              <a:xfrm flipH="1">
                <a:off x="7060242" y="3994054"/>
                <a:ext cx="1587" cy="1366633"/>
              </a:xfrm>
              <a:prstGeom prst="line">
                <a:avLst/>
              </a:prstGeom>
              <a:noFill/>
              <a:ln w="3175" cap="flat" cmpd="sng" algn="ctr">
                <a:solidFill>
                  <a:srgbClr val="000000"/>
                </a:solidFill>
                <a:prstDash val="sysDash"/>
              </a:ln>
              <a:effectLst/>
            </p:spPr>
          </p:cxnSp>
          <p:grpSp>
            <p:nvGrpSpPr>
              <p:cNvPr id="939" name="Group 634">
                <a:extLst>
                  <a:ext uri="{FF2B5EF4-FFF2-40B4-BE49-F238E27FC236}">
                    <a16:creationId xmlns:a16="http://schemas.microsoft.com/office/drawing/2014/main" id="{EA89FBDD-115D-B744-8C40-278D9ECECBF6}"/>
                  </a:ext>
                </a:extLst>
              </p:cNvPr>
              <p:cNvGrpSpPr>
                <a:grpSpLocks/>
              </p:cNvGrpSpPr>
              <p:nvPr/>
            </p:nvGrpSpPr>
            <p:grpSpPr bwMode="auto">
              <a:xfrm>
                <a:off x="6552627" y="5286665"/>
                <a:ext cx="507588" cy="221908"/>
                <a:chOff x="4128636" y="3606589"/>
                <a:chExt cx="568145" cy="338667"/>
              </a:xfrm>
            </p:grpSpPr>
            <p:sp>
              <p:nvSpPr>
                <p:cNvPr id="952" name="Oval 951">
                  <a:extLst>
                    <a:ext uri="{FF2B5EF4-FFF2-40B4-BE49-F238E27FC236}">
                      <a16:creationId xmlns:a16="http://schemas.microsoft.com/office/drawing/2014/main" id="{ADD15AEA-0E06-3444-AA78-D1D680AED400}"/>
                    </a:ext>
                  </a:extLst>
                </p:cNvPr>
                <p:cNvSpPr/>
                <p:nvPr/>
              </p:nvSpPr>
              <p:spPr>
                <a:xfrm>
                  <a:off x="4128205" y="3719558"/>
                  <a:ext cx="568606" cy="225284"/>
                </a:xfrm>
                <a:prstGeom prst="ellipse">
                  <a:avLst/>
                </a:prstGeom>
                <a:solidFill>
                  <a:srgbClr val="3333CC">
                    <a:lumMod val="75000"/>
                  </a:srgbClr>
                </a:solidFill>
                <a:ln w="6350" cap="flat" cmpd="sng" algn="ctr">
                  <a:solidFill>
                    <a:srgbClr val="00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53" name="Rectangle 952">
                  <a:extLst>
                    <a:ext uri="{FF2B5EF4-FFF2-40B4-BE49-F238E27FC236}">
                      <a16:creationId xmlns:a16="http://schemas.microsoft.com/office/drawing/2014/main" id="{CBDCEDCB-60F4-7D47-8AE9-D843D17AF39C}"/>
                    </a:ext>
                  </a:extLst>
                </p:cNvPr>
                <p:cNvSpPr/>
                <p:nvPr/>
              </p:nvSpPr>
              <p:spPr>
                <a:xfrm>
                  <a:off x="4128205" y="3719558"/>
                  <a:ext cx="568606" cy="111431"/>
                </a:xfrm>
                <a:prstGeom prst="rect">
                  <a:avLst/>
                </a:prstGeom>
                <a:solidFill>
                  <a:srgbClr val="3333CC">
                    <a:lumMod val="7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54" name="Oval 953">
                  <a:extLst>
                    <a:ext uri="{FF2B5EF4-FFF2-40B4-BE49-F238E27FC236}">
                      <a16:creationId xmlns:a16="http://schemas.microsoft.com/office/drawing/2014/main" id="{96CC10B3-D82A-D340-B795-8505902BBB5B}"/>
                    </a:ext>
                  </a:extLst>
                </p:cNvPr>
                <p:cNvSpPr/>
                <p:nvPr/>
              </p:nvSpPr>
              <p:spPr>
                <a:xfrm>
                  <a:off x="4128205" y="3605704"/>
                  <a:ext cx="568606" cy="225286"/>
                </a:xfrm>
                <a:prstGeom prst="ellipse">
                  <a:avLst/>
                </a:prstGeom>
                <a:solidFill>
                  <a:srgbClr val="3333CC">
                    <a:lumMod val="40000"/>
                    <a:lumOff val="60000"/>
                    <a:alpha val="55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55" name="Straight Connector 954">
                  <a:extLst>
                    <a:ext uri="{FF2B5EF4-FFF2-40B4-BE49-F238E27FC236}">
                      <a16:creationId xmlns:a16="http://schemas.microsoft.com/office/drawing/2014/main" id="{3B133DA9-A713-2849-A8D7-EDE46E681761}"/>
                    </a:ext>
                  </a:extLst>
                </p:cNvPr>
                <p:cNvCxnSpPr/>
                <p:nvPr/>
              </p:nvCxnSpPr>
              <p:spPr>
                <a:xfrm>
                  <a:off x="4696811" y="3719558"/>
                  <a:ext cx="0" cy="111431"/>
                </a:xfrm>
                <a:prstGeom prst="line">
                  <a:avLst/>
                </a:prstGeom>
                <a:noFill/>
                <a:ln w="6350" cap="flat" cmpd="sng" algn="ctr">
                  <a:solidFill>
                    <a:srgbClr val="000000"/>
                  </a:solidFill>
                  <a:prstDash val="solid"/>
                </a:ln>
                <a:effectLst/>
              </p:spPr>
            </p:cxnSp>
            <p:cxnSp>
              <p:nvCxnSpPr>
                <p:cNvPr id="956" name="Straight Connector 955">
                  <a:extLst>
                    <a:ext uri="{FF2B5EF4-FFF2-40B4-BE49-F238E27FC236}">
                      <a16:creationId xmlns:a16="http://schemas.microsoft.com/office/drawing/2014/main" id="{BC22357C-1B49-FD47-A8E1-4EE9363277E0}"/>
                    </a:ext>
                  </a:extLst>
                </p:cNvPr>
                <p:cNvCxnSpPr/>
                <p:nvPr/>
              </p:nvCxnSpPr>
              <p:spPr>
                <a:xfrm>
                  <a:off x="4128205" y="3719558"/>
                  <a:ext cx="0" cy="111431"/>
                </a:xfrm>
                <a:prstGeom prst="line">
                  <a:avLst/>
                </a:prstGeom>
                <a:noFill/>
                <a:ln w="6350" cap="flat" cmpd="sng" algn="ctr">
                  <a:solidFill>
                    <a:srgbClr val="000000"/>
                  </a:solidFill>
                  <a:prstDash val="solid"/>
                </a:ln>
                <a:effectLst/>
              </p:spPr>
            </p:cxnSp>
          </p:grpSp>
          <p:sp>
            <p:nvSpPr>
              <p:cNvPr id="940" name="Rectangle 939">
                <a:extLst>
                  <a:ext uri="{FF2B5EF4-FFF2-40B4-BE49-F238E27FC236}">
                    <a16:creationId xmlns:a16="http://schemas.microsoft.com/office/drawing/2014/main" id="{8A75ED0D-201E-C349-9238-A2D94F02D3E1}"/>
                  </a:ext>
                </a:extLst>
              </p:cNvPr>
              <p:cNvSpPr/>
              <p:nvPr/>
            </p:nvSpPr>
            <p:spPr bwMode="auto">
              <a:xfrm>
                <a:off x="6553829" y="4551184"/>
                <a:ext cx="496888"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941" name="Straight Connector 940">
                <a:extLst>
                  <a:ext uri="{FF2B5EF4-FFF2-40B4-BE49-F238E27FC236}">
                    <a16:creationId xmlns:a16="http://schemas.microsoft.com/office/drawing/2014/main" id="{690B7076-D7BF-A64B-A741-7A1AB99BC7BD}"/>
                  </a:ext>
                </a:extLst>
              </p:cNvPr>
              <p:cNvCxnSpPr/>
              <p:nvPr/>
            </p:nvCxnSpPr>
            <p:spPr bwMode="auto">
              <a:xfrm flipH="1">
                <a:off x="6547479" y="4001991"/>
                <a:ext cx="3175" cy="1452344"/>
              </a:xfrm>
              <a:prstGeom prst="line">
                <a:avLst/>
              </a:prstGeom>
              <a:noFill/>
              <a:ln w="3175" cap="flat" cmpd="sng" algn="ctr">
                <a:solidFill>
                  <a:srgbClr val="000000"/>
                </a:solidFill>
                <a:prstDash val="sysDash"/>
              </a:ln>
              <a:effectLst/>
            </p:spPr>
          </p:cxnSp>
          <p:grpSp>
            <p:nvGrpSpPr>
              <p:cNvPr id="942" name="Group 622">
                <a:extLst>
                  <a:ext uri="{FF2B5EF4-FFF2-40B4-BE49-F238E27FC236}">
                    <a16:creationId xmlns:a16="http://schemas.microsoft.com/office/drawing/2014/main" id="{536C1E87-C19D-B549-A398-BDAA53318FF3}"/>
                  </a:ext>
                </a:extLst>
              </p:cNvPr>
              <p:cNvGrpSpPr>
                <a:grpSpLocks/>
              </p:cNvGrpSpPr>
              <p:nvPr/>
            </p:nvGrpSpPr>
            <p:grpSpPr bwMode="auto">
              <a:xfrm>
                <a:off x="6549992" y="3836935"/>
                <a:ext cx="503828" cy="248485"/>
                <a:chOff x="2183302" y="1564542"/>
                <a:chExt cx="1200154" cy="440314"/>
              </a:xfrm>
            </p:grpSpPr>
            <p:sp>
              <p:nvSpPr>
                <p:cNvPr id="943" name="Oval 942">
                  <a:extLst>
                    <a:ext uri="{FF2B5EF4-FFF2-40B4-BE49-F238E27FC236}">
                      <a16:creationId xmlns:a16="http://schemas.microsoft.com/office/drawing/2014/main" id="{2FA609ED-2E63-804A-8736-890A528B12F8}"/>
                    </a:ext>
                  </a:extLst>
                </p:cNvPr>
                <p:cNvSpPr/>
                <p:nvPr/>
              </p:nvSpPr>
              <p:spPr bwMode="auto">
                <a:xfrm flipV="1">
                  <a:off x="2188662" y="1691075"/>
                  <a:ext cx="1194966" cy="315014"/>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ndParaRPr>
                </a:p>
              </p:txBody>
            </p:sp>
            <p:sp>
              <p:nvSpPr>
                <p:cNvPr id="944" name="Rectangle 943">
                  <a:extLst>
                    <a:ext uri="{FF2B5EF4-FFF2-40B4-BE49-F238E27FC236}">
                      <a16:creationId xmlns:a16="http://schemas.microsoft.com/office/drawing/2014/main" id="{355D3E63-F907-0E45-8C46-4E02D5408E65}"/>
                    </a:ext>
                  </a:extLst>
                </p:cNvPr>
                <p:cNvSpPr/>
                <p:nvPr/>
              </p:nvSpPr>
              <p:spPr bwMode="auto">
                <a:xfrm>
                  <a:off x="2184879" y="1736077"/>
                  <a:ext cx="1198749" cy="11250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45" name="Oval 944">
                  <a:extLst>
                    <a:ext uri="{FF2B5EF4-FFF2-40B4-BE49-F238E27FC236}">
                      <a16:creationId xmlns:a16="http://schemas.microsoft.com/office/drawing/2014/main" id="{575934DF-B322-274A-92BC-3407CBF59474}"/>
                    </a:ext>
                  </a:extLst>
                </p:cNvPr>
                <p:cNvSpPr>
                  <a:spLocks noChangeArrowheads="1"/>
                </p:cNvSpPr>
                <p:nvPr/>
              </p:nvSpPr>
              <p:spPr bwMode="auto">
                <a:xfrm flipV="1">
                  <a:off x="2184879" y="1564508"/>
                  <a:ext cx="1194966" cy="315014"/>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946" name="Freeform 945">
                  <a:extLst>
                    <a:ext uri="{FF2B5EF4-FFF2-40B4-BE49-F238E27FC236}">
                      <a16:creationId xmlns:a16="http://schemas.microsoft.com/office/drawing/2014/main" id="{CBF18B9D-FBE2-C54E-A32D-C409E6C62912}"/>
                    </a:ext>
                  </a:extLst>
                </p:cNvPr>
                <p:cNvSpPr/>
                <p:nvPr/>
              </p:nvSpPr>
              <p:spPr bwMode="auto">
                <a:xfrm>
                  <a:off x="2491185" y="1671388"/>
                  <a:ext cx="582357" cy="157507"/>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947" name="Freeform 946">
                  <a:extLst>
                    <a:ext uri="{FF2B5EF4-FFF2-40B4-BE49-F238E27FC236}">
                      <a16:creationId xmlns:a16="http://schemas.microsoft.com/office/drawing/2014/main" id="{E96DBFA6-2771-A54D-B845-79612A3939C1}"/>
                    </a:ext>
                  </a:extLst>
                </p:cNvPr>
                <p:cNvSpPr>
                  <a:spLocks/>
                </p:cNvSpPr>
                <p:nvPr/>
              </p:nvSpPr>
              <p:spPr bwMode="auto">
                <a:xfrm>
                  <a:off x="2430680" y="1629198"/>
                  <a:ext cx="703366" cy="112505"/>
                </a:xfrm>
                <a:custGeom>
                  <a:avLst/>
                  <a:gdLst>
                    <a:gd name="T0" fmla="*/ 0 w 3723451"/>
                    <a:gd name="T1" fmla="*/ 27524 h 932950"/>
                    <a:gd name="T2" fmla="*/ 123762 w 3723451"/>
                    <a:gd name="T3" fmla="*/ 324 h 932950"/>
                    <a:gd name="T4" fmla="*/ 350560 w 3723451"/>
                    <a:gd name="T5" fmla="*/ 62775 h 932950"/>
                    <a:gd name="T6" fmla="*/ 566927 w 3723451"/>
                    <a:gd name="T7" fmla="*/ 0 h 932950"/>
                    <a:gd name="T8" fmla="*/ 703366 w 3723451"/>
                    <a:gd name="T9" fmla="*/ 24980 h 932950"/>
                    <a:gd name="T10" fmla="*/ 601856 w 3723451"/>
                    <a:gd name="T11" fmla="*/ 55698 h 932950"/>
                    <a:gd name="T12" fmla="*/ 569173 w 3723451"/>
                    <a:gd name="T13" fmla="*/ 47416 h 932950"/>
                    <a:gd name="T14" fmla="*/ 354544 w 3723451"/>
                    <a:gd name="T15" fmla="*/ 112505 h 932950"/>
                    <a:gd name="T16" fmla="*/ 134425 w 3723451"/>
                    <a:gd name="T17" fmla="*/ 49811 h 932950"/>
                    <a:gd name="T18" fmla="*/ 98836 w 3723451"/>
                    <a:gd name="T19" fmla="*/ 56577 h 932950"/>
                    <a:gd name="T20" fmla="*/ 0 w 3723451"/>
                    <a:gd name="T21" fmla="*/ 27524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48" name="Freeform 947">
                  <a:extLst>
                    <a:ext uri="{FF2B5EF4-FFF2-40B4-BE49-F238E27FC236}">
                      <a16:creationId xmlns:a16="http://schemas.microsoft.com/office/drawing/2014/main" id="{02B4EA66-7954-AA46-ABFF-843F0F913933}"/>
                    </a:ext>
                  </a:extLst>
                </p:cNvPr>
                <p:cNvSpPr>
                  <a:spLocks/>
                </p:cNvSpPr>
                <p:nvPr/>
              </p:nvSpPr>
              <p:spPr bwMode="auto">
                <a:xfrm>
                  <a:off x="2892028" y="1724827"/>
                  <a:ext cx="260925" cy="95629"/>
                </a:xfrm>
                <a:custGeom>
                  <a:avLst/>
                  <a:gdLst>
                    <a:gd name="T0" fmla="*/ 0 w 1366596"/>
                    <a:gd name="T1" fmla="*/ 0 h 809868"/>
                    <a:gd name="T2" fmla="*/ 260925 w 1366596"/>
                    <a:gd name="T3" fmla="*/ 73895 h 809868"/>
                    <a:gd name="T4" fmla="*/ 165165 w 1366596"/>
                    <a:gd name="T5" fmla="*/ 95629 h 809868"/>
                    <a:gd name="T6" fmla="*/ 878 w 1366596"/>
                    <a:gd name="T7" fmla="*/ 50531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49" name="Freeform 948">
                  <a:extLst>
                    <a:ext uri="{FF2B5EF4-FFF2-40B4-BE49-F238E27FC236}">
                      <a16:creationId xmlns:a16="http://schemas.microsoft.com/office/drawing/2014/main" id="{F20F445F-471B-7448-AAA1-96643F81BE1A}"/>
                    </a:ext>
                  </a:extLst>
                </p:cNvPr>
                <p:cNvSpPr>
                  <a:spLocks/>
                </p:cNvSpPr>
                <p:nvPr/>
              </p:nvSpPr>
              <p:spPr bwMode="auto">
                <a:xfrm>
                  <a:off x="2419334" y="1727640"/>
                  <a:ext cx="253364" cy="92816"/>
                </a:xfrm>
                <a:custGeom>
                  <a:avLst/>
                  <a:gdLst>
                    <a:gd name="T0" fmla="*/ 249905 w 1348191"/>
                    <a:gd name="T1" fmla="*/ 0 h 791462"/>
                    <a:gd name="T2" fmla="*/ 253364 w 1348191"/>
                    <a:gd name="T3" fmla="*/ 44789 h 791462"/>
                    <a:gd name="T4" fmla="*/ 91661 w 1348191"/>
                    <a:gd name="T5" fmla="*/ 92816 h 791462"/>
                    <a:gd name="T6" fmla="*/ 0 w 1348191"/>
                    <a:gd name="T7" fmla="*/ 71770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950" name="Straight Connector 949">
                  <a:extLst>
                    <a:ext uri="{FF2B5EF4-FFF2-40B4-BE49-F238E27FC236}">
                      <a16:creationId xmlns:a16="http://schemas.microsoft.com/office/drawing/2014/main" id="{4BDF3FD2-413B-0D4C-9A59-50D44FBEA121}"/>
                    </a:ext>
                  </a:extLst>
                </p:cNvPr>
                <p:cNvCxnSpPr>
                  <a:cxnSpLocks noChangeShapeType="1"/>
                  <a:endCxn id="945" idx="2"/>
                </p:cNvCxnSpPr>
                <p:nvPr/>
              </p:nvCxnSpPr>
              <p:spPr bwMode="auto">
                <a:xfrm flipH="1" flipV="1">
                  <a:off x="2184879" y="1722015"/>
                  <a:ext cx="3783" cy="12094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51" name="Straight Connector 950">
                  <a:extLst>
                    <a:ext uri="{FF2B5EF4-FFF2-40B4-BE49-F238E27FC236}">
                      <a16:creationId xmlns:a16="http://schemas.microsoft.com/office/drawing/2014/main" id="{71DA60AE-C589-FA44-94AB-B21A49C15239}"/>
                    </a:ext>
                  </a:extLst>
                </p:cNvPr>
                <p:cNvCxnSpPr>
                  <a:cxnSpLocks noChangeShapeType="1"/>
                </p:cNvCxnSpPr>
                <p:nvPr/>
              </p:nvCxnSpPr>
              <p:spPr bwMode="auto">
                <a:xfrm flipH="1" flipV="1">
                  <a:off x="3379845" y="1730452"/>
                  <a:ext cx="3783" cy="12094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1037" name="Group 1036">
            <a:extLst>
              <a:ext uri="{FF2B5EF4-FFF2-40B4-BE49-F238E27FC236}">
                <a16:creationId xmlns:a16="http://schemas.microsoft.com/office/drawing/2014/main" id="{B91F629B-CF25-F443-9115-62469DD7E55B}"/>
              </a:ext>
            </a:extLst>
          </p:cNvPr>
          <p:cNvGrpSpPr>
            <a:grpSpLocks/>
          </p:cNvGrpSpPr>
          <p:nvPr/>
        </p:nvGrpSpPr>
        <p:grpSpPr bwMode="auto">
          <a:xfrm>
            <a:off x="3097898" y="2916416"/>
            <a:ext cx="3312319" cy="1735931"/>
            <a:chOff x="2381956" y="2435173"/>
            <a:chExt cx="4415330" cy="2315048"/>
          </a:xfrm>
        </p:grpSpPr>
        <p:sp>
          <p:nvSpPr>
            <p:cNvPr id="1038" name="Freeform 1037">
              <a:extLst>
                <a:ext uri="{FF2B5EF4-FFF2-40B4-BE49-F238E27FC236}">
                  <a16:creationId xmlns:a16="http://schemas.microsoft.com/office/drawing/2014/main" id="{9766E8B3-28C0-B742-8340-745064581E4E}"/>
                </a:ext>
              </a:extLst>
            </p:cNvPr>
            <p:cNvSpPr/>
            <p:nvPr/>
          </p:nvSpPr>
          <p:spPr>
            <a:xfrm>
              <a:off x="2381956" y="2439937"/>
              <a:ext cx="296789" cy="1743431"/>
            </a:xfrm>
            <a:custGeom>
              <a:avLst/>
              <a:gdLst>
                <a:gd name="connsiteX0" fmla="*/ 307275 w 307275"/>
                <a:gd name="connsiteY0" fmla="*/ 0 h 1659441"/>
                <a:gd name="connsiteX1" fmla="*/ 0 w 307275"/>
                <a:gd name="connsiteY1" fmla="*/ 0 h 1659441"/>
                <a:gd name="connsiteX2" fmla="*/ 0 w 307275"/>
                <a:gd name="connsiteY2" fmla="*/ 1659441 h 1659441"/>
                <a:gd name="connsiteX0" fmla="*/ 307275 w 307275"/>
                <a:gd name="connsiteY0" fmla="*/ 0 h 2015941"/>
                <a:gd name="connsiteX1" fmla="*/ 0 w 307275"/>
                <a:gd name="connsiteY1" fmla="*/ 0 h 2015941"/>
                <a:gd name="connsiteX2" fmla="*/ 0 w 307275"/>
                <a:gd name="connsiteY2" fmla="*/ 2015941 h 2015941"/>
                <a:gd name="connsiteX0" fmla="*/ 228538 w 228538"/>
                <a:gd name="connsiteY0" fmla="*/ 0 h 2022548"/>
                <a:gd name="connsiteX1" fmla="*/ 0 w 228538"/>
                <a:gd name="connsiteY1" fmla="*/ 6607 h 2022548"/>
                <a:gd name="connsiteX2" fmla="*/ 0 w 228538"/>
                <a:gd name="connsiteY2" fmla="*/ 2022548 h 2022548"/>
              </a:gdLst>
              <a:ahLst/>
              <a:cxnLst>
                <a:cxn ang="0">
                  <a:pos x="connsiteX0" y="connsiteY0"/>
                </a:cxn>
                <a:cxn ang="0">
                  <a:pos x="connsiteX1" y="connsiteY1"/>
                </a:cxn>
                <a:cxn ang="0">
                  <a:pos x="connsiteX2" y="connsiteY2"/>
                </a:cxn>
              </a:cxnLst>
              <a:rect l="l" t="t" r="r" b="b"/>
              <a:pathLst>
                <a:path w="228538" h="2022548">
                  <a:moveTo>
                    <a:pt x="228538" y="0"/>
                  </a:moveTo>
                  <a:lnTo>
                    <a:pt x="0" y="6607"/>
                  </a:lnTo>
                  <a:lnTo>
                    <a:pt x="0" y="2022548"/>
                  </a:lnTo>
                </a:path>
              </a:pathLst>
            </a:custGeom>
            <a:noFill/>
            <a:ln w="31750" cap="flat" cmpd="sng" algn="ctr">
              <a:solidFill>
                <a:srgbClr val="CC0000"/>
              </a:solidFill>
              <a:prstDash val="solid"/>
              <a:headEnd type="triangle"/>
              <a:tailEnd type="triangle"/>
            </a:ln>
            <a:effectLst/>
          </p:spPr>
          <p:txBody>
            <a:bodyPr anchor="ctr"/>
            <a:lstStyle/>
            <a:p>
              <a:pPr algn="ctr" defTabSz="685800" eaLnBrk="0" fontAlgn="base" hangingPunct="0">
                <a:spcBef>
                  <a:spcPct val="0"/>
                </a:spcBef>
                <a:spcAft>
                  <a:spcPct val="0"/>
                </a:spcAft>
                <a:defRPr/>
              </a:pPr>
              <a:endParaRPr lang="en-US" sz="1350" kern="0" dirty="0">
                <a:solidFill>
                  <a:srgbClr val="CC0000"/>
                </a:solidFill>
                <a:latin typeface="Gill Sans MT"/>
              </a:endParaRPr>
            </a:p>
          </p:txBody>
        </p:sp>
        <p:sp>
          <p:nvSpPr>
            <p:cNvPr id="1039" name="Freeform 1038">
              <a:extLst>
                <a:ext uri="{FF2B5EF4-FFF2-40B4-BE49-F238E27FC236}">
                  <a16:creationId xmlns:a16="http://schemas.microsoft.com/office/drawing/2014/main" id="{CDF62C6F-3C23-F349-9A9F-804273D0BA51}"/>
                </a:ext>
              </a:extLst>
            </p:cNvPr>
            <p:cNvSpPr/>
            <p:nvPr/>
          </p:nvSpPr>
          <p:spPr>
            <a:xfrm flipH="1">
              <a:off x="6411620" y="2435173"/>
              <a:ext cx="385666" cy="2300758"/>
            </a:xfrm>
            <a:custGeom>
              <a:avLst/>
              <a:gdLst>
                <a:gd name="connsiteX0" fmla="*/ 307275 w 307275"/>
                <a:gd name="connsiteY0" fmla="*/ 0 h 1659441"/>
                <a:gd name="connsiteX1" fmla="*/ 0 w 307275"/>
                <a:gd name="connsiteY1" fmla="*/ 0 h 1659441"/>
                <a:gd name="connsiteX2" fmla="*/ 0 w 307275"/>
                <a:gd name="connsiteY2" fmla="*/ 1659441 h 1659441"/>
                <a:gd name="connsiteX0" fmla="*/ 307275 w 307275"/>
                <a:gd name="connsiteY0" fmla="*/ 0 h 2117725"/>
                <a:gd name="connsiteX1" fmla="*/ 0 w 307275"/>
                <a:gd name="connsiteY1" fmla="*/ 0 h 2117725"/>
                <a:gd name="connsiteX2" fmla="*/ 0 w 307275"/>
                <a:gd name="connsiteY2" fmla="*/ 2117725 h 2117725"/>
              </a:gdLst>
              <a:ahLst/>
              <a:cxnLst>
                <a:cxn ang="0">
                  <a:pos x="connsiteX0" y="connsiteY0"/>
                </a:cxn>
                <a:cxn ang="0">
                  <a:pos x="connsiteX1" y="connsiteY1"/>
                </a:cxn>
                <a:cxn ang="0">
                  <a:pos x="connsiteX2" y="connsiteY2"/>
                </a:cxn>
              </a:cxnLst>
              <a:rect l="l" t="t" r="r" b="b"/>
              <a:pathLst>
                <a:path w="307275" h="2117725">
                  <a:moveTo>
                    <a:pt x="307275" y="0"/>
                  </a:moveTo>
                  <a:lnTo>
                    <a:pt x="0" y="0"/>
                  </a:lnTo>
                  <a:lnTo>
                    <a:pt x="0" y="2117725"/>
                  </a:lnTo>
                </a:path>
              </a:pathLst>
            </a:custGeom>
            <a:noFill/>
            <a:ln w="31750" cap="flat" cmpd="sng" algn="ctr">
              <a:solidFill>
                <a:srgbClr val="CC0000"/>
              </a:solidFill>
              <a:prstDash val="solid"/>
              <a:headEnd type="triangle"/>
              <a:tailEnd type="triangle"/>
            </a:ln>
            <a:effectLst/>
          </p:spPr>
          <p:txBody>
            <a:bodyPr anchor="ctr"/>
            <a:lstStyle/>
            <a:p>
              <a:pPr algn="ctr" defTabSz="685800" eaLnBrk="0" fontAlgn="base" hangingPunct="0">
                <a:spcBef>
                  <a:spcPct val="0"/>
                </a:spcBef>
                <a:spcAft>
                  <a:spcPct val="0"/>
                </a:spcAft>
                <a:defRPr/>
              </a:pPr>
              <a:endParaRPr lang="en-US" sz="1350" kern="0" dirty="0">
                <a:solidFill>
                  <a:srgbClr val="000000"/>
                </a:solidFill>
                <a:latin typeface="Gill Sans MT"/>
              </a:endParaRPr>
            </a:p>
          </p:txBody>
        </p:sp>
        <p:cxnSp>
          <p:nvCxnSpPr>
            <p:cNvPr id="1040" name="Straight Arrow Connector 1039">
              <a:extLst>
                <a:ext uri="{FF2B5EF4-FFF2-40B4-BE49-F238E27FC236}">
                  <a16:creationId xmlns:a16="http://schemas.microsoft.com/office/drawing/2014/main" id="{497E72DF-A12C-4044-A2D6-B881FE41D269}"/>
                </a:ext>
              </a:extLst>
            </p:cNvPr>
            <p:cNvCxnSpPr/>
            <p:nvPr/>
          </p:nvCxnSpPr>
          <p:spPr>
            <a:xfrm flipV="1">
              <a:off x="5791061" y="2687638"/>
              <a:ext cx="7936" cy="2062583"/>
            </a:xfrm>
            <a:prstGeom prst="straightConnector1">
              <a:avLst/>
            </a:prstGeom>
            <a:noFill/>
            <a:ln w="31750" cap="flat" cmpd="sng" algn="ctr">
              <a:solidFill>
                <a:srgbClr val="CC0000"/>
              </a:solidFill>
              <a:prstDash val="solid"/>
              <a:headEnd type="triangle"/>
              <a:tailEnd type="triangle"/>
            </a:ln>
            <a:effectLst/>
          </p:spPr>
        </p:cxnSp>
        <p:cxnSp>
          <p:nvCxnSpPr>
            <p:cNvPr id="1041" name="Straight Arrow Connector 1040">
              <a:extLst>
                <a:ext uri="{FF2B5EF4-FFF2-40B4-BE49-F238E27FC236}">
                  <a16:creationId xmlns:a16="http://schemas.microsoft.com/office/drawing/2014/main" id="{EF8C79E1-BE27-8F43-B34B-79F8C5338E4E}"/>
                </a:ext>
              </a:extLst>
            </p:cNvPr>
            <p:cNvCxnSpPr/>
            <p:nvPr/>
          </p:nvCxnSpPr>
          <p:spPr>
            <a:xfrm flipV="1">
              <a:off x="4599144" y="2708279"/>
              <a:ext cx="17458" cy="2037179"/>
            </a:xfrm>
            <a:prstGeom prst="straightConnector1">
              <a:avLst/>
            </a:prstGeom>
            <a:noFill/>
            <a:ln w="31750" cap="flat" cmpd="sng" algn="ctr">
              <a:solidFill>
                <a:srgbClr val="CC0000"/>
              </a:solidFill>
              <a:prstDash val="solid"/>
              <a:headEnd type="triangle"/>
              <a:tailEnd type="triangle"/>
            </a:ln>
            <a:effectLst/>
          </p:spPr>
        </p:cxnSp>
        <p:cxnSp>
          <p:nvCxnSpPr>
            <p:cNvPr id="1042" name="Straight Arrow Connector 1041">
              <a:extLst>
                <a:ext uri="{FF2B5EF4-FFF2-40B4-BE49-F238E27FC236}">
                  <a16:creationId xmlns:a16="http://schemas.microsoft.com/office/drawing/2014/main" id="{4B55563F-765E-CC4D-92B4-D17FBE1B08A6}"/>
                </a:ext>
              </a:extLst>
            </p:cNvPr>
            <p:cNvCxnSpPr/>
            <p:nvPr/>
          </p:nvCxnSpPr>
          <p:spPr>
            <a:xfrm flipH="1" flipV="1">
              <a:off x="3807178" y="2762265"/>
              <a:ext cx="9523" cy="1983193"/>
            </a:xfrm>
            <a:prstGeom prst="straightConnector1">
              <a:avLst/>
            </a:prstGeom>
            <a:noFill/>
            <a:ln w="31750" cap="flat" cmpd="sng" algn="ctr">
              <a:solidFill>
                <a:srgbClr val="CC0000"/>
              </a:solidFill>
              <a:prstDash val="solid"/>
              <a:headEnd type="triangle"/>
              <a:tailEnd type="triangle"/>
            </a:ln>
            <a:effectLst/>
          </p:spPr>
        </p:cxnSp>
      </p:grpSp>
      <p:grpSp>
        <p:nvGrpSpPr>
          <p:cNvPr id="1043" name="Group 1042">
            <a:extLst>
              <a:ext uri="{FF2B5EF4-FFF2-40B4-BE49-F238E27FC236}">
                <a16:creationId xmlns:a16="http://schemas.microsoft.com/office/drawing/2014/main" id="{B5756541-DE04-D343-ADA3-E578917497B6}"/>
              </a:ext>
            </a:extLst>
          </p:cNvPr>
          <p:cNvGrpSpPr>
            <a:grpSpLocks/>
          </p:cNvGrpSpPr>
          <p:nvPr/>
        </p:nvGrpSpPr>
        <p:grpSpPr bwMode="auto">
          <a:xfrm>
            <a:off x="2853820" y="4574956"/>
            <a:ext cx="3718322" cy="520303"/>
            <a:chOff x="2055070" y="4690247"/>
            <a:chExt cx="4956877" cy="694339"/>
          </a:xfrm>
        </p:grpSpPr>
        <p:grpSp>
          <p:nvGrpSpPr>
            <p:cNvPr id="1044" name="Group 554">
              <a:extLst>
                <a:ext uri="{FF2B5EF4-FFF2-40B4-BE49-F238E27FC236}">
                  <a16:creationId xmlns:a16="http://schemas.microsoft.com/office/drawing/2014/main" id="{368CBAA7-B3CD-B447-8953-FE800957AF6D}"/>
                </a:ext>
              </a:extLst>
            </p:cNvPr>
            <p:cNvGrpSpPr>
              <a:grpSpLocks/>
            </p:cNvGrpSpPr>
            <p:nvPr/>
          </p:nvGrpSpPr>
          <p:grpSpPr bwMode="auto">
            <a:xfrm>
              <a:off x="3605320" y="5055434"/>
              <a:ext cx="430131" cy="329152"/>
              <a:chOff x="2931664" y="3912603"/>
              <a:chExt cx="430450" cy="329314"/>
            </a:xfrm>
          </p:grpSpPr>
          <p:sp>
            <p:nvSpPr>
              <p:cNvPr id="1065" name="Rectangle 1064">
                <a:extLst>
                  <a:ext uri="{FF2B5EF4-FFF2-40B4-BE49-F238E27FC236}">
                    <a16:creationId xmlns:a16="http://schemas.microsoft.com/office/drawing/2014/main" id="{C71DD82B-ED54-9D40-848F-40B6802EC749}"/>
                  </a:ext>
                </a:extLst>
              </p:cNvPr>
              <p:cNvSpPr/>
              <p:nvPr/>
            </p:nvSpPr>
            <p:spPr>
              <a:xfrm>
                <a:off x="2936890" y="3912858"/>
                <a:ext cx="425689" cy="329059"/>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1066" name="Straight Connector 1065">
                <a:extLst>
                  <a:ext uri="{FF2B5EF4-FFF2-40B4-BE49-F238E27FC236}">
                    <a16:creationId xmlns:a16="http://schemas.microsoft.com/office/drawing/2014/main" id="{5A2CCD06-A52B-594C-895E-DE5616109835}"/>
                  </a:ext>
                </a:extLst>
              </p:cNvPr>
              <p:cNvCxnSpPr/>
              <p:nvPr/>
            </p:nvCxnSpPr>
            <p:spPr>
              <a:xfrm>
                <a:off x="2932124" y="4005058"/>
                <a:ext cx="425689" cy="0"/>
              </a:xfrm>
              <a:prstGeom prst="line">
                <a:avLst/>
              </a:prstGeom>
              <a:noFill/>
              <a:ln w="3175" cap="flat" cmpd="sng" algn="ctr">
                <a:solidFill>
                  <a:srgbClr val="CC0000"/>
                </a:solidFill>
                <a:prstDash val="solid"/>
              </a:ln>
              <a:effectLst/>
            </p:spPr>
          </p:cxnSp>
          <p:cxnSp>
            <p:nvCxnSpPr>
              <p:cNvPr id="1067" name="Straight Connector 1066">
                <a:extLst>
                  <a:ext uri="{FF2B5EF4-FFF2-40B4-BE49-F238E27FC236}">
                    <a16:creationId xmlns:a16="http://schemas.microsoft.com/office/drawing/2014/main" id="{CAE78986-A47E-684D-AC0D-81B0C9B79A88}"/>
                  </a:ext>
                </a:extLst>
              </p:cNvPr>
              <p:cNvCxnSpPr/>
              <p:nvPr/>
            </p:nvCxnSpPr>
            <p:spPr>
              <a:xfrm>
                <a:off x="2932124" y="4068645"/>
                <a:ext cx="425689" cy="0"/>
              </a:xfrm>
              <a:prstGeom prst="line">
                <a:avLst/>
              </a:prstGeom>
              <a:noFill/>
              <a:ln w="3175" cap="flat" cmpd="sng" algn="ctr">
                <a:solidFill>
                  <a:srgbClr val="CC0000"/>
                </a:solidFill>
                <a:prstDash val="solid"/>
              </a:ln>
              <a:effectLst/>
            </p:spPr>
          </p:cxnSp>
          <p:cxnSp>
            <p:nvCxnSpPr>
              <p:cNvPr id="1068" name="Straight Connector 1067">
                <a:extLst>
                  <a:ext uri="{FF2B5EF4-FFF2-40B4-BE49-F238E27FC236}">
                    <a16:creationId xmlns:a16="http://schemas.microsoft.com/office/drawing/2014/main" id="{CEA4CB24-3526-B94F-BDC2-D6FC123FF46E}"/>
                  </a:ext>
                </a:extLst>
              </p:cNvPr>
              <p:cNvCxnSpPr>
                <a:stCxn id="1065" idx="2"/>
              </p:cNvCxnSpPr>
              <p:nvPr/>
            </p:nvCxnSpPr>
            <p:spPr>
              <a:xfrm flipH="1" flipV="1">
                <a:off x="3148146" y="4005058"/>
                <a:ext cx="1589" cy="236859"/>
              </a:xfrm>
              <a:prstGeom prst="line">
                <a:avLst/>
              </a:prstGeom>
              <a:noFill/>
              <a:ln w="3175" cap="flat" cmpd="sng" algn="ctr">
                <a:solidFill>
                  <a:srgbClr val="CC0000"/>
                </a:solidFill>
                <a:prstDash val="solid"/>
              </a:ln>
              <a:effectLst/>
            </p:spPr>
          </p:cxnSp>
        </p:grpSp>
        <p:grpSp>
          <p:nvGrpSpPr>
            <p:cNvPr id="1045" name="Group 582">
              <a:extLst>
                <a:ext uri="{FF2B5EF4-FFF2-40B4-BE49-F238E27FC236}">
                  <a16:creationId xmlns:a16="http://schemas.microsoft.com/office/drawing/2014/main" id="{813A6CA3-90B1-754D-8C2A-B486DE6440EC}"/>
                </a:ext>
              </a:extLst>
            </p:cNvPr>
            <p:cNvGrpSpPr>
              <a:grpSpLocks/>
            </p:cNvGrpSpPr>
            <p:nvPr/>
          </p:nvGrpSpPr>
          <p:grpSpPr bwMode="auto">
            <a:xfrm>
              <a:off x="4387957" y="5055368"/>
              <a:ext cx="430131" cy="329152"/>
              <a:chOff x="2931664" y="3912603"/>
              <a:chExt cx="430450" cy="329314"/>
            </a:xfrm>
          </p:grpSpPr>
          <p:sp>
            <p:nvSpPr>
              <p:cNvPr id="1061" name="Rectangle 1060">
                <a:extLst>
                  <a:ext uri="{FF2B5EF4-FFF2-40B4-BE49-F238E27FC236}">
                    <a16:creationId xmlns:a16="http://schemas.microsoft.com/office/drawing/2014/main" id="{CDA497B5-1F53-4B4A-B52C-8AF25ACDEA7D}"/>
                  </a:ext>
                </a:extLst>
              </p:cNvPr>
              <p:cNvSpPr/>
              <p:nvPr/>
            </p:nvSpPr>
            <p:spPr>
              <a:xfrm>
                <a:off x="2936750" y="3912924"/>
                <a:ext cx="425689" cy="329059"/>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1062" name="Straight Connector 1061">
                <a:extLst>
                  <a:ext uri="{FF2B5EF4-FFF2-40B4-BE49-F238E27FC236}">
                    <a16:creationId xmlns:a16="http://schemas.microsoft.com/office/drawing/2014/main" id="{1FEFA7AF-47D6-9044-B6BA-FCC567BC9B9F}"/>
                  </a:ext>
                </a:extLst>
              </p:cNvPr>
              <p:cNvCxnSpPr/>
              <p:nvPr/>
            </p:nvCxnSpPr>
            <p:spPr>
              <a:xfrm>
                <a:off x="2931985" y="4005125"/>
                <a:ext cx="425689" cy="0"/>
              </a:xfrm>
              <a:prstGeom prst="line">
                <a:avLst/>
              </a:prstGeom>
              <a:noFill/>
              <a:ln w="3175" cap="flat" cmpd="sng" algn="ctr">
                <a:solidFill>
                  <a:srgbClr val="CC0000"/>
                </a:solidFill>
                <a:prstDash val="solid"/>
              </a:ln>
              <a:effectLst/>
            </p:spPr>
          </p:cxnSp>
          <p:cxnSp>
            <p:nvCxnSpPr>
              <p:cNvPr id="1063" name="Straight Connector 1062">
                <a:extLst>
                  <a:ext uri="{FF2B5EF4-FFF2-40B4-BE49-F238E27FC236}">
                    <a16:creationId xmlns:a16="http://schemas.microsoft.com/office/drawing/2014/main" id="{F2F3585A-E53E-A040-84F7-9123881B9F28}"/>
                  </a:ext>
                </a:extLst>
              </p:cNvPr>
              <p:cNvCxnSpPr/>
              <p:nvPr/>
            </p:nvCxnSpPr>
            <p:spPr>
              <a:xfrm>
                <a:off x="2931985" y="4068711"/>
                <a:ext cx="425689" cy="0"/>
              </a:xfrm>
              <a:prstGeom prst="line">
                <a:avLst/>
              </a:prstGeom>
              <a:noFill/>
              <a:ln w="3175" cap="flat" cmpd="sng" algn="ctr">
                <a:solidFill>
                  <a:srgbClr val="CC0000"/>
                </a:solidFill>
                <a:prstDash val="solid"/>
              </a:ln>
              <a:effectLst/>
            </p:spPr>
          </p:cxnSp>
          <p:cxnSp>
            <p:nvCxnSpPr>
              <p:cNvPr id="1064" name="Straight Connector 1063">
                <a:extLst>
                  <a:ext uri="{FF2B5EF4-FFF2-40B4-BE49-F238E27FC236}">
                    <a16:creationId xmlns:a16="http://schemas.microsoft.com/office/drawing/2014/main" id="{F72283CD-AFD3-8E4E-9857-F6D589080734}"/>
                  </a:ext>
                </a:extLst>
              </p:cNvPr>
              <p:cNvCxnSpPr>
                <a:stCxn id="1061" idx="2"/>
              </p:cNvCxnSpPr>
              <p:nvPr/>
            </p:nvCxnSpPr>
            <p:spPr>
              <a:xfrm flipH="1" flipV="1">
                <a:off x="3148007" y="4005125"/>
                <a:ext cx="1588" cy="236859"/>
              </a:xfrm>
              <a:prstGeom prst="line">
                <a:avLst/>
              </a:prstGeom>
              <a:noFill/>
              <a:ln w="3175" cap="flat" cmpd="sng" algn="ctr">
                <a:solidFill>
                  <a:srgbClr val="CC0000"/>
                </a:solidFill>
                <a:prstDash val="solid"/>
              </a:ln>
              <a:effectLst/>
            </p:spPr>
          </p:cxnSp>
        </p:grpSp>
        <p:grpSp>
          <p:nvGrpSpPr>
            <p:cNvPr id="1046" name="Group 609">
              <a:extLst>
                <a:ext uri="{FF2B5EF4-FFF2-40B4-BE49-F238E27FC236}">
                  <a16:creationId xmlns:a16="http://schemas.microsoft.com/office/drawing/2014/main" id="{89D38A41-C0E7-004E-889C-35371BDB4904}"/>
                </a:ext>
              </a:extLst>
            </p:cNvPr>
            <p:cNvGrpSpPr>
              <a:grpSpLocks/>
            </p:cNvGrpSpPr>
            <p:nvPr/>
          </p:nvGrpSpPr>
          <p:grpSpPr bwMode="auto">
            <a:xfrm>
              <a:off x="5591804" y="5053093"/>
              <a:ext cx="430212" cy="328614"/>
              <a:chOff x="2932186" y="3913304"/>
              <a:chExt cx="430531" cy="328775"/>
            </a:xfrm>
          </p:grpSpPr>
          <p:sp>
            <p:nvSpPr>
              <p:cNvPr id="1057" name="Rectangle 1056">
                <a:extLst>
                  <a:ext uri="{FF2B5EF4-FFF2-40B4-BE49-F238E27FC236}">
                    <a16:creationId xmlns:a16="http://schemas.microsoft.com/office/drawing/2014/main" id="{7E038D77-DD73-D34F-AE34-D667F6E9B9F0}"/>
                  </a:ext>
                </a:extLst>
              </p:cNvPr>
              <p:cNvSpPr/>
              <p:nvPr/>
            </p:nvSpPr>
            <p:spPr>
              <a:xfrm>
                <a:off x="2936535" y="3912722"/>
                <a:ext cx="425689" cy="329058"/>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1058" name="Straight Connector 1057">
                <a:extLst>
                  <a:ext uri="{FF2B5EF4-FFF2-40B4-BE49-F238E27FC236}">
                    <a16:creationId xmlns:a16="http://schemas.microsoft.com/office/drawing/2014/main" id="{D2968903-9149-5948-9F49-8F05AE95D6F0}"/>
                  </a:ext>
                </a:extLst>
              </p:cNvPr>
              <p:cNvCxnSpPr/>
              <p:nvPr/>
            </p:nvCxnSpPr>
            <p:spPr>
              <a:xfrm>
                <a:off x="2931771" y="4004922"/>
                <a:ext cx="425689" cy="0"/>
              </a:xfrm>
              <a:prstGeom prst="line">
                <a:avLst/>
              </a:prstGeom>
              <a:noFill/>
              <a:ln w="3175" cap="flat" cmpd="sng" algn="ctr">
                <a:solidFill>
                  <a:srgbClr val="CC0000"/>
                </a:solidFill>
                <a:prstDash val="solid"/>
              </a:ln>
              <a:effectLst/>
            </p:spPr>
          </p:cxnSp>
          <p:cxnSp>
            <p:nvCxnSpPr>
              <p:cNvPr id="1059" name="Straight Connector 1058">
                <a:extLst>
                  <a:ext uri="{FF2B5EF4-FFF2-40B4-BE49-F238E27FC236}">
                    <a16:creationId xmlns:a16="http://schemas.microsoft.com/office/drawing/2014/main" id="{6B45A1AF-6B67-DD42-AEDE-F73D064563E4}"/>
                  </a:ext>
                </a:extLst>
              </p:cNvPr>
              <p:cNvCxnSpPr/>
              <p:nvPr/>
            </p:nvCxnSpPr>
            <p:spPr>
              <a:xfrm>
                <a:off x="2931771" y="4068509"/>
                <a:ext cx="425689" cy="0"/>
              </a:xfrm>
              <a:prstGeom prst="line">
                <a:avLst/>
              </a:prstGeom>
              <a:noFill/>
              <a:ln w="3175" cap="flat" cmpd="sng" algn="ctr">
                <a:solidFill>
                  <a:srgbClr val="CC0000"/>
                </a:solidFill>
                <a:prstDash val="solid"/>
              </a:ln>
              <a:effectLst/>
            </p:spPr>
          </p:cxnSp>
          <p:cxnSp>
            <p:nvCxnSpPr>
              <p:cNvPr id="1060" name="Straight Connector 1059">
                <a:extLst>
                  <a:ext uri="{FF2B5EF4-FFF2-40B4-BE49-F238E27FC236}">
                    <a16:creationId xmlns:a16="http://schemas.microsoft.com/office/drawing/2014/main" id="{0FF66FC3-DA6A-CB44-8117-4648AAEC93ED}"/>
                  </a:ext>
                </a:extLst>
              </p:cNvPr>
              <p:cNvCxnSpPr>
                <a:stCxn id="1057" idx="2"/>
              </p:cNvCxnSpPr>
              <p:nvPr/>
            </p:nvCxnSpPr>
            <p:spPr>
              <a:xfrm flipH="1" flipV="1">
                <a:off x="3147792" y="4004922"/>
                <a:ext cx="1588" cy="236858"/>
              </a:xfrm>
              <a:prstGeom prst="line">
                <a:avLst/>
              </a:prstGeom>
              <a:noFill/>
              <a:ln w="3175" cap="flat" cmpd="sng" algn="ctr">
                <a:solidFill>
                  <a:srgbClr val="CC0000"/>
                </a:solidFill>
                <a:prstDash val="solid"/>
              </a:ln>
              <a:effectLst/>
            </p:spPr>
          </p:cxnSp>
        </p:grpSp>
        <p:grpSp>
          <p:nvGrpSpPr>
            <p:cNvPr id="1047" name="Group 636">
              <a:extLst>
                <a:ext uri="{FF2B5EF4-FFF2-40B4-BE49-F238E27FC236}">
                  <a16:creationId xmlns:a16="http://schemas.microsoft.com/office/drawing/2014/main" id="{6DF58C37-21E3-AF4F-B080-530FD985E91D}"/>
                </a:ext>
              </a:extLst>
            </p:cNvPr>
            <p:cNvGrpSpPr>
              <a:grpSpLocks/>
            </p:cNvGrpSpPr>
            <p:nvPr/>
          </p:nvGrpSpPr>
          <p:grpSpPr bwMode="auto">
            <a:xfrm>
              <a:off x="6581816" y="5045656"/>
              <a:ext cx="430131" cy="329465"/>
              <a:chOff x="2931664" y="3912603"/>
              <a:chExt cx="430450" cy="329314"/>
            </a:xfrm>
          </p:grpSpPr>
          <p:sp>
            <p:nvSpPr>
              <p:cNvPr id="1053" name="Rectangle 1052">
                <a:extLst>
                  <a:ext uri="{FF2B5EF4-FFF2-40B4-BE49-F238E27FC236}">
                    <a16:creationId xmlns:a16="http://schemas.microsoft.com/office/drawing/2014/main" id="{F4182402-0285-CD46-9828-6534BE97D257}"/>
                  </a:ext>
                </a:extLst>
              </p:cNvPr>
              <p:cNvSpPr/>
              <p:nvPr/>
            </p:nvSpPr>
            <p:spPr>
              <a:xfrm>
                <a:off x="2936425" y="3913102"/>
                <a:ext cx="425689" cy="328747"/>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1054" name="Straight Connector 1053">
                <a:extLst>
                  <a:ext uri="{FF2B5EF4-FFF2-40B4-BE49-F238E27FC236}">
                    <a16:creationId xmlns:a16="http://schemas.microsoft.com/office/drawing/2014/main" id="{D14A7BEB-C638-0A47-B8DE-352AFA82413E}"/>
                  </a:ext>
                </a:extLst>
              </p:cNvPr>
              <p:cNvCxnSpPr/>
              <p:nvPr/>
            </p:nvCxnSpPr>
            <p:spPr>
              <a:xfrm>
                <a:off x="2931660" y="4005215"/>
                <a:ext cx="425689" cy="0"/>
              </a:xfrm>
              <a:prstGeom prst="line">
                <a:avLst/>
              </a:prstGeom>
              <a:noFill/>
              <a:ln w="3175" cap="flat" cmpd="sng" algn="ctr">
                <a:solidFill>
                  <a:srgbClr val="CC0000"/>
                </a:solidFill>
                <a:prstDash val="solid"/>
              </a:ln>
              <a:effectLst/>
            </p:spPr>
          </p:cxnSp>
          <p:cxnSp>
            <p:nvCxnSpPr>
              <p:cNvPr id="1055" name="Straight Connector 1054">
                <a:extLst>
                  <a:ext uri="{FF2B5EF4-FFF2-40B4-BE49-F238E27FC236}">
                    <a16:creationId xmlns:a16="http://schemas.microsoft.com/office/drawing/2014/main" id="{F02DD2C2-E65E-7E4C-B479-635D130D51D4}"/>
                  </a:ext>
                </a:extLst>
              </p:cNvPr>
              <p:cNvCxnSpPr/>
              <p:nvPr/>
            </p:nvCxnSpPr>
            <p:spPr>
              <a:xfrm>
                <a:off x="2931660" y="4067152"/>
                <a:ext cx="425689" cy="0"/>
              </a:xfrm>
              <a:prstGeom prst="line">
                <a:avLst/>
              </a:prstGeom>
              <a:noFill/>
              <a:ln w="3175" cap="flat" cmpd="sng" algn="ctr">
                <a:solidFill>
                  <a:srgbClr val="CC0000"/>
                </a:solidFill>
                <a:prstDash val="solid"/>
              </a:ln>
              <a:effectLst/>
            </p:spPr>
          </p:cxnSp>
          <p:cxnSp>
            <p:nvCxnSpPr>
              <p:cNvPr id="1056" name="Straight Connector 1055">
                <a:extLst>
                  <a:ext uri="{FF2B5EF4-FFF2-40B4-BE49-F238E27FC236}">
                    <a16:creationId xmlns:a16="http://schemas.microsoft.com/office/drawing/2014/main" id="{01A054F6-D6ED-F249-8703-213FDF32A722}"/>
                  </a:ext>
                </a:extLst>
              </p:cNvPr>
              <p:cNvCxnSpPr>
                <a:stCxn id="1053" idx="2"/>
              </p:cNvCxnSpPr>
              <p:nvPr/>
            </p:nvCxnSpPr>
            <p:spPr>
              <a:xfrm flipH="1" flipV="1">
                <a:off x="3147681" y="4005215"/>
                <a:ext cx="1588" cy="236634"/>
              </a:xfrm>
              <a:prstGeom prst="line">
                <a:avLst/>
              </a:prstGeom>
              <a:noFill/>
              <a:ln w="3175" cap="flat" cmpd="sng" algn="ctr">
                <a:solidFill>
                  <a:srgbClr val="CC0000"/>
                </a:solidFill>
                <a:prstDash val="solid"/>
              </a:ln>
              <a:effectLst/>
            </p:spPr>
          </p:cxnSp>
        </p:grpSp>
        <p:grpSp>
          <p:nvGrpSpPr>
            <p:cNvPr id="1048" name="Group 554">
              <a:extLst>
                <a:ext uri="{FF2B5EF4-FFF2-40B4-BE49-F238E27FC236}">
                  <a16:creationId xmlns:a16="http://schemas.microsoft.com/office/drawing/2014/main" id="{BAA5C424-578C-0343-914E-B5BD57101FDC}"/>
                </a:ext>
              </a:extLst>
            </p:cNvPr>
            <p:cNvGrpSpPr>
              <a:grpSpLocks/>
            </p:cNvGrpSpPr>
            <p:nvPr/>
          </p:nvGrpSpPr>
          <p:grpSpPr bwMode="auto">
            <a:xfrm>
              <a:off x="2055070" y="4690247"/>
              <a:ext cx="675320" cy="521222"/>
              <a:chOff x="2931664" y="3912603"/>
              <a:chExt cx="430450" cy="329314"/>
            </a:xfrm>
          </p:grpSpPr>
          <p:sp>
            <p:nvSpPr>
              <p:cNvPr id="1049" name="Rectangle 1048">
                <a:extLst>
                  <a:ext uri="{FF2B5EF4-FFF2-40B4-BE49-F238E27FC236}">
                    <a16:creationId xmlns:a16="http://schemas.microsoft.com/office/drawing/2014/main" id="{A0CDA39B-A97A-7842-8A3D-C53D637AE12E}"/>
                  </a:ext>
                </a:extLst>
              </p:cNvPr>
              <p:cNvSpPr/>
              <p:nvPr/>
            </p:nvSpPr>
            <p:spPr>
              <a:xfrm>
                <a:off x="2936722" y="3913607"/>
                <a:ext cx="425923" cy="328266"/>
              </a:xfrm>
              <a:prstGeom prst="rect">
                <a:avLst/>
              </a:prstGeom>
              <a:solidFill>
                <a:srgbClr val="FFFFFF"/>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cxnSp>
            <p:nvCxnSpPr>
              <p:cNvPr id="1050" name="Straight Connector 1049">
                <a:extLst>
                  <a:ext uri="{FF2B5EF4-FFF2-40B4-BE49-F238E27FC236}">
                    <a16:creationId xmlns:a16="http://schemas.microsoft.com/office/drawing/2014/main" id="{779BD574-9352-0A4A-AD81-3425C567CA59}"/>
                  </a:ext>
                </a:extLst>
              </p:cNvPr>
              <p:cNvCxnSpPr/>
              <p:nvPr/>
            </p:nvCxnSpPr>
            <p:spPr>
              <a:xfrm>
                <a:off x="2932675" y="4004959"/>
                <a:ext cx="424911" cy="0"/>
              </a:xfrm>
              <a:prstGeom prst="line">
                <a:avLst/>
              </a:prstGeom>
              <a:noFill/>
              <a:ln w="3175" cap="flat" cmpd="sng" algn="ctr">
                <a:solidFill>
                  <a:srgbClr val="CC0000"/>
                </a:solidFill>
                <a:prstDash val="solid"/>
              </a:ln>
              <a:effectLst/>
            </p:spPr>
          </p:cxnSp>
          <p:cxnSp>
            <p:nvCxnSpPr>
              <p:cNvPr id="1051" name="Straight Connector 1050">
                <a:extLst>
                  <a:ext uri="{FF2B5EF4-FFF2-40B4-BE49-F238E27FC236}">
                    <a16:creationId xmlns:a16="http://schemas.microsoft.com/office/drawing/2014/main" id="{E4722BD0-017E-9C4D-9B3E-BB2C34567D80}"/>
                  </a:ext>
                </a:extLst>
              </p:cNvPr>
              <p:cNvCxnSpPr/>
              <p:nvPr/>
            </p:nvCxnSpPr>
            <p:spPr>
              <a:xfrm>
                <a:off x="2932675" y="4069207"/>
                <a:ext cx="424911" cy="0"/>
              </a:xfrm>
              <a:prstGeom prst="line">
                <a:avLst/>
              </a:prstGeom>
              <a:noFill/>
              <a:ln w="3175" cap="flat" cmpd="sng" algn="ctr">
                <a:solidFill>
                  <a:srgbClr val="CC0000"/>
                </a:solidFill>
                <a:prstDash val="solid"/>
              </a:ln>
              <a:effectLst/>
            </p:spPr>
          </p:cxnSp>
          <p:cxnSp>
            <p:nvCxnSpPr>
              <p:cNvPr id="1052" name="Straight Connector 1051">
                <a:extLst>
                  <a:ext uri="{FF2B5EF4-FFF2-40B4-BE49-F238E27FC236}">
                    <a16:creationId xmlns:a16="http://schemas.microsoft.com/office/drawing/2014/main" id="{BA1C7D13-CACA-DE42-A4BD-9DF0691F3FA5}"/>
                  </a:ext>
                </a:extLst>
              </p:cNvPr>
              <p:cNvCxnSpPr>
                <a:stCxn id="1049" idx="2"/>
              </p:cNvCxnSpPr>
              <p:nvPr/>
            </p:nvCxnSpPr>
            <p:spPr>
              <a:xfrm flipH="1" flipV="1">
                <a:off x="3148166" y="4004959"/>
                <a:ext cx="1011" cy="236914"/>
              </a:xfrm>
              <a:prstGeom prst="line">
                <a:avLst/>
              </a:prstGeom>
              <a:noFill/>
              <a:ln w="3175" cap="flat" cmpd="sng" algn="ctr">
                <a:solidFill>
                  <a:srgbClr val="CC0000"/>
                </a:solidFill>
                <a:prstDash val="solid"/>
              </a:ln>
              <a:effectLst/>
            </p:spPr>
          </p:cxnSp>
        </p:grpSp>
      </p:grpSp>
      <p:grpSp>
        <p:nvGrpSpPr>
          <p:cNvPr id="1069" name="Group 347">
            <a:extLst>
              <a:ext uri="{FF2B5EF4-FFF2-40B4-BE49-F238E27FC236}">
                <a16:creationId xmlns:a16="http://schemas.microsoft.com/office/drawing/2014/main" id="{4D6C1728-73DE-F748-A0E0-11321B8F7571}"/>
              </a:ext>
            </a:extLst>
          </p:cNvPr>
          <p:cNvGrpSpPr>
            <a:grpSpLocks/>
          </p:cNvGrpSpPr>
          <p:nvPr/>
        </p:nvGrpSpPr>
        <p:grpSpPr bwMode="auto">
          <a:xfrm>
            <a:off x="5704176" y="5516740"/>
            <a:ext cx="441722" cy="182166"/>
            <a:chOff x="1871277" y="1576300"/>
            <a:chExt cx="1128371" cy="437861"/>
          </a:xfrm>
        </p:grpSpPr>
        <p:sp>
          <p:nvSpPr>
            <p:cNvPr id="1070" name="Oval 1069">
              <a:extLst>
                <a:ext uri="{FF2B5EF4-FFF2-40B4-BE49-F238E27FC236}">
                  <a16:creationId xmlns:a16="http://schemas.microsoft.com/office/drawing/2014/main" id="{BD0DE6BC-801F-2349-B339-2073DD002B17}"/>
                </a:ext>
              </a:extLst>
            </p:cNvPr>
            <p:cNvSpPr>
              <a:spLocks noChangeArrowheads="1"/>
            </p:cNvSpPr>
            <p:nvPr/>
          </p:nvSpPr>
          <p:spPr bwMode="auto">
            <a:xfrm flipV="1">
              <a:off x="1874317" y="1693636"/>
              <a:ext cx="1125331" cy="320525"/>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071" name="Rectangle 1070">
              <a:extLst>
                <a:ext uri="{FF2B5EF4-FFF2-40B4-BE49-F238E27FC236}">
                  <a16:creationId xmlns:a16="http://schemas.microsoft.com/office/drawing/2014/main" id="{8006CA96-E3FA-9945-9B82-02259999272B}"/>
                </a:ext>
              </a:extLst>
            </p:cNvPr>
            <p:cNvSpPr/>
            <p:nvPr/>
          </p:nvSpPr>
          <p:spPr bwMode="auto">
            <a:xfrm>
              <a:off x="1871277" y="1739425"/>
              <a:ext cx="1128371" cy="11733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72" name="Oval 1071">
              <a:extLst>
                <a:ext uri="{FF2B5EF4-FFF2-40B4-BE49-F238E27FC236}">
                  <a16:creationId xmlns:a16="http://schemas.microsoft.com/office/drawing/2014/main" id="{AC968267-A70E-0B48-9B2B-F3F7549B2DF9}"/>
                </a:ext>
              </a:extLst>
            </p:cNvPr>
            <p:cNvSpPr>
              <a:spLocks noChangeArrowheads="1"/>
            </p:cNvSpPr>
            <p:nvPr/>
          </p:nvSpPr>
          <p:spPr bwMode="auto">
            <a:xfrm flipV="1">
              <a:off x="1871277" y="1576300"/>
              <a:ext cx="1125331" cy="320525"/>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073" name="Freeform 1072">
              <a:extLst>
                <a:ext uri="{FF2B5EF4-FFF2-40B4-BE49-F238E27FC236}">
                  <a16:creationId xmlns:a16="http://schemas.microsoft.com/office/drawing/2014/main" id="{3543F393-921B-2544-AAF2-81DE265DCA01}"/>
                </a:ext>
              </a:extLst>
            </p:cNvPr>
            <p:cNvSpPr/>
            <p:nvPr/>
          </p:nvSpPr>
          <p:spPr bwMode="auto">
            <a:xfrm>
              <a:off x="2160212" y="1673602"/>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74" name="Freeform 1073">
              <a:extLst>
                <a:ext uri="{FF2B5EF4-FFF2-40B4-BE49-F238E27FC236}">
                  <a16:creationId xmlns:a16="http://schemas.microsoft.com/office/drawing/2014/main" id="{36A99124-4AE5-ED4F-A834-C0222885AECB}"/>
                </a:ext>
              </a:extLst>
            </p:cNvPr>
            <p:cNvSpPr>
              <a:spLocks/>
            </p:cNvSpPr>
            <p:nvPr/>
          </p:nvSpPr>
          <p:spPr bwMode="auto">
            <a:xfrm>
              <a:off x="2102426" y="1633537"/>
              <a:ext cx="663033" cy="111612"/>
            </a:xfrm>
            <a:custGeom>
              <a:avLst/>
              <a:gdLst>
                <a:gd name="T0" fmla="*/ 0 w 3723451"/>
                <a:gd name="T1" fmla="*/ 27306 h 932950"/>
                <a:gd name="T2" fmla="*/ 116665 w 3723451"/>
                <a:gd name="T3" fmla="*/ 322 h 932950"/>
                <a:gd name="T4" fmla="*/ 330457 w 3723451"/>
                <a:gd name="T5" fmla="*/ 62277 h 932950"/>
                <a:gd name="T6" fmla="*/ 534418 w 3723451"/>
                <a:gd name="T7" fmla="*/ 0 h 932950"/>
                <a:gd name="T8" fmla="*/ 663033 w 3723451"/>
                <a:gd name="T9" fmla="*/ 24782 h 932950"/>
                <a:gd name="T10" fmla="*/ 567343 w 3723451"/>
                <a:gd name="T11" fmla="*/ 55256 h 932950"/>
                <a:gd name="T12" fmla="*/ 536535 w 3723451"/>
                <a:gd name="T13" fmla="*/ 47040 h 932950"/>
                <a:gd name="T14" fmla="*/ 334214 w 3723451"/>
                <a:gd name="T15" fmla="*/ 111612 h 932950"/>
                <a:gd name="T16" fmla="*/ 126717 w 3723451"/>
                <a:gd name="T17" fmla="*/ 49415 h 932950"/>
                <a:gd name="T18" fmla="*/ 93168 w 3723451"/>
                <a:gd name="T19" fmla="*/ 56128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75" name="Freeform 1074">
              <a:extLst>
                <a:ext uri="{FF2B5EF4-FFF2-40B4-BE49-F238E27FC236}">
                  <a16:creationId xmlns:a16="http://schemas.microsoft.com/office/drawing/2014/main" id="{9CE3F7E2-B553-1E45-88FC-E2E1EC32F46A}"/>
                </a:ext>
              </a:extLst>
            </p:cNvPr>
            <p:cNvSpPr>
              <a:spLocks/>
            </p:cNvSpPr>
            <p:nvPr/>
          </p:nvSpPr>
          <p:spPr bwMode="auto">
            <a:xfrm>
              <a:off x="2537350" y="1727978"/>
              <a:ext cx="243315" cy="97302"/>
            </a:xfrm>
            <a:custGeom>
              <a:avLst/>
              <a:gdLst>
                <a:gd name="T0" fmla="*/ 0 w 1366596"/>
                <a:gd name="T1" fmla="*/ 0 h 809868"/>
                <a:gd name="T2" fmla="*/ 243315 w 1366596"/>
                <a:gd name="T3" fmla="*/ 75188 h 809868"/>
                <a:gd name="T4" fmla="*/ 154017 w 1366596"/>
                <a:gd name="T5" fmla="*/ 97302 h 809868"/>
                <a:gd name="T6" fmla="*/ 819 w 1366596"/>
                <a:gd name="T7" fmla="*/ 5141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76" name="Freeform 1075">
              <a:extLst>
                <a:ext uri="{FF2B5EF4-FFF2-40B4-BE49-F238E27FC236}">
                  <a16:creationId xmlns:a16="http://schemas.microsoft.com/office/drawing/2014/main" id="{D7BB9DED-4899-7649-AEBA-749DA452790C}"/>
                </a:ext>
              </a:extLst>
            </p:cNvPr>
            <p:cNvSpPr>
              <a:spLocks/>
            </p:cNvSpPr>
            <p:nvPr/>
          </p:nvSpPr>
          <p:spPr bwMode="auto">
            <a:xfrm>
              <a:off x="2090260" y="1730839"/>
              <a:ext cx="240272" cy="97302"/>
            </a:xfrm>
            <a:custGeom>
              <a:avLst/>
              <a:gdLst>
                <a:gd name="T0" fmla="*/ 236992 w 1348191"/>
                <a:gd name="T1" fmla="*/ 0 h 791462"/>
                <a:gd name="T2" fmla="*/ 240272 w 1348191"/>
                <a:gd name="T3" fmla="*/ 46954 h 791462"/>
                <a:gd name="T4" fmla="*/ 86924 w 1348191"/>
                <a:gd name="T5" fmla="*/ 97302 h 791462"/>
                <a:gd name="T6" fmla="*/ 0 w 1348191"/>
                <a:gd name="T7" fmla="*/ 75239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1077" name="Straight Connector 1076">
              <a:extLst>
                <a:ext uri="{FF2B5EF4-FFF2-40B4-BE49-F238E27FC236}">
                  <a16:creationId xmlns:a16="http://schemas.microsoft.com/office/drawing/2014/main" id="{E8965662-2E9A-0244-946F-4423CC691CFA}"/>
                </a:ext>
              </a:extLst>
            </p:cNvPr>
            <p:cNvCxnSpPr>
              <a:cxnSpLocks noChangeShapeType="1"/>
              <a:endCxn id="1072" idx="2"/>
            </p:cNvCxnSpPr>
            <p:nvPr/>
          </p:nvCxnSpPr>
          <p:spPr bwMode="auto">
            <a:xfrm flipH="1" flipV="1">
              <a:off x="1871277" y="1736563"/>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78" name="Straight Connector 1077">
              <a:extLst>
                <a:ext uri="{FF2B5EF4-FFF2-40B4-BE49-F238E27FC236}">
                  <a16:creationId xmlns:a16="http://schemas.microsoft.com/office/drawing/2014/main" id="{857BA7A2-209C-0B4F-9F2F-F5D9E12C5791}"/>
                </a:ext>
              </a:extLst>
            </p:cNvPr>
            <p:cNvCxnSpPr>
              <a:cxnSpLocks noChangeShapeType="1"/>
            </p:cNvCxnSpPr>
            <p:nvPr/>
          </p:nvCxnSpPr>
          <p:spPr bwMode="auto">
            <a:xfrm flipH="1" flipV="1">
              <a:off x="2996608" y="1733702"/>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79" name="Group 347">
            <a:extLst>
              <a:ext uri="{FF2B5EF4-FFF2-40B4-BE49-F238E27FC236}">
                <a16:creationId xmlns:a16="http://schemas.microsoft.com/office/drawing/2014/main" id="{23A5395A-73E4-9545-9CCB-0643AECEF709}"/>
              </a:ext>
            </a:extLst>
          </p:cNvPr>
          <p:cNvGrpSpPr>
            <a:grpSpLocks/>
          </p:cNvGrpSpPr>
          <p:nvPr/>
        </p:nvGrpSpPr>
        <p:grpSpPr bwMode="auto">
          <a:xfrm>
            <a:off x="4593323" y="5410775"/>
            <a:ext cx="441722" cy="182165"/>
            <a:chOff x="1871277" y="1576300"/>
            <a:chExt cx="1128371" cy="437861"/>
          </a:xfrm>
        </p:grpSpPr>
        <p:sp>
          <p:nvSpPr>
            <p:cNvPr id="1080" name="Oval 1079">
              <a:extLst>
                <a:ext uri="{FF2B5EF4-FFF2-40B4-BE49-F238E27FC236}">
                  <a16:creationId xmlns:a16="http://schemas.microsoft.com/office/drawing/2014/main" id="{DF4469B4-1A62-884E-B93E-2088628FCF9A}"/>
                </a:ext>
              </a:extLst>
            </p:cNvPr>
            <p:cNvSpPr>
              <a:spLocks noChangeArrowheads="1"/>
            </p:cNvSpPr>
            <p:nvPr/>
          </p:nvSpPr>
          <p:spPr bwMode="auto">
            <a:xfrm flipV="1">
              <a:off x="1874319" y="1693635"/>
              <a:ext cx="1125329"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081" name="Rectangle 1080">
              <a:extLst>
                <a:ext uri="{FF2B5EF4-FFF2-40B4-BE49-F238E27FC236}">
                  <a16:creationId xmlns:a16="http://schemas.microsoft.com/office/drawing/2014/main" id="{CEED749C-6638-6040-A523-CBE05E8011F2}"/>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82" name="Oval 1081">
              <a:extLst>
                <a:ext uri="{FF2B5EF4-FFF2-40B4-BE49-F238E27FC236}">
                  <a16:creationId xmlns:a16="http://schemas.microsoft.com/office/drawing/2014/main" id="{E82E8A3A-0CDF-0142-A8D4-2A7F88E464C9}"/>
                </a:ext>
              </a:extLst>
            </p:cNvPr>
            <p:cNvSpPr>
              <a:spLocks noChangeArrowheads="1"/>
            </p:cNvSpPr>
            <p:nvPr/>
          </p:nvSpPr>
          <p:spPr bwMode="auto">
            <a:xfrm flipV="1">
              <a:off x="1871277" y="1576300"/>
              <a:ext cx="1125329"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083" name="Freeform 1082">
              <a:extLst>
                <a:ext uri="{FF2B5EF4-FFF2-40B4-BE49-F238E27FC236}">
                  <a16:creationId xmlns:a16="http://schemas.microsoft.com/office/drawing/2014/main" id="{20B0C69D-2EFF-CC4C-91E3-DE028EA90E90}"/>
                </a:ext>
              </a:extLst>
            </p:cNvPr>
            <p:cNvSpPr/>
            <p:nvPr/>
          </p:nvSpPr>
          <p:spPr bwMode="auto">
            <a:xfrm>
              <a:off x="2160214" y="1673603"/>
              <a:ext cx="547457"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84" name="Freeform 1083">
              <a:extLst>
                <a:ext uri="{FF2B5EF4-FFF2-40B4-BE49-F238E27FC236}">
                  <a16:creationId xmlns:a16="http://schemas.microsoft.com/office/drawing/2014/main" id="{8F166C83-2DE4-AA4C-934F-358B1ABBD003}"/>
                </a:ext>
              </a:extLst>
            </p:cNvPr>
            <p:cNvSpPr>
              <a:spLocks/>
            </p:cNvSpPr>
            <p:nvPr/>
          </p:nvSpPr>
          <p:spPr bwMode="auto">
            <a:xfrm>
              <a:off x="2102426" y="1633537"/>
              <a:ext cx="663031" cy="111611"/>
            </a:xfrm>
            <a:custGeom>
              <a:avLst/>
              <a:gdLst>
                <a:gd name="T0" fmla="*/ 0 w 3723451"/>
                <a:gd name="T1" fmla="*/ 27306 h 932950"/>
                <a:gd name="T2" fmla="*/ 116665 w 3723451"/>
                <a:gd name="T3" fmla="*/ 322 h 932950"/>
                <a:gd name="T4" fmla="*/ 330456 w 3723451"/>
                <a:gd name="T5" fmla="*/ 62276 h 932950"/>
                <a:gd name="T6" fmla="*/ 534416 w 3723451"/>
                <a:gd name="T7" fmla="*/ 0 h 932950"/>
                <a:gd name="T8" fmla="*/ 663031 w 3723451"/>
                <a:gd name="T9" fmla="*/ 24782 h 932950"/>
                <a:gd name="T10" fmla="*/ 567342 w 3723451"/>
                <a:gd name="T11" fmla="*/ 55255 h 932950"/>
                <a:gd name="T12" fmla="*/ 536534 w 3723451"/>
                <a:gd name="T13" fmla="*/ 47039 h 932950"/>
                <a:gd name="T14" fmla="*/ 334213 w 3723451"/>
                <a:gd name="T15" fmla="*/ 111611 h 932950"/>
                <a:gd name="T16" fmla="*/ 126716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85" name="Freeform 1084">
              <a:extLst>
                <a:ext uri="{FF2B5EF4-FFF2-40B4-BE49-F238E27FC236}">
                  <a16:creationId xmlns:a16="http://schemas.microsoft.com/office/drawing/2014/main" id="{64120D6F-CF36-7A4B-868D-9522C1F79454}"/>
                </a:ext>
              </a:extLst>
            </p:cNvPr>
            <p:cNvSpPr>
              <a:spLocks/>
            </p:cNvSpPr>
            <p:nvPr/>
          </p:nvSpPr>
          <p:spPr bwMode="auto">
            <a:xfrm>
              <a:off x="2537351" y="1727977"/>
              <a:ext cx="243314" cy="97303"/>
            </a:xfrm>
            <a:custGeom>
              <a:avLst/>
              <a:gdLst>
                <a:gd name="T0" fmla="*/ 0 w 1366596"/>
                <a:gd name="T1" fmla="*/ 0 h 809868"/>
                <a:gd name="T2" fmla="*/ 243314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86" name="Freeform 1085">
              <a:extLst>
                <a:ext uri="{FF2B5EF4-FFF2-40B4-BE49-F238E27FC236}">
                  <a16:creationId xmlns:a16="http://schemas.microsoft.com/office/drawing/2014/main" id="{8477E0BD-F61A-594C-8419-6BA64D7DFCE7}"/>
                </a:ext>
              </a:extLst>
            </p:cNvPr>
            <p:cNvSpPr>
              <a:spLocks/>
            </p:cNvSpPr>
            <p:nvPr/>
          </p:nvSpPr>
          <p:spPr bwMode="auto">
            <a:xfrm>
              <a:off x="2090260" y="1730839"/>
              <a:ext cx="240274" cy="97303"/>
            </a:xfrm>
            <a:custGeom>
              <a:avLst/>
              <a:gdLst>
                <a:gd name="T0" fmla="*/ 236994 w 1348191"/>
                <a:gd name="T1" fmla="*/ 0 h 791462"/>
                <a:gd name="T2" fmla="*/ 240274 w 1348191"/>
                <a:gd name="T3" fmla="*/ 46954 h 791462"/>
                <a:gd name="T4" fmla="*/ 86925 w 1348191"/>
                <a:gd name="T5" fmla="*/ 97303 h 791462"/>
                <a:gd name="T6" fmla="*/ 0 w 1348191"/>
                <a:gd name="T7" fmla="*/ 75240 h 791462"/>
                <a:gd name="T8" fmla="*/ 23699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1087" name="Straight Connector 1086">
              <a:extLst>
                <a:ext uri="{FF2B5EF4-FFF2-40B4-BE49-F238E27FC236}">
                  <a16:creationId xmlns:a16="http://schemas.microsoft.com/office/drawing/2014/main" id="{53F7848D-82FC-7641-AC58-517C9B2FB854}"/>
                </a:ext>
              </a:extLst>
            </p:cNvPr>
            <p:cNvCxnSpPr>
              <a:cxnSpLocks noChangeShapeType="1"/>
              <a:endCxn id="1082" idx="2"/>
            </p:cNvCxnSpPr>
            <p:nvPr/>
          </p:nvCxnSpPr>
          <p:spPr bwMode="auto">
            <a:xfrm flipH="1" flipV="1">
              <a:off x="1871277" y="1736563"/>
              <a:ext cx="3042"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88" name="Straight Connector 1087">
              <a:extLst>
                <a:ext uri="{FF2B5EF4-FFF2-40B4-BE49-F238E27FC236}">
                  <a16:creationId xmlns:a16="http://schemas.microsoft.com/office/drawing/2014/main" id="{EA830BBF-D185-DB42-96F5-34C5273F4B6F}"/>
                </a:ext>
              </a:extLst>
            </p:cNvPr>
            <p:cNvCxnSpPr>
              <a:cxnSpLocks noChangeShapeType="1"/>
            </p:cNvCxnSpPr>
            <p:nvPr/>
          </p:nvCxnSpPr>
          <p:spPr bwMode="auto">
            <a:xfrm flipH="1" flipV="1">
              <a:off x="2996606" y="1733700"/>
              <a:ext cx="3042"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89" name="Group 347">
            <a:extLst>
              <a:ext uri="{FF2B5EF4-FFF2-40B4-BE49-F238E27FC236}">
                <a16:creationId xmlns:a16="http://schemas.microsoft.com/office/drawing/2014/main" id="{B6A937C7-17A9-A648-A780-A8D67F2249E6}"/>
              </a:ext>
            </a:extLst>
          </p:cNvPr>
          <p:cNvGrpSpPr>
            <a:grpSpLocks/>
          </p:cNvGrpSpPr>
          <p:nvPr/>
        </p:nvGrpSpPr>
        <p:grpSpPr bwMode="auto">
          <a:xfrm>
            <a:off x="5187445" y="5756057"/>
            <a:ext cx="441722" cy="182165"/>
            <a:chOff x="1871277" y="1576300"/>
            <a:chExt cx="1128371" cy="437861"/>
          </a:xfrm>
        </p:grpSpPr>
        <p:sp>
          <p:nvSpPr>
            <p:cNvPr id="1090" name="Oval 1089">
              <a:extLst>
                <a:ext uri="{FF2B5EF4-FFF2-40B4-BE49-F238E27FC236}">
                  <a16:creationId xmlns:a16="http://schemas.microsoft.com/office/drawing/2014/main" id="{21A30E2F-9F7B-DC47-908B-38849C8FE198}"/>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091" name="Rectangle 1090">
              <a:extLst>
                <a:ext uri="{FF2B5EF4-FFF2-40B4-BE49-F238E27FC236}">
                  <a16:creationId xmlns:a16="http://schemas.microsoft.com/office/drawing/2014/main" id="{368E56E7-1038-F843-8824-9F2406D135D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92" name="Oval 1091">
              <a:extLst>
                <a:ext uri="{FF2B5EF4-FFF2-40B4-BE49-F238E27FC236}">
                  <a16:creationId xmlns:a16="http://schemas.microsoft.com/office/drawing/2014/main" id="{5E09C5D1-4489-9245-906B-AB737B65B939}"/>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093" name="Freeform 1092">
              <a:extLst>
                <a:ext uri="{FF2B5EF4-FFF2-40B4-BE49-F238E27FC236}">
                  <a16:creationId xmlns:a16="http://schemas.microsoft.com/office/drawing/2014/main" id="{60675A58-4EA5-F645-8293-8D562D37C4A7}"/>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094" name="Freeform 1093">
              <a:extLst>
                <a:ext uri="{FF2B5EF4-FFF2-40B4-BE49-F238E27FC236}">
                  <a16:creationId xmlns:a16="http://schemas.microsoft.com/office/drawing/2014/main" id="{936A0061-F839-A048-9329-4BA74387A85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95" name="Freeform 1094">
              <a:extLst>
                <a:ext uri="{FF2B5EF4-FFF2-40B4-BE49-F238E27FC236}">
                  <a16:creationId xmlns:a16="http://schemas.microsoft.com/office/drawing/2014/main" id="{5010EAA9-D9FE-B348-B497-E58DC4A70242}"/>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96" name="Freeform 1095">
              <a:extLst>
                <a:ext uri="{FF2B5EF4-FFF2-40B4-BE49-F238E27FC236}">
                  <a16:creationId xmlns:a16="http://schemas.microsoft.com/office/drawing/2014/main" id="{E2301F16-3352-1848-BBB4-2365D15D0F69}"/>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1097" name="Straight Connector 1096">
              <a:extLst>
                <a:ext uri="{FF2B5EF4-FFF2-40B4-BE49-F238E27FC236}">
                  <a16:creationId xmlns:a16="http://schemas.microsoft.com/office/drawing/2014/main" id="{D853D2D6-514A-9847-BBC3-2AE928C8DAFB}"/>
                </a:ext>
              </a:extLst>
            </p:cNvPr>
            <p:cNvCxnSpPr>
              <a:cxnSpLocks noChangeShapeType="1"/>
              <a:endCxn id="109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98" name="Straight Connector 1097">
              <a:extLst>
                <a:ext uri="{FF2B5EF4-FFF2-40B4-BE49-F238E27FC236}">
                  <a16:creationId xmlns:a16="http://schemas.microsoft.com/office/drawing/2014/main" id="{0F7465E9-0BFE-964B-AB98-F93DD82101C2}"/>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99" name="Group 347">
            <a:extLst>
              <a:ext uri="{FF2B5EF4-FFF2-40B4-BE49-F238E27FC236}">
                <a16:creationId xmlns:a16="http://schemas.microsoft.com/office/drawing/2014/main" id="{B1B48B52-0F33-0442-B024-9A681DC9E147}"/>
              </a:ext>
            </a:extLst>
          </p:cNvPr>
          <p:cNvGrpSpPr>
            <a:grpSpLocks/>
          </p:cNvGrpSpPr>
          <p:nvPr/>
        </p:nvGrpSpPr>
        <p:grpSpPr bwMode="auto">
          <a:xfrm>
            <a:off x="4089688" y="5825113"/>
            <a:ext cx="441722" cy="182165"/>
            <a:chOff x="1871277" y="1576300"/>
            <a:chExt cx="1128371" cy="437861"/>
          </a:xfrm>
        </p:grpSpPr>
        <p:sp>
          <p:nvSpPr>
            <p:cNvPr id="1100" name="Oval 1099">
              <a:extLst>
                <a:ext uri="{FF2B5EF4-FFF2-40B4-BE49-F238E27FC236}">
                  <a16:creationId xmlns:a16="http://schemas.microsoft.com/office/drawing/2014/main" id="{B2DB57CB-08BD-2F4D-A7ED-38936BBFA3D4}"/>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101" name="Rectangle 1100">
              <a:extLst>
                <a:ext uri="{FF2B5EF4-FFF2-40B4-BE49-F238E27FC236}">
                  <a16:creationId xmlns:a16="http://schemas.microsoft.com/office/drawing/2014/main" id="{C5A9C96D-A2BA-754F-A882-52122EB391B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02" name="Oval 1101">
              <a:extLst>
                <a:ext uri="{FF2B5EF4-FFF2-40B4-BE49-F238E27FC236}">
                  <a16:creationId xmlns:a16="http://schemas.microsoft.com/office/drawing/2014/main" id="{83C4800F-B303-9446-B339-EF2E78D32E45}"/>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103" name="Freeform 1102">
              <a:extLst>
                <a:ext uri="{FF2B5EF4-FFF2-40B4-BE49-F238E27FC236}">
                  <a16:creationId xmlns:a16="http://schemas.microsoft.com/office/drawing/2014/main" id="{8248D620-997C-1B4D-A023-5CD8220FC4D0}"/>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04" name="Freeform 1103">
              <a:extLst>
                <a:ext uri="{FF2B5EF4-FFF2-40B4-BE49-F238E27FC236}">
                  <a16:creationId xmlns:a16="http://schemas.microsoft.com/office/drawing/2014/main" id="{906FE13D-AC05-AA42-853B-9FAC9CA2507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05" name="Freeform 1104">
              <a:extLst>
                <a:ext uri="{FF2B5EF4-FFF2-40B4-BE49-F238E27FC236}">
                  <a16:creationId xmlns:a16="http://schemas.microsoft.com/office/drawing/2014/main" id="{DE4AB67E-E389-E747-AA8A-F557E3BDBA61}"/>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06" name="Freeform 1105">
              <a:extLst>
                <a:ext uri="{FF2B5EF4-FFF2-40B4-BE49-F238E27FC236}">
                  <a16:creationId xmlns:a16="http://schemas.microsoft.com/office/drawing/2014/main" id="{A18C8CAC-63E9-E248-8397-1346071AD6EE}"/>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1107" name="Straight Connector 1106">
              <a:extLst>
                <a:ext uri="{FF2B5EF4-FFF2-40B4-BE49-F238E27FC236}">
                  <a16:creationId xmlns:a16="http://schemas.microsoft.com/office/drawing/2014/main" id="{73BEE8CD-92EF-AB4A-9223-19BD5734C8CF}"/>
                </a:ext>
              </a:extLst>
            </p:cNvPr>
            <p:cNvCxnSpPr>
              <a:cxnSpLocks noChangeShapeType="1"/>
              <a:endCxn id="110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08" name="Straight Connector 1107">
              <a:extLst>
                <a:ext uri="{FF2B5EF4-FFF2-40B4-BE49-F238E27FC236}">
                  <a16:creationId xmlns:a16="http://schemas.microsoft.com/office/drawing/2014/main" id="{5BC61A72-737C-4F4F-802A-7DAAF663B43B}"/>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110" name="Group 11">
            <a:extLst>
              <a:ext uri="{FF2B5EF4-FFF2-40B4-BE49-F238E27FC236}">
                <a16:creationId xmlns:a16="http://schemas.microsoft.com/office/drawing/2014/main" id="{E5217315-CB03-2542-94D5-3FA12A407609}"/>
              </a:ext>
            </a:extLst>
          </p:cNvPr>
          <p:cNvGrpSpPr>
            <a:grpSpLocks/>
          </p:cNvGrpSpPr>
          <p:nvPr/>
        </p:nvGrpSpPr>
        <p:grpSpPr bwMode="auto">
          <a:xfrm>
            <a:off x="3370551" y="2724725"/>
            <a:ext cx="2699147" cy="370284"/>
            <a:chOff x="2704632" y="2011398"/>
            <a:chExt cx="3598520" cy="493919"/>
          </a:xfrm>
        </p:grpSpPr>
        <p:sp>
          <p:nvSpPr>
            <p:cNvPr id="1135" name="Oval 1134">
              <a:extLst>
                <a:ext uri="{FF2B5EF4-FFF2-40B4-BE49-F238E27FC236}">
                  <a16:creationId xmlns:a16="http://schemas.microsoft.com/office/drawing/2014/main" id="{57A6E143-0094-5D49-8A05-004EA3A97A71}"/>
                </a:ext>
              </a:extLst>
            </p:cNvPr>
            <p:cNvSpPr/>
            <p:nvPr/>
          </p:nvSpPr>
          <p:spPr bwMode="auto">
            <a:xfrm>
              <a:off x="2722092" y="2011398"/>
              <a:ext cx="3581060" cy="492331"/>
            </a:xfrm>
            <a:prstGeom prst="ellipse">
              <a:avLst/>
            </a:prstGeom>
            <a:solidFill>
              <a:srgbClr val="FFFFFF">
                <a:alpha val="42000"/>
              </a:srgbClr>
            </a:solidFill>
            <a:ln w="317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36" name="Oval 1135">
              <a:extLst>
                <a:ext uri="{FF2B5EF4-FFF2-40B4-BE49-F238E27FC236}">
                  <a16:creationId xmlns:a16="http://schemas.microsoft.com/office/drawing/2014/main" id="{431997AA-2888-D042-A558-B6DE0F737D3F}"/>
                </a:ext>
              </a:extLst>
            </p:cNvPr>
            <p:cNvSpPr/>
            <p:nvPr/>
          </p:nvSpPr>
          <p:spPr bwMode="auto">
            <a:xfrm>
              <a:off x="2704632" y="2012986"/>
              <a:ext cx="3581060" cy="492331"/>
            </a:xfrm>
            <a:prstGeom prst="ellipse">
              <a:avLst/>
            </a:prstGeom>
            <a:solidFill>
              <a:srgbClr val="CC0000">
                <a:alpha val="42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37" name="TextBox 389">
              <a:extLst>
                <a:ext uri="{FF2B5EF4-FFF2-40B4-BE49-F238E27FC236}">
                  <a16:creationId xmlns:a16="http://schemas.microsoft.com/office/drawing/2014/main" id="{D0AF8FB3-4D5B-7B4A-8B82-CF15E8A6F1F0}"/>
                </a:ext>
              </a:extLst>
            </p:cNvPr>
            <p:cNvSpPr txBox="1">
              <a:spLocks noChangeArrowheads="1"/>
            </p:cNvSpPr>
            <p:nvPr/>
          </p:nvSpPr>
          <p:spPr bwMode="auto">
            <a:xfrm>
              <a:off x="3422350" y="2127167"/>
              <a:ext cx="2118328" cy="31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106"/>
                </a:lnSpc>
                <a:spcBef>
                  <a:spcPct val="0"/>
                </a:spcBef>
                <a:spcAft>
                  <a:spcPct val="0"/>
                </a:spcAft>
                <a:defRPr/>
              </a:pPr>
              <a:r>
                <a:rPr lang="en-US" altLang="en-US" sz="1350" kern="0" dirty="0">
                  <a:solidFill>
                    <a:srgbClr val="FFFFFF"/>
                  </a:solidFill>
                </a:rPr>
                <a:t>Remote Controller</a:t>
              </a:r>
            </a:p>
          </p:txBody>
        </p:sp>
      </p:grpSp>
      <p:grpSp>
        <p:nvGrpSpPr>
          <p:cNvPr id="3" name="Group 2">
            <a:extLst>
              <a:ext uri="{FF2B5EF4-FFF2-40B4-BE49-F238E27FC236}">
                <a16:creationId xmlns:a16="http://schemas.microsoft.com/office/drawing/2014/main" id="{370F660B-2991-C94D-80D9-F1429AC36768}"/>
              </a:ext>
            </a:extLst>
          </p:cNvPr>
          <p:cNvGrpSpPr/>
          <p:nvPr/>
        </p:nvGrpSpPr>
        <p:grpSpPr>
          <a:xfrm>
            <a:off x="2756189" y="4232057"/>
            <a:ext cx="3828411" cy="635828"/>
            <a:chOff x="3674918" y="4177678"/>
            <a:chExt cx="5104549" cy="847770"/>
          </a:xfrm>
        </p:grpSpPr>
        <p:grpSp>
          <p:nvGrpSpPr>
            <p:cNvPr id="1111" name="Group 441">
              <a:extLst>
                <a:ext uri="{FF2B5EF4-FFF2-40B4-BE49-F238E27FC236}">
                  <a16:creationId xmlns:a16="http://schemas.microsoft.com/office/drawing/2014/main" id="{0C03A32C-FA65-214B-B936-B6E1B2C384AE}"/>
                </a:ext>
              </a:extLst>
            </p:cNvPr>
            <p:cNvGrpSpPr>
              <a:grpSpLocks/>
            </p:cNvGrpSpPr>
            <p:nvPr/>
          </p:nvGrpSpPr>
          <p:grpSpPr bwMode="auto">
            <a:xfrm>
              <a:off x="3674918" y="4177678"/>
              <a:ext cx="923925" cy="411759"/>
              <a:chOff x="2705100" y="2011480"/>
              <a:chExt cx="3598690" cy="500948"/>
            </a:xfrm>
          </p:grpSpPr>
          <p:sp>
            <p:nvSpPr>
              <p:cNvPr id="1132" name="Oval 1131">
                <a:extLst>
                  <a:ext uri="{FF2B5EF4-FFF2-40B4-BE49-F238E27FC236}">
                    <a16:creationId xmlns:a16="http://schemas.microsoft.com/office/drawing/2014/main" id="{F74AE388-0960-CF47-B1A1-1ABEEB3A9CAF}"/>
                  </a:ext>
                </a:extLst>
              </p:cNvPr>
              <p:cNvSpPr/>
              <p:nvPr/>
            </p:nvSpPr>
            <p:spPr bwMode="auto">
              <a:xfrm>
                <a:off x="2723648" y="2011480"/>
                <a:ext cx="3580142" cy="492496"/>
              </a:xfrm>
              <a:prstGeom prst="ellipse">
                <a:avLst/>
              </a:prstGeom>
              <a:solidFill>
                <a:srgbClr val="FFFFFF">
                  <a:alpha val="42000"/>
                </a:srgbClr>
              </a:solidFill>
              <a:ln w="317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33" name="Oval 1132">
                <a:extLst>
                  <a:ext uri="{FF2B5EF4-FFF2-40B4-BE49-F238E27FC236}">
                    <a16:creationId xmlns:a16="http://schemas.microsoft.com/office/drawing/2014/main" id="{1181AFDF-673F-BE48-B342-3AE78D0EFECC}"/>
                  </a:ext>
                </a:extLst>
              </p:cNvPr>
              <p:cNvSpPr/>
              <p:nvPr/>
            </p:nvSpPr>
            <p:spPr bwMode="auto">
              <a:xfrm>
                <a:off x="2705100" y="2013410"/>
                <a:ext cx="3580138" cy="492497"/>
              </a:xfrm>
              <a:prstGeom prst="ellipse">
                <a:avLst/>
              </a:prstGeom>
              <a:solidFill>
                <a:srgbClr val="CC0000">
                  <a:alpha val="42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34" name="TextBox 389">
                <a:extLst>
                  <a:ext uri="{FF2B5EF4-FFF2-40B4-BE49-F238E27FC236}">
                    <a16:creationId xmlns:a16="http://schemas.microsoft.com/office/drawing/2014/main" id="{F3932BCA-D430-FC40-B54E-015140A71EFE}"/>
                  </a:ext>
                </a:extLst>
              </p:cNvPr>
              <p:cNvSpPr txBox="1">
                <a:spLocks noChangeArrowheads="1"/>
              </p:cNvSpPr>
              <p:nvPr/>
            </p:nvSpPr>
            <p:spPr bwMode="auto">
              <a:xfrm>
                <a:off x="3377632" y="2127168"/>
                <a:ext cx="2207770" cy="38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106"/>
                  </a:lnSpc>
                  <a:spcBef>
                    <a:spcPct val="0"/>
                  </a:spcBef>
                  <a:spcAft>
                    <a:spcPct val="0"/>
                  </a:spcAft>
                  <a:defRPr/>
                </a:pPr>
                <a:r>
                  <a:rPr lang="en-US" altLang="en-US" sz="1350" kern="0" dirty="0">
                    <a:solidFill>
                      <a:srgbClr val="FFFFFF"/>
                    </a:solidFill>
                  </a:rPr>
                  <a:t>CA</a:t>
                </a:r>
              </a:p>
            </p:txBody>
          </p:sp>
        </p:grpSp>
        <p:grpSp>
          <p:nvGrpSpPr>
            <p:cNvPr id="1112" name="Group 16">
              <a:extLst>
                <a:ext uri="{FF2B5EF4-FFF2-40B4-BE49-F238E27FC236}">
                  <a16:creationId xmlns:a16="http://schemas.microsoft.com/office/drawing/2014/main" id="{C3F9499B-4024-2B4E-8994-25AA993B23C7}"/>
                </a:ext>
              </a:extLst>
            </p:cNvPr>
            <p:cNvGrpSpPr>
              <a:grpSpLocks/>
            </p:cNvGrpSpPr>
            <p:nvPr/>
          </p:nvGrpSpPr>
          <p:grpSpPr bwMode="auto">
            <a:xfrm>
              <a:off x="5314703" y="4714252"/>
              <a:ext cx="496291" cy="311196"/>
              <a:chOff x="3534848" y="4573304"/>
              <a:chExt cx="496244" cy="311327"/>
            </a:xfrm>
          </p:grpSpPr>
          <p:grpSp>
            <p:nvGrpSpPr>
              <p:cNvPr id="1128" name="Group 12">
                <a:extLst>
                  <a:ext uri="{FF2B5EF4-FFF2-40B4-BE49-F238E27FC236}">
                    <a16:creationId xmlns:a16="http://schemas.microsoft.com/office/drawing/2014/main" id="{643660C7-BD5F-8243-BB52-5E41566520BE}"/>
                  </a:ext>
                </a:extLst>
              </p:cNvPr>
              <p:cNvGrpSpPr>
                <a:grpSpLocks/>
              </p:cNvGrpSpPr>
              <p:nvPr/>
            </p:nvGrpSpPr>
            <p:grpSpPr bwMode="auto">
              <a:xfrm>
                <a:off x="3558850" y="4577634"/>
                <a:ext cx="463568" cy="262710"/>
                <a:chOff x="3558850" y="4577634"/>
                <a:chExt cx="463568" cy="262710"/>
              </a:xfrm>
            </p:grpSpPr>
            <p:sp>
              <p:nvSpPr>
                <p:cNvPr id="1130" name="Oval 1129">
                  <a:extLst>
                    <a:ext uri="{FF2B5EF4-FFF2-40B4-BE49-F238E27FC236}">
                      <a16:creationId xmlns:a16="http://schemas.microsoft.com/office/drawing/2014/main" id="{EB6F94A5-07EA-824D-BCE4-E412F1D275A9}"/>
                    </a:ext>
                  </a:extLst>
                </p:cNvPr>
                <p:cNvSpPr/>
                <p:nvPr/>
              </p:nvSpPr>
              <p:spPr bwMode="auto">
                <a:xfrm>
                  <a:off x="3573046" y="4578067"/>
                  <a:ext cx="439696" cy="260459"/>
                </a:xfrm>
                <a:prstGeom prst="ellipse">
                  <a:avLst/>
                </a:prstGeom>
                <a:solidFill>
                  <a:srgbClr val="FFFFFF">
                    <a:alpha val="42000"/>
                  </a:srgbClr>
                </a:solidFill>
                <a:ln w="317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31" name="Oval 1130">
                  <a:extLst>
                    <a:ext uri="{FF2B5EF4-FFF2-40B4-BE49-F238E27FC236}">
                      <a16:creationId xmlns:a16="http://schemas.microsoft.com/office/drawing/2014/main" id="{3AFA8449-4699-DE4E-AD4F-2F50FF91F472}"/>
                    </a:ext>
                  </a:extLst>
                </p:cNvPr>
                <p:cNvSpPr/>
                <p:nvPr/>
              </p:nvSpPr>
              <p:spPr bwMode="auto">
                <a:xfrm>
                  <a:off x="3558760" y="4587596"/>
                  <a:ext cx="463506" cy="252519"/>
                </a:xfrm>
                <a:prstGeom prst="ellipse">
                  <a:avLst/>
                </a:prstGeom>
                <a:solidFill>
                  <a:srgbClr val="CC0000">
                    <a:alpha val="42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grpSp>
          <p:sp>
            <p:nvSpPr>
              <p:cNvPr id="1129" name="TextBox 389">
                <a:extLst>
                  <a:ext uri="{FF2B5EF4-FFF2-40B4-BE49-F238E27FC236}">
                    <a16:creationId xmlns:a16="http://schemas.microsoft.com/office/drawing/2014/main" id="{64D840F2-5A70-9E44-A243-269898185070}"/>
                  </a:ext>
                </a:extLst>
              </p:cNvPr>
              <p:cNvSpPr txBox="1">
                <a:spLocks noChangeArrowheads="1"/>
              </p:cNvSpPr>
              <p:nvPr/>
            </p:nvSpPr>
            <p:spPr bwMode="auto">
              <a:xfrm>
                <a:off x="3534848" y="4573304"/>
                <a:ext cx="496244" cy="311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106"/>
                  </a:lnSpc>
                  <a:spcBef>
                    <a:spcPct val="0"/>
                  </a:spcBef>
                  <a:spcAft>
                    <a:spcPct val="0"/>
                  </a:spcAft>
                  <a:defRPr/>
                </a:pPr>
                <a:r>
                  <a:rPr lang="en-US" altLang="en-US" sz="1050" kern="0" dirty="0">
                    <a:solidFill>
                      <a:srgbClr val="FFFFFF"/>
                    </a:solidFill>
                  </a:rPr>
                  <a:t>CA</a:t>
                </a:r>
                <a:endParaRPr lang="en-US" altLang="en-US" sz="1350" kern="0" dirty="0">
                  <a:solidFill>
                    <a:srgbClr val="FFFFFF"/>
                  </a:solidFill>
                </a:endParaRPr>
              </a:p>
            </p:txBody>
          </p:sp>
        </p:grpSp>
        <p:grpSp>
          <p:nvGrpSpPr>
            <p:cNvPr id="1113" name="Group 450">
              <a:extLst>
                <a:ext uri="{FF2B5EF4-FFF2-40B4-BE49-F238E27FC236}">
                  <a16:creationId xmlns:a16="http://schemas.microsoft.com/office/drawing/2014/main" id="{AADDBF22-BF75-E042-B015-F1D30A1937CF}"/>
                </a:ext>
              </a:extLst>
            </p:cNvPr>
            <p:cNvGrpSpPr>
              <a:grpSpLocks/>
            </p:cNvGrpSpPr>
            <p:nvPr/>
          </p:nvGrpSpPr>
          <p:grpSpPr bwMode="auto">
            <a:xfrm>
              <a:off x="6094925" y="4712134"/>
              <a:ext cx="496291" cy="311196"/>
              <a:chOff x="3534848" y="4573304"/>
              <a:chExt cx="496244" cy="311327"/>
            </a:xfrm>
          </p:grpSpPr>
          <p:grpSp>
            <p:nvGrpSpPr>
              <p:cNvPr id="1124" name="Group 451">
                <a:extLst>
                  <a:ext uri="{FF2B5EF4-FFF2-40B4-BE49-F238E27FC236}">
                    <a16:creationId xmlns:a16="http://schemas.microsoft.com/office/drawing/2014/main" id="{BD64AF44-6F7F-1747-8E26-3E6D0EDDA010}"/>
                  </a:ext>
                </a:extLst>
              </p:cNvPr>
              <p:cNvGrpSpPr>
                <a:grpSpLocks/>
              </p:cNvGrpSpPr>
              <p:nvPr/>
            </p:nvGrpSpPr>
            <p:grpSpPr bwMode="auto">
              <a:xfrm>
                <a:off x="3558850" y="4577634"/>
                <a:ext cx="463568" cy="262710"/>
                <a:chOff x="3558850" y="4577634"/>
                <a:chExt cx="463568" cy="262710"/>
              </a:xfrm>
            </p:grpSpPr>
            <p:sp>
              <p:nvSpPr>
                <p:cNvPr id="1126" name="Oval 1125">
                  <a:extLst>
                    <a:ext uri="{FF2B5EF4-FFF2-40B4-BE49-F238E27FC236}">
                      <a16:creationId xmlns:a16="http://schemas.microsoft.com/office/drawing/2014/main" id="{B13E6B0A-9B22-874D-A5BB-CAB7052B0E58}"/>
                    </a:ext>
                  </a:extLst>
                </p:cNvPr>
                <p:cNvSpPr/>
                <p:nvPr/>
              </p:nvSpPr>
              <p:spPr bwMode="auto">
                <a:xfrm>
                  <a:off x="3573874" y="4581775"/>
                  <a:ext cx="439696" cy="257283"/>
                </a:xfrm>
                <a:prstGeom prst="ellipse">
                  <a:avLst/>
                </a:prstGeom>
                <a:solidFill>
                  <a:srgbClr val="FFFFFF">
                    <a:alpha val="42000"/>
                  </a:srgbClr>
                </a:solidFill>
                <a:ln w="317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27" name="Oval 1126">
                  <a:extLst>
                    <a:ext uri="{FF2B5EF4-FFF2-40B4-BE49-F238E27FC236}">
                      <a16:creationId xmlns:a16="http://schemas.microsoft.com/office/drawing/2014/main" id="{88C69275-D6D4-D64E-9433-86A12EE44DC2}"/>
                    </a:ext>
                  </a:extLst>
                </p:cNvPr>
                <p:cNvSpPr/>
                <p:nvPr/>
              </p:nvSpPr>
              <p:spPr bwMode="auto">
                <a:xfrm>
                  <a:off x="3559588" y="4591304"/>
                  <a:ext cx="463506" cy="249341"/>
                </a:xfrm>
                <a:prstGeom prst="ellipse">
                  <a:avLst/>
                </a:prstGeom>
                <a:solidFill>
                  <a:srgbClr val="CC0000">
                    <a:alpha val="42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grpSp>
          <p:sp>
            <p:nvSpPr>
              <p:cNvPr id="1125" name="TextBox 389">
                <a:extLst>
                  <a:ext uri="{FF2B5EF4-FFF2-40B4-BE49-F238E27FC236}">
                    <a16:creationId xmlns:a16="http://schemas.microsoft.com/office/drawing/2014/main" id="{137E9DC6-E808-9244-BE10-49D98EA5A17A}"/>
                  </a:ext>
                </a:extLst>
              </p:cNvPr>
              <p:cNvSpPr txBox="1">
                <a:spLocks noChangeArrowheads="1"/>
              </p:cNvSpPr>
              <p:nvPr/>
            </p:nvSpPr>
            <p:spPr bwMode="auto">
              <a:xfrm>
                <a:off x="3534848" y="4573304"/>
                <a:ext cx="496244" cy="311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106"/>
                  </a:lnSpc>
                  <a:spcBef>
                    <a:spcPct val="0"/>
                  </a:spcBef>
                  <a:spcAft>
                    <a:spcPct val="0"/>
                  </a:spcAft>
                  <a:defRPr/>
                </a:pPr>
                <a:r>
                  <a:rPr lang="en-US" altLang="en-US" sz="1050" kern="0" dirty="0">
                    <a:solidFill>
                      <a:srgbClr val="FFFFFF"/>
                    </a:solidFill>
                  </a:rPr>
                  <a:t>CA</a:t>
                </a:r>
                <a:endParaRPr lang="en-US" altLang="en-US" sz="1350" kern="0" dirty="0">
                  <a:solidFill>
                    <a:srgbClr val="FFFFFF"/>
                  </a:solidFill>
                </a:endParaRPr>
              </a:p>
            </p:txBody>
          </p:sp>
        </p:grpSp>
        <p:grpSp>
          <p:nvGrpSpPr>
            <p:cNvPr id="1114" name="Group 455">
              <a:extLst>
                <a:ext uri="{FF2B5EF4-FFF2-40B4-BE49-F238E27FC236}">
                  <a16:creationId xmlns:a16="http://schemas.microsoft.com/office/drawing/2014/main" id="{F9EC1EDD-92AD-2245-AE89-053A0D1F0A45}"/>
                </a:ext>
              </a:extLst>
            </p:cNvPr>
            <p:cNvGrpSpPr>
              <a:grpSpLocks/>
            </p:cNvGrpSpPr>
            <p:nvPr/>
          </p:nvGrpSpPr>
          <p:grpSpPr bwMode="auto">
            <a:xfrm>
              <a:off x="7295295" y="4710017"/>
              <a:ext cx="496291" cy="311196"/>
              <a:chOff x="3534848" y="4573304"/>
              <a:chExt cx="496244" cy="311327"/>
            </a:xfrm>
          </p:grpSpPr>
          <p:grpSp>
            <p:nvGrpSpPr>
              <p:cNvPr id="1120" name="Group 456">
                <a:extLst>
                  <a:ext uri="{FF2B5EF4-FFF2-40B4-BE49-F238E27FC236}">
                    <a16:creationId xmlns:a16="http://schemas.microsoft.com/office/drawing/2014/main" id="{CB1EA6B7-79F6-7C4E-B31B-F6338BD15A28}"/>
                  </a:ext>
                </a:extLst>
              </p:cNvPr>
              <p:cNvGrpSpPr>
                <a:grpSpLocks/>
              </p:cNvGrpSpPr>
              <p:nvPr/>
            </p:nvGrpSpPr>
            <p:grpSpPr bwMode="auto">
              <a:xfrm>
                <a:off x="3558850" y="4577634"/>
                <a:ext cx="463568" cy="262710"/>
                <a:chOff x="3558850" y="4577634"/>
                <a:chExt cx="463568" cy="262710"/>
              </a:xfrm>
            </p:grpSpPr>
            <p:sp>
              <p:nvSpPr>
                <p:cNvPr id="1122" name="Oval 1121">
                  <a:extLst>
                    <a:ext uri="{FF2B5EF4-FFF2-40B4-BE49-F238E27FC236}">
                      <a16:creationId xmlns:a16="http://schemas.microsoft.com/office/drawing/2014/main" id="{9BF9A7D0-3676-5B44-9F92-551F82BA815A}"/>
                    </a:ext>
                  </a:extLst>
                </p:cNvPr>
                <p:cNvSpPr/>
                <p:nvPr/>
              </p:nvSpPr>
              <p:spPr bwMode="auto">
                <a:xfrm>
                  <a:off x="3573654" y="4577540"/>
                  <a:ext cx="439696" cy="260459"/>
                </a:xfrm>
                <a:prstGeom prst="ellipse">
                  <a:avLst/>
                </a:prstGeom>
                <a:solidFill>
                  <a:srgbClr val="FFFFFF">
                    <a:alpha val="42000"/>
                  </a:srgbClr>
                </a:solidFill>
                <a:ln w="317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23" name="Oval 1122">
                  <a:extLst>
                    <a:ext uri="{FF2B5EF4-FFF2-40B4-BE49-F238E27FC236}">
                      <a16:creationId xmlns:a16="http://schemas.microsoft.com/office/drawing/2014/main" id="{F3145DFC-AFCD-7043-8580-05CA0BB4CB0F}"/>
                    </a:ext>
                  </a:extLst>
                </p:cNvPr>
                <p:cNvSpPr/>
                <p:nvPr/>
              </p:nvSpPr>
              <p:spPr bwMode="auto">
                <a:xfrm>
                  <a:off x="3559368" y="4587069"/>
                  <a:ext cx="463506" cy="252518"/>
                </a:xfrm>
                <a:prstGeom prst="ellipse">
                  <a:avLst/>
                </a:prstGeom>
                <a:solidFill>
                  <a:srgbClr val="CC0000">
                    <a:alpha val="42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grpSp>
          <p:sp>
            <p:nvSpPr>
              <p:cNvPr id="1121" name="TextBox 389">
                <a:extLst>
                  <a:ext uri="{FF2B5EF4-FFF2-40B4-BE49-F238E27FC236}">
                    <a16:creationId xmlns:a16="http://schemas.microsoft.com/office/drawing/2014/main" id="{F248CEB0-87E6-A44A-A50F-5C3EC5372B52}"/>
                  </a:ext>
                </a:extLst>
              </p:cNvPr>
              <p:cNvSpPr txBox="1">
                <a:spLocks noChangeArrowheads="1"/>
              </p:cNvSpPr>
              <p:nvPr/>
            </p:nvSpPr>
            <p:spPr bwMode="auto">
              <a:xfrm>
                <a:off x="3534848" y="4573304"/>
                <a:ext cx="496244" cy="311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106"/>
                  </a:lnSpc>
                  <a:spcBef>
                    <a:spcPct val="0"/>
                  </a:spcBef>
                  <a:spcAft>
                    <a:spcPct val="0"/>
                  </a:spcAft>
                  <a:defRPr/>
                </a:pPr>
                <a:r>
                  <a:rPr lang="en-US" altLang="en-US" sz="1050" kern="0" dirty="0">
                    <a:solidFill>
                      <a:srgbClr val="FFFFFF"/>
                    </a:solidFill>
                  </a:rPr>
                  <a:t>CA</a:t>
                </a:r>
                <a:endParaRPr lang="en-US" altLang="en-US" sz="1350" kern="0" dirty="0">
                  <a:solidFill>
                    <a:srgbClr val="FFFFFF"/>
                  </a:solidFill>
                </a:endParaRPr>
              </a:p>
            </p:txBody>
          </p:sp>
        </p:grpSp>
        <p:grpSp>
          <p:nvGrpSpPr>
            <p:cNvPr id="1115" name="Group 460">
              <a:extLst>
                <a:ext uri="{FF2B5EF4-FFF2-40B4-BE49-F238E27FC236}">
                  <a16:creationId xmlns:a16="http://schemas.microsoft.com/office/drawing/2014/main" id="{4F7BA808-3479-484C-BAF0-5CC1FD0331EB}"/>
                </a:ext>
              </a:extLst>
            </p:cNvPr>
            <p:cNvGrpSpPr>
              <a:grpSpLocks/>
            </p:cNvGrpSpPr>
            <p:nvPr/>
          </p:nvGrpSpPr>
          <p:grpSpPr bwMode="auto">
            <a:xfrm>
              <a:off x="8283176" y="4707900"/>
              <a:ext cx="496291" cy="311196"/>
              <a:chOff x="3534848" y="4573304"/>
              <a:chExt cx="496244" cy="311327"/>
            </a:xfrm>
          </p:grpSpPr>
          <p:grpSp>
            <p:nvGrpSpPr>
              <p:cNvPr id="1116" name="Group 461">
                <a:extLst>
                  <a:ext uri="{FF2B5EF4-FFF2-40B4-BE49-F238E27FC236}">
                    <a16:creationId xmlns:a16="http://schemas.microsoft.com/office/drawing/2014/main" id="{933FA7BC-47D5-ED48-85E7-B486D7CBCA91}"/>
                  </a:ext>
                </a:extLst>
              </p:cNvPr>
              <p:cNvGrpSpPr>
                <a:grpSpLocks/>
              </p:cNvGrpSpPr>
              <p:nvPr/>
            </p:nvGrpSpPr>
            <p:grpSpPr bwMode="auto">
              <a:xfrm>
                <a:off x="3558850" y="4577634"/>
                <a:ext cx="463568" cy="262710"/>
                <a:chOff x="3558850" y="4577634"/>
                <a:chExt cx="463568" cy="262710"/>
              </a:xfrm>
            </p:grpSpPr>
            <p:sp>
              <p:nvSpPr>
                <p:cNvPr id="1118" name="Oval 1117">
                  <a:extLst>
                    <a:ext uri="{FF2B5EF4-FFF2-40B4-BE49-F238E27FC236}">
                      <a16:creationId xmlns:a16="http://schemas.microsoft.com/office/drawing/2014/main" id="{BFFF1AA5-D313-234B-BDA6-40E287FD081F}"/>
                    </a:ext>
                  </a:extLst>
                </p:cNvPr>
                <p:cNvSpPr/>
                <p:nvPr/>
              </p:nvSpPr>
              <p:spPr bwMode="auto">
                <a:xfrm>
                  <a:off x="3573198" y="4578069"/>
                  <a:ext cx="439696" cy="260459"/>
                </a:xfrm>
                <a:prstGeom prst="ellipse">
                  <a:avLst/>
                </a:prstGeom>
                <a:solidFill>
                  <a:srgbClr val="FFFFFF">
                    <a:alpha val="42000"/>
                  </a:srgbClr>
                </a:solidFill>
                <a:ln w="317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19" name="Oval 1118">
                  <a:extLst>
                    <a:ext uri="{FF2B5EF4-FFF2-40B4-BE49-F238E27FC236}">
                      <a16:creationId xmlns:a16="http://schemas.microsoft.com/office/drawing/2014/main" id="{08D261B5-FBF3-B541-B8CA-B63F648BEF5C}"/>
                    </a:ext>
                  </a:extLst>
                </p:cNvPr>
                <p:cNvSpPr/>
                <p:nvPr/>
              </p:nvSpPr>
              <p:spPr bwMode="auto">
                <a:xfrm>
                  <a:off x="3558912" y="4587598"/>
                  <a:ext cx="463506" cy="252519"/>
                </a:xfrm>
                <a:prstGeom prst="ellipse">
                  <a:avLst/>
                </a:prstGeom>
                <a:solidFill>
                  <a:srgbClr val="CC0000">
                    <a:alpha val="42000"/>
                  </a:srgbClr>
                </a:solidFill>
                <a:ln w="3175" cap="flat" cmpd="sng" algn="ctr">
                  <a:solidFill>
                    <a:srgbClr val="CC0000"/>
                  </a:solid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grpSp>
          <p:sp>
            <p:nvSpPr>
              <p:cNvPr id="1117" name="TextBox 389">
                <a:extLst>
                  <a:ext uri="{FF2B5EF4-FFF2-40B4-BE49-F238E27FC236}">
                    <a16:creationId xmlns:a16="http://schemas.microsoft.com/office/drawing/2014/main" id="{8386C9B3-5C0B-0443-98EF-8CDB1312E97F}"/>
                  </a:ext>
                </a:extLst>
              </p:cNvPr>
              <p:cNvSpPr txBox="1">
                <a:spLocks noChangeArrowheads="1"/>
              </p:cNvSpPr>
              <p:nvPr/>
            </p:nvSpPr>
            <p:spPr bwMode="auto">
              <a:xfrm>
                <a:off x="3534848" y="4573304"/>
                <a:ext cx="496244" cy="311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106"/>
                  </a:lnSpc>
                  <a:spcBef>
                    <a:spcPct val="0"/>
                  </a:spcBef>
                  <a:spcAft>
                    <a:spcPct val="0"/>
                  </a:spcAft>
                  <a:defRPr/>
                </a:pPr>
                <a:r>
                  <a:rPr lang="en-US" altLang="en-US" sz="1050" kern="0" dirty="0">
                    <a:solidFill>
                      <a:srgbClr val="FFFFFF"/>
                    </a:solidFill>
                  </a:rPr>
                  <a:t>CA</a:t>
                </a:r>
                <a:endParaRPr lang="en-US" altLang="en-US" sz="1350" kern="0" dirty="0">
                  <a:solidFill>
                    <a:srgbClr val="FFFFFF"/>
                  </a:solidFill>
                </a:endParaRPr>
              </a:p>
            </p:txBody>
          </p:sp>
        </p:grpSp>
      </p:grpSp>
      <p:grpSp>
        <p:nvGrpSpPr>
          <p:cNvPr id="1139" name="Group 1">
            <a:extLst>
              <a:ext uri="{FF2B5EF4-FFF2-40B4-BE49-F238E27FC236}">
                <a16:creationId xmlns:a16="http://schemas.microsoft.com/office/drawing/2014/main" id="{A228ACC2-6157-BF41-88C3-0A086417268A}"/>
              </a:ext>
            </a:extLst>
          </p:cNvPr>
          <p:cNvGrpSpPr>
            <a:grpSpLocks/>
          </p:cNvGrpSpPr>
          <p:nvPr/>
        </p:nvGrpSpPr>
        <p:grpSpPr bwMode="auto">
          <a:xfrm>
            <a:off x="2015620" y="5204797"/>
            <a:ext cx="2075205" cy="699937"/>
            <a:chOff x="938213" y="5237165"/>
            <a:chExt cx="2766941" cy="933249"/>
          </a:xfrm>
        </p:grpSpPr>
        <p:cxnSp>
          <p:nvCxnSpPr>
            <p:cNvPr id="1140" name="Straight Connector 1139">
              <a:extLst>
                <a:ext uri="{FF2B5EF4-FFF2-40B4-BE49-F238E27FC236}">
                  <a16:creationId xmlns:a16="http://schemas.microsoft.com/office/drawing/2014/main" id="{CB924182-B4D8-0F43-97E1-646C4E72A083}"/>
                </a:ext>
              </a:extLst>
            </p:cNvPr>
            <p:cNvCxnSpPr/>
            <p:nvPr/>
          </p:nvCxnSpPr>
          <p:spPr>
            <a:xfrm flipH="1">
              <a:off x="1282700" y="5802312"/>
              <a:ext cx="1508125" cy="1588"/>
            </a:xfrm>
            <a:prstGeom prst="line">
              <a:avLst/>
            </a:prstGeom>
            <a:noFill/>
            <a:ln w="9525" cap="flat" cmpd="sng" algn="ctr">
              <a:solidFill>
                <a:srgbClr val="000000"/>
              </a:solidFill>
              <a:prstDash val="solid"/>
            </a:ln>
            <a:effectLst/>
          </p:spPr>
        </p:cxnSp>
        <p:sp>
          <p:nvSpPr>
            <p:cNvPr id="1141" name="TextBox 265">
              <a:extLst>
                <a:ext uri="{FF2B5EF4-FFF2-40B4-BE49-F238E27FC236}">
                  <a16:creationId xmlns:a16="http://schemas.microsoft.com/office/drawing/2014/main" id="{CFD0B0F1-D70C-5245-B37A-C9A4ABCBEF39}"/>
                </a:ext>
              </a:extLst>
            </p:cNvPr>
            <p:cNvSpPr txBox="1">
              <a:spLocks noChangeArrowheads="1"/>
            </p:cNvSpPr>
            <p:nvPr/>
          </p:nvSpPr>
          <p:spPr bwMode="auto">
            <a:xfrm>
              <a:off x="3198813" y="5473700"/>
              <a:ext cx="331715" cy="307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900" kern="0" dirty="0">
                  <a:solidFill>
                    <a:srgbClr val="000000"/>
                  </a:solidFill>
                </a:rPr>
                <a:t>1</a:t>
              </a:r>
            </a:p>
          </p:txBody>
        </p:sp>
        <p:sp>
          <p:nvSpPr>
            <p:cNvPr id="1142" name="TextBox 281">
              <a:extLst>
                <a:ext uri="{FF2B5EF4-FFF2-40B4-BE49-F238E27FC236}">
                  <a16:creationId xmlns:a16="http://schemas.microsoft.com/office/drawing/2014/main" id="{6C507E5B-C87D-FA46-A331-4ABAB6B8A245}"/>
                </a:ext>
              </a:extLst>
            </p:cNvPr>
            <p:cNvSpPr txBox="1">
              <a:spLocks noChangeArrowheads="1"/>
            </p:cNvSpPr>
            <p:nvPr/>
          </p:nvSpPr>
          <p:spPr bwMode="auto">
            <a:xfrm>
              <a:off x="3373439" y="5761038"/>
              <a:ext cx="331715" cy="307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900" kern="0" dirty="0">
                  <a:solidFill>
                    <a:srgbClr val="000000"/>
                  </a:solidFill>
                </a:rPr>
                <a:t>2</a:t>
              </a:r>
            </a:p>
          </p:txBody>
        </p:sp>
        <p:grpSp>
          <p:nvGrpSpPr>
            <p:cNvPr id="1143" name="Group 5">
              <a:extLst>
                <a:ext uri="{FF2B5EF4-FFF2-40B4-BE49-F238E27FC236}">
                  <a16:creationId xmlns:a16="http://schemas.microsoft.com/office/drawing/2014/main" id="{1A707F03-E0B2-FF48-9597-B751067AD9A3}"/>
                </a:ext>
              </a:extLst>
            </p:cNvPr>
            <p:cNvGrpSpPr>
              <a:grpSpLocks/>
            </p:cNvGrpSpPr>
            <p:nvPr/>
          </p:nvGrpSpPr>
          <p:grpSpPr bwMode="auto">
            <a:xfrm>
              <a:off x="938213" y="5237165"/>
              <a:ext cx="1616075" cy="554927"/>
              <a:chOff x="-4079003" y="2717403"/>
              <a:chExt cx="1616718" cy="556194"/>
            </a:xfrm>
          </p:grpSpPr>
          <p:sp>
            <p:nvSpPr>
              <p:cNvPr id="1157" name="Rectangle 98">
                <a:extLst>
                  <a:ext uri="{FF2B5EF4-FFF2-40B4-BE49-F238E27FC236}">
                    <a16:creationId xmlns:a16="http://schemas.microsoft.com/office/drawing/2014/main" id="{CA6EA6FC-3469-1A42-8A1A-7ABEC47FF2BC}"/>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58" name="Line 99">
                <a:extLst>
                  <a:ext uri="{FF2B5EF4-FFF2-40B4-BE49-F238E27FC236}">
                    <a16:creationId xmlns:a16="http://schemas.microsoft.com/office/drawing/2014/main" id="{8B52FDA0-6129-4D4D-AB34-6E31B5746EA7}"/>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59" name="Rectangle 104">
                <a:extLst>
                  <a:ext uri="{FF2B5EF4-FFF2-40B4-BE49-F238E27FC236}">
                    <a16:creationId xmlns:a16="http://schemas.microsoft.com/office/drawing/2014/main" id="{EF6D77F4-B510-3541-9758-82FBBD8239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60" name="Text Box 105">
                <a:extLst>
                  <a:ext uri="{FF2B5EF4-FFF2-40B4-BE49-F238E27FC236}">
                    <a16:creationId xmlns:a16="http://schemas.microsoft.com/office/drawing/2014/main" id="{2AE0900E-8A8F-4A4D-BB87-414DFE5E1CA9}"/>
                  </a:ext>
                </a:extLst>
              </p:cNvPr>
              <p:cNvSpPr txBox="1">
                <a:spLocks noChangeArrowheads="1"/>
              </p:cNvSpPr>
              <p:nvPr/>
            </p:nvSpPr>
            <p:spPr bwMode="auto">
              <a:xfrm>
                <a:off x="-3430189" y="2965119"/>
                <a:ext cx="588429" cy="30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fontAlgn="base">
                  <a:spcBef>
                    <a:spcPct val="0"/>
                  </a:spcBef>
                  <a:spcAft>
                    <a:spcPct val="0"/>
                  </a:spcAft>
                  <a:defRPr/>
                </a:pPr>
                <a:r>
                  <a:rPr lang="en-US" altLang="en-US" sz="900" kern="0" dirty="0">
                    <a:solidFill>
                      <a:srgbClr val="000000"/>
                    </a:solidFill>
                  </a:rPr>
                  <a:t>0111</a:t>
                </a:r>
              </a:p>
            </p:txBody>
          </p:sp>
          <p:sp>
            <p:nvSpPr>
              <p:cNvPr id="1161" name="Line 119">
                <a:extLst>
                  <a:ext uri="{FF2B5EF4-FFF2-40B4-BE49-F238E27FC236}">
                    <a16:creationId xmlns:a16="http://schemas.microsoft.com/office/drawing/2014/main" id="{5B21AE9C-8AC8-434E-B3D3-DDFB36C485E3}"/>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1144" name="Freeform 120">
              <a:extLst>
                <a:ext uri="{FF2B5EF4-FFF2-40B4-BE49-F238E27FC236}">
                  <a16:creationId xmlns:a16="http://schemas.microsoft.com/office/drawing/2014/main" id="{7959F5AF-96CF-CD42-95A7-B320D466FA0B}"/>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nvGrpSpPr>
            <p:cNvPr id="1145" name="Group 357">
              <a:extLst>
                <a:ext uri="{FF2B5EF4-FFF2-40B4-BE49-F238E27FC236}">
                  <a16:creationId xmlns:a16="http://schemas.microsoft.com/office/drawing/2014/main" id="{4D59E87F-CE51-5F46-B516-9F402F558557}"/>
                </a:ext>
              </a:extLst>
            </p:cNvPr>
            <p:cNvGrpSpPr>
              <a:grpSpLocks/>
            </p:cNvGrpSpPr>
            <p:nvPr/>
          </p:nvGrpSpPr>
          <p:grpSpPr bwMode="auto">
            <a:xfrm>
              <a:off x="2714625" y="5659438"/>
              <a:ext cx="565150" cy="293687"/>
              <a:chOff x="1871277" y="1576300"/>
              <a:chExt cx="1128371" cy="437861"/>
            </a:xfrm>
          </p:grpSpPr>
          <p:sp>
            <p:nvSpPr>
              <p:cNvPr id="1147" name="Oval 1146">
                <a:extLst>
                  <a:ext uri="{FF2B5EF4-FFF2-40B4-BE49-F238E27FC236}">
                    <a16:creationId xmlns:a16="http://schemas.microsoft.com/office/drawing/2014/main" id="{47BEE802-D705-FB42-955E-D825A1B513F5}"/>
                  </a:ext>
                </a:extLst>
              </p:cNvPr>
              <p:cNvSpPr>
                <a:spLocks noChangeArrowheads="1"/>
              </p:cNvSpPr>
              <p:nvPr/>
            </p:nvSpPr>
            <p:spPr bwMode="auto">
              <a:xfrm flipV="1">
                <a:off x="1874448" y="1694641"/>
                <a:ext cx="1125200" cy="319521"/>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148" name="Rectangle 1147">
                <a:extLst>
                  <a:ext uri="{FF2B5EF4-FFF2-40B4-BE49-F238E27FC236}">
                    <a16:creationId xmlns:a16="http://schemas.microsoft.com/office/drawing/2014/main" id="{A0A9F0A0-D85B-BC44-809E-0D44746B1886}"/>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49" name="Oval 1148">
                <a:extLst>
                  <a:ext uri="{FF2B5EF4-FFF2-40B4-BE49-F238E27FC236}">
                    <a16:creationId xmlns:a16="http://schemas.microsoft.com/office/drawing/2014/main" id="{E6E2E4DB-C182-5947-9544-5CA42AF8D004}"/>
                  </a:ext>
                </a:extLst>
              </p:cNvPr>
              <p:cNvSpPr>
                <a:spLocks noChangeArrowheads="1"/>
              </p:cNvSpPr>
              <p:nvPr/>
            </p:nvSpPr>
            <p:spPr bwMode="auto">
              <a:xfrm flipV="1">
                <a:off x="1871277" y="1576300"/>
                <a:ext cx="1125202" cy="31952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algn="ctr" defTabSz="685800" eaLnBrk="0" fontAlgn="base" hangingPunct="0">
                  <a:spcBef>
                    <a:spcPct val="0"/>
                  </a:spcBef>
                  <a:spcAft>
                    <a:spcPct val="0"/>
                  </a:spcAft>
                  <a:defRPr/>
                </a:pPr>
                <a:endParaRPr lang="en-US" sz="1350" kern="0" dirty="0">
                  <a:ln>
                    <a:solidFill>
                      <a:srgbClr val="000000"/>
                    </a:solidFill>
                  </a:ln>
                  <a:solidFill>
                    <a:srgbClr val="FFFFFF"/>
                  </a:solidFill>
                  <a:latin typeface="Gill Sans MT"/>
                  <a:ea typeface="ＭＳ Ｐゴシック" panose="020B0600070205080204" pitchFamily="34" charset="-128"/>
                </a:endParaRPr>
              </a:p>
            </p:txBody>
          </p:sp>
          <p:sp>
            <p:nvSpPr>
              <p:cNvPr id="1150" name="Freeform 1149">
                <a:extLst>
                  <a:ext uri="{FF2B5EF4-FFF2-40B4-BE49-F238E27FC236}">
                    <a16:creationId xmlns:a16="http://schemas.microsoft.com/office/drawing/2014/main" id="{826516FA-D90F-FF4F-86C3-EABFADEC3BBB}"/>
                  </a:ext>
                </a:extLst>
              </p:cNvPr>
              <p:cNvSpPr/>
              <p:nvPr/>
            </p:nvSpPr>
            <p:spPr bwMode="auto">
              <a:xfrm>
                <a:off x="2159710" y="1673340"/>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algn="ctr" defTabSz="685800" eaLnBrk="0" fontAlgn="base" hangingPunct="0">
                  <a:spcBef>
                    <a:spcPct val="0"/>
                  </a:spcBef>
                  <a:spcAft>
                    <a:spcPct val="0"/>
                  </a:spcAft>
                  <a:defRPr/>
                </a:pPr>
                <a:endParaRPr lang="en-US" sz="1350" kern="0" dirty="0">
                  <a:solidFill>
                    <a:srgbClr val="FFFFFF"/>
                  </a:solidFill>
                  <a:latin typeface="Gill Sans MT"/>
                </a:endParaRPr>
              </a:p>
            </p:txBody>
          </p:sp>
          <p:sp>
            <p:nvSpPr>
              <p:cNvPr id="1151" name="Freeform 1150">
                <a:extLst>
                  <a:ext uri="{FF2B5EF4-FFF2-40B4-BE49-F238E27FC236}">
                    <a16:creationId xmlns:a16="http://schemas.microsoft.com/office/drawing/2014/main" id="{8B23C2D3-E371-5547-9057-B35E626ABDC4}"/>
                  </a:ext>
                </a:extLst>
              </p:cNvPr>
              <p:cNvSpPr>
                <a:spLocks/>
              </p:cNvSpPr>
              <p:nvPr/>
            </p:nvSpPr>
            <p:spPr bwMode="auto">
              <a:xfrm>
                <a:off x="2102657" y="1633104"/>
                <a:ext cx="662442" cy="111241"/>
              </a:xfrm>
              <a:custGeom>
                <a:avLst/>
                <a:gdLst>
                  <a:gd name="T0" fmla="*/ 0 w 3723451"/>
                  <a:gd name="T1" fmla="*/ 27215 h 932950"/>
                  <a:gd name="T2" fmla="*/ 116561 w 3723451"/>
                  <a:gd name="T3" fmla="*/ 321 h 932950"/>
                  <a:gd name="T4" fmla="*/ 330163 w 3723451"/>
                  <a:gd name="T5" fmla="*/ 62070 h 932950"/>
                  <a:gd name="T6" fmla="*/ 533941 w 3723451"/>
                  <a:gd name="T7" fmla="*/ 0 h 932950"/>
                  <a:gd name="T8" fmla="*/ 662442 w 3723451"/>
                  <a:gd name="T9" fmla="*/ 24700 h 932950"/>
                  <a:gd name="T10" fmla="*/ 566838 w 3723451"/>
                  <a:gd name="T11" fmla="*/ 55072 h 932950"/>
                  <a:gd name="T12" fmla="*/ 536057 w 3723451"/>
                  <a:gd name="T13" fmla="*/ 46883 h 932950"/>
                  <a:gd name="T14" fmla="*/ 333916 w 3723451"/>
                  <a:gd name="T15" fmla="*/ 111241 h 932950"/>
                  <a:gd name="T16" fmla="*/ 126604 w 3723451"/>
                  <a:gd name="T17" fmla="*/ 49251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52" name="Freeform 1151">
                <a:extLst>
                  <a:ext uri="{FF2B5EF4-FFF2-40B4-BE49-F238E27FC236}">
                    <a16:creationId xmlns:a16="http://schemas.microsoft.com/office/drawing/2014/main" id="{2DEA8715-4603-7449-BB4D-351CFEF75CDD}"/>
                  </a:ext>
                </a:extLst>
              </p:cNvPr>
              <p:cNvSpPr>
                <a:spLocks/>
              </p:cNvSpPr>
              <p:nvPr/>
            </p:nvSpPr>
            <p:spPr bwMode="auto">
              <a:xfrm>
                <a:off x="2536889" y="1727776"/>
                <a:ext cx="244059" cy="97040"/>
              </a:xfrm>
              <a:custGeom>
                <a:avLst/>
                <a:gdLst>
                  <a:gd name="T0" fmla="*/ 0 w 1366596"/>
                  <a:gd name="T1" fmla="*/ 0 h 809868"/>
                  <a:gd name="T2" fmla="*/ 244059 w 1366596"/>
                  <a:gd name="T3" fmla="*/ 74985 h 809868"/>
                  <a:gd name="T4" fmla="*/ 154488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53" name="Freeform 1152">
                <a:extLst>
                  <a:ext uri="{FF2B5EF4-FFF2-40B4-BE49-F238E27FC236}">
                    <a16:creationId xmlns:a16="http://schemas.microsoft.com/office/drawing/2014/main" id="{72F5390F-6421-6840-94BC-D15B70623EF8}"/>
                  </a:ext>
                </a:extLst>
              </p:cNvPr>
              <p:cNvSpPr>
                <a:spLocks/>
              </p:cNvSpPr>
              <p:nvPr/>
            </p:nvSpPr>
            <p:spPr bwMode="auto">
              <a:xfrm>
                <a:off x="2089979"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1154" name="Straight Connector 1153">
                <a:extLst>
                  <a:ext uri="{FF2B5EF4-FFF2-40B4-BE49-F238E27FC236}">
                    <a16:creationId xmlns:a16="http://schemas.microsoft.com/office/drawing/2014/main" id="{34E68527-C12C-5248-A62C-D72D4BEC928A}"/>
                  </a:ext>
                </a:extLst>
              </p:cNvPr>
              <p:cNvCxnSpPr>
                <a:cxnSpLocks noChangeShapeType="1"/>
                <a:endCxn id="1149"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55" name="Straight Connector 1154">
                <a:extLst>
                  <a:ext uri="{FF2B5EF4-FFF2-40B4-BE49-F238E27FC236}">
                    <a16:creationId xmlns:a16="http://schemas.microsoft.com/office/drawing/2014/main" id="{475CE0A8-F910-FF45-A479-96A5E48ACF2E}"/>
                  </a:ext>
                </a:extLst>
              </p:cNvPr>
              <p:cNvCxnSpPr>
                <a:cxnSpLocks noChangeShapeType="1"/>
              </p:cNvCxnSpPr>
              <p:nvPr/>
            </p:nvCxnSpPr>
            <p:spPr bwMode="auto">
              <a:xfrm flipH="1" flipV="1">
                <a:off x="2996479" y="1734878"/>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146" name="TextBox 282">
              <a:extLst>
                <a:ext uri="{FF2B5EF4-FFF2-40B4-BE49-F238E27FC236}">
                  <a16:creationId xmlns:a16="http://schemas.microsoft.com/office/drawing/2014/main" id="{4B460814-1FB2-5F46-A167-2E252688DDB5}"/>
                </a:ext>
              </a:extLst>
            </p:cNvPr>
            <p:cNvSpPr txBox="1">
              <a:spLocks noChangeArrowheads="1"/>
            </p:cNvSpPr>
            <p:nvPr/>
          </p:nvSpPr>
          <p:spPr bwMode="auto">
            <a:xfrm>
              <a:off x="3068638" y="5862638"/>
              <a:ext cx="331715" cy="307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900" kern="0" dirty="0">
                  <a:solidFill>
                    <a:srgbClr val="000000"/>
                  </a:solidFill>
                </a:rPr>
                <a:t>3</a:t>
              </a:r>
            </a:p>
          </p:txBody>
        </p:sp>
      </p:grpSp>
      <p:sp>
        <p:nvSpPr>
          <p:cNvPr id="1162" name="TextBox 6">
            <a:extLst>
              <a:ext uri="{FF2B5EF4-FFF2-40B4-BE49-F238E27FC236}">
                <a16:creationId xmlns:a16="http://schemas.microsoft.com/office/drawing/2014/main" id="{21D1826E-E3E7-E445-9FFB-A565D9A2AD31}"/>
              </a:ext>
            </a:extLst>
          </p:cNvPr>
          <p:cNvSpPr txBox="1">
            <a:spLocks noChangeArrowheads="1"/>
          </p:cNvSpPr>
          <p:nvPr/>
        </p:nvSpPr>
        <p:spPr bwMode="auto">
          <a:xfrm>
            <a:off x="1459598" y="4736881"/>
            <a:ext cx="149423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kern="0" dirty="0">
                <a:solidFill>
                  <a:srgbClr val="000000"/>
                </a:solidFill>
              </a:rPr>
              <a:t>values in arriving </a:t>
            </a:r>
          </a:p>
          <a:p>
            <a:pPr defTabSz="685800" eaLnBrk="0" fontAlgn="base" hangingPunct="0">
              <a:spcBef>
                <a:spcPct val="0"/>
              </a:spcBef>
              <a:spcAft>
                <a:spcPct val="0"/>
              </a:spcAft>
              <a:defRPr/>
            </a:pPr>
            <a:r>
              <a:rPr lang="en-US" altLang="en-US" sz="1050" kern="0" dirty="0">
                <a:solidFill>
                  <a:srgbClr val="000000"/>
                </a:solidFill>
              </a:rPr>
              <a:t>packet header</a:t>
            </a:r>
            <a:endParaRPr lang="en-US" altLang="en-US" sz="1350" kern="0" dirty="0">
              <a:solidFill>
                <a:srgbClr val="000000"/>
              </a:solidFill>
            </a:endParaRPr>
          </a:p>
        </p:txBody>
      </p:sp>
      <p:grpSp>
        <p:nvGrpSpPr>
          <p:cNvPr id="1163" name="Group 1162">
            <a:extLst>
              <a:ext uri="{FF2B5EF4-FFF2-40B4-BE49-F238E27FC236}">
                <a16:creationId xmlns:a16="http://schemas.microsoft.com/office/drawing/2014/main" id="{F8C15A5A-1645-0849-B8DE-390745B8EBA4}"/>
              </a:ext>
            </a:extLst>
          </p:cNvPr>
          <p:cNvGrpSpPr>
            <a:grpSpLocks/>
          </p:cNvGrpSpPr>
          <p:nvPr/>
        </p:nvGrpSpPr>
        <p:grpSpPr bwMode="auto">
          <a:xfrm>
            <a:off x="3293180" y="3272928"/>
            <a:ext cx="3038451" cy="1775297"/>
            <a:chOff x="-3855475" y="3644638"/>
            <a:chExt cx="4051268" cy="2367866"/>
          </a:xfrm>
        </p:grpSpPr>
        <p:cxnSp>
          <p:nvCxnSpPr>
            <p:cNvPr id="1164" name="Straight Arrow Connector 1163">
              <a:extLst>
                <a:ext uri="{FF2B5EF4-FFF2-40B4-BE49-F238E27FC236}">
                  <a16:creationId xmlns:a16="http://schemas.microsoft.com/office/drawing/2014/main" id="{D6CE7F18-1D47-9C49-BB85-76C5894DE532}"/>
                </a:ext>
              </a:extLst>
            </p:cNvPr>
            <p:cNvCxnSpPr>
              <a:cxnSpLocks/>
            </p:cNvCxnSpPr>
            <p:nvPr/>
          </p:nvCxnSpPr>
          <p:spPr bwMode="auto">
            <a:xfrm>
              <a:off x="-3855475" y="3664699"/>
              <a:ext cx="0" cy="2094800"/>
            </a:xfrm>
            <a:prstGeom prst="straightConnector1">
              <a:avLst/>
            </a:prstGeom>
            <a:noFill/>
            <a:ln w="12700" cap="flat" cmpd="sng" algn="ctr">
              <a:solidFill>
                <a:srgbClr val="CC0000"/>
              </a:solidFill>
              <a:prstDash val="solid"/>
              <a:tailEnd type="triangle"/>
            </a:ln>
            <a:effectLst/>
          </p:spPr>
        </p:cxnSp>
        <p:cxnSp>
          <p:nvCxnSpPr>
            <p:cNvPr id="1165" name="Straight Arrow Connector 1164">
              <a:extLst>
                <a:ext uri="{FF2B5EF4-FFF2-40B4-BE49-F238E27FC236}">
                  <a16:creationId xmlns:a16="http://schemas.microsoft.com/office/drawing/2014/main" id="{1C7BE6B4-EA67-FB4B-B50B-7E72D52ED7D1}"/>
                </a:ext>
              </a:extLst>
            </p:cNvPr>
            <p:cNvCxnSpPr>
              <a:cxnSpLocks noChangeShapeType="1"/>
            </p:cNvCxnSpPr>
            <p:nvPr/>
          </p:nvCxnSpPr>
          <p:spPr bwMode="auto">
            <a:xfrm>
              <a:off x="-2818087" y="3658010"/>
              <a:ext cx="0" cy="2354494"/>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6" name="Straight Arrow Connector 1165">
              <a:extLst>
                <a:ext uri="{FF2B5EF4-FFF2-40B4-BE49-F238E27FC236}">
                  <a16:creationId xmlns:a16="http://schemas.microsoft.com/office/drawing/2014/main" id="{57774C27-8FF6-9F4F-A17E-D2F743FE22FC}"/>
                </a:ext>
              </a:extLst>
            </p:cNvPr>
            <p:cNvCxnSpPr>
              <a:cxnSpLocks noChangeShapeType="1"/>
            </p:cNvCxnSpPr>
            <p:nvPr/>
          </p:nvCxnSpPr>
          <p:spPr bwMode="auto">
            <a:xfrm>
              <a:off x="-2006679" y="3655204"/>
              <a:ext cx="31396" cy="2331351"/>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7" name="Straight Arrow Connector 1166">
              <a:extLst>
                <a:ext uri="{FF2B5EF4-FFF2-40B4-BE49-F238E27FC236}">
                  <a16:creationId xmlns:a16="http://schemas.microsoft.com/office/drawing/2014/main" id="{1F481D65-016C-9E4F-A167-D6343A313652}"/>
                </a:ext>
              </a:extLst>
            </p:cNvPr>
            <p:cNvCxnSpPr>
              <a:cxnSpLocks noChangeShapeType="1"/>
            </p:cNvCxnSpPr>
            <p:nvPr/>
          </p:nvCxnSpPr>
          <p:spPr bwMode="auto">
            <a:xfrm>
              <a:off x="-817641" y="3644638"/>
              <a:ext cx="0" cy="2364624"/>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8" name="Straight Arrow Connector 1167">
              <a:extLst>
                <a:ext uri="{FF2B5EF4-FFF2-40B4-BE49-F238E27FC236}">
                  <a16:creationId xmlns:a16="http://schemas.microsoft.com/office/drawing/2014/main" id="{8D76033E-EA4A-B441-99A6-CFC1521E6CB2}"/>
                </a:ext>
              </a:extLst>
            </p:cNvPr>
            <p:cNvCxnSpPr>
              <a:cxnSpLocks noChangeShapeType="1"/>
            </p:cNvCxnSpPr>
            <p:nvPr/>
          </p:nvCxnSpPr>
          <p:spPr bwMode="auto">
            <a:xfrm>
              <a:off x="195792" y="3690049"/>
              <a:ext cx="1" cy="2311566"/>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6" name="Content Placeholder 2">
            <a:extLst>
              <a:ext uri="{FF2B5EF4-FFF2-40B4-BE49-F238E27FC236}">
                <a16:creationId xmlns:a16="http://schemas.microsoft.com/office/drawing/2014/main" id="{82D32A8C-194C-E67A-DF4B-78C1DDC3D6FA}"/>
              </a:ext>
            </a:extLst>
          </p:cNvPr>
          <p:cNvSpPr>
            <a:spLocks noGrp="1"/>
          </p:cNvSpPr>
          <p:nvPr>
            <p:ph idx="1"/>
          </p:nvPr>
        </p:nvSpPr>
        <p:spPr>
          <a:xfrm>
            <a:off x="628650" y="1498603"/>
            <a:ext cx="7886700" cy="1433956"/>
          </a:xfrm>
        </p:spPr>
        <p:txBody>
          <a:bodyPr>
            <a:normAutofit/>
          </a:bodyPr>
          <a:lstStyle/>
          <a:p>
            <a:r>
              <a:rPr lang="en-US" sz="2800" dirty="0"/>
              <a:t>Software-Defined Networking (SDN) control plane</a:t>
            </a:r>
          </a:p>
          <a:p>
            <a:pPr lvl="1"/>
            <a:r>
              <a:rPr lang="en-US" altLang="en-US" sz="2000" dirty="0">
                <a:solidFill>
                  <a:prstClr val="black"/>
                </a:solidFill>
                <a:latin typeface="Calibri" panose="020F0502020204030204"/>
              </a:rPr>
              <a:t>A distinct (typically remote) controller interacts with local control agents (CAs)</a:t>
            </a:r>
          </a:p>
          <a:p>
            <a:endParaRPr lang="en-US" dirty="0"/>
          </a:p>
        </p:txBody>
      </p:sp>
    </p:spTree>
    <p:extLst>
      <p:ext uri="{BB962C8B-B14F-4D97-AF65-F5344CB8AC3E}">
        <p14:creationId xmlns:p14="http://schemas.microsoft.com/office/powerpoint/2010/main" val="16251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26"/>
                                        </p:tgtEl>
                                        <p:attrNameLst>
                                          <p:attrName>style.visibility</p:attrName>
                                        </p:attrNameLst>
                                      </p:cBhvr>
                                      <p:to>
                                        <p:strVal val="visible"/>
                                      </p:to>
                                    </p:set>
                                    <p:animEffect transition="in" filter="wipe(down)">
                                      <p:cBhvr>
                                        <p:cTn id="7" dur="500"/>
                                        <p:tgtEl>
                                          <p:spTgt spid="9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17"/>
                                        </p:tgtEl>
                                        <p:attrNameLst>
                                          <p:attrName>style.visibility</p:attrName>
                                        </p:attrNameLst>
                                      </p:cBhvr>
                                      <p:to>
                                        <p:strVal val="visible"/>
                                      </p:to>
                                    </p:set>
                                    <p:animEffect transition="in" filter="dissolve">
                                      <p:cBhvr>
                                        <p:cTn id="12" dur="500"/>
                                        <p:tgtEl>
                                          <p:spTgt spid="817"/>
                                        </p:tgtEl>
                                      </p:cBhvr>
                                    </p:animEffect>
                                  </p:childTnLst>
                                </p:cTn>
                              </p:par>
                              <p:par>
                                <p:cTn id="13" presetID="9" presetClass="entr" presetSubtype="0" fill="hold" nodeType="withEffect">
                                  <p:stCondLst>
                                    <p:cond delay="0"/>
                                  </p:stCondLst>
                                  <p:childTnLst>
                                    <p:set>
                                      <p:cBhvr>
                                        <p:cTn id="14" dur="1" fill="hold">
                                          <p:stCondLst>
                                            <p:cond delay="0"/>
                                          </p:stCondLst>
                                        </p:cTn>
                                        <p:tgtEl>
                                          <p:spTgt spid="1110"/>
                                        </p:tgtEl>
                                        <p:attrNameLst>
                                          <p:attrName>style.visibility</p:attrName>
                                        </p:attrNameLst>
                                      </p:cBhvr>
                                      <p:to>
                                        <p:strVal val="visible"/>
                                      </p:to>
                                    </p:set>
                                    <p:animEffect transition="in" filter="dissolve">
                                      <p:cBhvr>
                                        <p:cTn id="15" dur="500"/>
                                        <p:tgtEl>
                                          <p:spTgt spid="111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900"/>
                                        </p:tgtEl>
                                        <p:attrNameLst>
                                          <p:attrName>style.visibility</p:attrName>
                                        </p:attrNameLst>
                                      </p:cBhvr>
                                      <p:to>
                                        <p:strVal val="visible"/>
                                      </p:to>
                                    </p:set>
                                    <p:animEffect transition="in" filter="dissolve">
                                      <p:cBhvr>
                                        <p:cTn id="20" dur="500"/>
                                        <p:tgtEl>
                                          <p:spTgt spid="90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163"/>
                                        </p:tgtEl>
                                        <p:attrNameLst>
                                          <p:attrName>style.visibility</p:attrName>
                                        </p:attrNameLst>
                                      </p:cBhvr>
                                      <p:to>
                                        <p:strVal val="visible"/>
                                      </p:to>
                                    </p:set>
                                    <p:animEffect transition="in" filter="wipe(up)">
                                      <p:cBhvr>
                                        <p:cTn id="25" dur="500"/>
                                        <p:tgtEl>
                                          <p:spTgt spid="1163"/>
                                        </p:tgtEl>
                                      </p:cBhvr>
                                    </p:animEffect>
                                  </p:childTnLst>
                                </p:cTn>
                              </p:par>
                              <p:par>
                                <p:cTn id="26" presetID="9" presetClass="entr" presetSubtype="0" fill="hold" nodeType="withEffect">
                                  <p:stCondLst>
                                    <p:cond delay="0"/>
                                  </p:stCondLst>
                                  <p:childTnLst>
                                    <p:set>
                                      <p:cBhvr>
                                        <p:cTn id="27" dur="1" fill="hold">
                                          <p:stCondLst>
                                            <p:cond delay="0"/>
                                          </p:stCondLst>
                                        </p:cTn>
                                        <p:tgtEl>
                                          <p:spTgt spid="1037"/>
                                        </p:tgtEl>
                                        <p:attrNameLst>
                                          <p:attrName>style.visibility</p:attrName>
                                        </p:attrNameLst>
                                      </p:cBhvr>
                                      <p:to>
                                        <p:strVal val="visible"/>
                                      </p:to>
                                    </p:set>
                                    <p:animEffect transition="in" filter="dissolve">
                                      <p:cBhvr>
                                        <p:cTn id="28" dur="500"/>
                                        <p:tgtEl>
                                          <p:spTgt spid="1037"/>
                                        </p:tgtEl>
                                      </p:cBhvr>
                                    </p:animEffect>
                                  </p:childTnLst>
                                </p:cTn>
                              </p:par>
                              <p:par>
                                <p:cTn id="29" presetID="9"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dissolve">
                                      <p:cBhvr>
                                        <p:cTn id="31" dur="500"/>
                                        <p:tgtEl>
                                          <p:spTgt spid="3"/>
                                        </p:tgtEl>
                                      </p:cBhvr>
                                    </p:animEffect>
                                  </p:childTnLst>
                                </p:cTn>
                              </p:par>
                            </p:childTnLst>
                          </p:cTn>
                        </p:par>
                        <p:par>
                          <p:cTn id="32" fill="hold">
                            <p:stCondLst>
                              <p:cond delay="500"/>
                            </p:stCondLst>
                            <p:childTnLst>
                              <p:par>
                                <p:cTn id="33" presetID="9" presetClass="entr" presetSubtype="0" fill="hold" nodeType="afterEffect">
                                  <p:stCondLst>
                                    <p:cond delay="500"/>
                                  </p:stCondLst>
                                  <p:childTnLst>
                                    <p:set>
                                      <p:cBhvr>
                                        <p:cTn id="34" dur="1" fill="hold">
                                          <p:stCondLst>
                                            <p:cond delay="0"/>
                                          </p:stCondLst>
                                        </p:cTn>
                                        <p:tgtEl>
                                          <p:spTgt spid="1043"/>
                                        </p:tgtEl>
                                        <p:attrNameLst>
                                          <p:attrName>style.visibility</p:attrName>
                                        </p:attrNameLst>
                                      </p:cBhvr>
                                      <p:to>
                                        <p:strVal val="visible"/>
                                      </p:to>
                                    </p:set>
                                    <p:animEffect transition="in" filter="dissolve">
                                      <p:cBhvr>
                                        <p:cTn id="35" dur="2000"/>
                                        <p:tgtEl>
                                          <p:spTgt spid="104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896"/>
                                        </p:tgtEl>
                                        <p:attrNameLst>
                                          <p:attrName>style.visibility</p:attrName>
                                        </p:attrNameLst>
                                      </p:cBhvr>
                                      <p:to>
                                        <p:strVal val="visible"/>
                                      </p:to>
                                    </p:set>
                                    <p:animEffect transition="in" filter="dissolve">
                                      <p:cBhvr>
                                        <p:cTn id="40" dur="500"/>
                                        <p:tgtEl>
                                          <p:spTgt spid="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3600" dirty="0"/>
              <a:t>Network layer: overview</a:t>
            </a:r>
          </a:p>
        </p:txBody>
      </p:sp>
      <p:sp>
        <p:nvSpPr>
          <p:cNvPr id="4" name="Content Placeholder 3">
            <a:extLst>
              <a:ext uri="{FF2B5EF4-FFF2-40B4-BE49-F238E27FC236}">
                <a16:creationId xmlns:a16="http://schemas.microsoft.com/office/drawing/2014/main" id="{1BB2D2B5-5D3F-CC94-BC87-F50B6C7ED121}"/>
              </a:ext>
            </a:extLst>
          </p:cNvPr>
          <p:cNvSpPr>
            <a:spLocks noGrp="1"/>
          </p:cNvSpPr>
          <p:nvPr>
            <p:ph idx="1"/>
          </p:nvPr>
        </p:nvSpPr>
        <p:spPr>
          <a:xfrm>
            <a:off x="628650" y="1401805"/>
            <a:ext cx="7886700" cy="579580"/>
          </a:xfrm>
        </p:spPr>
        <p:txBody>
          <a:bodyPr/>
          <a:lstStyle/>
          <a:p>
            <a:r>
              <a:rPr lang="en-US" dirty="0"/>
              <a:t>Network service model</a:t>
            </a:r>
          </a:p>
          <a:p>
            <a:endParaRPr lang="en-US" dirty="0"/>
          </a:p>
        </p:txBody>
      </p:sp>
      <p:sp>
        <p:nvSpPr>
          <p:cNvPr id="21" name="Slide Number Placeholder 4">
            <a:extLst>
              <a:ext uri="{FF2B5EF4-FFF2-40B4-BE49-F238E27FC236}">
                <a16:creationId xmlns:a16="http://schemas.microsoft.com/office/drawing/2014/main" id="{CC41D844-4BFF-004B-B364-1106DEFC8A1E}"/>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9</a:t>
            </a:fld>
            <a:endParaRPr lang="en-US" dirty="0">
              <a:solidFill>
                <a:prstClr val="white">
                  <a:lumMod val="50000"/>
                </a:prstClr>
              </a:solidFill>
              <a:latin typeface="Calibri" panose="020F0502020204030204"/>
            </a:endParaRPr>
          </a:p>
        </p:txBody>
      </p:sp>
      <p:sp>
        <p:nvSpPr>
          <p:cNvPr id="9" name="Text Box 3">
            <a:extLst>
              <a:ext uri="{FF2B5EF4-FFF2-40B4-BE49-F238E27FC236}">
                <a16:creationId xmlns:a16="http://schemas.microsoft.com/office/drawing/2014/main" id="{84FBF14F-DE77-E447-8427-3CD2253600C3}"/>
              </a:ext>
            </a:extLst>
          </p:cNvPr>
          <p:cNvSpPr txBox="1">
            <a:spLocks noChangeArrowheads="1"/>
          </p:cNvSpPr>
          <p:nvPr/>
        </p:nvSpPr>
        <p:spPr bwMode="auto">
          <a:xfrm>
            <a:off x="364161" y="2166058"/>
            <a:ext cx="1212255" cy="297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1500" dirty="0">
                <a:solidFill>
                  <a:prstClr val="black"/>
                </a:solidFill>
              </a:rPr>
              <a:t>Network</a:t>
            </a:r>
          </a:p>
          <a:p>
            <a:pPr algn="r" defTabSz="685800">
              <a:defRPr/>
            </a:pPr>
            <a:r>
              <a:rPr lang="en-US" altLang="en-US" sz="1500" dirty="0">
                <a:solidFill>
                  <a:prstClr val="black"/>
                </a:solidFill>
              </a:rPr>
              <a:t>Architecture</a:t>
            </a:r>
          </a:p>
          <a:p>
            <a:pPr algn="r" defTabSz="685800">
              <a:defRPr/>
            </a:pPr>
            <a:endParaRPr lang="en-US" altLang="en-US" sz="1500" dirty="0">
              <a:solidFill>
                <a:prstClr val="black"/>
              </a:solidFill>
            </a:endParaRPr>
          </a:p>
          <a:p>
            <a:pPr algn="r" defTabSz="685800">
              <a:defRPr/>
            </a:pPr>
            <a:r>
              <a:rPr lang="en-US" altLang="en-US" sz="1500" dirty="0">
                <a:solidFill>
                  <a:prstClr val="black"/>
                </a:solidFill>
              </a:rPr>
              <a:t>Internet</a:t>
            </a:r>
          </a:p>
          <a:p>
            <a:pPr algn="r" defTabSz="685800">
              <a:defRPr/>
            </a:pPr>
            <a:endParaRPr lang="en-US" altLang="en-US" sz="1500" dirty="0">
              <a:solidFill>
                <a:prstClr val="black"/>
              </a:solidFill>
            </a:endParaRPr>
          </a:p>
          <a:p>
            <a:pPr algn="r" defTabSz="685800">
              <a:defRPr/>
            </a:pPr>
            <a:r>
              <a:rPr lang="en-US" altLang="en-US" sz="1500" dirty="0">
                <a:solidFill>
                  <a:prstClr val="black"/>
                </a:solidFill>
              </a:rPr>
              <a:t>ATM</a:t>
            </a:r>
          </a:p>
          <a:p>
            <a:pPr algn="r" defTabSz="685800">
              <a:defRPr/>
            </a:pPr>
            <a:endParaRPr lang="en-US" altLang="en-US" sz="1500" dirty="0">
              <a:solidFill>
                <a:prstClr val="black"/>
              </a:solidFill>
            </a:endParaRPr>
          </a:p>
          <a:p>
            <a:pPr algn="r" defTabSz="685800">
              <a:defRPr/>
            </a:pPr>
            <a:r>
              <a:rPr lang="en-US" altLang="en-US" sz="1500" dirty="0">
                <a:solidFill>
                  <a:prstClr val="black"/>
                </a:solidFill>
              </a:rPr>
              <a:t>ATM</a:t>
            </a:r>
          </a:p>
          <a:p>
            <a:pPr algn="r" defTabSz="685800">
              <a:defRPr/>
            </a:pPr>
            <a:endParaRPr lang="en-US" altLang="en-US" sz="1500" dirty="0">
              <a:solidFill>
                <a:prstClr val="black"/>
              </a:solidFill>
            </a:endParaRPr>
          </a:p>
          <a:p>
            <a:pPr algn="r" defTabSz="685800">
              <a:defRPr/>
            </a:pPr>
            <a:r>
              <a:rPr lang="en-US" altLang="en-US" sz="1500" dirty="0">
                <a:solidFill>
                  <a:prstClr val="black"/>
                </a:solidFill>
              </a:rPr>
              <a:t>Internet</a:t>
            </a:r>
          </a:p>
          <a:p>
            <a:pPr algn="r" defTabSz="685800">
              <a:defRPr/>
            </a:pPr>
            <a:endParaRPr lang="en-US" altLang="en-US" sz="1500" dirty="0">
              <a:solidFill>
                <a:prstClr val="black"/>
              </a:solidFill>
            </a:endParaRPr>
          </a:p>
          <a:p>
            <a:pPr algn="r" defTabSz="685800">
              <a:spcBef>
                <a:spcPts val="900"/>
              </a:spcBef>
              <a:defRPr/>
            </a:pPr>
            <a:r>
              <a:rPr lang="en-US" altLang="en-US" sz="1500" dirty="0">
                <a:solidFill>
                  <a:prstClr val="black"/>
                </a:solidFill>
              </a:rPr>
              <a:t>Internet</a:t>
            </a:r>
            <a:endParaRPr lang="en-US" altLang="en-US" sz="1800" dirty="0">
              <a:solidFill>
                <a:prstClr val="black"/>
              </a:solidFill>
              <a:latin typeface="Times New Roman" panose="02020603050405020304" pitchFamily="18" charset="0"/>
            </a:endParaRPr>
          </a:p>
        </p:txBody>
      </p:sp>
      <p:sp>
        <p:nvSpPr>
          <p:cNvPr id="10" name="Text Box 4">
            <a:extLst>
              <a:ext uri="{FF2B5EF4-FFF2-40B4-BE49-F238E27FC236}">
                <a16:creationId xmlns:a16="http://schemas.microsoft.com/office/drawing/2014/main" id="{4AA65A7D-5684-5446-97C1-4142D3B3DC32}"/>
              </a:ext>
            </a:extLst>
          </p:cNvPr>
          <p:cNvSpPr txBox="1">
            <a:spLocks noChangeArrowheads="1"/>
          </p:cNvSpPr>
          <p:nvPr/>
        </p:nvSpPr>
        <p:spPr bwMode="auto">
          <a:xfrm>
            <a:off x="1840068" y="2177682"/>
            <a:ext cx="1984139" cy="2964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Service</a:t>
            </a:r>
          </a:p>
          <a:p>
            <a:pPr defTabSz="685800">
              <a:defRPr/>
            </a:pPr>
            <a:r>
              <a:rPr lang="en-US" altLang="en-US" sz="1500" dirty="0">
                <a:solidFill>
                  <a:prstClr val="black"/>
                </a:solidFill>
              </a:rPr>
              <a:t>Model</a:t>
            </a:r>
          </a:p>
          <a:p>
            <a:pPr defTabSz="685800">
              <a:defRPr/>
            </a:pPr>
            <a:endParaRPr lang="en-US" altLang="en-US" sz="1500" dirty="0">
              <a:solidFill>
                <a:prstClr val="black"/>
              </a:solidFill>
            </a:endParaRPr>
          </a:p>
          <a:p>
            <a:pPr defTabSz="685800">
              <a:defRPr/>
            </a:pPr>
            <a:r>
              <a:rPr lang="en-US" altLang="en-US" sz="1500" dirty="0">
                <a:solidFill>
                  <a:prstClr val="black"/>
                </a:solidFill>
              </a:rPr>
              <a:t>best effort</a:t>
            </a:r>
          </a:p>
          <a:p>
            <a:pPr defTabSz="685800">
              <a:defRPr/>
            </a:pPr>
            <a:endParaRPr lang="en-US" altLang="en-US" sz="1500" dirty="0">
              <a:solidFill>
                <a:prstClr val="black"/>
              </a:solidFill>
            </a:endParaRPr>
          </a:p>
          <a:p>
            <a:pPr defTabSz="685800">
              <a:defRPr/>
            </a:pPr>
            <a:r>
              <a:rPr lang="en-US" altLang="en-US" sz="1500" dirty="0">
                <a:solidFill>
                  <a:prstClr val="black"/>
                </a:solidFill>
              </a:rPr>
              <a:t>Constant Bit Rate</a:t>
            </a:r>
          </a:p>
          <a:p>
            <a:pPr defTabSz="685800">
              <a:defRPr/>
            </a:pPr>
            <a:endParaRPr lang="en-US" altLang="en-US" sz="1500" dirty="0">
              <a:solidFill>
                <a:prstClr val="black"/>
              </a:solidFill>
            </a:endParaRPr>
          </a:p>
          <a:p>
            <a:pPr defTabSz="685800">
              <a:defRPr/>
            </a:pPr>
            <a:r>
              <a:rPr lang="en-US" altLang="en-US" sz="1500" dirty="0">
                <a:solidFill>
                  <a:prstClr val="black"/>
                </a:solidFill>
              </a:rPr>
              <a:t>Available Bit Rate</a:t>
            </a:r>
          </a:p>
          <a:p>
            <a:pPr defTabSz="685800">
              <a:defRPr/>
            </a:pPr>
            <a:endParaRPr lang="en-US" altLang="en-US" sz="1500" dirty="0">
              <a:solidFill>
                <a:prstClr val="black"/>
              </a:solidFill>
            </a:endParaRPr>
          </a:p>
          <a:p>
            <a:pPr defTabSz="685800">
              <a:defRPr/>
            </a:pPr>
            <a:r>
              <a:rPr lang="en-US" altLang="en-US" sz="1500" dirty="0">
                <a:solidFill>
                  <a:prstClr val="black"/>
                </a:solidFill>
              </a:rPr>
              <a:t>Intserv Guaranteed</a:t>
            </a:r>
          </a:p>
          <a:p>
            <a:pPr defTabSz="685800">
              <a:defRPr/>
            </a:pPr>
            <a:r>
              <a:rPr lang="en-US" altLang="en-US" sz="1200" dirty="0">
                <a:solidFill>
                  <a:prstClr val="black"/>
                </a:solidFill>
              </a:rPr>
              <a:t>(RFC 1633</a:t>
            </a:r>
            <a:r>
              <a:rPr lang="en-US" altLang="en-US" sz="1500" dirty="0">
                <a:solidFill>
                  <a:prstClr val="black"/>
                </a:solidFill>
              </a:rPr>
              <a:t>)</a:t>
            </a:r>
          </a:p>
          <a:p>
            <a:pPr defTabSz="685800">
              <a:spcBef>
                <a:spcPts val="750"/>
              </a:spcBef>
              <a:defRPr/>
            </a:pPr>
            <a:r>
              <a:rPr lang="en-US" altLang="en-US" sz="1500" dirty="0">
                <a:solidFill>
                  <a:prstClr val="black"/>
                </a:solidFill>
              </a:rPr>
              <a:t>Diffserv  </a:t>
            </a:r>
            <a:r>
              <a:rPr lang="en-US" altLang="en-US" sz="1200" dirty="0">
                <a:solidFill>
                  <a:prstClr val="black"/>
                </a:solidFill>
              </a:rPr>
              <a:t>(RFC 2475</a:t>
            </a:r>
            <a:r>
              <a:rPr lang="en-US" altLang="en-US" sz="1500" dirty="0">
                <a:solidFill>
                  <a:prstClr val="black"/>
                </a:solidFill>
              </a:rPr>
              <a:t>) </a:t>
            </a:r>
            <a:endParaRPr lang="en-US" altLang="en-US" sz="1800" dirty="0">
              <a:solidFill>
                <a:prstClr val="black"/>
              </a:solidFill>
              <a:latin typeface="Times New Roman" panose="02020603050405020304" pitchFamily="18" charset="0"/>
            </a:endParaRPr>
          </a:p>
        </p:txBody>
      </p:sp>
      <p:sp>
        <p:nvSpPr>
          <p:cNvPr id="11" name="Text Box 5">
            <a:extLst>
              <a:ext uri="{FF2B5EF4-FFF2-40B4-BE49-F238E27FC236}">
                <a16:creationId xmlns:a16="http://schemas.microsoft.com/office/drawing/2014/main" id="{1C34DAB8-6802-8B4D-80C7-80C914B6F4A9}"/>
              </a:ext>
            </a:extLst>
          </p:cNvPr>
          <p:cNvSpPr txBox="1">
            <a:spLocks noChangeArrowheads="1"/>
          </p:cNvSpPr>
          <p:nvPr/>
        </p:nvSpPr>
        <p:spPr bwMode="auto">
          <a:xfrm>
            <a:off x="3940444" y="2410761"/>
            <a:ext cx="160332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Bandwidth</a:t>
            </a:r>
          </a:p>
          <a:p>
            <a:pPr defTabSz="685800">
              <a:defRPr/>
            </a:pPr>
            <a:endParaRPr lang="en-US" altLang="en-US" sz="1500" dirty="0">
              <a:solidFill>
                <a:prstClr val="black"/>
              </a:solidFill>
            </a:endParaRPr>
          </a:p>
          <a:p>
            <a:pPr defTabSz="685800">
              <a:defRPr/>
            </a:pPr>
            <a:r>
              <a:rPr lang="en-US" altLang="en-US" sz="1500" dirty="0">
                <a:solidFill>
                  <a:prstClr val="black"/>
                </a:solidFill>
              </a:rPr>
              <a:t>none</a:t>
            </a:r>
          </a:p>
          <a:p>
            <a:pPr defTabSz="685800">
              <a:defRPr/>
            </a:pPr>
            <a:endParaRPr lang="en-US" altLang="en-US" sz="1500" dirty="0">
              <a:solidFill>
                <a:prstClr val="black"/>
              </a:solidFill>
            </a:endParaRPr>
          </a:p>
          <a:p>
            <a:pPr defTabSz="685800">
              <a:defRPr/>
            </a:pPr>
            <a:r>
              <a:rPr lang="en-US" altLang="en-US" sz="1500" dirty="0">
                <a:solidFill>
                  <a:prstClr val="black"/>
                </a:solidFill>
              </a:rPr>
              <a:t>Constant rate</a:t>
            </a:r>
          </a:p>
          <a:p>
            <a:pPr defTabSz="685800">
              <a:defRPr/>
            </a:pPr>
            <a:endParaRPr lang="en-US" altLang="en-US" sz="1500" dirty="0">
              <a:solidFill>
                <a:prstClr val="black"/>
              </a:solidFill>
            </a:endParaRPr>
          </a:p>
          <a:p>
            <a:pPr defTabSz="685800">
              <a:defRPr/>
            </a:pPr>
            <a:r>
              <a:rPr lang="en-US" altLang="en-US" sz="1500" dirty="0">
                <a:solidFill>
                  <a:prstClr val="black"/>
                </a:solidFill>
              </a:rPr>
              <a:t>Guaranteed min</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spcBef>
                <a:spcPts val="900"/>
              </a:spcBef>
              <a:defRPr/>
            </a:pPr>
            <a:r>
              <a:rPr lang="en-US" altLang="en-US" sz="1500" dirty="0">
                <a:solidFill>
                  <a:prstClr val="black"/>
                </a:solidFill>
              </a:rPr>
              <a:t>possible</a:t>
            </a:r>
            <a:endParaRPr lang="en-US" altLang="en-US" sz="1800" dirty="0">
              <a:solidFill>
                <a:prstClr val="black"/>
              </a:solidFill>
              <a:latin typeface="Times New Roman" panose="02020603050405020304" pitchFamily="18" charset="0"/>
            </a:endParaRPr>
          </a:p>
        </p:txBody>
      </p:sp>
      <p:sp>
        <p:nvSpPr>
          <p:cNvPr id="12" name="Text Box 11">
            <a:extLst>
              <a:ext uri="{FF2B5EF4-FFF2-40B4-BE49-F238E27FC236}">
                <a16:creationId xmlns:a16="http://schemas.microsoft.com/office/drawing/2014/main" id="{12C01AE2-D81C-9142-9900-6735E4EC6989}"/>
              </a:ext>
            </a:extLst>
          </p:cNvPr>
          <p:cNvSpPr txBox="1">
            <a:spLocks noChangeArrowheads="1"/>
          </p:cNvSpPr>
          <p:nvPr/>
        </p:nvSpPr>
        <p:spPr bwMode="auto">
          <a:xfrm>
            <a:off x="5482776" y="2410761"/>
            <a:ext cx="88197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Loss</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spcBef>
                <a:spcPts val="900"/>
              </a:spcBef>
              <a:defRPr/>
            </a:pPr>
            <a:r>
              <a:rPr lang="en-US" altLang="en-US" sz="1500" dirty="0">
                <a:solidFill>
                  <a:prstClr val="black"/>
                </a:solidFill>
              </a:rPr>
              <a:t>possibly</a:t>
            </a:r>
            <a:endParaRPr lang="en-US" altLang="en-US" sz="1800" dirty="0">
              <a:solidFill>
                <a:prstClr val="black"/>
              </a:solidFill>
              <a:latin typeface="Times New Roman" panose="02020603050405020304" pitchFamily="18" charset="0"/>
            </a:endParaRPr>
          </a:p>
        </p:txBody>
      </p:sp>
      <p:sp>
        <p:nvSpPr>
          <p:cNvPr id="13" name="Text Box 12">
            <a:extLst>
              <a:ext uri="{FF2B5EF4-FFF2-40B4-BE49-F238E27FC236}">
                <a16:creationId xmlns:a16="http://schemas.microsoft.com/office/drawing/2014/main" id="{215F45F4-0755-7644-85E6-6394DB1A3372}"/>
              </a:ext>
            </a:extLst>
          </p:cNvPr>
          <p:cNvSpPr txBox="1">
            <a:spLocks noChangeArrowheads="1"/>
          </p:cNvSpPr>
          <p:nvPr/>
        </p:nvSpPr>
        <p:spPr bwMode="auto">
          <a:xfrm>
            <a:off x="6362787" y="2417905"/>
            <a:ext cx="88197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Order</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spcBef>
                <a:spcPts val="900"/>
              </a:spcBef>
              <a:defRPr/>
            </a:pPr>
            <a:r>
              <a:rPr lang="en-US" altLang="en-US" sz="1500" dirty="0">
                <a:solidFill>
                  <a:prstClr val="black"/>
                </a:solidFill>
              </a:rPr>
              <a:t>possibly</a:t>
            </a:r>
            <a:endParaRPr lang="en-US" altLang="en-US" sz="1800" dirty="0">
              <a:solidFill>
                <a:prstClr val="black"/>
              </a:solidFill>
              <a:latin typeface="Times New Roman" panose="02020603050405020304" pitchFamily="18" charset="0"/>
            </a:endParaRPr>
          </a:p>
        </p:txBody>
      </p:sp>
      <p:sp>
        <p:nvSpPr>
          <p:cNvPr id="14" name="Text Box 13">
            <a:extLst>
              <a:ext uri="{FF2B5EF4-FFF2-40B4-BE49-F238E27FC236}">
                <a16:creationId xmlns:a16="http://schemas.microsoft.com/office/drawing/2014/main" id="{51E1E123-2FC9-9A4C-AB30-DF20C3EA339F}"/>
              </a:ext>
            </a:extLst>
          </p:cNvPr>
          <p:cNvSpPr txBox="1">
            <a:spLocks noChangeArrowheads="1"/>
          </p:cNvSpPr>
          <p:nvPr/>
        </p:nvSpPr>
        <p:spPr bwMode="auto">
          <a:xfrm>
            <a:off x="7284693" y="2417905"/>
            <a:ext cx="75623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Timing</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spcBef>
                <a:spcPts val="900"/>
              </a:spcBef>
              <a:defRPr/>
            </a:pPr>
            <a:r>
              <a:rPr lang="en-US" altLang="en-US" sz="1500" dirty="0">
                <a:solidFill>
                  <a:prstClr val="black"/>
                </a:solidFill>
              </a:rPr>
              <a:t>no</a:t>
            </a:r>
            <a:endParaRPr lang="en-US" altLang="en-US" sz="1800" dirty="0">
              <a:solidFill>
                <a:prstClr val="black"/>
              </a:solidFill>
              <a:latin typeface="Times New Roman" panose="02020603050405020304" pitchFamily="18" charset="0"/>
            </a:endParaRPr>
          </a:p>
        </p:txBody>
      </p:sp>
      <p:sp>
        <p:nvSpPr>
          <p:cNvPr id="18" name="Line 19">
            <a:extLst>
              <a:ext uri="{FF2B5EF4-FFF2-40B4-BE49-F238E27FC236}">
                <a16:creationId xmlns:a16="http://schemas.microsoft.com/office/drawing/2014/main" id="{D3EFDF3E-E1B2-6442-9107-4885BC9E5F19}"/>
              </a:ext>
            </a:extLst>
          </p:cNvPr>
          <p:cNvSpPr>
            <a:spLocks noChangeShapeType="1"/>
          </p:cNvSpPr>
          <p:nvPr/>
        </p:nvSpPr>
        <p:spPr bwMode="auto">
          <a:xfrm>
            <a:off x="802975" y="2790571"/>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3" name="Line 19">
            <a:extLst>
              <a:ext uri="{FF2B5EF4-FFF2-40B4-BE49-F238E27FC236}">
                <a16:creationId xmlns:a16="http://schemas.microsoft.com/office/drawing/2014/main" id="{32B4DD15-8EEC-9B42-A7A0-C871C28FD81C}"/>
              </a:ext>
            </a:extLst>
          </p:cNvPr>
          <p:cNvSpPr>
            <a:spLocks noChangeShapeType="1"/>
          </p:cNvSpPr>
          <p:nvPr/>
        </p:nvSpPr>
        <p:spPr bwMode="auto">
          <a:xfrm>
            <a:off x="801037" y="3265207"/>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4" name="Line 19">
            <a:extLst>
              <a:ext uri="{FF2B5EF4-FFF2-40B4-BE49-F238E27FC236}">
                <a16:creationId xmlns:a16="http://schemas.microsoft.com/office/drawing/2014/main" id="{0C2B32CB-160C-1949-B26F-AEE112AAA5CE}"/>
              </a:ext>
            </a:extLst>
          </p:cNvPr>
          <p:cNvSpPr>
            <a:spLocks noChangeShapeType="1"/>
          </p:cNvSpPr>
          <p:nvPr/>
        </p:nvSpPr>
        <p:spPr bwMode="auto">
          <a:xfrm>
            <a:off x="799100" y="3728219"/>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5" name="Line 19">
            <a:extLst>
              <a:ext uri="{FF2B5EF4-FFF2-40B4-BE49-F238E27FC236}">
                <a16:creationId xmlns:a16="http://schemas.microsoft.com/office/drawing/2014/main" id="{E012B3C4-5F72-A141-A441-ADA6CA97A556}"/>
              </a:ext>
            </a:extLst>
          </p:cNvPr>
          <p:cNvSpPr>
            <a:spLocks noChangeShapeType="1"/>
          </p:cNvSpPr>
          <p:nvPr/>
        </p:nvSpPr>
        <p:spPr bwMode="auto">
          <a:xfrm>
            <a:off x="797163" y="4191230"/>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6" name="Line 19">
            <a:extLst>
              <a:ext uri="{FF2B5EF4-FFF2-40B4-BE49-F238E27FC236}">
                <a16:creationId xmlns:a16="http://schemas.microsoft.com/office/drawing/2014/main" id="{BF483ABF-DBE0-BF4B-94C9-E7D0F188F4AC}"/>
              </a:ext>
            </a:extLst>
          </p:cNvPr>
          <p:cNvSpPr>
            <a:spLocks noChangeShapeType="1"/>
          </p:cNvSpPr>
          <p:nvPr/>
        </p:nvSpPr>
        <p:spPr bwMode="auto">
          <a:xfrm>
            <a:off x="806849" y="4770479"/>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3" name="Rectangle 2">
            <a:extLst>
              <a:ext uri="{FF2B5EF4-FFF2-40B4-BE49-F238E27FC236}">
                <a16:creationId xmlns:a16="http://schemas.microsoft.com/office/drawing/2014/main" id="{A76539A4-4744-8842-8ED2-36EF0B5DAA55}"/>
              </a:ext>
            </a:extLst>
          </p:cNvPr>
          <p:cNvSpPr/>
          <p:nvPr/>
        </p:nvSpPr>
        <p:spPr>
          <a:xfrm>
            <a:off x="616058" y="3177262"/>
            <a:ext cx="7590295" cy="21783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7" name="Line 16">
            <a:extLst>
              <a:ext uri="{FF2B5EF4-FFF2-40B4-BE49-F238E27FC236}">
                <a16:creationId xmlns:a16="http://schemas.microsoft.com/office/drawing/2014/main" id="{B1FE5F6C-026F-0544-9F5F-295E95B4FC3A}"/>
              </a:ext>
            </a:extLst>
          </p:cNvPr>
          <p:cNvSpPr>
            <a:spLocks noChangeShapeType="1"/>
          </p:cNvSpPr>
          <p:nvPr/>
        </p:nvSpPr>
        <p:spPr bwMode="auto">
          <a:xfrm flipV="1">
            <a:off x="3986940" y="2363076"/>
            <a:ext cx="4021810"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dirty="0">
              <a:solidFill>
                <a:prstClr val="black"/>
              </a:solidFill>
              <a:latin typeface="Calibri" panose="020F0502020204030204"/>
            </a:endParaRPr>
          </a:p>
        </p:txBody>
      </p:sp>
      <p:grpSp>
        <p:nvGrpSpPr>
          <p:cNvPr id="8" name="Group 7">
            <a:extLst>
              <a:ext uri="{FF2B5EF4-FFF2-40B4-BE49-F238E27FC236}">
                <a16:creationId xmlns:a16="http://schemas.microsoft.com/office/drawing/2014/main" id="{B777822C-9D57-814F-877A-2273D1202ED7}"/>
              </a:ext>
            </a:extLst>
          </p:cNvPr>
          <p:cNvGrpSpPr/>
          <p:nvPr/>
        </p:nvGrpSpPr>
        <p:grpSpPr>
          <a:xfrm>
            <a:off x="1394848" y="3437718"/>
            <a:ext cx="6079210" cy="1917916"/>
            <a:chOff x="852407" y="3270142"/>
            <a:chExt cx="8105613" cy="2557221"/>
          </a:xfrm>
        </p:grpSpPr>
        <p:sp>
          <p:nvSpPr>
            <p:cNvPr id="28" name="TextBox 27">
              <a:extLst>
                <a:ext uri="{FF2B5EF4-FFF2-40B4-BE49-F238E27FC236}">
                  <a16:creationId xmlns:a16="http://schemas.microsoft.com/office/drawing/2014/main" id="{828EFD12-C61D-5143-AE81-9D893932CA81}"/>
                </a:ext>
              </a:extLst>
            </p:cNvPr>
            <p:cNvSpPr txBox="1"/>
            <p:nvPr/>
          </p:nvSpPr>
          <p:spPr>
            <a:xfrm>
              <a:off x="1175287" y="3794501"/>
              <a:ext cx="7419382" cy="1846660"/>
            </a:xfrm>
            <a:prstGeom prst="rect">
              <a:avLst/>
            </a:prstGeom>
            <a:noFill/>
          </p:spPr>
          <p:txBody>
            <a:bodyPr wrap="none" rtlCol="0">
              <a:spAutoFit/>
            </a:bodyPr>
            <a:lstStyle/>
            <a:p>
              <a:pPr defTabSz="685800">
                <a:defRPr/>
              </a:pPr>
              <a:r>
                <a:rPr lang="en-US" sz="2100" i="1" dirty="0">
                  <a:solidFill>
                    <a:srgbClr val="0013A3"/>
                  </a:solidFill>
                  <a:latin typeface="Calibri" panose="020F0502020204030204"/>
                </a:rPr>
                <a:t>No</a:t>
              </a:r>
              <a:r>
                <a:rPr lang="en-US" sz="2100" dirty="0">
                  <a:solidFill>
                    <a:prstClr val="black"/>
                  </a:solidFill>
                  <a:latin typeface="Calibri" panose="020F0502020204030204"/>
                </a:rPr>
                <a:t> guarantees on</a:t>
              </a:r>
              <a:r>
                <a:rPr lang="en-US" sz="2100" i="1" dirty="0">
                  <a:solidFill>
                    <a:prstClr val="black"/>
                  </a:solidFill>
                  <a:latin typeface="Calibri" panose="020F0502020204030204"/>
                </a:rPr>
                <a:t>: </a:t>
              </a:r>
            </a:p>
            <a:p>
              <a:pPr marL="650081" lvl="1" indent="-307181" defTabSz="685800">
                <a:buFont typeface="+mj-lt"/>
                <a:buAutoNum type="romanLcPeriod"/>
                <a:defRPr/>
              </a:pPr>
              <a:r>
                <a:rPr lang="en-US" sz="2100" dirty="0">
                  <a:solidFill>
                    <a:prstClr val="black"/>
                  </a:solidFill>
                  <a:latin typeface="Calibri" panose="020F0502020204030204"/>
                </a:rPr>
                <a:t>successful</a:t>
              </a:r>
              <a:r>
                <a:rPr lang="en-US" sz="2100" i="1" dirty="0">
                  <a:solidFill>
                    <a:prstClr val="black"/>
                  </a:solidFill>
                  <a:latin typeface="Calibri" panose="020F0502020204030204"/>
                </a:rPr>
                <a:t> </a:t>
              </a:r>
              <a:r>
                <a:rPr lang="en-US" sz="2100" dirty="0">
                  <a:solidFill>
                    <a:prstClr val="black"/>
                  </a:solidFill>
                  <a:latin typeface="Calibri" panose="020F0502020204030204"/>
                </a:rPr>
                <a:t>datagram delivery to destination</a:t>
              </a:r>
            </a:p>
            <a:p>
              <a:pPr marL="650081" lvl="1" indent="-307181" defTabSz="685800">
                <a:buFont typeface="+mj-lt"/>
                <a:buAutoNum type="romanLcPeriod"/>
                <a:defRPr/>
              </a:pPr>
              <a:r>
                <a:rPr lang="en-US" sz="2100" dirty="0">
                  <a:solidFill>
                    <a:prstClr val="black"/>
                  </a:solidFill>
                  <a:latin typeface="Calibri" panose="020F0502020204030204"/>
                </a:rPr>
                <a:t>timing or order of delivery</a:t>
              </a:r>
            </a:p>
            <a:p>
              <a:pPr marL="650081" lvl="1" indent="-307181" defTabSz="685800">
                <a:buFont typeface="+mj-lt"/>
                <a:buAutoNum type="romanLcPeriod"/>
                <a:defRPr/>
              </a:pPr>
              <a:r>
                <a:rPr lang="en-US" sz="2100" dirty="0">
                  <a:solidFill>
                    <a:prstClr val="black"/>
                  </a:solidFill>
                  <a:latin typeface="Calibri" panose="020F0502020204030204"/>
                </a:rPr>
                <a:t>bandwidth available to end-end flow</a:t>
              </a:r>
              <a:endParaRPr lang="en-US" sz="1350" dirty="0">
                <a:solidFill>
                  <a:prstClr val="black"/>
                </a:solidFill>
                <a:latin typeface="Calibri" panose="020F0502020204030204"/>
              </a:endParaRPr>
            </a:p>
          </p:txBody>
        </p:sp>
        <p:sp>
          <p:nvSpPr>
            <p:cNvPr id="7" name="Rectangle 6">
              <a:extLst>
                <a:ext uri="{FF2B5EF4-FFF2-40B4-BE49-F238E27FC236}">
                  <a16:creationId xmlns:a16="http://schemas.microsoft.com/office/drawing/2014/main" id="{78D0C32C-957E-6540-8CA6-963771BBE837}"/>
                </a:ext>
              </a:extLst>
            </p:cNvPr>
            <p:cNvSpPr/>
            <p:nvPr/>
          </p:nvSpPr>
          <p:spPr>
            <a:xfrm>
              <a:off x="852407" y="3502617"/>
              <a:ext cx="8105613" cy="2324746"/>
            </a:xfrm>
            <a:prstGeom prst="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6" name="TextBox 5">
              <a:extLst>
                <a:ext uri="{FF2B5EF4-FFF2-40B4-BE49-F238E27FC236}">
                  <a16:creationId xmlns:a16="http://schemas.microsoft.com/office/drawing/2014/main" id="{611B64E3-F240-2E4A-9BB4-1C9FDFBB21EA}"/>
                </a:ext>
              </a:extLst>
            </p:cNvPr>
            <p:cNvSpPr txBox="1"/>
            <p:nvPr/>
          </p:nvSpPr>
          <p:spPr>
            <a:xfrm>
              <a:off x="1100380" y="3270142"/>
              <a:ext cx="5543826" cy="553997"/>
            </a:xfrm>
            <a:prstGeom prst="rect">
              <a:avLst/>
            </a:prstGeom>
            <a:solidFill>
              <a:schemeClr val="bg1"/>
            </a:solidFill>
          </p:spPr>
          <p:txBody>
            <a:bodyPr wrap="none" rtlCol="0">
              <a:spAutoFit/>
            </a:bodyPr>
            <a:lstStyle/>
            <a:p>
              <a:pPr defTabSz="685800">
                <a:defRPr/>
              </a:pPr>
              <a:r>
                <a:rPr lang="en-US" sz="2100" dirty="0">
                  <a:solidFill>
                    <a:prstClr val="black"/>
                  </a:solidFill>
                  <a:latin typeface="Calibri" panose="020F0502020204030204"/>
                </a:rPr>
                <a:t>Internet  “best effort” service model</a:t>
              </a:r>
            </a:p>
          </p:txBody>
        </p:sp>
      </p:grpSp>
      <p:sp>
        <p:nvSpPr>
          <p:cNvPr id="29" name="Text Box 15">
            <a:extLst>
              <a:ext uri="{FF2B5EF4-FFF2-40B4-BE49-F238E27FC236}">
                <a16:creationId xmlns:a16="http://schemas.microsoft.com/office/drawing/2014/main" id="{9BD70DA9-3274-304C-A354-2FF885CD2536}"/>
              </a:ext>
            </a:extLst>
          </p:cNvPr>
          <p:cNvSpPr txBox="1">
            <a:spLocks noChangeArrowheads="1"/>
          </p:cNvSpPr>
          <p:nvPr/>
        </p:nvSpPr>
        <p:spPr bwMode="auto">
          <a:xfrm>
            <a:off x="4333843" y="2032365"/>
            <a:ext cx="34788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Quality of Service (QoS) Guarantees ?</a:t>
            </a:r>
            <a:endParaRPr lang="en-US" altLang="en-US" sz="1800" dirty="0">
              <a:solidFill>
                <a:prstClr val="black"/>
              </a:solidFill>
              <a:latin typeface="Times New Roman" panose="02020603050405020304" pitchFamily="18" charset="0"/>
            </a:endParaRPr>
          </a:p>
        </p:txBody>
      </p:sp>
    </p:spTree>
    <p:extLst>
      <p:ext uri="{BB962C8B-B14F-4D97-AF65-F5344CB8AC3E}">
        <p14:creationId xmlns:p14="http://schemas.microsoft.com/office/powerpoint/2010/main" val="789343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3600" dirty="0"/>
              <a:t>Network layer: overview</a:t>
            </a:r>
          </a:p>
        </p:txBody>
      </p:sp>
      <p:sp>
        <p:nvSpPr>
          <p:cNvPr id="19" name="Slide Number Placeholder 4">
            <a:extLst>
              <a:ext uri="{FF2B5EF4-FFF2-40B4-BE49-F238E27FC236}">
                <a16:creationId xmlns:a16="http://schemas.microsoft.com/office/drawing/2014/main" id="{34A31A66-AE43-4140-AE73-7F9488AFC116}"/>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10</a:t>
            </a:fld>
            <a:endParaRPr lang="en-US" dirty="0">
              <a:solidFill>
                <a:prstClr val="white">
                  <a:lumMod val="50000"/>
                </a:prstClr>
              </a:solidFill>
              <a:latin typeface="Calibri" panose="020F0502020204030204"/>
            </a:endParaRPr>
          </a:p>
        </p:txBody>
      </p:sp>
      <p:sp>
        <p:nvSpPr>
          <p:cNvPr id="9" name="Text Box 3">
            <a:extLst>
              <a:ext uri="{FF2B5EF4-FFF2-40B4-BE49-F238E27FC236}">
                <a16:creationId xmlns:a16="http://schemas.microsoft.com/office/drawing/2014/main" id="{84FBF14F-DE77-E447-8427-3CD2253600C3}"/>
              </a:ext>
            </a:extLst>
          </p:cNvPr>
          <p:cNvSpPr txBox="1">
            <a:spLocks noChangeArrowheads="1"/>
          </p:cNvSpPr>
          <p:nvPr/>
        </p:nvSpPr>
        <p:spPr bwMode="auto">
          <a:xfrm>
            <a:off x="364161" y="2166058"/>
            <a:ext cx="1212255" cy="297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1500" dirty="0">
                <a:solidFill>
                  <a:prstClr val="black"/>
                </a:solidFill>
              </a:rPr>
              <a:t>Network</a:t>
            </a:r>
          </a:p>
          <a:p>
            <a:pPr algn="r" defTabSz="685800">
              <a:defRPr/>
            </a:pPr>
            <a:r>
              <a:rPr lang="en-US" altLang="en-US" sz="1500" dirty="0">
                <a:solidFill>
                  <a:prstClr val="black"/>
                </a:solidFill>
              </a:rPr>
              <a:t>Architecture</a:t>
            </a:r>
          </a:p>
          <a:p>
            <a:pPr algn="r" defTabSz="685800">
              <a:defRPr/>
            </a:pPr>
            <a:endParaRPr lang="en-US" altLang="en-US" sz="1500" dirty="0">
              <a:solidFill>
                <a:prstClr val="black"/>
              </a:solidFill>
            </a:endParaRPr>
          </a:p>
          <a:p>
            <a:pPr algn="r" defTabSz="685800">
              <a:defRPr/>
            </a:pPr>
            <a:r>
              <a:rPr lang="en-US" altLang="en-US" sz="1500" dirty="0">
                <a:solidFill>
                  <a:prstClr val="black"/>
                </a:solidFill>
              </a:rPr>
              <a:t>Internet</a:t>
            </a:r>
          </a:p>
          <a:p>
            <a:pPr algn="r" defTabSz="685800">
              <a:defRPr/>
            </a:pPr>
            <a:endParaRPr lang="en-US" altLang="en-US" sz="1500" dirty="0">
              <a:solidFill>
                <a:prstClr val="black"/>
              </a:solidFill>
            </a:endParaRPr>
          </a:p>
          <a:p>
            <a:pPr algn="r" defTabSz="685800">
              <a:defRPr/>
            </a:pPr>
            <a:r>
              <a:rPr lang="en-US" altLang="en-US" sz="1500" dirty="0">
                <a:solidFill>
                  <a:prstClr val="black"/>
                </a:solidFill>
              </a:rPr>
              <a:t>ATM</a:t>
            </a:r>
          </a:p>
          <a:p>
            <a:pPr algn="r" defTabSz="685800">
              <a:defRPr/>
            </a:pPr>
            <a:endParaRPr lang="en-US" altLang="en-US" sz="1500" dirty="0">
              <a:solidFill>
                <a:prstClr val="black"/>
              </a:solidFill>
            </a:endParaRPr>
          </a:p>
          <a:p>
            <a:pPr algn="r" defTabSz="685800">
              <a:defRPr/>
            </a:pPr>
            <a:r>
              <a:rPr lang="en-US" altLang="en-US" sz="1500" dirty="0">
                <a:solidFill>
                  <a:prstClr val="black"/>
                </a:solidFill>
              </a:rPr>
              <a:t>ATM</a:t>
            </a:r>
          </a:p>
          <a:p>
            <a:pPr algn="r" defTabSz="685800">
              <a:defRPr/>
            </a:pPr>
            <a:endParaRPr lang="en-US" altLang="en-US" sz="1500" dirty="0">
              <a:solidFill>
                <a:prstClr val="black"/>
              </a:solidFill>
            </a:endParaRPr>
          </a:p>
          <a:p>
            <a:pPr algn="r" defTabSz="685800">
              <a:defRPr/>
            </a:pPr>
            <a:r>
              <a:rPr lang="en-US" altLang="en-US" sz="1500" dirty="0">
                <a:solidFill>
                  <a:prstClr val="black"/>
                </a:solidFill>
              </a:rPr>
              <a:t>Internet</a:t>
            </a:r>
          </a:p>
          <a:p>
            <a:pPr algn="r" defTabSz="685800">
              <a:defRPr/>
            </a:pPr>
            <a:endParaRPr lang="en-US" altLang="en-US" sz="1500" dirty="0">
              <a:solidFill>
                <a:prstClr val="black"/>
              </a:solidFill>
            </a:endParaRPr>
          </a:p>
          <a:p>
            <a:pPr algn="r" defTabSz="685800">
              <a:spcBef>
                <a:spcPts val="900"/>
              </a:spcBef>
              <a:defRPr/>
            </a:pPr>
            <a:r>
              <a:rPr lang="en-US" altLang="en-US" sz="1500" dirty="0">
                <a:solidFill>
                  <a:prstClr val="black"/>
                </a:solidFill>
              </a:rPr>
              <a:t>Internet</a:t>
            </a:r>
            <a:endParaRPr lang="en-US" altLang="en-US" sz="1800" dirty="0">
              <a:solidFill>
                <a:prstClr val="black"/>
              </a:solidFill>
              <a:latin typeface="Times New Roman" panose="02020603050405020304" pitchFamily="18" charset="0"/>
            </a:endParaRPr>
          </a:p>
        </p:txBody>
      </p:sp>
      <p:sp>
        <p:nvSpPr>
          <p:cNvPr id="10" name="Text Box 4">
            <a:extLst>
              <a:ext uri="{FF2B5EF4-FFF2-40B4-BE49-F238E27FC236}">
                <a16:creationId xmlns:a16="http://schemas.microsoft.com/office/drawing/2014/main" id="{4AA65A7D-5684-5446-97C1-4142D3B3DC32}"/>
              </a:ext>
            </a:extLst>
          </p:cNvPr>
          <p:cNvSpPr txBox="1">
            <a:spLocks noChangeArrowheads="1"/>
          </p:cNvSpPr>
          <p:nvPr/>
        </p:nvSpPr>
        <p:spPr bwMode="auto">
          <a:xfrm>
            <a:off x="1840068" y="2177682"/>
            <a:ext cx="1984139" cy="2964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Service</a:t>
            </a:r>
          </a:p>
          <a:p>
            <a:pPr defTabSz="685800">
              <a:defRPr/>
            </a:pPr>
            <a:r>
              <a:rPr lang="en-US" altLang="en-US" sz="1500" dirty="0">
                <a:solidFill>
                  <a:prstClr val="black"/>
                </a:solidFill>
              </a:rPr>
              <a:t>Model</a:t>
            </a:r>
          </a:p>
          <a:p>
            <a:pPr defTabSz="685800">
              <a:defRPr/>
            </a:pPr>
            <a:endParaRPr lang="en-US" altLang="en-US" sz="1500" dirty="0">
              <a:solidFill>
                <a:prstClr val="black"/>
              </a:solidFill>
            </a:endParaRPr>
          </a:p>
          <a:p>
            <a:pPr defTabSz="685800">
              <a:defRPr/>
            </a:pPr>
            <a:r>
              <a:rPr lang="en-US" altLang="en-US" sz="1500" dirty="0">
                <a:solidFill>
                  <a:prstClr val="black"/>
                </a:solidFill>
              </a:rPr>
              <a:t>best effort</a:t>
            </a:r>
          </a:p>
          <a:p>
            <a:pPr defTabSz="685800">
              <a:defRPr/>
            </a:pPr>
            <a:endParaRPr lang="en-US" altLang="en-US" sz="1500" dirty="0">
              <a:solidFill>
                <a:prstClr val="black"/>
              </a:solidFill>
            </a:endParaRPr>
          </a:p>
          <a:p>
            <a:pPr defTabSz="685800">
              <a:defRPr/>
            </a:pPr>
            <a:r>
              <a:rPr lang="en-US" altLang="en-US" sz="1500" dirty="0">
                <a:solidFill>
                  <a:prstClr val="black"/>
                </a:solidFill>
              </a:rPr>
              <a:t>Constant Bit Rate</a:t>
            </a:r>
          </a:p>
          <a:p>
            <a:pPr defTabSz="685800">
              <a:defRPr/>
            </a:pPr>
            <a:endParaRPr lang="en-US" altLang="en-US" sz="1500" dirty="0">
              <a:solidFill>
                <a:prstClr val="black"/>
              </a:solidFill>
            </a:endParaRPr>
          </a:p>
          <a:p>
            <a:pPr defTabSz="685800">
              <a:defRPr/>
            </a:pPr>
            <a:r>
              <a:rPr lang="en-US" altLang="en-US" sz="1500" dirty="0">
                <a:solidFill>
                  <a:prstClr val="black"/>
                </a:solidFill>
              </a:rPr>
              <a:t>Available Bit Rate</a:t>
            </a:r>
          </a:p>
          <a:p>
            <a:pPr defTabSz="685800">
              <a:defRPr/>
            </a:pPr>
            <a:endParaRPr lang="en-US" altLang="en-US" sz="1500" dirty="0">
              <a:solidFill>
                <a:prstClr val="black"/>
              </a:solidFill>
            </a:endParaRPr>
          </a:p>
          <a:p>
            <a:pPr defTabSz="685800">
              <a:defRPr/>
            </a:pPr>
            <a:r>
              <a:rPr lang="en-US" altLang="en-US" sz="1500" dirty="0">
                <a:solidFill>
                  <a:prstClr val="black"/>
                </a:solidFill>
              </a:rPr>
              <a:t>Intserv Guaranteed</a:t>
            </a:r>
          </a:p>
          <a:p>
            <a:pPr defTabSz="685800">
              <a:defRPr/>
            </a:pPr>
            <a:r>
              <a:rPr lang="en-US" altLang="en-US" sz="1200" dirty="0">
                <a:solidFill>
                  <a:prstClr val="black"/>
                </a:solidFill>
              </a:rPr>
              <a:t>(RFC 1633</a:t>
            </a:r>
            <a:r>
              <a:rPr lang="en-US" altLang="en-US" sz="1500" dirty="0">
                <a:solidFill>
                  <a:prstClr val="black"/>
                </a:solidFill>
              </a:rPr>
              <a:t>)</a:t>
            </a:r>
          </a:p>
          <a:p>
            <a:pPr defTabSz="685800">
              <a:spcBef>
                <a:spcPts val="750"/>
              </a:spcBef>
              <a:defRPr/>
            </a:pPr>
            <a:r>
              <a:rPr lang="en-US" altLang="en-US" sz="1500" dirty="0">
                <a:solidFill>
                  <a:prstClr val="black"/>
                </a:solidFill>
              </a:rPr>
              <a:t>Diffserv  </a:t>
            </a:r>
            <a:r>
              <a:rPr lang="en-US" altLang="en-US" sz="1200" dirty="0">
                <a:solidFill>
                  <a:prstClr val="black"/>
                </a:solidFill>
              </a:rPr>
              <a:t>(RFC 2475</a:t>
            </a:r>
            <a:r>
              <a:rPr lang="en-US" altLang="en-US" sz="1500" dirty="0">
                <a:solidFill>
                  <a:prstClr val="black"/>
                </a:solidFill>
              </a:rPr>
              <a:t>) </a:t>
            </a:r>
            <a:endParaRPr lang="en-US" altLang="en-US" sz="1800" dirty="0">
              <a:solidFill>
                <a:prstClr val="black"/>
              </a:solidFill>
              <a:latin typeface="Times New Roman" panose="02020603050405020304" pitchFamily="18" charset="0"/>
            </a:endParaRPr>
          </a:p>
        </p:txBody>
      </p:sp>
      <p:sp>
        <p:nvSpPr>
          <p:cNvPr id="11" name="Text Box 5">
            <a:extLst>
              <a:ext uri="{FF2B5EF4-FFF2-40B4-BE49-F238E27FC236}">
                <a16:creationId xmlns:a16="http://schemas.microsoft.com/office/drawing/2014/main" id="{1C34DAB8-6802-8B4D-80C7-80C914B6F4A9}"/>
              </a:ext>
            </a:extLst>
          </p:cNvPr>
          <p:cNvSpPr txBox="1">
            <a:spLocks noChangeArrowheads="1"/>
          </p:cNvSpPr>
          <p:nvPr/>
        </p:nvSpPr>
        <p:spPr bwMode="auto">
          <a:xfrm>
            <a:off x="3940444" y="2410761"/>
            <a:ext cx="160332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Bandwidth</a:t>
            </a:r>
          </a:p>
          <a:p>
            <a:pPr defTabSz="685800">
              <a:defRPr/>
            </a:pPr>
            <a:endParaRPr lang="en-US" altLang="en-US" sz="1500" dirty="0">
              <a:solidFill>
                <a:prstClr val="black"/>
              </a:solidFill>
            </a:endParaRPr>
          </a:p>
          <a:p>
            <a:pPr defTabSz="685800">
              <a:defRPr/>
            </a:pPr>
            <a:r>
              <a:rPr lang="en-US" altLang="en-US" sz="1500" dirty="0">
                <a:solidFill>
                  <a:prstClr val="black"/>
                </a:solidFill>
              </a:rPr>
              <a:t>none</a:t>
            </a:r>
          </a:p>
          <a:p>
            <a:pPr defTabSz="685800">
              <a:defRPr/>
            </a:pPr>
            <a:endParaRPr lang="en-US" altLang="en-US" sz="1500" dirty="0">
              <a:solidFill>
                <a:prstClr val="black"/>
              </a:solidFill>
            </a:endParaRPr>
          </a:p>
          <a:p>
            <a:pPr defTabSz="685800">
              <a:defRPr/>
            </a:pPr>
            <a:r>
              <a:rPr lang="en-US" altLang="en-US" sz="1500" dirty="0">
                <a:solidFill>
                  <a:prstClr val="black"/>
                </a:solidFill>
              </a:rPr>
              <a:t>Constant rate</a:t>
            </a:r>
          </a:p>
          <a:p>
            <a:pPr defTabSz="685800">
              <a:defRPr/>
            </a:pPr>
            <a:endParaRPr lang="en-US" altLang="en-US" sz="1500" dirty="0">
              <a:solidFill>
                <a:prstClr val="black"/>
              </a:solidFill>
            </a:endParaRPr>
          </a:p>
          <a:p>
            <a:pPr defTabSz="685800">
              <a:defRPr/>
            </a:pPr>
            <a:r>
              <a:rPr lang="en-US" altLang="en-US" sz="1500" dirty="0">
                <a:solidFill>
                  <a:prstClr val="black"/>
                </a:solidFill>
              </a:rPr>
              <a:t>Guaranteed min</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spcBef>
                <a:spcPts val="900"/>
              </a:spcBef>
              <a:defRPr/>
            </a:pPr>
            <a:r>
              <a:rPr lang="en-US" altLang="en-US" sz="1500" dirty="0">
                <a:solidFill>
                  <a:prstClr val="black"/>
                </a:solidFill>
              </a:rPr>
              <a:t>possible</a:t>
            </a:r>
            <a:endParaRPr lang="en-US" altLang="en-US" sz="1800" dirty="0">
              <a:solidFill>
                <a:prstClr val="black"/>
              </a:solidFill>
              <a:latin typeface="Times New Roman" panose="02020603050405020304" pitchFamily="18" charset="0"/>
            </a:endParaRPr>
          </a:p>
        </p:txBody>
      </p:sp>
      <p:sp>
        <p:nvSpPr>
          <p:cNvPr id="12" name="Text Box 11">
            <a:extLst>
              <a:ext uri="{FF2B5EF4-FFF2-40B4-BE49-F238E27FC236}">
                <a16:creationId xmlns:a16="http://schemas.microsoft.com/office/drawing/2014/main" id="{12C01AE2-D81C-9142-9900-6735E4EC6989}"/>
              </a:ext>
            </a:extLst>
          </p:cNvPr>
          <p:cNvSpPr txBox="1">
            <a:spLocks noChangeArrowheads="1"/>
          </p:cNvSpPr>
          <p:nvPr/>
        </p:nvSpPr>
        <p:spPr bwMode="auto">
          <a:xfrm>
            <a:off x="5482776" y="2410761"/>
            <a:ext cx="88197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Loss</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spcBef>
                <a:spcPts val="900"/>
              </a:spcBef>
              <a:defRPr/>
            </a:pPr>
            <a:r>
              <a:rPr lang="en-US" altLang="en-US" sz="1500" dirty="0">
                <a:solidFill>
                  <a:prstClr val="black"/>
                </a:solidFill>
              </a:rPr>
              <a:t>possibly</a:t>
            </a:r>
            <a:endParaRPr lang="en-US" altLang="en-US" sz="1800" dirty="0">
              <a:solidFill>
                <a:prstClr val="black"/>
              </a:solidFill>
              <a:latin typeface="Times New Roman" panose="02020603050405020304" pitchFamily="18" charset="0"/>
            </a:endParaRPr>
          </a:p>
        </p:txBody>
      </p:sp>
      <p:sp>
        <p:nvSpPr>
          <p:cNvPr id="13" name="Text Box 12">
            <a:extLst>
              <a:ext uri="{FF2B5EF4-FFF2-40B4-BE49-F238E27FC236}">
                <a16:creationId xmlns:a16="http://schemas.microsoft.com/office/drawing/2014/main" id="{215F45F4-0755-7644-85E6-6394DB1A3372}"/>
              </a:ext>
            </a:extLst>
          </p:cNvPr>
          <p:cNvSpPr txBox="1">
            <a:spLocks noChangeArrowheads="1"/>
          </p:cNvSpPr>
          <p:nvPr/>
        </p:nvSpPr>
        <p:spPr bwMode="auto">
          <a:xfrm>
            <a:off x="6362787" y="2417905"/>
            <a:ext cx="88197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Order</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spcBef>
                <a:spcPts val="900"/>
              </a:spcBef>
              <a:defRPr/>
            </a:pPr>
            <a:r>
              <a:rPr lang="en-US" altLang="en-US" sz="1500" dirty="0">
                <a:solidFill>
                  <a:prstClr val="black"/>
                </a:solidFill>
              </a:rPr>
              <a:t>possibly</a:t>
            </a:r>
            <a:endParaRPr lang="en-US" altLang="en-US" sz="1800" dirty="0">
              <a:solidFill>
                <a:prstClr val="black"/>
              </a:solidFill>
              <a:latin typeface="Times New Roman" panose="02020603050405020304" pitchFamily="18" charset="0"/>
            </a:endParaRPr>
          </a:p>
        </p:txBody>
      </p:sp>
      <p:sp>
        <p:nvSpPr>
          <p:cNvPr id="14" name="Text Box 13">
            <a:extLst>
              <a:ext uri="{FF2B5EF4-FFF2-40B4-BE49-F238E27FC236}">
                <a16:creationId xmlns:a16="http://schemas.microsoft.com/office/drawing/2014/main" id="{51E1E123-2FC9-9A4C-AB30-DF20C3EA339F}"/>
              </a:ext>
            </a:extLst>
          </p:cNvPr>
          <p:cNvSpPr txBox="1">
            <a:spLocks noChangeArrowheads="1"/>
          </p:cNvSpPr>
          <p:nvPr/>
        </p:nvSpPr>
        <p:spPr bwMode="auto">
          <a:xfrm>
            <a:off x="7284693" y="2417905"/>
            <a:ext cx="756233" cy="274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Timing</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defRPr/>
            </a:pPr>
            <a:r>
              <a:rPr lang="en-US" altLang="en-US" sz="1500" dirty="0">
                <a:solidFill>
                  <a:prstClr val="black"/>
                </a:solidFill>
              </a:rPr>
              <a:t>no</a:t>
            </a:r>
          </a:p>
          <a:p>
            <a:pPr defTabSz="685800">
              <a:defRPr/>
            </a:pPr>
            <a:endParaRPr lang="en-US" altLang="en-US" sz="1500" dirty="0">
              <a:solidFill>
                <a:prstClr val="black"/>
              </a:solidFill>
            </a:endParaRPr>
          </a:p>
          <a:p>
            <a:pPr defTabSz="685800">
              <a:defRPr/>
            </a:pPr>
            <a:r>
              <a:rPr lang="en-US" altLang="en-US" sz="1500" dirty="0">
                <a:solidFill>
                  <a:prstClr val="black"/>
                </a:solidFill>
              </a:rPr>
              <a:t>yes</a:t>
            </a:r>
          </a:p>
          <a:p>
            <a:pPr defTabSz="685800">
              <a:defRPr/>
            </a:pPr>
            <a:endParaRPr lang="en-US" altLang="en-US" sz="1500" dirty="0">
              <a:solidFill>
                <a:prstClr val="black"/>
              </a:solidFill>
            </a:endParaRPr>
          </a:p>
          <a:p>
            <a:pPr defTabSz="685800">
              <a:spcBef>
                <a:spcPts val="900"/>
              </a:spcBef>
              <a:defRPr/>
            </a:pPr>
            <a:r>
              <a:rPr lang="en-US" altLang="en-US" sz="1500" dirty="0">
                <a:solidFill>
                  <a:prstClr val="black"/>
                </a:solidFill>
              </a:rPr>
              <a:t>no</a:t>
            </a:r>
            <a:endParaRPr lang="en-US" altLang="en-US" sz="1800" dirty="0">
              <a:solidFill>
                <a:prstClr val="black"/>
              </a:solidFill>
              <a:latin typeface="Times New Roman" panose="02020603050405020304" pitchFamily="18" charset="0"/>
            </a:endParaRPr>
          </a:p>
        </p:txBody>
      </p:sp>
      <p:sp>
        <p:nvSpPr>
          <p:cNvPr id="16" name="Text Box 15">
            <a:extLst>
              <a:ext uri="{FF2B5EF4-FFF2-40B4-BE49-F238E27FC236}">
                <a16:creationId xmlns:a16="http://schemas.microsoft.com/office/drawing/2014/main" id="{479EAFF1-C146-F24F-9503-6BE4EF35EFE9}"/>
              </a:ext>
            </a:extLst>
          </p:cNvPr>
          <p:cNvSpPr txBox="1">
            <a:spLocks noChangeArrowheads="1"/>
          </p:cNvSpPr>
          <p:nvPr/>
        </p:nvSpPr>
        <p:spPr bwMode="auto">
          <a:xfrm>
            <a:off x="4333843" y="2032365"/>
            <a:ext cx="34788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prstClr val="black"/>
                </a:solidFill>
              </a:rPr>
              <a:t>Quality of Service (QoS) Guarantees ?</a:t>
            </a:r>
            <a:endParaRPr lang="en-US" altLang="en-US" sz="1800" dirty="0">
              <a:solidFill>
                <a:prstClr val="black"/>
              </a:solidFill>
              <a:latin typeface="Times New Roman" panose="02020603050405020304" pitchFamily="18" charset="0"/>
            </a:endParaRPr>
          </a:p>
        </p:txBody>
      </p:sp>
      <p:sp>
        <p:nvSpPr>
          <p:cNvPr id="17" name="Line 16">
            <a:extLst>
              <a:ext uri="{FF2B5EF4-FFF2-40B4-BE49-F238E27FC236}">
                <a16:creationId xmlns:a16="http://schemas.microsoft.com/office/drawing/2014/main" id="{A7360785-A1D9-E240-8C62-5B61E714BE89}"/>
              </a:ext>
            </a:extLst>
          </p:cNvPr>
          <p:cNvSpPr>
            <a:spLocks noChangeShapeType="1"/>
          </p:cNvSpPr>
          <p:nvPr/>
        </p:nvSpPr>
        <p:spPr bwMode="auto">
          <a:xfrm flipV="1">
            <a:off x="3986940" y="2363076"/>
            <a:ext cx="4021810"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dirty="0">
              <a:solidFill>
                <a:prstClr val="black"/>
              </a:solidFill>
              <a:latin typeface="Calibri" panose="020F0502020204030204"/>
            </a:endParaRPr>
          </a:p>
        </p:txBody>
      </p:sp>
      <p:sp>
        <p:nvSpPr>
          <p:cNvPr id="18" name="Line 19">
            <a:extLst>
              <a:ext uri="{FF2B5EF4-FFF2-40B4-BE49-F238E27FC236}">
                <a16:creationId xmlns:a16="http://schemas.microsoft.com/office/drawing/2014/main" id="{D3EFDF3E-E1B2-6442-9107-4885BC9E5F19}"/>
              </a:ext>
            </a:extLst>
          </p:cNvPr>
          <p:cNvSpPr>
            <a:spLocks noChangeShapeType="1"/>
          </p:cNvSpPr>
          <p:nvPr/>
        </p:nvSpPr>
        <p:spPr bwMode="auto">
          <a:xfrm>
            <a:off x="802975" y="2790571"/>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3" name="Line 19">
            <a:extLst>
              <a:ext uri="{FF2B5EF4-FFF2-40B4-BE49-F238E27FC236}">
                <a16:creationId xmlns:a16="http://schemas.microsoft.com/office/drawing/2014/main" id="{32B4DD15-8EEC-9B42-A7A0-C871C28FD81C}"/>
              </a:ext>
            </a:extLst>
          </p:cNvPr>
          <p:cNvSpPr>
            <a:spLocks noChangeShapeType="1"/>
          </p:cNvSpPr>
          <p:nvPr/>
        </p:nvSpPr>
        <p:spPr bwMode="auto">
          <a:xfrm>
            <a:off x="801037" y="3265207"/>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4" name="Line 19">
            <a:extLst>
              <a:ext uri="{FF2B5EF4-FFF2-40B4-BE49-F238E27FC236}">
                <a16:creationId xmlns:a16="http://schemas.microsoft.com/office/drawing/2014/main" id="{0C2B32CB-160C-1949-B26F-AEE112AAA5CE}"/>
              </a:ext>
            </a:extLst>
          </p:cNvPr>
          <p:cNvSpPr>
            <a:spLocks noChangeShapeType="1"/>
          </p:cNvSpPr>
          <p:nvPr/>
        </p:nvSpPr>
        <p:spPr bwMode="auto">
          <a:xfrm>
            <a:off x="799100" y="3728219"/>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5" name="Line 19">
            <a:extLst>
              <a:ext uri="{FF2B5EF4-FFF2-40B4-BE49-F238E27FC236}">
                <a16:creationId xmlns:a16="http://schemas.microsoft.com/office/drawing/2014/main" id="{E012B3C4-5F72-A141-A441-ADA6CA97A556}"/>
              </a:ext>
            </a:extLst>
          </p:cNvPr>
          <p:cNvSpPr>
            <a:spLocks noChangeShapeType="1"/>
          </p:cNvSpPr>
          <p:nvPr/>
        </p:nvSpPr>
        <p:spPr bwMode="auto">
          <a:xfrm>
            <a:off x="797163" y="4191230"/>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6" name="Line 19">
            <a:extLst>
              <a:ext uri="{FF2B5EF4-FFF2-40B4-BE49-F238E27FC236}">
                <a16:creationId xmlns:a16="http://schemas.microsoft.com/office/drawing/2014/main" id="{BF483ABF-DBE0-BF4B-94C9-E7D0F188F4AC}"/>
              </a:ext>
            </a:extLst>
          </p:cNvPr>
          <p:cNvSpPr>
            <a:spLocks noChangeShapeType="1"/>
          </p:cNvSpPr>
          <p:nvPr/>
        </p:nvSpPr>
        <p:spPr bwMode="auto">
          <a:xfrm>
            <a:off x="806849" y="4770479"/>
            <a:ext cx="72173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4" name="Content Placeholder 3">
            <a:extLst>
              <a:ext uri="{FF2B5EF4-FFF2-40B4-BE49-F238E27FC236}">
                <a16:creationId xmlns:a16="http://schemas.microsoft.com/office/drawing/2014/main" id="{44205354-7ADC-7EE8-F60B-1C4FAFCB8230}"/>
              </a:ext>
            </a:extLst>
          </p:cNvPr>
          <p:cNvSpPr>
            <a:spLocks noGrp="1"/>
          </p:cNvSpPr>
          <p:nvPr>
            <p:ph idx="1"/>
          </p:nvPr>
        </p:nvSpPr>
        <p:spPr>
          <a:xfrm>
            <a:off x="628650" y="1401805"/>
            <a:ext cx="7886700" cy="579580"/>
          </a:xfrm>
        </p:spPr>
        <p:txBody>
          <a:bodyPr/>
          <a:lstStyle/>
          <a:p>
            <a:r>
              <a:rPr lang="en-US" dirty="0"/>
              <a:t>Network service model</a:t>
            </a:r>
          </a:p>
          <a:p>
            <a:endParaRPr lang="en-US" dirty="0"/>
          </a:p>
        </p:txBody>
      </p:sp>
    </p:spTree>
    <p:extLst>
      <p:ext uri="{BB962C8B-B14F-4D97-AF65-F5344CB8AC3E}">
        <p14:creationId xmlns:p14="http://schemas.microsoft.com/office/powerpoint/2010/main" val="295485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3600" dirty="0"/>
              <a:t>Network layer: overview</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idx="1"/>
          </p:nvPr>
        </p:nvSpPr>
        <p:spPr>
          <a:xfrm>
            <a:off x="628650" y="1498603"/>
            <a:ext cx="7886700" cy="3177900"/>
          </a:xfrm>
        </p:spPr>
        <p:txBody>
          <a:bodyPr>
            <a:normAutofit fontScale="85000" lnSpcReduction="20000"/>
          </a:bodyPr>
          <a:lstStyle/>
          <a:p>
            <a:pPr>
              <a:buFont typeface="Wingdings" charset="2"/>
              <a:buChar char="§"/>
              <a:defRPr/>
            </a:pPr>
            <a:r>
              <a:rPr lang="en-US" dirty="0">
                <a:solidFill>
                  <a:srgbClr val="0013A3"/>
                </a:solidFill>
              </a:rPr>
              <a:t>simplicity of mechanism </a:t>
            </a:r>
            <a:r>
              <a:rPr lang="en-US" dirty="0"/>
              <a:t>has allowed Internet to be widely deployed adopted</a:t>
            </a:r>
          </a:p>
          <a:p>
            <a:pPr>
              <a:buFont typeface="Wingdings" charset="2"/>
              <a:buChar char="§"/>
              <a:defRPr/>
            </a:pPr>
            <a:r>
              <a:rPr lang="en-US" dirty="0"/>
              <a:t>sufficient </a:t>
            </a:r>
            <a:r>
              <a:rPr lang="en-US" dirty="0">
                <a:solidFill>
                  <a:srgbClr val="0013A3"/>
                </a:solidFill>
              </a:rPr>
              <a:t>provisioning of bandwidth</a:t>
            </a:r>
            <a:r>
              <a:rPr lang="en-US" dirty="0"/>
              <a:t> allows performance of real-time applications (e.g., interactive voice, video) to be “good enough” for “most of the time”</a:t>
            </a:r>
          </a:p>
          <a:p>
            <a:pPr>
              <a:buFont typeface="Wingdings" charset="2"/>
              <a:buChar char="§"/>
              <a:defRPr/>
            </a:pPr>
            <a:r>
              <a:rPr lang="en-US" dirty="0">
                <a:solidFill>
                  <a:srgbClr val="0013A3"/>
                </a:solidFill>
              </a:rPr>
              <a:t>replicated, application-layer distributed services </a:t>
            </a:r>
            <a:r>
              <a:rPr lang="en-US" dirty="0"/>
              <a:t>(datacenters, content distribution networks) connecting close to clients’ networks, allow services to be provided from multiple locations</a:t>
            </a:r>
          </a:p>
          <a:p>
            <a:pPr>
              <a:buFont typeface="Wingdings" charset="2"/>
              <a:buChar char="§"/>
              <a:defRPr/>
            </a:pPr>
            <a:r>
              <a:rPr lang="en-US" dirty="0"/>
              <a:t>congestion control of “elastic” services helps</a:t>
            </a:r>
          </a:p>
          <a:p>
            <a:pPr marL="97631" indent="0">
              <a:buNone/>
            </a:pPr>
            <a:endParaRPr lang="en-US" dirty="0"/>
          </a:p>
        </p:txBody>
      </p:sp>
      <p:sp>
        <p:nvSpPr>
          <p:cNvPr id="5" name="Slide Number Placeholder 4">
            <a:extLst>
              <a:ext uri="{FF2B5EF4-FFF2-40B4-BE49-F238E27FC236}">
                <a16:creationId xmlns:a16="http://schemas.microsoft.com/office/drawing/2014/main" id="{F7F6B907-925A-7C4B-8121-37A5FA8A6BEC}"/>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11</a:t>
            </a:fld>
            <a:endParaRPr lang="en-US" dirty="0">
              <a:solidFill>
                <a:prstClr val="white">
                  <a:lumMod val="50000"/>
                </a:prstClr>
              </a:solidFill>
              <a:latin typeface="Calibri" panose="020F0502020204030204"/>
            </a:endParaRPr>
          </a:p>
        </p:txBody>
      </p:sp>
      <p:sp>
        <p:nvSpPr>
          <p:cNvPr id="7" name="TextBox 6">
            <a:extLst>
              <a:ext uri="{FF2B5EF4-FFF2-40B4-BE49-F238E27FC236}">
                <a16:creationId xmlns:a16="http://schemas.microsoft.com/office/drawing/2014/main" id="{A62B6DB3-9428-AA4F-A9F0-FA024E48D16D}"/>
              </a:ext>
            </a:extLst>
          </p:cNvPr>
          <p:cNvSpPr txBox="1"/>
          <p:nvPr/>
        </p:nvSpPr>
        <p:spPr>
          <a:xfrm flipH="1">
            <a:off x="848532" y="5169654"/>
            <a:ext cx="7578671" cy="461665"/>
          </a:xfrm>
          <a:prstGeom prst="rect">
            <a:avLst/>
          </a:prstGeom>
          <a:noFill/>
        </p:spPr>
        <p:txBody>
          <a:bodyPr wrap="square" rtlCol="0">
            <a:spAutoFit/>
          </a:bodyPr>
          <a:lstStyle/>
          <a:p>
            <a:pPr algn="ctr" defTabSz="685800">
              <a:defRPr/>
            </a:pPr>
            <a:r>
              <a:rPr lang="en-US" sz="2400" i="1" dirty="0">
                <a:solidFill>
                  <a:srgbClr val="C00000"/>
                </a:solidFill>
                <a:latin typeface="Calibri" panose="020F0502020204030204"/>
              </a:rPr>
              <a:t>It’s hard to argue with success of best-effort service model </a:t>
            </a:r>
          </a:p>
        </p:txBody>
      </p:sp>
    </p:spTree>
    <p:extLst>
      <p:ext uri="{BB962C8B-B14F-4D97-AF65-F5344CB8AC3E}">
        <p14:creationId xmlns:p14="http://schemas.microsoft.com/office/powerpoint/2010/main" val="3968457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5E6AC-FD5F-025B-33E7-8799CF2032A8}"/>
              </a:ext>
            </a:extLst>
          </p:cNvPr>
          <p:cNvSpPr>
            <a:spLocks noGrp="1"/>
          </p:cNvSpPr>
          <p:nvPr>
            <p:ph type="title"/>
          </p:nvPr>
        </p:nvSpPr>
        <p:spPr/>
        <p:txBody>
          <a:bodyPr>
            <a:normAutofit/>
          </a:bodyPr>
          <a:lstStyle/>
          <a:p>
            <a:r>
              <a:rPr lang="en-US" sz="3600" dirty="0">
                <a:ea typeface="ＭＳ Ｐゴシック" panose="020B0600070205080204" pitchFamily="34" charset="-128"/>
              </a:rPr>
              <a:t>Agenda </a:t>
            </a:r>
          </a:p>
        </p:txBody>
      </p:sp>
      <p:sp>
        <p:nvSpPr>
          <p:cNvPr id="3" name="Content Placeholder 2">
            <a:extLst>
              <a:ext uri="{FF2B5EF4-FFF2-40B4-BE49-F238E27FC236}">
                <a16:creationId xmlns:a16="http://schemas.microsoft.com/office/drawing/2014/main" id="{4E1719AE-B1B9-90B4-C7A9-C40C5C5D0FA8}"/>
              </a:ext>
            </a:extLst>
          </p:cNvPr>
          <p:cNvSpPr>
            <a:spLocks noGrp="1"/>
          </p:cNvSpPr>
          <p:nvPr>
            <p:ph idx="1"/>
          </p:nvPr>
        </p:nvSpPr>
        <p:spPr>
          <a:xfrm>
            <a:off x="628650" y="1498603"/>
            <a:ext cx="7886700" cy="4857748"/>
          </a:xfrm>
        </p:spPr>
        <p:txBody>
          <a:bodyPr>
            <a:normAutofit/>
          </a:bodyPr>
          <a:lstStyle/>
          <a:p>
            <a:r>
              <a:rPr lang="en-US" dirty="0"/>
              <a:t>Network layer: overview</a:t>
            </a:r>
          </a:p>
          <a:p>
            <a:pPr lvl="1"/>
            <a:r>
              <a:rPr lang="en-US" dirty="0"/>
              <a:t>data plane</a:t>
            </a:r>
          </a:p>
          <a:p>
            <a:pPr lvl="1"/>
            <a:r>
              <a:rPr lang="en-US" dirty="0"/>
              <a:t>control plane</a:t>
            </a:r>
          </a:p>
          <a:p>
            <a:r>
              <a:rPr lang="en-US" dirty="0"/>
              <a:t>What’s inside a router</a:t>
            </a:r>
          </a:p>
          <a:p>
            <a:pPr lvl="1"/>
            <a:r>
              <a:rPr lang="en-US" dirty="0"/>
              <a:t>input ports, switching, output ports</a:t>
            </a:r>
          </a:p>
          <a:p>
            <a:pPr lvl="1"/>
            <a:r>
              <a:rPr lang="en-US" dirty="0"/>
              <a:t>buffer management, scheduling</a:t>
            </a:r>
          </a:p>
        </p:txBody>
      </p:sp>
      <p:sp>
        <p:nvSpPr>
          <p:cNvPr id="4" name="Slide Number Placeholder 3">
            <a:extLst>
              <a:ext uri="{FF2B5EF4-FFF2-40B4-BE49-F238E27FC236}">
                <a16:creationId xmlns:a16="http://schemas.microsoft.com/office/drawing/2014/main" id="{A2C09955-B883-EB1B-CA00-1FE33C432D96}"/>
              </a:ext>
            </a:extLst>
          </p:cNvPr>
          <p:cNvSpPr>
            <a:spLocks noGrp="1"/>
          </p:cNvSpPr>
          <p:nvPr>
            <p:ph type="sldNum" sz="quarter" idx="12"/>
          </p:nvPr>
        </p:nvSpPr>
        <p:spPr/>
        <p:txBody>
          <a:bodyPr/>
          <a:lstStyle/>
          <a:p>
            <a:fld id="{0BC41B36-6335-F546-90B9-E2121371E10D}" type="slidenum">
              <a:rPr lang="en-US" smtClean="0"/>
              <a:pPr/>
              <a:t>12</a:t>
            </a:fld>
            <a:endParaRPr lang="en-US" dirty="0"/>
          </a:p>
        </p:txBody>
      </p:sp>
    </p:spTree>
    <p:extLst>
      <p:ext uri="{BB962C8B-B14F-4D97-AF65-F5344CB8AC3E}">
        <p14:creationId xmlns:p14="http://schemas.microsoft.com/office/powerpoint/2010/main" val="2257798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4" name="Content Placeholder 3">
            <a:extLst>
              <a:ext uri="{FF2B5EF4-FFF2-40B4-BE49-F238E27FC236}">
                <a16:creationId xmlns:a16="http://schemas.microsoft.com/office/drawing/2014/main" id="{3F308F99-6E1D-9FCF-96FC-68DA44BF9EA3}"/>
              </a:ext>
            </a:extLst>
          </p:cNvPr>
          <p:cNvSpPr>
            <a:spLocks noGrp="1"/>
          </p:cNvSpPr>
          <p:nvPr>
            <p:ph idx="1"/>
          </p:nvPr>
        </p:nvSpPr>
        <p:spPr/>
        <p:txBody>
          <a:bodyPr/>
          <a:lstStyle/>
          <a:p>
            <a:r>
              <a:rPr lang="en-US" altLang="en-US" sz="2800" dirty="0">
                <a:ea typeface="ＭＳ Ｐゴシック" panose="020B0600070205080204" pitchFamily="34" charset="-128"/>
              </a:rPr>
              <a:t>Router architecture overview</a:t>
            </a:r>
            <a:endParaRPr lang="en-US" dirty="0"/>
          </a:p>
        </p:txBody>
      </p:sp>
      <p:sp>
        <p:nvSpPr>
          <p:cNvPr id="60" name="Slide Number Placeholder 4">
            <a:extLst>
              <a:ext uri="{FF2B5EF4-FFF2-40B4-BE49-F238E27FC236}">
                <a16:creationId xmlns:a16="http://schemas.microsoft.com/office/drawing/2014/main" id="{31F0B563-E3B7-434E-9C41-6F0D5BC32A12}"/>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13</a:t>
            </a:fld>
            <a:endParaRPr lang="en-US" dirty="0">
              <a:solidFill>
                <a:prstClr val="white">
                  <a:lumMod val="50000"/>
                </a:prstClr>
              </a:solidFill>
              <a:latin typeface="Calibri" panose="020F0502020204030204"/>
            </a:endParaRPr>
          </a:p>
        </p:txBody>
      </p:sp>
      <p:sp>
        <p:nvSpPr>
          <p:cNvPr id="62" name="Rectangle 13">
            <a:extLst>
              <a:ext uri="{FF2B5EF4-FFF2-40B4-BE49-F238E27FC236}">
                <a16:creationId xmlns:a16="http://schemas.microsoft.com/office/drawing/2014/main" id="{1FBC4707-F7A4-A94F-8160-5F9B1176127F}"/>
              </a:ext>
            </a:extLst>
          </p:cNvPr>
          <p:cNvSpPr>
            <a:spLocks noChangeArrowheads="1"/>
          </p:cNvSpPr>
          <p:nvPr/>
        </p:nvSpPr>
        <p:spPr bwMode="auto">
          <a:xfrm>
            <a:off x="859734" y="2017640"/>
            <a:ext cx="7886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2000" dirty="0">
                <a:solidFill>
                  <a:prstClr val="black"/>
                </a:solidFill>
                <a:cs typeface="ＭＳ Ｐゴシック" panose="020B0600070205080204" pitchFamily="34" charset="-128"/>
              </a:rPr>
              <a:t>high-level view of generic router architecture:</a:t>
            </a:r>
          </a:p>
        </p:txBody>
      </p:sp>
      <p:grpSp>
        <p:nvGrpSpPr>
          <p:cNvPr id="11" name="Group 60">
            <a:extLst>
              <a:ext uri="{FF2B5EF4-FFF2-40B4-BE49-F238E27FC236}">
                <a16:creationId xmlns:a16="http://schemas.microsoft.com/office/drawing/2014/main" id="{BFA21CC6-3BDD-0546-BF9B-53F12E412143}"/>
              </a:ext>
            </a:extLst>
          </p:cNvPr>
          <p:cNvGrpSpPr>
            <a:grpSpLocks/>
          </p:cNvGrpSpPr>
          <p:nvPr/>
        </p:nvGrpSpPr>
        <p:grpSpPr bwMode="auto">
          <a:xfrm>
            <a:off x="3243677" y="3456954"/>
            <a:ext cx="1207294" cy="1757363"/>
            <a:chOff x="2418" y="1882"/>
            <a:chExt cx="1014" cy="1476"/>
          </a:xfrm>
          <a:effectLst>
            <a:outerShdw blurRad="50800" dist="38100" dir="2700000" algn="tl" rotWithShape="0">
              <a:prstClr val="black">
                <a:alpha val="40000"/>
              </a:prstClr>
            </a:outerShdw>
          </a:effectLst>
        </p:grpSpPr>
        <p:sp>
          <p:nvSpPr>
            <p:cNvPr id="12" name="Rectangle 45">
              <a:extLst>
                <a:ext uri="{FF2B5EF4-FFF2-40B4-BE49-F238E27FC236}">
                  <a16:creationId xmlns:a16="http://schemas.microsoft.com/office/drawing/2014/main" id="{97E8C5CE-2986-D342-8AF6-D8B4A72B6F58}"/>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3" name="Text Box 48">
              <a:extLst>
                <a:ext uri="{FF2B5EF4-FFF2-40B4-BE49-F238E27FC236}">
                  <a16:creationId xmlns:a16="http://schemas.microsoft.com/office/drawing/2014/main" id="{62B04B43-D6DE-1643-8C5F-DAEC3D27B5B9}"/>
                </a:ext>
              </a:extLst>
            </p:cNvPr>
            <p:cNvSpPr txBox="1">
              <a:spLocks noChangeArrowheads="1"/>
            </p:cNvSpPr>
            <p:nvPr/>
          </p:nvSpPr>
          <p:spPr bwMode="auto">
            <a:xfrm>
              <a:off x="2466" y="2418"/>
              <a:ext cx="914"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85000"/>
                </a:lnSpc>
                <a:defRPr/>
              </a:pPr>
              <a:r>
                <a:rPr lang="en-US" altLang="en-US" sz="1350" dirty="0">
                  <a:solidFill>
                    <a:prstClr val="black"/>
                  </a:solidFill>
                </a:rPr>
                <a:t>high-speed </a:t>
              </a:r>
            </a:p>
            <a:p>
              <a:pPr algn="ctr" defTabSz="685800">
                <a:lnSpc>
                  <a:spcPct val="85000"/>
                </a:lnSpc>
                <a:defRPr/>
              </a:pPr>
              <a:r>
                <a:rPr lang="en-US" altLang="en-US" sz="1350" dirty="0">
                  <a:solidFill>
                    <a:prstClr val="black"/>
                  </a:solidFill>
                </a:rPr>
                <a:t>switching</a:t>
              </a:r>
            </a:p>
            <a:p>
              <a:pPr algn="ctr" defTabSz="685800">
                <a:lnSpc>
                  <a:spcPct val="85000"/>
                </a:lnSpc>
                <a:defRPr/>
              </a:pPr>
              <a:r>
                <a:rPr lang="en-US" altLang="en-US" sz="1350" dirty="0">
                  <a:solidFill>
                    <a:prstClr val="black"/>
                  </a:solidFill>
                </a:rPr>
                <a:t>fabric</a:t>
              </a:r>
            </a:p>
          </p:txBody>
        </p:sp>
      </p:grpSp>
      <p:grpSp>
        <p:nvGrpSpPr>
          <p:cNvPr id="3" name="Group 2">
            <a:extLst>
              <a:ext uri="{FF2B5EF4-FFF2-40B4-BE49-F238E27FC236}">
                <a16:creationId xmlns:a16="http://schemas.microsoft.com/office/drawing/2014/main" id="{3EF9895C-337A-3B44-9EA1-F8EEA976D228}"/>
              </a:ext>
            </a:extLst>
          </p:cNvPr>
          <p:cNvGrpSpPr/>
          <p:nvPr/>
        </p:nvGrpSpPr>
        <p:grpSpPr>
          <a:xfrm>
            <a:off x="3256774" y="2735436"/>
            <a:ext cx="1193006" cy="817960"/>
            <a:chOff x="4342365" y="2504247"/>
            <a:chExt cx="1590675" cy="1090613"/>
          </a:xfrm>
        </p:grpSpPr>
        <p:sp>
          <p:nvSpPr>
            <p:cNvPr id="14" name="Rectangle 46">
              <a:extLst>
                <a:ext uri="{FF2B5EF4-FFF2-40B4-BE49-F238E27FC236}">
                  <a16:creationId xmlns:a16="http://schemas.microsoft.com/office/drawing/2014/main" id="{7302BDAC-B9C0-8949-A593-83EC0EF2D9B9}"/>
                </a:ext>
              </a:extLst>
            </p:cNvPr>
            <p:cNvSpPr>
              <a:spLocks noChangeArrowheads="1"/>
            </p:cNvSpPr>
            <p:nvPr/>
          </p:nvSpPr>
          <p:spPr bwMode="auto">
            <a:xfrm>
              <a:off x="4342365" y="2504247"/>
              <a:ext cx="1590675" cy="647700"/>
            </a:xfrm>
            <a:prstGeom prst="rect">
              <a:avLst/>
            </a:prstGeom>
            <a:solidFill>
              <a:schemeClr val="bg1"/>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5" name="Text Box 47">
              <a:extLst>
                <a:ext uri="{FF2B5EF4-FFF2-40B4-BE49-F238E27FC236}">
                  <a16:creationId xmlns:a16="http://schemas.microsoft.com/office/drawing/2014/main" id="{4F3F6146-1D55-0B4C-BB98-623E05AE0524}"/>
                </a:ext>
              </a:extLst>
            </p:cNvPr>
            <p:cNvSpPr txBox="1">
              <a:spLocks noChangeArrowheads="1"/>
            </p:cNvSpPr>
            <p:nvPr/>
          </p:nvSpPr>
          <p:spPr bwMode="auto">
            <a:xfrm>
              <a:off x="4484230" y="2545522"/>
              <a:ext cx="1259320" cy="594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85000"/>
                </a:lnSpc>
                <a:defRPr/>
              </a:pPr>
              <a:r>
                <a:rPr lang="en-US" altLang="en-US" sz="1350" dirty="0">
                  <a:solidFill>
                    <a:prstClr val="black"/>
                  </a:solidFill>
                </a:rPr>
                <a:t>routing </a:t>
              </a:r>
            </a:p>
            <a:p>
              <a:pPr algn="ctr" defTabSz="685800">
                <a:lnSpc>
                  <a:spcPct val="85000"/>
                </a:lnSpc>
                <a:defRPr/>
              </a:pPr>
              <a:r>
                <a:rPr lang="en-US" altLang="en-US" sz="1350" dirty="0">
                  <a:solidFill>
                    <a:prstClr val="black"/>
                  </a:solidFill>
                </a:rPr>
                <a:t>processor</a:t>
              </a:r>
            </a:p>
          </p:txBody>
        </p:sp>
        <p:sp>
          <p:nvSpPr>
            <p:cNvPr id="16" name="Line 50">
              <a:extLst>
                <a:ext uri="{FF2B5EF4-FFF2-40B4-BE49-F238E27FC236}">
                  <a16:creationId xmlns:a16="http://schemas.microsoft.com/office/drawing/2014/main" id="{73F730FD-50D6-6D47-8351-91FF553BF577}"/>
                </a:ext>
              </a:extLst>
            </p:cNvPr>
            <p:cNvSpPr>
              <a:spLocks noChangeShapeType="1"/>
            </p:cNvSpPr>
            <p:nvPr/>
          </p:nvSpPr>
          <p:spPr bwMode="auto">
            <a:xfrm>
              <a:off x="5071027" y="3023360"/>
              <a:ext cx="19050" cy="57150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grpSp>
      <p:grpSp>
        <p:nvGrpSpPr>
          <p:cNvPr id="17" name="Group 17">
            <a:extLst>
              <a:ext uri="{FF2B5EF4-FFF2-40B4-BE49-F238E27FC236}">
                <a16:creationId xmlns:a16="http://schemas.microsoft.com/office/drawing/2014/main" id="{ACA66ED2-9041-9540-A174-B6BE809E0111}"/>
              </a:ext>
            </a:extLst>
          </p:cNvPr>
          <p:cNvGrpSpPr>
            <a:grpSpLocks/>
          </p:cNvGrpSpPr>
          <p:nvPr/>
        </p:nvGrpSpPr>
        <p:grpSpPr bwMode="auto">
          <a:xfrm>
            <a:off x="1711343" y="3467670"/>
            <a:ext cx="1525190" cy="425053"/>
            <a:chOff x="930" y="1989"/>
            <a:chExt cx="1482" cy="357"/>
          </a:xfrm>
        </p:grpSpPr>
        <p:sp>
          <p:nvSpPr>
            <p:cNvPr id="18" name="Rectangle 9">
              <a:extLst>
                <a:ext uri="{FF2B5EF4-FFF2-40B4-BE49-F238E27FC236}">
                  <a16:creationId xmlns:a16="http://schemas.microsoft.com/office/drawing/2014/main" id="{62683D12-8EE3-D54F-9142-B80DE97AA82C}"/>
                </a:ext>
              </a:extLst>
            </p:cNvPr>
            <p:cNvSpPr>
              <a:spLocks noChangeArrowheads="1"/>
            </p:cNvSpPr>
            <p:nvPr/>
          </p:nvSpPr>
          <p:spPr bwMode="auto">
            <a:xfrm>
              <a:off x="1152" y="1989"/>
              <a:ext cx="1086"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9" name="Rectangle 5">
              <a:extLst>
                <a:ext uri="{FF2B5EF4-FFF2-40B4-BE49-F238E27FC236}">
                  <a16:creationId xmlns:a16="http://schemas.microsoft.com/office/drawing/2014/main" id="{7C8073E8-202F-E24A-8766-ABE3BC4DC6CB}"/>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0" name="Rectangle 6">
              <a:extLst>
                <a:ext uri="{FF2B5EF4-FFF2-40B4-BE49-F238E27FC236}">
                  <a16:creationId xmlns:a16="http://schemas.microsoft.com/office/drawing/2014/main" id="{80E00E55-88BB-DC43-A2D7-ED792D65F56E}"/>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1" name="Rectangle 8">
              <a:extLst>
                <a:ext uri="{FF2B5EF4-FFF2-40B4-BE49-F238E27FC236}">
                  <a16:creationId xmlns:a16="http://schemas.microsoft.com/office/drawing/2014/main" id="{697D85E7-E59C-2948-B89C-5F82FF5C75D9}"/>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2" name="Line 16">
              <a:extLst>
                <a:ext uri="{FF2B5EF4-FFF2-40B4-BE49-F238E27FC236}">
                  <a16:creationId xmlns:a16="http://schemas.microsoft.com/office/drawing/2014/main" id="{5BF71348-3208-AB4B-82A9-83B395A2F2E8}"/>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grpSp>
      <p:grpSp>
        <p:nvGrpSpPr>
          <p:cNvPr id="23" name="Group 18">
            <a:extLst>
              <a:ext uri="{FF2B5EF4-FFF2-40B4-BE49-F238E27FC236}">
                <a16:creationId xmlns:a16="http://schemas.microsoft.com/office/drawing/2014/main" id="{A6176FD2-28E4-634E-B138-CE64958CCB93}"/>
              </a:ext>
            </a:extLst>
          </p:cNvPr>
          <p:cNvGrpSpPr>
            <a:grpSpLocks/>
          </p:cNvGrpSpPr>
          <p:nvPr/>
        </p:nvGrpSpPr>
        <p:grpSpPr bwMode="auto">
          <a:xfrm>
            <a:off x="1703008" y="4771404"/>
            <a:ext cx="1544241" cy="425054"/>
            <a:chOff x="930" y="1989"/>
            <a:chExt cx="1482" cy="357"/>
          </a:xfrm>
        </p:grpSpPr>
        <p:sp>
          <p:nvSpPr>
            <p:cNvPr id="24" name="Rectangle 19">
              <a:extLst>
                <a:ext uri="{FF2B5EF4-FFF2-40B4-BE49-F238E27FC236}">
                  <a16:creationId xmlns:a16="http://schemas.microsoft.com/office/drawing/2014/main" id="{B02421A2-89F9-7B4F-AD0F-B54C1097FB56}"/>
                </a:ext>
              </a:extLst>
            </p:cNvPr>
            <p:cNvSpPr>
              <a:spLocks noChangeArrowheads="1"/>
            </p:cNvSpPr>
            <p:nvPr/>
          </p:nvSpPr>
          <p:spPr bwMode="auto">
            <a:xfrm>
              <a:off x="1152" y="1989"/>
              <a:ext cx="1088"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5" name="Rectangle 20">
              <a:extLst>
                <a:ext uri="{FF2B5EF4-FFF2-40B4-BE49-F238E27FC236}">
                  <a16:creationId xmlns:a16="http://schemas.microsoft.com/office/drawing/2014/main" id="{F8E24AD8-D1B3-694B-BCB6-D84CE449DD07}"/>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6" name="Rectangle 21">
              <a:extLst>
                <a:ext uri="{FF2B5EF4-FFF2-40B4-BE49-F238E27FC236}">
                  <a16:creationId xmlns:a16="http://schemas.microsoft.com/office/drawing/2014/main" id="{EAAFBCAC-65CD-014D-AEFE-7FBAFCE9C2E1}"/>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7" name="Rectangle 22">
              <a:extLst>
                <a:ext uri="{FF2B5EF4-FFF2-40B4-BE49-F238E27FC236}">
                  <a16:creationId xmlns:a16="http://schemas.microsoft.com/office/drawing/2014/main" id="{0C8D09F6-0F58-0440-9B1A-15F2687E56B2}"/>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8" name="Line 23">
              <a:extLst>
                <a:ext uri="{FF2B5EF4-FFF2-40B4-BE49-F238E27FC236}">
                  <a16:creationId xmlns:a16="http://schemas.microsoft.com/office/drawing/2014/main" id="{F601D68E-5FC2-E24B-9E6A-DBF25E086E34}"/>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grpSp>
      <p:grpSp>
        <p:nvGrpSpPr>
          <p:cNvPr id="29" name="Group 29">
            <a:extLst>
              <a:ext uri="{FF2B5EF4-FFF2-40B4-BE49-F238E27FC236}">
                <a16:creationId xmlns:a16="http://schemas.microsoft.com/office/drawing/2014/main" id="{DBEF67F1-37BF-D74B-BCE9-505A050D61CD}"/>
              </a:ext>
            </a:extLst>
          </p:cNvPr>
          <p:cNvGrpSpPr>
            <a:grpSpLocks/>
          </p:cNvGrpSpPr>
          <p:nvPr/>
        </p:nvGrpSpPr>
        <p:grpSpPr bwMode="auto">
          <a:xfrm rot="2656396">
            <a:off x="2175686" y="4135610"/>
            <a:ext cx="409575" cy="409575"/>
            <a:chOff x="354" y="2715"/>
            <a:chExt cx="344" cy="344"/>
          </a:xfrm>
        </p:grpSpPr>
        <p:sp>
          <p:nvSpPr>
            <p:cNvPr id="30" name="Oval 25">
              <a:extLst>
                <a:ext uri="{FF2B5EF4-FFF2-40B4-BE49-F238E27FC236}">
                  <a16:creationId xmlns:a16="http://schemas.microsoft.com/office/drawing/2014/main" id="{9C112058-256F-D445-8FC7-9A99414DF354}"/>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31" name="Oval 26">
              <a:extLst>
                <a:ext uri="{FF2B5EF4-FFF2-40B4-BE49-F238E27FC236}">
                  <a16:creationId xmlns:a16="http://schemas.microsoft.com/office/drawing/2014/main" id="{90D25AC5-CC8E-B54C-82BF-7D5D986999B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32" name="Oval 27">
              <a:extLst>
                <a:ext uri="{FF2B5EF4-FFF2-40B4-BE49-F238E27FC236}">
                  <a16:creationId xmlns:a16="http://schemas.microsoft.com/office/drawing/2014/main" id="{40D693B4-9136-E641-8D14-C1E0622EC370}"/>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33" name="Oval 28">
              <a:extLst>
                <a:ext uri="{FF2B5EF4-FFF2-40B4-BE49-F238E27FC236}">
                  <a16:creationId xmlns:a16="http://schemas.microsoft.com/office/drawing/2014/main" id="{4775F00E-A158-F94A-972C-197213FC889E}"/>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34" name="Text Box 57">
            <a:extLst>
              <a:ext uri="{FF2B5EF4-FFF2-40B4-BE49-F238E27FC236}">
                <a16:creationId xmlns:a16="http://schemas.microsoft.com/office/drawing/2014/main" id="{492AF8D2-6C5A-F547-903E-BECF47C4F8E4}"/>
              </a:ext>
            </a:extLst>
          </p:cNvPr>
          <p:cNvSpPr txBox="1">
            <a:spLocks noChangeArrowheads="1"/>
          </p:cNvSpPr>
          <p:nvPr/>
        </p:nvSpPr>
        <p:spPr bwMode="auto">
          <a:xfrm>
            <a:off x="1632761" y="5255989"/>
            <a:ext cx="149271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rPr>
              <a:t>router input ports</a:t>
            </a:r>
          </a:p>
        </p:txBody>
      </p:sp>
      <p:grpSp>
        <p:nvGrpSpPr>
          <p:cNvPr id="35" name="Group 37">
            <a:extLst>
              <a:ext uri="{FF2B5EF4-FFF2-40B4-BE49-F238E27FC236}">
                <a16:creationId xmlns:a16="http://schemas.microsoft.com/office/drawing/2014/main" id="{11CB7D7F-8B2C-554A-B4F6-07F28C5B5C9F}"/>
              </a:ext>
            </a:extLst>
          </p:cNvPr>
          <p:cNvGrpSpPr>
            <a:grpSpLocks/>
          </p:cNvGrpSpPr>
          <p:nvPr/>
        </p:nvGrpSpPr>
        <p:grpSpPr bwMode="auto">
          <a:xfrm>
            <a:off x="4411681" y="3471241"/>
            <a:ext cx="1468040" cy="425054"/>
            <a:chOff x="-51" y="2454"/>
            <a:chExt cx="1482" cy="357"/>
          </a:xfrm>
          <a:effectLst>
            <a:outerShdw blurRad="50800" dist="38100" dir="2700000" algn="tl" rotWithShape="0">
              <a:prstClr val="black">
                <a:alpha val="40000"/>
              </a:prstClr>
            </a:outerShdw>
          </a:effectLst>
        </p:grpSpPr>
        <p:grpSp>
          <p:nvGrpSpPr>
            <p:cNvPr id="36" name="Group 36">
              <a:extLst>
                <a:ext uri="{FF2B5EF4-FFF2-40B4-BE49-F238E27FC236}">
                  <a16:creationId xmlns:a16="http://schemas.microsoft.com/office/drawing/2014/main" id="{9302BD5C-3388-5F4D-8CCA-EAD2FD66ADB1}"/>
                </a:ext>
              </a:extLst>
            </p:cNvPr>
            <p:cNvGrpSpPr>
              <a:grpSpLocks/>
            </p:cNvGrpSpPr>
            <p:nvPr/>
          </p:nvGrpSpPr>
          <p:grpSpPr bwMode="auto">
            <a:xfrm flipH="1">
              <a:off x="171" y="2454"/>
              <a:ext cx="1086" cy="357"/>
              <a:chOff x="171" y="2454"/>
              <a:chExt cx="1086" cy="357"/>
            </a:xfrm>
          </p:grpSpPr>
          <p:sp>
            <p:nvSpPr>
              <p:cNvPr id="38" name="Rectangle 31">
                <a:extLst>
                  <a:ext uri="{FF2B5EF4-FFF2-40B4-BE49-F238E27FC236}">
                    <a16:creationId xmlns:a16="http://schemas.microsoft.com/office/drawing/2014/main" id="{0D459D87-1893-1743-8D5A-F323FDD3499D}"/>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39" name="Rectangle 32">
                <a:extLst>
                  <a:ext uri="{FF2B5EF4-FFF2-40B4-BE49-F238E27FC236}">
                    <a16:creationId xmlns:a16="http://schemas.microsoft.com/office/drawing/2014/main" id="{D94682C7-1EFD-0242-B3A2-8679BFDACB44}"/>
                  </a:ext>
                </a:extLst>
              </p:cNvPr>
              <p:cNvSpPr>
                <a:spLocks noChangeArrowheads="1"/>
              </p:cNvSpPr>
              <p:nvPr/>
            </p:nvSpPr>
            <p:spPr bwMode="auto">
              <a:xfrm>
                <a:off x="216" y="2554"/>
                <a:ext cx="338"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40" name="Rectangle 33">
                <a:extLst>
                  <a:ext uri="{FF2B5EF4-FFF2-40B4-BE49-F238E27FC236}">
                    <a16:creationId xmlns:a16="http://schemas.microsoft.com/office/drawing/2014/main" id="{D323E676-6A0B-9D4C-A262-5DA2B4D92EB1}"/>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41" name="Rectangle 34">
                <a:extLst>
                  <a:ext uri="{FF2B5EF4-FFF2-40B4-BE49-F238E27FC236}">
                    <a16:creationId xmlns:a16="http://schemas.microsoft.com/office/drawing/2014/main" id="{DE45BAF9-F85F-CE49-B15E-73BB262FDBEB}"/>
                  </a:ext>
                </a:extLst>
              </p:cNvPr>
              <p:cNvSpPr>
                <a:spLocks noChangeArrowheads="1"/>
              </p:cNvSpPr>
              <p:nvPr/>
            </p:nvSpPr>
            <p:spPr bwMode="auto">
              <a:xfrm>
                <a:off x="921"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37" name="Line 35">
              <a:extLst>
                <a:ext uri="{FF2B5EF4-FFF2-40B4-BE49-F238E27FC236}">
                  <a16:creationId xmlns:a16="http://schemas.microsoft.com/office/drawing/2014/main" id="{63958D1A-98FE-AF43-AC11-DB72B9D9C0B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grpSp>
      <p:grpSp>
        <p:nvGrpSpPr>
          <p:cNvPr id="42" name="Group 38">
            <a:extLst>
              <a:ext uri="{FF2B5EF4-FFF2-40B4-BE49-F238E27FC236}">
                <a16:creationId xmlns:a16="http://schemas.microsoft.com/office/drawing/2014/main" id="{5D8C710B-718F-D647-B17E-DF34372005AC}"/>
              </a:ext>
            </a:extLst>
          </p:cNvPr>
          <p:cNvGrpSpPr>
            <a:grpSpLocks/>
          </p:cNvGrpSpPr>
          <p:nvPr/>
        </p:nvGrpSpPr>
        <p:grpSpPr bwMode="auto">
          <a:xfrm>
            <a:off x="4425967" y="4771404"/>
            <a:ext cx="1508522" cy="425054"/>
            <a:chOff x="-51" y="2454"/>
            <a:chExt cx="1482" cy="357"/>
          </a:xfrm>
        </p:grpSpPr>
        <p:grpSp>
          <p:nvGrpSpPr>
            <p:cNvPr id="43" name="Group 39">
              <a:extLst>
                <a:ext uri="{FF2B5EF4-FFF2-40B4-BE49-F238E27FC236}">
                  <a16:creationId xmlns:a16="http://schemas.microsoft.com/office/drawing/2014/main" id="{EC854885-69FE-4244-BF93-8BB2F7786F85}"/>
                </a:ext>
              </a:extLst>
            </p:cNvPr>
            <p:cNvGrpSpPr>
              <a:grpSpLocks/>
            </p:cNvGrpSpPr>
            <p:nvPr/>
          </p:nvGrpSpPr>
          <p:grpSpPr bwMode="auto">
            <a:xfrm flipH="1">
              <a:off x="171" y="2454"/>
              <a:ext cx="1086" cy="357"/>
              <a:chOff x="171" y="2454"/>
              <a:chExt cx="1086" cy="357"/>
            </a:xfrm>
          </p:grpSpPr>
          <p:sp>
            <p:nvSpPr>
              <p:cNvPr id="45" name="Rectangle 40">
                <a:extLst>
                  <a:ext uri="{FF2B5EF4-FFF2-40B4-BE49-F238E27FC236}">
                    <a16:creationId xmlns:a16="http://schemas.microsoft.com/office/drawing/2014/main" id="{31148FFC-88E2-8643-8EDC-EE4624168153}"/>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46" name="Rectangle 41">
                <a:extLst>
                  <a:ext uri="{FF2B5EF4-FFF2-40B4-BE49-F238E27FC236}">
                    <a16:creationId xmlns:a16="http://schemas.microsoft.com/office/drawing/2014/main" id="{682A9F8F-8723-874E-BB4D-B2BB08BC7357}"/>
                  </a:ext>
                </a:extLst>
              </p:cNvPr>
              <p:cNvSpPr>
                <a:spLocks noChangeArrowheads="1"/>
              </p:cNvSpPr>
              <p:nvPr/>
            </p:nvSpPr>
            <p:spPr bwMode="auto">
              <a:xfrm>
                <a:off x="216" y="2554"/>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47" name="Rectangle 42">
                <a:extLst>
                  <a:ext uri="{FF2B5EF4-FFF2-40B4-BE49-F238E27FC236}">
                    <a16:creationId xmlns:a16="http://schemas.microsoft.com/office/drawing/2014/main" id="{E9D99F85-7DA2-B94F-9793-067BFD27650F}"/>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48" name="Rectangle 43">
                <a:extLst>
                  <a:ext uri="{FF2B5EF4-FFF2-40B4-BE49-F238E27FC236}">
                    <a16:creationId xmlns:a16="http://schemas.microsoft.com/office/drawing/2014/main" id="{79592419-CEB4-124B-A09B-CF67F5F2A477}"/>
                  </a:ext>
                </a:extLst>
              </p:cNvPr>
              <p:cNvSpPr>
                <a:spLocks noChangeArrowheads="1"/>
              </p:cNvSpPr>
              <p:nvPr/>
            </p:nvSpPr>
            <p:spPr bwMode="auto">
              <a:xfrm>
                <a:off x="923"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44" name="Line 44">
              <a:extLst>
                <a:ext uri="{FF2B5EF4-FFF2-40B4-BE49-F238E27FC236}">
                  <a16:creationId xmlns:a16="http://schemas.microsoft.com/office/drawing/2014/main" id="{CBC3FC3D-F764-0047-9677-FB9B8EAAFE5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grpSp>
      <p:grpSp>
        <p:nvGrpSpPr>
          <p:cNvPr id="49" name="Group 51">
            <a:extLst>
              <a:ext uri="{FF2B5EF4-FFF2-40B4-BE49-F238E27FC236}">
                <a16:creationId xmlns:a16="http://schemas.microsoft.com/office/drawing/2014/main" id="{0063545A-31FC-8D42-B9F6-52805867B567}"/>
              </a:ext>
            </a:extLst>
          </p:cNvPr>
          <p:cNvGrpSpPr>
            <a:grpSpLocks/>
          </p:cNvGrpSpPr>
          <p:nvPr/>
        </p:nvGrpSpPr>
        <p:grpSpPr bwMode="auto">
          <a:xfrm rot="2656396">
            <a:off x="5076049" y="4128467"/>
            <a:ext cx="409575" cy="409575"/>
            <a:chOff x="354" y="2715"/>
            <a:chExt cx="344" cy="344"/>
          </a:xfrm>
        </p:grpSpPr>
        <p:sp>
          <p:nvSpPr>
            <p:cNvPr id="50" name="Oval 52">
              <a:extLst>
                <a:ext uri="{FF2B5EF4-FFF2-40B4-BE49-F238E27FC236}">
                  <a16:creationId xmlns:a16="http://schemas.microsoft.com/office/drawing/2014/main" id="{83BE4773-3E63-524C-AD59-033C9E4302BB}"/>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51" name="Oval 53">
              <a:extLst>
                <a:ext uri="{FF2B5EF4-FFF2-40B4-BE49-F238E27FC236}">
                  <a16:creationId xmlns:a16="http://schemas.microsoft.com/office/drawing/2014/main" id="{F45E0C4D-B738-5E42-99B7-C0253D1ECBD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52" name="Oval 54">
              <a:extLst>
                <a:ext uri="{FF2B5EF4-FFF2-40B4-BE49-F238E27FC236}">
                  <a16:creationId xmlns:a16="http://schemas.microsoft.com/office/drawing/2014/main" id="{2BD06A3F-4F96-8948-8417-90216E36CC2D}"/>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53" name="Oval 55">
              <a:extLst>
                <a:ext uri="{FF2B5EF4-FFF2-40B4-BE49-F238E27FC236}">
                  <a16:creationId xmlns:a16="http://schemas.microsoft.com/office/drawing/2014/main" id="{6A51F44D-8E0B-DD44-A2B0-5A5743630F7B}"/>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54" name="Text Box 58">
            <a:extLst>
              <a:ext uri="{FF2B5EF4-FFF2-40B4-BE49-F238E27FC236}">
                <a16:creationId xmlns:a16="http://schemas.microsoft.com/office/drawing/2014/main" id="{8536AB41-BBDA-6A40-9786-A1757F6328E5}"/>
              </a:ext>
            </a:extLst>
          </p:cNvPr>
          <p:cNvSpPr txBox="1">
            <a:spLocks noChangeArrowheads="1"/>
          </p:cNvSpPr>
          <p:nvPr/>
        </p:nvSpPr>
        <p:spPr bwMode="auto">
          <a:xfrm>
            <a:off x="4650996" y="5286945"/>
            <a:ext cx="15985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rPr>
              <a:t>router output ports</a:t>
            </a:r>
          </a:p>
        </p:txBody>
      </p:sp>
      <p:cxnSp>
        <p:nvCxnSpPr>
          <p:cNvPr id="55" name="Straight Connector 54">
            <a:extLst>
              <a:ext uri="{FF2B5EF4-FFF2-40B4-BE49-F238E27FC236}">
                <a16:creationId xmlns:a16="http://schemas.microsoft.com/office/drawing/2014/main" id="{EDEF025D-D161-0845-8BA8-D19B1861EEDE}"/>
              </a:ext>
            </a:extLst>
          </p:cNvPr>
          <p:cNvCxnSpPr>
            <a:cxnSpLocks noChangeShapeType="1"/>
          </p:cNvCxnSpPr>
          <p:nvPr/>
        </p:nvCxnSpPr>
        <p:spPr bwMode="auto">
          <a:xfrm>
            <a:off x="1703008" y="3314079"/>
            <a:ext cx="5851922" cy="95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6" name="TextBox 55">
            <a:extLst>
              <a:ext uri="{FF2B5EF4-FFF2-40B4-BE49-F238E27FC236}">
                <a16:creationId xmlns:a16="http://schemas.microsoft.com/office/drawing/2014/main" id="{BAC350F1-2A41-2C4D-A74E-E12FE3300314}"/>
              </a:ext>
            </a:extLst>
          </p:cNvPr>
          <p:cNvSpPr txBox="1">
            <a:spLocks noChangeArrowheads="1"/>
          </p:cNvSpPr>
          <p:nvPr/>
        </p:nvSpPr>
        <p:spPr bwMode="auto">
          <a:xfrm>
            <a:off x="6133324" y="3341464"/>
            <a:ext cx="163949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1200" i="1" dirty="0">
                <a:solidFill>
                  <a:srgbClr val="CC0000"/>
                </a:solidFill>
              </a:rPr>
              <a:t>forwarding data plane  </a:t>
            </a:r>
            <a:r>
              <a:rPr lang="en-US" altLang="en-US" sz="1200" dirty="0">
                <a:solidFill>
                  <a:prstClr val="black"/>
                </a:solidFill>
              </a:rPr>
              <a:t>(hardware) operates in nanosecond timeframe</a:t>
            </a:r>
          </a:p>
        </p:txBody>
      </p:sp>
      <p:sp>
        <p:nvSpPr>
          <p:cNvPr id="57" name="Rectangle 56">
            <a:extLst>
              <a:ext uri="{FF2B5EF4-FFF2-40B4-BE49-F238E27FC236}">
                <a16:creationId xmlns:a16="http://schemas.microsoft.com/office/drawing/2014/main" id="{9E496939-D5D8-314E-A293-36FDE55B110E}"/>
              </a:ext>
            </a:extLst>
          </p:cNvPr>
          <p:cNvSpPr>
            <a:spLocks noChangeArrowheads="1"/>
          </p:cNvSpPr>
          <p:nvPr/>
        </p:nvSpPr>
        <p:spPr bwMode="auto">
          <a:xfrm>
            <a:off x="5617783" y="2513979"/>
            <a:ext cx="215979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a:defRPr/>
            </a:pPr>
            <a:r>
              <a:rPr lang="en-US" altLang="en-US" sz="1200" i="1" dirty="0">
                <a:solidFill>
                  <a:srgbClr val="CC0000"/>
                </a:solidFill>
              </a:rPr>
              <a:t>routing, management</a:t>
            </a:r>
          </a:p>
          <a:p>
            <a:pPr algn="r" defTabSz="685800">
              <a:defRPr/>
            </a:pPr>
            <a:r>
              <a:rPr lang="en-US" altLang="en-US" sz="1200" i="1" dirty="0">
                <a:solidFill>
                  <a:srgbClr val="CC0000"/>
                </a:solidFill>
              </a:rPr>
              <a:t>control plane </a:t>
            </a:r>
            <a:r>
              <a:rPr lang="en-US" altLang="en-US" sz="1200" dirty="0">
                <a:solidFill>
                  <a:prstClr val="black"/>
                </a:solidFill>
              </a:rPr>
              <a:t>(software)</a:t>
            </a:r>
          </a:p>
          <a:p>
            <a:pPr algn="r" defTabSz="685800">
              <a:defRPr/>
            </a:pPr>
            <a:r>
              <a:rPr lang="en-US" altLang="en-US" sz="1200" dirty="0">
                <a:solidFill>
                  <a:prstClr val="black"/>
                </a:solidFill>
              </a:rPr>
              <a:t>operates in millisecond </a:t>
            </a:r>
          </a:p>
          <a:p>
            <a:pPr algn="r" defTabSz="685800">
              <a:defRPr/>
            </a:pPr>
            <a:r>
              <a:rPr lang="en-US" altLang="en-US" sz="1200" dirty="0">
                <a:solidFill>
                  <a:prstClr val="black"/>
                </a:solidFill>
              </a:rPr>
              <a:t>time frame</a:t>
            </a:r>
          </a:p>
        </p:txBody>
      </p:sp>
      <p:sp>
        <p:nvSpPr>
          <p:cNvPr id="58" name="Freeform 10">
            <a:extLst>
              <a:ext uri="{FF2B5EF4-FFF2-40B4-BE49-F238E27FC236}">
                <a16:creationId xmlns:a16="http://schemas.microsoft.com/office/drawing/2014/main" id="{9563B337-045C-B84E-ADB0-A5D36720825E}"/>
              </a:ext>
            </a:extLst>
          </p:cNvPr>
          <p:cNvSpPr>
            <a:spLocks/>
          </p:cNvSpPr>
          <p:nvPr/>
        </p:nvSpPr>
        <p:spPr bwMode="auto">
          <a:xfrm>
            <a:off x="2801955" y="2956892"/>
            <a:ext cx="384572" cy="54769"/>
          </a:xfrm>
          <a:custGeom>
            <a:avLst/>
            <a:gdLst>
              <a:gd name="T0" fmla="*/ 487003 w 512919"/>
              <a:gd name="T1" fmla="*/ 70891 h 73266"/>
              <a:gd name="T2" fmla="*/ 511349 w 512919"/>
              <a:gd name="T3" fmla="*/ 0 h 73266"/>
              <a:gd name="T4" fmla="*/ 146098 w 512919"/>
              <a:gd name="T5" fmla="*/ 11815 h 73266"/>
              <a:gd name="T6" fmla="*/ 97399 w 512919"/>
              <a:gd name="T7" fmla="*/ 23630 h 73266"/>
              <a:gd name="T8" fmla="*/ 0 w 512919"/>
              <a:gd name="T9" fmla="*/ 11815 h 73266"/>
              <a:gd name="T10" fmla="*/ 0 w 512919"/>
              <a:gd name="T11" fmla="*/ 11815 h 73266"/>
              <a:gd name="T12" fmla="*/ 511349 w 512919"/>
              <a:gd name="T13" fmla="*/ 11815 h 73266"/>
              <a:gd name="T14" fmla="*/ 0 60000 65536"/>
              <a:gd name="T15" fmla="*/ 0 60000 65536"/>
              <a:gd name="T16" fmla="*/ 0 60000 65536"/>
              <a:gd name="T17" fmla="*/ 0 60000 65536"/>
              <a:gd name="T18" fmla="*/ 0 60000 65536"/>
              <a:gd name="T19" fmla="*/ 0 60000 65536"/>
              <a:gd name="T20" fmla="*/ 0 60000 65536"/>
              <a:gd name="T21" fmla="*/ 0 w 512919"/>
              <a:gd name="T22" fmla="*/ 0 h 73266"/>
              <a:gd name="T23" fmla="*/ 512919 w 512919"/>
              <a:gd name="T24" fmla="*/ 73266 h 732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2919" h="73266">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pPr defTabSz="685800">
              <a:defRPr/>
            </a:pPr>
            <a:endParaRPr lang="en-US" sz="1350" dirty="0">
              <a:solidFill>
                <a:prstClr val="black"/>
              </a:solidFill>
              <a:latin typeface="Calibri" panose="020F0502020204030204"/>
            </a:endParaRPr>
          </a:p>
        </p:txBody>
      </p:sp>
      <p:cxnSp>
        <p:nvCxnSpPr>
          <p:cNvPr id="59" name="Elbow Connector 58">
            <a:extLst>
              <a:ext uri="{FF2B5EF4-FFF2-40B4-BE49-F238E27FC236}">
                <a16:creationId xmlns:a16="http://schemas.microsoft.com/office/drawing/2014/main" id="{3E124150-F33F-0C46-842C-F5427C1367BD}"/>
              </a:ext>
            </a:extLst>
          </p:cNvPr>
          <p:cNvCxnSpPr>
            <a:cxnSpLocks noChangeShapeType="1"/>
            <a:endCxn id="27" idx="0"/>
          </p:cNvCxnSpPr>
          <p:nvPr/>
        </p:nvCxnSpPr>
        <p:spPr bwMode="auto">
          <a:xfrm rot="5400000">
            <a:off x="2064363" y="3754015"/>
            <a:ext cx="1854994" cy="260747"/>
          </a:xfrm>
          <a:prstGeom prst="bentConnector3">
            <a:avLst>
              <a:gd name="adj1" fmla="val -60"/>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3776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dissolve">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dissolve">
                                      <p:cBhvr>
                                        <p:cTn id="22" dur="500"/>
                                        <p:tgtEl>
                                          <p:spTgt spid="5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dissolve">
                                      <p:cBhvr>
                                        <p:cTn id="25" dur="500"/>
                                        <p:tgtEl>
                                          <p:spTgt spid="57"/>
                                        </p:tgtEl>
                                      </p:cBhvr>
                                    </p:animEffect>
                                  </p:childTnLst>
                                </p:cTn>
                              </p:par>
                              <p:par>
                                <p:cTn id="26" presetID="9" presetClass="entr" presetSubtype="0" fill="hold"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dissolve">
                                      <p:cBhvr>
                                        <p:cTn id="2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5" name="Content Placeholder 4">
            <a:extLst>
              <a:ext uri="{FF2B5EF4-FFF2-40B4-BE49-F238E27FC236}">
                <a16:creationId xmlns:a16="http://schemas.microsoft.com/office/drawing/2014/main" id="{4D10FE4E-ED49-D3CD-CF32-F8D4FA5A6F45}"/>
              </a:ext>
            </a:extLst>
          </p:cNvPr>
          <p:cNvSpPr>
            <a:spLocks noGrp="1"/>
          </p:cNvSpPr>
          <p:nvPr>
            <p:ph idx="1"/>
          </p:nvPr>
        </p:nvSpPr>
        <p:spPr>
          <a:xfrm>
            <a:off x="628650" y="1212412"/>
            <a:ext cx="7886700" cy="579580"/>
          </a:xfrm>
        </p:spPr>
        <p:txBody>
          <a:bodyPr/>
          <a:lstStyle/>
          <a:p>
            <a:r>
              <a:rPr lang="en-US" altLang="en-US" sz="2800" dirty="0">
                <a:ea typeface="ＭＳ Ｐゴシック" panose="020B0600070205080204" pitchFamily="34" charset="-128"/>
              </a:rPr>
              <a:t>Input port functions</a:t>
            </a:r>
            <a:endParaRPr lang="en-US" dirty="0"/>
          </a:p>
        </p:txBody>
      </p:sp>
      <p:sp>
        <p:nvSpPr>
          <p:cNvPr id="36" name="Slide Number Placeholder 4">
            <a:extLst>
              <a:ext uri="{FF2B5EF4-FFF2-40B4-BE49-F238E27FC236}">
                <a16:creationId xmlns:a16="http://schemas.microsoft.com/office/drawing/2014/main" id="{B127B8A7-EB35-9F48-B1F3-0905B5BFF219}"/>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14</a:t>
            </a:fld>
            <a:endParaRPr lang="en-US" dirty="0">
              <a:solidFill>
                <a:prstClr val="white">
                  <a:lumMod val="50000"/>
                </a:prstClr>
              </a:solidFill>
              <a:latin typeface="Calibri" panose="020F0502020204030204"/>
            </a:endParaRPr>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1706631" y="1996161"/>
            <a:ext cx="3426619" cy="1377553"/>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499463" y="2690295"/>
            <a:ext cx="31789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4951085" y="2673626"/>
            <a:ext cx="552450" cy="119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5495200" y="1534199"/>
            <a:ext cx="8335" cy="2149078"/>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5564256" y="2380733"/>
            <a:ext cx="791766" cy="6215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350" kern="0" dirty="0">
                <a:solidFill>
                  <a:srgbClr val="000000"/>
                </a:solidFill>
              </a:rPr>
              <a:t>switch</a:t>
            </a:r>
          </a:p>
          <a:p>
            <a:pPr algn="ctr" defTabSz="685800" eaLnBrk="0" fontAlgn="base" hangingPunct="0">
              <a:lnSpc>
                <a:spcPct val="90000"/>
              </a:lnSpc>
              <a:spcBef>
                <a:spcPct val="0"/>
              </a:spcBef>
              <a:spcAft>
                <a:spcPct val="0"/>
              </a:spcAft>
              <a:defRPr/>
            </a:pPr>
            <a:r>
              <a:rPr lang="en-US" altLang="en-US" sz="1350" kern="0" dirty="0">
                <a:solidFill>
                  <a:srgbClr val="000000"/>
                </a:solidFill>
              </a:rPr>
              <a:t>fabric</a:t>
            </a:r>
          </a:p>
        </p:txBody>
      </p:sp>
      <p:grpSp>
        <p:nvGrpSpPr>
          <p:cNvPr id="3" name="Group 2">
            <a:extLst>
              <a:ext uri="{FF2B5EF4-FFF2-40B4-BE49-F238E27FC236}">
                <a16:creationId xmlns:a16="http://schemas.microsoft.com/office/drawing/2014/main" id="{67F3BF66-FCD5-DF4D-990A-B26733B57152}"/>
              </a:ext>
            </a:extLst>
          </p:cNvPr>
          <p:cNvGrpSpPr/>
          <p:nvPr/>
        </p:nvGrpSpPr>
        <p:grpSpPr>
          <a:xfrm>
            <a:off x="146033" y="2381923"/>
            <a:ext cx="2740508" cy="1571447"/>
            <a:chOff x="194711" y="2032898"/>
            <a:chExt cx="3654010" cy="2095262"/>
          </a:xfrm>
        </p:grpSpPr>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350" kern="0" dirty="0">
                  <a:solidFill>
                    <a:srgbClr val="000000"/>
                  </a:solidFill>
                </a:rPr>
                <a:t>line</a:t>
              </a:r>
            </a:p>
            <a:p>
              <a:pPr algn="ctr" defTabSz="685800" eaLnBrk="0" fontAlgn="base" hangingPunct="0">
                <a:spcBef>
                  <a:spcPct val="0"/>
                </a:spcBef>
                <a:spcAft>
                  <a:spcPct val="0"/>
                </a:spcAft>
                <a:defRPr/>
              </a:pPr>
              <a:r>
                <a:rPr lang="en-US" altLang="en-US" sz="1350" kern="0" dirty="0">
                  <a:solidFill>
                    <a:srgbClr val="000000"/>
                  </a:solidFill>
                </a:rPr>
                <a:t>termination</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194711" y="3266386"/>
              <a:ext cx="253958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800" kern="0" dirty="0">
                  <a:solidFill>
                    <a:srgbClr val="000099"/>
                  </a:solidFill>
                  <a:latin typeface="Calibri" panose="020F0502020204030204"/>
                </a:rPr>
                <a:t>physical layer:</a:t>
              </a:r>
            </a:p>
            <a:p>
              <a:pPr algn="r" defTabSz="685800" eaLnBrk="0" fontAlgn="base" hangingPunct="0">
                <a:spcBef>
                  <a:spcPct val="0"/>
                </a:spcBef>
                <a:spcAft>
                  <a:spcPct val="0"/>
                </a:spcAft>
                <a:defRPr/>
              </a:pPr>
              <a:r>
                <a:rPr lang="en-US" altLang="en-US" sz="1800" kern="0" dirty="0">
                  <a:solidFill>
                    <a:srgbClr val="000000"/>
                  </a:solidFill>
                  <a:latin typeface="Calibri" panose="020F0502020204030204"/>
                </a:rPr>
                <a:t>bit-level reception</a:t>
              </a:r>
              <a:endParaRPr lang="en-US" altLang="en-US" sz="1500" kern="0" dirty="0">
                <a:solidFill>
                  <a:srgbClr val="000000"/>
                </a:solidFill>
                <a:latin typeface="Calibri" panose="020F0502020204030204"/>
              </a:endParaRPr>
            </a:p>
          </p:txBody>
        </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grpSp>
      <p:grpSp>
        <p:nvGrpSpPr>
          <p:cNvPr id="7" name="Group 6">
            <a:extLst>
              <a:ext uri="{FF2B5EF4-FFF2-40B4-BE49-F238E27FC236}">
                <a16:creationId xmlns:a16="http://schemas.microsoft.com/office/drawing/2014/main" id="{6BA40969-3F14-3A45-97E9-4D81F9F1D53C}"/>
              </a:ext>
            </a:extLst>
          </p:cNvPr>
          <p:cNvGrpSpPr/>
          <p:nvPr/>
        </p:nvGrpSpPr>
        <p:grpSpPr>
          <a:xfrm>
            <a:off x="605589" y="2105647"/>
            <a:ext cx="3300127" cy="2820306"/>
            <a:chOff x="807452" y="1664528"/>
            <a:chExt cx="4400169" cy="3760409"/>
          </a:xfrm>
        </p:grpSpPr>
        <p:sp>
          <p:nvSpPr>
            <p:cNvPr id="99" name="Rectangle 33">
              <a:extLst>
                <a:ext uri="{FF2B5EF4-FFF2-40B4-BE49-F238E27FC236}">
                  <a16:creationId xmlns:a16="http://schemas.microsoft.com/office/drawing/2014/main" id="{C0248889-95B0-8647-AC13-2A31FDECF3D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350" kern="0" dirty="0">
                  <a:solidFill>
                    <a:srgbClr val="000000"/>
                  </a:solidFill>
                </a:rPr>
                <a:t>link </a:t>
              </a:r>
            </a:p>
            <a:p>
              <a:pPr algn="ctr" defTabSz="685800" eaLnBrk="0" fontAlgn="base" hangingPunct="0">
                <a:lnSpc>
                  <a:spcPct val="90000"/>
                </a:lnSpc>
                <a:spcBef>
                  <a:spcPct val="0"/>
                </a:spcBef>
                <a:spcAft>
                  <a:spcPct val="0"/>
                </a:spcAft>
                <a:defRPr/>
              </a:pPr>
              <a:r>
                <a:rPr lang="en-US" altLang="en-US" sz="1350" kern="0" dirty="0">
                  <a:solidFill>
                    <a:srgbClr val="000000"/>
                  </a:solidFill>
                </a:rPr>
                <a:t>layer </a:t>
              </a:r>
            </a:p>
            <a:p>
              <a:pPr algn="ctr" defTabSz="685800" eaLnBrk="0" fontAlgn="base" hangingPunct="0">
                <a:lnSpc>
                  <a:spcPct val="90000"/>
                </a:lnSpc>
                <a:spcBef>
                  <a:spcPct val="0"/>
                </a:spcBef>
                <a:spcAft>
                  <a:spcPct val="0"/>
                </a:spcAft>
                <a:defRPr/>
              </a:pPr>
              <a:r>
                <a:rPr lang="en-US" altLang="en-US" sz="1350" kern="0" dirty="0">
                  <a:solidFill>
                    <a:srgbClr val="000000"/>
                  </a:solidFill>
                </a:rPr>
                <a:t>protocol</a:t>
              </a:r>
            </a:p>
            <a:p>
              <a:pPr algn="ctr" defTabSz="685800" eaLnBrk="0" fontAlgn="base" hangingPunct="0">
                <a:lnSpc>
                  <a:spcPct val="90000"/>
                </a:lnSpc>
                <a:spcBef>
                  <a:spcPct val="0"/>
                </a:spcBef>
                <a:spcAft>
                  <a:spcPct val="0"/>
                </a:spcAft>
                <a:defRPr/>
              </a:pPr>
              <a:r>
                <a:rPr lang="en-US" altLang="en-US" sz="1350" kern="0" dirty="0">
                  <a:solidFill>
                    <a:srgbClr val="000000"/>
                  </a:solidFill>
                </a:rPr>
                <a:t>(receive)</a:t>
              </a:r>
            </a:p>
          </p:txBody>
        </p:sp>
        <p:grpSp>
          <p:nvGrpSpPr>
            <p:cNvPr id="4" name="Group 3">
              <a:extLst>
                <a:ext uri="{FF2B5EF4-FFF2-40B4-BE49-F238E27FC236}">
                  <a16:creationId xmlns:a16="http://schemas.microsoft.com/office/drawing/2014/main" id="{9212FDFA-0F46-D741-88DA-002B11963175}"/>
                </a:ext>
              </a:extLst>
            </p:cNvPr>
            <p:cNvGrpSpPr/>
            <p:nvPr/>
          </p:nvGrpSpPr>
          <p:grpSpPr>
            <a:xfrm>
              <a:off x="807452" y="1664528"/>
              <a:ext cx="4400169" cy="3760409"/>
              <a:chOff x="807452" y="1664528"/>
              <a:chExt cx="4400169" cy="3760409"/>
            </a:xfrm>
          </p:grpSpPr>
          <p:sp>
            <p:nvSpPr>
              <p:cNvPr id="93" name="Rectangle 14">
                <a:extLst>
                  <a:ext uri="{FF2B5EF4-FFF2-40B4-BE49-F238E27FC236}">
                    <a16:creationId xmlns:a16="http://schemas.microsoft.com/office/drawing/2014/main" id="{12FFE13A-BB9E-4943-97F3-EA1EFC2EB338}"/>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3" name="Text Box 6">
                <a:extLst>
                  <a:ext uri="{FF2B5EF4-FFF2-40B4-BE49-F238E27FC236}">
                    <a16:creationId xmlns:a16="http://schemas.microsoft.com/office/drawing/2014/main" id="{EAC11D6E-3147-1749-980D-26286A15A284}"/>
                  </a:ext>
                </a:extLst>
              </p:cNvPr>
              <p:cNvSpPr txBox="1">
                <a:spLocks noChangeArrowheads="1"/>
              </p:cNvSpPr>
              <p:nvPr/>
            </p:nvSpPr>
            <p:spPr bwMode="auto">
              <a:xfrm>
                <a:off x="807452" y="4193830"/>
                <a:ext cx="1941130" cy="1231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800" kern="0" dirty="0">
                    <a:solidFill>
                      <a:srgbClr val="000099"/>
                    </a:solidFill>
                    <a:latin typeface="Calibri" panose="020F0502020204030204"/>
                  </a:rPr>
                  <a:t>link layer:</a:t>
                </a:r>
              </a:p>
              <a:p>
                <a:pPr algn="r" defTabSz="685800" eaLnBrk="0" fontAlgn="base" hangingPunct="0">
                  <a:spcBef>
                    <a:spcPct val="0"/>
                  </a:spcBef>
                  <a:spcAft>
                    <a:spcPct val="0"/>
                  </a:spcAft>
                  <a:defRPr/>
                </a:pPr>
                <a:r>
                  <a:rPr lang="en-US" altLang="en-US" sz="1800" kern="0" dirty="0">
                    <a:solidFill>
                      <a:srgbClr val="000000"/>
                    </a:solidFill>
                    <a:latin typeface="Calibri" panose="020F0502020204030204"/>
                  </a:rPr>
                  <a:t>e.g., Ethernet</a:t>
                </a:r>
              </a:p>
              <a:p>
                <a:pPr algn="r" defTabSz="685800" eaLnBrk="0" fontAlgn="base" hangingPunct="0">
                  <a:spcBef>
                    <a:spcPct val="0"/>
                  </a:spcBef>
                  <a:spcAft>
                    <a:spcPct val="0"/>
                  </a:spcAft>
                  <a:defRPr/>
                </a:pPr>
                <a:r>
                  <a:rPr lang="en-US" altLang="en-US" sz="1800" kern="0" dirty="0">
                    <a:solidFill>
                      <a:srgbClr val="000000"/>
                    </a:solidFill>
                    <a:latin typeface="Calibri" panose="020F0502020204030204"/>
                  </a:rPr>
                  <a:t>(chapter 6)</a:t>
                </a:r>
                <a:endParaRPr lang="en-US" altLang="en-US" sz="1500" kern="0" dirty="0">
                  <a:solidFill>
                    <a:srgbClr val="000000"/>
                  </a:solidFill>
                  <a:latin typeface="Calibri" panose="020F0502020204030204"/>
                </a:endParaRPr>
              </a:p>
            </p:txBody>
          </p:sp>
          <p:sp>
            <p:nvSpPr>
              <p:cNvPr id="117" name="Line 59">
                <a:extLst>
                  <a:ext uri="{FF2B5EF4-FFF2-40B4-BE49-F238E27FC236}">
                    <a16:creationId xmlns:a16="http://schemas.microsoft.com/office/drawing/2014/main" id="{052969D8-B347-344A-9102-4C70516822DF}"/>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grpSp>
      </p:grpSp>
      <p:grpSp>
        <p:nvGrpSpPr>
          <p:cNvPr id="8" name="Group 7">
            <a:extLst>
              <a:ext uri="{FF2B5EF4-FFF2-40B4-BE49-F238E27FC236}">
                <a16:creationId xmlns:a16="http://schemas.microsoft.com/office/drawing/2014/main" id="{4E501147-3CF5-8941-886B-E4E508892657}"/>
              </a:ext>
            </a:extLst>
          </p:cNvPr>
          <p:cNvGrpSpPr/>
          <p:nvPr/>
        </p:nvGrpSpPr>
        <p:grpSpPr>
          <a:xfrm>
            <a:off x="2594113" y="2098555"/>
            <a:ext cx="6142383" cy="3767603"/>
            <a:chOff x="3458817" y="1655073"/>
            <a:chExt cx="8189844" cy="5023471"/>
          </a:xfrm>
        </p:grpSpPr>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5401562" y="1667773"/>
              <a:ext cx="1323440"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350" kern="0" dirty="0">
                  <a:solidFill>
                    <a:srgbClr val="000000"/>
                  </a:solidFill>
                </a:rPr>
                <a:t>lookup,</a:t>
              </a:r>
            </a:p>
            <a:p>
              <a:pPr algn="ctr" defTabSz="685800" eaLnBrk="0" fontAlgn="base" hangingPunct="0">
                <a:spcBef>
                  <a:spcPct val="0"/>
                </a:spcBef>
                <a:spcAft>
                  <a:spcPct val="0"/>
                </a:spcAft>
                <a:defRPr/>
              </a:pPr>
              <a:r>
                <a:rPr lang="en-US" altLang="en-US" sz="1350" kern="0" dirty="0">
                  <a:solidFill>
                    <a:srgbClr val="000000"/>
                  </a:solidFill>
                </a:rPr>
                <a:t>forwarding</a:t>
              </a:r>
            </a:p>
            <a:p>
              <a:pPr algn="ctr" defTabSz="685800" eaLnBrk="0" fontAlgn="base" hangingPunct="0">
                <a:spcBef>
                  <a:spcPct val="0"/>
                </a:spcBef>
                <a:spcAft>
                  <a:spcPct val="0"/>
                </a:spcAft>
                <a:defRPr/>
              </a:pPr>
              <a:endParaRPr lang="en-US" altLang="en-US" sz="1350" kern="0" dirty="0">
                <a:solidFill>
                  <a:srgbClr val="000000"/>
                </a:solidFill>
              </a:endParaRPr>
            </a:p>
            <a:p>
              <a:pPr algn="ctr" defTabSz="685800" eaLnBrk="0" fontAlgn="base" hangingPunct="0">
                <a:spcBef>
                  <a:spcPct val="0"/>
                </a:spcBef>
                <a:spcAft>
                  <a:spcPct val="0"/>
                </a:spcAft>
                <a:defRPr/>
              </a:pPr>
              <a:endParaRPr lang="en-US" altLang="en-US" sz="1350" kern="0" dirty="0">
                <a:solidFill>
                  <a:srgbClr val="000000"/>
                </a:solidFill>
              </a:endParaRPr>
            </a:p>
            <a:p>
              <a:pPr algn="ctr" defTabSz="685800" eaLnBrk="0" fontAlgn="base" hangingPunct="0">
                <a:spcBef>
                  <a:spcPct val="0"/>
                </a:spcBef>
                <a:spcAft>
                  <a:spcPct val="0"/>
                </a:spcAft>
                <a:defRPr/>
              </a:pPr>
              <a:r>
                <a:rPr lang="en-US" altLang="en-US" sz="1350" kern="0" dirty="0">
                  <a:solidFill>
                    <a:srgbClr val="000000"/>
                  </a:solidFill>
                </a:rPr>
                <a:t>queueing</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6" name="Group 5">
              <a:extLst>
                <a:ext uri="{FF2B5EF4-FFF2-40B4-BE49-F238E27FC236}">
                  <a16:creationId xmlns:a16="http://schemas.microsoft.com/office/drawing/2014/main" id="{B1658A4B-37AF-414E-BE01-AD93294C9259}"/>
                </a:ext>
              </a:extLst>
            </p:cNvPr>
            <p:cNvGrpSpPr/>
            <p:nvPr/>
          </p:nvGrpSpPr>
          <p:grpSpPr>
            <a:xfrm>
              <a:off x="3458817" y="1655073"/>
              <a:ext cx="8189844" cy="5023471"/>
              <a:chOff x="3458817" y="1655073"/>
              <a:chExt cx="8189844" cy="5023471"/>
            </a:xfrm>
          </p:grpSpPr>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no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57175" indent="-257175" defTabSz="685800">
                  <a:lnSpc>
                    <a:spcPct val="90000"/>
                  </a:lnSpc>
                  <a:buNone/>
                  <a:defRPr/>
                </a:pPr>
                <a:r>
                  <a:rPr lang="en-US" altLang="en-US" sz="2100" kern="0" dirty="0">
                    <a:solidFill>
                      <a:srgbClr val="000099"/>
                    </a:solidFill>
                    <a:latin typeface="Calibri" panose="020F0502020204030204"/>
                    <a:ea typeface="ＭＳ Ｐゴシック" panose="020B0600070205080204" pitchFamily="34" charset="-128"/>
                    <a:cs typeface="ＭＳ Ｐゴシック" panose="020B0600070205080204" pitchFamily="34" charset="-128"/>
                  </a:rPr>
                  <a:t>decentralized switching</a:t>
                </a:r>
                <a:r>
                  <a:rPr lang="en-US" altLang="en-US" sz="2100" i="1" kern="0" dirty="0">
                    <a:solidFill>
                      <a:srgbClr val="000099"/>
                    </a:solidFill>
                    <a:latin typeface="Calibri" panose="020F0502020204030204"/>
                    <a:ea typeface="ＭＳ Ｐゴシック" panose="020B0600070205080204" pitchFamily="34" charset="-128"/>
                    <a:cs typeface="ＭＳ Ｐゴシック" panose="020B0600070205080204" pitchFamily="34" charset="-128"/>
                  </a:rPr>
                  <a:t>:</a:t>
                </a:r>
                <a:r>
                  <a:rPr lang="en-US" altLang="en-US" sz="2100" kern="0" dirty="0">
                    <a:solidFill>
                      <a:srgbClr val="000099"/>
                    </a:solidFill>
                    <a:latin typeface="Calibri" panose="020F0502020204030204"/>
                    <a:ea typeface="ＭＳ Ｐゴシック" panose="020B0600070205080204" pitchFamily="34" charset="-128"/>
                    <a:cs typeface="ＭＳ Ｐゴシック" panose="020B0600070205080204" pitchFamily="34" charset="-128"/>
                  </a:rPr>
                  <a:t> </a:t>
                </a:r>
              </a:p>
              <a:p>
                <a:pPr marL="257175" indent="-257175" defTabSz="685800">
                  <a:lnSpc>
                    <a:spcPct val="90000"/>
                  </a:lnSpc>
                  <a:defRPr/>
                </a:pPr>
                <a:r>
                  <a:rPr lang="en-US" altLang="en-US" sz="1800" kern="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lang="en-US" altLang="en-US" sz="1800" i="1" kern="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(“match plus action”)</a:t>
                </a:r>
              </a:p>
              <a:p>
                <a:pPr marL="257175" indent="-257175" defTabSz="685800">
                  <a:lnSpc>
                    <a:spcPct val="90000"/>
                  </a:lnSpc>
                  <a:defRPr/>
                </a:pPr>
                <a:r>
                  <a:rPr lang="en-US" altLang="en-US" sz="1800" kern="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goal: complete input port processing at ‘</a:t>
                </a:r>
                <a:r>
                  <a:rPr lang="en-US" altLang="ja-JP" sz="1800" kern="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line speed’</a:t>
                </a:r>
              </a:p>
              <a:p>
                <a:pPr marL="257175" indent="-257175" defTabSz="685800">
                  <a:lnSpc>
                    <a:spcPct val="90000"/>
                  </a:lnSpc>
                  <a:defRPr/>
                </a:pPr>
                <a:r>
                  <a:rPr lang="en-US" altLang="en-US" sz="1800" kern="0" dirty="0">
                    <a:solidFill>
                      <a:srgbClr val="0000A3"/>
                    </a:solidFill>
                    <a:latin typeface="Calibri" panose="020F0502020204030204"/>
                    <a:ea typeface="ＭＳ Ｐゴシック" panose="020B0600070205080204" pitchFamily="34" charset="-128"/>
                    <a:cs typeface="ＭＳ Ｐゴシック" panose="020B0600070205080204" pitchFamily="34" charset="-128"/>
                  </a:rPr>
                  <a:t>input port queuing: </a:t>
                </a:r>
                <a:r>
                  <a:rPr lang="en-US" altLang="en-US" sz="1800" kern="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if datagrams arrive faster than forwarding rate into switch fabric</a:t>
                </a: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grpSp>
      </p:grpSp>
      <p:grpSp>
        <p:nvGrpSpPr>
          <p:cNvPr id="14" name="Group 13">
            <a:extLst>
              <a:ext uri="{FF2B5EF4-FFF2-40B4-BE49-F238E27FC236}">
                <a16:creationId xmlns:a16="http://schemas.microsoft.com/office/drawing/2014/main" id="{9D2B58EA-90EB-22DC-70F2-0EE6BCA02F30}"/>
              </a:ext>
            </a:extLst>
          </p:cNvPr>
          <p:cNvGrpSpPr/>
          <p:nvPr/>
        </p:nvGrpSpPr>
        <p:grpSpPr>
          <a:xfrm>
            <a:off x="899563" y="4942287"/>
            <a:ext cx="1603029" cy="521624"/>
            <a:chOff x="646967" y="5446716"/>
            <a:chExt cx="2137372" cy="695498"/>
          </a:xfrm>
        </p:grpSpPr>
        <p:pic>
          <p:nvPicPr>
            <p:cNvPr id="9" name="Picture 8" descr="Icon&#10;&#10;Description automatically generated">
              <a:extLst>
                <a:ext uri="{FF2B5EF4-FFF2-40B4-BE49-F238E27FC236}">
                  <a16:creationId xmlns:a16="http://schemas.microsoft.com/office/drawing/2014/main" id="{4CC8409D-09E5-7BEE-7B96-571D305DC6E4}"/>
                </a:ext>
              </a:extLst>
            </p:cNvPr>
            <p:cNvPicPr>
              <a:picLocks noChangeAspect="1"/>
            </p:cNvPicPr>
            <p:nvPr/>
          </p:nvPicPr>
          <p:blipFill>
            <a:blip r:embed="rId3"/>
            <a:stretch>
              <a:fillRect/>
            </a:stretch>
          </p:blipFill>
          <p:spPr>
            <a:xfrm>
              <a:off x="646967" y="5446716"/>
              <a:ext cx="505593" cy="695498"/>
            </a:xfrm>
            <a:prstGeom prst="rect">
              <a:avLst/>
            </a:prstGeom>
          </p:spPr>
        </p:pic>
        <p:sp>
          <p:nvSpPr>
            <p:cNvPr id="11" name="TextBox 10">
              <a:extLst>
                <a:ext uri="{FF2B5EF4-FFF2-40B4-BE49-F238E27FC236}">
                  <a16:creationId xmlns:a16="http://schemas.microsoft.com/office/drawing/2014/main" id="{606794DD-4CEC-4221-126D-5947BA568F5C}"/>
                </a:ext>
              </a:extLst>
            </p:cNvPr>
            <p:cNvSpPr txBox="1"/>
            <p:nvPr/>
          </p:nvSpPr>
          <p:spPr>
            <a:xfrm>
              <a:off x="1171610" y="5609799"/>
              <a:ext cx="1612729" cy="400109"/>
            </a:xfrm>
            <a:prstGeom prst="rect">
              <a:avLst/>
            </a:prstGeom>
            <a:noFill/>
          </p:spPr>
          <p:txBody>
            <a:bodyPr wrap="square">
              <a:spAutoFit/>
            </a:bodyPr>
            <a:lstStyle/>
            <a:p>
              <a:pPr defTabSz="685800"/>
              <a:r>
                <a:rPr lang="en-US" altLang="en-US" sz="1350" kern="0" dirty="0">
                  <a:solidFill>
                    <a:srgbClr val="000000"/>
                  </a:solidFill>
                  <a:latin typeface="Calibri" panose="020F0502020204030204"/>
                  <a:ea typeface="ＭＳ Ｐゴシック" panose="020B0600070205080204" pitchFamily="34" charset="-128"/>
                </a:rPr>
                <a:t>Frame</a:t>
              </a:r>
              <a:endParaRPr lang="en-US" sz="1350" dirty="0">
                <a:solidFill>
                  <a:prstClr val="black"/>
                </a:solidFill>
                <a:latin typeface="Calibri" panose="020F0502020204030204"/>
              </a:endParaRPr>
            </a:p>
          </p:txBody>
        </p:sp>
      </p:grpSp>
      <p:grpSp>
        <p:nvGrpSpPr>
          <p:cNvPr id="17" name="Group 16">
            <a:extLst>
              <a:ext uri="{FF2B5EF4-FFF2-40B4-BE49-F238E27FC236}">
                <a16:creationId xmlns:a16="http://schemas.microsoft.com/office/drawing/2014/main" id="{00106228-C860-72EA-13E6-FF5F1BE226A2}"/>
              </a:ext>
            </a:extLst>
          </p:cNvPr>
          <p:cNvGrpSpPr/>
          <p:nvPr/>
        </p:nvGrpSpPr>
        <p:grpSpPr>
          <a:xfrm>
            <a:off x="5133250" y="2961896"/>
            <a:ext cx="1676903" cy="755314"/>
            <a:chOff x="6844333" y="2806194"/>
            <a:chExt cx="2235870" cy="1007085"/>
          </a:xfrm>
        </p:grpSpPr>
        <p:sp>
          <p:nvSpPr>
            <p:cNvPr id="16" name="Rounded Rectangular Callout 15">
              <a:extLst>
                <a:ext uri="{FF2B5EF4-FFF2-40B4-BE49-F238E27FC236}">
                  <a16:creationId xmlns:a16="http://schemas.microsoft.com/office/drawing/2014/main" id="{1490BC80-40CE-40B9-5D35-8D5390035C0E}"/>
                </a:ext>
              </a:extLst>
            </p:cNvPr>
            <p:cNvSpPr/>
            <p:nvPr/>
          </p:nvSpPr>
          <p:spPr>
            <a:xfrm>
              <a:off x="6844333" y="2806194"/>
              <a:ext cx="1779588" cy="1007085"/>
            </a:xfrm>
            <a:prstGeom prst="wedgeRoundRectCallout">
              <a:avLst>
                <a:gd name="adj1" fmla="val -64240"/>
                <a:gd name="adj2" fmla="val -54353"/>
                <a:gd name="adj3" fmla="val 16667"/>
              </a:avLst>
            </a:prstGeom>
            <a:ln w="25400">
              <a:solidFill>
                <a:schemeClr val="tx1">
                  <a:lumMod val="95000"/>
                  <a:lumOff val="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85800"/>
              <a:endParaRPr lang="en-US" sz="1350" dirty="0">
                <a:solidFill>
                  <a:prstClr val="black"/>
                </a:solidFill>
                <a:latin typeface="Calibri" panose="020F0502020204030204"/>
              </a:endParaRPr>
            </a:p>
          </p:txBody>
        </p:sp>
        <p:pic>
          <p:nvPicPr>
            <p:cNvPr id="12" name="Picture 11" descr="Icon&#10;&#10;Description automatically generated">
              <a:extLst>
                <a:ext uri="{FF2B5EF4-FFF2-40B4-BE49-F238E27FC236}">
                  <a16:creationId xmlns:a16="http://schemas.microsoft.com/office/drawing/2014/main" id="{62B92C9B-3280-B0FC-57E4-90B0C0B4A79C}"/>
                </a:ext>
              </a:extLst>
            </p:cNvPr>
            <p:cNvPicPr>
              <a:picLocks noChangeAspect="1"/>
            </p:cNvPicPr>
            <p:nvPr/>
          </p:nvPicPr>
          <p:blipFill>
            <a:blip r:embed="rId4"/>
            <a:stretch>
              <a:fillRect/>
            </a:stretch>
          </p:blipFill>
          <p:spPr>
            <a:xfrm>
              <a:off x="6962236" y="2971427"/>
              <a:ext cx="451829" cy="621665"/>
            </a:xfrm>
            <a:prstGeom prst="rect">
              <a:avLst/>
            </a:prstGeom>
          </p:spPr>
        </p:pic>
        <p:sp>
          <p:nvSpPr>
            <p:cNvPr id="13" name="TextBox 12">
              <a:extLst>
                <a:ext uri="{FF2B5EF4-FFF2-40B4-BE49-F238E27FC236}">
                  <a16:creationId xmlns:a16="http://schemas.microsoft.com/office/drawing/2014/main" id="{8302DA1C-B2FD-2081-47D6-966E745AB1A0}"/>
                </a:ext>
              </a:extLst>
            </p:cNvPr>
            <p:cNvSpPr txBox="1"/>
            <p:nvPr/>
          </p:nvSpPr>
          <p:spPr>
            <a:xfrm>
              <a:off x="7467474" y="3131381"/>
              <a:ext cx="1612729" cy="400109"/>
            </a:xfrm>
            <a:prstGeom prst="rect">
              <a:avLst/>
            </a:prstGeom>
            <a:noFill/>
          </p:spPr>
          <p:txBody>
            <a:bodyPr wrap="square">
              <a:spAutoFit/>
            </a:bodyPr>
            <a:lstStyle/>
            <a:p>
              <a:pPr defTabSz="685800"/>
              <a:r>
                <a:rPr lang="en-US" sz="1350" kern="0" dirty="0">
                  <a:solidFill>
                    <a:srgbClr val="000000"/>
                  </a:solidFill>
                  <a:latin typeface="Calibri" panose="020F0502020204030204"/>
                  <a:ea typeface="ＭＳ Ｐゴシック" panose="020B0600070205080204" pitchFamily="34" charset="-128"/>
                </a:rPr>
                <a:t>Datagram</a:t>
              </a:r>
              <a:endParaRPr lang="en-US" sz="1350" dirty="0">
                <a:solidFill>
                  <a:prstClr val="black"/>
                </a:solidFill>
                <a:latin typeface="Calibri" panose="020F0502020204030204"/>
              </a:endParaRPr>
            </a:p>
          </p:txBody>
        </p:sp>
      </p:grpSp>
    </p:spTree>
    <p:extLst>
      <p:ext uri="{BB962C8B-B14F-4D97-AF65-F5344CB8AC3E}">
        <p14:creationId xmlns:p14="http://schemas.microsoft.com/office/powerpoint/2010/main" val="215488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dissolv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39" name="Slide Number Placeholder 4">
            <a:extLst>
              <a:ext uri="{FF2B5EF4-FFF2-40B4-BE49-F238E27FC236}">
                <a16:creationId xmlns:a16="http://schemas.microsoft.com/office/drawing/2014/main" id="{EA359BDC-8294-2A40-B5BE-B5E215B7EE4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15</a:t>
            </a:fld>
            <a:endParaRPr lang="en-US" dirty="0">
              <a:solidFill>
                <a:prstClr val="white">
                  <a:lumMod val="50000"/>
                </a:prstClr>
              </a:solidFill>
              <a:latin typeface="Calibri" panose="020F0502020204030204"/>
            </a:endParaRPr>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1706631" y="1996161"/>
            <a:ext cx="3426619" cy="1377553"/>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1823312" y="2381924"/>
            <a:ext cx="1063229" cy="621506"/>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350" kern="0" dirty="0">
                <a:solidFill>
                  <a:srgbClr val="000000"/>
                </a:solidFill>
              </a:rPr>
              <a:t>line</a:t>
            </a:r>
          </a:p>
          <a:p>
            <a:pPr algn="ctr" defTabSz="685800" eaLnBrk="0" fontAlgn="base" hangingPunct="0">
              <a:spcBef>
                <a:spcPct val="0"/>
              </a:spcBef>
              <a:spcAft>
                <a:spcPct val="0"/>
              </a:spcAft>
              <a:defRPr/>
            </a:pPr>
            <a:r>
              <a:rPr lang="en-US" altLang="en-US" sz="1350" kern="0" dirty="0">
                <a:solidFill>
                  <a:srgbClr val="000000"/>
                </a:solidFill>
              </a:rPr>
              <a:t>termination</a:t>
            </a:r>
          </a:p>
        </p:txBody>
      </p:sp>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4054544" y="2098555"/>
            <a:ext cx="935831" cy="1128713"/>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499463" y="2690295"/>
            <a:ext cx="31789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2900828" y="2674818"/>
            <a:ext cx="142875" cy="119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3908097" y="2642670"/>
            <a:ext cx="142875" cy="119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4951085" y="2673626"/>
            <a:ext cx="552450" cy="1191"/>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4051172" y="2108080"/>
            <a:ext cx="992580" cy="1131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350" kern="0" dirty="0">
                <a:solidFill>
                  <a:srgbClr val="000000"/>
                </a:solidFill>
              </a:rPr>
              <a:t>lookup,</a:t>
            </a:r>
          </a:p>
          <a:p>
            <a:pPr algn="ctr" defTabSz="685800" eaLnBrk="0" fontAlgn="base" hangingPunct="0">
              <a:spcBef>
                <a:spcPct val="0"/>
              </a:spcBef>
              <a:spcAft>
                <a:spcPct val="0"/>
              </a:spcAft>
              <a:defRPr/>
            </a:pPr>
            <a:r>
              <a:rPr lang="en-US" altLang="en-US" sz="1350" kern="0" dirty="0">
                <a:solidFill>
                  <a:srgbClr val="000000"/>
                </a:solidFill>
              </a:rPr>
              <a:t>forwarding</a:t>
            </a:r>
          </a:p>
          <a:p>
            <a:pPr algn="ctr" defTabSz="685800" eaLnBrk="0" fontAlgn="base" hangingPunct="0">
              <a:spcBef>
                <a:spcPct val="0"/>
              </a:spcBef>
              <a:spcAft>
                <a:spcPct val="0"/>
              </a:spcAft>
              <a:defRPr/>
            </a:pPr>
            <a:endParaRPr lang="en-US" altLang="en-US" sz="1350" kern="0" dirty="0">
              <a:solidFill>
                <a:srgbClr val="000000"/>
              </a:solidFill>
            </a:endParaRPr>
          </a:p>
          <a:p>
            <a:pPr algn="ctr" defTabSz="685800" eaLnBrk="0" fontAlgn="base" hangingPunct="0">
              <a:spcBef>
                <a:spcPct val="0"/>
              </a:spcBef>
              <a:spcAft>
                <a:spcPct val="0"/>
              </a:spcAft>
              <a:defRPr/>
            </a:pPr>
            <a:endParaRPr lang="en-US" altLang="en-US" sz="1350" kern="0" dirty="0">
              <a:solidFill>
                <a:srgbClr val="000000"/>
              </a:solidFill>
            </a:endParaRPr>
          </a:p>
          <a:p>
            <a:pPr algn="ctr" defTabSz="685800" eaLnBrk="0" fontAlgn="base" hangingPunct="0">
              <a:spcBef>
                <a:spcPct val="0"/>
              </a:spcBef>
              <a:spcAft>
                <a:spcPct val="0"/>
              </a:spcAft>
              <a:defRPr/>
            </a:pPr>
            <a:r>
              <a:rPr lang="en-US" altLang="en-US" sz="1350" kern="0" dirty="0">
                <a:solidFill>
                  <a:srgbClr val="000000"/>
                </a:solidFill>
              </a:rPr>
              <a:t>queueing</a:t>
            </a: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2594113" y="3865908"/>
            <a:ext cx="6142383"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57175" indent="-257175" defTabSz="685800">
              <a:lnSpc>
                <a:spcPct val="90000"/>
              </a:lnSpc>
              <a:buNone/>
              <a:defRPr/>
            </a:pPr>
            <a:r>
              <a:rPr lang="en-US" altLang="en-US" sz="2100" kern="0" dirty="0">
                <a:solidFill>
                  <a:srgbClr val="000099"/>
                </a:solidFill>
                <a:latin typeface="Calibri" panose="020F0502020204030204"/>
                <a:ea typeface="ＭＳ Ｐゴシック" panose="020B0600070205080204" pitchFamily="34" charset="-128"/>
                <a:cs typeface="ＭＳ Ｐゴシック" panose="020B0600070205080204" pitchFamily="34" charset="-128"/>
              </a:rPr>
              <a:t>decentralized switching</a:t>
            </a:r>
            <a:r>
              <a:rPr lang="en-US" altLang="en-US" sz="2100" i="1" kern="0" dirty="0">
                <a:solidFill>
                  <a:srgbClr val="000099"/>
                </a:solidFill>
                <a:latin typeface="Calibri" panose="020F0502020204030204"/>
                <a:ea typeface="ＭＳ Ｐゴシック" panose="020B0600070205080204" pitchFamily="34" charset="-128"/>
                <a:cs typeface="ＭＳ Ｐゴシック" panose="020B0600070205080204" pitchFamily="34" charset="-128"/>
              </a:rPr>
              <a:t>:</a:t>
            </a:r>
            <a:r>
              <a:rPr lang="en-US" altLang="en-US" sz="2100" kern="0" dirty="0">
                <a:solidFill>
                  <a:srgbClr val="000099"/>
                </a:solidFill>
                <a:latin typeface="Calibri" panose="020F0502020204030204"/>
                <a:ea typeface="ＭＳ Ｐゴシック" panose="020B0600070205080204" pitchFamily="34" charset="-128"/>
                <a:cs typeface="ＭＳ Ｐゴシック" panose="020B0600070205080204" pitchFamily="34" charset="-128"/>
              </a:rPr>
              <a:t> </a:t>
            </a:r>
          </a:p>
          <a:p>
            <a:pPr marL="257175" indent="-257175" defTabSz="685800">
              <a:lnSpc>
                <a:spcPct val="90000"/>
              </a:lnSpc>
              <a:defRPr/>
            </a:pPr>
            <a:r>
              <a:rPr lang="en-US" altLang="en-US" sz="1800" kern="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lang="en-US" altLang="en-US" sz="1800" i="1" kern="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(“match plus action”)</a:t>
            </a:r>
          </a:p>
          <a:p>
            <a:pPr marL="257175" indent="-257175" defTabSz="685800">
              <a:lnSpc>
                <a:spcPct val="90000"/>
              </a:lnSpc>
              <a:defRPr/>
            </a:pPr>
            <a:r>
              <a:rPr lang="en-US" altLang="en-US" sz="1800" dirty="0">
                <a:solidFill>
                  <a:srgbClr val="CC0000"/>
                </a:solidFill>
                <a:latin typeface="Calibri" panose="020F0502020204030204"/>
                <a:ea typeface="ＭＳ Ｐゴシック" panose="020B0600070205080204" pitchFamily="34" charset="-128"/>
                <a:cs typeface="ＭＳ Ｐゴシック" panose="020B0600070205080204" pitchFamily="34" charset="-128"/>
              </a:rPr>
              <a:t>destination-based forwarding: </a:t>
            </a:r>
            <a:r>
              <a:rPr lang="en-US" altLang="en-US" sz="18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forward based only on destination IP address (traditional)</a:t>
            </a:r>
            <a:endParaRPr lang="en-US" altLang="ja-JP" sz="1800" dirty="0">
              <a:solidFill>
                <a:prstClr val="black"/>
              </a:solidFill>
              <a:latin typeface="Calibri" panose="020F0502020204030204"/>
              <a:ea typeface="ＭＳ Ｐゴシック" panose="020B0600070205080204" pitchFamily="34" charset="-128"/>
              <a:cs typeface="ＭＳ Ｐゴシック" panose="020B0600070205080204" pitchFamily="34" charset="-128"/>
            </a:endParaRPr>
          </a:p>
          <a:p>
            <a:pPr marL="257175" indent="-257175" defTabSz="685800">
              <a:lnSpc>
                <a:spcPct val="90000"/>
              </a:lnSpc>
              <a:defRPr/>
            </a:pPr>
            <a:r>
              <a:rPr lang="en-US" altLang="en-US" sz="1800" dirty="0">
                <a:solidFill>
                  <a:srgbClr val="CC0000"/>
                </a:solidFill>
                <a:latin typeface="Calibri" panose="020F0502020204030204"/>
                <a:ea typeface="ＭＳ Ｐゴシック" panose="020B0600070205080204" pitchFamily="34" charset="-128"/>
                <a:cs typeface="ＭＳ Ｐゴシック" panose="020B0600070205080204" pitchFamily="34" charset="-128"/>
              </a:rPr>
              <a:t>generalized forwarding: </a:t>
            </a:r>
            <a:r>
              <a:rPr lang="en-US" altLang="en-US" sz="18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forward based on any set of header field values</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146033" y="3307039"/>
            <a:ext cx="190468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800" kern="0" dirty="0">
                <a:solidFill>
                  <a:srgbClr val="000099"/>
                </a:solidFill>
                <a:latin typeface="Calibri" panose="020F0502020204030204"/>
              </a:rPr>
              <a:t>physical layer:</a:t>
            </a:r>
          </a:p>
          <a:p>
            <a:pPr algn="r" defTabSz="685800" eaLnBrk="0" fontAlgn="base" hangingPunct="0">
              <a:spcBef>
                <a:spcPct val="0"/>
              </a:spcBef>
              <a:spcAft>
                <a:spcPct val="0"/>
              </a:spcAft>
              <a:defRPr/>
            </a:pPr>
            <a:r>
              <a:rPr lang="en-US" altLang="en-US" sz="1800" kern="0" dirty="0">
                <a:solidFill>
                  <a:srgbClr val="000000"/>
                </a:solidFill>
                <a:latin typeface="Calibri" panose="020F0502020204030204"/>
              </a:rPr>
              <a:t>bit-level reception</a:t>
            </a:r>
            <a:endParaRPr lang="en-US" altLang="en-US" sz="1500" kern="0" dirty="0">
              <a:solidFill>
                <a:srgbClr val="000000"/>
              </a:solidFill>
              <a:latin typeface="Calibri" panose="020F0502020204030204"/>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5495200" y="1534199"/>
            <a:ext cx="8335" cy="2149078"/>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5564256" y="2380733"/>
            <a:ext cx="791766" cy="62150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350" kern="0" dirty="0">
                <a:solidFill>
                  <a:srgbClr val="000000"/>
                </a:solidFill>
              </a:rPr>
              <a:t>switch</a:t>
            </a:r>
          </a:p>
          <a:p>
            <a:pPr algn="ctr" defTabSz="685800" eaLnBrk="0" fontAlgn="base" hangingPunct="0">
              <a:lnSpc>
                <a:spcPct val="90000"/>
              </a:lnSpc>
              <a:spcBef>
                <a:spcPct val="0"/>
              </a:spcBef>
              <a:spcAft>
                <a:spcPct val="0"/>
              </a:spcAft>
              <a:defRPr/>
            </a:pPr>
            <a:r>
              <a:rPr lang="en-US" altLang="en-US" sz="1350" kern="0" dirty="0">
                <a:solidFill>
                  <a:srgbClr val="000000"/>
                </a:solidFill>
              </a:rPr>
              <a:t>fabric</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4149794" y="2562899"/>
            <a:ext cx="745331" cy="351234"/>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057866" y="3073676"/>
            <a:ext cx="334565" cy="367904"/>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3950960" y="3318946"/>
            <a:ext cx="502444" cy="592931"/>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grpSp>
        <p:nvGrpSpPr>
          <p:cNvPr id="32" name="Group 31">
            <a:extLst>
              <a:ext uri="{FF2B5EF4-FFF2-40B4-BE49-F238E27FC236}">
                <a16:creationId xmlns:a16="http://schemas.microsoft.com/office/drawing/2014/main" id="{F18F2E2A-C657-CE42-826A-8464B8BEB733}"/>
              </a:ext>
            </a:extLst>
          </p:cNvPr>
          <p:cNvGrpSpPr/>
          <p:nvPr/>
        </p:nvGrpSpPr>
        <p:grpSpPr>
          <a:xfrm>
            <a:off x="605589" y="2105647"/>
            <a:ext cx="3300127" cy="2820306"/>
            <a:chOff x="807452" y="1664528"/>
            <a:chExt cx="4400169" cy="3760409"/>
          </a:xfrm>
        </p:grpSpPr>
        <p:sp>
          <p:nvSpPr>
            <p:cNvPr id="33" name="Rectangle 33">
              <a:extLst>
                <a:ext uri="{FF2B5EF4-FFF2-40B4-BE49-F238E27FC236}">
                  <a16:creationId xmlns:a16="http://schemas.microsoft.com/office/drawing/2014/main" id="{2EA30939-880D-1A4E-ADA4-26E2CC52164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350" kern="0" dirty="0">
                  <a:solidFill>
                    <a:srgbClr val="000000"/>
                  </a:solidFill>
                </a:rPr>
                <a:t>link </a:t>
              </a:r>
            </a:p>
            <a:p>
              <a:pPr algn="ctr" defTabSz="685800" eaLnBrk="0" fontAlgn="base" hangingPunct="0">
                <a:lnSpc>
                  <a:spcPct val="90000"/>
                </a:lnSpc>
                <a:spcBef>
                  <a:spcPct val="0"/>
                </a:spcBef>
                <a:spcAft>
                  <a:spcPct val="0"/>
                </a:spcAft>
                <a:defRPr/>
              </a:pPr>
              <a:r>
                <a:rPr lang="en-US" altLang="en-US" sz="1350" kern="0" dirty="0">
                  <a:solidFill>
                    <a:srgbClr val="000000"/>
                  </a:solidFill>
                </a:rPr>
                <a:t>layer </a:t>
              </a:r>
            </a:p>
            <a:p>
              <a:pPr algn="ctr" defTabSz="685800" eaLnBrk="0" fontAlgn="base" hangingPunct="0">
                <a:lnSpc>
                  <a:spcPct val="90000"/>
                </a:lnSpc>
                <a:spcBef>
                  <a:spcPct val="0"/>
                </a:spcBef>
                <a:spcAft>
                  <a:spcPct val="0"/>
                </a:spcAft>
                <a:defRPr/>
              </a:pPr>
              <a:r>
                <a:rPr lang="en-US" altLang="en-US" sz="1350" kern="0" dirty="0">
                  <a:solidFill>
                    <a:srgbClr val="000000"/>
                  </a:solidFill>
                </a:rPr>
                <a:t>protocol</a:t>
              </a:r>
            </a:p>
            <a:p>
              <a:pPr algn="ctr" defTabSz="685800" eaLnBrk="0" fontAlgn="base" hangingPunct="0">
                <a:lnSpc>
                  <a:spcPct val="90000"/>
                </a:lnSpc>
                <a:spcBef>
                  <a:spcPct val="0"/>
                </a:spcBef>
                <a:spcAft>
                  <a:spcPct val="0"/>
                </a:spcAft>
                <a:defRPr/>
              </a:pPr>
              <a:r>
                <a:rPr lang="en-US" altLang="en-US" sz="1350" kern="0" dirty="0">
                  <a:solidFill>
                    <a:srgbClr val="000000"/>
                  </a:solidFill>
                </a:rPr>
                <a:t>(receive)</a:t>
              </a:r>
            </a:p>
          </p:txBody>
        </p:sp>
        <p:grpSp>
          <p:nvGrpSpPr>
            <p:cNvPr id="34" name="Group 33">
              <a:extLst>
                <a:ext uri="{FF2B5EF4-FFF2-40B4-BE49-F238E27FC236}">
                  <a16:creationId xmlns:a16="http://schemas.microsoft.com/office/drawing/2014/main" id="{913133BD-446D-E742-B2AD-72DE39321A8A}"/>
                </a:ext>
              </a:extLst>
            </p:cNvPr>
            <p:cNvGrpSpPr/>
            <p:nvPr/>
          </p:nvGrpSpPr>
          <p:grpSpPr>
            <a:xfrm>
              <a:off x="807452" y="1664528"/>
              <a:ext cx="4400169" cy="3760409"/>
              <a:chOff x="807452" y="1664528"/>
              <a:chExt cx="4400169" cy="3760409"/>
            </a:xfrm>
          </p:grpSpPr>
          <p:sp>
            <p:nvSpPr>
              <p:cNvPr id="35" name="Rectangle 14">
                <a:extLst>
                  <a:ext uri="{FF2B5EF4-FFF2-40B4-BE49-F238E27FC236}">
                    <a16:creationId xmlns:a16="http://schemas.microsoft.com/office/drawing/2014/main" id="{79A46D4C-DBCD-A54B-9BA8-1AEED3D1385B}"/>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6" name="Line 30">
                <a:extLst>
                  <a:ext uri="{FF2B5EF4-FFF2-40B4-BE49-F238E27FC236}">
                    <a16:creationId xmlns:a16="http://schemas.microsoft.com/office/drawing/2014/main" id="{42D89CE3-6D54-8D4C-A4FF-D8068693F459}"/>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7" name="Text Box 6">
                <a:extLst>
                  <a:ext uri="{FF2B5EF4-FFF2-40B4-BE49-F238E27FC236}">
                    <a16:creationId xmlns:a16="http://schemas.microsoft.com/office/drawing/2014/main" id="{29D9E7A0-6D99-F942-B6C6-24EF09651BBA}"/>
                  </a:ext>
                </a:extLst>
              </p:cNvPr>
              <p:cNvSpPr txBox="1">
                <a:spLocks noChangeArrowheads="1"/>
              </p:cNvSpPr>
              <p:nvPr/>
            </p:nvSpPr>
            <p:spPr bwMode="auto">
              <a:xfrm>
                <a:off x="807452" y="4193830"/>
                <a:ext cx="1941130" cy="1231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800" kern="0" dirty="0">
                    <a:solidFill>
                      <a:srgbClr val="000099"/>
                    </a:solidFill>
                    <a:latin typeface="Calibri" panose="020F0502020204030204"/>
                  </a:rPr>
                  <a:t>link layer:</a:t>
                </a:r>
              </a:p>
              <a:p>
                <a:pPr algn="r" defTabSz="685800" eaLnBrk="0" fontAlgn="base" hangingPunct="0">
                  <a:spcBef>
                    <a:spcPct val="0"/>
                  </a:spcBef>
                  <a:spcAft>
                    <a:spcPct val="0"/>
                  </a:spcAft>
                  <a:defRPr/>
                </a:pPr>
                <a:r>
                  <a:rPr lang="en-US" altLang="en-US" sz="1800" kern="0" dirty="0">
                    <a:solidFill>
                      <a:srgbClr val="000000"/>
                    </a:solidFill>
                    <a:latin typeface="Calibri" panose="020F0502020204030204"/>
                  </a:rPr>
                  <a:t>e.g., Ethernet</a:t>
                </a:r>
              </a:p>
              <a:p>
                <a:pPr algn="r" defTabSz="685800" eaLnBrk="0" fontAlgn="base" hangingPunct="0">
                  <a:spcBef>
                    <a:spcPct val="0"/>
                  </a:spcBef>
                  <a:spcAft>
                    <a:spcPct val="0"/>
                  </a:spcAft>
                  <a:defRPr/>
                </a:pPr>
                <a:r>
                  <a:rPr lang="en-US" altLang="en-US" sz="1800" kern="0" dirty="0">
                    <a:solidFill>
                      <a:srgbClr val="000000"/>
                    </a:solidFill>
                    <a:latin typeface="Calibri" panose="020F0502020204030204"/>
                  </a:rPr>
                  <a:t>(chapter 6)</a:t>
                </a:r>
                <a:endParaRPr lang="en-US" altLang="en-US" sz="1500" kern="0" dirty="0">
                  <a:solidFill>
                    <a:srgbClr val="000000"/>
                  </a:solidFill>
                  <a:latin typeface="Calibri" panose="020F0502020204030204"/>
                </a:endParaRPr>
              </a:p>
            </p:txBody>
          </p:sp>
          <p:sp>
            <p:nvSpPr>
              <p:cNvPr id="38" name="Line 59">
                <a:extLst>
                  <a:ext uri="{FF2B5EF4-FFF2-40B4-BE49-F238E27FC236}">
                    <a16:creationId xmlns:a16="http://schemas.microsoft.com/office/drawing/2014/main" id="{67FB4697-6647-C242-8EBD-81171A3917C4}"/>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grpSp>
      </p:grpSp>
    </p:spTree>
    <p:extLst>
      <p:ext uri="{BB962C8B-B14F-4D97-AF65-F5344CB8AC3E}">
        <p14:creationId xmlns:p14="http://schemas.microsoft.com/office/powerpoint/2010/main" val="827209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2">
            <a:extLst>
              <a:ext uri="{FF2B5EF4-FFF2-40B4-BE49-F238E27FC236}">
                <a16:creationId xmlns:a16="http://schemas.microsoft.com/office/drawing/2014/main" id="{39713235-40E8-FD43-A0F7-09AF038C8856}"/>
              </a:ext>
            </a:extLst>
          </p:cNvPr>
          <p:cNvSpPr txBox="1">
            <a:spLocks noChangeArrowheads="1"/>
          </p:cNvSpPr>
          <p:nvPr/>
        </p:nvSpPr>
        <p:spPr bwMode="auto">
          <a:xfrm>
            <a:off x="891001" y="5382453"/>
            <a:ext cx="54994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800" i="1" dirty="0">
                <a:solidFill>
                  <a:srgbClr val="CC0000"/>
                </a:solidFill>
                <a:latin typeface="Calibri" panose="020F0502020204030204"/>
              </a:rPr>
              <a:t>Q:</a:t>
            </a:r>
            <a:r>
              <a:rPr lang="en-US" altLang="en-US" sz="1800" dirty="0">
                <a:solidFill>
                  <a:prstClr val="black"/>
                </a:solidFill>
                <a:latin typeface="Calibri" panose="020F0502020204030204"/>
              </a:rPr>
              <a:t> but what happens if ranges don’</a:t>
            </a:r>
            <a:r>
              <a:rPr lang="en-US" altLang="ja-JP" sz="1800" dirty="0">
                <a:solidFill>
                  <a:prstClr val="black"/>
                </a:solidFill>
                <a:latin typeface="Calibri" panose="020F0502020204030204"/>
              </a:rPr>
              <a:t>t divide up so nicely? </a:t>
            </a:r>
            <a:endParaRPr lang="en-US" altLang="en-US" sz="1800" dirty="0">
              <a:solidFill>
                <a:prstClr val="black"/>
              </a:solidFill>
              <a:latin typeface="Calibri" panose="020F0502020204030204"/>
            </a:endParaRPr>
          </a:p>
        </p:txBody>
      </p:sp>
      <p:pic>
        <p:nvPicPr>
          <p:cNvPr id="27" name="Picture 26">
            <a:extLst>
              <a:ext uri="{FF2B5EF4-FFF2-40B4-BE49-F238E27FC236}">
                <a16:creationId xmlns:a16="http://schemas.microsoft.com/office/drawing/2014/main" id="{26C911F9-D713-DF44-9F74-E50D01F6C43A}"/>
              </a:ext>
            </a:extLst>
          </p:cNvPr>
          <p:cNvPicPr>
            <a:picLocks noChangeAspect="1"/>
          </p:cNvPicPr>
          <p:nvPr/>
        </p:nvPicPr>
        <p:blipFill>
          <a:blip r:embed="rId3"/>
          <a:stretch>
            <a:fillRect/>
          </a:stretch>
        </p:blipFill>
        <p:spPr>
          <a:xfrm>
            <a:off x="792308" y="3223129"/>
            <a:ext cx="7031900" cy="2084678"/>
          </a:xfrm>
          <a:prstGeom prst="rect">
            <a:avLst/>
          </a:prstGeom>
        </p:spPr>
      </p:pic>
      <p:grpSp>
        <p:nvGrpSpPr>
          <p:cNvPr id="7" name="Group 6">
            <a:extLst>
              <a:ext uri="{FF2B5EF4-FFF2-40B4-BE49-F238E27FC236}">
                <a16:creationId xmlns:a16="http://schemas.microsoft.com/office/drawing/2014/main" id="{625C7E65-E330-D54C-9458-A2526E45EE84}"/>
              </a:ext>
            </a:extLst>
          </p:cNvPr>
          <p:cNvGrpSpPr/>
          <p:nvPr/>
        </p:nvGrpSpPr>
        <p:grpSpPr>
          <a:xfrm>
            <a:off x="674051" y="1688523"/>
            <a:ext cx="7274995" cy="1533435"/>
            <a:chOff x="898734" y="1108364"/>
            <a:chExt cx="9699993" cy="2044580"/>
          </a:xfrm>
        </p:grpSpPr>
        <p:pic>
          <p:nvPicPr>
            <p:cNvPr id="28" name="Picture 27">
              <a:extLst>
                <a:ext uri="{FF2B5EF4-FFF2-40B4-BE49-F238E27FC236}">
                  <a16:creationId xmlns:a16="http://schemas.microsoft.com/office/drawing/2014/main" id="{AB2C9B1D-B13F-2A44-BFD7-FE059F60C03B}"/>
                </a:ext>
              </a:extLst>
            </p:cNvPr>
            <p:cNvPicPr>
              <a:picLocks noChangeAspect="1"/>
            </p:cNvPicPr>
            <p:nvPr/>
          </p:nvPicPr>
          <p:blipFill>
            <a:blip r:embed="rId4"/>
            <a:stretch>
              <a:fillRect/>
            </a:stretch>
          </p:blipFill>
          <p:spPr>
            <a:xfrm>
              <a:off x="898734" y="1186912"/>
              <a:ext cx="9594790" cy="1966032"/>
            </a:xfrm>
            <a:prstGeom prst="rect">
              <a:avLst/>
            </a:prstGeom>
          </p:spPr>
        </p:pic>
        <p:sp>
          <p:nvSpPr>
            <p:cNvPr id="5" name="Rectangle 4">
              <a:extLst>
                <a:ext uri="{FF2B5EF4-FFF2-40B4-BE49-F238E27FC236}">
                  <a16:creationId xmlns:a16="http://schemas.microsoft.com/office/drawing/2014/main" id="{1FAB1BC2-A9DF-384B-9E93-78C77805E9B5}"/>
                </a:ext>
              </a:extLst>
            </p:cNvPr>
            <p:cNvSpPr/>
            <p:nvPr/>
          </p:nvSpPr>
          <p:spPr>
            <a:xfrm>
              <a:off x="1039091" y="1108364"/>
              <a:ext cx="9559636" cy="2355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3" name="Content Placeholder 2">
            <a:extLst>
              <a:ext uri="{FF2B5EF4-FFF2-40B4-BE49-F238E27FC236}">
                <a16:creationId xmlns:a16="http://schemas.microsoft.com/office/drawing/2014/main" id="{70C5FE4A-CE91-E1BC-EFDE-D4F6503BD762}"/>
              </a:ext>
            </a:extLst>
          </p:cNvPr>
          <p:cNvSpPr>
            <a:spLocks noGrp="1"/>
          </p:cNvSpPr>
          <p:nvPr>
            <p:ph idx="1"/>
          </p:nvPr>
        </p:nvSpPr>
        <p:spPr>
          <a:xfrm>
            <a:off x="628650" y="1143515"/>
            <a:ext cx="7886700" cy="579580"/>
          </a:xfrm>
        </p:spPr>
        <p:txBody>
          <a:bodyPr/>
          <a:lstStyle/>
          <a:p>
            <a:r>
              <a:rPr lang="en-US" sz="2800" dirty="0"/>
              <a:t>Destination-based forwarding</a:t>
            </a:r>
            <a:endParaRPr lang="en-US" dirty="0"/>
          </a:p>
        </p:txBody>
      </p:sp>
      <p:sp>
        <p:nvSpPr>
          <p:cNvPr id="11" name="Slide Number Placeholder 4">
            <a:extLst>
              <a:ext uri="{FF2B5EF4-FFF2-40B4-BE49-F238E27FC236}">
                <a16:creationId xmlns:a16="http://schemas.microsoft.com/office/drawing/2014/main" id="{81C74D07-6178-E24A-9413-942CDFCE346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16</a:t>
            </a:fld>
            <a:endParaRPr lang="en-US" dirty="0">
              <a:solidFill>
                <a:prstClr val="white">
                  <a:lumMod val="50000"/>
                </a:prstClr>
              </a:solidFill>
              <a:latin typeface="Calibri" panose="020F0502020204030204"/>
            </a:endParaRPr>
          </a:p>
        </p:txBody>
      </p:sp>
      <p:grpSp>
        <p:nvGrpSpPr>
          <p:cNvPr id="9" name="Group 8">
            <a:extLst>
              <a:ext uri="{FF2B5EF4-FFF2-40B4-BE49-F238E27FC236}">
                <a16:creationId xmlns:a16="http://schemas.microsoft.com/office/drawing/2014/main" id="{BDFBC640-7D8A-6C4E-A73D-113F295A0D69}"/>
              </a:ext>
            </a:extLst>
          </p:cNvPr>
          <p:cNvGrpSpPr/>
          <p:nvPr/>
        </p:nvGrpSpPr>
        <p:grpSpPr>
          <a:xfrm>
            <a:off x="778886" y="2866596"/>
            <a:ext cx="6820002" cy="962459"/>
            <a:chOff x="1038514" y="2679128"/>
            <a:chExt cx="9093336" cy="1283278"/>
          </a:xfrm>
        </p:grpSpPr>
        <p:pic>
          <p:nvPicPr>
            <p:cNvPr id="29" name="Picture 28">
              <a:extLst>
                <a:ext uri="{FF2B5EF4-FFF2-40B4-BE49-F238E27FC236}">
                  <a16:creationId xmlns:a16="http://schemas.microsoft.com/office/drawing/2014/main" id="{16512AEA-D127-3748-A1EB-EB563AC90228}"/>
                </a:ext>
              </a:extLst>
            </p:cNvPr>
            <p:cNvPicPr>
              <a:picLocks noChangeAspect="1"/>
            </p:cNvPicPr>
            <p:nvPr/>
          </p:nvPicPr>
          <p:blipFill>
            <a:blip r:embed="rId5"/>
            <a:stretch>
              <a:fillRect/>
            </a:stretch>
          </p:blipFill>
          <p:spPr>
            <a:xfrm>
              <a:off x="1038514" y="2679128"/>
              <a:ext cx="9093336" cy="1283278"/>
            </a:xfrm>
            <a:prstGeom prst="rect">
              <a:avLst/>
            </a:prstGeom>
          </p:spPr>
        </p:pic>
        <p:sp>
          <p:nvSpPr>
            <p:cNvPr id="8" name="TextBox 7">
              <a:extLst>
                <a:ext uri="{FF2B5EF4-FFF2-40B4-BE49-F238E27FC236}">
                  <a16:creationId xmlns:a16="http://schemas.microsoft.com/office/drawing/2014/main" id="{9EF59FBD-8B2C-9141-A4D8-C536B3311F8A}"/>
                </a:ext>
              </a:extLst>
            </p:cNvPr>
            <p:cNvSpPr txBox="1"/>
            <p:nvPr/>
          </p:nvSpPr>
          <p:spPr>
            <a:xfrm>
              <a:off x="8451273" y="3131128"/>
              <a:ext cx="886691" cy="461665"/>
            </a:xfrm>
            <a:prstGeom prst="rect">
              <a:avLst/>
            </a:prstGeom>
            <a:solidFill>
              <a:schemeClr val="bg1"/>
            </a:solidFill>
          </p:spPr>
          <p:txBody>
            <a:bodyPr wrap="square" rtlCol="0">
              <a:spAutoFit/>
            </a:bodyPr>
            <a:lstStyle/>
            <a:p>
              <a:pPr algn="ctr" defTabSz="685800">
                <a:defRPr/>
              </a:pPr>
              <a:r>
                <a:rPr lang="en-US" sz="1650" dirty="0">
                  <a:solidFill>
                    <a:prstClr val="black"/>
                  </a:solidFill>
                  <a:latin typeface="Calibri" panose="020F0502020204030204"/>
                </a:rPr>
                <a:t>3</a:t>
              </a:r>
            </a:p>
          </p:txBody>
        </p:sp>
      </p:grpSp>
    </p:spTree>
    <p:extLst>
      <p:ext uri="{BB962C8B-B14F-4D97-AF65-F5344CB8AC3E}">
        <p14:creationId xmlns:p14="http://schemas.microsoft.com/office/powerpoint/2010/main" val="365791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42" presetClass="path" presetSubtype="0" accel="50000" decel="50000" fill="hold" nodeType="withEffect">
                                  <p:stCondLst>
                                    <p:cond delay="0"/>
                                  </p:stCondLst>
                                  <p:childTnLst>
                                    <p:animMotion origin="layout" path="M -3.75E-6 1.11022E-16 L 0.00052 0.10718 " pathEditMode="relative" rAng="0" ptsTypes="AA">
                                      <p:cBhvr>
                                        <p:cTn id="9" dur="2000" fill="hold"/>
                                        <p:tgtEl>
                                          <p:spTgt spid="27"/>
                                        </p:tgtEl>
                                        <p:attrNameLst>
                                          <p:attrName>ppt_x</p:attrName>
                                          <p:attrName>ppt_y</p:attrName>
                                        </p:attrNameLst>
                                      </p:cBhvr>
                                      <p:rCtr x="26" y="5347"/>
                                    </p:animMotion>
                                  </p:childTnLst>
                                </p:cTn>
                              </p:par>
                              <p:par>
                                <p:cTn id="10" presetID="42" presetClass="path" presetSubtype="0" accel="50000" decel="50000" fill="hold" nodeType="withEffect">
                                  <p:stCondLst>
                                    <p:cond delay="0"/>
                                  </p:stCondLst>
                                  <p:childTnLst>
                                    <p:animMotion origin="layout" path="M -4.375E-6 1.85185E-6 L 0.00013 -0.05417 " pathEditMode="relative" rAng="0" ptsTypes="AA">
                                      <p:cBhvr>
                                        <p:cTn id="11" dur="2000" fill="hold"/>
                                        <p:tgtEl>
                                          <p:spTgt spid="7"/>
                                        </p:tgtEl>
                                        <p:attrNameLst>
                                          <p:attrName>ppt_x</p:attrName>
                                          <p:attrName>ppt_y</p:attrName>
                                        </p:attrNameLst>
                                      </p:cBhvr>
                                      <p:rCtr x="0" y="-27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5" name="Content Placeholder 4">
            <a:extLst>
              <a:ext uri="{FF2B5EF4-FFF2-40B4-BE49-F238E27FC236}">
                <a16:creationId xmlns:a16="http://schemas.microsoft.com/office/drawing/2014/main" id="{CBDEAD2E-8F4B-BDF4-5060-0D056B321550}"/>
              </a:ext>
            </a:extLst>
          </p:cNvPr>
          <p:cNvSpPr>
            <a:spLocks noGrp="1"/>
          </p:cNvSpPr>
          <p:nvPr>
            <p:ph idx="1"/>
          </p:nvPr>
        </p:nvSpPr>
        <p:spPr>
          <a:xfrm>
            <a:off x="628650" y="1119394"/>
            <a:ext cx="7886700" cy="579580"/>
          </a:xfrm>
        </p:spPr>
        <p:txBody>
          <a:bodyPr/>
          <a:lstStyle/>
          <a:p>
            <a:r>
              <a:rPr lang="en-US" sz="2800" dirty="0"/>
              <a:t>Longest prefix matching</a:t>
            </a:r>
            <a:endParaRPr lang="en-US" dirty="0"/>
          </a:p>
        </p:txBody>
      </p:sp>
      <p:sp>
        <p:nvSpPr>
          <p:cNvPr id="31" name="Slide Number Placeholder 4">
            <a:extLst>
              <a:ext uri="{FF2B5EF4-FFF2-40B4-BE49-F238E27FC236}">
                <a16:creationId xmlns:a16="http://schemas.microsoft.com/office/drawing/2014/main" id="{EC760D1C-B9BF-9F46-BBE7-A444C5F68770}"/>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17</a:t>
            </a:fld>
            <a:endParaRPr lang="en-US" dirty="0">
              <a:solidFill>
                <a:prstClr val="white">
                  <a:lumMod val="50000"/>
                </a:prstClr>
              </a:solidFill>
              <a:latin typeface="Calibri" panose="020F0502020204030204"/>
            </a:endParaRP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743674" y="2007653"/>
            <a:ext cx="6899516" cy="1215110"/>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846070" y="2223727"/>
            <a:ext cx="6936269" cy="93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0000"/>
              </a:lnSpc>
              <a:defRPr/>
            </a:pPr>
            <a:r>
              <a:rPr lang="en-US" altLang="en-US" sz="2250" dirty="0">
                <a:solidFill>
                  <a:prstClr val="black"/>
                </a:solidFill>
                <a:latin typeface="Calibri" panose="020F0502020204030204"/>
              </a:rPr>
              <a:t>when looking for forwarding table entry for given destination address, use </a:t>
            </a:r>
            <a:r>
              <a:rPr lang="en-US" altLang="en-US" sz="2250" i="1" dirty="0">
                <a:solidFill>
                  <a:srgbClr val="000099"/>
                </a:solidFill>
                <a:latin typeface="Calibri" panose="020F0502020204030204"/>
              </a:rPr>
              <a:t>longest</a:t>
            </a:r>
            <a:r>
              <a:rPr lang="en-US" altLang="en-US" sz="2250" dirty="0">
                <a:solidFill>
                  <a:prstClr val="black"/>
                </a:solidFill>
                <a:latin typeface="Calibri" panose="020F0502020204030204"/>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836543" y="1783816"/>
            <a:ext cx="2726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dirty="0">
                <a:solidFill>
                  <a:srgbClr val="C00000"/>
                </a:solidFill>
                <a:latin typeface="Calibri" panose="020F0502020204030204"/>
              </a:rPr>
              <a:t>longest prefix match</a:t>
            </a:r>
          </a:p>
        </p:txBody>
      </p:sp>
      <p:grpSp>
        <p:nvGrpSpPr>
          <p:cNvPr id="3" name="Group 2">
            <a:extLst>
              <a:ext uri="{FF2B5EF4-FFF2-40B4-BE49-F238E27FC236}">
                <a16:creationId xmlns:a16="http://schemas.microsoft.com/office/drawing/2014/main" id="{03D13401-BB00-AB4B-8905-3EDC38C55E44}"/>
              </a:ext>
            </a:extLst>
          </p:cNvPr>
          <p:cNvGrpSpPr/>
          <p:nvPr/>
        </p:nvGrpSpPr>
        <p:grpSpPr>
          <a:xfrm>
            <a:off x="2005951" y="3419269"/>
            <a:ext cx="5609494" cy="1642258"/>
            <a:chOff x="2674601" y="3416024"/>
            <a:chExt cx="7479325" cy="2189678"/>
          </a:xfrm>
        </p:grpSpPr>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55199"/>
              <a:ext cx="4941530" cy="2150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defTabSz="685800">
                <a:lnSpc>
                  <a:spcPct val="150000"/>
                </a:lnSpc>
                <a:defRPr/>
              </a:pPr>
              <a:r>
                <a:rPr lang="en-US" altLang="en-US" sz="1350" dirty="0">
                  <a:solidFill>
                    <a:prstClr val="black"/>
                  </a:solidFill>
                </a:rPr>
                <a:t>Destination Address Range                        </a:t>
              </a:r>
            </a:p>
            <a:p>
              <a:pPr algn="just" defTabSz="685800">
                <a:lnSpc>
                  <a:spcPct val="150000"/>
                </a:lnSpc>
                <a:defRPr/>
              </a:pPr>
              <a:r>
                <a:rPr lang="en-US" altLang="en-US" sz="1350" dirty="0">
                  <a:solidFill>
                    <a:prstClr val="black"/>
                  </a:solidFill>
                  <a:latin typeface="Courier New" panose="02070309020205020404" pitchFamily="49" charset="0"/>
                </a:rPr>
                <a:t>11001000  00010111  00010</a:t>
              </a:r>
              <a:endParaRPr lang="en-US" altLang="en-US" sz="1500" dirty="0">
                <a:solidFill>
                  <a:prstClr val="black"/>
                </a:solidFill>
                <a:latin typeface="Courier New" panose="02070309020205020404" pitchFamily="49" charset="0"/>
              </a:endParaRPr>
            </a:p>
            <a:p>
              <a:pPr algn="just" defTabSz="685800">
                <a:lnSpc>
                  <a:spcPct val="150000"/>
                </a:lnSpc>
                <a:defRPr/>
              </a:pPr>
              <a:r>
                <a:rPr lang="en-US" altLang="en-US" sz="1350" dirty="0">
                  <a:solidFill>
                    <a:prstClr val="black"/>
                  </a:solidFill>
                  <a:latin typeface="Courier New" panose="02070309020205020404" pitchFamily="49" charset="0"/>
                </a:rPr>
                <a:t>11001000  00010111  00011000</a:t>
              </a:r>
              <a:endParaRPr lang="en-US" altLang="en-US" sz="1500" dirty="0">
                <a:solidFill>
                  <a:prstClr val="black"/>
                </a:solidFill>
                <a:latin typeface="Courier New" panose="02070309020205020404" pitchFamily="49" charset="0"/>
              </a:endParaRPr>
            </a:p>
            <a:p>
              <a:pPr algn="just" defTabSz="685800">
                <a:lnSpc>
                  <a:spcPct val="150000"/>
                </a:lnSpc>
                <a:defRPr/>
              </a:pPr>
              <a:r>
                <a:rPr lang="en-US" altLang="en-US" sz="1350" dirty="0">
                  <a:solidFill>
                    <a:prstClr val="black"/>
                  </a:solidFill>
                  <a:latin typeface="Courier New" panose="02070309020205020404" pitchFamily="49" charset="0"/>
                </a:rPr>
                <a:t>11001000  00010111  00011</a:t>
              </a:r>
              <a:endParaRPr lang="en-US" altLang="en-US" sz="1500" dirty="0">
                <a:solidFill>
                  <a:prstClr val="black"/>
                </a:solidFill>
                <a:latin typeface="Comic Sans MS" panose="030F0902030302020204" pitchFamily="66" charset="0"/>
              </a:endParaRPr>
            </a:p>
            <a:p>
              <a:pPr algn="just" defTabSz="685800">
                <a:lnSpc>
                  <a:spcPct val="150000"/>
                </a:lnSpc>
                <a:defRPr/>
              </a:pPr>
              <a:r>
                <a:rPr lang="en-US" altLang="en-US" sz="1350" dirty="0">
                  <a:solidFill>
                    <a:prstClr val="black"/>
                  </a:solidFill>
                </a:rPr>
                <a:t>otherwise  </a:t>
              </a:r>
              <a:r>
                <a:rPr lang="en-US" altLang="en-US" sz="1350" dirty="0">
                  <a:solidFill>
                    <a:prstClr val="black"/>
                  </a:solidFill>
                  <a:latin typeface="Times" pitchFamily="2" charset="0"/>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618392" cy="2149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150000"/>
                </a:lnSpc>
                <a:defRPr/>
              </a:pPr>
              <a:r>
                <a:rPr lang="en-US" altLang="en-US" sz="1350" dirty="0">
                  <a:solidFill>
                    <a:prstClr val="black"/>
                  </a:solidFill>
                </a:rPr>
                <a:t>Link interface</a:t>
              </a:r>
            </a:p>
            <a:p>
              <a:pPr defTabSz="685800">
                <a:lnSpc>
                  <a:spcPct val="150000"/>
                </a:lnSpc>
                <a:defRPr/>
              </a:pPr>
              <a:r>
                <a:rPr lang="en-US" altLang="en-US" sz="1350" dirty="0">
                  <a:solidFill>
                    <a:prstClr val="black"/>
                  </a:solidFill>
                </a:rPr>
                <a:t>0</a:t>
              </a:r>
            </a:p>
            <a:p>
              <a:pPr defTabSz="685800">
                <a:lnSpc>
                  <a:spcPct val="150000"/>
                </a:lnSpc>
                <a:defRPr/>
              </a:pPr>
              <a:r>
                <a:rPr lang="en-US" altLang="en-US" sz="1350" dirty="0">
                  <a:solidFill>
                    <a:prstClr val="black"/>
                  </a:solidFill>
                </a:rPr>
                <a:t>1</a:t>
              </a:r>
            </a:p>
            <a:p>
              <a:pPr defTabSz="685800">
                <a:lnSpc>
                  <a:spcPct val="150000"/>
                </a:lnSpc>
                <a:defRPr/>
              </a:pPr>
              <a:r>
                <a:rPr lang="en-US" altLang="en-US" sz="1350" dirty="0">
                  <a:solidFill>
                    <a:prstClr val="black"/>
                  </a:solidFill>
                </a:rPr>
                <a:t>2</a:t>
              </a:r>
            </a:p>
            <a:p>
              <a:pPr defTabSz="685800">
                <a:lnSpc>
                  <a:spcPct val="150000"/>
                </a:lnSpc>
                <a:defRPr/>
              </a:pPr>
              <a:r>
                <a:rPr lang="en-US" altLang="en-US" sz="1350" dirty="0">
                  <a:solidFill>
                    <a:prstClr val="black"/>
                  </a:solidFill>
                </a:rPr>
                <a:t>3</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6"/>
              <a:ext cx="1745673" cy="400109"/>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7" cy="677108"/>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4"/>
              <a:ext cx="1745673" cy="400109"/>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0"/>
              <a:ext cx="595747" cy="677108"/>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6"/>
              <a:ext cx="1745673" cy="400109"/>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grpSp>
      <p:grpSp>
        <p:nvGrpSpPr>
          <p:cNvPr id="4" name="Group 3">
            <a:extLst>
              <a:ext uri="{FF2B5EF4-FFF2-40B4-BE49-F238E27FC236}">
                <a16:creationId xmlns:a16="http://schemas.microsoft.com/office/drawing/2014/main" id="{F655AE30-180F-9548-B5CE-B9911AA53A47}"/>
              </a:ext>
            </a:extLst>
          </p:cNvPr>
          <p:cNvGrpSpPr/>
          <p:nvPr/>
        </p:nvGrpSpPr>
        <p:grpSpPr>
          <a:xfrm>
            <a:off x="592277" y="5167958"/>
            <a:ext cx="7025943" cy="689246"/>
            <a:chOff x="789703" y="5747609"/>
            <a:chExt cx="9367924" cy="918994"/>
          </a:xfrm>
        </p:grpSpPr>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2" y="6266494"/>
              <a:ext cx="5664372"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latin typeface="Courier New" panose="02070309020205020404" pitchFamily="49" charset="0"/>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2"/>
              <a:ext cx="1702604"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2100" dirty="0">
                  <a:solidFill>
                    <a:srgbClr val="000099"/>
                  </a:solidFill>
                  <a:latin typeface="Calibri" panose="020F0502020204030204"/>
                </a:rPr>
                <a:t>examples</a:t>
              </a:r>
              <a:r>
                <a:rPr lang="en-US" altLang="en-US" sz="1800" dirty="0">
                  <a:solidFill>
                    <a:srgbClr val="000099"/>
                  </a:solidFill>
                  <a:latin typeface="Calibri" panose="020F0502020204030204"/>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71567" cy="430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srgbClr val="0000A3"/>
                  </a:solidFill>
                  <a:latin typeface="Calibri" panose="020F0502020204030204"/>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70" y="6233982"/>
              <a:ext cx="1971567" cy="430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srgbClr val="0000A3"/>
                  </a:solidFill>
                  <a:latin typeface="Calibri" panose="020F0502020204030204"/>
                </a:rPr>
                <a:t>which interface?</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6" y="5802809"/>
              <a:ext cx="5664372"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latin typeface="Courier New" panose="02070309020205020404" pitchFamily="49" charset="0"/>
                  <a:cs typeface="Courier New" panose="02070309020205020404" pitchFamily="49" charset="0"/>
                </a:rPr>
                <a:t>11001000  00010111  00010110  10100001 </a:t>
              </a:r>
            </a:p>
          </p:txBody>
        </p:sp>
      </p:grpSp>
    </p:spTree>
    <p:extLst>
      <p:ext uri="{BB962C8B-B14F-4D97-AF65-F5344CB8AC3E}">
        <p14:creationId xmlns:p14="http://schemas.microsoft.com/office/powerpoint/2010/main" val="142118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35" name="Slide Number Placeholder 4">
            <a:extLst>
              <a:ext uri="{FF2B5EF4-FFF2-40B4-BE49-F238E27FC236}">
                <a16:creationId xmlns:a16="http://schemas.microsoft.com/office/drawing/2014/main" id="{0AD153D5-F6CB-0E4F-AE80-7E6404A6B287}"/>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18</a:t>
            </a:fld>
            <a:endParaRPr lang="en-US" dirty="0">
              <a:solidFill>
                <a:prstClr val="white">
                  <a:lumMod val="50000"/>
                </a:prstClr>
              </a:solidFill>
              <a:latin typeface="Calibri" panose="020F0502020204030204"/>
            </a:endParaRP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743674" y="2007653"/>
            <a:ext cx="6899516" cy="1215110"/>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846070" y="2223727"/>
            <a:ext cx="6936269" cy="93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0000"/>
              </a:lnSpc>
              <a:defRPr/>
            </a:pPr>
            <a:r>
              <a:rPr lang="en-US" altLang="en-US" sz="2250" dirty="0">
                <a:solidFill>
                  <a:prstClr val="black"/>
                </a:solidFill>
                <a:latin typeface="Calibri" panose="020F0502020204030204"/>
              </a:rPr>
              <a:t>when looking for forwarding table entry for given destination address, use </a:t>
            </a:r>
            <a:r>
              <a:rPr lang="en-US" altLang="en-US" sz="2250" i="1" dirty="0">
                <a:solidFill>
                  <a:srgbClr val="000099"/>
                </a:solidFill>
                <a:latin typeface="Calibri" panose="020F0502020204030204"/>
              </a:rPr>
              <a:t>longest</a:t>
            </a:r>
            <a:r>
              <a:rPr lang="en-US" altLang="en-US" sz="2250" dirty="0">
                <a:solidFill>
                  <a:prstClr val="black"/>
                </a:solidFill>
                <a:latin typeface="Calibri" panose="020F0502020204030204"/>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836543" y="1783816"/>
            <a:ext cx="2726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dirty="0">
                <a:solidFill>
                  <a:srgbClr val="C00000"/>
                </a:solidFill>
                <a:latin typeface="Calibri" panose="020F0502020204030204"/>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005951" y="3448650"/>
            <a:ext cx="3706148" cy="161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defTabSz="685800">
              <a:lnSpc>
                <a:spcPct val="150000"/>
              </a:lnSpc>
              <a:defRPr/>
            </a:pPr>
            <a:r>
              <a:rPr lang="en-US" altLang="en-US" sz="1350" dirty="0">
                <a:solidFill>
                  <a:prstClr val="black"/>
                </a:solidFill>
              </a:rPr>
              <a:t>Destination Address Range                        </a:t>
            </a:r>
          </a:p>
          <a:p>
            <a:pPr algn="just" defTabSz="685800">
              <a:lnSpc>
                <a:spcPct val="150000"/>
              </a:lnSpc>
              <a:defRPr/>
            </a:pPr>
            <a:r>
              <a:rPr lang="en-US" altLang="en-US" sz="1350" dirty="0">
                <a:solidFill>
                  <a:prstClr val="black"/>
                </a:solidFill>
                <a:latin typeface="Courier New" panose="02070309020205020404" pitchFamily="49" charset="0"/>
              </a:rPr>
              <a:t>11001000  00010111  00010</a:t>
            </a:r>
            <a:endParaRPr lang="en-US" altLang="en-US" sz="1500" dirty="0">
              <a:solidFill>
                <a:prstClr val="black"/>
              </a:solidFill>
              <a:latin typeface="Courier New" panose="02070309020205020404" pitchFamily="49" charset="0"/>
            </a:endParaRPr>
          </a:p>
          <a:p>
            <a:pPr algn="just" defTabSz="685800">
              <a:lnSpc>
                <a:spcPct val="150000"/>
              </a:lnSpc>
              <a:defRPr/>
            </a:pPr>
            <a:r>
              <a:rPr lang="en-US" altLang="en-US" sz="1350" dirty="0">
                <a:solidFill>
                  <a:prstClr val="black"/>
                </a:solidFill>
                <a:latin typeface="Courier New" panose="02070309020205020404" pitchFamily="49" charset="0"/>
              </a:rPr>
              <a:t>11001000  00010111  00011000</a:t>
            </a:r>
            <a:endParaRPr lang="en-US" altLang="en-US" sz="1500" dirty="0">
              <a:solidFill>
                <a:prstClr val="black"/>
              </a:solidFill>
              <a:latin typeface="Courier New" panose="02070309020205020404" pitchFamily="49" charset="0"/>
            </a:endParaRPr>
          </a:p>
          <a:p>
            <a:pPr algn="just" defTabSz="685800">
              <a:lnSpc>
                <a:spcPct val="150000"/>
              </a:lnSpc>
              <a:defRPr/>
            </a:pPr>
            <a:r>
              <a:rPr lang="en-US" altLang="en-US" sz="1350" dirty="0">
                <a:solidFill>
                  <a:prstClr val="black"/>
                </a:solidFill>
                <a:latin typeface="Courier New" panose="02070309020205020404" pitchFamily="49" charset="0"/>
              </a:rPr>
              <a:t>11001000  00010111  00011</a:t>
            </a:r>
            <a:endParaRPr lang="en-US" altLang="en-US" sz="1500" dirty="0">
              <a:solidFill>
                <a:prstClr val="black"/>
              </a:solidFill>
              <a:latin typeface="Comic Sans MS" panose="030F0902030302020204" pitchFamily="66" charset="0"/>
            </a:endParaRPr>
          </a:p>
          <a:p>
            <a:pPr algn="just" defTabSz="685800">
              <a:lnSpc>
                <a:spcPct val="150000"/>
              </a:lnSpc>
              <a:defRPr/>
            </a:pPr>
            <a:r>
              <a:rPr lang="en-US" altLang="en-US" sz="1350" dirty="0">
                <a:solidFill>
                  <a:prstClr val="black"/>
                </a:solidFill>
              </a:rPr>
              <a:t>otherwise  </a:t>
            </a:r>
            <a:r>
              <a:rPr lang="en-US" altLang="en-US" sz="1350" dirty="0">
                <a:solidFill>
                  <a:prstClr val="black"/>
                </a:solidFill>
                <a:latin typeface="Times" pitchFamily="2" charset="0"/>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006410" y="3462131"/>
            <a:ext cx="5594747" cy="1579960"/>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006410" y="378836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029032" y="411102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009982" y="4425347"/>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007601" y="4748006"/>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6082028" y="3440907"/>
            <a:ext cx="0" cy="1588294"/>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6118829" y="3419268"/>
            <a:ext cx="1213794" cy="161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150000"/>
              </a:lnSpc>
              <a:defRPr/>
            </a:pPr>
            <a:r>
              <a:rPr lang="en-US" altLang="en-US" sz="1350" dirty="0">
                <a:solidFill>
                  <a:prstClr val="black"/>
                </a:solidFill>
              </a:rPr>
              <a:t>Link interface</a:t>
            </a:r>
          </a:p>
          <a:p>
            <a:pPr defTabSz="685800">
              <a:lnSpc>
                <a:spcPct val="150000"/>
              </a:lnSpc>
              <a:defRPr/>
            </a:pPr>
            <a:r>
              <a:rPr lang="en-US" altLang="en-US" sz="1350" dirty="0">
                <a:solidFill>
                  <a:prstClr val="black"/>
                </a:solidFill>
              </a:rPr>
              <a:t>0</a:t>
            </a:r>
          </a:p>
          <a:p>
            <a:pPr defTabSz="685800">
              <a:lnSpc>
                <a:spcPct val="150000"/>
              </a:lnSpc>
              <a:defRPr/>
            </a:pPr>
            <a:r>
              <a:rPr lang="en-US" altLang="en-US" sz="1350" dirty="0">
                <a:solidFill>
                  <a:prstClr val="black"/>
                </a:solidFill>
              </a:rPr>
              <a:t>1</a:t>
            </a:r>
          </a:p>
          <a:p>
            <a:pPr defTabSz="685800">
              <a:lnSpc>
                <a:spcPct val="150000"/>
              </a:lnSpc>
              <a:defRPr/>
            </a:pPr>
            <a:r>
              <a:rPr lang="en-US" altLang="en-US" sz="1350" dirty="0">
                <a:solidFill>
                  <a:prstClr val="black"/>
                </a:solidFill>
              </a:rPr>
              <a:t>2</a:t>
            </a:r>
          </a:p>
          <a:p>
            <a:pPr defTabSz="685800">
              <a:lnSpc>
                <a:spcPct val="150000"/>
              </a:lnSpc>
              <a:defRPr/>
            </a:pPr>
            <a:r>
              <a:rPr lang="en-US" altLang="en-US" sz="1350" dirty="0">
                <a:solidFill>
                  <a:prstClr val="black"/>
                </a:solidFill>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004736" y="5557121"/>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latin typeface="Courier New" panose="02070309020205020404" pitchFamily="49" charset="0"/>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592278" y="5269418"/>
            <a:ext cx="127695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2100" dirty="0">
                <a:solidFill>
                  <a:srgbClr val="000099"/>
                </a:solidFill>
                <a:latin typeface="Calibri" panose="020F0502020204030204"/>
              </a:rPr>
              <a:t>examples</a:t>
            </a:r>
            <a:r>
              <a:rPr lang="en-US" altLang="en-US" sz="1800" dirty="0">
                <a:solidFill>
                  <a:srgbClr val="000099"/>
                </a:solidFill>
                <a:latin typeface="Calibri" panose="020F0502020204030204"/>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6139546" y="516795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srgbClr val="0000A3"/>
                </a:solidFill>
                <a:latin typeface="Calibri" panose="020F0502020204030204"/>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6134152" y="553273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srgbClr val="0000A3"/>
                </a:solidFill>
                <a:latin typeface="Calibri" panose="020F0502020204030204"/>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5072496" y="3860224"/>
            <a:ext cx="1309255" cy="300082"/>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4566805" y="3861530"/>
            <a:ext cx="446810" cy="507831"/>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5070004" y="4469824"/>
            <a:ext cx="1309255" cy="300082"/>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4562263" y="4492231"/>
            <a:ext cx="446810" cy="507831"/>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5070004" y="4174549"/>
            <a:ext cx="1309255" cy="300082"/>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004124" y="5209357"/>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latin typeface="Courier New" panose="02070309020205020404" pitchFamily="49" charset="0"/>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602673" y="3330286"/>
            <a:ext cx="7252855" cy="2670464"/>
            <a:chOff x="803563" y="3297382"/>
            <a:chExt cx="9670473" cy="3560618"/>
          </a:xfrm>
        </p:grpSpPr>
        <p:sp>
          <p:nvSpPr>
            <p:cNvPr id="7" name="Freeform 6">
              <a:extLst>
                <a:ext uri="{FF2B5EF4-FFF2-40B4-BE49-F238E27FC236}">
                  <a16:creationId xmlns:a16="http://schemas.microsoft.com/office/drawing/2014/main" id="{A848FF30-7F47-EF40-9B21-6336F9996053}"/>
                </a:ext>
              </a:extLst>
            </p:cNvPr>
            <p:cNvSpPr/>
            <p:nvPr/>
          </p:nvSpPr>
          <p:spPr>
            <a:xfrm>
              <a:off x="845127" y="32973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470E4B3-DFDA-4D4A-93DD-AEAF7A1D9F63}"/>
                </a:ext>
              </a:extLst>
            </p:cNvPr>
            <p:cNvSpPr/>
            <p:nvPr/>
          </p:nvSpPr>
          <p:spPr>
            <a:xfrm>
              <a:off x="1634837" y="4364180"/>
              <a:ext cx="8756072" cy="1399309"/>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803563" y="57357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246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026228" y="3836843"/>
            <a:ext cx="2628899" cy="1613189"/>
            <a:chOff x="2701636" y="3972790"/>
            <a:chExt cx="3505199" cy="2150919"/>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7279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350327"/>
              <a:ext cx="290946" cy="142701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4738255"/>
              <a:ext cx="1128771" cy="492443"/>
            </a:xfrm>
            <a:prstGeom prst="rect">
              <a:avLst/>
            </a:prstGeom>
            <a:solidFill>
              <a:schemeClr val="bg1"/>
            </a:solidFill>
          </p:spPr>
          <p:txBody>
            <a:bodyPr wrap="none" rtlCol="0">
              <a:spAutoFit/>
            </a:bodyPr>
            <a:lstStyle/>
            <a:p>
              <a:pPr defTabSz="685800">
                <a:defRPr/>
              </a:pPr>
              <a:r>
                <a:rPr lang="en-US" dirty="0">
                  <a:solidFill>
                    <a:srgbClr val="C00000"/>
                  </a:solidFill>
                  <a:latin typeface="Calibri" panose="020F0502020204030204"/>
                </a:rPr>
                <a:t>match!</a:t>
              </a:r>
            </a:p>
          </p:txBody>
        </p:sp>
      </p:grpSp>
    </p:spTree>
    <p:extLst>
      <p:ext uri="{BB962C8B-B14F-4D97-AF65-F5344CB8AC3E}">
        <p14:creationId xmlns:p14="http://schemas.microsoft.com/office/powerpoint/2010/main" val="423417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35" name="Slide Number Placeholder 4">
            <a:extLst>
              <a:ext uri="{FF2B5EF4-FFF2-40B4-BE49-F238E27FC236}">
                <a16:creationId xmlns:a16="http://schemas.microsoft.com/office/drawing/2014/main" id="{41B73FEC-A96A-8347-A60F-5E87D5B24CAA}"/>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19</a:t>
            </a:fld>
            <a:endParaRPr lang="en-US" dirty="0">
              <a:solidFill>
                <a:prstClr val="white">
                  <a:lumMod val="50000"/>
                </a:prstClr>
              </a:solidFill>
              <a:latin typeface="Calibri" panose="020F0502020204030204"/>
            </a:endParaRP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743674" y="2007653"/>
            <a:ext cx="6899516" cy="1215110"/>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846070" y="2223727"/>
            <a:ext cx="6936269" cy="93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0000"/>
              </a:lnSpc>
              <a:defRPr/>
            </a:pPr>
            <a:r>
              <a:rPr lang="en-US" altLang="en-US" sz="2250" dirty="0">
                <a:solidFill>
                  <a:prstClr val="black"/>
                </a:solidFill>
                <a:latin typeface="Calibri" panose="020F0502020204030204"/>
              </a:rPr>
              <a:t>when looking for forwarding table entry for given destination address, use </a:t>
            </a:r>
            <a:r>
              <a:rPr lang="en-US" altLang="en-US" sz="2250" i="1" dirty="0">
                <a:solidFill>
                  <a:srgbClr val="000099"/>
                </a:solidFill>
                <a:latin typeface="Calibri" panose="020F0502020204030204"/>
              </a:rPr>
              <a:t>longest</a:t>
            </a:r>
            <a:r>
              <a:rPr lang="en-US" altLang="en-US" sz="2250" dirty="0">
                <a:solidFill>
                  <a:prstClr val="black"/>
                </a:solidFill>
                <a:latin typeface="Calibri" panose="020F0502020204030204"/>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836543" y="1783816"/>
            <a:ext cx="2726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dirty="0">
                <a:solidFill>
                  <a:srgbClr val="C00000"/>
                </a:solidFill>
                <a:latin typeface="Calibri" panose="020F0502020204030204"/>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005951" y="3448650"/>
            <a:ext cx="3706148" cy="161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defTabSz="685800">
              <a:lnSpc>
                <a:spcPct val="150000"/>
              </a:lnSpc>
              <a:defRPr/>
            </a:pPr>
            <a:r>
              <a:rPr lang="en-US" altLang="en-US" sz="1350" dirty="0">
                <a:solidFill>
                  <a:prstClr val="black"/>
                </a:solidFill>
              </a:rPr>
              <a:t>Destination Address Range                        </a:t>
            </a:r>
          </a:p>
          <a:p>
            <a:pPr algn="just" defTabSz="685800">
              <a:lnSpc>
                <a:spcPct val="150000"/>
              </a:lnSpc>
              <a:defRPr/>
            </a:pPr>
            <a:r>
              <a:rPr lang="en-US" altLang="en-US" sz="1350" dirty="0">
                <a:solidFill>
                  <a:prstClr val="black"/>
                </a:solidFill>
                <a:latin typeface="Courier New" panose="02070309020205020404" pitchFamily="49" charset="0"/>
              </a:rPr>
              <a:t>11001000  00010111  00010</a:t>
            </a:r>
            <a:endParaRPr lang="en-US" altLang="en-US" sz="1500" dirty="0">
              <a:solidFill>
                <a:prstClr val="black"/>
              </a:solidFill>
              <a:latin typeface="Courier New" panose="02070309020205020404" pitchFamily="49" charset="0"/>
            </a:endParaRPr>
          </a:p>
          <a:p>
            <a:pPr algn="just" defTabSz="685800">
              <a:lnSpc>
                <a:spcPct val="150000"/>
              </a:lnSpc>
              <a:defRPr/>
            </a:pPr>
            <a:r>
              <a:rPr lang="en-US" altLang="en-US" sz="1350" dirty="0">
                <a:solidFill>
                  <a:prstClr val="black"/>
                </a:solidFill>
                <a:latin typeface="Courier New" panose="02070309020205020404" pitchFamily="49" charset="0"/>
              </a:rPr>
              <a:t>11001000  00010111  00011000</a:t>
            </a:r>
            <a:endParaRPr lang="en-US" altLang="en-US" sz="1500" dirty="0">
              <a:solidFill>
                <a:prstClr val="black"/>
              </a:solidFill>
              <a:latin typeface="Courier New" panose="02070309020205020404" pitchFamily="49" charset="0"/>
            </a:endParaRPr>
          </a:p>
          <a:p>
            <a:pPr algn="just" defTabSz="685800">
              <a:lnSpc>
                <a:spcPct val="150000"/>
              </a:lnSpc>
              <a:defRPr/>
            </a:pPr>
            <a:r>
              <a:rPr lang="en-US" altLang="en-US" sz="1350" dirty="0">
                <a:solidFill>
                  <a:prstClr val="black"/>
                </a:solidFill>
                <a:latin typeface="Courier New" panose="02070309020205020404" pitchFamily="49" charset="0"/>
              </a:rPr>
              <a:t>11001000  00010111  00011</a:t>
            </a:r>
            <a:endParaRPr lang="en-US" altLang="en-US" sz="1500" dirty="0">
              <a:solidFill>
                <a:prstClr val="black"/>
              </a:solidFill>
              <a:latin typeface="Comic Sans MS" panose="030F0902030302020204" pitchFamily="66" charset="0"/>
            </a:endParaRPr>
          </a:p>
          <a:p>
            <a:pPr algn="just" defTabSz="685800">
              <a:lnSpc>
                <a:spcPct val="150000"/>
              </a:lnSpc>
              <a:defRPr/>
            </a:pPr>
            <a:r>
              <a:rPr lang="en-US" altLang="en-US" sz="1350" dirty="0">
                <a:solidFill>
                  <a:prstClr val="black"/>
                </a:solidFill>
              </a:rPr>
              <a:t>otherwise  </a:t>
            </a:r>
            <a:r>
              <a:rPr lang="en-US" altLang="en-US" sz="1350" dirty="0">
                <a:solidFill>
                  <a:prstClr val="black"/>
                </a:solidFill>
                <a:latin typeface="Times" pitchFamily="2" charset="0"/>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006410" y="3462131"/>
            <a:ext cx="5594747" cy="1579960"/>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006410" y="378836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029032" y="411102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009982" y="4425347"/>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007601" y="4748006"/>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6082028" y="3440907"/>
            <a:ext cx="0" cy="1588294"/>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6118829" y="3419268"/>
            <a:ext cx="1213794" cy="161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150000"/>
              </a:lnSpc>
              <a:defRPr/>
            </a:pPr>
            <a:r>
              <a:rPr lang="en-US" altLang="en-US" sz="1350" dirty="0">
                <a:solidFill>
                  <a:prstClr val="black"/>
                </a:solidFill>
              </a:rPr>
              <a:t>Link interface</a:t>
            </a:r>
          </a:p>
          <a:p>
            <a:pPr defTabSz="685800">
              <a:lnSpc>
                <a:spcPct val="150000"/>
              </a:lnSpc>
              <a:defRPr/>
            </a:pPr>
            <a:r>
              <a:rPr lang="en-US" altLang="en-US" sz="1350" dirty="0">
                <a:solidFill>
                  <a:prstClr val="black"/>
                </a:solidFill>
              </a:rPr>
              <a:t>0</a:t>
            </a:r>
          </a:p>
          <a:p>
            <a:pPr defTabSz="685800">
              <a:lnSpc>
                <a:spcPct val="150000"/>
              </a:lnSpc>
              <a:defRPr/>
            </a:pPr>
            <a:r>
              <a:rPr lang="en-US" altLang="en-US" sz="1350" dirty="0">
                <a:solidFill>
                  <a:prstClr val="black"/>
                </a:solidFill>
              </a:rPr>
              <a:t>1</a:t>
            </a:r>
          </a:p>
          <a:p>
            <a:pPr defTabSz="685800">
              <a:lnSpc>
                <a:spcPct val="150000"/>
              </a:lnSpc>
              <a:defRPr/>
            </a:pPr>
            <a:r>
              <a:rPr lang="en-US" altLang="en-US" sz="1350" dirty="0">
                <a:solidFill>
                  <a:prstClr val="black"/>
                </a:solidFill>
              </a:rPr>
              <a:t>2</a:t>
            </a:r>
          </a:p>
          <a:p>
            <a:pPr defTabSz="685800">
              <a:lnSpc>
                <a:spcPct val="150000"/>
              </a:lnSpc>
              <a:defRPr/>
            </a:pPr>
            <a:r>
              <a:rPr lang="en-US" altLang="en-US" sz="1350" dirty="0">
                <a:solidFill>
                  <a:prstClr val="black"/>
                </a:solidFill>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004736" y="5557121"/>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latin typeface="Courier New" panose="02070309020205020404" pitchFamily="49" charset="0"/>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592278" y="5269418"/>
            <a:ext cx="127695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2100" dirty="0">
                <a:solidFill>
                  <a:srgbClr val="000099"/>
                </a:solidFill>
                <a:latin typeface="Calibri" panose="020F0502020204030204"/>
              </a:rPr>
              <a:t>examples</a:t>
            </a:r>
            <a:r>
              <a:rPr lang="en-US" altLang="en-US" sz="1800" dirty="0">
                <a:solidFill>
                  <a:srgbClr val="000099"/>
                </a:solidFill>
                <a:latin typeface="Calibri" panose="020F0502020204030204"/>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6139546" y="516795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srgbClr val="0000A3"/>
                </a:solidFill>
                <a:latin typeface="Calibri" panose="020F0502020204030204"/>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6134152" y="553273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srgbClr val="0000A3"/>
                </a:solidFill>
                <a:latin typeface="Calibri" panose="020F0502020204030204"/>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5072496" y="3860224"/>
            <a:ext cx="1309255" cy="300082"/>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4566805" y="3861530"/>
            <a:ext cx="446810" cy="507831"/>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5070004" y="4469824"/>
            <a:ext cx="1309255" cy="300082"/>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4562263" y="4492231"/>
            <a:ext cx="446810" cy="507831"/>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5070004" y="4174549"/>
            <a:ext cx="1309255" cy="300082"/>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004124" y="5209357"/>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latin typeface="Courier New" panose="02070309020205020404" pitchFamily="49" charset="0"/>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644236" y="3330288"/>
            <a:ext cx="7221683" cy="2670463"/>
            <a:chOff x="858982" y="3297383"/>
            <a:chExt cx="9628910" cy="3560617"/>
          </a:xfrm>
        </p:grpSpPr>
        <p:sp>
          <p:nvSpPr>
            <p:cNvPr id="7" name="Freeform 6">
              <a:extLst>
                <a:ext uri="{FF2B5EF4-FFF2-40B4-BE49-F238E27FC236}">
                  <a16:creationId xmlns:a16="http://schemas.microsoft.com/office/drawing/2014/main" id="{A848FF30-7F47-EF40-9B21-6336F9996053}"/>
                </a:ext>
              </a:extLst>
            </p:cNvPr>
            <p:cNvSpPr/>
            <p:nvPr/>
          </p:nvSpPr>
          <p:spPr>
            <a:xfrm>
              <a:off x="858982" y="3297383"/>
              <a:ext cx="9628910" cy="1944054"/>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10" h="1944054">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5112326"/>
              <a:ext cx="8118764" cy="1052948"/>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026228" y="4460311"/>
            <a:ext cx="2628899" cy="1353413"/>
            <a:chOff x="2701636" y="4319159"/>
            <a:chExt cx="3505199" cy="1804550"/>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4319159"/>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682823"/>
              <a:ext cx="290945" cy="1094521"/>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5029209"/>
              <a:ext cx="1128771" cy="492442"/>
            </a:xfrm>
            <a:prstGeom prst="rect">
              <a:avLst/>
            </a:prstGeom>
            <a:solidFill>
              <a:schemeClr val="bg1"/>
            </a:solidFill>
          </p:spPr>
          <p:txBody>
            <a:bodyPr wrap="none" rtlCol="0">
              <a:spAutoFit/>
            </a:bodyPr>
            <a:lstStyle/>
            <a:p>
              <a:pPr defTabSz="685800">
                <a:defRPr/>
              </a:pPr>
              <a:r>
                <a:rPr lang="en-US" dirty="0">
                  <a:solidFill>
                    <a:srgbClr val="C00000"/>
                  </a:solidFill>
                  <a:latin typeface="Calibri" panose="020F0502020204030204"/>
                </a:rPr>
                <a:t>match!</a:t>
              </a:r>
            </a:p>
          </p:txBody>
        </p:sp>
      </p:grpSp>
    </p:spTree>
    <p:extLst>
      <p:ext uri="{BB962C8B-B14F-4D97-AF65-F5344CB8AC3E}">
        <p14:creationId xmlns:p14="http://schemas.microsoft.com/office/powerpoint/2010/main" val="220453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35" name="Slide Number Placeholder 4">
            <a:extLst>
              <a:ext uri="{FF2B5EF4-FFF2-40B4-BE49-F238E27FC236}">
                <a16:creationId xmlns:a16="http://schemas.microsoft.com/office/drawing/2014/main" id="{448BDD4C-3288-5747-9BB3-0F1BB4D2595C}"/>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20</a:t>
            </a:fld>
            <a:endParaRPr lang="en-US" dirty="0">
              <a:solidFill>
                <a:prstClr val="white">
                  <a:lumMod val="50000"/>
                </a:prstClr>
              </a:solidFill>
              <a:latin typeface="Calibri" panose="020F0502020204030204"/>
            </a:endParaRP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743674" y="2007653"/>
            <a:ext cx="6899516" cy="1215110"/>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846070" y="2223727"/>
            <a:ext cx="6936269" cy="930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80000"/>
              </a:lnSpc>
              <a:defRPr/>
            </a:pPr>
            <a:r>
              <a:rPr lang="en-US" altLang="en-US" sz="2250" dirty="0">
                <a:solidFill>
                  <a:prstClr val="black"/>
                </a:solidFill>
                <a:latin typeface="Calibri" panose="020F0502020204030204"/>
              </a:rPr>
              <a:t>when looking for forwarding table entry for given destination address, use </a:t>
            </a:r>
            <a:r>
              <a:rPr lang="en-US" altLang="en-US" sz="2250" i="1" dirty="0">
                <a:solidFill>
                  <a:srgbClr val="000099"/>
                </a:solidFill>
                <a:latin typeface="Calibri" panose="020F0502020204030204"/>
              </a:rPr>
              <a:t>longest</a:t>
            </a:r>
            <a:r>
              <a:rPr lang="en-US" altLang="en-US" sz="2250" dirty="0">
                <a:solidFill>
                  <a:prstClr val="black"/>
                </a:solidFill>
                <a:latin typeface="Calibri" panose="020F0502020204030204"/>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836543" y="1783816"/>
            <a:ext cx="2726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dirty="0">
                <a:solidFill>
                  <a:srgbClr val="C00000"/>
                </a:solidFill>
                <a:latin typeface="Calibri" panose="020F0502020204030204"/>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005951" y="3448650"/>
            <a:ext cx="3706148" cy="161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just" defTabSz="685800">
              <a:lnSpc>
                <a:spcPct val="150000"/>
              </a:lnSpc>
              <a:defRPr/>
            </a:pPr>
            <a:r>
              <a:rPr lang="en-US" altLang="en-US" sz="1350" dirty="0">
                <a:solidFill>
                  <a:prstClr val="black"/>
                </a:solidFill>
              </a:rPr>
              <a:t>Destination Address Range                        </a:t>
            </a:r>
          </a:p>
          <a:p>
            <a:pPr algn="just" defTabSz="685800">
              <a:lnSpc>
                <a:spcPct val="150000"/>
              </a:lnSpc>
              <a:defRPr/>
            </a:pPr>
            <a:r>
              <a:rPr lang="en-US" altLang="en-US" sz="1350" dirty="0">
                <a:solidFill>
                  <a:prstClr val="black"/>
                </a:solidFill>
                <a:latin typeface="Courier New" panose="02070309020205020404" pitchFamily="49" charset="0"/>
              </a:rPr>
              <a:t>11001000  00010111  00010</a:t>
            </a:r>
            <a:endParaRPr lang="en-US" altLang="en-US" sz="1500" dirty="0">
              <a:solidFill>
                <a:prstClr val="black"/>
              </a:solidFill>
              <a:latin typeface="Courier New" panose="02070309020205020404" pitchFamily="49" charset="0"/>
            </a:endParaRPr>
          </a:p>
          <a:p>
            <a:pPr algn="just" defTabSz="685800">
              <a:lnSpc>
                <a:spcPct val="150000"/>
              </a:lnSpc>
              <a:defRPr/>
            </a:pPr>
            <a:r>
              <a:rPr lang="en-US" altLang="en-US" sz="1350" dirty="0">
                <a:solidFill>
                  <a:prstClr val="black"/>
                </a:solidFill>
                <a:latin typeface="Courier New" panose="02070309020205020404" pitchFamily="49" charset="0"/>
              </a:rPr>
              <a:t>11001000  00010111  00011000</a:t>
            </a:r>
            <a:endParaRPr lang="en-US" altLang="en-US" sz="1500" dirty="0">
              <a:solidFill>
                <a:prstClr val="black"/>
              </a:solidFill>
              <a:latin typeface="Courier New" panose="02070309020205020404" pitchFamily="49" charset="0"/>
            </a:endParaRPr>
          </a:p>
          <a:p>
            <a:pPr algn="just" defTabSz="685800">
              <a:lnSpc>
                <a:spcPct val="150000"/>
              </a:lnSpc>
              <a:defRPr/>
            </a:pPr>
            <a:r>
              <a:rPr lang="en-US" altLang="en-US" sz="1350" dirty="0">
                <a:solidFill>
                  <a:prstClr val="black"/>
                </a:solidFill>
                <a:latin typeface="Courier New" panose="02070309020205020404" pitchFamily="49" charset="0"/>
              </a:rPr>
              <a:t>11001000  00010111  00011</a:t>
            </a:r>
            <a:endParaRPr lang="en-US" altLang="en-US" sz="1500" dirty="0">
              <a:solidFill>
                <a:prstClr val="black"/>
              </a:solidFill>
              <a:latin typeface="Comic Sans MS" panose="030F0902030302020204" pitchFamily="66" charset="0"/>
            </a:endParaRPr>
          </a:p>
          <a:p>
            <a:pPr algn="just" defTabSz="685800">
              <a:lnSpc>
                <a:spcPct val="150000"/>
              </a:lnSpc>
              <a:defRPr/>
            </a:pPr>
            <a:r>
              <a:rPr lang="en-US" altLang="en-US" sz="1350" dirty="0">
                <a:solidFill>
                  <a:prstClr val="black"/>
                </a:solidFill>
              </a:rPr>
              <a:t>otherwise  </a:t>
            </a:r>
            <a:r>
              <a:rPr lang="en-US" altLang="en-US" sz="1350" dirty="0">
                <a:solidFill>
                  <a:prstClr val="black"/>
                </a:solidFill>
                <a:latin typeface="Times" pitchFamily="2" charset="0"/>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006410" y="3462131"/>
            <a:ext cx="5594747" cy="1579960"/>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006410" y="378836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029032" y="4111022"/>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009982" y="4425347"/>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007601" y="4748006"/>
            <a:ext cx="5586413"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6082028" y="3440907"/>
            <a:ext cx="0" cy="1588294"/>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6118829" y="3419268"/>
            <a:ext cx="1213794" cy="1611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150000"/>
              </a:lnSpc>
              <a:defRPr/>
            </a:pPr>
            <a:r>
              <a:rPr lang="en-US" altLang="en-US" sz="1350" dirty="0">
                <a:solidFill>
                  <a:prstClr val="black"/>
                </a:solidFill>
              </a:rPr>
              <a:t>Link interface</a:t>
            </a:r>
          </a:p>
          <a:p>
            <a:pPr defTabSz="685800">
              <a:lnSpc>
                <a:spcPct val="150000"/>
              </a:lnSpc>
              <a:defRPr/>
            </a:pPr>
            <a:r>
              <a:rPr lang="en-US" altLang="en-US" sz="1350" dirty="0">
                <a:solidFill>
                  <a:prstClr val="black"/>
                </a:solidFill>
              </a:rPr>
              <a:t>0</a:t>
            </a:r>
          </a:p>
          <a:p>
            <a:pPr defTabSz="685800">
              <a:lnSpc>
                <a:spcPct val="150000"/>
              </a:lnSpc>
              <a:defRPr/>
            </a:pPr>
            <a:r>
              <a:rPr lang="en-US" altLang="en-US" sz="1350" dirty="0">
                <a:solidFill>
                  <a:prstClr val="black"/>
                </a:solidFill>
              </a:rPr>
              <a:t>1</a:t>
            </a:r>
          </a:p>
          <a:p>
            <a:pPr defTabSz="685800">
              <a:lnSpc>
                <a:spcPct val="150000"/>
              </a:lnSpc>
              <a:defRPr/>
            </a:pPr>
            <a:r>
              <a:rPr lang="en-US" altLang="en-US" sz="1350" dirty="0">
                <a:solidFill>
                  <a:prstClr val="black"/>
                </a:solidFill>
              </a:rPr>
              <a:t>2</a:t>
            </a:r>
          </a:p>
          <a:p>
            <a:pPr defTabSz="685800">
              <a:lnSpc>
                <a:spcPct val="150000"/>
              </a:lnSpc>
              <a:defRPr/>
            </a:pPr>
            <a:r>
              <a:rPr lang="en-US" altLang="en-US" sz="1350" dirty="0">
                <a:solidFill>
                  <a:prstClr val="black"/>
                </a:solidFill>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004736" y="5557121"/>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latin typeface="Courier New" panose="02070309020205020404" pitchFamily="49" charset="0"/>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592278" y="5269418"/>
            <a:ext cx="127695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2100" dirty="0">
                <a:solidFill>
                  <a:srgbClr val="000099"/>
                </a:solidFill>
                <a:latin typeface="Calibri" panose="020F0502020204030204"/>
              </a:rPr>
              <a:t>examples</a:t>
            </a:r>
            <a:r>
              <a:rPr lang="en-US" altLang="en-US" sz="1800" dirty="0">
                <a:solidFill>
                  <a:srgbClr val="000099"/>
                </a:solidFill>
                <a:latin typeface="Calibri" panose="020F0502020204030204"/>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6139546" y="516795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srgbClr val="0000A3"/>
                </a:solidFill>
                <a:latin typeface="Calibri" panose="020F0502020204030204"/>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6134152" y="5532737"/>
            <a:ext cx="147867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500" dirty="0">
                <a:solidFill>
                  <a:srgbClr val="0000A3"/>
                </a:solidFill>
                <a:latin typeface="Calibri" panose="020F0502020204030204"/>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5072496" y="3860224"/>
            <a:ext cx="1309255" cy="300082"/>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4566805" y="3861530"/>
            <a:ext cx="446810" cy="507831"/>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5070004" y="4469824"/>
            <a:ext cx="1309255" cy="300082"/>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4562263" y="4492231"/>
            <a:ext cx="446810" cy="507831"/>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5070004" y="4174549"/>
            <a:ext cx="1309255" cy="300082"/>
          </a:xfrm>
          <a:prstGeom prst="rect">
            <a:avLst/>
          </a:prstGeom>
          <a:noFill/>
        </p:spPr>
        <p:txBody>
          <a:bodyPr wrap="square" rtlCol="0">
            <a:spAutoFit/>
          </a:bodyPr>
          <a:lstStyle/>
          <a:p>
            <a:pPr defTabSz="685800">
              <a:defRPr/>
            </a:pPr>
            <a:r>
              <a:rPr lang="en-US" sz="1350" dirty="0">
                <a:solidFill>
                  <a:prstClr val="black"/>
                </a:solidFill>
                <a:latin typeface="Courier New" panose="02070309020205020404" pitchFamily="49" charset="0"/>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004124" y="5209357"/>
            <a:ext cx="424827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latin typeface="Courier New" panose="02070309020205020404" pitchFamily="49" charset="0"/>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644236" y="3330286"/>
            <a:ext cx="7211291" cy="2670464"/>
            <a:chOff x="858981" y="3297382"/>
            <a:chExt cx="9615055" cy="3560618"/>
          </a:xfrm>
        </p:grpSpPr>
        <p:sp>
          <p:nvSpPr>
            <p:cNvPr id="7" name="Freeform 6">
              <a:extLst>
                <a:ext uri="{FF2B5EF4-FFF2-40B4-BE49-F238E27FC236}">
                  <a16:creationId xmlns:a16="http://schemas.microsoft.com/office/drawing/2014/main" id="{A848FF30-7F47-EF40-9B21-6336F9996053}"/>
                </a:ext>
              </a:extLst>
            </p:cNvPr>
            <p:cNvSpPr/>
            <p:nvPr/>
          </p:nvSpPr>
          <p:spPr>
            <a:xfrm>
              <a:off x="858981" y="3297382"/>
              <a:ext cx="9615055" cy="1884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39637"/>
                <a:gd name="connsiteX1" fmla="*/ 9615055 w 9628910"/>
                <a:gd name="connsiteY1" fmla="*/ 13854 h 1939637"/>
                <a:gd name="connsiteX2" fmla="*/ 9628910 w 9628910"/>
                <a:gd name="connsiteY2" fmla="*/ 1925782 h 1939637"/>
                <a:gd name="connsiteX3" fmla="*/ 5848426 w 9628910"/>
                <a:gd name="connsiteY3" fmla="*/ 1500709 h 1939637"/>
                <a:gd name="connsiteX4" fmla="*/ 5341431 w 9628910"/>
                <a:gd name="connsiteY4" fmla="*/ 1505726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341431 w 9615055"/>
                <a:gd name="connsiteY4" fmla="*/ 1505726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066799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26340 w 9615055"/>
                <a:gd name="connsiteY4" fmla="*/ 1006963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88397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37712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5055" h="1884218">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4764472"/>
              <a:ext cx="8118764" cy="1343892"/>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760279 w 9531927"/>
                <a:gd name="connsiteY3" fmla="*/ 625263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026226" y="4148580"/>
            <a:ext cx="2951019" cy="1696307"/>
            <a:chOff x="2701635" y="3903517"/>
            <a:chExt cx="3934692" cy="2261743"/>
          </a:xfrm>
        </p:grpSpPr>
        <p:sp>
          <p:nvSpPr>
            <p:cNvPr id="3" name="Rectangle 2">
              <a:extLst>
                <a:ext uri="{FF2B5EF4-FFF2-40B4-BE49-F238E27FC236}">
                  <a16:creationId xmlns:a16="http://schemas.microsoft.com/office/drawing/2014/main" id="{0F0BC283-76C4-1340-944F-7C4D353D8FFC}"/>
                </a:ext>
              </a:extLst>
            </p:cNvPr>
            <p:cNvSpPr/>
            <p:nvPr/>
          </p:nvSpPr>
          <p:spPr>
            <a:xfrm>
              <a:off x="2701635" y="5791200"/>
              <a:ext cx="3934691" cy="3740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03517"/>
              <a:ext cx="3920838" cy="34981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294897"/>
              <a:ext cx="346364" cy="148244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45528" y="4807538"/>
              <a:ext cx="1128771" cy="492443"/>
            </a:xfrm>
            <a:prstGeom prst="rect">
              <a:avLst/>
            </a:prstGeom>
            <a:solidFill>
              <a:schemeClr val="bg1"/>
            </a:solidFill>
          </p:spPr>
          <p:txBody>
            <a:bodyPr wrap="none" rtlCol="0">
              <a:spAutoFit/>
            </a:bodyPr>
            <a:lstStyle/>
            <a:p>
              <a:pPr defTabSz="685800">
                <a:defRPr/>
              </a:pPr>
              <a:r>
                <a:rPr lang="en-US" dirty="0">
                  <a:solidFill>
                    <a:srgbClr val="C00000"/>
                  </a:solidFill>
                  <a:latin typeface="Calibri" panose="020F0502020204030204"/>
                </a:rPr>
                <a:t>match!</a:t>
              </a:r>
            </a:p>
          </p:txBody>
        </p:sp>
      </p:grpSp>
    </p:spTree>
    <p:extLst>
      <p:ext uri="{BB962C8B-B14F-4D97-AF65-F5344CB8AC3E}">
        <p14:creationId xmlns:p14="http://schemas.microsoft.com/office/powerpoint/2010/main" val="361532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628650" y="2233789"/>
            <a:ext cx="7886700" cy="3825872"/>
          </a:xfrm>
        </p:spPr>
        <p:txBody>
          <a:bodyPr>
            <a:normAutofit/>
          </a:bodyPr>
          <a:lstStyle/>
          <a:p>
            <a:pPr indent="-215504"/>
            <a:r>
              <a:rPr lang="en-US" altLang="en-US" sz="2400" dirty="0">
                <a:ea typeface="ＭＳ Ｐゴシック" panose="020B0600070205080204" pitchFamily="34" charset="-128"/>
                <a:cs typeface="ＭＳ Ｐゴシック" panose="020B0600070205080204" pitchFamily="34" charset="-128"/>
              </a:rPr>
              <a:t>longest prefix matching: often performed using ternary content addressable memories (TCAMs)</a:t>
            </a:r>
          </a:p>
          <a:p>
            <a:pPr lvl="1"/>
            <a:r>
              <a:rPr lang="en-US" altLang="en-US" sz="2100" i="1" dirty="0">
                <a:solidFill>
                  <a:srgbClr val="CC0000"/>
                </a:solidFill>
                <a:ea typeface="ＭＳ Ｐゴシック" panose="020B0600070205080204" pitchFamily="34" charset="-128"/>
              </a:rPr>
              <a:t>content addressable: </a:t>
            </a:r>
            <a:r>
              <a:rPr lang="en-US" altLang="en-US" sz="2100" dirty="0">
                <a:ea typeface="ＭＳ Ｐゴシック" panose="020B0600070205080204" pitchFamily="34" charset="-128"/>
              </a:rPr>
              <a:t>present address to TCAM: retrieve address in one clock cycle, regardless of table size</a:t>
            </a:r>
          </a:p>
          <a:p>
            <a:pPr lvl="1"/>
            <a:r>
              <a:rPr lang="en-US" altLang="en-US" sz="2100" dirty="0">
                <a:ea typeface="ＭＳ Ｐゴシック" panose="020B0600070205080204" pitchFamily="34" charset="-128"/>
              </a:rPr>
              <a:t>Cisco Catalyst:  ~1M routing table entries in TCAM</a:t>
            </a:r>
          </a:p>
          <a:p>
            <a:endParaRPr lang="en-US" dirty="0"/>
          </a:p>
        </p:txBody>
      </p:sp>
      <p:sp>
        <p:nvSpPr>
          <p:cNvPr id="4" name="Slide Number Placeholder 4">
            <a:extLst>
              <a:ext uri="{FF2B5EF4-FFF2-40B4-BE49-F238E27FC236}">
                <a16:creationId xmlns:a16="http://schemas.microsoft.com/office/drawing/2014/main" id="{3FF29919-E30C-C848-A2A0-2376EB62D48F}"/>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21</a:t>
            </a:fld>
            <a:endParaRPr lang="en-US" dirty="0">
              <a:solidFill>
                <a:prstClr val="white">
                  <a:lumMod val="50000"/>
                </a:prstClr>
              </a:solidFill>
              <a:latin typeface="Calibri" panose="020F0502020204030204"/>
            </a:endParaRPr>
          </a:p>
        </p:txBody>
      </p:sp>
      <p:sp>
        <p:nvSpPr>
          <p:cNvPr id="5" name="Content Placeholder 4">
            <a:extLst>
              <a:ext uri="{FF2B5EF4-FFF2-40B4-BE49-F238E27FC236}">
                <a16:creationId xmlns:a16="http://schemas.microsoft.com/office/drawing/2014/main" id="{7DB94705-1473-D936-BBCE-2433EE27E69B}"/>
              </a:ext>
            </a:extLst>
          </p:cNvPr>
          <p:cNvSpPr txBox="1">
            <a:spLocks/>
          </p:cNvSpPr>
          <p:nvPr/>
        </p:nvSpPr>
        <p:spPr>
          <a:xfrm>
            <a:off x="628650" y="1395619"/>
            <a:ext cx="7886700" cy="57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Longest prefix matching</a:t>
            </a:r>
          </a:p>
        </p:txBody>
      </p:sp>
    </p:spTree>
    <p:extLst>
      <p:ext uri="{BB962C8B-B14F-4D97-AF65-F5344CB8AC3E}">
        <p14:creationId xmlns:p14="http://schemas.microsoft.com/office/powerpoint/2010/main" val="3253087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a:t>
            </a:r>
            <a:endParaRPr lang="en-US" sz="3600" dirty="0"/>
          </a:p>
        </p:txBody>
      </p:sp>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628650" y="1746838"/>
            <a:ext cx="7886700" cy="579580"/>
          </a:xfrm>
        </p:spPr>
        <p:txBody>
          <a:bodyPr>
            <a:normAutofit/>
          </a:bodyPr>
          <a:lstStyle/>
          <a:p>
            <a:pPr indent="-215504">
              <a:buFont typeface="Wingdings" charset="2"/>
              <a:buChar char="§"/>
              <a:defRPr/>
            </a:pPr>
            <a:r>
              <a:rPr lang="en-US" sz="2400" dirty="0"/>
              <a:t>transfer packet from input link to appropriate output link</a:t>
            </a:r>
          </a:p>
          <a:p>
            <a:pPr indent="-215504">
              <a:buFont typeface="Wingdings" charset="2"/>
              <a:buChar char="§"/>
              <a:defRPr/>
            </a:pPr>
            <a:endParaRPr lang="en-US" dirty="0"/>
          </a:p>
        </p:txBody>
      </p:sp>
      <p:sp>
        <p:nvSpPr>
          <p:cNvPr id="43" name="Slide Number Placeholder 4">
            <a:extLst>
              <a:ext uri="{FF2B5EF4-FFF2-40B4-BE49-F238E27FC236}">
                <a16:creationId xmlns:a16="http://schemas.microsoft.com/office/drawing/2014/main" id="{1006AEB9-8E30-BF47-8218-D88E2916ACE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22</a:t>
            </a:fld>
            <a:endParaRPr lang="en-US" dirty="0">
              <a:solidFill>
                <a:prstClr val="white">
                  <a:lumMod val="50000"/>
                </a:prstClr>
              </a:solidFill>
              <a:latin typeface="Calibri" panose="020F0502020204030204"/>
            </a:endParaRPr>
          </a:p>
        </p:txBody>
      </p:sp>
      <p:grpSp>
        <p:nvGrpSpPr>
          <p:cNvPr id="140" name="Group 60">
            <a:extLst>
              <a:ext uri="{FF2B5EF4-FFF2-40B4-BE49-F238E27FC236}">
                <a16:creationId xmlns:a16="http://schemas.microsoft.com/office/drawing/2014/main" id="{E16CE5B6-2BB1-8843-9C94-E2F2D5BE7F75}"/>
              </a:ext>
            </a:extLst>
          </p:cNvPr>
          <p:cNvGrpSpPr>
            <a:grpSpLocks/>
          </p:cNvGrpSpPr>
          <p:nvPr/>
        </p:nvGrpSpPr>
        <p:grpSpPr bwMode="auto">
          <a:xfrm>
            <a:off x="3382824" y="3814762"/>
            <a:ext cx="1207294" cy="1757363"/>
            <a:chOff x="2418" y="1882"/>
            <a:chExt cx="1014" cy="1476"/>
          </a:xfrm>
          <a:effectLst>
            <a:outerShdw blurRad="50800" dist="38100" dir="2700000" algn="tl" rotWithShape="0">
              <a:prstClr val="black">
                <a:alpha val="40000"/>
              </a:prstClr>
            </a:outerShdw>
          </a:effectLst>
        </p:grpSpPr>
        <p:sp>
          <p:nvSpPr>
            <p:cNvPr id="141" name="Rectangle 45">
              <a:extLst>
                <a:ext uri="{FF2B5EF4-FFF2-40B4-BE49-F238E27FC236}">
                  <a16:creationId xmlns:a16="http://schemas.microsoft.com/office/drawing/2014/main" id="{F26101B5-1F43-6C44-B633-4C17C2A3D1C0}"/>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42" name="Text Box 48">
              <a:extLst>
                <a:ext uri="{FF2B5EF4-FFF2-40B4-BE49-F238E27FC236}">
                  <a16:creationId xmlns:a16="http://schemas.microsoft.com/office/drawing/2014/main" id="{1E1E4579-D30C-D245-B0D4-E5A2AEC25247}"/>
                </a:ext>
              </a:extLst>
            </p:cNvPr>
            <p:cNvSpPr txBox="1">
              <a:spLocks noChangeArrowheads="1"/>
            </p:cNvSpPr>
            <p:nvPr/>
          </p:nvSpPr>
          <p:spPr bwMode="auto">
            <a:xfrm>
              <a:off x="2466" y="2418"/>
              <a:ext cx="914"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lnSpc>
                  <a:spcPct val="85000"/>
                </a:lnSpc>
                <a:defRPr/>
              </a:pPr>
              <a:r>
                <a:rPr lang="en-US" altLang="en-US" sz="1350" dirty="0">
                  <a:solidFill>
                    <a:prstClr val="black"/>
                  </a:solidFill>
                </a:rPr>
                <a:t>high-speed </a:t>
              </a:r>
            </a:p>
            <a:p>
              <a:pPr algn="ctr" defTabSz="685800">
                <a:lnSpc>
                  <a:spcPct val="85000"/>
                </a:lnSpc>
                <a:defRPr/>
              </a:pPr>
              <a:r>
                <a:rPr lang="en-US" altLang="en-US" sz="1350" dirty="0">
                  <a:solidFill>
                    <a:prstClr val="black"/>
                  </a:solidFill>
                </a:rPr>
                <a:t>switching</a:t>
              </a:r>
            </a:p>
            <a:p>
              <a:pPr algn="ctr" defTabSz="685800">
                <a:lnSpc>
                  <a:spcPct val="85000"/>
                </a:lnSpc>
                <a:defRPr/>
              </a:pPr>
              <a:r>
                <a:rPr lang="en-US" altLang="en-US" sz="1350" dirty="0">
                  <a:solidFill>
                    <a:prstClr val="black"/>
                  </a:solidFill>
                </a:rPr>
                <a:t>fabric</a:t>
              </a:r>
            </a:p>
          </p:txBody>
        </p:sp>
      </p:grpSp>
      <p:sp>
        <p:nvSpPr>
          <p:cNvPr id="160" name="Text Box 57">
            <a:extLst>
              <a:ext uri="{FF2B5EF4-FFF2-40B4-BE49-F238E27FC236}">
                <a16:creationId xmlns:a16="http://schemas.microsoft.com/office/drawing/2014/main" id="{F1679189-37C6-6D40-A05F-4B13D87DE33B}"/>
              </a:ext>
            </a:extLst>
          </p:cNvPr>
          <p:cNvSpPr txBox="1">
            <a:spLocks noChangeArrowheads="1"/>
          </p:cNvSpPr>
          <p:nvPr/>
        </p:nvSpPr>
        <p:spPr bwMode="auto">
          <a:xfrm>
            <a:off x="1662579" y="4500614"/>
            <a:ext cx="1165704"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rPr>
              <a:t>N input ports</a:t>
            </a:r>
          </a:p>
        </p:txBody>
      </p:sp>
      <p:grpSp>
        <p:nvGrpSpPr>
          <p:cNvPr id="168" name="Group 38">
            <a:extLst>
              <a:ext uri="{FF2B5EF4-FFF2-40B4-BE49-F238E27FC236}">
                <a16:creationId xmlns:a16="http://schemas.microsoft.com/office/drawing/2014/main" id="{8AC17FBD-D822-CD43-929D-2CC812BF0667}"/>
              </a:ext>
            </a:extLst>
          </p:cNvPr>
          <p:cNvGrpSpPr>
            <a:grpSpLocks/>
          </p:cNvGrpSpPr>
          <p:nvPr/>
        </p:nvGrpSpPr>
        <p:grpSpPr bwMode="auto">
          <a:xfrm>
            <a:off x="4611756" y="5139152"/>
            <a:ext cx="1104071" cy="290099"/>
            <a:chOff x="-51" y="2454"/>
            <a:chExt cx="1482" cy="357"/>
          </a:xfrm>
        </p:grpSpPr>
        <p:grpSp>
          <p:nvGrpSpPr>
            <p:cNvPr id="169" name="Group 39">
              <a:extLst>
                <a:ext uri="{FF2B5EF4-FFF2-40B4-BE49-F238E27FC236}">
                  <a16:creationId xmlns:a16="http://schemas.microsoft.com/office/drawing/2014/main" id="{0892708C-B62F-1443-A450-88C550BC04BC}"/>
                </a:ext>
              </a:extLst>
            </p:cNvPr>
            <p:cNvGrpSpPr>
              <a:grpSpLocks/>
            </p:cNvGrpSpPr>
            <p:nvPr/>
          </p:nvGrpSpPr>
          <p:grpSpPr bwMode="auto">
            <a:xfrm flipH="1">
              <a:off x="171" y="2454"/>
              <a:ext cx="1086" cy="357"/>
              <a:chOff x="171" y="2454"/>
              <a:chExt cx="1086" cy="357"/>
            </a:xfrm>
          </p:grpSpPr>
          <p:sp>
            <p:nvSpPr>
              <p:cNvPr id="171" name="Rectangle 40">
                <a:extLst>
                  <a:ext uri="{FF2B5EF4-FFF2-40B4-BE49-F238E27FC236}">
                    <a16:creationId xmlns:a16="http://schemas.microsoft.com/office/drawing/2014/main" id="{646AD0B4-3035-904E-BC08-F1F7B9E664EF}"/>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72" name="Rectangle 41">
                <a:extLst>
                  <a:ext uri="{FF2B5EF4-FFF2-40B4-BE49-F238E27FC236}">
                    <a16:creationId xmlns:a16="http://schemas.microsoft.com/office/drawing/2014/main" id="{C11D294C-080E-E146-92DD-4E0970AA192D}"/>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73" name="Rectangle 42">
                <a:extLst>
                  <a:ext uri="{FF2B5EF4-FFF2-40B4-BE49-F238E27FC236}">
                    <a16:creationId xmlns:a16="http://schemas.microsoft.com/office/drawing/2014/main" id="{AEC771A2-E626-8246-BD5D-885A3F23221F}"/>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74" name="Rectangle 43">
                <a:extLst>
                  <a:ext uri="{FF2B5EF4-FFF2-40B4-BE49-F238E27FC236}">
                    <a16:creationId xmlns:a16="http://schemas.microsoft.com/office/drawing/2014/main" id="{D9ACADB5-CB99-0C44-953C-36D248E856BC}"/>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170" name="Line 44">
              <a:extLst>
                <a:ext uri="{FF2B5EF4-FFF2-40B4-BE49-F238E27FC236}">
                  <a16:creationId xmlns:a16="http://schemas.microsoft.com/office/drawing/2014/main" id="{0B5CB4ED-80BB-FD4A-8E51-691C12DA6F55}"/>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grpSp>
      <p:sp>
        <p:nvSpPr>
          <p:cNvPr id="181" name="Text Box 57">
            <a:extLst>
              <a:ext uri="{FF2B5EF4-FFF2-40B4-BE49-F238E27FC236}">
                <a16:creationId xmlns:a16="http://schemas.microsoft.com/office/drawing/2014/main" id="{7B04503A-E5E8-3F47-B2CA-2C4493C5596F}"/>
              </a:ext>
            </a:extLst>
          </p:cNvPr>
          <p:cNvSpPr txBox="1">
            <a:spLocks noChangeArrowheads="1"/>
          </p:cNvSpPr>
          <p:nvPr/>
        </p:nvSpPr>
        <p:spPr bwMode="auto">
          <a:xfrm>
            <a:off x="5017033" y="4505584"/>
            <a:ext cx="127150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r>
              <a:rPr lang="en-US" altLang="en-US" sz="1350" dirty="0">
                <a:solidFill>
                  <a:prstClr val="black"/>
                </a:solidFill>
              </a:rPr>
              <a:t>N output ports</a:t>
            </a:r>
          </a:p>
        </p:txBody>
      </p:sp>
      <p:grpSp>
        <p:nvGrpSpPr>
          <p:cNvPr id="182" name="Group 38">
            <a:extLst>
              <a:ext uri="{FF2B5EF4-FFF2-40B4-BE49-F238E27FC236}">
                <a16:creationId xmlns:a16="http://schemas.microsoft.com/office/drawing/2014/main" id="{0D66BD80-759C-4845-8712-8D0B4AF84EF1}"/>
              </a:ext>
            </a:extLst>
          </p:cNvPr>
          <p:cNvGrpSpPr>
            <a:grpSpLocks/>
          </p:cNvGrpSpPr>
          <p:nvPr/>
        </p:nvGrpSpPr>
        <p:grpSpPr bwMode="auto">
          <a:xfrm>
            <a:off x="4616725" y="3911669"/>
            <a:ext cx="1104071" cy="290099"/>
            <a:chOff x="-51" y="2454"/>
            <a:chExt cx="1482" cy="357"/>
          </a:xfrm>
        </p:grpSpPr>
        <p:grpSp>
          <p:nvGrpSpPr>
            <p:cNvPr id="183" name="Group 39">
              <a:extLst>
                <a:ext uri="{FF2B5EF4-FFF2-40B4-BE49-F238E27FC236}">
                  <a16:creationId xmlns:a16="http://schemas.microsoft.com/office/drawing/2014/main" id="{5C936A85-45B9-074E-B843-773AFF5135C9}"/>
                </a:ext>
              </a:extLst>
            </p:cNvPr>
            <p:cNvGrpSpPr>
              <a:grpSpLocks/>
            </p:cNvGrpSpPr>
            <p:nvPr/>
          </p:nvGrpSpPr>
          <p:grpSpPr bwMode="auto">
            <a:xfrm flipH="1">
              <a:off x="171" y="2454"/>
              <a:ext cx="1086" cy="357"/>
              <a:chOff x="171" y="2454"/>
              <a:chExt cx="1086" cy="357"/>
            </a:xfrm>
          </p:grpSpPr>
          <p:sp>
            <p:nvSpPr>
              <p:cNvPr id="185" name="Rectangle 40">
                <a:extLst>
                  <a:ext uri="{FF2B5EF4-FFF2-40B4-BE49-F238E27FC236}">
                    <a16:creationId xmlns:a16="http://schemas.microsoft.com/office/drawing/2014/main" id="{B622FEB5-7929-1240-B7D5-15643E719FB3}"/>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86" name="Rectangle 41">
                <a:extLst>
                  <a:ext uri="{FF2B5EF4-FFF2-40B4-BE49-F238E27FC236}">
                    <a16:creationId xmlns:a16="http://schemas.microsoft.com/office/drawing/2014/main" id="{9EC76602-1084-F84D-AD9A-D96EB15A89EB}"/>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87" name="Rectangle 42">
                <a:extLst>
                  <a:ext uri="{FF2B5EF4-FFF2-40B4-BE49-F238E27FC236}">
                    <a16:creationId xmlns:a16="http://schemas.microsoft.com/office/drawing/2014/main" id="{DD155316-70EC-7F4D-B61B-21231E854AF0}"/>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88" name="Rectangle 43">
                <a:extLst>
                  <a:ext uri="{FF2B5EF4-FFF2-40B4-BE49-F238E27FC236}">
                    <a16:creationId xmlns:a16="http://schemas.microsoft.com/office/drawing/2014/main" id="{BFE2402A-9D06-854F-8BB0-978456C98DC8}"/>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184" name="Line 44">
              <a:extLst>
                <a:ext uri="{FF2B5EF4-FFF2-40B4-BE49-F238E27FC236}">
                  <a16:creationId xmlns:a16="http://schemas.microsoft.com/office/drawing/2014/main" id="{D7FF759B-D504-9D47-8A31-C0C49E47A705}"/>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grpSp>
      <p:sp>
        <p:nvSpPr>
          <p:cNvPr id="6" name="TextBox 5">
            <a:extLst>
              <a:ext uri="{FF2B5EF4-FFF2-40B4-BE49-F238E27FC236}">
                <a16:creationId xmlns:a16="http://schemas.microsoft.com/office/drawing/2014/main" id="{F67B67A3-971A-E044-9E63-6007998B6291}"/>
              </a:ext>
            </a:extLst>
          </p:cNvPr>
          <p:cNvSpPr txBox="1"/>
          <p:nvPr/>
        </p:nvSpPr>
        <p:spPr>
          <a:xfrm rot="5400000">
            <a:off x="4686300" y="4377001"/>
            <a:ext cx="695737" cy="553998"/>
          </a:xfrm>
          <a:prstGeom prst="rect">
            <a:avLst/>
          </a:prstGeom>
          <a:noFill/>
        </p:spPr>
        <p:txBody>
          <a:bodyPr wrap="square" rtlCol="0">
            <a:spAutoFit/>
          </a:bodyPr>
          <a:lstStyle/>
          <a:p>
            <a:pPr algn="ctr" defTabSz="685800">
              <a:defRPr/>
            </a:pPr>
            <a:r>
              <a:rPr lang="en-US" sz="3000" dirty="0">
                <a:solidFill>
                  <a:prstClr val="black"/>
                </a:solidFill>
                <a:latin typeface="Calibri" panose="020F0502020204030204"/>
              </a:rPr>
              <a:t>. . . </a:t>
            </a:r>
          </a:p>
        </p:txBody>
      </p:sp>
      <p:sp>
        <p:nvSpPr>
          <p:cNvPr id="190" name="TextBox 189">
            <a:extLst>
              <a:ext uri="{FF2B5EF4-FFF2-40B4-BE49-F238E27FC236}">
                <a16:creationId xmlns:a16="http://schemas.microsoft.com/office/drawing/2014/main" id="{90C8DE0E-9EEF-204C-9448-24E1458DC419}"/>
              </a:ext>
            </a:extLst>
          </p:cNvPr>
          <p:cNvSpPr txBox="1"/>
          <p:nvPr/>
        </p:nvSpPr>
        <p:spPr>
          <a:xfrm rot="5400000">
            <a:off x="2604053" y="4381971"/>
            <a:ext cx="695737" cy="553998"/>
          </a:xfrm>
          <a:prstGeom prst="rect">
            <a:avLst/>
          </a:prstGeom>
          <a:noFill/>
        </p:spPr>
        <p:txBody>
          <a:bodyPr wrap="square" rtlCol="0">
            <a:spAutoFit/>
          </a:bodyPr>
          <a:lstStyle/>
          <a:p>
            <a:pPr algn="ctr" defTabSz="685800">
              <a:defRPr/>
            </a:pPr>
            <a:r>
              <a:rPr lang="en-US" sz="3000" dirty="0">
                <a:solidFill>
                  <a:prstClr val="black"/>
                </a:solidFill>
                <a:latin typeface="Calibri" panose="020F0502020204030204"/>
              </a:rPr>
              <a:t>. . . </a:t>
            </a:r>
          </a:p>
        </p:txBody>
      </p:sp>
      <p:grpSp>
        <p:nvGrpSpPr>
          <p:cNvPr id="192" name="Group 39">
            <a:extLst>
              <a:ext uri="{FF2B5EF4-FFF2-40B4-BE49-F238E27FC236}">
                <a16:creationId xmlns:a16="http://schemas.microsoft.com/office/drawing/2014/main" id="{43EE5875-DB50-8F42-9E84-EBF455D6C7E5}"/>
              </a:ext>
            </a:extLst>
          </p:cNvPr>
          <p:cNvGrpSpPr>
            <a:grpSpLocks/>
          </p:cNvGrpSpPr>
          <p:nvPr/>
        </p:nvGrpSpPr>
        <p:grpSpPr bwMode="auto">
          <a:xfrm rot="10800000" flipH="1">
            <a:off x="2431507" y="3906700"/>
            <a:ext cx="809057" cy="290099"/>
            <a:chOff x="171" y="2454"/>
            <a:chExt cx="1086" cy="357"/>
          </a:xfrm>
        </p:grpSpPr>
        <p:sp>
          <p:nvSpPr>
            <p:cNvPr id="194" name="Rectangle 40">
              <a:extLst>
                <a:ext uri="{FF2B5EF4-FFF2-40B4-BE49-F238E27FC236}">
                  <a16:creationId xmlns:a16="http://schemas.microsoft.com/office/drawing/2014/main" id="{906CC695-2DD1-2E42-A750-72D29415134B}"/>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95" name="Rectangle 41">
              <a:extLst>
                <a:ext uri="{FF2B5EF4-FFF2-40B4-BE49-F238E27FC236}">
                  <a16:creationId xmlns:a16="http://schemas.microsoft.com/office/drawing/2014/main" id="{99D0D5A4-1E5B-0B43-A1B7-FD7BC835DCFE}"/>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96" name="Rectangle 42">
              <a:extLst>
                <a:ext uri="{FF2B5EF4-FFF2-40B4-BE49-F238E27FC236}">
                  <a16:creationId xmlns:a16="http://schemas.microsoft.com/office/drawing/2014/main" id="{6140224D-DBC1-EB40-AFE8-D6D0132B57D2}"/>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97" name="Rectangle 43">
              <a:extLst>
                <a:ext uri="{FF2B5EF4-FFF2-40B4-BE49-F238E27FC236}">
                  <a16:creationId xmlns:a16="http://schemas.microsoft.com/office/drawing/2014/main" id="{0A00DDFA-F665-324F-A415-D0B5E35A5F48}"/>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193" name="Line 44">
            <a:extLst>
              <a:ext uri="{FF2B5EF4-FFF2-40B4-BE49-F238E27FC236}">
                <a16:creationId xmlns:a16="http://schemas.microsoft.com/office/drawing/2014/main" id="{A888E476-EAD9-6C4A-A7A3-DDB9C8C3A0C3}"/>
              </a:ext>
            </a:extLst>
          </p:cNvPr>
          <p:cNvSpPr>
            <a:spLocks noChangeShapeType="1"/>
          </p:cNvSpPr>
          <p:nvPr/>
        </p:nvSpPr>
        <p:spPr bwMode="auto">
          <a:xfrm>
            <a:off x="2266121" y="4052968"/>
            <a:ext cx="110407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grpSp>
        <p:nvGrpSpPr>
          <p:cNvPr id="199" name="Group 39">
            <a:extLst>
              <a:ext uri="{FF2B5EF4-FFF2-40B4-BE49-F238E27FC236}">
                <a16:creationId xmlns:a16="http://schemas.microsoft.com/office/drawing/2014/main" id="{861F8D20-AD91-3246-9499-A09CBEB79CED}"/>
              </a:ext>
            </a:extLst>
          </p:cNvPr>
          <p:cNvGrpSpPr>
            <a:grpSpLocks/>
          </p:cNvGrpSpPr>
          <p:nvPr/>
        </p:nvGrpSpPr>
        <p:grpSpPr bwMode="auto">
          <a:xfrm rot="10800000" flipH="1">
            <a:off x="2436477" y="5154060"/>
            <a:ext cx="809057" cy="290099"/>
            <a:chOff x="171" y="2454"/>
            <a:chExt cx="1086" cy="357"/>
          </a:xfrm>
        </p:grpSpPr>
        <p:sp>
          <p:nvSpPr>
            <p:cNvPr id="201" name="Rectangle 40">
              <a:extLst>
                <a:ext uri="{FF2B5EF4-FFF2-40B4-BE49-F238E27FC236}">
                  <a16:creationId xmlns:a16="http://schemas.microsoft.com/office/drawing/2014/main" id="{C04E48EB-4A34-004B-84AD-61BC56BA591D}"/>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02" name="Rectangle 41">
              <a:extLst>
                <a:ext uri="{FF2B5EF4-FFF2-40B4-BE49-F238E27FC236}">
                  <a16:creationId xmlns:a16="http://schemas.microsoft.com/office/drawing/2014/main" id="{D0C6BD53-6130-A748-BC48-3FA6588875D2}"/>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03" name="Rectangle 42">
              <a:extLst>
                <a:ext uri="{FF2B5EF4-FFF2-40B4-BE49-F238E27FC236}">
                  <a16:creationId xmlns:a16="http://schemas.microsoft.com/office/drawing/2014/main" id="{19984A44-E408-0A4C-A437-40EAEAA848A3}"/>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204" name="Rectangle 43">
              <a:extLst>
                <a:ext uri="{FF2B5EF4-FFF2-40B4-BE49-F238E27FC236}">
                  <a16:creationId xmlns:a16="http://schemas.microsoft.com/office/drawing/2014/main" id="{30660A84-3620-0541-9A93-C5E1D76F117E}"/>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200" name="Line 44">
            <a:extLst>
              <a:ext uri="{FF2B5EF4-FFF2-40B4-BE49-F238E27FC236}">
                <a16:creationId xmlns:a16="http://schemas.microsoft.com/office/drawing/2014/main" id="{975E947C-3697-5947-8DC9-3EF33B31BD2E}"/>
              </a:ext>
            </a:extLst>
          </p:cNvPr>
          <p:cNvSpPr>
            <a:spLocks noChangeShapeType="1"/>
          </p:cNvSpPr>
          <p:nvPr/>
        </p:nvSpPr>
        <p:spPr bwMode="auto">
          <a:xfrm>
            <a:off x="2271091" y="5300328"/>
            <a:ext cx="110407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a:defRPr/>
            </a:pPr>
            <a:endParaRPr lang="en-US" sz="1350" dirty="0">
              <a:solidFill>
                <a:prstClr val="black"/>
              </a:solidFill>
              <a:latin typeface="Calibri" panose="020F0502020204030204"/>
            </a:endParaRPr>
          </a:p>
        </p:txBody>
      </p:sp>
      <p:sp>
        <p:nvSpPr>
          <p:cNvPr id="207" name="Content Placeholder 2">
            <a:extLst>
              <a:ext uri="{FF2B5EF4-FFF2-40B4-BE49-F238E27FC236}">
                <a16:creationId xmlns:a16="http://schemas.microsoft.com/office/drawing/2014/main" id="{DC2E6EA4-0C86-5F4C-BB3E-C92E5B769FC5}"/>
              </a:ext>
            </a:extLst>
          </p:cNvPr>
          <p:cNvSpPr txBox="1">
            <a:spLocks/>
          </p:cNvSpPr>
          <p:nvPr/>
        </p:nvSpPr>
        <p:spPr>
          <a:xfrm>
            <a:off x="603803" y="2274511"/>
            <a:ext cx="8276811" cy="1738415"/>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15504" defTabSz="685800">
              <a:spcBef>
                <a:spcPts val="750"/>
              </a:spcBef>
              <a:buFont typeface="Wingdings" charset="2"/>
              <a:buChar char="§"/>
              <a:defRPr/>
            </a:pPr>
            <a:r>
              <a:rPr lang="en-US" sz="2400" dirty="0">
                <a:solidFill>
                  <a:srgbClr val="0000A3"/>
                </a:solidFill>
                <a:latin typeface="Calibri" panose="020F0502020204030204"/>
              </a:rPr>
              <a:t>switching rate: </a:t>
            </a:r>
            <a:r>
              <a:rPr lang="en-US" sz="2400" dirty="0">
                <a:solidFill>
                  <a:prstClr val="black"/>
                </a:solidFill>
                <a:latin typeface="Calibri" panose="020F0502020204030204"/>
              </a:rPr>
              <a:t>rate at which packets can be transfer from inputs to outputs</a:t>
            </a:r>
          </a:p>
          <a:p>
            <a:pPr marL="521494" lvl="1" indent="-173831" defTabSz="685800">
              <a:spcBef>
                <a:spcPts val="375"/>
              </a:spcBef>
              <a:buFont typeface="Arial"/>
              <a:buChar char="•"/>
              <a:defRPr/>
            </a:pPr>
            <a:r>
              <a:rPr lang="en-US" sz="1800" dirty="0">
                <a:solidFill>
                  <a:prstClr val="black"/>
                </a:solidFill>
                <a:latin typeface="Calibri" panose="020F0502020204030204"/>
              </a:rPr>
              <a:t>often measured as multiple of input/output line rate</a:t>
            </a:r>
          </a:p>
          <a:p>
            <a:pPr marL="521494" lvl="1" indent="-173831" defTabSz="685800">
              <a:spcBef>
                <a:spcPts val="375"/>
              </a:spcBef>
              <a:buFont typeface="Arial"/>
              <a:buChar char="•"/>
              <a:defRPr/>
            </a:pPr>
            <a:r>
              <a:rPr lang="en-US" sz="1800" dirty="0">
                <a:solidFill>
                  <a:prstClr val="black"/>
                </a:solidFill>
                <a:latin typeface="Calibri" panose="020F0502020204030204"/>
              </a:rPr>
              <a:t>N inputs: switching rate N times line rate desirable</a:t>
            </a:r>
          </a:p>
        </p:txBody>
      </p:sp>
      <p:sp>
        <p:nvSpPr>
          <p:cNvPr id="9" name="TextBox 8">
            <a:extLst>
              <a:ext uri="{FF2B5EF4-FFF2-40B4-BE49-F238E27FC236}">
                <a16:creationId xmlns:a16="http://schemas.microsoft.com/office/drawing/2014/main" id="{01E77334-DD7E-1B48-8BC7-370BDB02F09A}"/>
              </a:ext>
            </a:extLst>
          </p:cNvPr>
          <p:cNvSpPr txBox="1"/>
          <p:nvPr/>
        </p:nvSpPr>
        <p:spPr>
          <a:xfrm>
            <a:off x="2067339" y="3918502"/>
            <a:ext cx="279244" cy="300082"/>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R</a:t>
            </a:r>
          </a:p>
        </p:txBody>
      </p:sp>
      <p:sp>
        <p:nvSpPr>
          <p:cNvPr id="209" name="TextBox 208">
            <a:extLst>
              <a:ext uri="{FF2B5EF4-FFF2-40B4-BE49-F238E27FC236}">
                <a16:creationId xmlns:a16="http://schemas.microsoft.com/office/drawing/2014/main" id="{38F21D3F-8391-534C-9242-3758758C301A}"/>
              </a:ext>
            </a:extLst>
          </p:cNvPr>
          <p:cNvSpPr txBox="1"/>
          <p:nvPr/>
        </p:nvSpPr>
        <p:spPr>
          <a:xfrm>
            <a:off x="2062370" y="5145985"/>
            <a:ext cx="279244" cy="300082"/>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R</a:t>
            </a:r>
          </a:p>
        </p:txBody>
      </p:sp>
      <p:sp>
        <p:nvSpPr>
          <p:cNvPr id="210" name="TextBox 209">
            <a:extLst>
              <a:ext uri="{FF2B5EF4-FFF2-40B4-BE49-F238E27FC236}">
                <a16:creationId xmlns:a16="http://schemas.microsoft.com/office/drawing/2014/main" id="{58A4E43E-89E0-E547-8C85-19EA30836952}"/>
              </a:ext>
            </a:extLst>
          </p:cNvPr>
          <p:cNvSpPr txBox="1"/>
          <p:nvPr/>
        </p:nvSpPr>
        <p:spPr>
          <a:xfrm>
            <a:off x="5695121" y="3918503"/>
            <a:ext cx="279244" cy="300082"/>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R</a:t>
            </a:r>
          </a:p>
        </p:txBody>
      </p:sp>
      <p:sp>
        <p:nvSpPr>
          <p:cNvPr id="211" name="TextBox 210">
            <a:extLst>
              <a:ext uri="{FF2B5EF4-FFF2-40B4-BE49-F238E27FC236}">
                <a16:creationId xmlns:a16="http://schemas.microsoft.com/office/drawing/2014/main" id="{394AA5E3-B3F2-B445-8CEF-84D33DC4565C}"/>
              </a:ext>
            </a:extLst>
          </p:cNvPr>
          <p:cNvSpPr txBox="1"/>
          <p:nvPr/>
        </p:nvSpPr>
        <p:spPr>
          <a:xfrm>
            <a:off x="5690151" y="5145986"/>
            <a:ext cx="279244" cy="300082"/>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R</a:t>
            </a:r>
          </a:p>
        </p:txBody>
      </p:sp>
      <p:sp>
        <p:nvSpPr>
          <p:cNvPr id="10" name="TextBox 9">
            <a:extLst>
              <a:ext uri="{FF2B5EF4-FFF2-40B4-BE49-F238E27FC236}">
                <a16:creationId xmlns:a16="http://schemas.microsoft.com/office/drawing/2014/main" id="{A8D02FF0-F045-2443-B110-8EA634D57D8A}"/>
              </a:ext>
            </a:extLst>
          </p:cNvPr>
          <p:cNvSpPr txBox="1"/>
          <p:nvPr/>
        </p:nvSpPr>
        <p:spPr>
          <a:xfrm>
            <a:off x="3458819" y="3928442"/>
            <a:ext cx="998385" cy="507831"/>
          </a:xfrm>
          <a:prstGeom prst="rect">
            <a:avLst/>
          </a:prstGeom>
          <a:noFill/>
        </p:spPr>
        <p:txBody>
          <a:bodyPr wrap="square" rtlCol="0">
            <a:spAutoFit/>
          </a:bodyPr>
          <a:lstStyle/>
          <a:p>
            <a:pPr algn="ctr" defTabSz="685800">
              <a:defRPr/>
            </a:pPr>
            <a:r>
              <a:rPr lang="en-US" sz="1350" dirty="0">
                <a:solidFill>
                  <a:prstClr val="black"/>
                </a:solidFill>
                <a:latin typeface="Calibri" panose="020F0502020204030204"/>
              </a:rPr>
              <a:t>(rate: NR, ideally)</a:t>
            </a:r>
          </a:p>
        </p:txBody>
      </p:sp>
    </p:spTree>
    <p:extLst>
      <p:ext uri="{BB962C8B-B14F-4D97-AF65-F5344CB8AC3E}">
        <p14:creationId xmlns:p14="http://schemas.microsoft.com/office/powerpoint/2010/main" val="270610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dissolve">
                                      <p:cBhvr>
                                        <p:cTn id="7" dur="500"/>
                                        <p:tgtEl>
                                          <p:spTgt spid="2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 - Switching fabrics</a:t>
            </a:r>
            <a:endParaRPr lang="en-US" sz="3600" dirty="0"/>
          </a:p>
        </p:txBody>
      </p:sp>
      <p:sp>
        <p:nvSpPr>
          <p:cNvPr id="43" name="Slide Number Placeholder 4">
            <a:extLst>
              <a:ext uri="{FF2B5EF4-FFF2-40B4-BE49-F238E27FC236}">
                <a16:creationId xmlns:a16="http://schemas.microsoft.com/office/drawing/2014/main" id="{1006AEB9-8E30-BF47-8218-D88E2916ACE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23</a:t>
            </a:fld>
            <a:endParaRPr lang="en-US" dirty="0">
              <a:solidFill>
                <a:prstClr val="white">
                  <a:lumMod val="50000"/>
                </a:prstClr>
              </a:solidFill>
              <a:latin typeface="Calibri" panose="020F0502020204030204"/>
            </a:endParaRPr>
          </a:p>
        </p:txBody>
      </p:sp>
      <p:sp>
        <p:nvSpPr>
          <p:cNvPr id="207" name="Content Placeholder 2">
            <a:extLst>
              <a:ext uri="{FF2B5EF4-FFF2-40B4-BE49-F238E27FC236}">
                <a16:creationId xmlns:a16="http://schemas.microsoft.com/office/drawing/2014/main" id="{DC2E6EA4-0C86-5F4C-BB3E-C92E5B769FC5}"/>
              </a:ext>
            </a:extLst>
          </p:cNvPr>
          <p:cNvSpPr txBox="1">
            <a:spLocks/>
          </p:cNvSpPr>
          <p:nvPr/>
        </p:nvSpPr>
        <p:spPr>
          <a:xfrm>
            <a:off x="603803" y="2274511"/>
            <a:ext cx="8276811" cy="1738415"/>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15504" defTabSz="685800">
              <a:spcBef>
                <a:spcPts val="750"/>
              </a:spcBef>
              <a:buFont typeface="Wingdings" charset="2"/>
              <a:buChar char="§"/>
              <a:defRPr/>
            </a:pPr>
            <a:r>
              <a:rPr lang="en-US" sz="2400" dirty="0">
                <a:solidFill>
                  <a:srgbClr val="0000A3"/>
                </a:solidFill>
                <a:latin typeface="Calibri" panose="020F0502020204030204"/>
              </a:rPr>
              <a:t>switching rate: </a:t>
            </a:r>
            <a:r>
              <a:rPr lang="en-US" sz="2400" dirty="0">
                <a:solidFill>
                  <a:prstClr val="black"/>
                </a:solidFill>
                <a:latin typeface="Calibri" panose="020F0502020204030204"/>
              </a:rPr>
              <a:t>rate at which packets can be transfer from inputs to outputs</a:t>
            </a:r>
          </a:p>
          <a:p>
            <a:pPr marL="521494" lvl="1" indent="-173831" defTabSz="685800">
              <a:spcBef>
                <a:spcPts val="375"/>
              </a:spcBef>
              <a:buFont typeface="Arial"/>
              <a:buChar char="•"/>
              <a:defRPr/>
            </a:pPr>
            <a:r>
              <a:rPr lang="en-US" sz="1800" dirty="0">
                <a:solidFill>
                  <a:prstClr val="black"/>
                </a:solidFill>
                <a:latin typeface="Calibri" panose="020F0502020204030204"/>
              </a:rPr>
              <a:t>often measured as multiple of input/output line rate</a:t>
            </a:r>
          </a:p>
          <a:p>
            <a:pPr marL="521494" lvl="1" indent="-173831" defTabSz="685800">
              <a:spcBef>
                <a:spcPts val="375"/>
              </a:spcBef>
              <a:buFont typeface="Arial"/>
              <a:buChar char="•"/>
              <a:defRPr/>
            </a:pPr>
            <a:r>
              <a:rPr lang="en-US" sz="1800" dirty="0">
                <a:solidFill>
                  <a:prstClr val="black"/>
                </a:solidFill>
                <a:latin typeface="Calibri" panose="020F0502020204030204"/>
              </a:rPr>
              <a:t>N inputs: switching rate N times line rate desirable</a:t>
            </a:r>
          </a:p>
        </p:txBody>
      </p:sp>
      <p:grpSp>
        <p:nvGrpSpPr>
          <p:cNvPr id="311" name="Group 80">
            <a:extLst>
              <a:ext uri="{FF2B5EF4-FFF2-40B4-BE49-F238E27FC236}">
                <a16:creationId xmlns:a16="http://schemas.microsoft.com/office/drawing/2014/main" id="{3ECBEF50-5AB0-494A-8A71-7779C83BEB48}"/>
              </a:ext>
            </a:extLst>
          </p:cNvPr>
          <p:cNvGrpSpPr>
            <a:grpSpLocks/>
          </p:cNvGrpSpPr>
          <p:nvPr/>
        </p:nvGrpSpPr>
        <p:grpSpPr bwMode="auto">
          <a:xfrm>
            <a:off x="3576961" y="4220544"/>
            <a:ext cx="819840" cy="161925"/>
            <a:chOff x="876" y="2800"/>
            <a:chExt cx="788" cy="175"/>
          </a:xfrm>
        </p:grpSpPr>
        <p:sp>
          <p:nvSpPr>
            <p:cNvPr id="312" name="Rectangle 81">
              <a:extLst>
                <a:ext uri="{FF2B5EF4-FFF2-40B4-BE49-F238E27FC236}">
                  <a16:creationId xmlns:a16="http://schemas.microsoft.com/office/drawing/2014/main" id="{37D52850-F316-4144-A0B4-19C304D6843C}"/>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13" name="Rectangle 82">
              <a:extLst>
                <a:ext uri="{FF2B5EF4-FFF2-40B4-BE49-F238E27FC236}">
                  <a16:creationId xmlns:a16="http://schemas.microsoft.com/office/drawing/2014/main" id="{69439B26-261D-744E-9369-27374726E01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14" name="Rectangle 83">
              <a:extLst>
                <a:ext uri="{FF2B5EF4-FFF2-40B4-BE49-F238E27FC236}">
                  <a16:creationId xmlns:a16="http://schemas.microsoft.com/office/drawing/2014/main" id="{1B510572-6B31-7748-A75A-BF9B27F84964}"/>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15" name="Rectangle 84">
              <a:extLst>
                <a:ext uri="{FF2B5EF4-FFF2-40B4-BE49-F238E27FC236}">
                  <a16:creationId xmlns:a16="http://schemas.microsoft.com/office/drawing/2014/main" id="{09923AAC-D18D-164E-B81F-A06E6E34C8F3}"/>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16" name="Line 85">
              <a:extLst>
                <a:ext uri="{FF2B5EF4-FFF2-40B4-BE49-F238E27FC236}">
                  <a16:creationId xmlns:a16="http://schemas.microsoft.com/office/drawing/2014/main" id="{7260ED2A-03CA-CD4D-ADAC-6C8DFBED0D6A}"/>
                </a:ext>
              </a:extLst>
            </p:cNvPr>
            <p:cNvSpPr>
              <a:spLocks noChangeShapeType="1"/>
            </p:cNvSpPr>
            <p:nvPr/>
          </p:nvSpPr>
          <p:spPr bwMode="auto">
            <a:xfrm flipV="1">
              <a:off x="876" y="2887"/>
              <a:ext cx="7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17" name="Group 86">
            <a:extLst>
              <a:ext uri="{FF2B5EF4-FFF2-40B4-BE49-F238E27FC236}">
                <a16:creationId xmlns:a16="http://schemas.microsoft.com/office/drawing/2014/main" id="{BE86221D-4C38-2645-B32F-F1F6D4B5168D}"/>
              </a:ext>
            </a:extLst>
          </p:cNvPr>
          <p:cNvGrpSpPr>
            <a:grpSpLocks/>
          </p:cNvGrpSpPr>
          <p:nvPr/>
        </p:nvGrpSpPr>
        <p:grpSpPr bwMode="auto">
          <a:xfrm>
            <a:off x="3575770" y="4517010"/>
            <a:ext cx="820880" cy="161925"/>
            <a:chOff x="876" y="2800"/>
            <a:chExt cx="789" cy="175"/>
          </a:xfrm>
        </p:grpSpPr>
        <p:sp>
          <p:nvSpPr>
            <p:cNvPr id="318" name="Rectangle 87">
              <a:extLst>
                <a:ext uri="{FF2B5EF4-FFF2-40B4-BE49-F238E27FC236}">
                  <a16:creationId xmlns:a16="http://schemas.microsoft.com/office/drawing/2014/main" id="{996C6DCD-B0C9-FD49-B834-5736A5B7DAAC}"/>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19" name="Rectangle 88">
              <a:extLst>
                <a:ext uri="{FF2B5EF4-FFF2-40B4-BE49-F238E27FC236}">
                  <a16:creationId xmlns:a16="http://schemas.microsoft.com/office/drawing/2014/main" id="{4C49FD79-8AA8-374F-9E0F-16366ADC47D3}"/>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20" name="Rectangle 89">
              <a:extLst>
                <a:ext uri="{FF2B5EF4-FFF2-40B4-BE49-F238E27FC236}">
                  <a16:creationId xmlns:a16="http://schemas.microsoft.com/office/drawing/2014/main" id="{30AA73C6-743D-744D-8076-CEB84412F666}"/>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21" name="Rectangle 90">
              <a:extLst>
                <a:ext uri="{FF2B5EF4-FFF2-40B4-BE49-F238E27FC236}">
                  <a16:creationId xmlns:a16="http://schemas.microsoft.com/office/drawing/2014/main" id="{4090BF92-DB22-2543-BF40-68E82A14D80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22" name="Line 91">
              <a:extLst>
                <a:ext uri="{FF2B5EF4-FFF2-40B4-BE49-F238E27FC236}">
                  <a16:creationId xmlns:a16="http://schemas.microsoft.com/office/drawing/2014/main" id="{A9CC5C11-4FA7-CD4B-974B-BE7F20975D5E}"/>
                </a:ext>
              </a:extLst>
            </p:cNvPr>
            <p:cNvSpPr>
              <a:spLocks noChangeShapeType="1"/>
            </p:cNvSpPr>
            <p:nvPr/>
          </p:nvSpPr>
          <p:spPr bwMode="auto">
            <a:xfrm flipV="1">
              <a:off x="876" y="2887"/>
              <a:ext cx="78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23" name="Group 92">
            <a:extLst>
              <a:ext uri="{FF2B5EF4-FFF2-40B4-BE49-F238E27FC236}">
                <a16:creationId xmlns:a16="http://schemas.microsoft.com/office/drawing/2014/main" id="{7F0C30F0-93C0-7B41-A148-F2583C432712}"/>
              </a:ext>
            </a:extLst>
          </p:cNvPr>
          <p:cNvGrpSpPr>
            <a:grpSpLocks/>
          </p:cNvGrpSpPr>
          <p:nvPr/>
        </p:nvGrpSpPr>
        <p:grpSpPr bwMode="auto">
          <a:xfrm>
            <a:off x="3572199" y="4837288"/>
            <a:ext cx="809436" cy="161925"/>
            <a:chOff x="876" y="2800"/>
            <a:chExt cx="778" cy="175"/>
          </a:xfrm>
        </p:grpSpPr>
        <p:sp>
          <p:nvSpPr>
            <p:cNvPr id="324" name="Rectangle 93">
              <a:extLst>
                <a:ext uri="{FF2B5EF4-FFF2-40B4-BE49-F238E27FC236}">
                  <a16:creationId xmlns:a16="http://schemas.microsoft.com/office/drawing/2014/main" id="{FE2D31CC-2899-6644-8262-069C836FEE9E}"/>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25" name="Rectangle 94">
              <a:extLst>
                <a:ext uri="{FF2B5EF4-FFF2-40B4-BE49-F238E27FC236}">
                  <a16:creationId xmlns:a16="http://schemas.microsoft.com/office/drawing/2014/main" id="{E084BCAF-AF68-F044-95BA-E9DD3AB8AE4C}"/>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26" name="Rectangle 95">
              <a:extLst>
                <a:ext uri="{FF2B5EF4-FFF2-40B4-BE49-F238E27FC236}">
                  <a16:creationId xmlns:a16="http://schemas.microsoft.com/office/drawing/2014/main" id="{21E8CE31-B88B-E249-802C-CD6E7DB9056F}"/>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27" name="Rectangle 96">
              <a:extLst>
                <a:ext uri="{FF2B5EF4-FFF2-40B4-BE49-F238E27FC236}">
                  <a16:creationId xmlns:a16="http://schemas.microsoft.com/office/drawing/2014/main" id="{1D496C77-4D8A-4B49-BD5B-56233FC90DF9}"/>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28" name="Line 97">
              <a:extLst>
                <a:ext uri="{FF2B5EF4-FFF2-40B4-BE49-F238E27FC236}">
                  <a16:creationId xmlns:a16="http://schemas.microsoft.com/office/drawing/2014/main" id="{A04C69F2-C1EE-854B-B285-27D90EB90A40}"/>
                </a:ext>
              </a:extLst>
            </p:cNvPr>
            <p:cNvSpPr>
              <a:spLocks noChangeShapeType="1"/>
            </p:cNvSpPr>
            <p:nvPr/>
          </p:nvSpPr>
          <p:spPr bwMode="auto">
            <a:xfrm flipV="1">
              <a:off x="876" y="2887"/>
              <a:ext cx="77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329" name="Line 98">
            <a:extLst>
              <a:ext uri="{FF2B5EF4-FFF2-40B4-BE49-F238E27FC236}">
                <a16:creationId xmlns:a16="http://schemas.microsoft.com/office/drawing/2014/main" id="{C1BD91B1-20FC-3B4C-8D6A-F8B58DCC0D0C}"/>
              </a:ext>
            </a:extLst>
          </p:cNvPr>
          <p:cNvSpPr>
            <a:spLocks noChangeShapeType="1"/>
          </p:cNvSpPr>
          <p:nvPr/>
        </p:nvSpPr>
        <p:spPr bwMode="auto">
          <a:xfrm>
            <a:off x="4416346" y="4226632"/>
            <a:ext cx="0" cy="752475"/>
          </a:xfrm>
          <a:prstGeom prst="line">
            <a:avLst/>
          </a:prstGeom>
          <a:noFill/>
          <a:ln w="76200">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grpSp>
        <p:nvGrpSpPr>
          <p:cNvPr id="330" name="Group 99">
            <a:extLst>
              <a:ext uri="{FF2B5EF4-FFF2-40B4-BE49-F238E27FC236}">
                <a16:creationId xmlns:a16="http://schemas.microsoft.com/office/drawing/2014/main" id="{81F4A5FC-EF4D-2A48-8784-1750FC54BE25}"/>
              </a:ext>
            </a:extLst>
          </p:cNvPr>
          <p:cNvGrpSpPr>
            <a:grpSpLocks/>
          </p:cNvGrpSpPr>
          <p:nvPr/>
        </p:nvGrpSpPr>
        <p:grpSpPr bwMode="auto">
          <a:xfrm>
            <a:off x="4467225" y="4233262"/>
            <a:ext cx="772716" cy="161925"/>
            <a:chOff x="367" y="3463"/>
            <a:chExt cx="649" cy="136"/>
          </a:xfrm>
        </p:grpSpPr>
        <p:sp>
          <p:nvSpPr>
            <p:cNvPr id="331" name="Rectangle 100">
              <a:extLst>
                <a:ext uri="{FF2B5EF4-FFF2-40B4-BE49-F238E27FC236}">
                  <a16:creationId xmlns:a16="http://schemas.microsoft.com/office/drawing/2014/main" id="{2FA335FE-AECE-F547-B1ED-C257408CFF60}"/>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32" name="Rectangle 101">
              <a:extLst>
                <a:ext uri="{FF2B5EF4-FFF2-40B4-BE49-F238E27FC236}">
                  <a16:creationId xmlns:a16="http://schemas.microsoft.com/office/drawing/2014/main" id="{5F80436E-3841-8349-8966-AB341E01A6B5}"/>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33" name="Rectangle 102">
              <a:extLst>
                <a:ext uri="{FF2B5EF4-FFF2-40B4-BE49-F238E27FC236}">
                  <a16:creationId xmlns:a16="http://schemas.microsoft.com/office/drawing/2014/main" id="{36262B26-2B10-664E-B485-2B0BF6B95705}"/>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34" name="Rectangle 103">
              <a:extLst>
                <a:ext uri="{FF2B5EF4-FFF2-40B4-BE49-F238E27FC236}">
                  <a16:creationId xmlns:a16="http://schemas.microsoft.com/office/drawing/2014/main" id="{B2511842-B5CE-E242-9E79-819A629F7DCD}"/>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35" name="Line 104">
              <a:extLst>
                <a:ext uri="{FF2B5EF4-FFF2-40B4-BE49-F238E27FC236}">
                  <a16:creationId xmlns:a16="http://schemas.microsoft.com/office/drawing/2014/main" id="{CAAFBF8F-0301-0F4D-9DF5-B3DD1EC8C778}"/>
                </a:ext>
              </a:extLst>
            </p:cNvPr>
            <p:cNvSpPr>
              <a:spLocks noChangeShapeType="1"/>
            </p:cNvSpPr>
            <p:nvPr/>
          </p:nvSpPr>
          <p:spPr bwMode="auto">
            <a:xfrm flipV="1">
              <a:off x="367" y="3527"/>
              <a:ext cx="64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36" name="Group 105">
            <a:extLst>
              <a:ext uri="{FF2B5EF4-FFF2-40B4-BE49-F238E27FC236}">
                <a16:creationId xmlns:a16="http://schemas.microsoft.com/office/drawing/2014/main" id="{7BFAB449-E2DA-3147-849E-09A6366B098F}"/>
              </a:ext>
            </a:extLst>
          </p:cNvPr>
          <p:cNvGrpSpPr>
            <a:grpSpLocks/>
          </p:cNvGrpSpPr>
          <p:nvPr/>
        </p:nvGrpSpPr>
        <p:grpSpPr bwMode="auto">
          <a:xfrm>
            <a:off x="4460081" y="4527347"/>
            <a:ext cx="783431" cy="161925"/>
            <a:chOff x="358" y="3463"/>
            <a:chExt cx="658" cy="136"/>
          </a:xfrm>
        </p:grpSpPr>
        <p:sp>
          <p:nvSpPr>
            <p:cNvPr id="337" name="Rectangle 106">
              <a:extLst>
                <a:ext uri="{FF2B5EF4-FFF2-40B4-BE49-F238E27FC236}">
                  <a16:creationId xmlns:a16="http://schemas.microsoft.com/office/drawing/2014/main" id="{9C435B71-B7F9-FB4C-83FD-6F3745D78BFE}"/>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38" name="Rectangle 107">
              <a:extLst>
                <a:ext uri="{FF2B5EF4-FFF2-40B4-BE49-F238E27FC236}">
                  <a16:creationId xmlns:a16="http://schemas.microsoft.com/office/drawing/2014/main" id="{09CF7D3E-B128-CD40-817F-B76520EE2A6C}"/>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39" name="Rectangle 108">
              <a:extLst>
                <a:ext uri="{FF2B5EF4-FFF2-40B4-BE49-F238E27FC236}">
                  <a16:creationId xmlns:a16="http://schemas.microsoft.com/office/drawing/2014/main" id="{86FC5905-2FC0-E848-B8C8-C68F4ACE3C50}"/>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40" name="Rectangle 109">
              <a:extLst>
                <a:ext uri="{FF2B5EF4-FFF2-40B4-BE49-F238E27FC236}">
                  <a16:creationId xmlns:a16="http://schemas.microsoft.com/office/drawing/2014/main" id="{D25B9F48-5027-6E4E-BF5B-3A43EB20480C}"/>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41" name="Line 110">
              <a:extLst>
                <a:ext uri="{FF2B5EF4-FFF2-40B4-BE49-F238E27FC236}">
                  <a16:creationId xmlns:a16="http://schemas.microsoft.com/office/drawing/2014/main" id="{9C3B50DE-BC7E-DC41-A996-2C8F99ABF59C}"/>
                </a:ext>
              </a:extLst>
            </p:cNvPr>
            <p:cNvSpPr>
              <a:spLocks noChangeShapeType="1"/>
            </p:cNvSpPr>
            <p:nvPr/>
          </p:nvSpPr>
          <p:spPr bwMode="auto">
            <a:xfrm flipV="1">
              <a:off x="358" y="3527"/>
              <a:ext cx="65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42" name="Group 111">
            <a:extLst>
              <a:ext uri="{FF2B5EF4-FFF2-40B4-BE49-F238E27FC236}">
                <a16:creationId xmlns:a16="http://schemas.microsoft.com/office/drawing/2014/main" id="{7DF99D71-DDE6-BB4A-B28F-8F67E7B81B51}"/>
              </a:ext>
            </a:extLst>
          </p:cNvPr>
          <p:cNvGrpSpPr>
            <a:grpSpLocks/>
          </p:cNvGrpSpPr>
          <p:nvPr/>
        </p:nvGrpSpPr>
        <p:grpSpPr bwMode="auto">
          <a:xfrm>
            <a:off x="4459027" y="4843917"/>
            <a:ext cx="784622" cy="161925"/>
            <a:chOff x="357" y="3463"/>
            <a:chExt cx="659" cy="136"/>
          </a:xfrm>
        </p:grpSpPr>
        <p:sp>
          <p:nvSpPr>
            <p:cNvPr id="343" name="Rectangle 112">
              <a:extLst>
                <a:ext uri="{FF2B5EF4-FFF2-40B4-BE49-F238E27FC236}">
                  <a16:creationId xmlns:a16="http://schemas.microsoft.com/office/drawing/2014/main" id="{DADCADDA-AA8E-4A44-881D-9DC07838042A}"/>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44" name="Rectangle 113">
              <a:extLst>
                <a:ext uri="{FF2B5EF4-FFF2-40B4-BE49-F238E27FC236}">
                  <a16:creationId xmlns:a16="http://schemas.microsoft.com/office/drawing/2014/main" id="{7B071F8D-7A94-0545-B654-6656D361736F}"/>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45" name="Rectangle 114">
              <a:extLst>
                <a:ext uri="{FF2B5EF4-FFF2-40B4-BE49-F238E27FC236}">
                  <a16:creationId xmlns:a16="http://schemas.microsoft.com/office/drawing/2014/main" id="{030036A2-20DE-2444-AEBC-ED30EF2E2069}"/>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46" name="Rectangle 115">
              <a:extLst>
                <a:ext uri="{FF2B5EF4-FFF2-40B4-BE49-F238E27FC236}">
                  <a16:creationId xmlns:a16="http://schemas.microsoft.com/office/drawing/2014/main" id="{618626AC-F6A7-144F-9ECD-C4110EE9DEA2}"/>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47" name="Line 116">
              <a:extLst>
                <a:ext uri="{FF2B5EF4-FFF2-40B4-BE49-F238E27FC236}">
                  <a16:creationId xmlns:a16="http://schemas.microsoft.com/office/drawing/2014/main" id="{75B1015E-550F-F445-8AAB-4865BC07F6DA}"/>
                </a:ext>
              </a:extLst>
            </p:cNvPr>
            <p:cNvSpPr>
              <a:spLocks noChangeShapeType="1"/>
            </p:cNvSpPr>
            <p:nvPr/>
          </p:nvSpPr>
          <p:spPr bwMode="auto">
            <a:xfrm flipV="1">
              <a:off x="357" y="3527"/>
              <a:ext cx="65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348" name="Text Box 117">
            <a:extLst>
              <a:ext uri="{FF2B5EF4-FFF2-40B4-BE49-F238E27FC236}">
                <a16:creationId xmlns:a16="http://schemas.microsoft.com/office/drawing/2014/main" id="{65D98CB2-870D-B84B-9B0C-A2C174F40D4D}"/>
              </a:ext>
            </a:extLst>
          </p:cNvPr>
          <p:cNvSpPr txBox="1">
            <a:spLocks noChangeArrowheads="1"/>
          </p:cNvSpPr>
          <p:nvPr/>
        </p:nvSpPr>
        <p:spPr bwMode="auto">
          <a:xfrm>
            <a:off x="4248358" y="5233522"/>
            <a:ext cx="4635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350" kern="0" dirty="0">
                <a:solidFill>
                  <a:srgbClr val="000000"/>
                </a:solidFill>
              </a:rPr>
              <a:t>bus</a:t>
            </a:r>
          </a:p>
        </p:txBody>
      </p:sp>
      <p:grpSp>
        <p:nvGrpSpPr>
          <p:cNvPr id="4" name="Group 3">
            <a:extLst>
              <a:ext uri="{FF2B5EF4-FFF2-40B4-BE49-F238E27FC236}">
                <a16:creationId xmlns:a16="http://schemas.microsoft.com/office/drawing/2014/main" id="{DD7B28A1-7CC4-EC46-9F15-0A766D5FA67A}"/>
              </a:ext>
            </a:extLst>
          </p:cNvPr>
          <p:cNvGrpSpPr/>
          <p:nvPr/>
        </p:nvGrpSpPr>
        <p:grpSpPr>
          <a:xfrm>
            <a:off x="890175" y="4186549"/>
            <a:ext cx="2099072" cy="1339498"/>
            <a:chOff x="1968777" y="4452316"/>
            <a:chExt cx="2798763" cy="1785996"/>
          </a:xfrm>
        </p:grpSpPr>
        <p:grpSp>
          <p:nvGrpSpPr>
            <p:cNvPr id="272" name="Group 30">
              <a:extLst>
                <a:ext uri="{FF2B5EF4-FFF2-40B4-BE49-F238E27FC236}">
                  <a16:creationId xmlns:a16="http://schemas.microsoft.com/office/drawing/2014/main" id="{3C7C2E39-B8FC-2E4E-8EA7-9980DBE0894E}"/>
                </a:ext>
              </a:extLst>
            </p:cNvPr>
            <p:cNvGrpSpPr>
              <a:grpSpLocks/>
            </p:cNvGrpSpPr>
            <p:nvPr/>
          </p:nvGrpSpPr>
          <p:grpSpPr bwMode="auto">
            <a:xfrm>
              <a:off x="2121177" y="4534866"/>
              <a:ext cx="890588" cy="215900"/>
              <a:chOff x="876" y="2800"/>
              <a:chExt cx="642" cy="175"/>
            </a:xfrm>
          </p:grpSpPr>
          <p:sp>
            <p:nvSpPr>
              <p:cNvPr id="273" name="Rectangle 7">
                <a:extLst>
                  <a:ext uri="{FF2B5EF4-FFF2-40B4-BE49-F238E27FC236}">
                    <a16:creationId xmlns:a16="http://schemas.microsoft.com/office/drawing/2014/main" id="{1C7F0720-4AD3-7241-A18F-1322594DDDD8}"/>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74" name="Rectangle 8">
                <a:extLst>
                  <a:ext uri="{FF2B5EF4-FFF2-40B4-BE49-F238E27FC236}">
                    <a16:creationId xmlns:a16="http://schemas.microsoft.com/office/drawing/2014/main" id="{6355CF5C-E1D3-BA4C-9C14-531EDEA373AD}"/>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75" name="Rectangle 9">
                <a:extLst>
                  <a:ext uri="{FF2B5EF4-FFF2-40B4-BE49-F238E27FC236}">
                    <a16:creationId xmlns:a16="http://schemas.microsoft.com/office/drawing/2014/main" id="{41497BCF-AE4C-5744-A422-5C5FDE760F07}"/>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76" name="Rectangle 10">
                <a:extLst>
                  <a:ext uri="{FF2B5EF4-FFF2-40B4-BE49-F238E27FC236}">
                    <a16:creationId xmlns:a16="http://schemas.microsoft.com/office/drawing/2014/main" id="{BC5034A8-3C30-BA4E-9BC2-0F43C7DAE03E}"/>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77" name="Line 11">
                <a:extLst>
                  <a:ext uri="{FF2B5EF4-FFF2-40B4-BE49-F238E27FC236}">
                    <a16:creationId xmlns:a16="http://schemas.microsoft.com/office/drawing/2014/main" id="{B5DB05AA-F635-D242-8616-F8A3AA12323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278" name="Group 45">
              <a:extLst>
                <a:ext uri="{FF2B5EF4-FFF2-40B4-BE49-F238E27FC236}">
                  <a16:creationId xmlns:a16="http://schemas.microsoft.com/office/drawing/2014/main" id="{8F35E416-2B65-1B4A-A2ED-DF0FCBEF8372}"/>
                </a:ext>
              </a:extLst>
            </p:cNvPr>
            <p:cNvGrpSpPr>
              <a:grpSpLocks/>
            </p:cNvGrpSpPr>
            <p:nvPr/>
          </p:nvGrpSpPr>
          <p:grpSpPr bwMode="auto">
            <a:xfrm>
              <a:off x="2097365" y="4930154"/>
              <a:ext cx="890587" cy="215900"/>
              <a:chOff x="876" y="2800"/>
              <a:chExt cx="642" cy="175"/>
            </a:xfrm>
          </p:grpSpPr>
          <p:sp>
            <p:nvSpPr>
              <p:cNvPr id="279" name="Rectangle 46">
                <a:extLst>
                  <a:ext uri="{FF2B5EF4-FFF2-40B4-BE49-F238E27FC236}">
                    <a16:creationId xmlns:a16="http://schemas.microsoft.com/office/drawing/2014/main" id="{38918ABB-CEF1-BE45-AEE3-24901AE8397A}"/>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0" name="Rectangle 47">
                <a:extLst>
                  <a:ext uri="{FF2B5EF4-FFF2-40B4-BE49-F238E27FC236}">
                    <a16:creationId xmlns:a16="http://schemas.microsoft.com/office/drawing/2014/main" id="{FA6EFB7D-6BC0-FB42-BB60-753DA2C2FA82}"/>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1" name="Rectangle 48">
                <a:extLst>
                  <a:ext uri="{FF2B5EF4-FFF2-40B4-BE49-F238E27FC236}">
                    <a16:creationId xmlns:a16="http://schemas.microsoft.com/office/drawing/2014/main" id="{E6160B5F-9E39-C440-A991-AFCD9768C289}"/>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2" name="Rectangle 49">
                <a:extLst>
                  <a:ext uri="{FF2B5EF4-FFF2-40B4-BE49-F238E27FC236}">
                    <a16:creationId xmlns:a16="http://schemas.microsoft.com/office/drawing/2014/main" id="{732D2AFE-3597-644A-97A1-28DD2F90A43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3" name="Line 50">
                <a:extLst>
                  <a:ext uri="{FF2B5EF4-FFF2-40B4-BE49-F238E27FC236}">
                    <a16:creationId xmlns:a16="http://schemas.microsoft.com/office/drawing/2014/main" id="{F3A2C82B-D735-2341-9B29-100DEE8F8C51}"/>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284" name="Group 51">
              <a:extLst>
                <a:ext uri="{FF2B5EF4-FFF2-40B4-BE49-F238E27FC236}">
                  <a16:creationId xmlns:a16="http://schemas.microsoft.com/office/drawing/2014/main" id="{6BA36712-4E6B-3D4E-ABC4-0CE286CF569C}"/>
                </a:ext>
              </a:extLst>
            </p:cNvPr>
            <p:cNvGrpSpPr>
              <a:grpSpLocks/>
            </p:cNvGrpSpPr>
            <p:nvPr/>
          </p:nvGrpSpPr>
          <p:grpSpPr bwMode="auto">
            <a:xfrm>
              <a:off x="2092602" y="5357191"/>
              <a:ext cx="890588" cy="215900"/>
              <a:chOff x="876" y="2800"/>
              <a:chExt cx="642" cy="175"/>
            </a:xfrm>
          </p:grpSpPr>
          <p:sp>
            <p:nvSpPr>
              <p:cNvPr id="285" name="Rectangle 52">
                <a:extLst>
                  <a:ext uri="{FF2B5EF4-FFF2-40B4-BE49-F238E27FC236}">
                    <a16:creationId xmlns:a16="http://schemas.microsoft.com/office/drawing/2014/main" id="{129DC514-3311-A645-A11D-4FF6C0B87A75}"/>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6" name="Rectangle 53">
                <a:extLst>
                  <a:ext uri="{FF2B5EF4-FFF2-40B4-BE49-F238E27FC236}">
                    <a16:creationId xmlns:a16="http://schemas.microsoft.com/office/drawing/2014/main" id="{E067EF7E-DADF-0B4B-A13F-44B8E34072B9}"/>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7" name="Rectangle 54">
                <a:extLst>
                  <a:ext uri="{FF2B5EF4-FFF2-40B4-BE49-F238E27FC236}">
                    <a16:creationId xmlns:a16="http://schemas.microsoft.com/office/drawing/2014/main" id="{9301E58F-0697-8D42-8D86-7240128C545D}"/>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8" name="Rectangle 55">
                <a:extLst>
                  <a:ext uri="{FF2B5EF4-FFF2-40B4-BE49-F238E27FC236}">
                    <a16:creationId xmlns:a16="http://schemas.microsoft.com/office/drawing/2014/main" id="{91AC650D-8A42-5745-8F86-B02FF0476B8B}"/>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9" name="Line 56">
                <a:extLst>
                  <a:ext uri="{FF2B5EF4-FFF2-40B4-BE49-F238E27FC236}">
                    <a16:creationId xmlns:a16="http://schemas.microsoft.com/office/drawing/2014/main" id="{F9808253-1247-4A4E-96D0-B5614778EF58}"/>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290" name="Rectangle 57">
              <a:extLst>
                <a:ext uri="{FF2B5EF4-FFF2-40B4-BE49-F238E27FC236}">
                  <a16:creationId xmlns:a16="http://schemas.microsoft.com/office/drawing/2014/main" id="{41269D84-F7BD-3F4B-9EE9-23A8785FCBB4}"/>
                </a:ext>
              </a:extLst>
            </p:cNvPr>
            <p:cNvSpPr>
              <a:spLocks noChangeArrowheads="1"/>
            </p:cNvSpPr>
            <p:nvPr/>
          </p:nvSpPr>
          <p:spPr bwMode="auto">
            <a:xfrm>
              <a:off x="2980015" y="4452316"/>
              <a:ext cx="704850" cy="1176338"/>
            </a:xfrm>
            <a:prstGeom prst="rect">
              <a:avLst/>
            </a:prstGeom>
            <a:solidFill>
              <a:srgbClr val="FFFFFF"/>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291" name="Group 64">
              <a:extLst>
                <a:ext uri="{FF2B5EF4-FFF2-40B4-BE49-F238E27FC236}">
                  <a16:creationId xmlns:a16="http://schemas.microsoft.com/office/drawing/2014/main" id="{F48BF83F-9F4E-FD44-89AF-AD40F44A1B03}"/>
                </a:ext>
              </a:extLst>
            </p:cNvPr>
            <p:cNvGrpSpPr>
              <a:grpSpLocks/>
            </p:cNvGrpSpPr>
            <p:nvPr/>
          </p:nvGrpSpPr>
          <p:grpSpPr bwMode="auto">
            <a:xfrm>
              <a:off x="3689627" y="4533279"/>
              <a:ext cx="890588" cy="215900"/>
              <a:chOff x="455" y="3463"/>
              <a:chExt cx="561" cy="136"/>
            </a:xfrm>
          </p:grpSpPr>
          <p:sp>
            <p:nvSpPr>
              <p:cNvPr id="292" name="Rectangle 59">
                <a:extLst>
                  <a:ext uri="{FF2B5EF4-FFF2-40B4-BE49-F238E27FC236}">
                    <a16:creationId xmlns:a16="http://schemas.microsoft.com/office/drawing/2014/main" id="{4E120DDC-4D03-F842-94AF-27555EDB5CF7}"/>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93" name="Rectangle 60">
                <a:extLst>
                  <a:ext uri="{FF2B5EF4-FFF2-40B4-BE49-F238E27FC236}">
                    <a16:creationId xmlns:a16="http://schemas.microsoft.com/office/drawing/2014/main" id="{3E424F24-DEF2-7747-8B32-D2D41DCCB1CE}"/>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94" name="Rectangle 61">
                <a:extLst>
                  <a:ext uri="{FF2B5EF4-FFF2-40B4-BE49-F238E27FC236}">
                    <a16:creationId xmlns:a16="http://schemas.microsoft.com/office/drawing/2014/main" id="{FCB1CF36-46B1-EA41-94AF-564D1A453693}"/>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95" name="Rectangle 62">
                <a:extLst>
                  <a:ext uri="{FF2B5EF4-FFF2-40B4-BE49-F238E27FC236}">
                    <a16:creationId xmlns:a16="http://schemas.microsoft.com/office/drawing/2014/main" id="{1B49B267-612F-D84F-B02E-C419C0367BE6}"/>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96" name="Line 63">
                <a:extLst>
                  <a:ext uri="{FF2B5EF4-FFF2-40B4-BE49-F238E27FC236}">
                    <a16:creationId xmlns:a16="http://schemas.microsoft.com/office/drawing/2014/main" id="{DCB1F4FA-6E22-F34F-B286-A108C325D330}"/>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297" name="Group 65">
              <a:extLst>
                <a:ext uri="{FF2B5EF4-FFF2-40B4-BE49-F238E27FC236}">
                  <a16:creationId xmlns:a16="http://schemas.microsoft.com/office/drawing/2014/main" id="{719D39D4-FB51-7642-A36C-2BA36F16985A}"/>
                </a:ext>
              </a:extLst>
            </p:cNvPr>
            <p:cNvGrpSpPr>
              <a:grpSpLocks/>
            </p:cNvGrpSpPr>
            <p:nvPr/>
          </p:nvGrpSpPr>
          <p:grpSpPr bwMode="auto">
            <a:xfrm>
              <a:off x="3694390" y="4925391"/>
              <a:ext cx="890587" cy="215900"/>
              <a:chOff x="455" y="3463"/>
              <a:chExt cx="561" cy="136"/>
            </a:xfrm>
          </p:grpSpPr>
          <p:sp>
            <p:nvSpPr>
              <p:cNvPr id="298" name="Rectangle 66">
                <a:extLst>
                  <a:ext uri="{FF2B5EF4-FFF2-40B4-BE49-F238E27FC236}">
                    <a16:creationId xmlns:a16="http://schemas.microsoft.com/office/drawing/2014/main" id="{95FB090C-CEEB-C642-B6E3-796C33946BBF}"/>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99" name="Rectangle 67">
                <a:extLst>
                  <a:ext uri="{FF2B5EF4-FFF2-40B4-BE49-F238E27FC236}">
                    <a16:creationId xmlns:a16="http://schemas.microsoft.com/office/drawing/2014/main" id="{90EE24D2-2A23-8A4B-AA6C-77A540AF262F}"/>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00" name="Rectangle 68">
                <a:extLst>
                  <a:ext uri="{FF2B5EF4-FFF2-40B4-BE49-F238E27FC236}">
                    <a16:creationId xmlns:a16="http://schemas.microsoft.com/office/drawing/2014/main" id="{0EE5C8FE-A545-1047-B033-D000FCC810C7}"/>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01" name="Rectangle 69">
                <a:extLst>
                  <a:ext uri="{FF2B5EF4-FFF2-40B4-BE49-F238E27FC236}">
                    <a16:creationId xmlns:a16="http://schemas.microsoft.com/office/drawing/2014/main" id="{4875E736-57B1-E048-9DED-51F8EBE441BD}"/>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02" name="Line 70">
                <a:extLst>
                  <a:ext uri="{FF2B5EF4-FFF2-40B4-BE49-F238E27FC236}">
                    <a16:creationId xmlns:a16="http://schemas.microsoft.com/office/drawing/2014/main" id="{F1131A5F-4FDC-6741-B569-1128DD469CBA}"/>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03" name="Group 71">
              <a:extLst>
                <a:ext uri="{FF2B5EF4-FFF2-40B4-BE49-F238E27FC236}">
                  <a16:creationId xmlns:a16="http://schemas.microsoft.com/office/drawing/2014/main" id="{563249F4-CC55-FB4F-A620-0484EEFEF155}"/>
                </a:ext>
              </a:extLst>
            </p:cNvPr>
            <p:cNvGrpSpPr>
              <a:grpSpLocks/>
            </p:cNvGrpSpPr>
            <p:nvPr/>
          </p:nvGrpSpPr>
          <p:grpSpPr bwMode="auto">
            <a:xfrm>
              <a:off x="3689627" y="5352429"/>
              <a:ext cx="890588" cy="215900"/>
              <a:chOff x="455" y="3463"/>
              <a:chExt cx="561" cy="136"/>
            </a:xfrm>
          </p:grpSpPr>
          <p:sp>
            <p:nvSpPr>
              <p:cNvPr id="304" name="Rectangle 72">
                <a:extLst>
                  <a:ext uri="{FF2B5EF4-FFF2-40B4-BE49-F238E27FC236}">
                    <a16:creationId xmlns:a16="http://schemas.microsoft.com/office/drawing/2014/main" id="{C3C1DBA4-7D91-0449-AD0B-AD923E348603}"/>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05" name="Rectangle 73">
                <a:extLst>
                  <a:ext uri="{FF2B5EF4-FFF2-40B4-BE49-F238E27FC236}">
                    <a16:creationId xmlns:a16="http://schemas.microsoft.com/office/drawing/2014/main" id="{0745B999-1569-3C4A-B569-9ACA75633335}"/>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06" name="Rectangle 74">
                <a:extLst>
                  <a:ext uri="{FF2B5EF4-FFF2-40B4-BE49-F238E27FC236}">
                    <a16:creationId xmlns:a16="http://schemas.microsoft.com/office/drawing/2014/main" id="{521FB59F-393E-8043-969B-F3359100624A}"/>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07" name="Rectangle 75">
                <a:extLst>
                  <a:ext uri="{FF2B5EF4-FFF2-40B4-BE49-F238E27FC236}">
                    <a16:creationId xmlns:a16="http://schemas.microsoft.com/office/drawing/2014/main" id="{8BDC1A78-9913-4044-AD8A-150F04126656}"/>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08" name="Line 76">
                <a:extLst>
                  <a:ext uri="{FF2B5EF4-FFF2-40B4-BE49-F238E27FC236}">
                    <a16:creationId xmlns:a16="http://schemas.microsoft.com/office/drawing/2014/main" id="{7CD69A6B-8BD5-4A41-B066-4747BB61C49A}"/>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309" name="Text Box 78">
              <a:extLst>
                <a:ext uri="{FF2B5EF4-FFF2-40B4-BE49-F238E27FC236}">
                  <a16:creationId xmlns:a16="http://schemas.microsoft.com/office/drawing/2014/main" id="{DA6CCE94-715B-FE44-98B3-B5292404E1CD}"/>
                </a:ext>
              </a:extLst>
            </p:cNvPr>
            <p:cNvSpPr txBox="1">
              <a:spLocks noChangeArrowheads="1"/>
            </p:cNvSpPr>
            <p:nvPr/>
          </p:nvSpPr>
          <p:spPr bwMode="auto">
            <a:xfrm>
              <a:off x="2813326" y="5838203"/>
              <a:ext cx="1079783"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350" kern="0" dirty="0">
                  <a:solidFill>
                    <a:srgbClr val="000000"/>
                  </a:solidFill>
                </a:rPr>
                <a:t>memory</a:t>
              </a:r>
            </a:p>
          </p:txBody>
        </p:sp>
        <p:sp>
          <p:nvSpPr>
            <p:cNvPr id="310" name="Text Box 79">
              <a:extLst>
                <a:ext uri="{FF2B5EF4-FFF2-40B4-BE49-F238E27FC236}">
                  <a16:creationId xmlns:a16="http://schemas.microsoft.com/office/drawing/2014/main" id="{021CED6C-C2DB-174F-9D8D-6ABDA5614120}"/>
                </a:ext>
              </a:extLst>
            </p:cNvPr>
            <p:cNvSpPr txBox="1">
              <a:spLocks noChangeArrowheads="1"/>
            </p:cNvSpPr>
            <p:nvPr/>
          </p:nvSpPr>
          <p:spPr bwMode="auto">
            <a:xfrm>
              <a:off x="2911752" y="4769816"/>
              <a:ext cx="8959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kern="0" dirty="0">
                  <a:solidFill>
                    <a:srgbClr val="000000"/>
                  </a:solidFill>
                </a:rPr>
                <a:t>memory</a:t>
              </a:r>
            </a:p>
          </p:txBody>
        </p:sp>
        <p:sp>
          <p:nvSpPr>
            <p:cNvPr id="402" name="Freeform 171">
              <a:extLst>
                <a:ext uri="{FF2B5EF4-FFF2-40B4-BE49-F238E27FC236}">
                  <a16:creationId xmlns:a16="http://schemas.microsoft.com/office/drawing/2014/main" id="{7EB6C5B2-8711-C447-BA49-C9D20140FF62}"/>
                </a:ext>
              </a:extLst>
            </p:cNvPr>
            <p:cNvSpPr>
              <a:spLocks/>
            </p:cNvSpPr>
            <p:nvPr/>
          </p:nvSpPr>
          <p:spPr bwMode="auto">
            <a:xfrm>
              <a:off x="1968777" y="4577729"/>
              <a:ext cx="2798763" cy="412750"/>
            </a:xfrm>
            <a:custGeom>
              <a:avLst/>
              <a:gdLst>
                <a:gd name="T0" fmla="*/ 0 w 1763"/>
                <a:gd name="T1" fmla="*/ 0 h 260"/>
                <a:gd name="T2" fmla="*/ 2147483647 w 1763"/>
                <a:gd name="T3" fmla="*/ 0 h 260"/>
                <a:gd name="T4" fmla="*/ 2147483647 w 1763"/>
                <a:gd name="T5" fmla="*/ 2147483647 h 260"/>
                <a:gd name="T6" fmla="*/ 2147483647 w 1763"/>
                <a:gd name="T7" fmla="*/ 2147483647 h 260"/>
                <a:gd name="T8" fmla="*/ 0 60000 65536"/>
                <a:gd name="T9" fmla="*/ 0 60000 65536"/>
                <a:gd name="T10" fmla="*/ 0 60000 65536"/>
                <a:gd name="T11" fmla="*/ 0 60000 65536"/>
                <a:gd name="T12" fmla="*/ 0 w 1763"/>
                <a:gd name="T13" fmla="*/ 0 h 260"/>
                <a:gd name="T14" fmla="*/ 1763 w 1763"/>
                <a:gd name="T15" fmla="*/ 260 h 260"/>
              </a:gdLst>
              <a:ahLst/>
              <a:cxnLst>
                <a:cxn ang="T8">
                  <a:pos x="T0" y="T1"/>
                </a:cxn>
                <a:cxn ang="T9">
                  <a:pos x="T2" y="T3"/>
                </a:cxn>
                <a:cxn ang="T10">
                  <a:pos x="T4" y="T5"/>
                </a:cxn>
                <a:cxn ang="T11">
                  <a:pos x="T6" y="T7"/>
                </a:cxn>
              </a:cxnLst>
              <a:rect l="T12" t="T13" r="T14" b="T15"/>
              <a:pathLst>
                <a:path w="1763" h="260">
                  <a:moveTo>
                    <a:pt x="0" y="0"/>
                  </a:moveTo>
                  <a:lnTo>
                    <a:pt x="689" y="0"/>
                  </a:lnTo>
                  <a:lnTo>
                    <a:pt x="1054" y="260"/>
                  </a:lnTo>
                  <a:lnTo>
                    <a:pt x="1763" y="260"/>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403" name="Freeform 172">
            <a:extLst>
              <a:ext uri="{FF2B5EF4-FFF2-40B4-BE49-F238E27FC236}">
                <a16:creationId xmlns:a16="http://schemas.microsoft.com/office/drawing/2014/main" id="{FCB8CAB7-7CE5-7648-B2F4-FF9B29F4C17A}"/>
              </a:ext>
            </a:extLst>
          </p:cNvPr>
          <p:cNvSpPr>
            <a:spLocks/>
          </p:cNvSpPr>
          <p:nvPr/>
        </p:nvSpPr>
        <p:spPr bwMode="auto">
          <a:xfrm>
            <a:off x="3764964" y="4267924"/>
            <a:ext cx="1504950" cy="300038"/>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Lst>
            <a:ahLst/>
            <a:cxnLst>
              <a:cxn ang="T8">
                <a:pos x="T0" y="T1"/>
              </a:cxn>
              <a:cxn ang="T9">
                <a:pos x="T2" y="T3"/>
              </a:cxn>
              <a:cxn ang="T10">
                <a:pos x="T4" y="T5"/>
              </a:cxn>
              <a:cxn ang="T11">
                <a:pos x="T6" y="T7"/>
              </a:cxn>
            </a:cxnLst>
            <a:rect l="T12" t="T13" r="T14" b="T15"/>
            <a:pathLst>
              <a:path w="1264" h="252">
                <a:moveTo>
                  <a:pt x="0" y="2"/>
                </a:moveTo>
                <a:lnTo>
                  <a:pt x="622" y="0"/>
                </a:lnTo>
                <a:lnTo>
                  <a:pt x="616" y="246"/>
                </a:lnTo>
                <a:lnTo>
                  <a:pt x="1264" y="252"/>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nvGrpSpPr>
          <p:cNvPr id="405" name="Group 404">
            <a:extLst>
              <a:ext uri="{FF2B5EF4-FFF2-40B4-BE49-F238E27FC236}">
                <a16:creationId xmlns:a16="http://schemas.microsoft.com/office/drawing/2014/main" id="{1E24DDED-AAB8-1742-BEAA-647483FFA1F1}"/>
              </a:ext>
            </a:extLst>
          </p:cNvPr>
          <p:cNvGrpSpPr/>
          <p:nvPr/>
        </p:nvGrpSpPr>
        <p:grpSpPr>
          <a:xfrm>
            <a:off x="5443663" y="4241370"/>
            <a:ext cx="2141189" cy="1550194"/>
            <a:chOff x="6675121" y="4485654"/>
            <a:chExt cx="2854919" cy="2066925"/>
          </a:xfrm>
        </p:grpSpPr>
        <p:grpSp>
          <p:nvGrpSpPr>
            <p:cNvPr id="349" name="Group 118">
              <a:extLst>
                <a:ext uri="{FF2B5EF4-FFF2-40B4-BE49-F238E27FC236}">
                  <a16:creationId xmlns:a16="http://schemas.microsoft.com/office/drawing/2014/main" id="{2404D93A-580B-0343-A0B1-94D96A2957A1}"/>
                </a:ext>
              </a:extLst>
            </p:cNvPr>
            <p:cNvGrpSpPr>
              <a:grpSpLocks/>
            </p:cNvGrpSpPr>
            <p:nvPr/>
          </p:nvGrpSpPr>
          <p:grpSpPr bwMode="auto">
            <a:xfrm>
              <a:off x="7469465" y="4485654"/>
              <a:ext cx="890587" cy="215900"/>
              <a:chOff x="876" y="2800"/>
              <a:chExt cx="642" cy="175"/>
            </a:xfrm>
          </p:grpSpPr>
          <p:sp>
            <p:nvSpPr>
              <p:cNvPr id="350" name="Rectangle 119">
                <a:extLst>
                  <a:ext uri="{FF2B5EF4-FFF2-40B4-BE49-F238E27FC236}">
                    <a16:creationId xmlns:a16="http://schemas.microsoft.com/office/drawing/2014/main" id="{DEAD9689-A93F-3A40-A1F0-D7AE2D9E4800}"/>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51" name="Rectangle 120">
                <a:extLst>
                  <a:ext uri="{FF2B5EF4-FFF2-40B4-BE49-F238E27FC236}">
                    <a16:creationId xmlns:a16="http://schemas.microsoft.com/office/drawing/2014/main" id="{B3FFEF5C-2CF8-3F48-AA70-FCA4463DD740}"/>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52" name="Rectangle 121">
                <a:extLst>
                  <a:ext uri="{FF2B5EF4-FFF2-40B4-BE49-F238E27FC236}">
                    <a16:creationId xmlns:a16="http://schemas.microsoft.com/office/drawing/2014/main" id="{6DA8F41A-C8D0-E84A-BE1E-E5D24606E515}"/>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53" name="Rectangle 122">
                <a:extLst>
                  <a:ext uri="{FF2B5EF4-FFF2-40B4-BE49-F238E27FC236}">
                    <a16:creationId xmlns:a16="http://schemas.microsoft.com/office/drawing/2014/main" id="{71D1CE81-6E07-EF41-B20A-E71DD542761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54" name="Line 123">
                <a:extLst>
                  <a:ext uri="{FF2B5EF4-FFF2-40B4-BE49-F238E27FC236}">
                    <a16:creationId xmlns:a16="http://schemas.microsoft.com/office/drawing/2014/main" id="{FDFD10E9-723C-CD4E-9B1E-C974437C04F3}"/>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55" name="Group 124">
              <a:extLst>
                <a:ext uri="{FF2B5EF4-FFF2-40B4-BE49-F238E27FC236}">
                  <a16:creationId xmlns:a16="http://schemas.microsoft.com/office/drawing/2014/main" id="{531A9996-A8C0-EB41-BF87-89DBD438FC81}"/>
                </a:ext>
              </a:extLst>
            </p:cNvPr>
            <p:cNvGrpSpPr>
              <a:grpSpLocks/>
            </p:cNvGrpSpPr>
            <p:nvPr/>
          </p:nvGrpSpPr>
          <p:grpSpPr bwMode="auto">
            <a:xfrm>
              <a:off x="7445652" y="4880941"/>
              <a:ext cx="890588" cy="215900"/>
              <a:chOff x="876" y="2800"/>
              <a:chExt cx="642" cy="175"/>
            </a:xfrm>
          </p:grpSpPr>
          <p:sp>
            <p:nvSpPr>
              <p:cNvPr id="356" name="Rectangle 125">
                <a:extLst>
                  <a:ext uri="{FF2B5EF4-FFF2-40B4-BE49-F238E27FC236}">
                    <a16:creationId xmlns:a16="http://schemas.microsoft.com/office/drawing/2014/main" id="{2467BB19-E02A-7B43-9CA4-9F0EB6D87A59}"/>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57" name="Rectangle 126">
                <a:extLst>
                  <a:ext uri="{FF2B5EF4-FFF2-40B4-BE49-F238E27FC236}">
                    <a16:creationId xmlns:a16="http://schemas.microsoft.com/office/drawing/2014/main" id="{962D332A-F4A3-2648-892A-BD845A64A71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58" name="Rectangle 127">
                <a:extLst>
                  <a:ext uri="{FF2B5EF4-FFF2-40B4-BE49-F238E27FC236}">
                    <a16:creationId xmlns:a16="http://schemas.microsoft.com/office/drawing/2014/main" id="{72283283-9F77-C548-B1DC-7BED275E1B85}"/>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59" name="Rectangle 128">
                <a:extLst>
                  <a:ext uri="{FF2B5EF4-FFF2-40B4-BE49-F238E27FC236}">
                    <a16:creationId xmlns:a16="http://schemas.microsoft.com/office/drawing/2014/main" id="{97305BF1-8C59-FD41-8C7C-DBF2671DCB74}"/>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60" name="Line 129">
                <a:extLst>
                  <a:ext uri="{FF2B5EF4-FFF2-40B4-BE49-F238E27FC236}">
                    <a16:creationId xmlns:a16="http://schemas.microsoft.com/office/drawing/2014/main" id="{EDA7687B-3958-E947-B115-E7E60D7772D1}"/>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61" name="Group 130">
              <a:extLst>
                <a:ext uri="{FF2B5EF4-FFF2-40B4-BE49-F238E27FC236}">
                  <a16:creationId xmlns:a16="http://schemas.microsoft.com/office/drawing/2014/main" id="{1D80AFC0-343E-BE4A-A3A1-7940B6D336B9}"/>
                </a:ext>
              </a:extLst>
            </p:cNvPr>
            <p:cNvGrpSpPr>
              <a:grpSpLocks/>
            </p:cNvGrpSpPr>
            <p:nvPr/>
          </p:nvGrpSpPr>
          <p:grpSpPr bwMode="auto">
            <a:xfrm>
              <a:off x="7440890" y="5307979"/>
              <a:ext cx="890587" cy="215900"/>
              <a:chOff x="876" y="2800"/>
              <a:chExt cx="642" cy="175"/>
            </a:xfrm>
          </p:grpSpPr>
          <p:sp>
            <p:nvSpPr>
              <p:cNvPr id="362" name="Rectangle 131">
                <a:extLst>
                  <a:ext uri="{FF2B5EF4-FFF2-40B4-BE49-F238E27FC236}">
                    <a16:creationId xmlns:a16="http://schemas.microsoft.com/office/drawing/2014/main" id="{41CC58A8-B68E-884F-BD23-08890CD10FD1}"/>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63" name="Rectangle 132">
                <a:extLst>
                  <a:ext uri="{FF2B5EF4-FFF2-40B4-BE49-F238E27FC236}">
                    <a16:creationId xmlns:a16="http://schemas.microsoft.com/office/drawing/2014/main" id="{328A28BC-2B66-004E-8A4C-0C3533209AF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64" name="Rectangle 133">
                <a:extLst>
                  <a:ext uri="{FF2B5EF4-FFF2-40B4-BE49-F238E27FC236}">
                    <a16:creationId xmlns:a16="http://schemas.microsoft.com/office/drawing/2014/main" id="{D3427F60-4900-B545-B8F2-23A9D4F79890}"/>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65" name="Rectangle 134">
                <a:extLst>
                  <a:ext uri="{FF2B5EF4-FFF2-40B4-BE49-F238E27FC236}">
                    <a16:creationId xmlns:a16="http://schemas.microsoft.com/office/drawing/2014/main" id="{808AFD0A-2342-6644-842D-FE9FD6D74F4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66" name="Line 135">
                <a:extLst>
                  <a:ext uri="{FF2B5EF4-FFF2-40B4-BE49-F238E27FC236}">
                    <a16:creationId xmlns:a16="http://schemas.microsoft.com/office/drawing/2014/main" id="{AA67B89E-6553-F34F-9540-BB2888CF4588}"/>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67" name="Group 154">
              <a:extLst>
                <a:ext uri="{FF2B5EF4-FFF2-40B4-BE49-F238E27FC236}">
                  <a16:creationId xmlns:a16="http://schemas.microsoft.com/office/drawing/2014/main" id="{FCB38C9C-3886-1647-B1BB-77C45B97E5F0}"/>
                </a:ext>
              </a:extLst>
            </p:cNvPr>
            <p:cNvGrpSpPr>
              <a:grpSpLocks/>
            </p:cNvGrpSpPr>
            <p:nvPr/>
          </p:nvGrpSpPr>
          <p:grpSpPr bwMode="auto">
            <a:xfrm rot="5400000">
              <a:off x="8564840" y="5504829"/>
              <a:ext cx="895350" cy="1035050"/>
              <a:chOff x="2954" y="2776"/>
              <a:chExt cx="564" cy="652"/>
            </a:xfrm>
          </p:grpSpPr>
          <p:grpSp>
            <p:nvGrpSpPr>
              <p:cNvPr id="368" name="Group 136">
                <a:extLst>
                  <a:ext uri="{FF2B5EF4-FFF2-40B4-BE49-F238E27FC236}">
                    <a16:creationId xmlns:a16="http://schemas.microsoft.com/office/drawing/2014/main" id="{EC3B7F3C-2CB6-0642-A702-4D975C6E9658}"/>
                  </a:ext>
                </a:extLst>
              </p:cNvPr>
              <p:cNvGrpSpPr>
                <a:grpSpLocks/>
              </p:cNvGrpSpPr>
              <p:nvPr/>
            </p:nvGrpSpPr>
            <p:grpSpPr bwMode="auto">
              <a:xfrm>
                <a:off x="2954" y="2776"/>
                <a:ext cx="561" cy="136"/>
                <a:chOff x="455" y="3463"/>
                <a:chExt cx="561" cy="136"/>
              </a:xfrm>
            </p:grpSpPr>
            <p:sp>
              <p:nvSpPr>
                <p:cNvPr id="381" name="Rectangle 137">
                  <a:extLst>
                    <a:ext uri="{FF2B5EF4-FFF2-40B4-BE49-F238E27FC236}">
                      <a16:creationId xmlns:a16="http://schemas.microsoft.com/office/drawing/2014/main" id="{333322CF-B6EA-B147-806E-4AA261E4300B}"/>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82" name="Rectangle 138">
                  <a:extLst>
                    <a:ext uri="{FF2B5EF4-FFF2-40B4-BE49-F238E27FC236}">
                      <a16:creationId xmlns:a16="http://schemas.microsoft.com/office/drawing/2014/main" id="{884DB2A1-6022-954E-B68C-90C304DB2F88}"/>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83" name="Rectangle 139">
                  <a:extLst>
                    <a:ext uri="{FF2B5EF4-FFF2-40B4-BE49-F238E27FC236}">
                      <a16:creationId xmlns:a16="http://schemas.microsoft.com/office/drawing/2014/main" id="{39F0096A-6580-4B46-9B00-336282120F4C}"/>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84" name="Rectangle 140">
                  <a:extLst>
                    <a:ext uri="{FF2B5EF4-FFF2-40B4-BE49-F238E27FC236}">
                      <a16:creationId xmlns:a16="http://schemas.microsoft.com/office/drawing/2014/main" id="{A02D0A4D-FA88-0445-B282-F1BA4FAC99CA}"/>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85" name="Line 141">
                  <a:extLst>
                    <a:ext uri="{FF2B5EF4-FFF2-40B4-BE49-F238E27FC236}">
                      <a16:creationId xmlns:a16="http://schemas.microsoft.com/office/drawing/2014/main" id="{89AD7EED-2D5A-5F4B-82F9-B59964C7DA25}"/>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69" name="Group 142">
                <a:extLst>
                  <a:ext uri="{FF2B5EF4-FFF2-40B4-BE49-F238E27FC236}">
                    <a16:creationId xmlns:a16="http://schemas.microsoft.com/office/drawing/2014/main" id="{971C6EFA-672B-694C-8BB8-27DE8BB10C8E}"/>
                  </a:ext>
                </a:extLst>
              </p:cNvPr>
              <p:cNvGrpSpPr>
                <a:grpSpLocks/>
              </p:cNvGrpSpPr>
              <p:nvPr/>
            </p:nvGrpSpPr>
            <p:grpSpPr bwMode="auto">
              <a:xfrm>
                <a:off x="2957" y="3023"/>
                <a:ext cx="561" cy="136"/>
                <a:chOff x="455" y="3463"/>
                <a:chExt cx="561" cy="136"/>
              </a:xfrm>
            </p:grpSpPr>
            <p:sp>
              <p:nvSpPr>
                <p:cNvPr id="376" name="Rectangle 143">
                  <a:extLst>
                    <a:ext uri="{FF2B5EF4-FFF2-40B4-BE49-F238E27FC236}">
                      <a16:creationId xmlns:a16="http://schemas.microsoft.com/office/drawing/2014/main" id="{E55A46DF-72A8-7647-876D-A80F15CE885A}"/>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77" name="Rectangle 144">
                  <a:extLst>
                    <a:ext uri="{FF2B5EF4-FFF2-40B4-BE49-F238E27FC236}">
                      <a16:creationId xmlns:a16="http://schemas.microsoft.com/office/drawing/2014/main" id="{D24335F7-9D53-044A-AB88-2B9DF89C150F}"/>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78" name="Rectangle 145">
                  <a:extLst>
                    <a:ext uri="{FF2B5EF4-FFF2-40B4-BE49-F238E27FC236}">
                      <a16:creationId xmlns:a16="http://schemas.microsoft.com/office/drawing/2014/main" id="{6AEA3435-AA43-9F49-9087-3A3338DAFA3C}"/>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79" name="Rectangle 146">
                  <a:extLst>
                    <a:ext uri="{FF2B5EF4-FFF2-40B4-BE49-F238E27FC236}">
                      <a16:creationId xmlns:a16="http://schemas.microsoft.com/office/drawing/2014/main" id="{177A053B-0BAE-0640-AB44-0E043F06D9F4}"/>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80" name="Line 147">
                  <a:extLst>
                    <a:ext uri="{FF2B5EF4-FFF2-40B4-BE49-F238E27FC236}">
                      <a16:creationId xmlns:a16="http://schemas.microsoft.com/office/drawing/2014/main" id="{8AEFB38B-7DDC-9F44-A516-7DAA76A7E04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70" name="Group 148">
                <a:extLst>
                  <a:ext uri="{FF2B5EF4-FFF2-40B4-BE49-F238E27FC236}">
                    <a16:creationId xmlns:a16="http://schemas.microsoft.com/office/drawing/2014/main" id="{FD714310-89A4-394D-B783-5EC2CA17AEC5}"/>
                  </a:ext>
                </a:extLst>
              </p:cNvPr>
              <p:cNvGrpSpPr>
                <a:grpSpLocks/>
              </p:cNvGrpSpPr>
              <p:nvPr/>
            </p:nvGrpSpPr>
            <p:grpSpPr bwMode="auto">
              <a:xfrm>
                <a:off x="2954" y="3292"/>
                <a:ext cx="561" cy="136"/>
                <a:chOff x="455" y="3463"/>
                <a:chExt cx="561" cy="136"/>
              </a:xfrm>
            </p:grpSpPr>
            <p:sp>
              <p:nvSpPr>
                <p:cNvPr id="371" name="Rectangle 149">
                  <a:extLst>
                    <a:ext uri="{FF2B5EF4-FFF2-40B4-BE49-F238E27FC236}">
                      <a16:creationId xmlns:a16="http://schemas.microsoft.com/office/drawing/2014/main" id="{ADDE511B-C129-9D4B-A35E-5B67168684B2}"/>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72" name="Rectangle 150">
                  <a:extLst>
                    <a:ext uri="{FF2B5EF4-FFF2-40B4-BE49-F238E27FC236}">
                      <a16:creationId xmlns:a16="http://schemas.microsoft.com/office/drawing/2014/main" id="{1926829B-5C2B-7B46-AAD2-DCC04D10C248}"/>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73" name="Rectangle 151">
                  <a:extLst>
                    <a:ext uri="{FF2B5EF4-FFF2-40B4-BE49-F238E27FC236}">
                      <a16:creationId xmlns:a16="http://schemas.microsoft.com/office/drawing/2014/main" id="{5166BAC0-36EC-054B-AEAE-4083E2973B9D}"/>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74" name="Rectangle 152">
                  <a:extLst>
                    <a:ext uri="{FF2B5EF4-FFF2-40B4-BE49-F238E27FC236}">
                      <a16:creationId xmlns:a16="http://schemas.microsoft.com/office/drawing/2014/main" id="{B8D687ED-21A3-5844-8144-FC4568CCB84C}"/>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75" name="Line 153">
                  <a:extLst>
                    <a:ext uri="{FF2B5EF4-FFF2-40B4-BE49-F238E27FC236}">
                      <a16:creationId xmlns:a16="http://schemas.microsoft.com/office/drawing/2014/main" id="{B0B99B84-F7F0-474D-9C17-F45572185CA1}"/>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sp>
          <p:nvSpPr>
            <p:cNvPr id="386" name="Line 155">
              <a:extLst>
                <a:ext uri="{FF2B5EF4-FFF2-40B4-BE49-F238E27FC236}">
                  <a16:creationId xmlns:a16="http://schemas.microsoft.com/office/drawing/2014/main" id="{03C8D9EA-BBBC-B346-8BF2-359A0A507706}"/>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sp>
          <p:nvSpPr>
            <p:cNvPr id="387" name="Line 156">
              <a:extLst>
                <a:ext uri="{FF2B5EF4-FFF2-40B4-BE49-F238E27FC236}">
                  <a16:creationId xmlns:a16="http://schemas.microsoft.com/office/drawing/2014/main" id="{A11B99D5-398C-2B4F-8426-2A7897D2674E}"/>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sp>
          <p:nvSpPr>
            <p:cNvPr id="388" name="Line 157">
              <a:extLst>
                <a:ext uri="{FF2B5EF4-FFF2-40B4-BE49-F238E27FC236}">
                  <a16:creationId xmlns:a16="http://schemas.microsoft.com/office/drawing/2014/main" id="{E19B9C74-C0F9-9C48-96BC-5083BFA42607}"/>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sp>
          <p:nvSpPr>
            <p:cNvPr id="389" name="Line 158">
              <a:extLst>
                <a:ext uri="{FF2B5EF4-FFF2-40B4-BE49-F238E27FC236}">
                  <a16:creationId xmlns:a16="http://schemas.microsoft.com/office/drawing/2014/main" id="{972BC1ED-3C65-0D48-80B7-F3828BC10B96}"/>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sp>
          <p:nvSpPr>
            <p:cNvPr id="390" name="Line 159">
              <a:extLst>
                <a:ext uri="{FF2B5EF4-FFF2-40B4-BE49-F238E27FC236}">
                  <a16:creationId xmlns:a16="http://schemas.microsoft.com/office/drawing/2014/main" id="{C423A751-C773-8948-92DB-5C00303B0053}"/>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sp>
          <p:nvSpPr>
            <p:cNvPr id="391" name="Line 160">
              <a:extLst>
                <a:ext uri="{FF2B5EF4-FFF2-40B4-BE49-F238E27FC236}">
                  <a16:creationId xmlns:a16="http://schemas.microsoft.com/office/drawing/2014/main" id="{2109E4A3-3D73-694A-B332-08F4B9DB2B2E}"/>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sp>
          <p:nvSpPr>
            <p:cNvPr id="392" name="Oval 161">
              <a:extLst>
                <a:ext uri="{FF2B5EF4-FFF2-40B4-BE49-F238E27FC236}">
                  <a16:creationId xmlns:a16="http://schemas.microsoft.com/office/drawing/2014/main" id="{560F0CCD-566F-2848-BC28-48AB5BC46834}"/>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93" name="Oval 162">
              <a:extLst>
                <a:ext uri="{FF2B5EF4-FFF2-40B4-BE49-F238E27FC236}">
                  <a16:creationId xmlns:a16="http://schemas.microsoft.com/office/drawing/2014/main" id="{6B545151-450A-F94D-A4C6-78382BC89362}"/>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94" name="Oval 163">
              <a:extLst>
                <a:ext uri="{FF2B5EF4-FFF2-40B4-BE49-F238E27FC236}">
                  <a16:creationId xmlns:a16="http://schemas.microsoft.com/office/drawing/2014/main" id="{EA145C17-3847-3E48-8C50-06E7F086C3EA}"/>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95" name="Oval 164">
              <a:extLst>
                <a:ext uri="{FF2B5EF4-FFF2-40B4-BE49-F238E27FC236}">
                  <a16:creationId xmlns:a16="http://schemas.microsoft.com/office/drawing/2014/main" id="{D583174B-E718-A249-BE75-33AB9B1F693F}"/>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96" name="Oval 165">
              <a:extLst>
                <a:ext uri="{FF2B5EF4-FFF2-40B4-BE49-F238E27FC236}">
                  <a16:creationId xmlns:a16="http://schemas.microsoft.com/office/drawing/2014/main" id="{FC9B88BE-9FFF-DE40-8BFE-380354604C84}"/>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97" name="Oval 166">
              <a:extLst>
                <a:ext uri="{FF2B5EF4-FFF2-40B4-BE49-F238E27FC236}">
                  <a16:creationId xmlns:a16="http://schemas.microsoft.com/office/drawing/2014/main" id="{6F896AF1-2C34-3149-8329-09390CA6B75A}"/>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98" name="Oval 167">
              <a:extLst>
                <a:ext uri="{FF2B5EF4-FFF2-40B4-BE49-F238E27FC236}">
                  <a16:creationId xmlns:a16="http://schemas.microsoft.com/office/drawing/2014/main" id="{54294AED-0555-D244-94AB-1E755BFB4E3F}"/>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99" name="Oval 168">
              <a:extLst>
                <a:ext uri="{FF2B5EF4-FFF2-40B4-BE49-F238E27FC236}">
                  <a16:creationId xmlns:a16="http://schemas.microsoft.com/office/drawing/2014/main" id="{89BB0930-936E-2C4A-B203-3AF50935C686}"/>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00" name="Oval 169">
              <a:extLst>
                <a:ext uri="{FF2B5EF4-FFF2-40B4-BE49-F238E27FC236}">
                  <a16:creationId xmlns:a16="http://schemas.microsoft.com/office/drawing/2014/main" id="{54A896D0-B039-1C43-B23B-699A69438397}"/>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01" name="Text Box 170">
              <a:extLst>
                <a:ext uri="{FF2B5EF4-FFF2-40B4-BE49-F238E27FC236}">
                  <a16:creationId xmlns:a16="http://schemas.microsoft.com/office/drawing/2014/main" id="{D7A7FAC4-A795-2344-B8A6-A06C12033377}"/>
                </a:ext>
              </a:extLst>
            </p:cNvPr>
            <p:cNvSpPr txBox="1">
              <a:spLocks noChangeArrowheads="1"/>
            </p:cNvSpPr>
            <p:nvPr/>
          </p:nvSpPr>
          <p:spPr bwMode="auto">
            <a:xfrm>
              <a:off x="6675121" y="5767934"/>
              <a:ext cx="181075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350" kern="0" dirty="0">
                  <a:solidFill>
                    <a:srgbClr val="000000"/>
                  </a:solidFill>
                </a:rPr>
                <a:t>interconnection</a:t>
              </a:r>
            </a:p>
            <a:p>
              <a:pPr defTabSz="685800" eaLnBrk="0" fontAlgn="base" hangingPunct="0">
                <a:spcBef>
                  <a:spcPct val="0"/>
                </a:spcBef>
                <a:spcAft>
                  <a:spcPct val="0"/>
                </a:spcAft>
                <a:defRPr/>
              </a:pPr>
              <a:r>
                <a:rPr lang="en-US" altLang="en-US" sz="1350" kern="0" dirty="0">
                  <a:solidFill>
                    <a:srgbClr val="000000"/>
                  </a:solidFill>
                </a:rPr>
                <a:t>network</a:t>
              </a:r>
            </a:p>
          </p:txBody>
        </p:sp>
        <p:sp>
          <p:nvSpPr>
            <p:cNvPr id="404" name="Freeform 173">
              <a:extLst>
                <a:ext uri="{FF2B5EF4-FFF2-40B4-BE49-F238E27FC236}">
                  <a16:creationId xmlns:a16="http://schemas.microsoft.com/office/drawing/2014/main" id="{7731649A-7A0C-FF4B-AE01-BDFE9F590243}"/>
                </a:ext>
              </a:extLst>
            </p:cNvPr>
            <p:cNvSpPr>
              <a:spLocks/>
            </p:cNvSpPr>
            <p:nvPr/>
          </p:nvSpPr>
          <p:spPr bwMode="auto">
            <a:xfrm>
              <a:off x="7417077" y="4538041"/>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406" name="Content Placeholder 2">
            <a:extLst>
              <a:ext uri="{FF2B5EF4-FFF2-40B4-BE49-F238E27FC236}">
                <a16:creationId xmlns:a16="http://schemas.microsoft.com/office/drawing/2014/main" id="{2B7122AF-D615-5F41-945E-7E1D8CD01EF3}"/>
              </a:ext>
            </a:extLst>
          </p:cNvPr>
          <p:cNvSpPr txBox="1">
            <a:spLocks/>
          </p:cNvSpPr>
          <p:nvPr/>
        </p:nvSpPr>
        <p:spPr>
          <a:xfrm>
            <a:off x="613742" y="3626231"/>
            <a:ext cx="8276811" cy="491053"/>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15504" defTabSz="685800">
              <a:spcBef>
                <a:spcPts val="750"/>
              </a:spcBef>
              <a:buFont typeface="Wingdings" charset="2"/>
              <a:buChar char="§"/>
              <a:defRPr/>
            </a:pPr>
            <a:r>
              <a:rPr lang="en-US" sz="2400" dirty="0">
                <a:solidFill>
                  <a:prstClr val="black"/>
                </a:solidFill>
                <a:latin typeface="Calibri" panose="020F0502020204030204"/>
              </a:rPr>
              <a:t>three major types of switching fabrics:</a:t>
            </a:r>
          </a:p>
        </p:txBody>
      </p:sp>
      <p:sp>
        <p:nvSpPr>
          <p:cNvPr id="11" name="Content Placeholder 2">
            <a:extLst>
              <a:ext uri="{FF2B5EF4-FFF2-40B4-BE49-F238E27FC236}">
                <a16:creationId xmlns:a16="http://schemas.microsoft.com/office/drawing/2014/main" id="{9B2C871E-85EE-2BAE-55B1-06FF4EE6BF51}"/>
              </a:ext>
            </a:extLst>
          </p:cNvPr>
          <p:cNvSpPr txBox="1">
            <a:spLocks/>
          </p:cNvSpPr>
          <p:nvPr/>
        </p:nvSpPr>
        <p:spPr>
          <a:xfrm>
            <a:off x="628650" y="1746838"/>
            <a:ext cx="7886700" cy="57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15504">
              <a:buFont typeface="Wingdings" charset="2"/>
              <a:buChar char="§"/>
              <a:defRPr/>
            </a:pPr>
            <a:r>
              <a:rPr lang="en-US" sz="2400"/>
              <a:t>transfer packet from input link to appropriate output link</a:t>
            </a:r>
          </a:p>
          <a:p>
            <a:pPr indent="-215504">
              <a:buFont typeface="Wingdings" charset="2"/>
              <a:buChar char="§"/>
              <a:defRPr/>
            </a:pPr>
            <a:endParaRPr lang="en-US" dirty="0"/>
          </a:p>
        </p:txBody>
      </p:sp>
    </p:spTree>
    <p:extLst>
      <p:ext uri="{BB962C8B-B14F-4D97-AF65-F5344CB8AC3E}">
        <p14:creationId xmlns:p14="http://schemas.microsoft.com/office/powerpoint/2010/main" val="2003036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 - Switching fabrics</a:t>
            </a:r>
            <a:endParaRPr lang="en-US" sz="3600" dirty="0"/>
          </a:p>
        </p:txBody>
      </p:sp>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628650" y="1998711"/>
            <a:ext cx="7886700" cy="1468026"/>
          </a:xfrm>
        </p:spPr>
        <p:txBody>
          <a:bodyPr>
            <a:normAutofit fontScale="70000" lnSpcReduction="20000"/>
          </a:bodyPr>
          <a:lstStyle/>
          <a:p>
            <a:pPr marL="176213" indent="-176213">
              <a:buNone/>
            </a:pPr>
            <a:r>
              <a:rPr lang="en-US" altLang="en-US" sz="2900" dirty="0">
                <a:solidFill>
                  <a:srgbClr val="C00000"/>
                </a:solidFill>
                <a:ea typeface="ＭＳ Ｐゴシック" panose="020B0600070205080204" pitchFamily="34" charset="-128"/>
                <a:cs typeface="ＭＳ Ｐゴシック" panose="020B0600070205080204" pitchFamily="34" charset="-128"/>
              </a:rPr>
              <a:t>first generation routers:</a:t>
            </a:r>
          </a:p>
          <a:p>
            <a:pPr marL="303610" indent="-215504"/>
            <a:r>
              <a:rPr lang="en-US" altLang="en-US" dirty="0">
                <a:ea typeface="ＭＳ Ｐゴシック" panose="020B0600070205080204" pitchFamily="34" charset="-128"/>
                <a:cs typeface="ＭＳ Ｐゴシック" panose="020B0600070205080204" pitchFamily="34" charset="-128"/>
              </a:rPr>
              <a:t>traditional computers with switching under direct control of CPU</a:t>
            </a:r>
          </a:p>
          <a:p>
            <a:pPr marL="303610" indent="-215504"/>
            <a:r>
              <a:rPr lang="en-US" altLang="en-US" dirty="0">
                <a:ea typeface="ＭＳ Ｐゴシック" panose="020B0600070205080204" pitchFamily="34" charset="-128"/>
                <a:cs typeface="ＭＳ Ｐゴシック" panose="020B0600070205080204" pitchFamily="34" charset="-128"/>
              </a:rPr>
              <a:t>packet copied to system’</a:t>
            </a:r>
            <a:r>
              <a:rPr lang="en-US" altLang="ja-JP" dirty="0">
                <a:ea typeface="ＭＳ Ｐゴシック" panose="020B0600070205080204" pitchFamily="34" charset="-128"/>
                <a:cs typeface="ＭＳ Ｐゴシック" panose="020B0600070205080204" pitchFamily="34" charset="-128"/>
              </a:rPr>
              <a:t>s memory</a:t>
            </a:r>
          </a:p>
          <a:p>
            <a:pPr marL="303610" indent="-215504"/>
            <a:r>
              <a:rPr lang="en-US" altLang="en-US" dirty="0">
                <a:ea typeface="ＭＳ Ｐゴシック" panose="020B0600070205080204" pitchFamily="34" charset="-128"/>
                <a:cs typeface="ＭＳ Ｐゴシック" panose="020B0600070205080204" pitchFamily="34" charset="-128"/>
              </a:rPr>
              <a:t>speed limited by memory bandwidth (2 bus crossings per datagram)</a:t>
            </a:r>
            <a:endParaRPr lang="en-US" altLang="en-US" sz="1500" dirty="0">
              <a:ea typeface="ＭＳ Ｐゴシック" panose="020B0600070205080204" pitchFamily="34" charset="-128"/>
              <a:cs typeface="ＭＳ Ｐゴシック" panose="020B0600070205080204" pitchFamily="34" charset="-128"/>
            </a:endParaRPr>
          </a:p>
        </p:txBody>
      </p:sp>
      <p:sp>
        <p:nvSpPr>
          <p:cNvPr id="20" name="Slide Number Placeholder 4">
            <a:extLst>
              <a:ext uri="{FF2B5EF4-FFF2-40B4-BE49-F238E27FC236}">
                <a16:creationId xmlns:a16="http://schemas.microsoft.com/office/drawing/2014/main" id="{E873C787-12AC-6546-8188-86FCEB09ABBB}"/>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24</a:t>
            </a:fld>
            <a:endParaRPr lang="en-US" dirty="0">
              <a:solidFill>
                <a:prstClr val="white">
                  <a:lumMod val="50000"/>
                </a:prstClr>
              </a:solidFill>
              <a:latin typeface="Calibri" panose="020F0502020204030204"/>
            </a:endParaRPr>
          </a:p>
        </p:txBody>
      </p:sp>
      <p:grpSp>
        <p:nvGrpSpPr>
          <p:cNvPr id="172" name="Group 42">
            <a:extLst>
              <a:ext uri="{FF2B5EF4-FFF2-40B4-BE49-F238E27FC236}">
                <a16:creationId xmlns:a16="http://schemas.microsoft.com/office/drawing/2014/main" id="{F2B5464E-F88B-A642-84D4-5094AFD5B16B}"/>
              </a:ext>
            </a:extLst>
          </p:cNvPr>
          <p:cNvGrpSpPr>
            <a:grpSpLocks/>
          </p:cNvGrpSpPr>
          <p:nvPr/>
        </p:nvGrpSpPr>
        <p:grpSpPr bwMode="auto">
          <a:xfrm>
            <a:off x="2227143" y="3901314"/>
            <a:ext cx="5030391" cy="1365647"/>
            <a:chOff x="969" y="2540"/>
            <a:chExt cx="4225" cy="1147"/>
          </a:xfrm>
        </p:grpSpPr>
        <p:sp>
          <p:nvSpPr>
            <p:cNvPr id="173" name="Rectangle 30">
              <a:extLst>
                <a:ext uri="{FF2B5EF4-FFF2-40B4-BE49-F238E27FC236}">
                  <a16:creationId xmlns:a16="http://schemas.microsoft.com/office/drawing/2014/main" id="{45BBBE01-E2E8-274B-8035-4961E1D9E91A}"/>
                </a:ext>
              </a:extLst>
            </p:cNvPr>
            <p:cNvSpPr>
              <a:spLocks noChangeArrowheads="1"/>
            </p:cNvSpPr>
            <p:nvPr/>
          </p:nvSpPr>
          <p:spPr bwMode="auto">
            <a:xfrm>
              <a:off x="983" y="2542"/>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74" name="Text Box 31">
              <a:extLst>
                <a:ext uri="{FF2B5EF4-FFF2-40B4-BE49-F238E27FC236}">
                  <a16:creationId xmlns:a16="http://schemas.microsoft.com/office/drawing/2014/main" id="{FFED6ECD-74D4-9944-B695-F1E1E045E39E}"/>
                </a:ext>
              </a:extLst>
            </p:cNvPr>
            <p:cNvSpPr txBox="1">
              <a:spLocks noChangeArrowheads="1"/>
            </p:cNvSpPr>
            <p:nvPr/>
          </p:nvSpPr>
          <p:spPr bwMode="auto">
            <a:xfrm>
              <a:off x="969" y="2557"/>
              <a:ext cx="753"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350" kern="0" dirty="0">
                  <a:solidFill>
                    <a:srgbClr val="000000"/>
                  </a:solidFill>
                </a:rPr>
                <a:t>input</a:t>
              </a:r>
            </a:p>
            <a:p>
              <a:pPr algn="ctr" defTabSz="685800" eaLnBrk="0" fontAlgn="base" hangingPunct="0">
                <a:lnSpc>
                  <a:spcPct val="90000"/>
                </a:lnSpc>
                <a:spcBef>
                  <a:spcPct val="0"/>
                </a:spcBef>
                <a:spcAft>
                  <a:spcPct val="0"/>
                </a:spcAft>
                <a:defRPr/>
              </a:pPr>
              <a:r>
                <a:rPr lang="en-US" altLang="en-US" sz="1350" kern="0" dirty="0">
                  <a:solidFill>
                    <a:srgbClr val="000000"/>
                  </a:solidFill>
                </a:rPr>
                <a:t>port</a:t>
              </a:r>
            </a:p>
            <a:p>
              <a:pPr algn="ctr" defTabSz="685800" eaLnBrk="0" fontAlgn="base" hangingPunct="0">
                <a:lnSpc>
                  <a:spcPct val="90000"/>
                </a:lnSpc>
                <a:spcBef>
                  <a:spcPct val="0"/>
                </a:spcBef>
                <a:spcAft>
                  <a:spcPct val="0"/>
                </a:spcAft>
                <a:defRPr/>
              </a:pPr>
              <a:r>
                <a:rPr lang="en-US" altLang="en-US" sz="1350" kern="0" dirty="0">
                  <a:solidFill>
                    <a:srgbClr val="000000"/>
                  </a:solidFill>
                </a:rPr>
                <a:t>(e.g.,</a:t>
              </a:r>
            </a:p>
            <a:p>
              <a:pPr algn="ctr" defTabSz="685800" eaLnBrk="0" fontAlgn="base" hangingPunct="0">
                <a:lnSpc>
                  <a:spcPct val="90000"/>
                </a:lnSpc>
                <a:spcBef>
                  <a:spcPct val="0"/>
                </a:spcBef>
                <a:spcAft>
                  <a:spcPct val="0"/>
                </a:spcAft>
                <a:defRPr/>
              </a:pPr>
              <a:r>
                <a:rPr lang="en-US" altLang="en-US" sz="1350" kern="0" dirty="0">
                  <a:solidFill>
                    <a:srgbClr val="000000"/>
                  </a:solidFill>
                </a:rPr>
                <a:t>Ethernet)</a:t>
              </a:r>
            </a:p>
          </p:txBody>
        </p:sp>
        <p:sp>
          <p:nvSpPr>
            <p:cNvPr id="175" name="Text Box 32">
              <a:extLst>
                <a:ext uri="{FF2B5EF4-FFF2-40B4-BE49-F238E27FC236}">
                  <a16:creationId xmlns:a16="http://schemas.microsoft.com/office/drawing/2014/main" id="{20392B0C-5AA1-5D4A-8C31-19BC5047BD55}"/>
                </a:ext>
              </a:extLst>
            </p:cNvPr>
            <p:cNvSpPr txBox="1">
              <a:spLocks noChangeArrowheads="1"/>
            </p:cNvSpPr>
            <p:nvPr/>
          </p:nvSpPr>
          <p:spPr bwMode="auto">
            <a:xfrm>
              <a:off x="2302" y="2773"/>
              <a:ext cx="68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350" kern="0" dirty="0">
                  <a:solidFill>
                    <a:srgbClr val="000000"/>
                  </a:solidFill>
                </a:rPr>
                <a:t>memory</a:t>
              </a:r>
            </a:p>
          </p:txBody>
        </p:sp>
        <p:sp>
          <p:nvSpPr>
            <p:cNvPr id="176" name="Rectangle 34">
              <a:extLst>
                <a:ext uri="{FF2B5EF4-FFF2-40B4-BE49-F238E27FC236}">
                  <a16:creationId xmlns:a16="http://schemas.microsoft.com/office/drawing/2014/main" id="{EA86606E-2DCD-924C-A723-41E2CA4CDA0D}"/>
                </a:ext>
              </a:extLst>
            </p:cNvPr>
            <p:cNvSpPr>
              <a:spLocks noChangeArrowheads="1"/>
            </p:cNvSpPr>
            <p:nvPr/>
          </p:nvSpPr>
          <p:spPr bwMode="auto">
            <a:xfrm>
              <a:off x="2072" y="2542"/>
              <a:ext cx="1173" cy="68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77" name="Rectangle 35">
              <a:extLst>
                <a:ext uri="{FF2B5EF4-FFF2-40B4-BE49-F238E27FC236}">
                  <a16:creationId xmlns:a16="http://schemas.microsoft.com/office/drawing/2014/main" id="{24885012-DDCB-5048-A51F-1CDF934C29D4}"/>
                </a:ext>
              </a:extLst>
            </p:cNvPr>
            <p:cNvSpPr>
              <a:spLocks noChangeArrowheads="1"/>
            </p:cNvSpPr>
            <p:nvPr/>
          </p:nvSpPr>
          <p:spPr bwMode="auto">
            <a:xfrm>
              <a:off x="3557" y="2540"/>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78" name="Text Box 36">
              <a:extLst>
                <a:ext uri="{FF2B5EF4-FFF2-40B4-BE49-F238E27FC236}">
                  <a16:creationId xmlns:a16="http://schemas.microsoft.com/office/drawing/2014/main" id="{14386179-C33A-9940-94C2-AA092DA42295}"/>
                </a:ext>
              </a:extLst>
            </p:cNvPr>
            <p:cNvSpPr txBox="1">
              <a:spLocks noChangeArrowheads="1"/>
            </p:cNvSpPr>
            <p:nvPr/>
          </p:nvSpPr>
          <p:spPr bwMode="auto">
            <a:xfrm>
              <a:off x="3543" y="2555"/>
              <a:ext cx="753"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350" kern="0" dirty="0">
                  <a:solidFill>
                    <a:srgbClr val="000000"/>
                  </a:solidFill>
                </a:rPr>
                <a:t>output</a:t>
              </a:r>
            </a:p>
            <a:p>
              <a:pPr algn="ctr" defTabSz="685800" eaLnBrk="0" fontAlgn="base" hangingPunct="0">
                <a:lnSpc>
                  <a:spcPct val="90000"/>
                </a:lnSpc>
                <a:spcBef>
                  <a:spcPct val="0"/>
                </a:spcBef>
                <a:spcAft>
                  <a:spcPct val="0"/>
                </a:spcAft>
                <a:defRPr/>
              </a:pPr>
              <a:r>
                <a:rPr lang="en-US" altLang="en-US" sz="1350" kern="0" dirty="0">
                  <a:solidFill>
                    <a:srgbClr val="000000"/>
                  </a:solidFill>
                </a:rPr>
                <a:t>port</a:t>
              </a:r>
            </a:p>
            <a:p>
              <a:pPr algn="ctr" defTabSz="685800" eaLnBrk="0" fontAlgn="base" hangingPunct="0">
                <a:lnSpc>
                  <a:spcPct val="90000"/>
                </a:lnSpc>
                <a:spcBef>
                  <a:spcPct val="0"/>
                </a:spcBef>
                <a:spcAft>
                  <a:spcPct val="0"/>
                </a:spcAft>
                <a:defRPr/>
              </a:pPr>
              <a:r>
                <a:rPr lang="en-US" altLang="en-US" sz="1350" kern="0" dirty="0">
                  <a:solidFill>
                    <a:srgbClr val="000000"/>
                  </a:solidFill>
                </a:rPr>
                <a:t>(e.g.,</a:t>
              </a:r>
            </a:p>
            <a:p>
              <a:pPr algn="ctr" defTabSz="685800" eaLnBrk="0" fontAlgn="base" hangingPunct="0">
                <a:lnSpc>
                  <a:spcPct val="90000"/>
                </a:lnSpc>
                <a:spcBef>
                  <a:spcPct val="0"/>
                </a:spcBef>
                <a:spcAft>
                  <a:spcPct val="0"/>
                </a:spcAft>
                <a:defRPr/>
              </a:pPr>
              <a:r>
                <a:rPr lang="en-US" altLang="en-US" sz="1350" kern="0" dirty="0">
                  <a:solidFill>
                    <a:srgbClr val="000000"/>
                  </a:solidFill>
                </a:rPr>
                <a:t>Ethernet)</a:t>
              </a:r>
            </a:p>
          </p:txBody>
        </p:sp>
        <p:sp>
          <p:nvSpPr>
            <p:cNvPr id="179" name="Line 37">
              <a:extLst>
                <a:ext uri="{FF2B5EF4-FFF2-40B4-BE49-F238E27FC236}">
                  <a16:creationId xmlns:a16="http://schemas.microsoft.com/office/drawing/2014/main" id="{65666B6A-D931-D542-B3CE-2E1BC9433DC1}"/>
                </a:ext>
              </a:extLst>
            </p:cNvPr>
            <p:cNvSpPr>
              <a:spLocks noChangeShapeType="1"/>
            </p:cNvSpPr>
            <p:nvPr/>
          </p:nvSpPr>
          <p:spPr bwMode="auto">
            <a:xfrm>
              <a:off x="983" y="3561"/>
              <a:ext cx="3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0" name="Line 38">
              <a:extLst>
                <a:ext uri="{FF2B5EF4-FFF2-40B4-BE49-F238E27FC236}">
                  <a16:creationId xmlns:a16="http://schemas.microsoft.com/office/drawing/2014/main" id="{60D852FF-88FA-2B42-8C46-DCE293525165}"/>
                </a:ext>
              </a:extLst>
            </p:cNvPr>
            <p:cNvSpPr>
              <a:spLocks noChangeShapeType="1"/>
            </p:cNvSpPr>
            <p:nvPr/>
          </p:nvSpPr>
          <p:spPr bwMode="auto">
            <a:xfrm>
              <a:off x="1370" y="325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1" name="Line 39">
              <a:extLst>
                <a:ext uri="{FF2B5EF4-FFF2-40B4-BE49-F238E27FC236}">
                  <a16:creationId xmlns:a16="http://schemas.microsoft.com/office/drawing/2014/main" id="{6E64FFE5-A2FF-0849-879D-A0AA8D0578BD}"/>
                </a:ext>
              </a:extLst>
            </p:cNvPr>
            <p:cNvSpPr>
              <a:spLocks noChangeShapeType="1"/>
            </p:cNvSpPr>
            <p:nvPr/>
          </p:nvSpPr>
          <p:spPr bwMode="auto">
            <a:xfrm>
              <a:off x="3939" y="324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2" name="Line 40">
              <a:extLst>
                <a:ext uri="{FF2B5EF4-FFF2-40B4-BE49-F238E27FC236}">
                  <a16:creationId xmlns:a16="http://schemas.microsoft.com/office/drawing/2014/main" id="{CA89C20C-F9FF-C845-B7D8-9DEA22C142FB}"/>
                </a:ext>
              </a:extLst>
            </p:cNvPr>
            <p:cNvSpPr>
              <a:spLocks noChangeShapeType="1"/>
            </p:cNvSpPr>
            <p:nvPr/>
          </p:nvSpPr>
          <p:spPr bwMode="auto">
            <a:xfrm>
              <a:off x="2665" y="3240"/>
              <a:ext cx="0" cy="3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3" name="Text Box 41">
              <a:extLst>
                <a:ext uri="{FF2B5EF4-FFF2-40B4-BE49-F238E27FC236}">
                  <a16:creationId xmlns:a16="http://schemas.microsoft.com/office/drawing/2014/main" id="{2EA1FDDA-9659-AC45-86D4-9A50513453AF}"/>
                </a:ext>
              </a:extLst>
            </p:cNvPr>
            <p:cNvSpPr txBox="1">
              <a:spLocks noChangeArrowheads="1"/>
            </p:cNvSpPr>
            <p:nvPr/>
          </p:nvSpPr>
          <p:spPr bwMode="auto">
            <a:xfrm>
              <a:off x="4304" y="3435"/>
              <a:ext cx="89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350" kern="0" dirty="0">
                  <a:solidFill>
                    <a:srgbClr val="000000"/>
                  </a:solidFill>
                </a:rPr>
                <a:t>system bus</a:t>
              </a:r>
            </a:p>
          </p:txBody>
        </p:sp>
      </p:grpSp>
      <p:sp>
        <p:nvSpPr>
          <p:cNvPr id="4" name="Content Placeholder 4">
            <a:extLst>
              <a:ext uri="{FF2B5EF4-FFF2-40B4-BE49-F238E27FC236}">
                <a16:creationId xmlns:a16="http://schemas.microsoft.com/office/drawing/2014/main" id="{BDF126EE-C779-331D-A579-F468FB7C2DEA}"/>
              </a:ext>
            </a:extLst>
          </p:cNvPr>
          <p:cNvSpPr txBox="1">
            <a:spLocks/>
          </p:cNvSpPr>
          <p:nvPr/>
        </p:nvSpPr>
        <p:spPr>
          <a:xfrm>
            <a:off x="628650" y="1311068"/>
            <a:ext cx="7886700" cy="57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800" dirty="0">
                <a:ea typeface="ＭＳ Ｐゴシック" panose="020B0600070205080204" pitchFamily="34" charset="-128"/>
              </a:rPr>
              <a:t>Switching via memory</a:t>
            </a:r>
            <a:endParaRPr lang="en-US" dirty="0"/>
          </a:p>
        </p:txBody>
      </p:sp>
    </p:spTree>
    <p:extLst>
      <p:ext uri="{BB962C8B-B14F-4D97-AF65-F5344CB8AC3E}">
        <p14:creationId xmlns:p14="http://schemas.microsoft.com/office/powerpoint/2010/main" val="2400942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 - Switching fabrics</a:t>
            </a:r>
            <a:endParaRPr lang="en-US" sz="3600" dirty="0"/>
          </a:p>
        </p:txBody>
      </p:sp>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628649" y="2266951"/>
            <a:ext cx="8248649" cy="1526610"/>
          </a:xfrm>
        </p:spPr>
        <p:txBody>
          <a:bodyPr>
            <a:normAutofit/>
          </a:bodyPr>
          <a:lstStyle/>
          <a:p>
            <a:pPr>
              <a:buFont typeface="Wingdings" charset="2"/>
              <a:buChar char="§"/>
              <a:defRPr/>
            </a:pPr>
            <a:r>
              <a:rPr lang="en-US" sz="2000" dirty="0"/>
              <a:t>datagram from input port memory to output port memory via a shared bus</a:t>
            </a:r>
          </a:p>
          <a:p>
            <a:pPr>
              <a:buFont typeface="Wingdings" charset="2"/>
              <a:buChar char="§"/>
              <a:defRPr/>
            </a:pPr>
            <a:r>
              <a:rPr lang="en-US" sz="2000" i="1" dirty="0">
                <a:solidFill>
                  <a:srgbClr val="CC0000"/>
                </a:solidFill>
              </a:rPr>
              <a:t>bus contention:</a:t>
            </a:r>
            <a:r>
              <a:rPr lang="en-US" sz="2000" dirty="0"/>
              <a:t>  switching speed limited by bus bandwidth</a:t>
            </a:r>
          </a:p>
          <a:p>
            <a:pPr>
              <a:buFont typeface="Wingdings" charset="2"/>
              <a:buChar char="§"/>
              <a:defRPr/>
            </a:pPr>
            <a:r>
              <a:rPr lang="en-US" sz="2000" dirty="0"/>
              <a:t>32 Gbps bus, Cisco 5600: sufficient speed for access routers</a:t>
            </a:r>
          </a:p>
        </p:txBody>
      </p:sp>
      <p:sp>
        <p:nvSpPr>
          <p:cNvPr id="58" name="Slide Number Placeholder 4">
            <a:extLst>
              <a:ext uri="{FF2B5EF4-FFF2-40B4-BE49-F238E27FC236}">
                <a16:creationId xmlns:a16="http://schemas.microsoft.com/office/drawing/2014/main" id="{804CF0B2-B0FB-2D4A-9DE1-13100592031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25</a:t>
            </a:fld>
            <a:endParaRPr lang="en-US" dirty="0">
              <a:solidFill>
                <a:prstClr val="white">
                  <a:lumMod val="50000"/>
                </a:prstClr>
              </a:solidFill>
              <a:latin typeface="Calibri" panose="020F0502020204030204"/>
            </a:endParaRPr>
          </a:p>
        </p:txBody>
      </p:sp>
      <p:grpSp>
        <p:nvGrpSpPr>
          <p:cNvPr id="4" name="Group 3">
            <a:extLst>
              <a:ext uri="{FF2B5EF4-FFF2-40B4-BE49-F238E27FC236}">
                <a16:creationId xmlns:a16="http://schemas.microsoft.com/office/drawing/2014/main" id="{9B8CD304-8CB5-AA4B-A0E8-C0ADE3BF0764}"/>
              </a:ext>
            </a:extLst>
          </p:cNvPr>
          <p:cNvGrpSpPr/>
          <p:nvPr/>
        </p:nvGrpSpPr>
        <p:grpSpPr>
          <a:xfrm>
            <a:off x="3059024" y="4081398"/>
            <a:ext cx="3972499" cy="1324753"/>
            <a:chOff x="4336991" y="4484392"/>
            <a:chExt cx="2903568" cy="1047064"/>
          </a:xfrm>
        </p:grpSpPr>
        <p:grpSp>
          <p:nvGrpSpPr>
            <p:cNvPr id="21" name="Group 80">
              <a:extLst>
                <a:ext uri="{FF2B5EF4-FFF2-40B4-BE49-F238E27FC236}">
                  <a16:creationId xmlns:a16="http://schemas.microsoft.com/office/drawing/2014/main" id="{6528F6A7-EDEC-9C4B-9732-5C83E48F24B4}"/>
                </a:ext>
              </a:extLst>
            </p:cNvPr>
            <p:cNvGrpSpPr>
              <a:grpSpLocks/>
            </p:cNvGrpSpPr>
            <p:nvPr/>
          </p:nvGrpSpPr>
          <p:grpSpPr bwMode="auto">
            <a:xfrm>
              <a:off x="4769281" y="4484392"/>
              <a:ext cx="1093120" cy="215900"/>
              <a:chOff x="876" y="2800"/>
              <a:chExt cx="788" cy="175"/>
            </a:xfrm>
          </p:grpSpPr>
          <p:sp>
            <p:nvSpPr>
              <p:cNvPr id="22" name="Rectangle 81">
                <a:extLst>
                  <a:ext uri="{FF2B5EF4-FFF2-40B4-BE49-F238E27FC236}">
                    <a16:creationId xmlns:a16="http://schemas.microsoft.com/office/drawing/2014/main" id="{DFDBF7BA-06E4-494D-8F9D-FFA33A3BF9B1}"/>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3" name="Rectangle 82">
                <a:extLst>
                  <a:ext uri="{FF2B5EF4-FFF2-40B4-BE49-F238E27FC236}">
                    <a16:creationId xmlns:a16="http://schemas.microsoft.com/office/drawing/2014/main" id="{2C9A0A09-54EF-D24E-84A4-0E4BF0FA6A9A}"/>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4" name="Rectangle 83">
                <a:extLst>
                  <a:ext uri="{FF2B5EF4-FFF2-40B4-BE49-F238E27FC236}">
                    <a16:creationId xmlns:a16="http://schemas.microsoft.com/office/drawing/2014/main" id="{AF1F9C4D-1234-2343-9758-A7BC801F60D1}"/>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5" name="Rectangle 84">
                <a:extLst>
                  <a:ext uri="{FF2B5EF4-FFF2-40B4-BE49-F238E27FC236}">
                    <a16:creationId xmlns:a16="http://schemas.microsoft.com/office/drawing/2014/main" id="{FFA1C2EC-B4A7-7945-BE6D-F41404063626}"/>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6" name="Line 85">
                <a:extLst>
                  <a:ext uri="{FF2B5EF4-FFF2-40B4-BE49-F238E27FC236}">
                    <a16:creationId xmlns:a16="http://schemas.microsoft.com/office/drawing/2014/main" id="{BB9C01BB-870F-9B4A-8484-B8328825B5D3}"/>
                  </a:ext>
                </a:extLst>
              </p:cNvPr>
              <p:cNvSpPr>
                <a:spLocks noChangeShapeType="1"/>
              </p:cNvSpPr>
              <p:nvPr/>
            </p:nvSpPr>
            <p:spPr bwMode="auto">
              <a:xfrm flipV="1">
                <a:off x="876" y="2887"/>
                <a:ext cx="7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27" name="Group 86">
              <a:extLst>
                <a:ext uri="{FF2B5EF4-FFF2-40B4-BE49-F238E27FC236}">
                  <a16:creationId xmlns:a16="http://schemas.microsoft.com/office/drawing/2014/main" id="{0507AB92-4047-F447-8DD5-6B9DDD71376B}"/>
                </a:ext>
              </a:extLst>
            </p:cNvPr>
            <p:cNvGrpSpPr>
              <a:grpSpLocks/>
            </p:cNvGrpSpPr>
            <p:nvPr/>
          </p:nvGrpSpPr>
          <p:grpSpPr bwMode="auto">
            <a:xfrm>
              <a:off x="4767694" y="4879680"/>
              <a:ext cx="1094506" cy="215900"/>
              <a:chOff x="876" y="2800"/>
              <a:chExt cx="789" cy="175"/>
            </a:xfrm>
          </p:grpSpPr>
          <p:sp>
            <p:nvSpPr>
              <p:cNvPr id="28" name="Rectangle 87">
                <a:extLst>
                  <a:ext uri="{FF2B5EF4-FFF2-40B4-BE49-F238E27FC236}">
                    <a16:creationId xmlns:a16="http://schemas.microsoft.com/office/drawing/2014/main" id="{1F3E0863-B0C8-C846-9E3A-94CA2AB7D17A}"/>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9" name="Rectangle 88">
                <a:extLst>
                  <a:ext uri="{FF2B5EF4-FFF2-40B4-BE49-F238E27FC236}">
                    <a16:creationId xmlns:a16="http://schemas.microsoft.com/office/drawing/2014/main" id="{E1208338-3967-594A-A93C-06C80B2EF0C9}"/>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0" name="Rectangle 89">
                <a:extLst>
                  <a:ext uri="{FF2B5EF4-FFF2-40B4-BE49-F238E27FC236}">
                    <a16:creationId xmlns:a16="http://schemas.microsoft.com/office/drawing/2014/main" id="{AD425D1B-FA67-5D49-809C-40473A853321}"/>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1" name="Rectangle 90">
                <a:extLst>
                  <a:ext uri="{FF2B5EF4-FFF2-40B4-BE49-F238E27FC236}">
                    <a16:creationId xmlns:a16="http://schemas.microsoft.com/office/drawing/2014/main" id="{C12121D2-ED33-1E48-B66D-BB7E335548F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2" name="Line 91">
                <a:extLst>
                  <a:ext uri="{FF2B5EF4-FFF2-40B4-BE49-F238E27FC236}">
                    <a16:creationId xmlns:a16="http://schemas.microsoft.com/office/drawing/2014/main" id="{29B1EBEE-9DC3-F248-883E-3C7EBBC5D9E2}"/>
                  </a:ext>
                </a:extLst>
              </p:cNvPr>
              <p:cNvSpPr>
                <a:spLocks noChangeShapeType="1"/>
              </p:cNvSpPr>
              <p:nvPr/>
            </p:nvSpPr>
            <p:spPr bwMode="auto">
              <a:xfrm flipV="1">
                <a:off x="876" y="2887"/>
                <a:ext cx="78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33" name="Group 92">
              <a:extLst>
                <a:ext uri="{FF2B5EF4-FFF2-40B4-BE49-F238E27FC236}">
                  <a16:creationId xmlns:a16="http://schemas.microsoft.com/office/drawing/2014/main" id="{15849422-916A-D541-89DB-EDF9C76CA030}"/>
                </a:ext>
              </a:extLst>
            </p:cNvPr>
            <p:cNvGrpSpPr>
              <a:grpSpLocks/>
            </p:cNvGrpSpPr>
            <p:nvPr/>
          </p:nvGrpSpPr>
          <p:grpSpPr bwMode="auto">
            <a:xfrm>
              <a:off x="4762932" y="5306717"/>
              <a:ext cx="1079248" cy="215900"/>
              <a:chOff x="876" y="2800"/>
              <a:chExt cx="778" cy="175"/>
            </a:xfrm>
          </p:grpSpPr>
          <p:sp>
            <p:nvSpPr>
              <p:cNvPr id="34" name="Rectangle 93">
                <a:extLst>
                  <a:ext uri="{FF2B5EF4-FFF2-40B4-BE49-F238E27FC236}">
                    <a16:creationId xmlns:a16="http://schemas.microsoft.com/office/drawing/2014/main" id="{6837A002-1AB6-B746-AB5C-86F943C2EABE}"/>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5" name="Rectangle 94">
                <a:extLst>
                  <a:ext uri="{FF2B5EF4-FFF2-40B4-BE49-F238E27FC236}">
                    <a16:creationId xmlns:a16="http://schemas.microsoft.com/office/drawing/2014/main" id="{3B8F334D-4C97-7143-9AC3-AC7B3FE5FFA5}"/>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6" name="Rectangle 95">
                <a:extLst>
                  <a:ext uri="{FF2B5EF4-FFF2-40B4-BE49-F238E27FC236}">
                    <a16:creationId xmlns:a16="http://schemas.microsoft.com/office/drawing/2014/main" id="{4D921AF2-17CB-8E49-8671-3EAA4877DC19}"/>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7" name="Rectangle 96">
                <a:extLst>
                  <a:ext uri="{FF2B5EF4-FFF2-40B4-BE49-F238E27FC236}">
                    <a16:creationId xmlns:a16="http://schemas.microsoft.com/office/drawing/2014/main" id="{B87CC2E9-EF90-8543-8B83-B8D8ADCE2C1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38" name="Line 97">
                <a:extLst>
                  <a:ext uri="{FF2B5EF4-FFF2-40B4-BE49-F238E27FC236}">
                    <a16:creationId xmlns:a16="http://schemas.microsoft.com/office/drawing/2014/main" id="{B30FD0D3-0C14-504C-BBDC-CDFB3AC0566D}"/>
                  </a:ext>
                </a:extLst>
              </p:cNvPr>
              <p:cNvSpPr>
                <a:spLocks noChangeShapeType="1"/>
              </p:cNvSpPr>
              <p:nvPr/>
            </p:nvSpPr>
            <p:spPr bwMode="auto">
              <a:xfrm flipV="1">
                <a:off x="876" y="2887"/>
                <a:ext cx="77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39" name="Line 98">
              <a:extLst>
                <a:ext uri="{FF2B5EF4-FFF2-40B4-BE49-F238E27FC236}">
                  <a16:creationId xmlns:a16="http://schemas.microsoft.com/office/drawing/2014/main" id="{DE23C0B3-C20C-6E4B-83D9-8205BD88B571}"/>
                </a:ext>
              </a:extLst>
            </p:cNvPr>
            <p:cNvSpPr>
              <a:spLocks noChangeShapeType="1"/>
            </p:cNvSpPr>
            <p:nvPr/>
          </p:nvSpPr>
          <p:spPr bwMode="auto">
            <a:xfrm>
              <a:off x="5888461" y="4492509"/>
              <a:ext cx="0" cy="1003300"/>
            </a:xfrm>
            <a:prstGeom prst="line">
              <a:avLst/>
            </a:prstGeom>
            <a:noFill/>
            <a:ln w="76200">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grpSp>
          <p:nvGrpSpPr>
            <p:cNvPr id="40" name="Group 99">
              <a:extLst>
                <a:ext uri="{FF2B5EF4-FFF2-40B4-BE49-F238E27FC236}">
                  <a16:creationId xmlns:a16="http://schemas.microsoft.com/office/drawing/2014/main" id="{B057B153-5339-C940-9B95-E3A19199C219}"/>
                </a:ext>
              </a:extLst>
            </p:cNvPr>
            <p:cNvGrpSpPr>
              <a:grpSpLocks/>
            </p:cNvGrpSpPr>
            <p:nvPr/>
          </p:nvGrpSpPr>
          <p:grpSpPr bwMode="auto">
            <a:xfrm>
              <a:off x="5956300" y="4501349"/>
              <a:ext cx="1030288" cy="215900"/>
              <a:chOff x="367" y="3463"/>
              <a:chExt cx="649" cy="136"/>
            </a:xfrm>
          </p:grpSpPr>
          <p:sp>
            <p:nvSpPr>
              <p:cNvPr id="41" name="Rectangle 100">
                <a:extLst>
                  <a:ext uri="{FF2B5EF4-FFF2-40B4-BE49-F238E27FC236}">
                    <a16:creationId xmlns:a16="http://schemas.microsoft.com/office/drawing/2014/main" id="{8DEBF029-6DFE-F347-BF75-F0FE46DE483A}"/>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2" name="Rectangle 101">
                <a:extLst>
                  <a:ext uri="{FF2B5EF4-FFF2-40B4-BE49-F238E27FC236}">
                    <a16:creationId xmlns:a16="http://schemas.microsoft.com/office/drawing/2014/main" id="{30E34A5E-46CF-1448-8180-33029F58502D}"/>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3" name="Rectangle 102">
                <a:extLst>
                  <a:ext uri="{FF2B5EF4-FFF2-40B4-BE49-F238E27FC236}">
                    <a16:creationId xmlns:a16="http://schemas.microsoft.com/office/drawing/2014/main" id="{644A9EC6-2179-E746-B3EC-49E5DC46F587}"/>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4" name="Rectangle 103">
                <a:extLst>
                  <a:ext uri="{FF2B5EF4-FFF2-40B4-BE49-F238E27FC236}">
                    <a16:creationId xmlns:a16="http://schemas.microsoft.com/office/drawing/2014/main" id="{ADA4A993-AB6B-9847-94AF-6B5ABC32A51A}"/>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5" name="Line 104">
                <a:extLst>
                  <a:ext uri="{FF2B5EF4-FFF2-40B4-BE49-F238E27FC236}">
                    <a16:creationId xmlns:a16="http://schemas.microsoft.com/office/drawing/2014/main" id="{7F7B93B6-8CCC-4246-80FD-A0BC1C0DE72F}"/>
                  </a:ext>
                </a:extLst>
              </p:cNvPr>
              <p:cNvSpPr>
                <a:spLocks noChangeShapeType="1"/>
              </p:cNvSpPr>
              <p:nvPr/>
            </p:nvSpPr>
            <p:spPr bwMode="auto">
              <a:xfrm flipV="1">
                <a:off x="367" y="3527"/>
                <a:ext cx="64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46" name="Group 105">
              <a:extLst>
                <a:ext uri="{FF2B5EF4-FFF2-40B4-BE49-F238E27FC236}">
                  <a16:creationId xmlns:a16="http://schemas.microsoft.com/office/drawing/2014/main" id="{253A7FA6-AF01-EE46-AEBD-180DFBBE2B36}"/>
                </a:ext>
              </a:extLst>
            </p:cNvPr>
            <p:cNvGrpSpPr>
              <a:grpSpLocks/>
            </p:cNvGrpSpPr>
            <p:nvPr/>
          </p:nvGrpSpPr>
          <p:grpSpPr bwMode="auto">
            <a:xfrm>
              <a:off x="5946775" y="4893462"/>
              <a:ext cx="1044574" cy="215900"/>
              <a:chOff x="358" y="3463"/>
              <a:chExt cx="658" cy="136"/>
            </a:xfrm>
          </p:grpSpPr>
          <p:sp>
            <p:nvSpPr>
              <p:cNvPr id="47" name="Rectangle 106">
                <a:extLst>
                  <a:ext uri="{FF2B5EF4-FFF2-40B4-BE49-F238E27FC236}">
                    <a16:creationId xmlns:a16="http://schemas.microsoft.com/office/drawing/2014/main" id="{4CB26F35-0AB7-6C45-9E02-E33340F14495}"/>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8" name="Rectangle 107">
                <a:extLst>
                  <a:ext uri="{FF2B5EF4-FFF2-40B4-BE49-F238E27FC236}">
                    <a16:creationId xmlns:a16="http://schemas.microsoft.com/office/drawing/2014/main" id="{67BE3DEA-07EB-2B43-8B04-C28F8282171E}"/>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49" name="Rectangle 108">
                <a:extLst>
                  <a:ext uri="{FF2B5EF4-FFF2-40B4-BE49-F238E27FC236}">
                    <a16:creationId xmlns:a16="http://schemas.microsoft.com/office/drawing/2014/main" id="{B51ABD53-CAD7-F74A-89E0-FCB3F00BF291}"/>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50" name="Rectangle 109">
                <a:extLst>
                  <a:ext uri="{FF2B5EF4-FFF2-40B4-BE49-F238E27FC236}">
                    <a16:creationId xmlns:a16="http://schemas.microsoft.com/office/drawing/2014/main" id="{3F2D9755-73A8-9948-95A4-E712A4BDFCC9}"/>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51" name="Line 110">
                <a:extLst>
                  <a:ext uri="{FF2B5EF4-FFF2-40B4-BE49-F238E27FC236}">
                    <a16:creationId xmlns:a16="http://schemas.microsoft.com/office/drawing/2014/main" id="{D7F71280-BF9B-274A-A19D-8AD6340BC197}"/>
                  </a:ext>
                </a:extLst>
              </p:cNvPr>
              <p:cNvSpPr>
                <a:spLocks noChangeShapeType="1"/>
              </p:cNvSpPr>
              <p:nvPr/>
            </p:nvSpPr>
            <p:spPr bwMode="auto">
              <a:xfrm flipV="1">
                <a:off x="358" y="3527"/>
                <a:ext cx="65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52" name="Group 111">
              <a:extLst>
                <a:ext uri="{FF2B5EF4-FFF2-40B4-BE49-F238E27FC236}">
                  <a16:creationId xmlns:a16="http://schemas.microsoft.com/office/drawing/2014/main" id="{AEA606A1-09BC-9842-A76E-4118C48EBEE3}"/>
                </a:ext>
              </a:extLst>
            </p:cNvPr>
            <p:cNvGrpSpPr>
              <a:grpSpLocks/>
            </p:cNvGrpSpPr>
            <p:nvPr/>
          </p:nvGrpSpPr>
          <p:grpSpPr bwMode="auto">
            <a:xfrm>
              <a:off x="5945368" y="5315556"/>
              <a:ext cx="1046163" cy="215900"/>
              <a:chOff x="357" y="3463"/>
              <a:chExt cx="659" cy="136"/>
            </a:xfrm>
          </p:grpSpPr>
          <p:sp>
            <p:nvSpPr>
              <p:cNvPr id="53" name="Rectangle 112">
                <a:extLst>
                  <a:ext uri="{FF2B5EF4-FFF2-40B4-BE49-F238E27FC236}">
                    <a16:creationId xmlns:a16="http://schemas.microsoft.com/office/drawing/2014/main" id="{0AEBF59D-138D-7B49-A052-A32BEC687741}"/>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54" name="Rectangle 113">
                <a:extLst>
                  <a:ext uri="{FF2B5EF4-FFF2-40B4-BE49-F238E27FC236}">
                    <a16:creationId xmlns:a16="http://schemas.microsoft.com/office/drawing/2014/main" id="{3A86422E-A2BC-1241-A314-C1DCEDCA5761}"/>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55" name="Rectangle 114">
                <a:extLst>
                  <a:ext uri="{FF2B5EF4-FFF2-40B4-BE49-F238E27FC236}">
                    <a16:creationId xmlns:a16="http://schemas.microsoft.com/office/drawing/2014/main" id="{2BDFF28F-4422-D64B-8B07-E2807D44A230}"/>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56" name="Rectangle 115">
                <a:extLst>
                  <a:ext uri="{FF2B5EF4-FFF2-40B4-BE49-F238E27FC236}">
                    <a16:creationId xmlns:a16="http://schemas.microsoft.com/office/drawing/2014/main" id="{0A511C67-6757-134F-8367-4F223A21195C}"/>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57" name="Line 116">
                <a:extLst>
                  <a:ext uri="{FF2B5EF4-FFF2-40B4-BE49-F238E27FC236}">
                    <a16:creationId xmlns:a16="http://schemas.microsoft.com/office/drawing/2014/main" id="{761AAC06-8D58-1442-B04E-57C0C45D512D}"/>
                  </a:ext>
                </a:extLst>
              </p:cNvPr>
              <p:cNvSpPr>
                <a:spLocks noChangeShapeType="1"/>
              </p:cNvSpPr>
              <p:nvPr/>
            </p:nvSpPr>
            <p:spPr bwMode="auto">
              <a:xfrm flipV="1">
                <a:off x="357" y="3527"/>
                <a:ext cx="65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59" name="Freeform 172">
              <a:extLst>
                <a:ext uri="{FF2B5EF4-FFF2-40B4-BE49-F238E27FC236}">
                  <a16:creationId xmlns:a16="http://schemas.microsoft.com/office/drawing/2014/main" id="{B11B5CDC-2A64-4848-B87A-BC58BA35ABBA}"/>
                </a:ext>
              </a:extLst>
            </p:cNvPr>
            <p:cNvSpPr>
              <a:spLocks/>
            </p:cNvSpPr>
            <p:nvPr/>
          </p:nvSpPr>
          <p:spPr bwMode="auto">
            <a:xfrm>
              <a:off x="4336991" y="4553666"/>
              <a:ext cx="2903568" cy="39659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 name="connsiteX0" fmla="*/ 0 w 12819"/>
                <a:gd name="connsiteY0" fmla="*/ 155 h 10000"/>
                <a:gd name="connsiteX1" fmla="*/ 7740 w 12819"/>
                <a:gd name="connsiteY1" fmla="*/ 0 h 10000"/>
                <a:gd name="connsiteX2" fmla="*/ 7692 w 12819"/>
                <a:gd name="connsiteY2" fmla="*/ 9762 h 10000"/>
                <a:gd name="connsiteX3" fmla="*/ 12819 w 12819"/>
                <a:gd name="connsiteY3" fmla="*/ 10000 h 10000"/>
                <a:gd name="connsiteX0" fmla="*/ 0 w 12819"/>
                <a:gd name="connsiteY0" fmla="*/ 155 h 10000"/>
                <a:gd name="connsiteX1" fmla="*/ 7740 w 12819"/>
                <a:gd name="connsiteY1" fmla="*/ 0 h 10000"/>
                <a:gd name="connsiteX2" fmla="*/ 7773 w 12819"/>
                <a:gd name="connsiteY2" fmla="*/ 9838 h 10000"/>
                <a:gd name="connsiteX3" fmla="*/ 12819 w 12819"/>
                <a:gd name="connsiteY3" fmla="*/ 10000 h 10000"/>
                <a:gd name="connsiteX0" fmla="*/ 0 w 13839"/>
                <a:gd name="connsiteY0" fmla="*/ 155 h 9838"/>
                <a:gd name="connsiteX1" fmla="*/ 7740 w 13839"/>
                <a:gd name="connsiteY1" fmla="*/ 0 h 9838"/>
                <a:gd name="connsiteX2" fmla="*/ 7773 w 13839"/>
                <a:gd name="connsiteY2" fmla="*/ 9838 h 9838"/>
                <a:gd name="connsiteX3" fmla="*/ 13839 w 13839"/>
                <a:gd name="connsiteY3" fmla="*/ 9696 h 9838"/>
                <a:gd name="connsiteX0" fmla="*/ 0 w 10000"/>
                <a:gd name="connsiteY0" fmla="*/ 158 h 10077"/>
                <a:gd name="connsiteX1" fmla="*/ 5593 w 10000"/>
                <a:gd name="connsiteY1" fmla="*/ 0 h 10077"/>
                <a:gd name="connsiteX2" fmla="*/ 5375 w 10000"/>
                <a:gd name="connsiteY2" fmla="*/ 10077 h 10077"/>
                <a:gd name="connsiteX3" fmla="*/ 10000 w 10000"/>
                <a:gd name="connsiteY3" fmla="*/ 9856 h 10077"/>
                <a:gd name="connsiteX0" fmla="*/ 0 w 10000"/>
                <a:gd name="connsiteY0" fmla="*/ 3 h 9922"/>
                <a:gd name="connsiteX1" fmla="*/ 5351 w 10000"/>
                <a:gd name="connsiteY1" fmla="*/ 0 h 9922"/>
                <a:gd name="connsiteX2" fmla="*/ 5375 w 10000"/>
                <a:gd name="connsiteY2" fmla="*/ 9922 h 9922"/>
                <a:gd name="connsiteX3" fmla="*/ 10000 w 10000"/>
                <a:gd name="connsiteY3" fmla="*/ 9701 h 9922"/>
                <a:gd name="connsiteX0" fmla="*/ 0 w 10000"/>
                <a:gd name="connsiteY0" fmla="*/ 3 h 10078"/>
                <a:gd name="connsiteX1" fmla="*/ 5351 w 10000"/>
                <a:gd name="connsiteY1" fmla="*/ 0 h 10078"/>
                <a:gd name="connsiteX2" fmla="*/ 5346 w 10000"/>
                <a:gd name="connsiteY2" fmla="*/ 10078 h 10078"/>
                <a:gd name="connsiteX3" fmla="*/ 10000 w 10000"/>
                <a:gd name="connsiteY3" fmla="*/ 9777 h 10078"/>
                <a:gd name="connsiteX0" fmla="*/ 0 w 10000"/>
                <a:gd name="connsiteY0" fmla="*/ 3 h 10156"/>
                <a:gd name="connsiteX1" fmla="*/ 5351 w 10000"/>
                <a:gd name="connsiteY1" fmla="*/ 0 h 10156"/>
                <a:gd name="connsiteX2" fmla="*/ 5365 w 10000"/>
                <a:gd name="connsiteY2" fmla="*/ 10156 h 10156"/>
                <a:gd name="connsiteX3" fmla="*/ 10000 w 10000"/>
                <a:gd name="connsiteY3" fmla="*/ 9777 h 10156"/>
              </a:gdLst>
              <a:ahLst/>
              <a:cxnLst>
                <a:cxn ang="0">
                  <a:pos x="connsiteX0" y="connsiteY0"/>
                </a:cxn>
                <a:cxn ang="0">
                  <a:pos x="connsiteX1" y="connsiteY1"/>
                </a:cxn>
                <a:cxn ang="0">
                  <a:pos x="connsiteX2" y="connsiteY2"/>
                </a:cxn>
                <a:cxn ang="0">
                  <a:pos x="connsiteX3" y="connsiteY3"/>
                </a:cxn>
              </a:cxnLst>
              <a:rect l="l" t="t" r="r" b="b"/>
              <a:pathLst>
                <a:path w="10000" h="10156">
                  <a:moveTo>
                    <a:pt x="0" y="3"/>
                  </a:moveTo>
                  <a:lnTo>
                    <a:pt x="5351" y="0"/>
                  </a:lnTo>
                  <a:cubicBezTo>
                    <a:pt x="5359" y="3359"/>
                    <a:pt x="5357" y="6797"/>
                    <a:pt x="5365" y="10156"/>
                  </a:cubicBezTo>
                  <a:lnTo>
                    <a:pt x="10000" y="9777"/>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sp>
        <p:nvSpPr>
          <p:cNvPr id="5" name="Content Placeholder 4">
            <a:extLst>
              <a:ext uri="{FF2B5EF4-FFF2-40B4-BE49-F238E27FC236}">
                <a16:creationId xmlns:a16="http://schemas.microsoft.com/office/drawing/2014/main" id="{C6B78BFF-543C-659D-0ADC-12B0106CB3A3}"/>
              </a:ext>
            </a:extLst>
          </p:cNvPr>
          <p:cNvSpPr txBox="1">
            <a:spLocks/>
          </p:cNvSpPr>
          <p:nvPr/>
        </p:nvSpPr>
        <p:spPr>
          <a:xfrm>
            <a:off x="628650" y="1311068"/>
            <a:ext cx="7886700" cy="57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800" dirty="0">
                <a:ea typeface="ＭＳ Ｐゴシック" panose="020B0600070205080204" pitchFamily="34" charset="-128"/>
              </a:rPr>
              <a:t>Switching via a bus</a:t>
            </a:r>
            <a:endParaRPr lang="en-US" dirty="0"/>
          </a:p>
        </p:txBody>
      </p:sp>
    </p:spTree>
    <p:extLst>
      <p:ext uri="{BB962C8B-B14F-4D97-AF65-F5344CB8AC3E}">
        <p14:creationId xmlns:p14="http://schemas.microsoft.com/office/powerpoint/2010/main" val="616870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3600" dirty="0">
                <a:ea typeface="ＭＳ Ｐゴシック" panose="020B0600070205080204" pitchFamily="34" charset="-128"/>
              </a:rPr>
              <a:t>Router - Switching fabrics</a:t>
            </a:r>
            <a:endParaRPr lang="en-US" sz="3600" dirty="0"/>
          </a:p>
        </p:txBody>
      </p:sp>
      <p:sp>
        <p:nvSpPr>
          <p:cNvPr id="115" name="Slide Number Placeholder 4">
            <a:extLst>
              <a:ext uri="{FF2B5EF4-FFF2-40B4-BE49-F238E27FC236}">
                <a16:creationId xmlns:a16="http://schemas.microsoft.com/office/drawing/2014/main" id="{4F8C5248-5115-F748-B1EF-FF98DE1ECEFA}"/>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26</a:t>
            </a:fld>
            <a:endParaRPr lang="en-US" dirty="0">
              <a:solidFill>
                <a:prstClr val="white">
                  <a:lumMod val="50000"/>
                </a:prstClr>
              </a:solidFill>
              <a:latin typeface="Calibri" panose="020F0502020204030204"/>
            </a:endParaRPr>
          </a:p>
        </p:txBody>
      </p:sp>
      <p:sp>
        <p:nvSpPr>
          <p:cNvPr id="5" name="Content Placeholder 4">
            <a:extLst>
              <a:ext uri="{FF2B5EF4-FFF2-40B4-BE49-F238E27FC236}">
                <a16:creationId xmlns:a16="http://schemas.microsoft.com/office/drawing/2014/main" id="{1A576C5B-A7F4-4BD7-DD2D-C49953D5D034}"/>
              </a:ext>
            </a:extLst>
          </p:cNvPr>
          <p:cNvSpPr txBox="1">
            <a:spLocks/>
          </p:cNvSpPr>
          <p:nvPr/>
        </p:nvSpPr>
        <p:spPr>
          <a:xfrm>
            <a:off x="628650" y="1311068"/>
            <a:ext cx="7886700" cy="57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dirty="0"/>
              <a:t>Switching via interconnection network</a:t>
            </a:r>
            <a:endParaRPr lang="en-US" dirty="0"/>
          </a:p>
        </p:txBody>
      </p:sp>
      <p:sp>
        <p:nvSpPr>
          <p:cNvPr id="7" name="Rectangle 3">
            <a:extLst>
              <a:ext uri="{FF2B5EF4-FFF2-40B4-BE49-F238E27FC236}">
                <a16:creationId xmlns:a16="http://schemas.microsoft.com/office/drawing/2014/main" id="{7058157E-FA6B-ABEF-422D-F94963EFD493}"/>
              </a:ext>
            </a:extLst>
          </p:cNvPr>
          <p:cNvSpPr txBox="1">
            <a:spLocks noChangeArrowheads="1"/>
          </p:cNvSpPr>
          <p:nvPr/>
        </p:nvSpPr>
        <p:spPr>
          <a:xfrm>
            <a:off x="771525" y="2292396"/>
            <a:ext cx="4922712" cy="3546430"/>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2"/>
              <a:buChar char="§"/>
              <a:defRPr/>
            </a:pPr>
            <a:r>
              <a:rPr lang="en-US" dirty="0"/>
              <a:t>overcome  bus bandwidth limitations</a:t>
            </a:r>
          </a:p>
          <a:p>
            <a:pPr>
              <a:buFont typeface="Wingdings" charset="2"/>
              <a:buChar char="§"/>
              <a:defRPr/>
            </a:pPr>
            <a:r>
              <a:rPr lang="en-US" dirty="0"/>
              <a:t>banyan networks, crossbar, other interconnection nets initially developed to connect processors in multiprocessor</a:t>
            </a:r>
          </a:p>
          <a:p>
            <a:pPr>
              <a:buFont typeface="Wingdings" charset="2"/>
              <a:buChar char="§"/>
              <a:defRPr/>
            </a:pPr>
            <a:r>
              <a:rPr lang="en-US" dirty="0"/>
              <a:t>advanced design: fragmenting datagram into fixed length cells, switch cells through the fabric. </a:t>
            </a:r>
          </a:p>
          <a:p>
            <a:pPr>
              <a:buFont typeface="Wingdings" charset="2"/>
              <a:buChar char="§"/>
              <a:defRPr/>
            </a:pPr>
            <a:r>
              <a:rPr lang="en-US" dirty="0"/>
              <a:t>Cisco 12000: switches 60 Gbps through the interconnection network</a:t>
            </a:r>
          </a:p>
        </p:txBody>
      </p:sp>
      <p:grpSp>
        <p:nvGrpSpPr>
          <p:cNvPr id="8" name="Group 58">
            <a:extLst>
              <a:ext uri="{FF2B5EF4-FFF2-40B4-BE49-F238E27FC236}">
                <a16:creationId xmlns:a16="http://schemas.microsoft.com/office/drawing/2014/main" id="{38471AB7-A3E5-477B-1733-C20B74F5136E}"/>
              </a:ext>
            </a:extLst>
          </p:cNvPr>
          <p:cNvGrpSpPr>
            <a:grpSpLocks/>
          </p:cNvGrpSpPr>
          <p:nvPr/>
        </p:nvGrpSpPr>
        <p:grpSpPr bwMode="auto">
          <a:xfrm>
            <a:off x="6184900" y="1995488"/>
            <a:ext cx="2252663" cy="2066925"/>
            <a:chOff x="3812" y="2763"/>
            <a:chExt cx="1419" cy="1302"/>
          </a:xfrm>
        </p:grpSpPr>
        <p:grpSp>
          <p:nvGrpSpPr>
            <p:cNvPr id="9" name="Group 4">
              <a:extLst>
                <a:ext uri="{FF2B5EF4-FFF2-40B4-BE49-F238E27FC236}">
                  <a16:creationId xmlns:a16="http://schemas.microsoft.com/office/drawing/2014/main" id="{1AF55424-6596-5FF9-EDCB-94EC36AB7C00}"/>
                </a:ext>
              </a:extLst>
            </p:cNvPr>
            <p:cNvGrpSpPr>
              <a:grpSpLocks/>
            </p:cNvGrpSpPr>
            <p:nvPr/>
          </p:nvGrpSpPr>
          <p:grpSpPr bwMode="auto">
            <a:xfrm>
              <a:off x="3933" y="2763"/>
              <a:ext cx="561" cy="136"/>
              <a:chOff x="876" y="2800"/>
              <a:chExt cx="642" cy="175"/>
            </a:xfrm>
          </p:grpSpPr>
          <p:sp>
            <p:nvSpPr>
              <p:cNvPr id="59" name="Rectangle 5">
                <a:extLst>
                  <a:ext uri="{FF2B5EF4-FFF2-40B4-BE49-F238E27FC236}">
                    <a16:creationId xmlns:a16="http://schemas.microsoft.com/office/drawing/2014/main" id="{CA581D51-CD44-445E-AAF7-8A23047A52A1}"/>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116" name="Rectangle 6">
                <a:extLst>
                  <a:ext uri="{FF2B5EF4-FFF2-40B4-BE49-F238E27FC236}">
                    <a16:creationId xmlns:a16="http://schemas.microsoft.com/office/drawing/2014/main" id="{DCD4335B-3717-E0E9-9E09-18BB9CCD8333}"/>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117" name="Rectangle 7">
                <a:extLst>
                  <a:ext uri="{FF2B5EF4-FFF2-40B4-BE49-F238E27FC236}">
                    <a16:creationId xmlns:a16="http://schemas.microsoft.com/office/drawing/2014/main" id="{7F8F8CCD-D61B-F880-3AF2-49B164209513}"/>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118" name="Rectangle 8">
                <a:extLst>
                  <a:ext uri="{FF2B5EF4-FFF2-40B4-BE49-F238E27FC236}">
                    <a16:creationId xmlns:a16="http://schemas.microsoft.com/office/drawing/2014/main" id="{46319EE5-826A-2F69-74AD-E165DCB918BB}"/>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119" name="Line 9">
                <a:extLst>
                  <a:ext uri="{FF2B5EF4-FFF2-40B4-BE49-F238E27FC236}">
                    <a16:creationId xmlns:a16="http://schemas.microsoft.com/office/drawing/2014/main" id="{3B8F22EA-E385-20A2-D887-6721201AA588}"/>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0" name="Group 10">
              <a:extLst>
                <a:ext uri="{FF2B5EF4-FFF2-40B4-BE49-F238E27FC236}">
                  <a16:creationId xmlns:a16="http://schemas.microsoft.com/office/drawing/2014/main" id="{D9BB345D-A941-8E77-4E2B-D7E886D9A199}"/>
                </a:ext>
              </a:extLst>
            </p:cNvPr>
            <p:cNvGrpSpPr>
              <a:grpSpLocks/>
            </p:cNvGrpSpPr>
            <p:nvPr/>
          </p:nvGrpSpPr>
          <p:grpSpPr bwMode="auto">
            <a:xfrm>
              <a:off x="3918" y="3012"/>
              <a:ext cx="561" cy="136"/>
              <a:chOff x="876" y="2800"/>
              <a:chExt cx="642" cy="175"/>
            </a:xfrm>
          </p:grpSpPr>
          <p:sp>
            <p:nvSpPr>
              <p:cNvPr id="53" name="Rectangle 11">
                <a:extLst>
                  <a:ext uri="{FF2B5EF4-FFF2-40B4-BE49-F238E27FC236}">
                    <a16:creationId xmlns:a16="http://schemas.microsoft.com/office/drawing/2014/main" id="{D42ED782-5A3F-395A-99BA-5BA53EC04D5D}"/>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54" name="Rectangle 12">
                <a:extLst>
                  <a:ext uri="{FF2B5EF4-FFF2-40B4-BE49-F238E27FC236}">
                    <a16:creationId xmlns:a16="http://schemas.microsoft.com/office/drawing/2014/main" id="{370046A6-7C6A-204B-F0A1-6AEA70A06FD7}"/>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55" name="Rectangle 13">
                <a:extLst>
                  <a:ext uri="{FF2B5EF4-FFF2-40B4-BE49-F238E27FC236}">
                    <a16:creationId xmlns:a16="http://schemas.microsoft.com/office/drawing/2014/main" id="{3D979E76-364B-6ED3-0C1B-3BFB91ADB2EA}"/>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56" name="Rectangle 14">
                <a:extLst>
                  <a:ext uri="{FF2B5EF4-FFF2-40B4-BE49-F238E27FC236}">
                    <a16:creationId xmlns:a16="http://schemas.microsoft.com/office/drawing/2014/main" id="{A17FB766-4A13-E824-7DB6-7EE065947EFC}"/>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57" name="Line 15">
                <a:extLst>
                  <a:ext uri="{FF2B5EF4-FFF2-40B4-BE49-F238E27FC236}">
                    <a16:creationId xmlns:a16="http://schemas.microsoft.com/office/drawing/2014/main" id="{077C73D6-B8AB-4086-521C-BEECE5CCF4CF}"/>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1" name="Group 16">
              <a:extLst>
                <a:ext uri="{FF2B5EF4-FFF2-40B4-BE49-F238E27FC236}">
                  <a16:creationId xmlns:a16="http://schemas.microsoft.com/office/drawing/2014/main" id="{BF1220DF-77EB-2B05-7DE6-2DDE12EB7510}"/>
                </a:ext>
              </a:extLst>
            </p:cNvPr>
            <p:cNvGrpSpPr>
              <a:grpSpLocks/>
            </p:cNvGrpSpPr>
            <p:nvPr/>
          </p:nvGrpSpPr>
          <p:grpSpPr bwMode="auto">
            <a:xfrm>
              <a:off x="3915" y="3281"/>
              <a:ext cx="561" cy="136"/>
              <a:chOff x="876" y="2800"/>
              <a:chExt cx="642" cy="175"/>
            </a:xfrm>
          </p:grpSpPr>
          <p:sp>
            <p:nvSpPr>
              <p:cNvPr id="48" name="Rectangle 17">
                <a:extLst>
                  <a:ext uri="{FF2B5EF4-FFF2-40B4-BE49-F238E27FC236}">
                    <a16:creationId xmlns:a16="http://schemas.microsoft.com/office/drawing/2014/main" id="{AE3B3B41-852F-C86D-209E-CC9C8AA92CB9}"/>
                  </a:ext>
                </a:extLst>
              </p:cNvPr>
              <p:cNvSpPr>
                <a:spLocks noChangeArrowheads="1"/>
              </p:cNvSpPr>
              <p:nvPr/>
            </p:nvSpPr>
            <p:spPr bwMode="auto">
              <a:xfrm>
                <a:off x="925" y="2800"/>
                <a:ext cx="485" cy="175"/>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49" name="Rectangle 18">
                <a:extLst>
                  <a:ext uri="{FF2B5EF4-FFF2-40B4-BE49-F238E27FC236}">
                    <a16:creationId xmlns:a16="http://schemas.microsoft.com/office/drawing/2014/main" id="{C374961F-EFB7-FC15-43E4-E5A15E3E2F24}"/>
                  </a:ext>
                </a:extLst>
              </p:cNvPr>
              <p:cNvSpPr>
                <a:spLocks noChangeArrowheads="1"/>
              </p:cNvSpPr>
              <p:nvPr/>
            </p:nvSpPr>
            <p:spPr bwMode="auto">
              <a:xfrm>
                <a:off x="945" y="2849"/>
                <a:ext cx="151" cy="78"/>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50" name="Rectangle 19">
                <a:extLst>
                  <a:ext uri="{FF2B5EF4-FFF2-40B4-BE49-F238E27FC236}">
                    <a16:creationId xmlns:a16="http://schemas.microsoft.com/office/drawing/2014/main" id="{2D0EC49D-4AC7-2AC5-A78E-31C539B5BE7C}"/>
                  </a:ext>
                </a:extLst>
              </p:cNvPr>
              <p:cNvSpPr>
                <a:spLocks noChangeArrowheads="1"/>
              </p:cNvSpPr>
              <p:nvPr/>
            </p:nvSpPr>
            <p:spPr bwMode="auto">
              <a:xfrm>
                <a:off x="1117" y="2818"/>
                <a:ext cx="124" cy="13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51" name="Rectangle 20">
                <a:extLst>
                  <a:ext uri="{FF2B5EF4-FFF2-40B4-BE49-F238E27FC236}">
                    <a16:creationId xmlns:a16="http://schemas.microsoft.com/office/drawing/2014/main" id="{3FA99B8B-C8CC-B972-8EC6-7B43F55F958D}"/>
                  </a:ext>
                </a:extLst>
              </p:cNvPr>
              <p:cNvSpPr>
                <a:spLocks noChangeArrowheads="1"/>
              </p:cNvSpPr>
              <p:nvPr/>
            </p:nvSpPr>
            <p:spPr bwMode="auto">
              <a:xfrm>
                <a:off x="1263" y="2815"/>
                <a:ext cx="125" cy="13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52" name="Line 21">
                <a:extLst>
                  <a:ext uri="{FF2B5EF4-FFF2-40B4-BE49-F238E27FC236}">
                    <a16:creationId xmlns:a16="http://schemas.microsoft.com/office/drawing/2014/main" id="{80BFC15C-B779-5B84-BF3E-CCA218C55DE1}"/>
                  </a:ext>
                </a:extLst>
              </p:cNvPr>
              <p:cNvSpPr>
                <a:spLocks noChangeShapeType="1"/>
              </p:cNvSpPr>
              <p:nvPr/>
            </p:nvSpPr>
            <p:spPr bwMode="auto">
              <a:xfrm flipV="1">
                <a:off x="876" y="2882"/>
                <a:ext cx="642" cy="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12" name="Group 22">
              <a:extLst>
                <a:ext uri="{FF2B5EF4-FFF2-40B4-BE49-F238E27FC236}">
                  <a16:creationId xmlns:a16="http://schemas.microsoft.com/office/drawing/2014/main" id="{89552444-4C93-57B1-585C-0A11BA9B4161}"/>
                </a:ext>
              </a:extLst>
            </p:cNvPr>
            <p:cNvGrpSpPr>
              <a:grpSpLocks/>
            </p:cNvGrpSpPr>
            <p:nvPr/>
          </p:nvGrpSpPr>
          <p:grpSpPr bwMode="auto">
            <a:xfrm rot="5400000">
              <a:off x="4623" y="3405"/>
              <a:ext cx="564" cy="652"/>
              <a:chOff x="2954" y="2776"/>
              <a:chExt cx="564" cy="652"/>
            </a:xfrm>
          </p:grpSpPr>
          <p:grpSp>
            <p:nvGrpSpPr>
              <p:cNvPr id="30" name="Group 23">
                <a:extLst>
                  <a:ext uri="{FF2B5EF4-FFF2-40B4-BE49-F238E27FC236}">
                    <a16:creationId xmlns:a16="http://schemas.microsoft.com/office/drawing/2014/main" id="{5EF606C0-B717-3836-3E3A-2D2C4423FF33}"/>
                  </a:ext>
                </a:extLst>
              </p:cNvPr>
              <p:cNvGrpSpPr>
                <a:grpSpLocks/>
              </p:cNvGrpSpPr>
              <p:nvPr/>
            </p:nvGrpSpPr>
            <p:grpSpPr bwMode="auto">
              <a:xfrm>
                <a:off x="2954" y="2776"/>
                <a:ext cx="561" cy="136"/>
                <a:chOff x="455" y="3463"/>
                <a:chExt cx="561" cy="136"/>
              </a:xfrm>
            </p:grpSpPr>
            <p:sp>
              <p:nvSpPr>
                <p:cNvPr id="43" name="Rectangle 24">
                  <a:extLst>
                    <a:ext uri="{FF2B5EF4-FFF2-40B4-BE49-F238E27FC236}">
                      <a16:creationId xmlns:a16="http://schemas.microsoft.com/office/drawing/2014/main" id="{69245350-BBFF-07E4-6166-55C9D7DCDD12}"/>
                    </a:ext>
                  </a:extLst>
                </p:cNvPr>
                <p:cNvSpPr>
                  <a:spLocks noChangeArrowheads="1"/>
                </p:cNvSpPr>
                <p:nvPr/>
              </p:nvSpPr>
              <p:spPr bwMode="auto">
                <a:xfrm>
                  <a:off x="496" y="3465"/>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44" name="Rectangle 25">
                  <a:extLst>
                    <a:ext uri="{FF2B5EF4-FFF2-40B4-BE49-F238E27FC236}">
                      <a16:creationId xmlns:a16="http://schemas.microsoft.com/office/drawing/2014/main" id="{9A3F55D7-DF79-80C0-5F9F-0C430D8067EB}"/>
                    </a:ext>
                  </a:extLst>
                </p:cNvPr>
                <p:cNvSpPr>
                  <a:spLocks noChangeArrowheads="1"/>
                </p:cNvSpPr>
                <p:nvPr/>
              </p:nvSpPr>
              <p:spPr bwMode="auto">
                <a:xfrm>
                  <a:off x="769" y="3504"/>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45" name="Rectangle 26">
                  <a:extLst>
                    <a:ext uri="{FF2B5EF4-FFF2-40B4-BE49-F238E27FC236}">
                      <a16:creationId xmlns:a16="http://schemas.microsoft.com/office/drawing/2014/main" id="{AE35E0E2-711F-8E5F-217F-615D249A88F5}"/>
                    </a:ext>
                  </a:extLst>
                </p:cNvPr>
                <p:cNvSpPr>
                  <a:spLocks noChangeArrowheads="1"/>
                </p:cNvSpPr>
                <p:nvPr/>
              </p:nvSpPr>
              <p:spPr bwMode="auto">
                <a:xfrm>
                  <a:off x="642" y="3479"/>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46" name="Rectangle 27">
                  <a:extLst>
                    <a:ext uri="{FF2B5EF4-FFF2-40B4-BE49-F238E27FC236}">
                      <a16:creationId xmlns:a16="http://schemas.microsoft.com/office/drawing/2014/main" id="{2BB069DE-C14D-8340-7345-64CEF0B18D93}"/>
                    </a:ext>
                  </a:extLst>
                </p:cNvPr>
                <p:cNvSpPr>
                  <a:spLocks noChangeArrowheads="1"/>
                </p:cNvSpPr>
                <p:nvPr/>
              </p:nvSpPr>
              <p:spPr bwMode="auto">
                <a:xfrm>
                  <a:off x="515" y="3484"/>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47" name="Line 28">
                  <a:extLst>
                    <a:ext uri="{FF2B5EF4-FFF2-40B4-BE49-F238E27FC236}">
                      <a16:creationId xmlns:a16="http://schemas.microsoft.com/office/drawing/2014/main" id="{923F0CD9-2947-AC51-35B3-02EE3606751E}"/>
                    </a:ext>
                  </a:extLst>
                </p:cNvPr>
                <p:cNvSpPr>
                  <a:spLocks noChangeShapeType="1"/>
                </p:cNvSpPr>
                <p:nvPr/>
              </p:nvSpPr>
              <p:spPr bwMode="auto">
                <a:xfrm flipV="1">
                  <a:off x="453" y="3529"/>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31" name="Group 29">
                <a:extLst>
                  <a:ext uri="{FF2B5EF4-FFF2-40B4-BE49-F238E27FC236}">
                    <a16:creationId xmlns:a16="http://schemas.microsoft.com/office/drawing/2014/main" id="{12527D66-559D-6FEF-682F-CEB2549B6B1D}"/>
                  </a:ext>
                </a:extLst>
              </p:cNvPr>
              <p:cNvGrpSpPr>
                <a:grpSpLocks/>
              </p:cNvGrpSpPr>
              <p:nvPr/>
            </p:nvGrpSpPr>
            <p:grpSpPr bwMode="auto">
              <a:xfrm>
                <a:off x="2957" y="3023"/>
                <a:ext cx="561" cy="136"/>
                <a:chOff x="455" y="3463"/>
                <a:chExt cx="561" cy="136"/>
              </a:xfrm>
            </p:grpSpPr>
            <p:sp>
              <p:nvSpPr>
                <p:cNvPr id="38" name="Rectangle 30">
                  <a:extLst>
                    <a:ext uri="{FF2B5EF4-FFF2-40B4-BE49-F238E27FC236}">
                      <a16:creationId xmlns:a16="http://schemas.microsoft.com/office/drawing/2014/main" id="{A1A8B806-5953-E609-F2C8-E5648071506B}"/>
                    </a:ext>
                  </a:extLst>
                </p:cNvPr>
                <p:cNvSpPr>
                  <a:spLocks noChangeArrowheads="1"/>
                </p:cNvSpPr>
                <p:nvPr/>
              </p:nvSpPr>
              <p:spPr bwMode="auto">
                <a:xfrm>
                  <a:off x="496" y="3465"/>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39" name="Rectangle 31">
                  <a:extLst>
                    <a:ext uri="{FF2B5EF4-FFF2-40B4-BE49-F238E27FC236}">
                      <a16:creationId xmlns:a16="http://schemas.microsoft.com/office/drawing/2014/main" id="{DD19E6A8-0D5A-3E64-6D32-62454BBA0E4E}"/>
                    </a:ext>
                  </a:extLst>
                </p:cNvPr>
                <p:cNvSpPr>
                  <a:spLocks noChangeArrowheads="1"/>
                </p:cNvSpPr>
                <p:nvPr/>
              </p:nvSpPr>
              <p:spPr bwMode="auto">
                <a:xfrm>
                  <a:off x="769" y="3504"/>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40" name="Rectangle 32">
                  <a:extLst>
                    <a:ext uri="{FF2B5EF4-FFF2-40B4-BE49-F238E27FC236}">
                      <a16:creationId xmlns:a16="http://schemas.microsoft.com/office/drawing/2014/main" id="{EB721EF9-0EF5-10AA-6DFE-D5AF4EFC8812}"/>
                    </a:ext>
                  </a:extLst>
                </p:cNvPr>
                <p:cNvSpPr>
                  <a:spLocks noChangeArrowheads="1"/>
                </p:cNvSpPr>
                <p:nvPr/>
              </p:nvSpPr>
              <p:spPr bwMode="auto">
                <a:xfrm>
                  <a:off x="642" y="3479"/>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41" name="Rectangle 33">
                  <a:extLst>
                    <a:ext uri="{FF2B5EF4-FFF2-40B4-BE49-F238E27FC236}">
                      <a16:creationId xmlns:a16="http://schemas.microsoft.com/office/drawing/2014/main" id="{F99803DC-F46B-FFFA-48D9-BD0FD427AD13}"/>
                    </a:ext>
                  </a:extLst>
                </p:cNvPr>
                <p:cNvSpPr>
                  <a:spLocks noChangeArrowheads="1"/>
                </p:cNvSpPr>
                <p:nvPr/>
              </p:nvSpPr>
              <p:spPr bwMode="auto">
                <a:xfrm>
                  <a:off x="515" y="3484"/>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42" name="Line 34">
                  <a:extLst>
                    <a:ext uri="{FF2B5EF4-FFF2-40B4-BE49-F238E27FC236}">
                      <a16:creationId xmlns:a16="http://schemas.microsoft.com/office/drawing/2014/main" id="{84F03047-75B1-C183-3382-B032959A869E}"/>
                    </a:ext>
                  </a:extLst>
                </p:cNvPr>
                <p:cNvSpPr>
                  <a:spLocks noChangeShapeType="1"/>
                </p:cNvSpPr>
                <p:nvPr/>
              </p:nvSpPr>
              <p:spPr bwMode="auto">
                <a:xfrm flipV="1">
                  <a:off x="453" y="3529"/>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32" name="Group 35">
                <a:extLst>
                  <a:ext uri="{FF2B5EF4-FFF2-40B4-BE49-F238E27FC236}">
                    <a16:creationId xmlns:a16="http://schemas.microsoft.com/office/drawing/2014/main" id="{AE61C2F2-AC90-9346-71A4-D2D7377298BB}"/>
                  </a:ext>
                </a:extLst>
              </p:cNvPr>
              <p:cNvGrpSpPr>
                <a:grpSpLocks/>
              </p:cNvGrpSpPr>
              <p:nvPr/>
            </p:nvGrpSpPr>
            <p:grpSpPr bwMode="auto">
              <a:xfrm>
                <a:off x="2954" y="3292"/>
                <a:ext cx="561" cy="136"/>
                <a:chOff x="455" y="3463"/>
                <a:chExt cx="561" cy="136"/>
              </a:xfrm>
            </p:grpSpPr>
            <p:sp>
              <p:nvSpPr>
                <p:cNvPr id="33" name="Rectangle 36">
                  <a:extLst>
                    <a:ext uri="{FF2B5EF4-FFF2-40B4-BE49-F238E27FC236}">
                      <a16:creationId xmlns:a16="http://schemas.microsoft.com/office/drawing/2014/main" id="{4B73326A-06DF-2A57-4C79-91EAEA0D1F75}"/>
                    </a:ext>
                  </a:extLst>
                </p:cNvPr>
                <p:cNvSpPr>
                  <a:spLocks noChangeArrowheads="1"/>
                </p:cNvSpPr>
                <p:nvPr/>
              </p:nvSpPr>
              <p:spPr bwMode="auto">
                <a:xfrm>
                  <a:off x="496" y="3465"/>
                  <a:ext cx="424" cy="136"/>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34" name="Rectangle 37">
                  <a:extLst>
                    <a:ext uri="{FF2B5EF4-FFF2-40B4-BE49-F238E27FC236}">
                      <a16:creationId xmlns:a16="http://schemas.microsoft.com/office/drawing/2014/main" id="{CD317E47-2B6C-A765-166E-92DBA5053A4A}"/>
                    </a:ext>
                  </a:extLst>
                </p:cNvPr>
                <p:cNvSpPr>
                  <a:spLocks noChangeArrowheads="1"/>
                </p:cNvSpPr>
                <p:nvPr/>
              </p:nvSpPr>
              <p:spPr bwMode="auto">
                <a:xfrm>
                  <a:off x="769" y="3504"/>
                  <a:ext cx="132" cy="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35" name="Rectangle 38">
                  <a:extLst>
                    <a:ext uri="{FF2B5EF4-FFF2-40B4-BE49-F238E27FC236}">
                      <a16:creationId xmlns:a16="http://schemas.microsoft.com/office/drawing/2014/main" id="{BBA51C48-165A-4014-D4E6-5DF8145077C9}"/>
                    </a:ext>
                  </a:extLst>
                </p:cNvPr>
                <p:cNvSpPr>
                  <a:spLocks noChangeArrowheads="1"/>
                </p:cNvSpPr>
                <p:nvPr/>
              </p:nvSpPr>
              <p:spPr bwMode="auto">
                <a:xfrm>
                  <a:off x="642" y="3479"/>
                  <a:ext cx="108" cy="104"/>
                </a:xfrm>
                <a:prstGeom prst="rect">
                  <a:avLst/>
                </a:prstGeom>
                <a:solidFill>
                  <a:schemeClr val="bg1"/>
                </a:solidFill>
                <a:ln w="19050">
                  <a:solidFill>
                    <a:schemeClr val="accent2"/>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36" name="Rectangle 39">
                  <a:extLst>
                    <a:ext uri="{FF2B5EF4-FFF2-40B4-BE49-F238E27FC236}">
                      <a16:creationId xmlns:a16="http://schemas.microsoft.com/office/drawing/2014/main" id="{95DF0106-56FF-6C86-6B84-7DF8DDCBF910}"/>
                    </a:ext>
                  </a:extLst>
                </p:cNvPr>
                <p:cNvSpPr>
                  <a:spLocks noChangeArrowheads="1"/>
                </p:cNvSpPr>
                <p:nvPr/>
              </p:nvSpPr>
              <p:spPr bwMode="auto">
                <a:xfrm>
                  <a:off x="515" y="3484"/>
                  <a:ext cx="108" cy="105"/>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37" name="Line 40">
                  <a:extLst>
                    <a:ext uri="{FF2B5EF4-FFF2-40B4-BE49-F238E27FC236}">
                      <a16:creationId xmlns:a16="http://schemas.microsoft.com/office/drawing/2014/main" id="{6D182F84-3F72-B190-861D-72CE2165BF6E}"/>
                    </a:ext>
                  </a:extLst>
                </p:cNvPr>
                <p:cNvSpPr>
                  <a:spLocks noChangeShapeType="1"/>
                </p:cNvSpPr>
                <p:nvPr/>
              </p:nvSpPr>
              <p:spPr bwMode="auto">
                <a:xfrm flipV="1">
                  <a:off x="453" y="3529"/>
                  <a:ext cx="561" cy="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sp>
          <p:nvSpPr>
            <p:cNvPr id="13" name="Line 41">
              <a:extLst>
                <a:ext uri="{FF2B5EF4-FFF2-40B4-BE49-F238E27FC236}">
                  <a16:creationId xmlns:a16="http://schemas.microsoft.com/office/drawing/2014/main" id="{46E19312-513D-2BD7-C0E5-0AAA80C66FE8}"/>
                </a:ext>
              </a:extLst>
            </p:cNvPr>
            <p:cNvSpPr>
              <a:spLocks noChangeShapeType="1"/>
            </p:cNvSpPr>
            <p:nvPr/>
          </p:nvSpPr>
          <p:spPr bwMode="auto">
            <a:xfrm>
              <a:off x="4494" y="2830"/>
              <a:ext cx="67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4" name="Line 42">
              <a:extLst>
                <a:ext uri="{FF2B5EF4-FFF2-40B4-BE49-F238E27FC236}">
                  <a16:creationId xmlns:a16="http://schemas.microsoft.com/office/drawing/2014/main" id="{FAA63C59-CD3C-5B7A-E924-17A6782A88ED}"/>
                </a:ext>
              </a:extLst>
            </p:cNvPr>
            <p:cNvSpPr>
              <a:spLocks noChangeShapeType="1"/>
            </p:cNvSpPr>
            <p:nvPr/>
          </p:nvSpPr>
          <p:spPr bwMode="auto">
            <a:xfrm flipV="1">
              <a:off x="4470" y="3074"/>
              <a:ext cx="700" cy="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5" name="Line 43">
              <a:extLst>
                <a:ext uri="{FF2B5EF4-FFF2-40B4-BE49-F238E27FC236}">
                  <a16:creationId xmlns:a16="http://schemas.microsoft.com/office/drawing/2014/main" id="{767E22AA-2444-8735-9234-237430332F89}"/>
                </a:ext>
              </a:extLst>
            </p:cNvPr>
            <p:cNvSpPr>
              <a:spLocks noChangeShapeType="1"/>
            </p:cNvSpPr>
            <p:nvPr/>
          </p:nvSpPr>
          <p:spPr bwMode="auto">
            <a:xfrm>
              <a:off x="4470" y="3346"/>
              <a:ext cx="69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6" name="Line 44">
              <a:extLst>
                <a:ext uri="{FF2B5EF4-FFF2-40B4-BE49-F238E27FC236}">
                  <a16:creationId xmlns:a16="http://schemas.microsoft.com/office/drawing/2014/main" id="{6FF16828-3462-D29D-79B7-1A99246D8182}"/>
                </a:ext>
              </a:extLst>
            </p:cNvPr>
            <p:cNvSpPr>
              <a:spLocks noChangeShapeType="1"/>
            </p:cNvSpPr>
            <p:nvPr/>
          </p:nvSpPr>
          <p:spPr bwMode="auto">
            <a:xfrm flipV="1">
              <a:off x="4648" y="2830"/>
              <a:ext cx="0" cy="6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7" name="Line 45">
              <a:extLst>
                <a:ext uri="{FF2B5EF4-FFF2-40B4-BE49-F238E27FC236}">
                  <a16:creationId xmlns:a16="http://schemas.microsoft.com/office/drawing/2014/main" id="{7399AC45-68D8-3177-E8C8-46C572254555}"/>
                </a:ext>
              </a:extLst>
            </p:cNvPr>
            <p:cNvSpPr>
              <a:spLocks noChangeShapeType="1"/>
            </p:cNvSpPr>
            <p:nvPr/>
          </p:nvSpPr>
          <p:spPr bwMode="auto">
            <a:xfrm flipV="1">
              <a:off x="4914" y="2830"/>
              <a:ext cx="0" cy="6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8" name="Line 46">
              <a:extLst>
                <a:ext uri="{FF2B5EF4-FFF2-40B4-BE49-F238E27FC236}">
                  <a16:creationId xmlns:a16="http://schemas.microsoft.com/office/drawing/2014/main" id="{736952AE-C0FD-221C-CAA6-BFF7E67DE074}"/>
                </a:ext>
              </a:extLst>
            </p:cNvPr>
            <p:cNvSpPr>
              <a:spLocks noChangeShapeType="1"/>
            </p:cNvSpPr>
            <p:nvPr/>
          </p:nvSpPr>
          <p:spPr bwMode="auto">
            <a:xfrm flipV="1">
              <a:off x="5164" y="2824"/>
              <a:ext cx="0" cy="6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19" name="Oval 47">
              <a:extLst>
                <a:ext uri="{FF2B5EF4-FFF2-40B4-BE49-F238E27FC236}">
                  <a16:creationId xmlns:a16="http://schemas.microsoft.com/office/drawing/2014/main" id="{511ED586-D747-55FE-5B1D-E232393A499E}"/>
                </a:ext>
              </a:extLst>
            </p:cNvPr>
            <p:cNvSpPr>
              <a:spLocks noChangeArrowheads="1"/>
            </p:cNvSpPr>
            <p:nvPr/>
          </p:nvSpPr>
          <p:spPr bwMode="auto">
            <a:xfrm>
              <a:off x="4622" y="280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20" name="Oval 48">
              <a:extLst>
                <a:ext uri="{FF2B5EF4-FFF2-40B4-BE49-F238E27FC236}">
                  <a16:creationId xmlns:a16="http://schemas.microsoft.com/office/drawing/2014/main" id="{AA472A28-558D-0CEA-1559-3DED0D3CCD7D}"/>
                </a:ext>
              </a:extLst>
            </p:cNvPr>
            <p:cNvSpPr>
              <a:spLocks noChangeArrowheads="1"/>
            </p:cNvSpPr>
            <p:nvPr/>
          </p:nvSpPr>
          <p:spPr bwMode="auto">
            <a:xfrm>
              <a:off x="4622" y="3048"/>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21" name="Oval 49">
              <a:extLst>
                <a:ext uri="{FF2B5EF4-FFF2-40B4-BE49-F238E27FC236}">
                  <a16:creationId xmlns:a16="http://schemas.microsoft.com/office/drawing/2014/main" id="{9708FCE8-899E-8087-2AD3-373BCCB25824}"/>
                </a:ext>
              </a:extLst>
            </p:cNvPr>
            <p:cNvSpPr>
              <a:spLocks noChangeArrowheads="1"/>
            </p:cNvSpPr>
            <p:nvPr/>
          </p:nvSpPr>
          <p:spPr bwMode="auto">
            <a:xfrm>
              <a:off x="4618" y="331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22" name="Oval 50">
              <a:extLst>
                <a:ext uri="{FF2B5EF4-FFF2-40B4-BE49-F238E27FC236}">
                  <a16:creationId xmlns:a16="http://schemas.microsoft.com/office/drawing/2014/main" id="{5B1506F1-1884-F7F5-25DC-5484829B42BE}"/>
                </a:ext>
              </a:extLst>
            </p:cNvPr>
            <p:cNvSpPr>
              <a:spLocks noChangeArrowheads="1"/>
            </p:cNvSpPr>
            <p:nvPr/>
          </p:nvSpPr>
          <p:spPr bwMode="auto">
            <a:xfrm>
              <a:off x="4890" y="280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23" name="Oval 51">
              <a:extLst>
                <a:ext uri="{FF2B5EF4-FFF2-40B4-BE49-F238E27FC236}">
                  <a16:creationId xmlns:a16="http://schemas.microsoft.com/office/drawing/2014/main" id="{BD88C34D-DCED-AF52-0FE9-D29C8B9DB25A}"/>
                </a:ext>
              </a:extLst>
            </p:cNvPr>
            <p:cNvSpPr>
              <a:spLocks noChangeArrowheads="1"/>
            </p:cNvSpPr>
            <p:nvPr/>
          </p:nvSpPr>
          <p:spPr bwMode="auto">
            <a:xfrm>
              <a:off x="4890" y="3048"/>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24" name="Oval 52">
              <a:extLst>
                <a:ext uri="{FF2B5EF4-FFF2-40B4-BE49-F238E27FC236}">
                  <a16:creationId xmlns:a16="http://schemas.microsoft.com/office/drawing/2014/main" id="{76D007FB-259C-CC8E-C8AE-D034C9C8B39B}"/>
                </a:ext>
              </a:extLst>
            </p:cNvPr>
            <p:cNvSpPr>
              <a:spLocks noChangeArrowheads="1"/>
            </p:cNvSpPr>
            <p:nvPr/>
          </p:nvSpPr>
          <p:spPr bwMode="auto">
            <a:xfrm>
              <a:off x="4886" y="331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25" name="Oval 53">
              <a:extLst>
                <a:ext uri="{FF2B5EF4-FFF2-40B4-BE49-F238E27FC236}">
                  <a16:creationId xmlns:a16="http://schemas.microsoft.com/office/drawing/2014/main" id="{282EF0F6-2E32-9423-ACC2-B7982BF76676}"/>
                </a:ext>
              </a:extLst>
            </p:cNvPr>
            <p:cNvSpPr>
              <a:spLocks noChangeArrowheads="1"/>
            </p:cNvSpPr>
            <p:nvPr/>
          </p:nvSpPr>
          <p:spPr bwMode="auto">
            <a:xfrm>
              <a:off x="5136" y="280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26" name="Oval 54">
              <a:extLst>
                <a:ext uri="{FF2B5EF4-FFF2-40B4-BE49-F238E27FC236}">
                  <a16:creationId xmlns:a16="http://schemas.microsoft.com/office/drawing/2014/main" id="{08FD55C3-E48D-2CB6-D075-7C68AFD7026E}"/>
                </a:ext>
              </a:extLst>
            </p:cNvPr>
            <p:cNvSpPr>
              <a:spLocks noChangeArrowheads="1"/>
            </p:cNvSpPr>
            <p:nvPr/>
          </p:nvSpPr>
          <p:spPr bwMode="auto">
            <a:xfrm>
              <a:off x="5136" y="3048"/>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27" name="Oval 55">
              <a:extLst>
                <a:ext uri="{FF2B5EF4-FFF2-40B4-BE49-F238E27FC236}">
                  <a16:creationId xmlns:a16="http://schemas.microsoft.com/office/drawing/2014/main" id="{92838A7B-F7D6-6903-ACA6-F8572056EE1C}"/>
                </a:ext>
              </a:extLst>
            </p:cNvPr>
            <p:cNvSpPr>
              <a:spLocks noChangeArrowheads="1"/>
            </p:cNvSpPr>
            <p:nvPr/>
          </p:nvSpPr>
          <p:spPr bwMode="auto">
            <a:xfrm>
              <a:off x="5132" y="3316"/>
              <a:ext cx="56" cy="5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1800"/>
            </a:p>
          </p:txBody>
        </p:sp>
        <p:sp>
          <p:nvSpPr>
            <p:cNvPr id="28" name="Text Box 56">
              <a:extLst>
                <a:ext uri="{FF2B5EF4-FFF2-40B4-BE49-F238E27FC236}">
                  <a16:creationId xmlns:a16="http://schemas.microsoft.com/office/drawing/2014/main" id="{178B7DDA-3C77-9686-2694-895F19161F50}"/>
                </a:ext>
              </a:extLst>
            </p:cNvPr>
            <p:cNvSpPr txBox="1">
              <a:spLocks noChangeArrowheads="1"/>
            </p:cNvSpPr>
            <p:nvPr/>
          </p:nvSpPr>
          <p:spPr bwMode="auto">
            <a:xfrm>
              <a:off x="3812" y="3601"/>
              <a:ext cx="7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dirty="0"/>
                <a:t>crossbar</a:t>
              </a:r>
            </a:p>
          </p:txBody>
        </p:sp>
        <p:sp>
          <p:nvSpPr>
            <p:cNvPr id="29" name="Freeform 57">
              <a:extLst>
                <a:ext uri="{FF2B5EF4-FFF2-40B4-BE49-F238E27FC236}">
                  <a16:creationId xmlns:a16="http://schemas.microsoft.com/office/drawing/2014/main" id="{D015C2F6-AA15-B79C-263D-33DECA418EDF}"/>
                </a:ext>
              </a:extLst>
            </p:cNvPr>
            <p:cNvSpPr>
              <a:spLocks/>
            </p:cNvSpPr>
            <p:nvPr/>
          </p:nvSpPr>
          <p:spPr bwMode="auto">
            <a:xfrm>
              <a:off x="3900" y="2796"/>
              <a:ext cx="972" cy="1269"/>
            </a:xfrm>
            <a:custGeom>
              <a:avLst/>
              <a:gdLst>
                <a:gd name="T0" fmla="*/ 0 w 972"/>
                <a:gd name="T1" fmla="*/ 3 h 1266"/>
                <a:gd name="T2" fmla="*/ 969 w 972"/>
                <a:gd name="T3" fmla="*/ 0 h 1266"/>
                <a:gd name="T4" fmla="*/ 972 w 972"/>
                <a:gd name="T5" fmla="*/ 1308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grpSp>
      <p:pic>
        <p:nvPicPr>
          <p:cNvPr id="121" name="Picture 120">
            <a:extLst>
              <a:ext uri="{FF2B5EF4-FFF2-40B4-BE49-F238E27FC236}">
                <a16:creationId xmlns:a16="http://schemas.microsoft.com/office/drawing/2014/main" id="{7F674C90-A531-4E29-740C-3620CADD9DE9}"/>
              </a:ext>
            </a:extLst>
          </p:cNvPr>
          <p:cNvPicPr>
            <a:picLocks noChangeAspect="1"/>
          </p:cNvPicPr>
          <p:nvPr/>
        </p:nvPicPr>
        <p:blipFill>
          <a:blip r:embed="rId3"/>
          <a:stretch>
            <a:fillRect/>
          </a:stretch>
        </p:blipFill>
        <p:spPr>
          <a:xfrm>
            <a:off x="6123781" y="4371713"/>
            <a:ext cx="2623818" cy="1517912"/>
          </a:xfrm>
          <a:prstGeom prst="rect">
            <a:avLst/>
          </a:prstGeom>
        </p:spPr>
      </p:pic>
      <p:sp>
        <p:nvSpPr>
          <p:cNvPr id="122" name="Text Box 56">
            <a:extLst>
              <a:ext uri="{FF2B5EF4-FFF2-40B4-BE49-F238E27FC236}">
                <a16:creationId xmlns:a16="http://schemas.microsoft.com/office/drawing/2014/main" id="{47DBADE2-8E2B-E272-EF8A-CD08E1582A6B}"/>
              </a:ext>
            </a:extLst>
          </p:cNvPr>
          <p:cNvSpPr txBox="1">
            <a:spLocks noChangeArrowheads="1"/>
          </p:cNvSpPr>
          <p:nvPr/>
        </p:nvSpPr>
        <p:spPr bwMode="auto">
          <a:xfrm>
            <a:off x="6357937" y="5889625"/>
            <a:ext cx="19944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dirty="0"/>
              <a:t>banyan network</a:t>
            </a:r>
          </a:p>
        </p:txBody>
      </p:sp>
    </p:spTree>
    <p:extLst>
      <p:ext uri="{BB962C8B-B14F-4D97-AF65-F5344CB8AC3E}">
        <p14:creationId xmlns:p14="http://schemas.microsoft.com/office/powerpoint/2010/main" val="3040441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r>
              <a:rPr kumimoji="0" lang="en-US" altLang="en-US" sz="3600" b="1" i="0" u="none" strike="noStrike" kern="1200" cap="none" spc="0" normalizeH="0" baseline="0" noProof="0" dirty="0">
                <a:ln>
                  <a:noFill/>
                </a:ln>
                <a:solidFill>
                  <a:prstClr val="black"/>
                </a:solidFill>
                <a:effectLst/>
                <a:uLnTx/>
                <a:uFillTx/>
                <a:latin typeface="Calibri Light" panose="020F0302020204030204"/>
                <a:ea typeface="ＭＳ Ｐゴシック" panose="020B0600070205080204" pitchFamily="34" charset="-128"/>
                <a:cs typeface="+mj-cs"/>
              </a:rPr>
              <a:t>Router - Queuing</a:t>
            </a:r>
            <a:endParaRPr lang="en-US" dirty="0"/>
          </a:p>
        </p:txBody>
      </p:sp>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628650" y="1849229"/>
            <a:ext cx="7886700" cy="971386"/>
          </a:xfrm>
        </p:spPr>
        <p:txBody>
          <a:bodyPr>
            <a:normAutofit/>
          </a:bodyPr>
          <a:lstStyle/>
          <a:p>
            <a:r>
              <a:rPr lang="en-US" altLang="en-US" sz="2100" dirty="0">
                <a:solidFill>
                  <a:prstClr val="black"/>
                </a:solidFill>
                <a:latin typeface="Calibri" panose="020F0502020204030204"/>
                <a:ea typeface="ＭＳ Ｐゴシック" panose="020B0600070205080204" pitchFamily="34" charset="-128"/>
              </a:rPr>
              <a:t>If switch fabric slower than input ports combined -&gt; queueing may occur at input queues </a:t>
            </a:r>
          </a:p>
          <a:p>
            <a:pPr lvl="1"/>
            <a:r>
              <a:rPr lang="en-US" altLang="en-US" sz="1700" dirty="0">
                <a:solidFill>
                  <a:prstClr val="black"/>
                </a:solidFill>
                <a:latin typeface="Calibri" panose="020F0502020204030204"/>
                <a:ea typeface="ＭＳ Ｐゴシック" panose="020B0600070205080204" pitchFamily="34" charset="-128"/>
              </a:rPr>
              <a:t>queueing delay and loss due to input buffer overflow!</a:t>
            </a:r>
          </a:p>
          <a:p>
            <a:endParaRPr lang="en-US" dirty="0"/>
          </a:p>
        </p:txBody>
      </p:sp>
      <p:sp>
        <p:nvSpPr>
          <p:cNvPr id="143" name="Slide Number Placeholder 4">
            <a:extLst>
              <a:ext uri="{FF2B5EF4-FFF2-40B4-BE49-F238E27FC236}">
                <a16:creationId xmlns:a16="http://schemas.microsoft.com/office/drawing/2014/main" id="{27DA9828-E8AA-634F-A5D6-E2BC44AAFB57}"/>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27</a:t>
            </a:fld>
            <a:endParaRPr lang="en-US" dirty="0">
              <a:solidFill>
                <a:prstClr val="white">
                  <a:lumMod val="50000"/>
                </a:prstClr>
              </a:solidFill>
              <a:latin typeface="Calibri" panose="020F0502020204030204"/>
            </a:endParaRPr>
          </a:p>
        </p:txBody>
      </p:sp>
      <p:sp>
        <p:nvSpPr>
          <p:cNvPr id="104" name="Text Box 62">
            <a:extLst>
              <a:ext uri="{FF2B5EF4-FFF2-40B4-BE49-F238E27FC236}">
                <a16:creationId xmlns:a16="http://schemas.microsoft.com/office/drawing/2014/main" id="{A61D6C7D-A6A0-2949-A958-E9C2A14B38D6}"/>
              </a:ext>
            </a:extLst>
          </p:cNvPr>
          <p:cNvSpPr txBox="1">
            <a:spLocks noChangeArrowheads="1"/>
          </p:cNvSpPr>
          <p:nvPr/>
        </p:nvSpPr>
        <p:spPr bwMode="auto">
          <a:xfrm>
            <a:off x="4489751" y="5153392"/>
            <a:ext cx="3344594"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500" dirty="0">
                <a:solidFill>
                  <a:srgbClr val="000000"/>
                </a:solidFill>
                <a:latin typeface="Calibri" panose="020F0502020204030204"/>
              </a:rPr>
              <a:t>output port contention: only one red datagram can be transferred. lower red packet is </a:t>
            </a:r>
            <a:r>
              <a:rPr lang="en-US" altLang="en-US" sz="1500" i="1" dirty="0">
                <a:solidFill>
                  <a:srgbClr val="C00000"/>
                </a:solidFill>
                <a:latin typeface="Calibri" panose="020F0502020204030204"/>
              </a:rPr>
              <a:t>blocked</a:t>
            </a:r>
          </a:p>
        </p:txBody>
      </p:sp>
      <p:grpSp>
        <p:nvGrpSpPr>
          <p:cNvPr id="141" name="Group 140">
            <a:extLst>
              <a:ext uri="{FF2B5EF4-FFF2-40B4-BE49-F238E27FC236}">
                <a16:creationId xmlns:a16="http://schemas.microsoft.com/office/drawing/2014/main" id="{A8B7A346-0262-A945-984D-C0F97E764874}"/>
              </a:ext>
            </a:extLst>
          </p:cNvPr>
          <p:cNvGrpSpPr/>
          <p:nvPr/>
        </p:nvGrpSpPr>
        <p:grpSpPr>
          <a:xfrm>
            <a:off x="5035663" y="3738601"/>
            <a:ext cx="2270522" cy="1363265"/>
            <a:chOff x="2908374" y="3743325"/>
            <a:chExt cx="3027362" cy="1817687"/>
          </a:xfrm>
        </p:grpSpPr>
        <p:grpSp>
          <p:nvGrpSpPr>
            <p:cNvPr id="73" name="Group 7">
              <a:extLst>
                <a:ext uri="{FF2B5EF4-FFF2-40B4-BE49-F238E27FC236}">
                  <a16:creationId xmlns:a16="http://schemas.microsoft.com/office/drawing/2014/main" id="{D164F740-85C3-9A46-A495-5762FFD54497}"/>
                </a:ext>
              </a:extLst>
            </p:cNvPr>
            <p:cNvGrpSpPr>
              <a:grpSpLocks/>
            </p:cNvGrpSpPr>
            <p:nvPr/>
          </p:nvGrpSpPr>
          <p:grpSpPr bwMode="auto">
            <a:xfrm>
              <a:off x="2908374" y="3751262"/>
              <a:ext cx="3027362" cy="1809750"/>
              <a:chOff x="523" y="976"/>
              <a:chExt cx="2099" cy="1356"/>
            </a:xfrm>
          </p:grpSpPr>
          <p:sp>
            <p:nvSpPr>
              <p:cNvPr id="74" name="Rectangle 8">
                <a:extLst>
                  <a:ext uri="{FF2B5EF4-FFF2-40B4-BE49-F238E27FC236}">
                    <a16:creationId xmlns:a16="http://schemas.microsoft.com/office/drawing/2014/main" id="{3D3FDDE5-E1D2-4741-B9DB-0E91DB81EADF}"/>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75" name="Group 9">
                <a:extLst>
                  <a:ext uri="{FF2B5EF4-FFF2-40B4-BE49-F238E27FC236}">
                    <a16:creationId xmlns:a16="http://schemas.microsoft.com/office/drawing/2014/main" id="{E04796AD-83ED-2C40-B3DD-6EE81FAF767E}"/>
                  </a:ext>
                </a:extLst>
              </p:cNvPr>
              <p:cNvGrpSpPr>
                <a:grpSpLocks/>
              </p:cNvGrpSpPr>
              <p:nvPr/>
            </p:nvGrpSpPr>
            <p:grpSpPr bwMode="auto">
              <a:xfrm>
                <a:off x="804" y="997"/>
                <a:ext cx="249" cy="1295"/>
                <a:chOff x="748" y="997"/>
                <a:chExt cx="249" cy="1295"/>
              </a:xfrm>
            </p:grpSpPr>
            <p:sp>
              <p:nvSpPr>
                <p:cNvPr id="94" name="Rectangle 10">
                  <a:extLst>
                    <a:ext uri="{FF2B5EF4-FFF2-40B4-BE49-F238E27FC236}">
                      <a16:creationId xmlns:a16="http://schemas.microsoft.com/office/drawing/2014/main" id="{43ED5184-D575-0248-A3F3-81B5349D9771}"/>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5" name="Rectangle 11">
                  <a:extLst>
                    <a:ext uri="{FF2B5EF4-FFF2-40B4-BE49-F238E27FC236}">
                      <a16:creationId xmlns:a16="http://schemas.microsoft.com/office/drawing/2014/main" id="{2FA9BAD8-AE3E-DB45-B0FD-7FDA2BE93B67}"/>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6" name="Rectangle 12">
                  <a:extLst>
                    <a:ext uri="{FF2B5EF4-FFF2-40B4-BE49-F238E27FC236}">
                      <a16:creationId xmlns:a16="http://schemas.microsoft.com/office/drawing/2014/main" id="{9F580657-7B0A-D44A-A81D-E4A1D6379EDD}"/>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grpSp>
            <p:nvGrpSpPr>
              <p:cNvPr id="76" name="Group 13">
                <a:extLst>
                  <a:ext uri="{FF2B5EF4-FFF2-40B4-BE49-F238E27FC236}">
                    <a16:creationId xmlns:a16="http://schemas.microsoft.com/office/drawing/2014/main" id="{056EE82A-FAB8-7249-BC14-6FFA66DA07F7}"/>
                  </a:ext>
                </a:extLst>
              </p:cNvPr>
              <p:cNvGrpSpPr>
                <a:grpSpLocks/>
              </p:cNvGrpSpPr>
              <p:nvPr/>
            </p:nvGrpSpPr>
            <p:grpSpPr bwMode="auto">
              <a:xfrm>
                <a:off x="2109" y="1002"/>
                <a:ext cx="249" cy="1295"/>
                <a:chOff x="748" y="997"/>
                <a:chExt cx="249" cy="1295"/>
              </a:xfrm>
            </p:grpSpPr>
            <p:sp>
              <p:nvSpPr>
                <p:cNvPr id="91" name="Rectangle 14">
                  <a:extLst>
                    <a:ext uri="{FF2B5EF4-FFF2-40B4-BE49-F238E27FC236}">
                      <a16:creationId xmlns:a16="http://schemas.microsoft.com/office/drawing/2014/main" id="{E5CA9310-6AD6-2146-9776-7012072315D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2" name="Rectangle 15">
                  <a:extLst>
                    <a:ext uri="{FF2B5EF4-FFF2-40B4-BE49-F238E27FC236}">
                      <a16:creationId xmlns:a16="http://schemas.microsoft.com/office/drawing/2014/main" id="{8D066A34-9935-0949-9FF4-6C93094CBF75}"/>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3" name="Rectangle 16">
                  <a:extLst>
                    <a:ext uri="{FF2B5EF4-FFF2-40B4-BE49-F238E27FC236}">
                      <a16:creationId xmlns:a16="http://schemas.microsoft.com/office/drawing/2014/main" id="{AEE24D80-D9B2-5E43-BE37-0732E26D5A01}"/>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77" name="Line 17">
                <a:extLst>
                  <a:ext uri="{FF2B5EF4-FFF2-40B4-BE49-F238E27FC236}">
                    <a16:creationId xmlns:a16="http://schemas.microsoft.com/office/drawing/2014/main" id="{E7EAA4E2-487B-894A-934C-8BED5D29A04B}"/>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78" name="Line 18">
                <a:extLst>
                  <a:ext uri="{FF2B5EF4-FFF2-40B4-BE49-F238E27FC236}">
                    <a16:creationId xmlns:a16="http://schemas.microsoft.com/office/drawing/2014/main" id="{F056DF5E-0636-A74F-AFC5-06DA708CC8F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79" name="Line 19">
                <a:extLst>
                  <a:ext uri="{FF2B5EF4-FFF2-40B4-BE49-F238E27FC236}">
                    <a16:creationId xmlns:a16="http://schemas.microsoft.com/office/drawing/2014/main" id="{1A5F3287-940C-9740-86D0-1AB977CAFF9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0" name="Line 20">
                <a:extLst>
                  <a:ext uri="{FF2B5EF4-FFF2-40B4-BE49-F238E27FC236}">
                    <a16:creationId xmlns:a16="http://schemas.microsoft.com/office/drawing/2014/main" id="{F520F608-8F8B-EE4D-AB7D-4587DC70B484}"/>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1" name="Line 21">
                <a:extLst>
                  <a:ext uri="{FF2B5EF4-FFF2-40B4-BE49-F238E27FC236}">
                    <a16:creationId xmlns:a16="http://schemas.microsoft.com/office/drawing/2014/main" id="{5D5075D4-1165-4C4C-AF51-B90ABAD1F9B4}"/>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2" name="Line 22">
                <a:extLst>
                  <a:ext uri="{FF2B5EF4-FFF2-40B4-BE49-F238E27FC236}">
                    <a16:creationId xmlns:a16="http://schemas.microsoft.com/office/drawing/2014/main" id="{C10787ED-2529-B644-9C51-F8157D8A6B97}"/>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nvGrpSpPr>
              <p:cNvPr id="83" name="Group 23">
                <a:extLst>
                  <a:ext uri="{FF2B5EF4-FFF2-40B4-BE49-F238E27FC236}">
                    <a16:creationId xmlns:a16="http://schemas.microsoft.com/office/drawing/2014/main" id="{971E0D16-1F7C-F048-8258-EDA2CB10DD1F}"/>
                  </a:ext>
                </a:extLst>
              </p:cNvPr>
              <p:cNvGrpSpPr>
                <a:grpSpLocks/>
              </p:cNvGrpSpPr>
              <p:nvPr/>
            </p:nvGrpSpPr>
            <p:grpSpPr bwMode="auto">
              <a:xfrm>
                <a:off x="523" y="1169"/>
                <a:ext cx="288" cy="939"/>
                <a:chOff x="-60" y="1148"/>
                <a:chExt cx="168" cy="939"/>
              </a:xfrm>
            </p:grpSpPr>
            <p:sp>
              <p:nvSpPr>
                <p:cNvPr id="88" name="Line 24">
                  <a:extLst>
                    <a:ext uri="{FF2B5EF4-FFF2-40B4-BE49-F238E27FC236}">
                      <a16:creationId xmlns:a16="http://schemas.microsoft.com/office/drawing/2014/main" id="{A7F9F178-4046-3247-B2E2-AE134DC9BBA2}"/>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9" name="Line 25">
                  <a:extLst>
                    <a:ext uri="{FF2B5EF4-FFF2-40B4-BE49-F238E27FC236}">
                      <a16:creationId xmlns:a16="http://schemas.microsoft.com/office/drawing/2014/main" id="{C8CD8FEE-FC96-3A43-8409-D693193AE512}"/>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90" name="Line 26">
                  <a:extLst>
                    <a:ext uri="{FF2B5EF4-FFF2-40B4-BE49-F238E27FC236}">
                      <a16:creationId xmlns:a16="http://schemas.microsoft.com/office/drawing/2014/main" id="{4CBECCBD-CFD3-764F-887C-FED5405A0A3E}"/>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84" name="Group 27">
                <a:extLst>
                  <a:ext uri="{FF2B5EF4-FFF2-40B4-BE49-F238E27FC236}">
                    <a16:creationId xmlns:a16="http://schemas.microsoft.com/office/drawing/2014/main" id="{1DA00A78-49E3-534E-A704-59927A764178}"/>
                  </a:ext>
                </a:extLst>
              </p:cNvPr>
              <p:cNvGrpSpPr>
                <a:grpSpLocks/>
              </p:cNvGrpSpPr>
              <p:nvPr/>
            </p:nvGrpSpPr>
            <p:grpSpPr bwMode="auto">
              <a:xfrm>
                <a:off x="2334" y="1173"/>
                <a:ext cx="288" cy="939"/>
                <a:chOff x="-60" y="1148"/>
                <a:chExt cx="168" cy="939"/>
              </a:xfrm>
            </p:grpSpPr>
            <p:sp>
              <p:nvSpPr>
                <p:cNvPr id="85" name="Line 28">
                  <a:extLst>
                    <a:ext uri="{FF2B5EF4-FFF2-40B4-BE49-F238E27FC236}">
                      <a16:creationId xmlns:a16="http://schemas.microsoft.com/office/drawing/2014/main" id="{61838874-A5DC-7947-8DA7-12A88836EA34}"/>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6" name="Line 29">
                  <a:extLst>
                    <a:ext uri="{FF2B5EF4-FFF2-40B4-BE49-F238E27FC236}">
                      <a16:creationId xmlns:a16="http://schemas.microsoft.com/office/drawing/2014/main" id="{5372ECE9-A44D-9040-8B03-CA9D88C7D71A}"/>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87" name="Line 30">
                  <a:extLst>
                    <a:ext uri="{FF2B5EF4-FFF2-40B4-BE49-F238E27FC236}">
                      <a16:creationId xmlns:a16="http://schemas.microsoft.com/office/drawing/2014/main" id="{FA2DA940-73AA-D447-84F1-95C932F532DC}"/>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sp>
          <p:nvSpPr>
            <p:cNvPr id="97" name="Rectangle 55">
              <a:extLst>
                <a:ext uri="{FF2B5EF4-FFF2-40B4-BE49-F238E27FC236}">
                  <a16:creationId xmlns:a16="http://schemas.microsoft.com/office/drawing/2014/main" id="{DC8735CA-28A8-9844-8915-2B52D5644D3C}"/>
                </a:ext>
              </a:extLst>
            </p:cNvPr>
            <p:cNvSpPr>
              <a:spLocks noChangeArrowheads="1"/>
            </p:cNvSpPr>
            <p:nvPr/>
          </p:nvSpPr>
          <p:spPr bwMode="auto">
            <a:xfrm>
              <a:off x="3360811" y="3748087"/>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8" name="Rectangle 56">
              <a:extLst>
                <a:ext uri="{FF2B5EF4-FFF2-40B4-BE49-F238E27FC236}">
                  <a16:creationId xmlns:a16="http://schemas.microsoft.com/office/drawing/2014/main" id="{583B70AF-74AA-594D-B7DD-CD358704562B}"/>
                </a:ext>
              </a:extLst>
            </p:cNvPr>
            <p:cNvSpPr>
              <a:spLocks noChangeArrowheads="1"/>
            </p:cNvSpPr>
            <p:nvPr/>
          </p:nvSpPr>
          <p:spPr bwMode="auto">
            <a:xfrm>
              <a:off x="3346524" y="4479925"/>
              <a:ext cx="252412"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99" name="Rectangle 57">
              <a:extLst>
                <a:ext uri="{FF2B5EF4-FFF2-40B4-BE49-F238E27FC236}">
                  <a16:creationId xmlns:a16="http://schemas.microsoft.com/office/drawing/2014/main" id="{7B6BE014-EC1B-4245-8E39-262F9C15550C}"/>
                </a:ext>
              </a:extLst>
            </p:cNvPr>
            <p:cNvSpPr>
              <a:spLocks noChangeArrowheads="1"/>
            </p:cNvSpPr>
            <p:nvPr/>
          </p:nvSpPr>
          <p:spPr bwMode="auto">
            <a:xfrm>
              <a:off x="3344936" y="5114925"/>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00" name="Rectangle 58">
              <a:extLst>
                <a:ext uri="{FF2B5EF4-FFF2-40B4-BE49-F238E27FC236}">
                  <a16:creationId xmlns:a16="http://schemas.microsoft.com/office/drawing/2014/main" id="{5727D261-4FAD-9C40-8357-59F2BB7AE5CF}"/>
                </a:ext>
              </a:extLst>
            </p:cNvPr>
            <p:cNvSpPr>
              <a:spLocks noChangeArrowheads="1"/>
            </p:cNvSpPr>
            <p:nvPr/>
          </p:nvSpPr>
          <p:spPr bwMode="auto">
            <a:xfrm>
              <a:off x="3002036" y="3743325"/>
              <a:ext cx="252413"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01" name="Rectangle 59">
              <a:extLst>
                <a:ext uri="{FF2B5EF4-FFF2-40B4-BE49-F238E27FC236}">
                  <a16:creationId xmlns:a16="http://schemas.microsoft.com/office/drawing/2014/main" id="{1194EC16-CE8F-8D4B-A795-C4A17F3FEE9C}"/>
                </a:ext>
              </a:extLst>
            </p:cNvPr>
            <p:cNvSpPr>
              <a:spLocks noChangeArrowheads="1"/>
            </p:cNvSpPr>
            <p:nvPr/>
          </p:nvSpPr>
          <p:spPr bwMode="auto">
            <a:xfrm>
              <a:off x="2997274" y="5103812"/>
              <a:ext cx="252412" cy="13176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02" name="Line 60">
              <a:extLst>
                <a:ext uri="{FF2B5EF4-FFF2-40B4-BE49-F238E27FC236}">
                  <a16:creationId xmlns:a16="http://schemas.microsoft.com/office/drawing/2014/main" id="{67621AA8-BE0E-7F4B-BC70-5D6A01E48F83}"/>
                </a:ext>
              </a:extLst>
            </p:cNvPr>
            <p:cNvSpPr>
              <a:spLocks noChangeShapeType="1"/>
            </p:cNvSpPr>
            <p:nvPr/>
          </p:nvSpPr>
          <p:spPr bwMode="auto">
            <a:xfrm>
              <a:off x="3652911" y="3803650"/>
              <a:ext cx="1479550" cy="1587"/>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sp>
          <p:nvSpPr>
            <p:cNvPr id="103" name="Freeform 61">
              <a:extLst>
                <a:ext uri="{FF2B5EF4-FFF2-40B4-BE49-F238E27FC236}">
                  <a16:creationId xmlns:a16="http://schemas.microsoft.com/office/drawing/2014/main" id="{63B03E4B-DC34-6549-9693-9E2101F3E2F9}"/>
                </a:ext>
              </a:extLst>
            </p:cNvPr>
            <p:cNvSpPr>
              <a:spLocks/>
            </p:cNvSpPr>
            <p:nvPr/>
          </p:nvSpPr>
          <p:spPr bwMode="auto">
            <a:xfrm>
              <a:off x="3697361" y="4202112"/>
              <a:ext cx="1395413" cy="979488"/>
            </a:xfrm>
            <a:custGeom>
              <a:avLst/>
              <a:gdLst>
                <a:gd name="T0" fmla="*/ 0 w 967"/>
                <a:gd name="T1" fmla="*/ 2147483647 h 735"/>
                <a:gd name="T2" fmla="*/ 2147483647 w 967"/>
                <a:gd name="T3" fmla="*/ 2147483647 h 735"/>
                <a:gd name="T4" fmla="*/ 214748364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sp>
          <p:nvSpPr>
            <p:cNvPr id="105" name="Text Box 64">
              <a:extLst>
                <a:ext uri="{FF2B5EF4-FFF2-40B4-BE49-F238E27FC236}">
                  <a16:creationId xmlns:a16="http://schemas.microsoft.com/office/drawing/2014/main" id="{CB734319-6832-8C4E-B16D-A545895BCBC1}"/>
                </a:ext>
              </a:extLst>
            </p:cNvPr>
            <p:cNvSpPr txBox="1">
              <a:spLocks noChangeArrowheads="1"/>
            </p:cNvSpPr>
            <p:nvPr/>
          </p:nvSpPr>
          <p:spPr bwMode="auto">
            <a:xfrm>
              <a:off x="4046611" y="4548186"/>
              <a:ext cx="81475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rPr>
                <a:t>switch</a:t>
              </a:r>
            </a:p>
            <a:p>
              <a:pPr defTabSz="685800" eaLnBrk="0" fontAlgn="base" hangingPunct="0">
                <a:spcBef>
                  <a:spcPct val="0"/>
                </a:spcBef>
                <a:spcAft>
                  <a:spcPct val="0"/>
                </a:spcAft>
                <a:defRPr/>
              </a:pPr>
              <a:r>
                <a:rPr lang="en-US" altLang="en-US" sz="1200" kern="0" dirty="0">
                  <a:solidFill>
                    <a:srgbClr val="000000"/>
                  </a:solidFill>
                </a:rPr>
                <a:t>fabric</a:t>
              </a:r>
            </a:p>
          </p:txBody>
        </p:sp>
        <p:sp>
          <p:nvSpPr>
            <p:cNvPr id="106" name="Line 73">
              <a:extLst>
                <a:ext uri="{FF2B5EF4-FFF2-40B4-BE49-F238E27FC236}">
                  <a16:creationId xmlns:a16="http://schemas.microsoft.com/office/drawing/2014/main" id="{5550252A-B930-0747-B713-DACF5B30A867}"/>
                </a:ext>
              </a:extLst>
            </p:cNvPr>
            <p:cNvSpPr>
              <a:spLocks noChangeShapeType="1"/>
            </p:cNvSpPr>
            <p:nvPr/>
          </p:nvSpPr>
          <p:spPr bwMode="auto">
            <a:xfrm>
              <a:off x="3643386" y="4548187"/>
              <a:ext cx="1458913" cy="19050"/>
            </a:xfrm>
            <a:prstGeom prst="line">
              <a:avLst/>
            </a:prstGeom>
            <a:noFill/>
            <a:ln w="28575">
              <a:solidFill>
                <a:srgbClr val="000099"/>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dirty="0">
                <a:solidFill>
                  <a:srgbClr val="000000"/>
                </a:solidFill>
                <a:latin typeface="Arial" panose="020B0604020202020204" pitchFamily="34" charset="0"/>
                <a:ea typeface="ＭＳ Ｐゴシック" panose="020B0600070205080204" pitchFamily="34" charset="-128"/>
              </a:endParaRPr>
            </a:p>
          </p:txBody>
        </p:sp>
      </p:grpSp>
      <p:grpSp>
        <p:nvGrpSpPr>
          <p:cNvPr id="107" name="Group 79">
            <a:extLst>
              <a:ext uri="{FF2B5EF4-FFF2-40B4-BE49-F238E27FC236}">
                <a16:creationId xmlns:a16="http://schemas.microsoft.com/office/drawing/2014/main" id="{C5196E2D-6A1D-9849-8A2B-31C0EF009838}"/>
              </a:ext>
            </a:extLst>
          </p:cNvPr>
          <p:cNvGrpSpPr>
            <a:grpSpLocks/>
          </p:cNvGrpSpPr>
          <p:nvPr/>
        </p:nvGrpSpPr>
        <p:grpSpPr bwMode="auto">
          <a:xfrm>
            <a:off x="1498899" y="3738930"/>
            <a:ext cx="2690813" cy="2158604"/>
            <a:chOff x="2950" y="2025"/>
            <a:chExt cx="2260" cy="1813"/>
          </a:xfrm>
        </p:grpSpPr>
        <p:grpSp>
          <p:nvGrpSpPr>
            <p:cNvPr id="108" name="Group 31">
              <a:extLst>
                <a:ext uri="{FF2B5EF4-FFF2-40B4-BE49-F238E27FC236}">
                  <a16:creationId xmlns:a16="http://schemas.microsoft.com/office/drawing/2014/main" id="{961F130E-3A11-5044-A5C6-98D394F90B30}"/>
                </a:ext>
              </a:extLst>
            </p:cNvPr>
            <p:cNvGrpSpPr>
              <a:grpSpLocks/>
            </p:cNvGrpSpPr>
            <p:nvPr/>
          </p:nvGrpSpPr>
          <p:grpSpPr bwMode="auto">
            <a:xfrm>
              <a:off x="3074" y="2047"/>
              <a:ext cx="1907" cy="1140"/>
              <a:chOff x="523" y="976"/>
              <a:chExt cx="2099" cy="1356"/>
            </a:xfrm>
          </p:grpSpPr>
          <p:sp>
            <p:nvSpPr>
              <p:cNvPr id="118" name="Rectangle 32">
                <a:extLst>
                  <a:ext uri="{FF2B5EF4-FFF2-40B4-BE49-F238E27FC236}">
                    <a16:creationId xmlns:a16="http://schemas.microsoft.com/office/drawing/2014/main" id="{72F70161-3D6F-B147-8A8F-41A13F54E1D6}"/>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119" name="Group 33">
                <a:extLst>
                  <a:ext uri="{FF2B5EF4-FFF2-40B4-BE49-F238E27FC236}">
                    <a16:creationId xmlns:a16="http://schemas.microsoft.com/office/drawing/2014/main" id="{E1D22FF4-168D-4C4A-9242-A4710729BBB9}"/>
                  </a:ext>
                </a:extLst>
              </p:cNvPr>
              <p:cNvGrpSpPr>
                <a:grpSpLocks/>
              </p:cNvGrpSpPr>
              <p:nvPr/>
            </p:nvGrpSpPr>
            <p:grpSpPr bwMode="auto">
              <a:xfrm>
                <a:off x="804" y="997"/>
                <a:ext cx="249" cy="1295"/>
                <a:chOff x="748" y="997"/>
                <a:chExt cx="249" cy="1295"/>
              </a:xfrm>
            </p:grpSpPr>
            <p:sp>
              <p:nvSpPr>
                <p:cNvPr id="138" name="Rectangle 34">
                  <a:extLst>
                    <a:ext uri="{FF2B5EF4-FFF2-40B4-BE49-F238E27FC236}">
                      <a16:creationId xmlns:a16="http://schemas.microsoft.com/office/drawing/2014/main" id="{90EE215A-C3AE-254D-88D8-6E5E1C625304}"/>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39" name="Rectangle 35">
                  <a:extLst>
                    <a:ext uri="{FF2B5EF4-FFF2-40B4-BE49-F238E27FC236}">
                      <a16:creationId xmlns:a16="http://schemas.microsoft.com/office/drawing/2014/main" id="{B87EB84E-1DCB-6747-983D-A91A87C6BA50}"/>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40" name="Rectangle 36">
                  <a:extLst>
                    <a:ext uri="{FF2B5EF4-FFF2-40B4-BE49-F238E27FC236}">
                      <a16:creationId xmlns:a16="http://schemas.microsoft.com/office/drawing/2014/main" id="{13842296-C860-1A4C-94BA-0C09F8E543A4}"/>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grpSp>
            <p:nvGrpSpPr>
              <p:cNvPr id="120" name="Group 37">
                <a:extLst>
                  <a:ext uri="{FF2B5EF4-FFF2-40B4-BE49-F238E27FC236}">
                    <a16:creationId xmlns:a16="http://schemas.microsoft.com/office/drawing/2014/main" id="{20C7A379-A501-F04B-A31A-66AAB7D4ABA9}"/>
                  </a:ext>
                </a:extLst>
              </p:cNvPr>
              <p:cNvGrpSpPr>
                <a:grpSpLocks/>
              </p:cNvGrpSpPr>
              <p:nvPr/>
            </p:nvGrpSpPr>
            <p:grpSpPr bwMode="auto">
              <a:xfrm>
                <a:off x="2109" y="1002"/>
                <a:ext cx="249" cy="1295"/>
                <a:chOff x="748" y="997"/>
                <a:chExt cx="249" cy="1295"/>
              </a:xfrm>
            </p:grpSpPr>
            <p:sp>
              <p:nvSpPr>
                <p:cNvPr id="135" name="Rectangle 38">
                  <a:extLst>
                    <a:ext uri="{FF2B5EF4-FFF2-40B4-BE49-F238E27FC236}">
                      <a16:creationId xmlns:a16="http://schemas.microsoft.com/office/drawing/2014/main" id="{9AE46CFA-B305-FE44-AB5C-0CCBC6BAF91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36" name="Rectangle 39">
                  <a:extLst>
                    <a:ext uri="{FF2B5EF4-FFF2-40B4-BE49-F238E27FC236}">
                      <a16:creationId xmlns:a16="http://schemas.microsoft.com/office/drawing/2014/main" id="{06D7163C-5A06-6144-AF1D-9BE7DECCB8B7}"/>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350" kern="0" dirty="0">
                    <a:solidFill>
                      <a:srgbClr val="000000"/>
                    </a:solidFill>
                  </a:endParaRPr>
                </a:p>
              </p:txBody>
            </p:sp>
            <p:sp>
              <p:nvSpPr>
                <p:cNvPr id="137" name="Rectangle 40">
                  <a:extLst>
                    <a:ext uri="{FF2B5EF4-FFF2-40B4-BE49-F238E27FC236}">
                      <a16:creationId xmlns:a16="http://schemas.microsoft.com/office/drawing/2014/main" id="{06F54AE9-52AF-6E46-8BE7-EDEF5EBD718A}"/>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121" name="Line 41">
                <a:extLst>
                  <a:ext uri="{FF2B5EF4-FFF2-40B4-BE49-F238E27FC236}">
                    <a16:creationId xmlns:a16="http://schemas.microsoft.com/office/drawing/2014/main" id="{DBC39202-C178-0345-82BD-7B039DC4DAAF}"/>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22" name="Line 42">
                <a:extLst>
                  <a:ext uri="{FF2B5EF4-FFF2-40B4-BE49-F238E27FC236}">
                    <a16:creationId xmlns:a16="http://schemas.microsoft.com/office/drawing/2014/main" id="{7204CF78-4E3E-4646-91B1-ADD2AF615C5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23" name="Line 43">
                <a:extLst>
                  <a:ext uri="{FF2B5EF4-FFF2-40B4-BE49-F238E27FC236}">
                    <a16:creationId xmlns:a16="http://schemas.microsoft.com/office/drawing/2014/main" id="{1055BDC1-D40C-E34D-8FC0-FEC34E65B74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24" name="Line 44">
                <a:extLst>
                  <a:ext uri="{FF2B5EF4-FFF2-40B4-BE49-F238E27FC236}">
                    <a16:creationId xmlns:a16="http://schemas.microsoft.com/office/drawing/2014/main" id="{ED714F6D-8C7C-B141-9C39-2A02E5F58775}"/>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25" name="Line 45">
                <a:extLst>
                  <a:ext uri="{FF2B5EF4-FFF2-40B4-BE49-F238E27FC236}">
                    <a16:creationId xmlns:a16="http://schemas.microsoft.com/office/drawing/2014/main" id="{933F11AA-9C89-1D46-94C9-F6A2C2D75F3D}"/>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26" name="Line 46">
                <a:extLst>
                  <a:ext uri="{FF2B5EF4-FFF2-40B4-BE49-F238E27FC236}">
                    <a16:creationId xmlns:a16="http://schemas.microsoft.com/office/drawing/2014/main" id="{24DAFD3A-BCAA-494F-BFF3-4DD6E41FEE98}"/>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nvGrpSpPr>
              <p:cNvPr id="127" name="Group 47">
                <a:extLst>
                  <a:ext uri="{FF2B5EF4-FFF2-40B4-BE49-F238E27FC236}">
                    <a16:creationId xmlns:a16="http://schemas.microsoft.com/office/drawing/2014/main" id="{727F9349-D858-B041-AFEF-0AA192390617}"/>
                  </a:ext>
                </a:extLst>
              </p:cNvPr>
              <p:cNvGrpSpPr>
                <a:grpSpLocks/>
              </p:cNvGrpSpPr>
              <p:nvPr/>
            </p:nvGrpSpPr>
            <p:grpSpPr bwMode="auto">
              <a:xfrm>
                <a:off x="523" y="1169"/>
                <a:ext cx="288" cy="939"/>
                <a:chOff x="-60" y="1148"/>
                <a:chExt cx="168" cy="939"/>
              </a:xfrm>
            </p:grpSpPr>
            <p:sp>
              <p:nvSpPr>
                <p:cNvPr id="132" name="Line 48">
                  <a:extLst>
                    <a:ext uri="{FF2B5EF4-FFF2-40B4-BE49-F238E27FC236}">
                      <a16:creationId xmlns:a16="http://schemas.microsoft.com/office/drawing/2014/main" id="{92DDAA32-1BC7-F341-9DF3-8F292F94E486}"/>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33" name="Line 49">
                  <a:extLst>
                    <a:ext uri="{FF2B5EF4-FFF2-40B4-BE49-F238E27FC236}">
                      <a16:creationId xmlns:a16="http://schemas.microsoft.com/office/drawing/2014/main" id="{E1CF388A-0B46-9045-8B1B-9EFE86E92625}"/>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34" name="Line 50">
                  <a:extLst>
                    <a:ext uri="{FF2B5EF4-FFF2-40B4-BE49-F238E27FC236}">
                      <a16:creationId xmlns:a16="http://schemas.microsoft.com/office/drawing/2014/main" id="{8098E830-FF85-B942-A58C-7073F1ABDACD}"/>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128" name="Group 51">
                <a:extLst>
                  <a:ext uri="{FF2B5EF4-FFF2-40B4-BE49-F238E27FC236}">
                    <a16:creationId xmlns:a16="http://schemas.microsoft.com/office/drawing/2014/main" id="{3BE0EB8F-2722-8840-9E9E-42692DC4ECD5}"/>
                  </a:ext>
                </a:extLst>
              </p:cNvPr>
              <p:cNvGrpSpPr>
                <a:grpSpLocks/>
              </p:cNvGrpSpPr>
              <p:nvPr/>
            </p:nvGrpSpPr>
            <p:grpSpPr bwMode="auto">
              <a:xfrm>
                <a:off x="2334" y="1173"/>
                <a:ext cx="288" cy="939"/>
                <a:chOff x="-60" y="1148"/>
                <a:chExt cx="168" cy="939"/>
              </a:xfrm>
            </p:grpSpPr>
            <p:sp>
              <p:nvSpPr>
                <p:cNvPr id="129" name="Line 52">
                  <a:extLst>
                    <a:ext uri="{FF2B5EF4-FFF2-40B4-BE49-F238E27FC236}">
                      <a16:creationId xmlns:a16="http://schemas.microsoft.com/office/drawing/2014/main" id="{1471ECA8-52E2-7B48-B1D0-0E3A3FC8CCD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30" name="Line 53">
                  <a:extLst>
                    <a:ext uri="{FF2B5EF4-FFF2-40B4-BE49-F238E27FC236}">
                      <a16:creationId xmlns:a16="http://schemas.microsoft.com/office/drawing/2014/main" id="{5E4485D6-A44E-9F41-A60B-F118E84451BF}"/>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31" name="Line 54">
                  <a:extLst>
                    <a:ext uri="{FF2B5EF4-FFF2-40B4-BE49-F238E27FC236}">
                      <a16:creationId xmlns:a16="http://schemas.microsoft.com/office/drawing/2014/main" id="{76683E62-74AF-A340-8049-71651532D7C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sp>
          <p:nvSpPr>
            <p:cNvPr id="109" name="Text Box 63">
              <a:extLst>
                <a:ext uri="{FF2B5EF4-FFF2-40B4-BE49-F238E27FC236}">
                  <a16:creationId xmlns:a16="http://schemas.microsoft.com/office/drawing/2014/main" id="{BB81457D-DD34-A44B-8BDA-064DBFE04D32}"/>
                </a:ext>
              </a:extLst>
            </p:cNvPr>
            <p:cNvSpPr txBox="1">
              <a:spLocks noChangeArrowheads="1"/>
            </p:cNvSpPr>
            <p:nvPr/>
          </p:nvSpPr>
          <p:spPr bwMode="auto">
            <a:xfrm>
              <a:off x="2950" y="3237"/>
              <a:ext cx="226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500" kern="0" dirty="0">
                  <a:solidFill>
                    <a:srgbClr val="000000"/>
                  </a:solidFill>
                  <a:latin typeface="Calibri" panose="020F0502020204030204"/>
                </a:rPr>
                <a:t>one packet time later: green packet experiences HOL blocking</a:t>
              </a:r>
              <a:endParaRPr lang="en-US" altLang="en-US" sz="1500" i="1" kern="0" dirty="0">
                <a:solidFill>
                  <a:srgbClr val="000000"/>
                </a:solidFill>
                <a:latin typeface="Calibri" panose="020F0502020204030204"/>
              </a:endParaRPr>
            </a:p>
          </p:txBody>
        </p:sp>
        <p:sp>
          <p:nvSpPr>
            <p:cNvPr id="110" name="Text Box 65">
              <a:extLst>
                <a:ext uri="{FF2B5EF4-FFF2-40B4-BE49-F238E27FC236}">
                  <a16:creationId xmlns:a16="http://schemas.microsoft.com/office/drawing/2014/main" id="{07D40F57-D66B-F444-8FCA-AFEAF69F0D14}"/>
                </a:ext>
              </a:extLst>
            </p:cNvPr>
            <p:cNvSpPr txBox="1">
              <a:spLocks noChangeArrowheads="1"/>
            </p:cNvSpPr>
            <p:nvPr/>
          </p:nvSpPr>
          <p:spPr bwMode="auto">
            <a:xfrm>
              <a:off x="3778" y="2507"/>
              <a:ext cx="5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rPr>
                <a:t>switch</a:t>
              </a:r>
            </a:p>
            <a:p>
              <a:pPr defTabSz="685800" eaLnBrk="0" fontAlgn="base" hangingPunct="0">
                <a:spcBef>
                  <a:spcPct val="0"/>
                </a:spcBef>
                <a:spcAft>
                  <a:spcPct val="0"/>
                </a:spcAft>
                <a:defRPr/>
              </a:pPr>
              <a:r>
                <a:rPr lang="en-US" altLang="en-US" sz="1200" kern="0" dirty="0">
                  <a:solidFill>
                    <a:srgbClr val="000000"/>
                  </a:solidFill>
                </a:rPr>
                <a:t>fabric</a:t>
              </a:r>
            </a:p>
          </p:txBody>
        </p:sp>
        <p:sp>
          <p:nvSpPr>
            <p:cNvPr id="111" name="Rectangle 66">
              <a:extLst>
                <a:ext uri="{FF2B5EF4-FFF2-40B4-BE49-F238E27FC236}">
                  <a16:creationId xmlns:a16="http://schemas.microsoft.com/office/drawing/2014/main" id="{CF7111F1-74EA-1F48-AF61-C3DDC0EAC0AE}"/>
                </a:ext>
              </a:extLst>
            </p:cNvPr>
            <p:cNvSpPr>
              <a:spLocks noChangeArrowheads="1"/>
            </p:cNvSpPr>
            <p:nvPr/>
          </p:nvSpPr>
          <p:spPr bwMode="auto">
            <a:xfrm>
              <a:off x="4551" y="2025"/>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2" name="Rectangle 69">
              <a:extLst>
                <a:ext uri="{FF2B5EF4-FFF2-40B4-BE49-F238E27FC236}">
                  <a16:creationId xmlns:a16="http://schemas.microsoft.com/office/drawing/2014/main" id="{C338CC7B-B194-3243-B60D-75BEFA01C177}"/>
                </a:ext>
              </a:extLst>
            </p:cNvPr>
            <p:cNvSpPr>
              <a:spLocks noChangeArrowheads="1"/>
            </p:cNvSpPr>
            <p:nvPr/>
          </p:nvSpPr>
          <p:spPr bwMode="auto">
            <a:xfrm>
              <a:off x="3363" y="2050"/>
              <a:ext cx="159" cy="8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3" name="Rectangle 70">
              <a:extLst>
                <a:ext uri="{FF2B5EF4-FFF2-40B4-BE49-F238E27FC236}">
                  <a16:creationId xmlns:a16="http://schemas.microsoft.com/office/drawing/2014/main" id="{CD0DF6A5-8591-FF4A-B8B0-1D6E21620201}"/>
                </a:ext>
              </a:extLst>
            </p:cNvPr>
            <p:cNvSpPr>
              <a:spLocks noChangeArrowheads="1"/>
            </p:cNvSpPr>
            <p:nvPr/>
          </p:nvSpPr>
          <p:spPr bwMode="auto">
            <a:xfrm>
              <a:off x="3360" y="2916"/>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4" name="Freeform 71">
              <a:extLst>
                <a:ext uri="{FF2B5EF4-FFF2-40B4-BE49-F238E27FC236}">
                  <a16:creationId xmlns:a16="http://schemas.microsoft.com/office/drawing/2014/main" id="{D86522CF-FBA5-EA4F-A7F3-97C45B0DB909}"/>
                </a:ext>
              </a:extLst>
            </p:cNvPr>
            <p:cNvSpPr>
              <a:spLocks/>
            </p:cNvSpPr>
            <p:nvPr/>
          </p:nvSpPr>
          <p:spPr bwMode="auto">
            <a:xfrm>
              <a:off x="3585" y="2324"/>
              <a:ext cx="878" cy="618"/>
            </a:xfrm>
            <a:custGeom>
              <a:avLst/>
              <a:gdLst>
                <a:gd name="T0" fmla="*/ 0 w 967"/>
                <a:gd name="T1" fmla="*/ 65 h 735"/>
                <a:gd name="T2" fmla="*/ 134 w 967"/>
                <a:gd name="T3" fmla="*/ 65 h 735"/>
                <a:gd name="T4" fmla="*/ 251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5" name="Freeform 72">
              <a:extLst>
                <a:ext uri="{FF2B5EF4-FFF2-40B4-BE49-F238E27FC236}">
                  <a16:creationId xmlns:a16="http://schemas.microsoft.com/office/drawing/2014/main" id="{F3DEE41D-FD9A-D049-8B83-8B6A31265C7F}"/>
                </a:ext>
              </a:extLst>
            </p:cNvPr>
            <p:cNvSpPr>
              <a:spLocks/>
            </p:cNvSpPr>
            <p:nvPr/>
          </p:nvSpPr>
          <p:spPr bwMode="auto">
            <a:xfrm>
              <a:off x="3573" y="2134"/>
              <a:ext cx="860" cy="437"/>
            </a:xfrm>
            <a:custGeom>
              <a:avLst/>
              <a:gdLst>
                <a:gd name="T0" fmla="*/ 0 w 860"/>
                <a:gd name="T1" fmla="*/ 3 h 437"/>
                <a:gd name="T2" fmla="*/ 468 w 860"/>
                <a:gd name="T3" fmla="*/ 0 h 437"/>
                <a:gd name="T4" fmla="*/ 860 w 860"/>
                <a:gd name="T5" fmla="*/ 437 h 437"/>
                <a:gd name="T6" fmla="*/ 0 60000 65536"/>
                <a:gd name="T7" fmla="*/ 0 60000 65536"/>
                <a:gd name="T8" fmla="*/ 0 60000 65536"/>
                <a:gd name="T9" fmla="*/ 0 w 860"/>
                <a:gd name="T10" fmla="*/ 0 h 437"/>
                <a:gd name="T11" fmla="*/ 860 w 860"/>
                <a:gd name="T12" fmla="*/ 437 h 437"/>
              </a:gdLst>
              <a:ahLst/>
              <a:cxnLst>
                <a:cxn ang="T6">
                  <a:pos x="T0" y="T1"/>
                </a:cxn>
                <a:cxn ang="T7">
                  <a:pos x="T2" y="T3"/>
                </a:cxn>
                <a:cxn ang="T8">
                  <a:pos x="T4" y="T5"/>
                </a:cxn>
              </a:cxnLst>
              <a:rect l="T9" t="T10" r="T11" b="T12"/>
              <a:pathLst>
                <a:path w="860" h="437">
                  <a:moveTo>
                    <a:pt x="0" y="3"/>
                  </a:moveTo>
                  <a:lnTo>
                    <a:pt x="468" y="0"/>
                  </a:lnTo>
                  <a:lnTo>
                    <a:pt x="860" y="437"/>
                  </a:lnTo>
                </a:path>
              </a:pathLst>
            </a:custGeom>
            <a:noFill/>
            <a:ln w="28575" cap="flat" cmpd="sng">
              <a:solidFill>
                <a:srgbClr val="000099"/>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6" name="Rectangle 76">
              <a:extLst>
                <a:ext uri="{FF2B5EF4-FFF2-40B4-BE49-F238E27FC236}">
                  <a16:creationId xmlns:a16="http://schemas.microsoft.com/office/drawing/2014/main" id="{CC9EB8FA-449A-AD48-B0D0-F22B0CB1DCA2}"/>
                </a:ext>
              </a:extLst>
            </p:cNvPr>
            <p:cNvSpPr>
              <a:spLocks noChangeArrowheads="1"/>
            </p:cNvSpPr>
            <p:nvPr/>
          </p:nvSpPr>
          <p:spPr bwMode="auto">
            <a:xfrm>
              <a:off x="3141" y="2890"/>
              <a:ext cx="159" cy="8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7" name="Rectangle 77">
              <a:extLst>
                <a:ext uri="{FF2B5EF4-FFF2-40B4-BE49-F238E27FC236}">
                  <a16:creationId xmlns:a16="http://schemas.microsoft.com/office/drawing/2014/main" id="{ED96AE20-CFC4-C449-96F2-A1836A8ADFC9}"/>
                </a:ext>
              </a:extLst>
            </p:cNvPr>
            <p:cNvSpPr>
              <a:spLocks noChangeArrowheads="1"/>
            </p:cNvSpPr>
            <p:nvPr/>
          </p:nvSpPr>
          <p:spPr bwMode="auto">
            <a:xfrm>
              <a:off x="4542" y="2518"/>
              <a:ext cx="159" cy="83"/>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142" name="Content Placeholder 1">
            <a:extLst>
              <a:ext uri="{FF2B5EF4-FFF2-40B4-BE49-F238E27FC236}">
                <a16:creationId xmlns:a16="http://schemas.microsoft.com/office/drawing/2014/main" id="{427FA225-82DF-964C-86B6-E9C527239F0C}"/>
              </a:ext>
            </a:extLst>
          </p:cNvPr>
          <p:cNvSpPr txBox="1">
            <a:spLocks/>
          </p:cNvSpPr>
          <p:nvPr/>
        </p:nvSpPr>
        <p:spPr>
          <a:xfrm>
            <a:off x="626501" y="2874952"/>
            <a:ext cx="7886700" cy="73819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defRPr/>
            </a:pPr>
            <a:r>
              <a:rPr lang="en-US" altLang="en-US" sz="2100" dirty="0">
                <a:solidFill>
                  <a:srgbClr val="CC0000"/>
                </a:solidFill>
                <a:latin typeface="Calibri" panose="020F0502020204030204"/>
                <a:ea typeface="ＭＳ Ｐゴシック" panose="020B0600070205080204" pitchFamily="34" charset="-128"/>
                <a:cs typeface="ＭＳ Ｐゴシック" panose="020B0600070205080204" pitchFamily="34" charset="-128"/>
              </a:rPr>
              <a:t>Head-of-the-Line (HOL) blocking:</a:t>
            </a:r>
            <a:r>
              <a:rPr lang="en-US" altLang="en-US" sz="21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 queued datagram at front of queue prevents others in queue from moving forward</a:t>
            </a:r>
          </a:p>
          <a:p>
            <a:pPr marL="264319" indent="-166688" defTabSz="685800">
              <a:spcBef>
                <a:spcPts val="750"/>
              </a:spcBef>
              <a:defRPr/>
            </a:pPr>
            <a:endParaRPr lang="en-US" sz="2100" dirty="0">
              <a:solidFill>
                <a:prstClr val="black"/>
              </a:solidFill>
              <a:latin typeface="Calibri" panose="020F0502020204030204"/>
            </a:endParaRPr>
          </a:p>
        </p:txBody>
      </p:sp>
      <p:sp>
        <p:nvSpPr>
          <p:cNvPr id="4" name="Content Placeholder 4">
            <a:extLst>
              <a:ext uri="{FF2B5EF4-FFF2-40B4-BE49-F238E27FC236}">
                <a16:creationId xmlns:a16="http://schemas.microsoft.com/office/drawing/2014/main" id="{8525ED2B-8DF7-7541-D43D-0AD864E8FA0B}"/>
              </a:ext>
            </a:extLst>
          </p:cNvPr>
          <p:cNvSpPr txBox="1">
            <a:spLocks/>
          </p:cNvSpPr>
          <p:nvPr/>
        </p:nvSpPr>
        <p:spPr>
          <a:xfrm>
            <a:off x="628650" y="1311068"/>
            <a:ext cx="7886700" cy="57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ea typeface="ＭＳ Ｐゴシック" panose="020B0600070205080204" pitchFamily="34" charset="-128"/>
              </a:rPr>
              <a:t>Input port queuing</a:t>
            </a:r>
            <a:endParaRPr lang="en-US" dirty="0"/>
          </a:p>
        </p:txBody>
      </p:sp>
    </p:spTree>
    <p:extLst>
      <p:ext uri="{BB962C8B-B14F-4D97-AF65-F5344CB8AC3E}">
        <p14:creationId xmlns:p14="http://schemas.microsoft.com/office/powerpoint/2010/main" val="3723944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r>
              <a:rPr kumimoji="0" lang="en-US" altLang="en-US" sz="3600" b="1" i="0" u="none" strike="noStrike" kern="1200" cap="none" spc="0" normalizeH="0" baseline="0" noProof="0" dirty="0">
                <a:ln>
                  <a:noFill/>
                </a:ln>
                <a:solidFill>
                  <a:prstClr val="black"/>
                </a:solidFill>
                <a:effectLst/>
                <a:uLnTx/>
                <a:uFillTx/>
                <a:latin typeface="Calibri Light" panose="020F0302020204030204"/>
                <a:ea typeface="ＭＳ Ｐゴシック" panose="020B0600070205080204" pitchFamily="34" charset="-128"/>
                <a:cs typeface="+mj-cs"/>
              </a:rPr>
              <a:t>Router - Queuing</a:t>
            </a:r>
            <a:endParaRPr lang="en-US" dirty="0"/>
          </a:p>
        </p:txBody>
      </p:sp>
      <p:sp>
        <p:nvSpPr>
          <p:cNvPr id="2" name="Content Placeholder 1">
            <a:extLst>
              <a:ext uri="{FF2B5EF4-FFF2-40B4-BE49-F238E27FC236}">
                <a16:creationId xmlns:a16="http://schemas.microsoft.com/office/drawing/2014/main" id="{ED1D8D3C-335B-6A50-A7E1-9341AEB4C23F}"/>
              </a:ext>
            </a:extLst>
          </p:cNvPr>
          <p:cNvSpPr>
            <a:spLocks noGrp="1"/>
          </p:cNvSpPr>
          <p:nvPr>
            <p:ph idx="1"/>
          </p:nvPr>
        </p:nvSpPr>
        <p:spPr>
          <a:xfrm>
            <a:off x="628650" y="1318717"/>
            <a:ext cx="7886700" cy="579580"/>
          </a:xfrm>
        </p:spPr>
        <p:txBody>
          <a:bodyPr/>
          <a:lstStyle/>
          <a:p>
            <a:r>
              <a:rPr lang="en-US" altLang="en-US" dirty="0">
                <a:ea typeface="ＭＳ Ｐゴシック" panose="020B0600070205080204" pitchFamily="34" charset="-128"/>
              </a:rPr>
              <a:t>Output port queuing</a:t>
            </a:r>
            <a:endParaRPr lang="en-US" dirty="0"/>
          </a:p>
        </p:txBody>
      </p:sp>
      <p:sp>
        <p:nvSpPr>
          <p:cNvPr id="39" name="Slide Number Placeholder 4">
            <a:extLst>
              <a:ext uri="{FF2B5EF4-FFF2-40B4-BE49-F238E27FC236}">
                <a16:creationId xmlns:a16="http://schemas.microsoft.com/office/drawing/2014/main" id="{00A3717F-1F0F-FC43-A1DA-5E87871F0596}"/>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28</a:t>
            </a:fld>
            <a:endParaRPr lang="en-US" dirty="0">
              <a:solidFill>
                <a:prstClr val="white">
                  <a:lumMod val="50000"/>
                </a:prstClr>
              </a:solidFill>
              <a:latin typeface="Calibri" panose="020F0502020204030204"/>
            </a:endParaRPr>
          </a:p>
        </p:txBody>
      </p:sp>
      <p:sp>
        <p:nvSpPr>
          <p:cNvPr id="142" name="Rectangle 3">
            <a:extLst>
              <a:ext uri="{FF2B5EF4-FFF2-40B4-BE49-F238E27FC236}">
                <a16:creationId xmlns:a16="http://schemas.microsoft.com/office/drawing/2014/main" id="{913FC5A4-1E19-7B47-9F20-2A2FD0E7A215}"/>
              </a:ext>
            </a:extLst>
          </p:cNvPr>
          <p:cNvSpPr txBox="1">
            <a:spLocks noChangeArrowheads="1"/>
          </p:cNvSpPr>
          <p:nvPr/>
        </p:nvSpPr>
        <p:spPr>
          <a:xfrm>
            <a:off x="523577" y="3688264"/>
            <a:ext cx="4483158" cy="1059950"/>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68580" tIns="34290" rIns="68580" bIns="3429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SzPct val="100000"/>
              <a:defRPr/>
            </a:pPr>
            <a:r>
              <a:rPr lang="en-US" sz="2100" i="1" dirty="0">
                <a:solidFill>
                  <a:srgbClr val="CC0000"/>
                </a:solidFill>
                <a:latin typeface="Calibri" panose="020F0502020204030204"/>
              </a:rPr>
              <a:t>Buffering</a:t>
            </a:r>
            <a:r>
              <a:rPr lang="en-US" sz="2100" dirty="0">
                <a:solidFill>
                  <a:prstClr val="black"/>
                </a:solidFill>
                <a:latin typeface="Calibri" panose="020F0502020204030204"/>
              </a:rPr>
              <a:t> required when datagrams arrive from fabric faster than link transmission rate. </a:t>
            </a:r>
            <a:r>
              <a:rPr lang="en-US" sz="2100" i="1" dirty="0">
                <a:solidFill>
                  <a:srgbClr val="C00000"/>
                </a:solidFill>
                <a:latin typeface="Calibri" panose="020F0502020204030204"/>
              </a:rPr>
              <a:t>Drop policy: </a:t>
            </a:r>
            <a:r>
              <a:rPr lang="en-US" sz="2100" dirty="0">
                <a:solidFill>
                  <a:prstClr val="black"/>
                </a:solidFill>
                <a:latin typeface="Calibri" panose="020F0502020204030204"/>
              </a:rPr>
              <a:t>which datagrams to drop if no free buffers?</a:t>
            </a:r>
          </a:p>
        </p:txBody>
      </p:sp>
      <p:sp>
        <p:nvSpPr>
          <p:cNvPr id="191" name="Rectangle 3">
            <a:extLst>
              <a:ext uri="{FF2B5EF4-FFF2-40B4-BE49-F238E27FC236}">
                <a16:creationId xmlns:a16="http://schemas.microsoft.com/office/drawing/2014/main" id="{655E40F4-C569-5647-83A5-4E4AC0D12CE4}"/>
              </a:ext>
            </a:extLst>
          </p:cNvPr>
          <p:cNvSpPr txBox="1">
            <a:spLocks noChangeArrowheads="1"/>
          </p:cNvSpPr>
          <p:nvPr/>
        </p:nvSpPr>
        <p:spPr>
          <a:xfrm>
            <a:off x="560985" y="4858084"/>
            <a:ext cx="3848906" cy="966752"/>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SzPct val="100000"/>
              <a:buFont typeface="Wingdings" charset="2"/>
              <a:buChar char="§"/>
              <a:defRPr/>
            </a:pPr>
            <a:r>
              <a:rPr lang="en-US" sz="2100" i="1" dirty="0">
                <a:solidFill>
                  <a:srgbClr val="CC0000"/>
                </a:solidFill>
                <a:latin typeface="Calibri" panose="020F0502020204030204"/>
              </a:rPr>
              <a:t>Scheduling discipline</a:t>
            </a:r>
            <a:r>
              <a:rPr lang="en-US" sz="2100" dirty="0">
                <a:solidFill>
                  <a:prstClr val="black"/>
                </a:solidFill>
                <a:latin typeface="Calibri" panose="020F0502020204030204"/>
              </a:rPr>
              <a:t> chooses among queued datagrams for transmission</a:t>
            </a:r>
          </a:p>
        </p:txBody>
      </p:sp>
      <p:grpSp>
        <p:nvGrpSpPr>
          <p:cNvPr id="14" name="Group 13">
            <a:extLst>
              <a:ext uri="{FF2B5EF4-FFF2-40B4-BE49-F238E27FC236}">
                <a16:creationId xmlns:a16="http://schemas.microsoft.com/office/drawing/2014/main" id="{CEACDE6A-9FE9-BD4D-9835-19E2A389BF2D}"/>
              </a:ext>
            </a:extLst>
          </p:cNvPr>
          <p:cNvGrpSpPr/>
          <p:nvPr/>
        </p:nvGrpSpPr>
        <p:grpSpPr>
          <a:xfrm>
            <a:off x="5032628" y="3797751"/>
            <a:ext cx="3777176" cy="964880"/>
            <a:chOff x="6302327" y="3768360"/>
            <a:chExt cx="5036234" cy="1286506"/>
          </a:xfrm>
        </p:grpSpPr>
        <p:sp>
          <p:nvSpPr>
            <p:cNvPr id="143" name="TextBox 142">
              <a:extLst>
                <a:ext uri="{FF2B5EF4-FFF2-40B4-BE49-F238E27FC236}">
                  <a16:creationId xmlns:a16="http://schemas.microsoft.com/office/drawing/2014/main" id="{30FDEEE0-B9AF-9D4C-ACC2-98B5C103795E}"/>
                </a:ext>
              </a:extLst>
            </p:cNvPr>
            <p:cNvSpPr txBox="1">
              <a:spLocks noChangeArrowheads="1"/>
            </p:cNvSpPr>
            <p:nvPr/>
          </p:nvSpPr>
          <p:spPr bwMode="auto">
            <a:xfrm>
              <a:off x="7385539" y="3768360"/>
              <a:ext cx="3953022" cy="1286506"/>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90000"/>
                </a:lnSpc>
                <a:defRPr/>
              </a:pPr>
              <a:r>
                <a:rPr lang="en-US" altLang="en-US" sz="2100" dirty="0">
                  <a:solidFill>
                    <a:srgbClr val="000000"/>
                  </a:solidFill>
                  <a:latin typeface="Calibri" panose="020F0502020204030204"/>
                </a:rPr>
                <a:t>Datagrams can be lost due to congestion, lack of buffers</a:t>
              </a:r>
            </a:p>
          </p:txBody>
        </p:sp>
        <p:sp>
          <p:nvSpPr>
            <p:cNvPr id="7" name="Right Arrow 6">
              <a:extLst>
                <a:ext uri="{FF2B5EF4-FFF2-40B4-BE49-F238E27FC236}">
                  <a16:creationId xmlns:a16="http://schemas.microsoft.com/office/drawing/2014/main" id="{2B8D69F4-7226-5D4D-A695-DB1CC7F30950}"/>
                </a:ext>
              </a:extLst>
            </p:cNvPr>
            <p:cNvSpPr/>
            <p:nvPr/>
          </p:nvSpPr>
          <p:spPr>
            <a:xfrm>
              <a:off x="6302327" y="4135902"/>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grpSp>
        <p:nvGrpSpPr>
          <p:cNvPr id="15" name="Group 14">
            <a:extLst>
              <a:ext uri="{FF2B5EF4-FFF2-40B4-BE49-F238E27FC236}">
                <a16:creationId xmlns:a16="http://schemas.microsoft.com/office/drawing/2014/main" id="{F388476A-12F9-364B-B461-B0624DF38E97}"/>
              </a:ext>
            </a:extLst>
          </p:cNvPr>
          <p:cNvGrpSpPr/>
          <p:nvPr/>
        </p:nvGrpSpPr>
        <p:grpSpPr>
          <a:xfrm>
            <a:off x="5013603" y="4872426"/>
            <a:ext cx="3989949" cy="964880"/>
            <a:chOff x="6243711" y="5201260"/>
            <a:chExt cx="5319932" cy="1286506"/>
          </a:xfrm>
        </p:grpSpPr>
        <p:sp>
          <p:nvSpPr>
            <p:cNvPr id="144" name="TextBox 143">
              <a:extLst>
                <a:ext uri="{FF2B5EF4-FFF2-40B4-BE49-F238E27FC236}">
                  <a16:creationId xmlns:a16="http://schemas.microsoft.com/office/drawing/2014/main" id="{5EC532F3-AD2F-834B-A210-0023284DAED3}"/>
                </a:ext>
              </a:extLst>
            </p:cNvPr>
            <p:cNvSpPr txBox="1">
              <a:spLocks noChangeArrowheads="1"/>
            </p:cNvSpPr>
            <p:nvPr/>
          </p:nvSpPr>
          <p:spPr bwMode="auto">
            <a:xfrm>
              <a:off x="7371470" y="5201260"/>
              <a:ext cx="4192173" cy="1286506"/>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lnSpc>
                  <a:spcPct val="90000"/>
                </a:lnSpc>
                <a:defRPr/>
              </a:pPr>
              <a:r>
                <a:rPr lang="en-US" altLang="en-US" sz="2100" dirty="0">
                  <a:solidFill>
                    <a:srgbClr val="000000"/>
                  </a:solidFill>
                  <a:latin typeface="Calibri" panose="020F0502020204030204"/>
                </a:rPr>
                <a:t>Priority scheduling – who gets best performance, network neutrality</a:t>
              </a:r>
            </a:p>
          </p:txBody>
        </p:sp>
        <p:sp>
          <p:nvSpPr>
            <p:cNvPr id="192" name="Right Arrow 191">
              <a:extLst>
                <a:ext uri="{FF2B5EF4-FFF2-40B4-BE49-F238E27FC236}">
                  <a16:creationId xmlns:a16="http://schemas.microsoft.com/office/drawing/2014/main" id="{0BB35D2A-3275-9A47-BFA6-3685C1F9CA7F}"/>
                </a:ext>
              </a:extLst>
            </p:cNvPr>
            <p:cNvSpPr/>
            <p:nvPr/>
          </p:nvSpPr>
          <p:spPr>
            <a:xfrm>
              <a:off x="6243711" y="5512190"/>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grpSp>
        <p:nvGrpSpPr>
          <p:cNvPr id="10" name="Group 9">
            <a:extLst>
              <a:ext uri="{FF2B5EF4-FFF2-40B4-BE49-F238E27FC236}">
                <a16:creationId xmlns:a16="http://schemas.microsoft.com/office/drawing/2014/main" id="{89D5CAC8-4273-BF4C-A720-130BA9B77F38}"/>
              </a:ext>
            </a:extLst>
          </p:cNvPr>
          <p:cNvGrpSpPr/>
          <p:nvPr/>
        </p:nvGrpSpPr>
        <p:grpSpPr>
          <a:xfrm>
            <a:off x="884212" y="2018886"/>
            <a:ext cx="5335264" cy="1271847"/>
            <a:chOff x="763318" y="1529542"/>
            <a:chExt cx="7113685" cy="1695796"/>
          </a:xfrm>
        </p:grpSpPr>
        <p:sp>
          <p:nvSpPr>
            <p:cNvPr id="168" name="Rectangle 5">
              <a:extLst>
                <a:ext uri="{FF2B5EF4-FFF2-40B4-BE49-F238E27FC236}">
                  <a16:creationId xmlns:a16="http://schemas.microsoft.com/office/drawing/2014/main" id="{9B163D0F-CA1A-3E4C-BF5C-777B168A4EEA}"/>
                </a:ext>
              </a:extLst>
            </p:cNvPr>
            <p:cNvSpPr>
              <a:spLocks noChangeArrowheads="1"/>
            </p:cNvSpPr>
            <p:nvPr/>
          </p:nvSpPr>
          <p:spPr bwMode="auto">
            <a:xfrm>
              <a:off x="2505123" y="1529542"/>
              <a:ext cx="4568825" cy="1679171"/>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latin typeface="Tahoma" panose="020B0604030504040204" pitchFamily="34" charset="0"/>
              </a:endParaRPr>
            </a:p>
          </p:txBody>
        </p:sp>
        <p:sp>
          <p:nvSpPr>
            <p:cNvPr id="169" name="Rectangle 6">
              <a:extLst>
                <a:ext uri="{FF2B5EF4-FFF2-40B4-BE49-F238E27FC236}">
                  <a16:creationId xmlns:a16="http://schemas.microsoft.com/office/drawing/2014/main" id="{D9ABA473-56A4-9140-B810-39DA1BF9AA4C}"/>
                </a:ext>
              </a:extLst>
            </p:cNvPr>
            <p:cNvSpPr>
              <a:spLocks noChangeArrowheads="1"/>
            </p:cNvSpPr>
            <p:nvPr/>
          </p:nvSpPr>
          <p:spPr bwMode="auto">
            <a:xfrm>
              <a:off x="5427711" y="1946056"/>
              <a:ext cx="1417637"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200" kern="0" dirty="0">
                  <a:solidFill>
                    <a:srgbClr val="000000"/>
                  </a:solidFill>
                  <a:latin typeface="Tahoma" panose="020B0604030504040204" pitchFamily="34" charset="0"/>
                </a:rPr>
                <a:t>line</a:t>
              </a:r>
            </a:p>
            <a:p>
              <a:pPr algn="ctr" defTabSz="685800" eaLnBrk="0" fontAlgn="base" hangingPunct="0">
                <a:spcBef>
                  <a:spcPct val="0"/>
                </a:spcBef>
                <a:spcAft>
                  <a:spcPct val="0"/>
                </a:spcAft>
                <a:defRPr/>
              </a:pPr>
              <a:r>
                <a:rPr lang="en-US" altLang="en-US" sz="1200" kern="0" dirty="0">
                  <a:solidFill>
                    <a:srgbClr val="000000"/>
                  </a:solidFill>
                  <a:latin typeface="Tahoma" panose="020B0604030504040204" pitchFamily="34" charset="0"/>
                </a:rPr>
                <a:t>termination</a:t>
              </a:r>
            </a:p>
          </p:txBody>
        </p:sp>
        <p:sp>
          <p:nvSpPr>
            <p:cNvPr id="170" name="Rectangle 7">
              <a:extLst>
                <a:ext uri="{FF2B5EF4-FFF2-40B4-BE49-F238E27FC236}">
                  <a16:creationId xmlns:a16="http://schemas.microsoft.com/office/drawing/2014/main" id="{A93445FD-0A38-824D-AD5C-D69A392C9E2F}"/>
                </a:ext>
              </a:extLst>
            </p:cNvPr>
            <p:cNvSpPr>
              <a:spLocks noChangeArrowheads="1"/>
            </p:cNvSpPr>
            <p:nvPr/>
          </p:nvSpPr>
          <p:spPr bwMode="auto">
            <a:xfrm>
              <a:off x="4118023" y="1673006"/>
              <a:ext cx="1152525" cy="1409700"/>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latin typeface="Tahoma" panose="020B0604030504040204" pitchFamily="34" charset="0"/>
              </a:endParaRPr>
            </a:p>
          </p:txBody>
        </p:sp>
        <p:sp>
          <p:nvSpPr>
            <p:cNvPr id="171" name="Line 10">
              <a:extLst>
                <a:ext uri="{FF2B5EF4-FFF2-40B4-BE49-F238E27FC236}">
                  <a16:creationId xmlns:a16="http://schemas.microsoft.com/office/drawing/2014/main" id="{F251D37A-1EA2-C048-A7C5-11851E5541EA}"/>
                </a:ext>
              </a:extLst>
            </p:cNvPr>
            <p:cNvSpPr>
              <a:spLocks noChangeShapeType="1"/>
            </p:cNvSpPr>
            <p:nvPr/>
          </p:nvSpPr>
          <p:spPr bwMode="auto">
            <a:xfrm>
              <a:off x="3940223" y="2392143"/>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72" name="Line 11">
              <a:extLst>
                <a:ext uri="{FF2B5EF4-FFF2-40B4-BE49-F238E27FC236}">
                  <a16:creationId xmlns:a16="http://schemas.microsoft.com/office/drawing/2014/main" id="{E70C16AE-A78C-2644-ACA1-5A2B601BF119}"/>
                </a:ext>
              </a:extLst>
            </p:cNvPr>
            <p:cNvSpPr>
              <a:spLocks noChangeShapeType="1"/>
            </p:cNvSpPr>
            <p:nvPr/>
          </p:nvSpPr>
          <p:spPr bwMode="auto">
            <a:xfrm>
              <a:off x="5273723" y="2349281"/>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74" name="Rectangle 13">
              <a:extLst>
                <a:ext uri="{FF2B5EF4-FFF2-40B4-BE49-F238E27FC236}">
                  <a16:creationId xmlns:a16="http://schemas.microsoft.com/office/drawing/2014/main" id="{A66255F7-4CD5-DF46-8B83-7D17A05654C5}"/>
                </a:ext>
              </a:extLst>
            </p:cNvPr>
            <p:cNvSpPr>
              <a:spLocks noChangeArrowheads="1"/>
            </p:cNvSpPr>
            <p:nvPr/>
          </p:nvSpPr>
          <p:spPr bwMode="auto">
            <a:xfrm>
              <a:off x="4151361" y="1982568"/>
              <a:ext cx="1055687"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link </a:t>
              </a:r>
            </a:p>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layer </a:t>
              </a:r>
            </a:p>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protocol</a:t>
              </a:r>
            </a:p>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(send)</a:t>
              </a:r>
            </a:p>
          </p:txBody>
        </p:sp>
        <p:sp>
          <p:nvSpPr>
            <p:cNvPr id="175" name="Rectangle 16">
              <a:extLst>
                <a:ext uri="{FF2B5EF4-FFF2-40B4-BE49-F238E27FC236}">
                  <a16:creationId xmlns:a16="http://schemas.microsoft.com/office/drawing/2014/main" id="{DDB93494-97A6-8A4A-91E9-BC29A5AE37AC}"/>
                </a:ext>
              </a:extLst>
            </p:cNvPr>
            <p:cNvSpPr>
              <a:spLocks noChangeArrowheads="1"/>
            </p:cNvSpPr>
            <p:nvPr/>
          </p:nvSpPr>
          <p:spPr bwMode="auto">
            <a:xfrm>
              <a:off x="763318" y="1925822"/>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500" kern="0" dirty="0">
                  <a:solidFill>
                    <a:srgbClr val="000000"/>
                  </a:solidFill>
                  <a:latin typeface="Tahoma" panose="020B0604030504040204" pitchFamily="34" charset="0"/>
                </a:rPr>
                <a:t>switch</a:t>
              </a:r>
            </a:p>
            <a:p>
              <a:pPr algn="r" defTabSz="685800" eaLnBrk="0" fontAlgn="base" hangingPunct="0">
                <a:spcBef>
                  <a:spcPct val="0"/>
                </a:spcBef>
                <a:spcAft>
                  <a:spcPct val="0"/>
                </a:spcAft>
                <a:defRPr/>
              </a:pPr>
              <a:r>
                <a:rPr lang="en-US" altLang="en-US" sz="1500" kern="0" dirty="0">
                  <a:solidFill>
                    <a:srgbClr val="000000"/>
                  </a:solidFill>
                  <a:latin typeface="Tahoma" panose="020B0604030504040204" pitchFamily="34" charset="0"/>
                </a:rPr>
                <a:t>fabric</a:t>
              </a:r>
            </a:p>
            <a:p>
              <a:pPr algn="r" defTabSz="685800" eaLnBrk="0" fontAlgn="base" hangingPunct="0">
                <a:spcBef>
                  <a:spcPct val="0"/>
                </a:spcBef>
                <a:spcAft>
                  <a:spcPct val="0"/>
                </a:spcAft>
                <a:defRPr/>
              </a:pPr>
              <a:r>
                <a:rPr lang="en-US" altLang="en-US" sz="1500" kern="0" dirty="0">
                  <a:solidFill>
                    <a:srgbClr val="000000"/>
                  </a:solidFill>
                  <a:latin typeface="Tahoma" panose="020B0604030504040204" pitchFamily="34" charset="0"/>
                </a:rPr>
                <a:t>(</a:t>
              </a:r>
              <a:r>
                <a:rPr lang="en-US" altLang="en-US" sz="1350" kern="0" dirty="0">
                  <a:solidFill>
                    <a:srgbClr val="000000"/>
                  </a:solidFill>
                  <a:latin typeface="Tahoma" panose="020B0604030504040204" pitchFamily="34" charset="0"/>
                </a:rPr>
                <a:t>rate: </a:t>
              </a:r>
              <a:r>
                <a:rPr lang="en-US" altLang="en-US" sz="1500" kern="0" dirty="0">
                  <a:solidFill>
                    <a:srgbClr val="000000"/>
                  </a:solidFill>
                  <a:latin typeface="Tahoma" panose="020B0604030504040204" pitchFamily="34" charset="0"/>
                </a:rPr>
                <a:t>NR)</a:t>
              </a:r>
            </a:p>
          </p:txBody>
        </p:sp>
        <p:grpSp>
          <p:nvGrpSpPr>
            <p:cNvPr id="176" name="Group 28">
              <a:extLst>
                <a:ext uri="{FF2B5EF4-FFF2-40B4-BE49-F238E27FC236}">
                  <a16:creationId xmlns:a16="http://schemas.microsoft.com/office/drawing/2014/main" id="{D9BF0A2B-C5F9-A740-8460-7E121162451A}"/>
                </a:ext>
              </a:extLst>
            </p:cNvPr>
            <p:cNvGrpSpPr>
              <a:grpSpLocks/>
            </p:cNvGrpSpPr>
            <p:nvPr/>
          </p:nvGrpSpPr>
          <p:grpSpPr bwMode="auto">
            <a:xfrm>
              <a:off x="2657523" y="1623793"/>
              <a:ext cx="1247775" cy="1504950"/>
              <a:chOff x="3180" y="909"/>
              <a:chExt cx="786" cy="948"/>
            </a:xfrm>
          </p:grpSpPr>
          <p:sp>
            <p:nvSpPr>
              <p:cNvPr id="177" name="Rectangle 8">
                <a:extLst>
                  <a:ext uri="{FF2B5EF4-FFF2-40B4-BE49-F238E27FC236}">
                    <a16:creationId xmlns:a16="http://schemas.microsoft.com/office/drawing/2014/main" id="{DD4D9539-6E74-FE4C-939B-205C9E71D416}"/>
                  </a:ext>
                </a:extLst>
              </p:cNvPr>
              <p:cNvSpPr>
                <a:spLocks noChangeArrowheads="1"/>
              </p:cNvSpPr>
              <p:nvPr/>
            </p:nvSpPr>
            <p:spPr bwMode="auto">
              <a:xfrm>
                <a:off x="3180" y="909"/>
                <a:ext cx="786" cy="948"/>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latin typeface="Tahoma" panose="020B0604030504040204" pitchFamily="34" charset="0"/>
                </a:endParaRPr>
              </a:p>
            </p:txBody>
          </p:sp>
          <p:sp>
            <p:nvSpPr>
              <p:cNvPr id="178" name="Text Box 14">
                <a:extLst>
                  <a:ext uri="{FF2B5EF4-FFF2-40B4-BE49-F238E27FC236}">
                    <a16:creationId xmlns:a16="http://schemas.microsoft.com/office/drawing/2014/main" id="{AE54DBDF-A7F9-704B-B392-E2740194AA62}"/>
                  </a:ext>
                </a:extLst>
              </p:cNvPr>
              <p:cNvSpPr txBox="1">
                <a:spLocks noChangeArrowheads="1"/>
              </p:cNvSpPr>
              <p:nvPr/>
            </p:nvSpPr>
            <p:spPr bwMode="auto">
              <a:xfrm>
                <a:off x="3244" y="917"/>
                <a:ext cx="699" cy="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200" kern="0" dirty="0">
                    <a:solidFill>
                      <a:srgbClr val="000000"/>
                    </a:solidFill>
                  </a:rPr>
                  <a:t>datagram</a:t>
                </a:r>
              </a:p>
              <a:p>
                <a:pPr algn="ctr" defTabSz="685800" eaLnBrk="0" fontAlgn="base" hangingPunct="0">
                  <a:spcBef>
                    <a:spcPct val="0"/>
                  </a:spcBef>
                  <a:spcAft>
                    <a:spcPct val="0"/>
                  </a:spcAft>
                  <a:defRPr/>
                </a:pPr>
                <a:r>
                  <a:rPr lang="en-US" altLang="en-US" sz="1200" kern="0" dirty="0">
                    <a:solidFill>
                      <a:srgbClr val="000000"/>
                    </a:solidFill>
                  </a:rPr>
                  <a:t>buffer</a:t>
                </a:r>
              </a:p>
              <a:p>
                <a:pPr algn="ctr" defTabSz="685800" eaLnBrk="0" fontAlgn="base" hangingPunct="0">
                  <a:spcBef>
                    <a:spcPct val="0"/>
                  </a:spcBef>
                  <a:spcAft>
                    <a:spcPct val="0"/>
                  </a:spcAft>
                  <a:defRPr/>
                </a:pPr>
                <a:endParaRPr lang="en-US" altLang="en-US" sz="1200" kern="0" dirty="0">
                  <a:solidFill>
                    <a:srgbClr val="000000"/>
                  </a:solidFill>
                </a:endParaRPr>
              </a:p>
              <a:p>
                <a:pPr algn="ctr" defTabSz="685800" eaLnBrk="0" fontAlgn="base" hangingPunct="0">
                  <a:spcBef>
                    <a:spcPct val="0"/>
                  </a:spcBef>
                  <a:spcAft>
                    <a:spcPct val="0"/>
                  </a:spcAft>
                  <a:defRPr/>
                </a:pPr>
                <a:endParaRPr lang="en-US" altLang="en-US" sz="1200" kern="0" dirty="0">
                  <a:solidFill>
                    <a:srgbClr val="000000"/>
                  </a:solidFill>
                </a:endParaRPr>
              </a:p>
              <a:p>
                <a:pPr algn="ctr" defTabSz="685800" eaLnBrk="0" fontAlgn="base" hangingPunct="0">
                  <a:spcBef>
                    <a:spcPct val="0"/>
                  </a:spcBef>
                  <a:spcAft>
                    <a:spcPct val="0"/>
                  </a:spcAft>
                  <a:defRPr/>
                </a:pPr>
                <a:r>
                  <a:rPr lang="en-US" altLang="en-US" sz="1200" kern="0" dirty="0">
                    <a:solidFill>
                      <a:srgbClr val="000000"/>
                    </a:solidFill>
                  </a:rPr>
                  <a:t>queueing</a:t>
                </a:r>
              </a:p>
            </p:txBody>
          </p:sp>
          <p:grpSp>
            <p:nvGrpSpPr>
              <p:cNvPr id="179" name="Group 17">
                <a:extLst>
                  <a:ext uri="{FF2B5EF4-FFF2-40B4-BE49-F238E27FC236}">
                    <a16:creationId xmlns:a16="http://schemas.microsoft.com/office/drawing/2014/main" id="{06F8403D-BA10-5144-A155-19FE3754BE36}"/>
                  </a:ext>
                </a:extLst>
              </p:cNvPr>
              <p:cNvGrpSpPr>
                <a:grpSpLocks/>
              </p:cNvGrpSpPr>
              <p:nvPr/>
            </p:nvGrpSpPr>
            <p:grpSpPr bwMode="auto">
              <a:xfrm>
                <a:off x="3260" y="1299"/>
                <a:ext cx="626" cy="295"/>
                <a:chOff x="310" y="3526"/>
                <a:chExt cx="1040" cy="457"/>
              </a:xfrm>
            </p:grpSpPr>
            <p:sp>
              <p:nvSpPr>
                <p:cNvPr id="180" name="Rectangle 18">
                  <a:extLst>
                    <a:ext uri="{FF2B5EF4-FFF2-40B4-BE49-F238E27FC236}">
                      <a16:creationId xmlns:a16="http://schemas.microsoft.com/office/drawing/2014/main" id="{9A795CC1-826F-4C44-9993-319F64F49FC2}"/>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latin typeface="Tahoma" panose="020B0604030504040204" pitchFamily="34" charset="0"/>
                  </a:endParaRPr>
                </a:p>
              </p:txBody>
            </p:sp>
            <p:sp>
              <p:nvSpPr>
                <p:cNvPr id="181" name="Line 19">
                  <a:extLst>
                    <a:ext uri="{FF2B5EF4-FFF2-40B4-BE49-F238E27FC236}">
                      <a16:creationId xmlns:a16="http://schemas.microsoft.com/office/drawing/2014/main" id="{4731A973-BD75-D041-B879-015ABFDDD7EB}"/>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2" name="Line 20">
                  <a:extLst>
                    <a:ext uri="{FF2B5EF4-FFF2-40B4-BE49-F238E27FC236}">
                      <a16:creationId xmlns:a16="http://schemas.microsoft.com/office/drawing/2014/main" id="{E25B9F25-22CB-0447-9AC4-9FC92218F432}"/>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3" name="Line 21">
                  <a:extLst>
                    <a:ext uri="{FF2B5EF4-FFF2-40B4-BE49-F238E27FC236}">
                      <a16:creationId xmlns:a16="http://schemas.microsoft.com/office/drawing/2014/main" id="{91851468-4893-D34C-9AE7-1771C894A65C}"/>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4" name="Line 22">
                  <a:extLst>
                    <a:ext uri="{FF2B5EF4-FFF2-40B4-BE49-F238E27FC236}">
                      <a16:creationId xmlns:a16="http://schemas.microsoft.com/office/drawing/2014/main" id="{24979CFA-E6E8-6443-8031-1C8E87B15CF5}"/>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5" name="Line 23">
                  <a:extLst>
                    <a:ext uri="{FF2B5EF4-FFF2-40B4-BE49-F238E27FC236}">
                      <a16:creationId xmlns:a16="http://schemas.microsoft.com/office/drawing/2014/main" id="{DD3375EE-F46C-7845-8A16-1C39FA3943F4}"/>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6" name="Line 24">
                  <a:extLst>
                    <a:ext uri="{FF2B5EF4-FFF2-40B4-BE49-F238E27FC236}">
                      <a16:creationId xmlns:a16="http://schemas.microsoft.com/office/drawing/2014/main" id="{2CF7F543-916F-574B-9CF5-E75F82B8E662}"/>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7" name="Line 25">
                  <a:extLst>
                    <a:ext uri="{FF2B5EF4-FFF2-40B4-BE49-F238E27FC236}">
                      <a16:creationId xmlns:a16="http://schemas.microsoft.com/office/drawing/2014/main" id="{5571B680-4F31-6A43-B505-CB421081C05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88" name="Line 26">
                  <a:extLst>
                    <a:ext uri="{FF2B5EF4-FFF2-40B4-BE49-F238E27FC236}">
                      <a16:creationId xmlns:a16="http://schemas.microsoft.com/office/drawing/2014/main" id="{87E5063B-F80B-F542-9BC3-D9BE9AAED9D2}"/>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sp>
          <p:nvSpPr>
            <p:cNvPr id="189" name="Line 27">
              <a:extLst>
                <a:ext uri="{FF2B5EF4-FFF2-40B4-BE49-F238E27FC236}">
                  <a16:creationId xmlns:a16="http://schemas.microsoft.com/office/drawing/2014/main" id="{AC914BE7-EF9D-D444-B3B1-4333D5182D93}"/>
                </a:ext>
              </a:extLst>
            </p:cNvPr>
            <p:cNvSpPr>
              <a:spLocks noChangeShapeType="1"/>
            </p:cNvSpPr>
            <p:nvPr/>
          </p:nvSpPr>
          <p:spPr bwMode="auto">
            <a:xfrm>
              <a:off x="1878016" y="1579418"/>
              <a:ext cx="0" cy="164592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90" name="Line 9">
              <a:extLst>
                <a:ext uri="{FF2B5EF4-FFF2-40B4-BE49-F238E27FC236}">
                  <a16:creationId xmlns:a16="http://schemas.microsoft.com/office/drawing/2014/main" id="{CBD25FB7-BD31-354A-B607-0A105E81B218}"/>
                </a:ext>
              </a:extLst>
            </p:cNvPr>
            <p:cNvSpPr>
              <a:spLocks noChangeShapeType="1"/>
            </p:cNvSpPr>
            <p:nvPr/>
          </p:nvSpPr>
          <p:spPr bwMode="auto">
            <a:xfrm flipV="1">
              <a:off x="1860598" y="2435006"/>
              <a:ext cx="92551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8" name="Straight Arrow Connector 7">
              <a:extLst>
                <a:ext uri="{FF2B5EF4-FFF2-40B4-BE49-F238E27FC236}">
                  <a16:creationId xmlns:a16="http://schemas.microsoft.com/office/drawing/2014/main" id="{12077A03-5191-4C4E-9229-0F4C5ED20B83}"/>
                </a:ext>
              </a:extLst>
            </p:cNvPr>
            <p:cNvCxnSpPr/>
            <p:nvPr/>
          </p:nvCxnSpPr>
          <p:spPr>
            <a:xfrm>
              <a:off x="6846225" y="2394066"/>
              <a:ext cx="1030778"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C49EDB8-5525-2E4A-8DBC-6D03E6692746}"/>
                </a:ext>
              </a:extLst>
            </p:cNvPr>
            <p:cNvSpPr txBox="1"/>
            <p:nvPr/>
          </p:nvSpPr>
          <p:spPr>
            <a:xfrm flipH="1">
              <a:off x="7215448" y="2377441"/>
              <a:ext cx="315884" cy="553997"/>
            </a:xfrm>
            <a:prstGeom prst="rect">
              <a:avLst/>
            </a:prstGeom>
            <a:noFill/>
          </p:spPr>
          <p:txBody>
            <a:bodyPr wrap="square" rtlCol="0">
              <a:spAutoFit/>
            </a:bodyPr>
            <a:lstStyle/>
            <a:p>
              <a:pPr defTabSz="685800">
                <a:defRPr/>
              </a:pPr>
              <a:r>
                <a:rPr lang="en-US" sz="2100" dirty="0">
                  <a:solidFill>
                    <a:prstClr val="black"/>
                  </a:solidFill>
                  <a:latin typeface="Calibri" panose="020F0502020204030204"/>
                </a:rPr>
                <a:t>R</a:t>
              </a:r>
            </a:p>
          </p:txBody>
        </p:sp>
      </p:grpSp>
    </p:spTree>
    <p:extLst>
      <p:ext uri="{BB962C8B-B14F-4D97-AF65-F5344CB8AC3E}">
        <p14:creationId xmlns:p14="http://schemas.microsoft.com/office/powerpoint/2010/main" val="1722737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r>
              <a:rPr kumimoji="0" lang="en-US" altLang="en-US" sz="3600" b="1" i="0" u="none" strike="noStrike" kern="1200" cap="none" spc="0" normalizeH="0" baseline="0" noProof="0" dirty="0">
                <a:ln>
                  <a:noFill/>
                </a:ln>
                <a:solidFill>
                  <a:prstClr val="black"/>
                </a:solidFill>
                <a:effectLst/>
                <a:uLnTx/>
                <a:uFillTx/>
                <a:latin typeface="Calibri Light" panose="020F0302020204030204"/>
                <a:ea typeface="ＭＳ Ｐゴシック" panose="020B0600070205080204" pitchFamily="34" charset="-128"/>
                <a:cs typeface="+mj-cs"/>
              </a:rPr>
              <a:t>Router - Queuing</a:t>
            </a:r>
            <a:endParaRPr lang="en-US" dirty="0"/>
          </a:p>
        </p:txBody>
      </p:sp>
      <p:sp>
        <p:nvSpPr>
          <p:cNvPr id="74" name="Slide Number Placeholder 4">
            <a:extLst>
              <a:ext uri="{FF2B5EF4-FFF2-40B4-BE49-F238E27FC236}">
                <a16:creationId xmlns:a16="http://schemas.microsoft.com/office/drawing/2014/main" id="{099ED71D-C4B2-544C-BD35-62F10A59E72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29</a:t>
            </a:fld>
            <a:endParaRPr lang="en-US" dirty="0">
              <a:solidFill>
                <a:prstClr val="white">
                  <a:lumMod val="50000"/>
                </a:prstClr>
              </a:solidFill>
              <a:latin typeface="Calibri" panose="020F0502020204030204"/>
            </a:endParaRPr>
          </a:p>
        </p:txBody>
      </p:sp>
      <p:grpSp>
        <p:nvGrpSpPr>
          <p:cNvPr id="109" name="Group 78">
            <a:extLst>
              <a:ext uri="{FF2B5EF4-FFF2-40B4-BE49-F238E27FC236}">
                <a16:creationId xmlns:a16="http://schemas.microsoft.com/office/drawing/2014/main" id="{082D51D0-D1D3-A942-9BB2-2D4682B56DD8}"/>
              </a:ext>
            </a:extLst>
          </p:cNvPr>
          <p:cNvGrpSpPr>
            <a:grpSpLocks/>
          </p:cNvGrpSpPr>
          <p:nvPr/>
        </p:nvGrpSpPr>
        <p:grpSpPr bwMode="auto">
          <a:xfrm>
            <a:off x="1781561" y="2315313"/>
            <a:ext cx="5559028" cy="2180035"/>
            <a:chOff x="550" y="931"/>
            <a:chExt cx="4669" cy="1831"/>
          </a:xfrm>
        </p:grpSpPr>
        <p:grpSp>
          <p:nvGrpSpPr>
            <p:cNvPr id="110" name="Group 29">
              <a:extLst>
                <a:ext uri="{FF2B5EF4-FFF2-40B4-BE49-F238E27FC236}">
                  <a16:creationId xmlns:a16="http://schemas.microsoft.com/office/drawing/2014/main" id="{A3EB5D9E-72A3-7745-8A3E-36D91FF392DE}"/>
                </a:ext>
              </a:extLst>
            </p:cNvPr>
            <p:cNvGrpSpPr>
              <a:grpSpLocks/>
            </p:cNvGrpSpPr>
            <p:nvPr/>
          </p:nvGrpSpPr>
          <p:grpSpPr bwMode="auto">
            <a:xfrm>
              <a:off x="699" y="948"/>
              <a:ext cx="2099" cy="1356"/>
              <a:chOff x="523" y="976"/>
              <a:chExt cx="2099" cy="1356"/>
            </a:xfrm>
          </p:grpSpPr>
          <p:sp>
            <p:nvSpPr>
              <p:cNvPr id="159" name="Rectangle 6">
                <a:extLst>
                  <a:ext uri="{FF2B5EF4-FFF2-40B4-BE49-F238E27FC236}">
                    <a16:creationId xmlns:a16="http://schemas.microsoft.com/office/drawing/2014/main" id="{D8B6A1DB-471C-CC4C-A15D-8F1744B84968}"/>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160" name="Group 10">
                <a:extLst>
                  <a:ext uri="{FF2B5EF4-FFF2-40B4-BE49-F238E27FC236}">
                    <a16:creationId xmlns:a16="http://schemas.microsoft.com/office/drawing/2014/main" id="{CF011BEC-3BD8-724A-930F-DF1BD144E0F3}"/>
                  </a:ext>
                </a:extLst>
              </p:cNvPr>
              <p:cNvGrpSpPr>
                <a:grpSpLocks/>
              </p:cNvGrpSpPr>
              <p:nvPr/>
            </p:nvGrpSpPr>
            <p:grpSpPr bwMode="auto">
              <a:xfrm>
                <a:off x="804" y="997"/>
                <a:ext cx="249" cy="1295"/>
                <a:chOff x="748" y="997"/>
                <a:chExt cx="249" cy="1295"/>
              </a:xfrm>
            </p:grpSpPr>
            <p:sp>
              <p:nvSpPr>
                <p:cNvPr id="204" name="Rectangle 7">
                  <a:extLst>
                    <a:ext uri="{FF2B5EF4-FFF2-40B4-BE49-F238E27FC236}">
                      <a16:creationId xmlns:a16="http://schemas.microsoft.com/office/drawing/2014/main" id="{0ECFBAAE-DF3A-A940-A3AE-05CA1F501F0F}"/>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05" name="Rectangle 8">
                  <a:extLst>
                    <a:ext uri="{FF2B5EF4-FFF2-40B4-BE49-F238E27FC236}">
                      <a16:creationId xmlns:a16="http://schemas.microsoft.com/office/drawing/2014/main" id="{E7A662AD-6DCF-F34A-A047-07F4B580C18A}"/>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06" name="Rectangle 9">
                  <a:extLst>
                    <a:ext uri="{FF2B5EF4-FFF2-40B4-BE49-F238E27FC236}">
                      <a16:creationId xmlns:a16="http://schemas.microsoft.com/office/drawing/2014/main" id="{9926E030-FA12-C74C-949A-473AE1056F2D}"/>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grpSp>
            <p:nvGrpSpPr>
              <p:cNvPr id="161" name="Group 11">
                <a:extLst>
                  <a:ext uri="{FF2B5EF4-FFF2-40B4-BE49-F238E27FC236}">
                    <a16:creationId xmlns:a16="http://schemas.microsoft.com/office/drawing/2014/main" id="{2DAF4907-42BF-A548-B33A-D2FBEF2C97AB}"/>
                  </a:ext>
                </a:extLst>
              </p:cNvPr>
              <p:cNvGrpSpPr>
                <a:grpSpLocks/>
              </p:cNvGrpSpPr>
              <p:nvPr/>
            </p:nvGrpSpPr>
            <p:grpSpPr bwMode="auto">
              <a:xfrm>
                <a:off x="2109" y="1002"/>
                <a:ext cx="249" cy="1295"/>
                <a:chOff x="748" y="997"/>
                <a:chExt cx="249" cy="1295"/>
              </a:xfrm>
            </p:grpSpPr>
            <p:sp>
              <p:nvSpPr>
                <p:cNvPr id="201" name="Rectangle 12">
                  <a:extLst>
                    <a:ext uri="{FF2B5EF4-FFF2-40B4-BE49-F238E27FC236}">
                      <a16:creationId xmlns:a16="http://schemas.microsoft.com/office/drawing/2014/main" id="{CD600951-D32E-2F4A-8B8D-2BC1898E47E2}"/>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02" name="Rectangle 13">
                  <a:extLst>
                    <a:ext uri="{FF2B5EF4-FFF2-40B4-BE49-F238E27FC236}">
                      <a16:creationId xmlns:a16="http://schemas.microsoft.com/office/drawing/2014/main" id="{349846DD-5315-9F46-A3D4-630D59325ADA}"/>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03" name="Rectangle 14">
                  <a:extLst>
                    <a:ext uri="{FF2B5EF4-FFF2-40B4-BE49-F238E27FC236}">
                      <a16:creationId xmlns:a16="http://schemas.microsoft.com/office/drawing/2014/main" id="{AE0A909B-B320-604A-89A1-1760A69BDA86}"/>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162" name="Line 15">
                <a:extLst>
                  <a:ext uri="{FF2B5EF4-FFF2-40B4-BE49-F238E27FC236}">
                    <a16:creationId xmlns:a16="http://schemas.microsoft.com/office/drawing/2014/main" id="{B4E57E31-441A-7241-9895-1E601460DF16}"/>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63" name="Line 16">
                <a:extLst>
                  <a:ext uri="{FF2B5EF4-FFF2-40B4-BE49-F238E27FC236}">
                    <a16:creationId xmlns:a16="http://schemas.microsoft.com/office/drawing/2014/main" id="{51B07D47-E6CB-8D41-85B6-448EE5F8FF59}"/>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64" name="Line 17">
                <a:extLst>
                  <a:ext uri="{FF2B5EF4-FFF2-40B4-BE49-F238E27FC236}">
                    <a16:creationId xmlns:a16="http://schemas.microsoft.com/office/drawing/2014/main" id="{1BA71812-14CA-334D-B6DE-FC0BBC8501AF}"/>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65" name="Line 18">
                <a:extLst>
                  <a:ext uri="{FF2B5EF4-FFF2-40B4-BE49-F238E27FC236}">
                    <a16:creationId xmlns:a16="http://schemas.microsoft.com/office/drawing/2014/main" id="{87EC818D-2CED-6445-96A3-B864E22C9CAA}"/>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66" name="Line 19">
                <a:extLst>
                  <a:ext uri="{FF2B5EF4-FFF2-40B4-BE49-F238E27FC236}">
                    <a16:creationId xmlns:a16="http://schemas.microsoft.com/office/drawing/2014/main" id="{3FC82DB6-CD3B-1043-B270-4880E4F38C1C}"/>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67" name="Line 20">
                <a:extLst>
                  <a:ext uri="{FF2B5EF4-FFF2-40B4-BE49-F238E27FC236}">
                    <a16:creationId xmlns:a16="http://schemas.microsoft.com/office/drawing/2014/main" id="{291916CC-CF8D-0C43-904A-57618DC524AB}"/>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nvGrpSpPr>
              <p:cNvPr id="193" name="Group 24">
                <a:extLst>
                  <a:ext uri="{FF2B5EF4-FFF2-40B4-BE49-F238E27FC236}">
                    <a16:creationId xmlns:a16="http://schemas.microsoft.com/office/drawing/2014/main" id="{8685B4BD-95B3-D548-8A50-02AB19D73F70}"/>
                  </a:ext>
                </a:extLst>
              </p:cNvPr>
              <p:cNvGrpSpPr>
                <a:grpSpLocks/>
              </p:cNvGrpSpPr>
              <p:nvPr/>
            </p:nvGrpSpPr>
            <p:grpSpPr bwMode="auto">
              <a:xfrm>
                <a:off x="523" y="1169"/>
                <a:ext cx="288" cy="939"/>
                <a:chOff x="-60" y="1148"/>
                <a:chExt cx="168" cy="939"/>
              </a:xfrm>
            </p:grpSpPr>
            <p:sp>
              <p:nvSpPr>
                <p:cNvPr id="198" name="Line 21">
                  <a:extLst>
                    <a:ext uri="{FF2B5EF4-FFF2-40B4-BE49-F238E27FC236}">
                      <a16:creationId xmlns:a16="http://schemas.microsoft.com/office/drawing/2014/main" id="{695AD499-8E12-5F4D-B492-77637F16E768}"/>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99" name="Line 22">
                  <a:extLst>
                    <a:ext uri="{FF2B5EF4-FFF2-40B4-BE49-F238E27FC236}">
                      <a16:creationId xmlns:a16="http://schemas.microsoft.com/office/drawing/2014/main" id="{6D509BF4-A289-5848-B0EC-FF37900D6850}"/>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200" name="Line 23">
                  <a:extLst>
                    <a:ext uri="{FF2B5EF4-FFF2-40B4-BE49-F238E27FC236}">
                      <a16:creationId xmlns:a16="http://schemas.microsoft.com/office/drawing/2014/main" id="{77D1F46B-8487-0443-B204-6D39A32CACEB}"/>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194" name="Group 25">
                <a:extLst>
                  <a:ext uri="{FF2B5EF4-FFF2-40B4-BE49-F238E27FC236}">
                    <a16:creationId xmlns:a16="http://schemas.microsoft.com/office/drawing/2014/main" id="{8CC26DE9-2259-C249-BCBA-49FB43CFADBA}"/>
                  </a:ext>
                </a:extLst>
              </p:cNvPr>
              <p:cNvGrpSpPr>
                <a:grpSpLocks/>
              </p:cNvGrpSpPr>
              <p:nvPr/>
            </p:nvGrpSpPr>
            <p:grpSpPr bwMode="auto">
              <a:xfrm>
                <a:off x="2334" y="1173"/>
                <a:ext cx="288" cy="939"/>
                <a:chOff x="-60" y="1148"/>
                <a:chExt cx="168" cy="939"/>
              </a:xfrm>
            </p:grpSpPr>
            <p:sp>
              <p:nvSpPr>
                <p:cNvPr id="195" name="Line 26">
                  <a:extLst>
                    <a:ext uri="{FF2B5EF4-FFF2-40B4-BE49-F238E27FC236}">
                      <a16:creationId xmlns:a16="http://schemas.microsoft.com/office/drawing/2014/main" id="{CAC9505F-8DFC-D849-A39D-F3F19EF2D5FA}"/>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96" name="Line 27">
                  <a:extLst>
                    <a:ext uri="{FF2B5EF4-FFF2-40B4-BE49-F238E27FC236}">
                      <a16:creationId xmlns:a16="http://schemas.microsoft.com/office/drawing/2014/main" id="{55359C2D-B6B3-3344-987F-A1ADCD12D9F3}"/>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97" name="Line 28">
                  <a:extLst>
                    <a:ext uri="{FF2B5EF4-FFF2-40B4-BE49-F238E27FC236}">
                      <a16:creationId xmlns:a16="http://schemas.microsoft.com/office/drawing/2014/main" id="{5F30395D-D362-F345-A3BD-DBCBEAE6AE6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grpSp>
          <p:nvGrpSpPr>
            <p:cNvPr id="111" name="Group 30">
              <a:extLst>
                <a:ext uri="{FF2B5EF4-FFF2-40B4-BE49-F238E27FC236}">
                  <a16:creationId xmlns:a16="http://schemas.microsoft.com/office/drawing/2014/main" id="{87B52D43-752A-3147-8555-38567E7FADD6}"/>
                </a:ext>
              </a:extLst>
            </p:cNvPr>
            <p:cNvGrpSpPr>
              <a:grpSpLocks/>
            </p:cNvGrpSpPr>
            <p:nvPr/>
          </p:nvGrpSpPr>
          <p:grpSpPr bwMode="auto">
            <a:xfrm>
              <a:off x="3120" y="931"/>
              <a:ext cx="2099" cy="1356"/>
              <a:chOff x="523" y="976"/>
              <a:chExt cx="2099" cy="1356"/>
            </a:xfrm>
          </p:grpSpPr>
          <p:sp>
            <p:nvSpPr>
              <p:cNvPr id="133" name="Rectangle 31">
                <a:extLst>
                  <a:ext uri="{FF2B5EF4-FFF2-40B4-BE49-F238E27FC236}">
                    <a16:creationId xmlns:a16="http://schemas.microsoft.com/office/drawing/2014/main" id="{01131CB9-416C-BC46-84D2-855A2BA959F5}"/>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134" name="Group 32">
                <a:extLst>
                  <a:ext uri="{FF2B5EF4-FFF2-40B4-BE49-F238E27FC236}">
                    <a16:creationId xmlns:a16="http://schemas.microsoft.com/office/drawing/2014/main" id="{A51BEB8E-CB78-6343-AB5B-0FAAD83DDB11}"/>
                  </a:ext>
                </a:extLst>
              </p:cNvPr>
              <p:cNvGrpSpPr>
                <a:grpSpLocks/>
              </p:cNvGrpSpPr>
              <p:nvPr/>
            </p:nvGrpSpPr>
            <p:grpSpPr bwMode="auto">
              <a:xfrm>
                <a:off x="804" y="997"/>
                <a:ext cx="249" cy="1295"/>
                <a:chOff x="748" y="997"/>
                <a:chExt cx="249" cy="1295"/>
              </a:xfrm>
            </p:grpSpPr>
            <p:sp>
              <p:nvSpPr>
                <p:cNvPr id="156" name="Rectangle 33">
                  <a:extLst>
                    <a:ext uri="{FF2B5EF4-FFF2-40B4-BE49-F238E27FC236}">
                      <a16:creationId xmlns:a16="http://schemas.microsoft.com/office/drawing/2014/main" id="{1D2E2A7A-D30D-664E-A612-0857B3D0E4B6}"/>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57" name="Rectangle 34">
                  <a:extLst>
                    <a:ext uri="{FF2B5EF4-FFF2-40B4-BE49-F238E27FC236}">
                      <a16:creationId xmlns:a16="http://schemas.microsoft.com/office/drawing/2014/main" id="{8E72E2CC-79B7-6543-BC67-FF039A8E2FDB}"/>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58" name="Rectangle 35">
                  <a:extLst>
                    <a:ext uri="{FF2B5EF4-FFF2-40B4-BE49-F238E27FC236}">
                      <a16:creationId xmlns:a16="http://schemas.microsoft.com/office/drawing/2014/main" id="{30FE5ACD-D95D-574F-9366-5EFC8A7E18FA}"/>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grpSp>
            <p:nvGrpSpPr>
              <p:cNvPr id="135" name="Group 36">
                <a:extLst>
                  <a:ext uri="{FF2B5EF4-FFF2-40B4-BE49-F238E27FC236}">
                    <a16:creationId xmlns:a16="http://schemas.microsoft.com/office/drawing/2014/main" id="{5C3DD79B-12CD-B541-8D50-5DBDCC7A6053}"/>
                  </a:ext>
                </a:extLst>
              </p:cNvPr>
              <p:cNvGrpSpPr>
                <a:grpSpLocks/>
              </p:cNvGrpSpPr>
              <p:nvPr/>
            </p:nvGrpSpPr>
            <p:grpSpPr bwMode="auto">
              <a:xfrm>
                <a:off x="2109" y="1002"/>
                <a:ext cx="249" cy="1295"/>
                <a:chOff x="748" y="997"/>
                <a:chExt cx="249" cy="1295"/>
              </a:xfrm>
            </p:grpSpPr>
            <p:sp>
              <p:nvSpPr>
                <p:cNvPr id="153" name="Rectangle 37">
                  <a:extLst>
                    <a:ext uri="{FF2B5EF4-FFF2-40B4-BE49-F238E27FC236}">
                      <a16:creationId xmlns:a16="http://schemas.microsoft.com/office/drawing/2014/main" id="{0D165B5C-42F0-7146-AA7F-E468E41E9976}"/>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54" name="Rectangle 38">
                  <a:extLst>
                    <a:ext uri="{FF2B5EF4-FFF2-40B4-BE49-F238E27FC236}">
                      <a16:creationId xmlns:a16="http://schemas.microsoft.com/office/drawing/2014/main" id="{75AA2AC8-0434-1D42-B745-912205EEB8FB}"/>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350" kern="0" dirty="0">
                    <a:solidFill>
                      <a:srgbClr val="000000"/>
                    </a:solidFill>
                  </a:endParaRPr>
                </a:p>
              </p:txBody>
            </p:sp>
            <p:sp>
              <p:nvSpPr>
                <p:cNvPr id="155" name="Rectangle 39">
                  <a:extLst>
                    <a:ext uri="{FF2B5EF4-FFF2-40B4-BE49-F238E27FC236}">
                      <a16:creationId xmlns:a16="http://schemas.microsoft.com/office/drawing/2014/main" id="{53CBA0BE-8E05-424B-B90D-1C4E2ED7296C}"/>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136" name="Line 40">
                <a:extLst>
                  <a:ext uri="{FF2B5EF4-FFF2-40B4-BE49-F238E27FC236}">
                    <a16:creationId xmlns:a16="http://schemas.microsoft.com/office/drawing/2014/main" id="{414D90B8-DEBE-B84E-92C6-CBB94C405FBA}"/>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37" name="Line 41">
                <a:extLst>
                  <a:ext uri="{FF2B5EF4-FFF2-40B4-BE49-F238E27FC236}">
                    <a16:creationId xmlns:a16="http://schemas.microsoft.com/office/drawing/2014/main" id="{193F439E-A0CB-BE4E-A767-399A338483CC}"/>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38" name="Line 42">
                <a:extLst>
                  <a:ext uri="{FF2B5EF4-FFF2-40B4-BE49-F238E27FC236}">
                    <a16:creationId xmlns:a16="http://schemas.microsoft.com/office/drawing/2014/main" id="{07DC5438-65CD-8040-9C95-EB788FCACA85}"/>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39" name="Line 43">
                <a:extLst>
                  <a:ext uri="{FF2B5EF4-FFF2-40B4-BE49-F238E27FC236}">
                    <a16:creationId xmlns:a16="http://schemas.microsoft.com/office/drawing/2014/main" id="{EC6AC95C-A7B2-8D45-BDD7-51C70380F2E9}"/>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40" name="Line 44">
                <a:extLst>
                  <a:ext uri="{FF2B5EF4-FFF2-40B4-BE49-F238E27FC236}">
                    <a16:creationId xmlns:a16="http://schemas.microsoft.com/office/drawing/2014/main" id="{391784A2-88F1-CF43-B836-438D26F35D99}"/>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41" name="Line 45">
                <a:extLst>
                  <a:ext uri="{FF2B5EF4-FFF2-40B4-BE49-F238E27FC236}">
                    <a16:creationId xmlns:a16="http://schemas.microsoft.com/office/drawing/2014/main" id="{E4BF36D2-171F-B148-8431-04035400B2D1}"/>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nvGrpSpPr>
              <p:cNvPr id="145" name="Group 46">
                <a:extLst>
                  <a:ext uri="{FF2B5EF4-FFF2-40B4-BE49-F238E27FC236}">
                    <a16:creationId xmlns:a16="http://schemas.microsoft.com/office/drawing/2014/main" id="{6A23E468-2FC0-D842-99E6-C85245510E21}"/>
                  </a:ext>
                </a:extLst>
              </p:cNvPr>
              <p:cNvGrpSpPr>
                <a:grpSpLocks/>
              </p:cNvGrpSpPr>
              <p:nvPr/>
            </p:nvGrpSpPr>
            <p:grpSpPr bwMode="auto">
              <a:xfrm>
                <a:off x="523" y="1169"/>
                <a:ext cx="288" cy="939"/>
                <a:chOff x="-60" y="1148"/>
                <a:chExt cx="168" cy="939"/>
              </a:xfrm>
            </p:grpSpPr>
            <p:sp>
              <p:nvSpPr>
                <p:cNvPr id="150" name="Line 47">
                  <a:extLst>
                    <a:ext uri="{FF2B5EF4-FFF2-40B4-BE49-F238E27FC236}">
                      <a16:creationId xmlns:a16="http://schemas.microsoft.com/office/drawing/2014/main" id="{46B8DCC8-C78E-5946-97FA-DF37A5D12279}"/>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51" name="Line 48">
                  <a:extLst>
                    <a:ext uri="{FF2B5EF4-FFF2-40B4-BE49-F238E27FC236}">
                      <a16:creationId xmlns:a16="http://schemas.microsoft.com/office/drawing/2014/main" id="{CDDE8C10-BFA8-D045-BFE9-3D6F6089A748}"/>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52" name="Line 49">
                  <a:extLst>
                    <a:ext uri="{FF2B5EF4-FFF2-40B4-BE49-F238E27FC236}">
                      <a16:creationId xmlns:a16="http://schemas.microsoft.com/office/drawing/2014/main" id="{39539C18-A10C-DB44-A87D-DDBFE4B9A78C}"/>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nvGrpSpPr>
              <p:cNvPr id="146" name="Group 50">
                <a:extLst>
                  <a:ext uri="{FF2B5EF4-FFF2-40B4-BE49-F238E27FC236}">
                    <a16:creationId xmlns:a16="http://schemas.microsoft.com/office/drawing/2014/main" id="{C5C5F675-53F5-C345-BF7D-D175E0816F5D}"/>
                  </a:ext>
                </a:extLst>
              </p:cNvPr>
              <p:cNvGrpSpPr>
                <a:grpSpLocks/>
              </p:cNvGrpSpPr>
              <p:nvPr/>
            </p:nvGrpSpPr>
            <p:grpSpPr bwMode="auto">
              <a:xfrm>
                <a:off x="2334" y="1173"/>
                <a:ext cx="288" cy="939"/>
                <a:chOff x="-60" y="1148"/>
                <a:chExt cx="168" cy="939"/>
              </a:xfrm>
            </p:grpSpPr>
            <p:sp>
              <p:nvSpPr>
                <p:cNvPr id="147" name="Line 51">
                  <a:extLst>
                    <a:ext uri="{FF2B5EF4-FFF2-40B4-BE49-F238E27FC236}">
                      <a16:creationId xmlns:a16="http://schemas.microsoft.com/office/drawing/2014/main" id="{98C13E3B-D516-B947-BE59-93C8B104F33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48" name="Line 52">
                  <a:extLst>
                    <a:ext uri="{FF2B5EF4-FFF2-40B4-BE49-F238E27FC236}">
                      <a16:creationId xmlns:a16="http://schemas.microsoft.com/office/drawing/2014/main" id="{CE252363-458C-C941-BAB9-6BC53DD18A58}"/>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49" name="Line 53">
                  <a:extLst>
                    <a:ext uri="{FF2B5EF4-FFF2-40B4-BE49-F238E27FC236}">
                      <a16:creationId xmlns:a16="http://schemas.microsoft.com/office/drawing/2014/main" id="{D9F4BF94-F778-5040-8CC6-996F2BF703AE}"/>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sp>
          <p:nvSpPr>
            <p:cNvPr id="112" name="Rectangle 54">
              <a:extLst>
                <a:ext uri="{FF2B5EF4-FFF2-40B4-BE49-F238E27FC236}">
                  <a16:creationId xmlns:a16="http://schemas.microsoft.com/office/drawing/2014/main" id="{6533D250-EDC5-4146-A678-D8717156F903}"/>
                </a:ext>
              </a:extLst>
            </p:cNvPr>
            <p:cNvSpPr>
              <a:spLocks noChangeArrowheads="1"/>
            </p:cNvSpPr>
            <p:nvPr/>
          </p:nvSpPr>
          <p:spPr bwMode="auto">
            <a:xfrm>
              <a:off x="1012" y="101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3" name="Rectangle 55">
              <a:extLst>
                <a:ext uri="{FF2B5EF4-FFF2-40B4-BE49-F238E27FC236}">
                  <a16:creationId xmlns:a16="http://schemas.microsoft.com/office/drawing/2014/main" id="{733150BE-256C-9945-B7EB-CAF89F9D7BA8}"/>
                </a:ext>
              </a:extLst>
            </p:cNvPr>
            <p:cNvSpPr>
              <a:spLocks noChangeArrowheads="1"/>
            </p:cNvSpPr>
            <p:nvPr/>
          </p:nvSpPr>
          <p:spPr bwMode="auto">
            <a:xfrm>
              <a:off x="1003" y="1494"/>
              <a:ext cx="175" cy="98"/>
            </a:xfrm>
            <a:prstGeom prst="rect">
              <a:avLst/>
            </a:prstGeom>
            <a:solidFill>
              <a:srgbClr val="0000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4" name="Rectangle 56">
              <a:extLst>
                <a:ext uri="{FF2B5EF4-FFF2-40B4-BE49-F238E27FC236}">
                  <a16:creationId xmlns:a16="http://schemas.microsoft.com/office/drawing/2014/main" id="{DCF223E2-6636-B042-B0AB-7F418AF1C068}"/>
                </a:ext>
              </a:extLst>
            </p:cNvPr>
            <p:cNvSpPr>
              <a:spLocks noChangeArrowheads="1"/>
            </p:cNvSpPr>
            <p:nvPr/>
          </p:nvSpPr>
          <p:spPr bwMode="auto">
            <a:xfrm>
              <a:off x="994" y="196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5" name="Rectangle 57">
              <a:extLst>
                <a:ext uri="{FF2B5EF4-FFF2-40B4-BE49-F238E27FC236}">
                  <a16:creationId xmlns:a16="http://schemas.microsoft.com/office/drawing/2014/main" id="{42A5E003-C01F-464E-BA40-0D2180E7A947}"/>
                </a:ext>
              </a:extLst>
            </p:cNvPr>
            <p:cNvSpPr>
              <a:spLocks noChangeArrowheads="1"/>
            </p:cNvSpPr>
            <p:nvPr/>
          </p:nvSpPr>
          <p:spPr bwMode="auto">
            <a:xfrm>
              <a:off x="764" y="1017"/>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6" name="Rectangle 58">
              <a:extLst>
                <a:ext uri="{FF2B5EF4-FFF2-40B4-BE49-F238E27FC236}">
                  <a16:creationId xmlns:a16="http://schemas.microsoft.com/office/drawing/2014/main" id="{AF8A4BDE-7DE0-5D4B-BAF3-25D6FE49F4C1}"/>
                </a:ext>
              </a:extLst>
            </p:cNvPr>
            <p:cNvSpPr>
              <a:spLocks noChangeArrowheads="1"/>
            </p:cNvSpPr>
            <p:nvPr/>
          </p:nvSpPr>
          <p:spPr bwMode="auto">
            <a:xfrm>
              <a:off x="760" y="1953"/>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17" name="Line 60">
              <a:extLst>
                <a:ext uri="{FF2B5EF4-FFF2-40B4-BE49-F238E27FC236}">
                  <a16:creationId xmlns:a16="http://schemas.microsoft.com/office/drawing/2014/main" id="{96A833D6-A794-2B49-A8B8-2E8C1DECA3C6}"/>
                </a:ext>
              </a:extLst>
            </p:cNvPr>
            <p:cNvSpPr>
              <a:spLocks noChangeShapeType="1"/>
            </p:cNvSpPr>
            <p:nvPr/>
          </p:nvSpPr>
          <p:spPr bwMode="auto">
            <a:xfrm>
              <a:off x="1215" y="1054"/>
              <a:ext cx="1026" cy="1"/>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8" name="Freeform 62">
              <a:extLst>
                <a:ext uri="{FF2B5EF4-FFF2-40B4-BE49-F238E27FC236}">
                  <a16:creationId xmlns:a16="http://schemas.microsoft.com/office/drawing/2014/main" id="{7BD68626-6CAA-5243-9905-C91EECAD0D86}"/>
                </a:ext>
              </a:extLst>
            </p:cNvPr>
            <p:cNvSpPr>
              <a:spLocks/>
            </p:cNvSpPr>
            <p:nvPr/>
          </p:nvSpPr>
          <p:spPr bwMode="auto">
            <a:xfrm>
              <a:off x="1246" y="1285"/>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19" name="Text Box 63">
              <a:extLst>
                <a:ext uri="{FF2B5EF4-FFF2-40B4-BE49-F238E27FC236}">
                  <a16:creationId xmlns:a16="http://schemas.microsoft.com/office/drawing/2014/main" id="{604F0A70-4585-C940-BDA5-31DD439A5158}"/>
                </a:ext>
              </a:extLst>
            </p:cNvPr>
            <p:cNvSpPr txBox="1">
              <a:spLocks noChangeArrowheads="1"/>
            </p:cNvSpPr>
            <p:nvPr/>
          </p:nvSpPr>
          <p:spPr bwMode="auto">
            <a:xfrm>
              <a:off x="933" y="2335"/>
              <a:ext cx="1549"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350" kern="0" dirty="0">
                  <a:solidFill>
                    <a:srgbClr val="000000"/>
                  </a:solidFill>
                </a:rPr>
                <a:t>at </a:t>
              </a:r>
              <a:r>
                <a:rPr lang="en-US" altLang="en-US" sz="1350" i="1" kern="0" dirty="0">
                  <a:solidFill>
                    <a:srgbClr val="000000"/>
                  </a:solidFill>
                </a:rPr>
                <a:t>t,</a:t>
              </a:r>
              <a:r>
                <a:rPr lang="en-US" altLang="en-US" sz="1350" kern="0" dirty="0">
                  <a:solidFill>
                    <a:srgbClr val="000000"/>
                  </a:solidFill>
                </a:rPr>
                <a:t> packets more</a:t>
              </a:r>
            </a:p>
            <a:p>
              <a:pPr algn="ctr" defTabSz="685800" eaLnBrk="0" fontAlgn="base" hangingPunct="0">
                <a:spcBef>
                  <a:spcPct val="0"/>
                </a:spcBef>
                <a:spcAft>
                  <a:spcPct val="0"/>
                </a:spcAft>
                <a:defRPr/>
              </a:pPr>
              <a:r>
                <a:rPr lang="en-US" altLang="en-US" sz="1350" kern="0" dirty="0">
                  <a:solidFill>
                    <a:srgbClr val="000000"/>
                  </a:solidFill>
                </a:rPr>
                <a:t>from input to output</a:t>
              </a:r>
              <a:endParaRPr lang="en-US" altLang="en-US" sz="1350" i="1" kern="0" dirty="0">
                <a:solidFill>
                  <a:srgbClr val="000000"/>
                </a:solidFill>
              </a:endParaRPr>
            </a:p>
          </p:txBody>
        </p:sp>
        <p:sp>
          <p:nvSpPr>
            <p:cNvPr id="120" name="Text Box 64">
              <a:extLst>
                <a:ext uri="{FF2B5EF4-FFF2-40B4-BE49-F238E27FC236}">
                  <a16:creationId xmlns:a16="http://schemas.microsoft.com/office/drawing/2014/main" id="{96BB623D-5AC2-324A-9F19-41604686D0B5}"/>
                </a:ext>
              </a:extLst>
            </p:cNvPr>
            <p:cNvSpPr txBox="1">
              <a:spLocks noChangeArrowheads="1"/>
            </p:cNvSpPr>
            <p:nvPr/>
          </p:nvSpPr>
          <p:spPr bwMode="auto">
            <a:xfrm>
              <a:off x="3354" y="2325"/>
              <a:ext cx="154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350" kern="0" dirty="0">
                  <a:solidFill>
                    <a:srgbClr val="000000"/>
                  </a:solidFill>
                </a:rPr>
                <a:t>one packet time later</a:t>
              </a:r>
              <a:endParaRPr lang="en-US" altLang="en-US" sz="1350" i="1" kern="0" dirty="0">
                <a:solidFill>
                  <a:srgbClr val="000000"/>
                </a:solidFill>
              </a:endParaRPr>
            </a:p>
          </p:txBody>
        </p:sp>
        <p:sp>
          <p:nvSpPr>
            <p:cNvPr id="121" name="Text Box 66">
              <a:extLst>
                <a:ext uri="{FF2B5EF4-FFF2-40B4-BE49-F238E27FC236}">
                  <a16:creationId xmlns:a16="http://schemas.microsoft.com/office/drawing/2014/main" id="{7BEE8A84-29FF-8A46-80DB-4C86D5CEDC5A}"/>
                </a:ext>
              </a:extLst>
            </p:cNvPr>
            <p:cNvSpPr txBox="1">
              <a:spLocks noChangeArrowheads="1"/>
            </p:cNvSpPr>
            <p:nvPr/>
          </p:nvSpPr>
          <p:spPr bwMode="auto">
            <a:xfrm>
              <a:off x="1488" y="1545"/>
              <a:ext cx="5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rPr>
                <a:t>switch</a:t>
              </a:r>
            </a:p>
            <a:p>
              <a:pPr defTabSz="685800" eaLnBrk="0" fontAlgn="base" hangingPunct="0">
                <a:spcBef>
                  <a:spcPct val="0"/>
                </a:spcBef>
                <a:spcAft>
                  <a:spcPct val="0"/>
                </a:spcAft>
                <a:defRPr/>
              </a:pPr>
              <a:r>
                <a:rPr lang="en-US" altLang="en-US" sz="1200" kern="0" dirty="0">
                  <a:solidFill>
                    <a:srgbClr val="000000"/>
                  </a:solidFill>
                </a:rPr>
                <a:t>fabric</a:t>
              </a:r>
            </a:p>
          </p:txBody>
        </p:sp>
        <p:sp>
          <p:nvSpPr>
            <p:cNvPr id="122" name="Text Box 67">
              <a:extLst>
                <a:ext uri="{FF2B5EF4-FFF2-40B4-BE49-F238E27FC236}">
                  <a16:creationId xmlns:a16="http://schemas.microsoft.com/office/drawing/2014/main" id="{E29AC416-78AA-EF47-B951-CE10628CE883}"/>
                </a:ext>
              </a:extLst>
            </p:cNvPr>
            <p:cNvSpPr txBox="1">
              <a:spLocks noChangeArrowheads="1"/>
            </p:cNvSpPr>
            <p:nvPr/>
          </p:nvSpPr>
          <p:spPr bwMode="auto">
            <a:xfrm>
              <a:off x="3895" y="1479"/>
              <a:ext cx="513"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rPr>
                <a:t>switch</a:t>
              </a:r>
            </a:p>
            <a:p>
              <a:pPr defTabSz="685800" eaLnBrk="0" fontAlgn="base" hangingPunct="0">
                <a:spcBef>
                  <a:spcPct val="0"/>
                </a:spcBef>
                <a:spcAft>
                  <a:spcPct val="0"/>
                </a:spcAft>
                <a:defRPr/>
              </a:pPr>
              <a:r>
                <a:rPr lang="en-US" altLang="en-US" sz="1200" kern="0" dirty="0">
                  <a:solidFill>
                    <a:srgbClr val="000000"/>
                  </a:solidFill>
                </a:rPr>
                <a:t>fabric</a:t>
              </a:r>
            </a:p>
          </p:txBody>
        </p:sp>
        <p:sp>
          <p:nvSpPr>
            <p:cNvPr id="123" name="Rectangle 68">
              <a:extLst>
                <a:ext uri="{FF2B5EF4-FFF2-40B4-BE49-F238E27FC236}">
                  <a16:creationId xmlns:a16="http://schemas.microsoft.com/office/drawing/2014/main" id="{EBBED845-CC7D-A448-A26A-9D83004FB163}"/>
                </a:ext>
              </a:extLst>
            </p:cNvPr>
            <p:cNvSpPr>
              <a:spLocks noChangeArrowheads="1"/>
            </p:cNvSpPr>
            <p:nvPr/>
          </p:nvSpPr>
          <p:spPr bwMode="auto">
            <a:xfrm>
              <a:off x="4746" y="97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24" name="Rectangle 69">
              <a:extLst>
                <a:ext uri="{FF2B5EF4-FFF2-40B4-BE49-F238E27FC236}">
                  <a16:creationId xmlns:a16="http://schemas.microsoft.com/office/drawing/2014/main" id="{B9035B93-B30D-CE44-9DA1-9C70506C0C26}"/>
                </a:ext>
              </a:extLst>
            </p:cNvPr>
            <p:cNvSpPr>
              <a:spLocks noChangeArrowheads="1"/>
            </p:cNvSpPr>
            <p:nvPr/>
          </p:nvSpPr>
          <p:spPr bwMode="auto">
            <a:xfrm>
              <a:off x="4746" y="14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25" name="Rectangle 70">
              <a:extLst>
                <a:ext uri="{FF2B5EF4-FFF2-40B4-BE49-F238E27FC236}">
                  <a16:creationId xmlns:a16="http://schemas.microsoft.com/office/drawing/2014/main" id="{5810B19B-3BE7-A24D-B82A-414C00ADCFDD}"/>
                </a:ext>
              </a:extLst>
            </p:cNvPr>
            <p:cNvSpPr>
              <a:spLocks noChangeArrowheads="1"/>
            </p:cNvSpPr>
            <p:nvPr/>
          </p:nvSpPr>
          <p:spPr bwMode="auto">
            <a:xfrm>
              <a:off x="4743" y="109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26" name="Rectangle 71">
              <a:extLst>
                <a:ext uri="{FF2B5EF4-FFF2-40B4-BE49-F238E27FC236}">
                  <a16:creationId xmlns:a16="http://schemas.microsoft.com/office/drawing/2014/main" id="{6B5B1987-5B94-E443-9D49-E20CCF048D23}"/>
                </a:ext>
              </a:extLst>
            </p:cNvPr>
            <p:cNvSpPr>
              <a:spLocks noChangeArrowheads="1"/>
            </p:cNvSpPr>
            <p:nvPr/>
          </p:nvSpPr>
          <p:spPr bwMode="auto">
            <a:xfrm>
              <a:off x="3445" y="1001"/>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27" name="Rectangle 72">
              <a:extLst>
                <a:ext uri="{FF2B5EF4-FFF2-40B4-BE49-F238E27FC236}">
                  <a16:creationId xmlns:a16="http://schemas.microsoft.com/office/drawing/2014/main" id="{6534AE61-2C02-FF40-9B6B-17890769827B}"/>
                </a:ext>
              </a:extLst>
            </p:cNvPr>
            <p:cNvSpPr>
              <a:spLocks noChangeArrowheads="1"/>
            </p:cNvSpPr>
            <p:nvPr/>
          </p:nvSpPr>
          <p:spPr bwMode="auto">
            <a:xfrm>
              <a:off x="3434" y="1965"/>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28" name="Freeform 73">
              <a:extLst>
                <a:ext uri="{FF2B5EF4-FFF2-40B4-BE49-F238E27FC236}">
                  <a16:creationId xmlns:a16="http://schemas.microsoft.com/office/drawing/2014/main" id="{1E7AE224-FE87-FB4E-B36B-C15E6C5CA58C}"/>
                </a:ext>
              </a:extLst>
            </p:cNvPr>
            <p:cNvSpPr>
              <a:spLocks/>
            </p:cNvSpPr>
            <p:nvPr/>
          </p:nvSpPr>
          <p:spPr bwMode="auto">
            <a:xfrm>
              <a:off x="3682" y="1261"/>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29" name="Freeform 74">
              <a:extLst>
                <a:ext uri="{FF2B5EF4-FFF2-40B4-BE49-F238E27FC236}">
                  <a16:creationId xmlns:a16="http://schemas.microsoft.com/office/drawing/2014/main" id="{2CC15758-62B6-7548-9E59-821BE4E8E2DF}"/>
                </a:ext>
              </a:extLst>
            </p:cNvPr>
            <p:cNvSpPr>
              <a:spLocks/>
            </p:cNvSpPr>
            <p:nvPr/>
          </p:nvSpPr>
          <p:spPr bwMode="auto">
            <a:xfrm>
              <a:off x="3669" y="1051"/>
              <a:ext cx="988" cy="951"/>
            </a:xfrm>
            <a:custGeom>
              <a:avLst/>
              <a:gdLst>
                <a:gd name="T0" fmla="*/ 0 w 1002"/>
                <a:gd name="T1" fmla="*/ 29707 h 480"/>
                <a:gd name="T2" fmla="*/ 429 w 1002"/>
                <a:gd name="T3" fmla="*/ 0 h 480"/>
                <a:gd name="T4" fmla="*/ 822 w 1002"/>
                <a:gd name="T5" fmla="*/ 6892561 h 480"/>
                <a:gd name="T6" fmla="*/ 0 60000 65536"/>
                <a:gd name="T7" fmla="*/ 0 60000 65536"/>
                <a:gd name="T8" fmla="*/ 0 60000 65536"/>
                <a:gd name="T9" fmla="*/ 0 w 1002"/>
                <a:gd name="T10" fmla="*/ 0 h 480"/>
                <a:gd name="T11" fmla="*/ 1002 w 1002"/>
                <a:gd name="T12" fmla="*/ 480 h 480"/>
              </a:gdLst>
              <a:ahLst/>
              <a:cxnLst>
                <a:cxn ang="T6">
                  <a:pos x="T0" y="T1"/>
                </a:cxn>
                <a:cxn ang="T7">
                  <a:pos x="T2" y="T3"/>
                </a:cxn>
                <a:cxn ang="T8">
                  <a:pos x="T4" y="T5"/>
                </a:cxn>
              </a:cxnLst>
              <a:rect l="T9" t="T10" r="T11" b="T12"/>
              <a:pathLst>
                <a:path w="1002" h="480">
                  <a:moveTo>
                    <a:pt x="0" y="2"/>
                  </a:moveTo>
                  <a:lnTo>
                    <a:pt x="522" y="0"/>
                  </a:lnTo>
                  <a:lnTo>
                    <a:pt x="1002" y="480"/>
                  </a:lnTo>
                </a:path>
              </a:pathLst>
            </a:custGeom>
            <a:noFill/>
            <a:ln w="28575" cap="flat" cmpd="sng">
              <a:solidFill>
                <a:srgbClr val="008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30" name="Line 75">
              <a:extLst>
                <a:ext uri="{FF2B5EF4-FFF2-40B4-BE49-F238E27FC236}">
                  <a16:creationId xmlns:a16="http://schemas.microsoft.com/office/drawing/2014/main" id="{44597880-5DB3-2847-9281-A57CE0DEB824}"/>
                </a:ext>
              </a:extLst>
            </p:cNvPr>
            <p:cNvSpPr>
              <a:spLocks noChangeShapeType="1"/>
            </p:cNvSpPr>
            <p:nvPr/>
          </p:nvSpPr>
          <p:spPr bwMode="auto">
            <a:xfrm>
              <a:off x="1208" y="1545"/>
              <a:ext cx="1012" cy="14"/>
            </a:xfrm>
            <a:prstGeom prst="line">
              <a:avLst/>
            </a:prstGeom>
            <a:noFill/>
            <a:ln w="28575">
              <a:solidFill>
                <a:srgbClr val="3333CC"/>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131" name="Rectangle 76">
              <a:extLst>
                <a:ext uri="{FF2B5EF4-FFF2-40B4-BE49-F238E27FC236}">
                  <a16:creationId xmlns:a16="http://schemas.microsoft.com/office/drawing/2014/main" id="{55AA31C1-E06E-3A4D-9D65-59BD27F99ABB}"/>
                </a:ext>
              </a:extLst>
            </p:cNvPr>
            <p:cNvSpPr>
              <a:spLocks noChangeArrowheads="1"/>
            </p:cNvSpPr>
            <p:nvPr/>
          </p:nvSpPr>
          <p:spPr bwMode="auto">
            <a:xfrm>
              <a:off x="550" y="1010"/>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32" name="Rectangle 77">
              <a:extLst>
                <a:ext uri="{FF2B5EF4-FFF2-40B4-BE49-F238E27FC236}">
                  <a16:creationId xmlns:a16="http://schemas.microsoft.com/office/drawing/2014/main" id="{57ED66FB-7C4E-D94C-9C1E-E868CE831114}"/>
                </a:ext>
              </a:extLst>
            </p:cNvPr>
            <p:cNvSpPr>
              <a:spLocks noChangeArrowheads="1"/>
            </p:cNvSpPr>
            <p:nvPr/>
          </p:nvSpPr>
          <p:spPr bwMode="auto">
            <a:xfrm>
              <a:off x="3194" y="9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sp>
        <p:nvSpPr>
          <p:cNvPr id="207" name="Rectangle 3">
            <a:extLst>
              <a:ext uri="{FF2B5EF4-FFF2-40B4-BE49-F238E27FC236}">
                <a16:creationId xmlns:a16="http://schemas.microsoft.com/office/drawing/2014/main" id="{58037103-EAF8-5B49-9CFE-A0E92B794745}"/>
              </a:ext>
            </a:extLst>
          </p:cNvPr>
          <p:cNvSpPr txBox="1">
            <a:spLocks noChangeArrowheads="1"/>
          </p:cNvSpPr>
          <p:nvPr/>
        </p:nvSpPr>
        <p:spPr>
          <a:xfrm>
            <a:off x="675652" y="4637361"/>
            <a:ext cx="7543397" cy="1317326"/>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buffering when arrival rate via switch exceeds output line speed</a:t>
            </a:r>
          </a:p>
          <a:p>
            <a:pPr marL="264319" indent="-166688" defTabSz="685800">
              <a:spcBef>
                <a:spcPts val="750"/>
              </a:spcBef>
              <a:defRPr/>
            </a:pPr>
            <a:r>
              <a:rPr lang="en-US" altLang="en-US" sz="2100" i="1" dirty="0">
                <a:solidFill>
                  <a:srgbClr val="CC0000"/>
                </a:solidFill>
                <a:latin typeface="Calibri" panose="020F0502020204030204"/>
                <a:ea typeface="ＭＳ Ｐゴシック" panose="020B0600070205080204" pitchFamily="34" charset="-128"/>
                <a:cs typeface="ＭＳ Ｐゴシック" panose="020B0600070205080204" pitchFamily="34" charset="-128"/>
              </a:rPr>
              <a:t>queueing (delay) and loss due to output port buffer overflow!</a:t>
            </a:r>
            <a:endParaRPr lang="en-US" altLang="en-US" sz="2100" dirty="0">
              <a:solidFill>
                <a:srgbClr val="CC0000"/>
              </a:solidFill>
              <a:latin typeface="Calibri" panose="020F0502020204030204"/>
              <a:ea typeface="ＭＳ Ｐゴシック" panose="020B0600070205080204" pitchFamily="34" charset="-128"/>
              <a:cs typeface="ＭＳ Ｐゴシック" panose="020B0600070205080204" pitchFamily="34" charset="-128"/>
            </a:endParaRPr>
          </a:p>
        </p:txBody>
      </p:sp>
      <p:sp>
        <p:nvSpPr>
          <p:cNvPr id="6" name="Content Placeholder 1">
            <a:extLst>
              <a:ext uri="{FF2B5EF4-FFF2-40B4-BE49-F238E27FC236}">
                <a16:creationId xmlns:a16="http://schemas.microsoft.com/office/drawing/2014/main" id="{DC2B8784-C620-E546-3F73-48A91F1A27EC}"/>
              </a:ext>
            </a:extLst>
          </p:cNvPr>
          <p:cNvSpPr txBox="1">
            <a:spLocks/>
          </p:cNvSpPr>
          <p:nvPr/>
        </p:nvSpPr>
        <p:spPr>
          <a:xfrm>
            <a:off x="628650" y="1318717"/>
            <a:ext cx="7886700" cy="57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ea typeface="ＭＳ Ｐゴシック" panose="020B0600070205080204" pitchFamily="34" charset="-128"/>
              </a:rPr>
              <a:t>Output port queuing</a:t>
            </a:r>
            <a:endParaRPr lang="en-US" dirty="0"/>
          </a:p>
        </p:txBody>
      </p:sp>
    </p:spTree>
    <p:extLst>
      <p:ext uri="{BB962C8B-B14F-4D97-AF65-F5344CB8AC3E}">
        <p14:creationId xmlns:p14="http://schemas.microsoft.com/office/powerpoint/2010/main" val="3807879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r>
              <a:rPr kumimoji="0" lang="en-US" altLang="en-US" sz="3600" b="1" i="0" u="none" strike="noStrike" kern="1200" cap="none" spc="0" normalizeH="0" baseline="0" noProof="0" dirty="0">
                <a:ln>
                  <a:noFill/>
                </a:ln>
                <a:solidFill>
                  <a:prstClr val="black"/>
                </a:solidFill>
                <a:effectLst/>
                <a:uLnTx/>
                <a:uFillTx/>
                <a:latin typeface="Calibri Light" panose="020F0302020204030204"/>
                <a:ea typeface="ＭＳ Ｐゴシック" panose="020B0600070205080204" pitchFamily="34" charset="-128"/>
                <a:cs typeface="+mj-cs"/>
              </a:rPr>
              <a:t>Router - Queuing</a:t>
            </a:r>
            <a:endParaRPr lang="en-US" dirty="0"/>
          </a:p>
        </p:txBody>
      </p:sp>
      <p:sp>
        <p:nvSpPr>
          <p:cNvPr id="2" name="Content Placeholder 1">
            <a:extLst>
              <a:ext uri="{FF2B5EF4-FFF2-40B4-BE49-F238E27FC236}">
                <a16:creationId xmlns:a16="http://schemas.microsoft.com/office/drawing/2014/main" id="{0A76CAB2-B13B-A071-E2BF-94C42AADAC2A}"/>
              </a:ext>
            </a:extLst>
          </p:cNvPr>
          <p:cNvSpPr>
            <a:spLocks noGrp="1"/>
          </p:cNvSpPr>
          <p:nvPr>
            <p:ph idx="1"/>
          </p:nvPr>
        </p:nvSpPr>
        <p:spPr/>
        <p:txBody>
          <a:bodyPr/>
          <a:lstStyle/>
          <a:p>
            <a:r>
              <a:rPr lang="en-US" dirty="0"/>
              <a:t>Buffer Management</a:t>
            </a:r>
          </a:p>
        </p:txBody>
      </p:sp>
      <p:sp>
        <p:nvSpPr>
          <p:cNvPr id="59" name="Slide Number Placeholder 4">
            <a:extLst>
              <a:ext uri="{FF2B5EF4-FFF2-40B4-BE49-F238E27FC236}">
                <a16:creationId xmlns:a16="http://schemas.microsoft.com/office/drawing/2014/main" id="{778C1AFB-D815-9341-BB0F-77D13777523F}"/>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30</a:t>
            </a:fld>
            <a:endParaRPr lang="en-US" dirty="0">
              <a:solidFill>
                <a:prstClr val="white">
                  <a:lumMod val="50000"/>
                </a:prstClr>
              </a:solidFill>
              <a:latin typeface="Calibri" panose="020F0502020204030204"/>
            </a:endParaRPr>
          </a:p>
        </p:txBody>
      </p:sp>
      <p:sp>
        <p:nvSpPr>
          <p:cNvPr id="14" name="Content Placeholder 1">
            <a:extLst>
              <a:ext uri="{FF2B5EF4-FFF2-40B4-BE49-F238E27FC236}">
                <a16:creationId xmlns:a16="http://schemas.microsoft.com/office/drawing/2014/main" id="{017C4922-A89B-2D44-942B-27D216DF220C}"/>
              </a:ext>
            </a:extLst>
          </p:cNvPr>
          <p:cNvSpPr txBox="1">
            <a:spLocks/>
          </p:cNvSpPr>
          <p:nvPr/>
        </p:nvSpPr>
        <p:spPr>
          <a:xfrm>
            <a:off x="4990514" y="1954530"/>
            <a:ext cx="3724861" cy="375689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404" indent="-167879" defTabSz="685800">
              <a:spcBef>
                <a:spcPts val="750"/>
              </a:spcBef>
              <a:buNone/>
              <a:defRPr/>
            </a:pPr>
            <a:r>
              <a:rPr lang="en-US" altLang="en-US" sz="2400" dirty="0">
                <a:solidFill>
                  <a:srgbClr val="C00000"/>
                </a:solidFill>
                <a:latin typeface="Calibri" panose="020F0502020204030204"/>
                <a:ea typeface="ＭＳ Ｐゴシック" panose="020B0600070205080204" pitchFamily="34" charset="-128"/>
                <a:cs typeface="ＭＳ Ｐゴシック" panose="020B0600070205080204" pitchFamily="34" charset="-128"/>
              </a:rPr>
              <a:t>buffer management: </a:t>
            </a:r>
          </a:p>
          <a:p>
            <a:pPr marL="221456" indent="-211931" defTabSz="685800">
              <a:spcBef>
                <a:spcPts val="750"/>
              </a:spcBef>
              <a:defRPr/>
            </a:pPr>
            <a:r>
              <a:rPr lang="en-US" altLang="en-US" sz="2400" dirty="0">
                <a:solidFill>
                  <a:srgbClr val="C00000"/>
                </a:solidFill>
                <a:latin typeface="Calibri" panose="020F0502020204030204"/>
                <a:ea typeface="ＭＳ Ｐゴシック" panose="020B0600070205080204" pitchFamily="34" charset="-128"/>
                <a:cs typeface="ＭＳ Ｐゴシック" panose="020B0600070205080204" pitchFamily="34" charset="-128"/>
              </a:rPr>
              <a:t>drop: </a:t>
            </a:r>
            <a:r>
              <a:rPr lang="en-US" altLang="en-US" sz="21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which packet to add, drop when buffers are full</a:t>
            </a:r>
            <a:endPar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endParaRPr>
          </a:p>
          <a:p>
            <a:pPr marL="521494" lvl="1" indent="-173831" defTabSz="685800">
              <a:lnSpc>
                <a:spcPts val="1706"/>
              </a:lnSpc>
              <a:spcBef>
                <a:spcPts val="375"/>
              </a:spcBef>
              <a:defRPr/>
            </a:pPr>
            <a:r>
              <a:rPr lang="en-US" altLang="en-US" sz="2100" dirty="0">
                <a:solidFill>
                  <a:srgbClr val="000099"/>
                </a:solidFill>
                <a:latin typeface="Calibri" panose="020F0502020204030204"/>
                <a:ea typeface="Gill Sans MT" panose="020B0502020104020203" pitchFamily="34" charset="77"/>
                <a:cs typeface="Gill Sans MT" panose="020B0502020104020203" pitchFamily="34" charset="77"/>
              </a:rPr>
              <a:t>tail drop: </a:t>
            </a:r>
            <a:r>
              <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rPr>
              <a:t>drop arriving packet</a:t>
            </a:r>
          </a:p>
          <a:p>
            <a:pPr marL="521494" lvl="1" indent="-173831" defTabSz="685800">
              <a:lnSpc>
                <a:spcPts val="1706"/>
              </a:lnSpc>
              <a:spcBef>
                <a:spcPts val="375"/>
              </a:spcBef>
              <a:defRPr/>
            </a:pPr>
            <a:r>
              <a:rPr lang="en-US" altLang="en-US" sz="2100" dirty="0">
                <a:solidFill>
                  <a:srgbClr val="000099"/>
                </a:solidFill>
                <a:latin typeface="Calibri" panose="020F0502020204030204"/>
                <a:ea typeface="Gill Sans MT" panose="020B0502020104020203" pitchFamily="34" charset="77"/>
                <a:cs typeface="Gill Sans MT" panose="020B0502020104020203" pitchFamily="34" charset="77"/>
              </a:rPr>
              <a:t>priority: </a:t>
            </a:r>
            <a:r>
              <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rPr>
              <a:t>drop/remove on priority basis</a:t>
            </a:r>
          </a:p>
        </p:txBody>
      </p:sp>
      <p:sp>
        <p:nvSpPr>
          <p:cNvPr id="35" name="Rectangle 5">
            <a:extLst>
              <a:ext uri="{FF2B5EF4-FFF2-40B4-BE49-F238E27FC236}">
                <a16:creationId xmlns:a16="http://schemas.microsoft.com/office/drawing/2014/main" id="{6B5E77BE-663D-0C4F-B1A0-4FE84A5853BA}"/>
              </a:ext>
            </a:extLst>
          </p:cNvPr>
          <p:cNvSpPr>
            <a:spLocks noChangeArrowheads="1"/>
          </p:cNvSpPr>
          <p:nvPr/>
        </p:nvSpPr>
        <p:spPr bwMode="auto">
          <a:xfrm>
            <a:off x="1025902" y="2278714"/>
            <a:ext cx="2632126" cy="1364649"/>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latin typeface="Tahoma" panose="020B0604030504040204" pitchFamily="34" charset="0"/>
            </a:endParaRPr>
          </a:p>
        </p:txBody>
      </p:sp>
      <p:sp>
        <p:nvSpPr>
          <p:cNvPr id="36" name="Rectangle 6">
            <a:extLst>
              <a:ext uri="{FF2B5EF4-FFF2-40B4-BE49-F238E27FC236}">
                <a16:creationId xmlns:a16="http://schemas.microsoft.com/office/drawing/2014/main" id="{5BE02A94-EF22-BA42-86FA-86D884A8ECBC}"/>
              </a:ext>
            </a:extLst>
          </p:cNvPr>
          <p:cNvSpPr>
            <a:spLocks noChangeArrowheads="1"/>
          </p:cNvSpPr>
          <p:nvPr/>
        </p:nvSpPr>
        <p:spPr bwMode="auto">
          <a:xfrm>
            <a:off x="2862731" y="2735426"/>
            <a:ext cx="731003" cy="465801"/>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200" kern="0" dirty="0">
                <a:solidFill>
                  <a:srgbClr val="000000"/>
                </a:solidFill>
                <a:latin typeface="Tahoma" panose="020B0604030504040204" pitchFamily="34" charset="0"/>
              </a:rPr>
              <a:t>line</a:t>
            </a:r>
          </a:p>
          <a:p>
            <a:pPr algn="ctr" defTabSz="685800" eaLnBrk="0" fontAlgn="base" hangingPunct="0">
              <a:spcBef>
                <a:spcPct val="0"/>
              </a:spcBef>
              <a:spcAft>
                <a:spcPct val="0"/>
              </a:spcAft>
              <a:defRPr/>
            </a:pPr>
            <a:r>
              <a:rPr lang="en-US" altLang="en-US" sz="1050" kern="0" dirty="0">
                <a:solidFill>
                  <a:srgbClr val="000000"/>
                </a:solidFill>
                <a:latin typeface="Tahoma" panose="020B0604030504040204" pitchFamily="34" charset="0"/>
              </a:rPr>
              <a:t>termination</a:t>
            </a:r>
            <a:endParaRPr lang="en-US" altLang="en-US" sz="1200" kern="0" dirty="0">
              <a:solidFill>
                <a:srgbClr val="000000"/>
              </a:solidFill>
              <a:latin typeface="Tahoma" panose="020B0604030504040204" pitchFamily="34" charset="0"/>
            </a:endParaRPr>
          </a:p>
        </p:txBody>
      </p:sp>
      <p:sp>
        <p:nvSpPr>
          <p:cNvPr id="37" name="Rectangle 7">
            <a:extLst>
              <a:ext uri="{FF2B5EF4-FFF2-40B4-BE49-F238E27FC236}">
                <a16:creationId xmlns:a16="http://schemas.microsoft.com/office/drawing/2014/main" id="{2D2F95B6-E152-904F-9434-1185BAD6C22E}"/>
              </a:ext>
            </a:extLst>
          </p:cNvPr>
          <p:cNvSpPr>
            <a:spLocks noChangeArrowheads="1"/>
          </p:cNvSpPr>
          <p:nvPr/>
        </p:nvSpPr>
        <p:spPr bwMode="auto">
          <a:xfrm>
            <a:off x="2039599" y="2557034"/>
            <a:ext cx="724355" cy="825104"/>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latin typeface="Tahoma" panose="020B0604030504040204" pitchFamily="34" charset="0"/>
            </a:endParaRPr>
          </a:p>
        </p:txBody>
      </p:sp>
      <p:sp>
        <p:nvSpPr>
          <p:cNvPr id="38" name="Line 10">
            <a:extLst>
              <a:ext uri="{FF2B5EF4-FFF2-40B4-BE49-F238E27FC236}">
                <a16:creationId xmlns:a16="http://schemas.microsoft.com/office/drawing/2014/main" id="{1C5F0AC7-43BC-C54D-9EC4-226334C8420D}"/>
              </a:ext>
            </a:extLst>
          </p:cNvPr>
          <p:cNvSpPr>
            <a:spLocks noChangeShapeType="1"/>
          </p:cNvSpPr>
          <p:nvPr/>
        </p:nvSpPr>
        <p:spPr bwMode="auto">
          <a:xfrm>
            <a:off x="1927854" y="2986972"/>
            <a:ext cx="119728" cy="111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39" name="Line 11">
            <a:extLst>
              <a:ext uri="{FF2B5EF4-FFF2-40B4-BE49-F238E27FC236}">
                <a16:creationId xmlns:a16="http://schemas.microsoft.com/office/drawing/2014/main" id="{1D5DD4EA-D05C-D747-B223-1017B318E553}"/>
              </a:ext>
            </a:extLst>
          </p:cNvPr>
          <p:cNvSpPr>
            <a:spLocks noChangeShapeType="1"/>
          </p:cNvSpPr>
          <p:nvPr/>
        </p:nvSpPr>
        <p:spPr bwMode="auto">
          <a:xfrm>
            <a:off x="2765950" y="2983335"/>
            <a:ext cx="119728" cy="111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41" name="Rectangle 13">
            <a:extLst>
              <a:ext uri="{FF2B5EF4-FFF2-40B4-BE49-F238E27FC236}">
                <a16:creationId xmlns:a16="http://schemas.microsoft.com/office/drawing/2014/main" id="{B95717F2-1515-C143-9500-6A8B8FCE180F}"/>
              </a:ext>
            </a:extLst>
          </p:cNvPr>
          <p:cNvSpPr>
            <a:spLocks noChangeArrowheads="1"/>
          </p:cNvSpPr>
          <p:nvPr/>
        </p:nvSpPr>
        <p:spPr bwMode="auto">
          <a:xfrm>
            <a:off x="2060553" y="2669684"/>
            <a:ext cx="663493" cy="5824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link </a:t>
            </a:r>
          </a:p>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layer </a:t>
            </a:r>
          </a:p>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protocol</a:t>
            </a:r>
          </a:p>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(send)</a:t>
            </a:r>
          </a:p>
        </p:txBody>
      </p:sp>
      <p:sp>
        <p:nvSpPr>
          <p:cNvPr id="42" name="Rectangle 16">
            <a:extLst>
              <a:ext uri="{FF2B5EF4-FFF2-40B4-BE49-F238E27FC236}">
                <a16:creationId xmlns:a16="http://schemas.microsoft.com/office/drawing/2014/main" id="{DC955E5A-0AAE-9941-B8FE-125514F714AF}"/>
              </a:ext>
            </a:extLst>
          </p:cNvPr>
          <p:cNvSpPr>
            <a:spLocks noChangeArrowheads="1"/>
          </p:cNvSpPr>
          <p:nvPr/>
        </p:nvSpPr>
        <p:spPr bwMode="auto">
          <a:xfrm>
            <a:off x="249727" y="2513923"/>
            <a:ext cx="663494" cy="5824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switch</a:t>
            </a:r>
          </a:p>
          <a:p>
            <a:pPr algn="ctr" defTabSz="685800" eaLnBrk="0" fontAlgn="base" hangingPunct="0">
              <a:lnSpc>
                <a:spcPct val="90000"/>
              </a:lnSpc>
              <a:spcBef>
                <a:spcPct val="0"/>
              </a:spcBef>
              <a:spcAft>
                <a:spcPct val="0"/>
              </a:spcAft>
              <a:defRPr/>
            </a:pPr>
            <a:r>
              <a:rPr lang="en-US" altLang="en-US" sz="1200" kern="0" dirty="0">
                <a:solidFill>
                  <a:srgbClr val="000000"/>
                </a:solidFill>
                <a:latin typeface="Tahoma" panose="020B0604030504040204" pitchFamily="34" charset="0"/>
              </a:rPr>
              <a:t>fabric</a:t>
            </a:r>
          </a:p>
        </p:txBody>
      </p:sp>
      <p:grpSp>
        <p:nvGrpSpPr>
          <p:cNvPr id="43" name="Group 28">
            <a:extLst>
              <a:ext uri="{FF2B5EF4-FFF2-40B4-BE49-F238E27FC236}">
                <a16:creationId xmlns:a16="http://schemas.microsoft.com/office/drawing/2014/main" id="{A1443F96-0F63-DB42-8E29-A8625BB994E0}"/>
              </a:ext>
            </a:extLst>
          </p:cNvPr>
          <p:cNvGrpSpPr>
            <a:grpSpLocks/>
          </p:cNvGrpSpPr>
          <p:nvPr/>
        </p:nvGrpSpPr>
        <p:grpSpPr bwMode="auto">
          <a:xfrm>
            <a:off x="1060826" y="2360628"/>
            <a:ext cx="915921" cy="1228416"/>
            <a:chOff x="3119" y="858"/>
            <a:chExt cx="918" cy="1101"/>
          </a:xfrm>
        </p:grpSpPr>
        <p:sp>
          <p:nvSpPr>
            <p:cNvPr id="46" name="Rectangle 8">
              <a:extLst>
                <a:ext uri="{FF2B5EF4-FFF2-40B4-BE49-F238E27FC236}">
                  <a16:creationId xmlns:a16="http://schemas.microsoft.com/office/drawing/2014/main" id="{2FD0FF32-9B37-DC42-BD62-F82282C0088F}"/>
                </a:ext>
              </a:extLst>
            </p:cNvPr>
            <p:cNvSpPr>
              <a:spLocks noChangeArrowheads="1"/>
            </p:cNvSpPr>
            <p:nvPr/>
          </p:nvSpPr>
          <p:spPr bwMode="auto">
            <a:xfrm>
              <a:off x="3180" y="858"/>
              <a:ext cx="786" cy="1085"/>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latin typeface="Tahoma" panose="020B0604030504040204" pitchFamily="34" charset="0"/>
              </a:endParaRPr>
            </a:p>
          </p:txBody>
        </p:sp>
        <p:sp>
          <p:nvSpPr>
            <p:cNvPr id="47" name="Text Box 14">
              <a:extLst>
                <a:ext uri="{FF2B5EF4-FFF2-40B4-BE49-F238E27FC236}">
                  <a16:creationId xmlns:a16="http://schemas.microsoft.com/office/drawing/2014/main" id="{A704393B-C1D3-CB4A-8942-0AB0E7633A09}"/>
                </a:ext>
              </a:extLst>
            </p:cNvPr>
            <p:cNvSpPr txBox="1">
              <a:spLocks noChangeArrowheads="1"/>
            </p:cNvSpPr>
            <p:nvPr/>
          </p:nvSpPr>
          <p:spPr bwMode="auto">
            <a:xfrm>
              <a:off x="3119" y="883"/>
              <a:ext cx="918" cy="1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200" kern="0" dirty="0">
                  <a:solidFill>
                    <a:srgbClr val="000000"/>
                  </a:solidFill>
                </a:rPr>
                <a:t>datagram</a:t>
              </a:r>
            </a:p>
            <a:p>
              <a:pPr algn="ctr" defTabSz="685800" eaLnBrk="0" fontAlgn="base" hangingPunct="0">
                <a:spcBef>
                  <a:spcPct val="0"/>
                </a:spcBef>
                <a:spcAft>
                  <a:spcPct val="0"/>
                </a:spcAft>
                <a:defRPr/>
              </a:pPr>
              <a:r>
                <a:rPr lang="en-US" altLang="en-US" sz="1200" kern="0" dirty="0">
                  <a:solidFill>
                    <a:srgbClr val="000000"/>
                  </a:solidFill>
                </a:rPr>
                <a:t>buffer</a:t>
              </a:r>
            </a:p>
            <a:p>
              <a:pPr algn="ctr" defTabSz="685800" eaLnBrk="0" fontAlgn="base" hangingPunct="0">
                <a:spcBef>
                  <a:spcPct val="0"/>
                </a:spcBef>
                <a:spcAft>
                  <a:spcPct val="0"/>
                </a:spcAft>
                <a:defRPr/>
              </a:pPr>
              <a:endParaRPr lang="en-US" altLang="en-US" sz="1200" kern="0" dirty="0">
                <a:solidFill>
                  <a:srgbClr val="000000"/>
                </a:solidFill>
              </a:endParaRPr>
            </a:p>
            <a:p>
              <a:pPr algn="ctr" defTabSz="685800" eaLnBrk="0" fontAlgn="base" hangingPunct="0">
                <a:spcBef>
                  <a:spcPct val="0"/>
                </a:spcBef>
                <a:spcAft>
                  <a:spcPct val="0"/>
                </a:spcAft>
                <a:defRPr/>
              </a:pPr>
              <a:endParaRPr lang="en-US" altLang="en-US" sz="1200" kern="0" dirty="0">
                <a:solidFill>
                  <a:srgbClr val="000000"/>
                </a:solidFill>
              </a:endParaRPr>
            </a:p>
            <a:p>
              <a:pPr algn="ctr" defTabSz="685800" eaLnBrk="0" fontAlgn="base" hangingPunct="0">
                <a:spcBef>
                  <a:spcPct val="0"/>
                </a:spcBef>
                <a:spcAft>
                  <a:spcPct val="0"/>
                </a:spcAft>
                <a:defRPr/>
              </a:pPr>
              <a:r>
                <a:rPr lang="en-US" altLang="en-US" sz="1200" kern="0" dirty="0">
                  <a:solidFill>
                    <a:srgbClr val="000000"/>
                  </a:solidFill>
                </a:rPr>
                <a:t>queueing </a:t>
              </a:r>
            </a:p>
            <a:p>
              <a:pPr algn="ctr" defTabSz="685800" eaLnBrk="0" fontAlgn="base" hangingPunct="0">
                <a:spcBef>
                  <a:spcPct val="0"/>
                </a:spcBef>
                <a:spcAft>
                  <a:spcPct val="0"/>
                </a:spcAft>
                <a:defRPr/>
              </a:pPr>
              <a:r>
                <a:rPr lang="en-US" altLang="en-US" sz="1200" kern="0" dirty="0">
                  <a:solidFill>
                    <a:srgbClr val="000000"/>
                  </a:solidFill>
                </a:rPr>
                <a:t>scheduling</a:t>
              </a:r>
            </a:p>
          </p:txBody>
        </p:sp>
        <p:grpSp>
          <p:nvGrpSpPr>
            <p:cNvPr id="48" name="Group 17">
              <a:extLst>
                <a:ext uri="{FF2B5EF4-FFF2-40B4-BE49-F238E27FC236}">
                  <a16:creationId xmlns:a16="http://schemas.microsoft.com/office/drawing/2014/main" id="{B0E03F2B-4025-F443-AE90-5D044032C12D}"/>
                </a:ext>
              </a:extLst>
            </p:cNvPr>
            <p:cNvGrpSpPr>
              <a:grpSpLocks/>
            </p:cNvGrpSpPr>
            <p:nvPr/>
          </p:nvGrpSpPr>
          <p:grpSpPr bwMode="auto">
            <a:xfrm>
              <a:off x="3260" y="1299"/>
              <a:ext cx="626" cy="295"/>
              <a:chOff x="310" y="3526"/>
              <a:chExt cx="1040" cy="457"/>
            </a:xfrm>
          </p:grpSpPr>
          <p:sp>
            <p:nvSpPr>
              <p:cNvPr id="49" name="Rectangle 18">
                <a:extLst>
                  <a:ext uri="{FF2B5EF4-FFF2-40B4-BE49-F238E27FC236}">
                    <a16:creationId xmlns:a16="http://schemas.microsoft.com/office/drawing/2014/main" id="{ECEBB9A5-BC44-7043-875E-41F36660919C}"/>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latin typeface="Tahoma" panose="020B0604030504040204" pitchFamily="34" charset="0"/>
                </a:endParaRPr>
              </a:p>
            </p:txBody>
          </p:sp>
          <p:sp>
            <p:nvSpPr>
              <p:cNvPr id="50" name="Line 19">
                <a:extLst>
                  <a:ext uri="{FF2B5EF4-FFF2-40B4-BE49-F238E27FC236}">
                    <a16:creationId xmlns:a16="http://schemas.microsoft.com/office/drawing/2014/main" id="{0A2D0D25-7A9A-AF43-8C67-18BD8B549BC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51" name="Line 20">
                <a:extLst>
                  <a:ext uri="{FF2B5EF4-FFF2-40B4-BE49-F238E27FC236}">
                    <a16:creationId xmlns:a16="http://schemas.microsoft.com/office/drawing/2014/main" id="{0A801491-494C-F54C-A6E4-4E7C15631E9F}"/>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52" name="Line 21">
                <a:extLst>
                  <a:ext uri="{FF2B5EF4-FFF2-40B4-BE49-F238E27FC236}">
                    <a16:creationId xmlns:a16="http://schemas.microsoft.com/office/drawing/2014/main" id="{EC499DCF-CBA3-D343-8D13-1CA6F6FC0192}"/>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53" name="Line 22">
                <a:extLst>
                  <a:ext uri="{FF2B5EF4-FFF2-40B4-BE49-F238E27FC236}">
                    <a16:creationId xmlns:a16="http://schemas.microsoft.com/office/drawing/2014/main" id="{9FA94699-4903-B14C-BACD-94E12E020CAE}"/>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54" name="Line 23">
                <a:extLst>
                  <a:ext uri="{FF2B5EF4-FFF2-40B4-BE49-F238E27FC236}">
                    <a16:creationId xmlns:a16="http://schemas.microsoft.com/office/drawing/2014/main" id="{F25A4708-C3C6-F343-8219-9A6897A31DC8}"/>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55" name="Line 24">
                <a:extLst>
                  <a:ext uri="{FF2B5EF4-FFF2-40B4-BE49-F238E27FC236}">
                    <a16:creationId xmlns:a16="http://schemas.microsoft.com/office/drawing/2014/main" id="{5DE5701B-9777-304C-B2CF-4C1C0765E127}"/>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56" name="Line 25">
                <a:extLst>
                  <a:ext uri="{FF2B5EF4-FFF2-40B4-BE49-F238E27FC236}">
                    <a16:creationId xmlns:a16="http://schemas.microsoft.com/office/drawing/2014/main" id="{1B0F3E17-7114-524E-9BCB-69561687E2A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57" name="Line 26">
                <a:extLst>
                  <a:ext uri="{FF2B5EF4-FFF2-40B4-BE49-F238E27FC236}">
                    <a16:creationId xmlns:a16="http://schemas.microsoft.com/office/drawing/2014/main" id="{953EF77C-6D4A-2047-A707-DF4184E0097C}"/>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grpSp>
      </p:grpSp>
      <p:sp>
        <p:nvSpPr>
          <p:cNvPr id="44" name="Line 27">
            <a:extLst>
              <a:ext uri="{FF2B5EF4-FFF2-40B4-BE49-F238E27FC236}">
                <a16:creationId xmlns:a16="http://schemas.microsoft.com/office/drawing/2014/main" id="{40C964AE-48AA-2546-9EF3-698E815B66B6}"/>
              </a:ext>
            </a:extLst>
          </p:cNvPr>
          <p:cNvSpPr>
            <a:spLocks noChangeShapeType="1"/>
          </p:cNvSpPr>
          <p:nvPr/>
        </p:nvSpPr>
        <p:spPr bwMode="auto">
          <a:xfrm>
            <a:off x="829411" y="2216025"/>
            <a:ext cx="6984" cy="15430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sp>
        <p:nvSpPr>
          <p:cNvPr id="45" name="Line 9">
            <a:extLst>
              <a:ext uri="{FF2B5EF4-FFF2-40B4-BE49-F238E27FC236}">
                <a16:creationId xmlns:a16="http://schemas.microsoft.com/office/drawing/2014/main" id="{93D857D3-E505-7948-820C-1A4B1683F87A}"/>
              </a:ext>
            </a:extLst>
          </p:cNvPr>
          <p:cNvSpPr>
            <a:spLocks noChangeShapeType="1"/>
          </p:cNvSpPr>
          <p:nvPr/>
        </p:nvSpPr>
        <p:spPr bwMode="auto">
          <a:xfrm flipV="1">
            <a:off x="824422" y="2976951"/>
            <a:ext cx="31143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defTabSz="685800" eaLnBrk="0" fontAlgn="base" hangingPunct="0">
              <a:spcBef>
                <a:spcPct val="0"/>
              </a:spcBef>
              <a:spcAft>
                <a:spcPct val="0"/>
              </a:spcAft>
              <a:defRPr/>
            </a:pPr>
            <a:endParaRPr lang="en-US" sz="1350" kern="0" dirty="0">
              <a:solidFill>
                <a:srgbClr val="000000"/>
              </a:solidFill>
              <a:latin typeface="Arial" panose="020B0604020202020204" pitchFamily="34" charset="0"/>
              <a:ea typeface="ＭＳ Ｐゴシック" panose="020B0600070205080204" pitchFamily="34" charset="-128"/>
            </a:endParaRPr>
          </a:p>
        </p:txBody>
      </p:sp>
      <p:cxnSp>
        <p:nvCxnSpPr>
          <p:cNvPr id="58" name="Straight Arrow Connector 57">
            <a:extLst>
              <a:ext uri="{FF2B5EF4-FFF2-40B4-BE49-F238E27FC236}">
                <a16:creationId xmlns:a16="http://schemas.microsoft.com/office/drawing/2014/main" id="{2DDA7F7E-A362-2A4C-9951-2964302A9536}"/>
              </a:ext>
            </a:extLst>
          </p:cNvPr>
          <p:cNvCxnSpPr/>
          <p:nvPr/>
        </p:nvCxnSpPr>
        <p:spPr>
          <a:xfrm>
            <a:off x="3601504" y="2957513"/>
            <a:ext cx="33218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Content Placeholder 1">
            <a:extLst>
              <a:ext uri="{FF2B5EF4-FFF2-40B4-BE49-F238E27FC236}">
                <a16:creationId xmlns:a16="http://schemas.microsoft.com/office/drawing/2014/main" id="{F62DD4C0-CD1D-4043-9713-C43AC793D144}"/>
              </a:ext>
            </a:extLst>
          </p:cNvPr>
          <p:cNvSpPr txBox="1">
            <a:spLocks/>
          </p:cNvSpPr>
          <p:nvPr/>
        </p:nvSpPr>
        <p:spPr>
          <a:xfrm>
            <a:off x="4911931" y="4200266"/>
            <a:ext cx="3724861" cy="910114"/>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5991" indent="-208360" defTabSz="685800">
              <a:spcBef>
                <a:spcPts val="750"/>
              </a:spcBef>
              <a:defRPr/>
            </a:pPr>
            <a:r>
              <a:rPr lang="en-US" altLang="en-US" sz="2400" dirty="0">
                <a:solidFill>
                  <a:srgbClr val="C00000"/>
                </a:solidFill>
                <a:latin typeface="Calibri" panose="020F0502020204030204"/>
                <a:ea typeface="Gill Sans MT" panose="020B0502020104020203" pitchFamily="34" charset="77"/>
                <a:cs typeface="Gill Sans MT" panose="020B0502020104020203" pitchFamily="34" charset="77"/>
              </a:rPr>
              <a:t>marking: </a:t>
            </a:r>
            <a:r>
              <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rPr>
              <a:t>which packets to mark to signal congestion (ECN, RED)</a:t>
            </a:r>
          </a:p>
          <a:p>
            <a:pPr marL="302419" indent="-292894" defTabSz="685800">
              <a:spcBef>
                <a:spcPts val="750"/>
              </a:spcBef>
              <a:buNone/>
              <a:defRPr/>
            </a:pPr>
            <a:endPar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endParaRPr>
          </a:p>
        </p:txBody>
      </p:sp>
      <p:sp>
        <p:nvSpPr>
          <p:cNvPr id="66" name="TextBox 65">
            <a:extLst>
              <a:ext uri="{FF2B5EF4-FFF2-40B4-BE49-F238E27FC236}">
                <a16:creationId xmlns:a16="http://schemas.microsoft.com/office/drawing/2014/main" id="{3F4CC885-8054-8F48-8989-F712B0D1A976}"/>
              </a:ext>
            </a:extLst>
          </p:cNvPr>
          <p:cNvSpPr txBox="1"/>
          <p:nvPr/>
        </p:nvSpPr>
        <p:spPr>
          <a:xfrm>
            <a:off x="3640975" y="2640330"/>
            <a:ext cx="309700" cy="369332"/>
          </a:xfrm>
          <a:prstGeom prst="rect">
            <a:avLst/>
          </a:prstGeom>
          <a:noFill/>
        </p:spPr>
        <p:txBody>
          <a:bodyPr wrap="none" rtlCol="0">
            <a:spAutoFit/>
          </a:bodyPr>
          <a:lstStyle/>
          <a:p>
            <a:pPr defTabSz="685800">
              <a:defRPr/>
            </a:pPr>
            <a:r>
              <a:rPr lang="en-US" dirty="0">
                <a:solidFill>
                  <a:prstClr val="black"/>
                </a:solidFill>
                <a:latin typeface="Calibri" panose="020F0502020204030204"/>
              </a:rPr>
              <a:t>R</a:t>
            </a:r>
          </a:p>
        </p:txBody>
      </p:sp>
      <p:grpSp>
        <p:nvGrpSpPr>
          <p:cNvPr id="70" name="Group 69">
            <a:extLst>
              <a:ext uri="{FF2B5EF4-FFF2-40B4-BE49-F238E27FC236}">
                <a16:creationId xmlns:a16="http://schemas.microsoft.com/office/drawing/2014/main" id="{073AFBDE-85D6-DF4F-AC50-8DAEBAB4402B}"/>
              </a:ext>
            </a:extLst>
          </p:cNvPr>
          <p:cNvGrpSpPr/>
          <p:nvPr/>
        </p:nvGrpSpPr>
        <p:grpSpPr>
          <a:xfrm>
            <a:off x="681203" y="4274953"/>
            <a:ext cx="3279576" cy="1292688"/>
            <a:chOff x="609012" y="4257679"/>
            <a:chExt cx="4372767" cy="1723584"/>
          </a:xfrm>
        </p:grpSpPr>
        <p:grpSp>
          <p:nvGrpSpPr>
            <p:cNvPr id="71" name="Group 70">
              <a:extLst>
                <a:ext uri="{FF2B5EF4-FFF2-40B4-BE49-F238E27FC236}">
                  <a16:creationId xmlns:a16="http://schemas.microsoft.com/office/drawing/2014/main" id="{2CDEC7D0-D38A-B14D-BA1B-5BBB43FFCC01}"/>
                </a:ext>
              </a:extLst>
            </p:cNvPr>
            <p:cNvGrpSpPr/>
            <p:nvPr/>
          </p:nvGrpSpPr>
          <p:grpSpPr>
            <a:xfrm>
              <a:off x="609012" y="4257679"/>
              <a:ext cx="4372767" cy="1723584"/>
              <a:chOff x="609012" y="4257679"/>
              <a:chExt cx="4372767" cy="1723584"/>
            </a:xfrm>
          </p:grpSpPr>
          <p:grpSp>
            <p:nvGrpSpPr>
              <p:cNvPr id="73" name="Group 25">
                <a:extLst>
                  <a:ext uri="{FF2B5EF4-FFF2-40B4-BE49-F238E27FC236}">
                    <a16:creationId xmlns:a16="http://schemas.microsoft.com/office/drawing/2014/main" id="{FE6D6529-7A75-4F43-A99B-35E9F160B5F3}"/>
                  </a:ext>
                </a:extLst>
              </p:cNvPr>
              <p:cNvGrpSpPr>
                <a:grpSpLocks/>
              </p:cNvGrpSpPr>
              <p:nvPr/>
            </p:nvGrpSpPr>
            <p:grpSpPr bwMode="auto">
              <a:xfrm>
                <a:off x="1468086" y="4855765"/>
                <a:ext cx="939800" cy="565150"/>
                <a:chOff x="1670312" y="2562997"/>
                <a:chExt cx="940317" cy="565219"/>
              </a:xfrm>
            </p:grpSpPr>
            <p:grpSp>
              <p:nvGrpSpPr>
                <p:cNvPr id="83" name="Group 28">
                  <a:extLst>
                    <a:ext uri="{FF2B5EF4-FFF2-40B4-BE49-F238E27FC236}">
                      <a16:creationId xmlns:a16="http://schemas.microsoft.com/office/drawing/2014/main" id="{02B7209E-6CC9-9C4C-89B8-A67F8E1E9FEB}"/>
                    </a:ext>
                  </a:extLst>
                </p:cNvPr>
                <p:cNvGrpSpPr>
                  <a:grpSpLocks/>
                </p:cNvGrpSpPr>
                <p:nvPr/>
              </p:nvGrpSpPr>
              <p:grpSpPr bwMode="auto">
                <a:xfrm>
                  <a:off x="1670312" y="2562997"/>
                  <a:ext cx="929822" cy="565219"/>
                  <a:chOff x="1670312" y="2562997"/>
                  <a:chExt cx="929822" cy="565219"/>
                </a:xfrm>
              </p:grpSpPr>
              <p:sp>
                <p:nvSpPr>
                  <p:cNvPr id="85" name="Rectangle 30">
                    <a:extLst>
                      <a:ext uri="{FF2B5EF4-FFF2-40B4-BE49-F238E27FC236}">
                        <a16:creationId xmlns:a16="http://schemas.microsoft.com/office/drawing/2014/main" id="{102A1B2D-9D16-2543-A7D1-261D2C71A845}"/>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86" name="Straight Connector 31">
                    <a:extLst>
                      <a:ext uri="{FF2B5EF4-FFF2-40B4-BE49-F238E27FC236}">
                        <a16:creationId xmlns:a16="http://schemas.microsoft.com/office/drawing/2014/main" id="{03AD5D40-7908-4044-9CAD-591F661655C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Straight Connector 32">
                    <a:extLst>
                      <a:ext uri="{FF2B5EF4-FFF2-40B4-BE49-F238E27FC236}">
                        <a16:creationId xmlns:a16="http://schemas.microsoft.com/office/drawing/2014/main" id="{494E554E-CB70-0547-8421-0D7A028BD933}"/>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Straight Connector 33">
                    <a:extLst>
                      <a:ext uri="{FF2B5EF4-FFF2-40B4-BE49-F238E27FC236}">
                        <a16:creationId xmlns:a16="http://schemas.microsoft.com/office/drawing/2014/main" id="{85A011C5-9EB7-B54C-AD8B-3660552BBB5C}"/>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Straight Connector 34">
                    <a:extLst>
                      <a:ext uri="{FF2B5EF4-FFF2-40B4-BE49-F238E27FC236}">
                        <a16:creationId xmlns:a16="http://schemas.microsoft.com/office/drawing/2014/main" id="{BE660910-036D-8449-BD07-43DD83740A9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Straight Connector 35">
                    <a:extLst>
                      <a:ext uri="{FF2B5EF4-FFF2-40B4-BE49-F238E27FC236}">
                        <a16:creationId xmlns:a16="http://schemas.microsoft.com/office/drawing/2014/main" id="{9D787DC4-0C12-1641-AF5A-00DF7041D95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Straight Connector 36">
                    <a:extLst>
                      <a:ext uri="{FF2B5EF4-FFF2-40B4-BE49-F238E27FC236}">
                        <a16:creationId xmlns:a16="http://schemas.microsoft.com/office/drawing/2014/main" id="{AA98298F-12EA-D942-AFB9-39CA8127980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Straight Connector 37">
                    <a:extLst>
                      <a:ext uri="{FF2B5EF4-FFF2-40B4-BE49-F238E27FC236}">
                        <a16:creationId xmlns:a16="http://schemas.microsoft.com/office/drawing/2014/main" id="{28C77B82-2F36-224F-BF89-5D58C0B0C510}"/>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 name="Rectangle 29">
                  <a:extLst>
                    <a:ext uri="{FF2B5EF4-FFF2-40B4-BE49-F238E27FC236}">
                      <a16:creationId xmlns:a16="http://schemas.microsoft.com/office/drawing/2014/main" id="{54C06F40-EED0-194E-87D3-8843B65B486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74" name="Oval 27">
                <a:extLst>
                  <a:ext uri="{FF2B5EF4-FFF2-40B4-BE49-F238E27FC236}">
                    <a16:creationId xmlns:a16="http://schemas.microsoft.com/office/drawing/2014/main" id="{88894E86-5D38-724F-AEB2-14B330E1B0FF}"/>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75" name="Straight Arrow Connector 11">
                <a:extLst>
                  <a:ext uri="{FF2B5EF4-FFF2-40B4-BE49-F238E27FC236}">
                    <a16:creationId xmlns:a16="http://schemas.microsoft.com/office/drawing/2014/main" id="{7774AB2A-B674-A84B-A92A-6D330DB7E91C}"/>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TextBox 17">
                <a:extLst>
                  <a:ext uri="{FF2B5EF4-FFF2-40B4-BE49-F238E27FC236}">
                    <a16:creationId xmlns:a16="http://schemas.microsoft.com/office/drawing/2014/main" id="{383BCE6D-C3CB-9445-A36E-C64D23505E9F}"/>
                  </a:ext>
                </a:extLst>
              </p:cNvPr>
              <p:cNvSpPr txBox="1">
                <a:spLocks noChangeArrowheads="1"/>
              </p:cNvSpPr>
              <p:nvPr/>
            </p:nvSpPr>
            <p:spPr bwMode="auto">
              <a:xfrm>
                <a:off x="1249738" y="5422502"/>
                <a:ext cx="1338401"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prstClr val="black"/>
                    </a:solidFill>
                    <a:cs typeface="Arial" panose="020B0604020202020204" pitchFamily="34" charset="0"/>
                  </a:rPr>
                  <a:t>queue</a:t>
                </a:r>
              </a:p>
              <a:p>
                <a:pPr algn="ctr" defTabSz="685800">
                  <a:defRPr/>
                </a:pPr>
                <a:r>
                  <a:rPr lang="en-US" altLang="en-US" sz="1050" dirty="0">
                    <a:solidFill>
                      <a:prstClr val="black"/>
                    </a:solidFill>
                    <a:cs typeface="Arial" panose="020B0604020202020204" pitchFamily="34" charset="0"/>
                  </a:rPr>
                  <a:t>(waiting area)</a:t>
                </a:r>
              </a:p>
            </p:txBody>
          </p:sp>
          <p:sp>
            <p:nvSpPr>
              <p:cNvPr id="77" name="TextBox 18">
                <a:extLst>
                  <a:ext uri="{FF2B5EF4-FFF2-40B4-BE49-F238E27FC236}">
                    <a16:creationId xmlns:a16="http://schemas.microsoft.com/office/drawing/2014/main" id="{B9632A3F-08F4-F34D-9B01-65C1C39E7FDA}"/>
                  </a:ext>
                </a:extLst>
              </p:cNvPr>
              <p:cNvSpPr txBox="1">
                <a:spLocks noChangeArrowheads="1"/>
              </p:cNvSpPr>
              <p:nvPr/>
            </p:nvSpPr>
            <p:spPr bwMode="auto">
              <a:xfrm>
                <a:off x="609012" y="5182790"/>
                <a:ext cx="827579"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prstClr val="black"/>
                    </a:solidFill>
                    <a:cs typeface="Arial" panose="020B0604020202020204" pitchFamily="34" charset="0"/>
                  </a:rPr>
                  <a:t>packet</a:t>
                </a:r>
              </a:p>
              <a:p>
                <a:pPr algn="ctr" defTabSz="685800">
                  <a:defRPr/>
                </a:pPr>
                <a:r>
                  <a:rPr lang="en-US" altLang="en-US" sz="1050" dirty="0">
                    <a:solidFill>
                      <a:prstClr val="black"/>
                    </a:solidFill>
                    <a:cs typeface="Arial" panose="020B0604020202020204" pitchFamily="34" charset="0"/>
                  </a:rPr>
                  <a:t>arrivals</a:t>
                </a:r>
              </a:p>
            </p:txBody>
          </p:sp>
          <p:cxnSp>
            <p:nvCxnSpPr>
              <p:cNvPr id="78" name="Straight Arrow Connector 20">
                <a:extLst>
                  <a:ext uri="{FF2B5EF4-FFF2-40B4-BE49-F238E27FC236}">
                    <a16:creationId xmlns:a16="http://schemas.microsoft.com/office/drawing/2014/main" id="{A18FE320-429D-9F4A-9A73-5875C7A7E138}"/>
                  </a:ext>
                </a:extLst>
              </p:cNvPr>
              <p:cNvCxnSpPr>
                <a:cxnSpLocks noChangeShapeType="1"/>
                <a:stCxn id="74"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TextBox 22">
                <a:extLst>
                  <a:ext uri="{FF2B5EF4-FFF2-40B4-BE49-F238E27FC236}">
                    <a16:creationId xmlns:a16="http://schemas.microsoft.com/office/drawing/2014/main" id="{C1334E5E-01E5-254F-B7A3-E48EE0CFE51A}"/>
                  </a:ext>
                </a:extLst>
              </p:cNvPr>
              <p:cNvSpPr txBox="1">
                <a:spLocks noChangeArrowheads="1"/>
              </p:cNvSpPr>
              <p:nvPr/>
            </p:nvSpPr>
            <p:spPr bwMode="auto">
              <a:xfrm>
                <a:off x="3874210" y="4931966"/>
                <a:ext cx="1107569"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prstClr val="black"/>
                    </a:solidFill>
                    <a:cs typeface="Arial" panose="020B0604020202020204" pitchFamily="34" charset="0"/>
                  </a:rPr>
                  <a:t>packet</a:t>
                </a:r>
              </a:p>
              <a:p>
                <a:pPr algn="ctr" defTabSz="685800">
                  <a:defRPr/>
                </a:pPr>
                <a:r>
                  <a:rPr lang="en-US" altLang="en-US" sz="1050" dirty="0">
                    <a:solidFill>
                      <a:prstClr val="black"/>
                    </a:solidFill>
                    <a:cs typeface="Arial" panose="020B0604020202020204" pitchFamily="34" charset="0"/>
                  </a:rPr>
                  <a:t>departures</a:t>
                </a:r>
              </a:p>
            </p:txBody>
          </p:sp>
          <p:sp>
            <p:nvSpPr>
              <p:cNvPr id="80" name="TextBox 23">
                <a:extLst>
                  <a:ext uri="{FF2B5EF4-FFF2-40B4-BE49-F238E27FC236}">
                    <a16:creationId xmlns:a16="http://schemas.microsoft.com/office/drawing/2014/main" id="{31BC3B67-5DA1-9544-B795-15A9B552C119}"/>
                  </a:ext>
                </a:extLst>
              </p:cNvPr>
              <p:cNvSpPr txBox="1">
                <a:spLocks noChangeArrowheads="1"/>
              </p:cNvSpPr>
              <p:nvPr/>
            </p:nvSpPr>
            <p:spPr bwMode="auto">
              <a:xfrm>
                <a:off x="2684436" y="5427266"/>
                <a:ext cx="915208"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prstClr val="black"/>
                    </a:solidFill>
                    <a:cs typeface="Arial" panose="020B0604020202020204" pitchFamily="34" charset="0"/>
                  </a:rPr>
                  <a:t>link</a:t>
                </a:r>
              </a:p>
              <a:p>
                <a:pPr algn="ctr" defTabSz="685800">
                  <a:defRPr/>
                </a:pPr>
                <a:r>
                  <a:rPr lang="en-US" altLang="en-US" sz="1050" dirty="0">
                    <a:solidFill>
                      <a:prstClr val="black"/>
                    </a:solidFill>
                    <a:cs typeface="Arial" panose="020B0604020202020204" pitchFamily="34" charset="0"/>
                  </a:rPr>
                  <a:t> (server)</a:t>
                </a:r>
              </a:p>
            </p:txBody>
          </p:sp>
          <p:cxnSp>
            <p:nvCxnSpPr>
              <p:cNvPr id="81" name="Straight Arrow Connector 52">
                <a:extLst>
                  <a:ext uri="{FF2B5EF4-FFF2-40B4-BE49-F238E27FC236}">
                    <a16:creationId xmlns:a16="http://schemas.microsoft.com/office/drawing/2014/main" id="{8FF19B42-73E6-7849-809B-12D65C1C5785}"/>
                  </a:ext>
                </a:extLst>
              </p:cNvPr>
              <p:cNvCxnSpPr>
                <a:cxnSpLocks noChangeShapeType="1"/>
                <a:stCxn id="84" idx="3"/>
                <a:endCxn id="74"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Box 81">
                <a:extLst>
                  <a:ext uri="{FF2B5EF4-FFF2-40B4-BE49-F238E27FC236}">
                    <a16:creationId xmlns:a16="http://schemas.microsoft.com/office/drawing/2014/main" id="{944E60FD-B5CB-CC4D-AC70-2DCAC39480B1}"/>
                  </a:ext>
                </a:extLst>
              </p:cNvPr>
              <p:cNvSpPr txBox="1"/>
              <p:nvPr/>
            </p:nvSpPr>
            <p:spPr>
              <a:xfrm>
                <a:off x="614363" y="4257679"/>
                <a:ext cx="2868393" cy="553997"/>
              </a:xfrm>
              <a:prstGeom prst="rect">
                <a:avLst/>
              </a:prstGeom>
              <a:noFill/>
            </p:spPr>
            <p:txBody>
              <a:bodyPr wrap="none" rtlCol="0">
                <a:spAutoFit/>
              </a:bodyPr>
              <a:lstStyle/>
              <a:p>
                <a:pPr defTabSz="685800">
                  <a:defRPr/>
                </a:pPr>
                <a:r>
                  <a:rPr lang="en-US" sz="2100" dirty="0">
                    <a:solidFill>
                      <a:prstClr val="black"/>
                    </a:solidFill>
                    <a:latin typeface="Calibri" panose="020F0502020204030204"/>
                  </a:rPr>
                  <a:t>Abstraction</a:t>
                </a:r>
                <a:r>
                  <a:rPr lang="en-US" dirty="0">
                    <a:solidFill>
                      <a:prstClr val="black"/>
                    </a:solidFill>
                    <a:latin typeface="Calibri" panose="020F0502020204030204"/>
                  </a:rPr>
                  <a:t>: queue</a:t>
                </a:r>
              </a:p>
            </p:txBody>
          </p:sp>
        </p:grpSp>
        <p:sp>
          <p:nvSpPr>
            <p:cNvPr id="72" name="TextBox 71">
              <a:extLst>
                <a:ext uri="{FF2B5EF4-FFF2-40B4-BE49-F238E27FC236}">
                  <a16:creationId xmlns:a16="http://schemas.microsoft.com/office/drawing/2014/main" id="{685E3C43-4CAD-2D4C-9E17-3A20CAFBD251}"/>
                </a:ext>
              </a:extLst>
            </p:cNvPr>
            <p:cNvSpPr txBox="1"/>
            <p:nvPr/>
          </p:nvSpPr>
          <p:spPr>
            <a:xfrm>
              <a:off x="2978727" y="4907280"/>
              <a:ext cx="412933" cy="492443"/>
            </a:xfrm>
            <a:prstGeom prst="rect">
              <a:avLst/>
            </a:prstGeom>
            <a:noFill/>
          </p:spPr>
          <p:txBody>
            <a:bodyPr wrap="none" rtlCol="0">
              <a:spAutoFit/>
            </a:bodyPr>
            <a:lstStyle/>
            <a:p>
              <a:pPr defTabSz="685800">
                <a:defRPr/>
              </a:pPr>
              <a:r>
                <a:rPr lang="en-US" dirty="0">
                  <a:solidFill>
                    <a:prstClr val="black"/>
                  </a:solidFill>
                  <a:latin typeface="Calibri" panose="020F0502020204030204"/>
                </a:rPr>
                <a:t>R</a:t>
              </a:r>
            </a:p>
          </p:txBody>
        </p:sp>
      </p:grpSp>
    </p:spTree>
    <p:extLst>
      <p:ext uri="{BB962C8B-B14F-4D97-AF65-F5344CB8AC3E}">
        <p14:creationId xmlns:p14="http://schemas.microsoft.com/office/powerpoint/2010/main" val="3458835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r>
              <a:rPr kumimoji="0" lang="en-US" altLang="en-US" sz="3600" b="1" i="0" u="none" strike="noStrike" kern="1200" cap="none" spc="0" normalizeH="0" baseline="0" noProof="0" dirty="0">
                <a:ln>
                  <a:noFill/>
                </a:ln>
                <a:solidFill>
                  <a:prstClr val="black"/>
                </a:solidFill>
                <a:effectLst/>
                <a:uLnTx/>
                <a:uFillTx/>
                <a:latin typeface="Calibri Light" panose="020F0302020204030204"/>
                <a:ea typeface="ＭＳ Ｐゴシック" panose="020B0600070205080204" pitchFamily="34" charset="-128"/>
                <a:cs typeface="+mj-cs"/>
              </a:rPr>
              <a:t>Router - Scheduling</a:t>
            </a:r>
            <a:endParaRPr lang="en-US" dirty="0"/>
          </a:p>
        </p:txBody>
      </p:sp>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628649" y="1498602"/>
            <a:ext cx="4505325" cy="2737086"/>
          </a:xfrm>
        </p:spPr>
        <p:txBody>
          <a:bodyPr>
            <a:normAutofit/>
          </a:bodyPr>
          <a:lstStyle/>
          <a:p>
            <a:pPr marL="97631" indent="0">
              <a:buNone/>
            </a:pPr>
            <a:r>
              <a:rPr lang="en-US" altLang="en-US" sz="2400" dirty="0">
                <a:solidFill>
                  <a:srgbClr val="C00000"/>
                </a:solidFill>
                <a:ea typeface="ＭＳ Ｐゴシック" panose="020B0600070205080204" pitchFamily="34" charset="-128"/>
                <a:cs typeface="ＭＳ Ｐゴシック" panose="020B0600070205080204" pitchFamily="34" charset="-128"/>
              </a:rPr>
              <a:t>packet scheduling: </a:t>
            </a:r>
            <a:r>
              <a:rPr lang="en-US" altLang="en-US" sz="2400" dirty="0">
                <a:ea typeface="ＭＳ Ｐゴシック" panose="020B0600070205080204" pitchFamily="34" charset="-128"/>
                <a:cs typeface="ＭＳ Ｐゴシック" panose="020B0600070205080204" pitchFamily="34" charset="-128"/>
              </a:rPr>
              <a:t>deciding which packet to send next on link</a:t>
            </a:r>
          </a:p>
          <a:p>
            <a:pPr lvl="1">
              <a:spcBef>
                <a:spcPts val="0"/>
              </a:spcBef>
            </a:pPr>
            <a:r>
              <a:rPr lang="en-US" altLang="en-US" sz="2000" dirty="0">
                <a:ea typeface="ＭＳ Ｐゴシック" panose="020B0600070205080204" pitchFamily="34" charset="-128"/>
                <a:cs typeface="ＭＳ Ｐゴシック" panose="020B0600070205080204" pitchFamily="34" charset="-128"/>
              </a:rPr>
              <a:t>first come, first served</a:t>
            </a:r>
          </a:p>
          <a:p>
            <a:pPr lvl="1">
              <a:spcBef>
                <a:spcPts val="0"/>
              </a:spcBef>
            </a:pPr>
            <a:r>
              <a:rPr lang="en-US" altLang="en-US" sz="2000" dirty="0">
                <a:ea typeface="ＭＳ Ｐゴシック" panose="020B0600070205080204" pitchFamily="34" charset="-128"/>
                <a:cs typeface="ＭＳ Ｐゴシック" panose="020B0600070205080204" pitchFamily="34" charset="-128"/>
              </a:rPr>
              <a:t>priority</a:t>
            </a:r>
          </a:p>
          <a:p>
            <a:pPr lvl="1">
              <a:spcBef>
                <a:spcPts val="0"/>
              </a:spcBef>
            </a:pPr>
            <a:r>
              <a:rPr lang="en-US" altLang="en-US" sz="2000" dirty="0">
                <a:ea typeface="ＭＳ Ｐゴシック" panose="020B0600070205080204" pitchFamily="34" charset="-128"/>
                <a:cs typeface="ＭＳ Ｐゴシック" panose="020B0600070205080204" pitchFamily="34" charset="-128"/>
              </a:rPr>
              <a:t>round robin</a:t>
            </a:r>
          </a:p>
          <a:p>
            <a:pPr lvl="1">
              <a:spcBef>
                <a:spcPts val="0"/>
              </a:spcBef>
            </a:pPr>
            <a:r>
              <a:rPr lang="en-US" altLang="en-US" sz="2000" dirty="0">
                <a:ea typeface="ＭＳ Ｐゴシック" panose="020B0600070205080204" pitchFamily="34" charset="-128"/>
                <a:cs typeface="ＭＳ Ｐゴシック" panose="020B0600070205080204" pitchFamily="34" charset="-128"/>
              </a:rPr>
              <a:t>weighted fair queueing</a:t>
            </a:r>
          </a:p>
        </p:txBody>
      </p:sp>
      <p:sp>
        <p:nvSpPr>
          <p:cNvPr id="28" name="Slide Number Placeholder 4">
            <a:extLst>
              <a:ext uri="{FF2B5EF4-FFF2-40B4-BE49-F238E27FC236}">
                <a16:creationId xmlns:a16="http://schemas.microsoft.com/office/drawing/2014/main" id="{91E817A0-66D3-8C45-8001-AAAD30C6483E}"/>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31</a:t>
            </a:fld>
            <a:endParaRPr lang="en-US" dirty="0">
              <a:solidFill>
                <a:prstClr val="white">
                  <a:lumMod val="50000"/>
                </a:prstClr>
              </a:solidFill>
              <a:latin typeface="Calibri" panose="020F0502020204030204"/>
            </a:endParaRPr>
          </a:p>
        </p:txBody>
      </p:sp>
      <p:sp>
        <p:nvSpPr>
          <p:cNvPr id="14" name="Content Placeholder 1">
            <a:extLst>
              <a:ext uri="{FF2B5EF4-FFF2-40B4-BE49-F238E27FC236}">
                <a16:creationId xmlns:a16="http://schemas.microsoft.com/office/drawing/2014/main" id="{017C4922-A89B-2D44-942B-27D216DF220C}"/>
              </a:ext>
            </a:extLst>
          </p:cNvPr>
          <p:cNvSpPr txBox="1">
            <a:spLocks/>
          </p:cNvSpPr>
          <p:nvPr/>
        </p:nvSpPr>
        <p:spPr>
          <a:xfrm>
            <a:off x="4686300" y="2867145"/>
            <a:ext cx="4050926" cy="245872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00025" indent="0" defTabSz="685800">
              <a:lnSpc>
                <a:spcPct val="100000"/>
              </a:lnSpc>
              <a:spcBef>
                <a:spcPts val="300"/>
              </a:spcBef>
              <a:buNone/>
              <a:defRPr/>
            </a:pPr>
            <a:r>
              <a:rPr lang="en-US" altLang="en-US" sz="2000" dirty="0">
                <a:solidFill>
                  <a:srgbClr val="C00000"/>
                </a:solidFill>
                <a:ea typeface="ＭＳ Ｐゴシック" panose="020B0600070205080204" pitchFamily="34" charset="-128"/>
                <a:cs typeface="ＭＳ Ｐゴシック" panose="020B0600070205080204" pitchFamily="34" charset="-128"/>
              </a:rPr>
              <a:t>FCFS: </a:t>
            </a:r>
            <a:r>
              <a:rPr lang="en-US" altLang="en-US" sz="2000" dirty="0">
                <a:solidFill>
                  <a:prstClr val="black"/>
                </a:solidFill>
                <a:ea typeface="ＭＳ Ｐゴシック" panose="020B0600070205080204" pitchFamily="34" charset="-128"/>
                <a:cs typeface="ＭＳ Ｐゴシック" panose="020B0600070205080204" pitchFamily="34" charset="-128"/>
              </a:rPr>
              <a:t>packets transmitted in order of arrival to output port</a:t>
            </a:r>
            <a:endPar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endParaRPr>
          </a:p>
          <a:p>
            <a:pPr marL="390525" indent="-190500" defTabSz="685800">
              <a:lnSpc>
                <a:spcPct val="100000"/>
              </a:lnSpc>
              <a:spcBef>
                <a:spcPts val="300"/>
              </a:spcBef>
              <a:defRPr/>
            </a:pPr>
            <a:r>
              <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rPr>
              <a:t>aka: First-in-first-out (FIFO) </a:t>
            </a:r>
          </a:p>
          <a:p>
            <a:pPr marL="390525" indent="-190500" defTabSz="685800">
              <a:lnSpc>
                <a:spcPct val="100000"/>
              </a:lnSpc>
              <a:spcBef>
                <a:spcPts val="300"/>
              </a:spcBef>
              <a:defRPr/>
            </a:pPr>
            <a:r>
              <a:rPr lang="en-US" altLang="en-US" sz="2100" dirty="0">
                <a:solidFill>
                  <a:prstClr val="black"/>
                </a:solidFill>
                <a:latin typeface="Calibri" panose="020F0502020204030204"/>
                <a:ea typeface="Gill Sans MT" panose="020B0502020104020203" pitchFamily="34" charset="77"/>
                <a:cs typeface="Gill Sans MT" panose="020B0502020104020203" pitchFamily="34" charset="77"/>
              </a:rPr>
              <a:t>real world examples?</a:t>
            </a:r>
          </a:p>
          <a:p>
            <a:pPr marL="302419" indent="-292894" defTabSz="685800">
              <a:spcBef>
                <a:spcPts val="750"/>
              </a:spcBef>
              <a:buNone/>
              <a:defRPr/>
            </a:pPr>
            <a:endPar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endParaRPr>
          </a:p>
        </p:txBody>
      </p:sp>
      <p:grpSp>
        <p:nvGrpSpPr>
          <p:cNvPr id="55" name="Group 54">
            <a:extLst>
              <a:ext uri="{FF2B5EF4-FFF2-40B4-BE49-F238E27FC236}">
                <a16:creationId xmlns:a16="http://schemas.microsoft.com/office/drawing/2014/main" id="{2A80F58A-5FC4-4446-97BA-771F9109F896}"/>
              </a:ext>
            </a:extLst>
          </p:cNvPr>
          <p:cNvGrpSpPr/>
          <p:nvPr/>
        </p:nvGrpSpPr>
        <p:grpSpPr>
          <a:xfrm>
            <a:off x="681203" y="4274953"/>
            <a:ext cx="3279576" cy="1292688"/>
            <a:chOff x="609012" y="4257679"/>
            <a:chExt cx="4372767" cy="1723584"/>
          </a:xfrm>
        </p:grpSpPr>
        <p:grpSp>
          <p:nvGrpSpPr>
            <p:cNvPr id="56" name="Group 55">
              <a:extLst>
                <a:ext uri="{FF2B5EF4-FFF2-40B4-BE49-F238E27FC236}">
                  <a16:creationId xmlns:a16="http://schemas.microsoft.com/office/drawing/2014/main" id="{17FAEAF2-1BE5-E148-A0DA-4AEE65AAA49F}"/>
                </a:ext>
              </a:extLst>
            </p:cNvPr>
            <p:cNvGrpSpPr/>
            <p:nvPr/>
          </p:nvGrpSpPr>
          <p:grpSpPr>
            <a:xfrm>
              <a:off x="609012" y="4257679"/>
              <a:ext cx="4372767" cy="1723584"/>
              <a:chOff x="609012" y="4257679"/>
              <a:chExt cx="4372767" cy="1723584"/>
            </a:xfrm>
          </p:grpSpPr>
          <p:grpSp>
            <p:nvGrpSpPr>
              <p:cNvPr id="58" name="Group 25">
                <a:extLst>
                  <a:ext uri="{FF2B5EF4-FFF2-40B4-BE49-F238E27FC236}">
                    <a16:creationId xmlns:a16="http://schemas.microsoft.com/office/drawing/2014/main" id="{0CB0EC2A-B069-6B46-8D32-DC40F3C2AF4C}"/>
                  </a:ext>
                </a:extLst>
              </p:cNvPr>
              <p:cNvGrpSpPr>
                <a:grpSpLocks/>
              </p:cNvGrpSpPr>
              <p:nvPr/>
            </p:nvGrpSpPr>
            <p:grpSpPr bwMode="auto">
              <a:xfrm>
                <a:off x="1468086" y="4855765"/>
                <a:ext cx="939800" cy="565150"/>
                <a:chOff x="1670312" y="2562997"/>
                <a:chExt cx="940317" cy="565219"/>
              </a:xfrm>
            </p:grpSpPr>
            <p:grpSp>
              <p:nvGrpSpPr>
                <p:cNvPr id="68" name="Group 28">
                  <a:extLst>
                    <a:ext uri="{FF2B5EF4-FFF2-40B4-BE49-F238E27FC236}">
                      <a16:creationId xmlns:a16="http://schemas.microsoft.com/office/drawing/2014/main" id="{11F93012-070C-1E41-8EAA-D3A75FBA071D}"/>
                    </a:ext>
                  </a:extLst>
                </p:cNvPr>
                <p:cNvGrpSpPr>
                  <a:grpSpLocks/>
                </p:cNvGrpSpPr>
                <p:nvPr/>
              </p:nvGrpSpPr>
              <p:grpSpPr bwMode="auto">
                <a:xfrm>
                  <a:off x="1670312" y="2562997"/>
                  <a:ext cx="929822" cy="565219"/>
                  <a:chOff x="1670312" y="2562997"/>
                  <a:chExt cx="929822" cy="565219"/>
                </a:xfrm>
              </p:grpSpPr>
              <p:sp>
                <p:nvSpPr>
                  <p:cNvPr id="70" name="Rectangle 30">
                    <a:extLst>
                      <a:ext uri="{FF2B5EF4-FFF2-40B4-BE49-F238E27FC236}">
                        <a16:creationId xmlns:a16="http://schemas.microsoft.com/office/drawing/2014/main" id="{2C75C2B8-AB3B-554D-A4AA-E3F2E23815E3}"/>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71" name="Straight Connector 31">
                    <a:extLst>
                      <a:ext uri="{FF2B5EF4-FFF2-40B4-BE49-F238E27FC236}">
                        <a16:creationId xmlns:a16="http://schemas.microsoft.com/office/drawing/2014/main" id="{2469B9C6-CD94-934E-BB88-E141D725DD0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Straight Connector 32">
                    <a:extLst>
                      <a:ext uri="{FF2B5EF4-FFF2-40B4-BE49-F238E27FC236}">
                        <a16:creationId xmlns:a16="http://schemas.microsoft.com/office/drawing/2014/main" id="{D41E5CD4-400E-0B42-B2C4-7F0943E95E18}"/>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Straight Connector 33">
                    <a:extLst>
                      <a:ext uri="{FF2B5EF4-FFF2-40B4-BE49-F238E27FC236}">
                        <a16:creationId xmlns:a16="http://schemas.microsoft.com/office/drawing/2014/main" id="{769D9546-407D-5F4E-BC92-364EAE5E6250}"/>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Straight Connector 34">
                    <a:extLst>
                      <a:ext uri="{FF2B5EF4-FFF2-40B4-BE49-F238E27FC236}">
                        <a16:creationId xmlns:a16="http://schemas.microsoft.com/office/drawing/2014/main" id="{52462C09-D78E-CC40-B1F0-0347630F0CF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Straight Connector 35">
                    <a:extLst>
                      <a:ext uri="{FF2B5EF4-FFF2-40B4-BE49-F238E27FC236}">
                        <a16:creationId xmlns:a16="http://schemas.microsoft.com/office/drawing/2014/main" id="{FD9FBF90-862D-6243-88A8-943C60AE7D1B}"/>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Straight Connector 36">
                    <a:extLst>
                      <a:ext uri="{FF2B5EF4-FFF2-40B4-BE49-F238E27FC236}">
                        <a16:creationId xmlns:a16="http://schemas.microsoft.com/office/drawing/2014/main" id="{45A88AAC-9044-E54F-9F98-99B835630E55}"/>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Straight Connector 37">
                    <a:extLst>
                      <a:ext uri="{FF2B5EF4-FFF2-40B4-BE49-F238E27FC236}">
                        <a16:creationId xmlns:a16="http://schemas.microsoft.com/office/drawing/2014/main" id="{F7F08E2E-320E-534E-B4AC-B12B9C339E2C}"/>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9" name="Rectangle 29">
                  <a:extLst>
                    <a:ext uri="{FF2B5EF4-FFF2-40B4-BE49-F238E27FC236}">
                      <a16:creationId xmlns:a16="http://schemas.microsoft.com/office/drawing/2014/main" id="{36D9872C-F8E2-8A4A-A047-D6478C5BB5AE}"/>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59" name="Oval 27">
                <a:extLst>
                  <a:ext uri="{FF2B5EF4-FFF2-40B4-BE49-F238E27FC236}">
                    <a16:creationId xmlns:a16="http://schemas.microsoft.com/office/drawing/2014/main" id="{A7CE2ECE-11DE-5544-931E-410A4A566BE5}"/>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60" name="Straight Arrow Connector 11">
                <a:extLst>
                  <a:ext uri="{FF2B5EF4-FFF2-40B4-BE49-F238E27FC236}">
                    <a16:creationId xmlns:a16="http://schemas.microsoft.com/office/drawing/2014/main" id="{DCF1BAC9-E12A-E841-BA7A-C9C0DD83BD55}"/>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TextBox 17">
                <a:extLst>
                  <a:ext uri="{FF2B5EF4-FFF2-40B4-BE49-F238E27FC236}">
                    <a16:creationId xmlns:a16="http://schemas.microsoft.com/office/drawing/2014/main" id="{5E49E137-F477-F348-8FE7-4ABBE8FDFE56}"/>
                  </a:ext>
                </a:extLst>
              </p:cNvPr>
              <p:cNvSpPr txBox="1">
                <a:spLocks noChangeArrowheads="1"/>
              </p:cNvSpPr>
              <p:nvPr/>
            </p:nvSpPr>
            <p:spPr bwMode="auto">
              <a:xfrm>
                <a:off x="1249738" y="5422502"/>
                <a:ext cx="1338401"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prstClr val="black"/>
                    </a:solidFill>
                    <a:cs typeface="Arial" panose="020B0604020202020204" pitchFamily="34" charset="0"/>
                  </a:rPr>
                  <a:t>queue</a:t>
                </a:r>
              </a:p>
              <a:p>
                <a:pPr algn="ctr" defTabSz="685800">
                  <a:defRPr/>
                </a:pPr>
                <a:r>
                  <a:rPr lang="en-US" altLang="en-US" sz="1050" dirty="0">
                    <a:solidFill>
                      <a:prstClr val="black"/>
                    </a:solidFill>
                    <a:cs typeface="Arial" panose="020B0604020202020204" pitchFamily="34" charset="0"/>
                  </a:rPr>
                  <a:t>(waiting area)</a:t>
                </a:r>
              </a:p>
            </p:txBody>
          </p:sp>
          <p:sp>
            <p:nvSpPr>
              <p:cNvPr id="62" name="TextBox 18">
                <a:extLst>
                  <a:ext uri="{FF2B5EF4-FFF2-40B4-BE49-F238E27FC236}">
                    <a16:creationId xmlns:a16="http://schemas.microsoft.com/office/drawing/2014/main" id="{6D64E906-2FAC-AA42-95D2-E76C2336B78F}"/>
                  </a:ext>
                </a:extLst>
              </p:cNvPr>
              <p:cNvSpPr txBox="1">
                <a:spLocks noChangeArrowheads="1"/>
              </p:cNvSpPr>
              <p:nvPr/>
            </p:nvSpPr>
            <p:spPr bwMode="auto">
              <a:xfrm>
                <a:off x="609012" y="5182790"/>
                <a:ext cx="827579"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prstClr val="black"/>
                    </a:solidFill>
                    <a:cs typeface="Arial" panose="020B0604020202020204" pitchFamily="34" charset="0"/>
                  </a:rPr>
                  <a:t>packet</a:t>
                </a:r>
              </a:p>
              <a:p>
                <a:pPr algn="ctr" defTabSz="685800">
                  <a:defRPr/>
                </a:pPr>
                <a:r>
                  <a:rPr lang="en-US" altLang="en-US" sz="1050" dirty="0">
                    <a:solidFill>
                      <a:prstClr val="black"/>
                    </a:solidFill>
                    <a:cs typeface="Arial" panose="020B0604020202020204" pitchFamily="34" charset="0"/>
                  </a:rPr>
                  <a:t>arrivals</a:t>
                </a:r>
              </a:p>
            </p:txBody>
          </p:sp>
          <p:cxnSp>
            <p:nvCxnSpPr>
              <p:cNvPr id="63" name="Straight Arrow Connector 20">
                <a:extLst>
                  <a:ext uri="{FF2B5EF4-FFF2-40B4-BE49-F238E27FC236}">
                    <a16:creationId xmlns:a16="http://schemas.microsoft.com/office/drawing/2014/main" id="{F6675473-30B9-304E-A212-FF495FFE1685}"/>
                  </a:ext>
                </a:extLst>
              </p:cNvPr>
              <p:cNvCxnSpPr>
                <a:cxnSpLocks noChangeShapeType="1"/>
                <a:stCxn id="59"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TextBox 22">
                <a:extLst>
                  <a:ext uri="{FF2B5EF4-FFF2-40B4-BE49-F238E27FC236}">
                    <a16:creationId xmlns:a16="http://schemas.microsoft.com/office/drawing/2014/main" id="{C87172FA-C0F3-774D-9F69-A237EEE6F006}"/>
                  </a:ext>
                </a:extLst>
              </p:cNvPr>
              <p:cNvSpPr txBox="1">
                <a:spLocks noChangeArrowheads="1"/>
              </p:cNvSpPr>
              <p:nvPr/>
            </p:nvSpPr>
            <p:spPr bwMode="auto">
              <a:xfrm>
                <a:off x="3874210" y="4931966"/>
                <a:ext cx="1107569"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prstClr val="black"/>
                    </a:solidFill>
                    <a:cs typeface="Arial" panose="020B0604020202020204" pitchFamily="34" charset="0"/>
                  </a:rPr>
                  <a:t>packet</a:t>
                </a:r>
              </a:p>
              <a:p>
                <a:pPr algn="ctr" defTabSz="685800">
                  <a:defRPr/>
                </a:pPr>
                <a:r>
                  <a:rPr lang="en-US" altLang="en-US" sz="1050" dirty="0">
                    <a:solidFill>
                      <a:prstClr val="black"/>
                    </a:solidFill>
                    <a:cs typeface="Arial" panose="020B0604020202020204" pitchFamily="34" charset="0"/>
                  </a:rPr>
                  <a:t>departures</a:t>
                </a:r>
              </a:p>
            </p:txBody>
          </p:sp>
          <p:sp>
            <p:nvSpPr>
              <p:cNvPr id="65" name="TextBox 23">
                <a:extLst>
                  <a:ext uri="{FF2B5EF4-FFF2-40B4-BE49-F238E27FC236}">
                    <a16:creationId xmlns:a16="http://schemas.microsoft.com/office/drawing/2014/main" id="{0134756B-A86E-554E-99E5-B8473445445C}"/>
                  </a:ext>
                </a:extLst>
              </p:cNvPr>
              <p:cNvSpPr txBox="1">
                <a:spLocks noChangeArrowheads="1"/>
              </p:cNvSpPr>
              <p:nvPr/>
            </p:nvSpPr>
            <p:spPr bwMode="auto">
              <a:xfrm>
                <a:off x="2684436" y="5427266"/>
                <a:ext cx="915208"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a:defRPr/>
                </a:pPr>
                <a:r>
                  <a:rPr lang="en-US" altLang="en-US" sz="1050" dirty="0">
                    <a:solidFill>
                      <a:prstClr val="black"/>
                    </a:solidFill>
                    <a:cs typeface="Arial" panose="020B0604020202020204" pitchFamily="34" charset="0"/>
                  </a:rPr>
                  <a:t>link</a:t>
                </a:r>
              </a:p>
              <a:p>
                <a:pPr algn="ctr" defTabSz="685800">
                  <a:defRPr/>
                </a:pPr>
                <a:r>
                  <a:rPr lang="en-US" altLang="en-US" sz="1050" dirty="0">
                    <a:solidFill>
                      <a:prstClr val="black"/>
                    </a:solidFill>
                    <a:cs typeface="Arial" panose="020B0604020202020204" pitchFamily="34" charset="0"/>
                  </a:rPr>
                  <a:t> (server)</a:t>
                </a:r>
              </a:p>
            </p:txBody>
          </p:sp>
          <p:cxnSp>
            <p:nvCxnSpPr>
              <p:cNvPr id="66" name="Straight Arrow Connector 52">
                <a:extLst>
                  <a:ext uri="{FF2B5EF4-FFF2-40B4-BE49-F238E27FC236}">
                    <a16:creationId xmlns:a16="http://schemas.microsoft.com/office/drawing/2014/main" id="{E0FA1304-B707-A043-AED3-3B49BD5DCCBF}"/>
                  </a:ext>
                </a:extLst>
              </p:cNvPr>
              <p:cNvCxnSpPr>
                <a:cxnSpLocks noChangeShapeType="1"/>
                <a:stCxn id="69" idx="3"/>
                <a:endCxn id="59"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Box 66">
                <a:extLst>
                  <a:ext uri="{FF2B5EF4-FFF2-40B4-BE49-F238E27FC236}">
                    <a16:creationId xmlns:a16="http://schemas.microsoft.com/office/drawing/2014/main" id="{BEBA214F-B9F2-CF47-81A7-CD7118A326B6}"/>
                  </a:ext>
                </a:extLst>
              </p:cNvPr>
              <p:cNvSpPr txBox="1"/>
              <p:nvPr/>
            </p:nvSpPr>
            <p:spPr>
              <a:xfrm>
                <a:off x="614363" y="4257679"/>
                <a:ext cx="2868393" cy="553997"/>
              </a:xfrm>
              <a:prstGeom prst="rect">
                <a:avLst/>
              </a:prstGeom>
              <a:noFill/>
            </p:spPr>
            <p:txBody>
              <a:bodyPr wrap="none" rtlCol="0">
                <a:spAutoFit/>
              </a:bodyPr>
              <a:lstStyle/>
              <a:p>
                <a:pPr defTabSz="685800">
                  <a:defRPr/>
                </a:pPr>
                <a:r>
                  <a:rPr lang="en-US" sz="2100" dirty="0">
                    <a:solidFill>
                      <a:prstClr val="black"/>
                    </a:solidFill>
                    <a:latin typeface="Calibri" panose="020F0502020204030204"/>
                  </a:rPr>
                  <a:t>Abstraction</a:t>
                </a:r>
                <a:r>
                  <a:rPr lang="en-US" dirty="0">
                    <a:solidFill>
                      <a:prstClr val="black"/>
                    </a:solidFill>
                    <a:latin typeface="Calibri" panose="020F0502020204030204"/>
                  </a:rPr>
                  <a:t>: queue</a:t>
                </a:r>
              </a:p>
            </p:txBody>
          </p:sp>
        </p:grpSp>
        <p:sp>
          <p:nvSpPr>
            <p:cNvPr id="57" name="TextBox 56">
              <a:extLst>
                <a:ext uri="{FF2B5EF4-FFF2-40B4-BE49-F238E27FC236}">
                  <a16:creationId xmlns:a16="http://schemas.microsoft.com/office/drawing/2014/main" id="{7ACC4285-D642-A34C-B0E5-42C38A2C1EBF}"/>
                </a:ext>
              </a:extLst>
            </p:cNvPr>
            <p:cNvSpPr txBox="1"/>
            <p:nvPr/>
          </p:nvSpPr>
          <p:spPr>
            <a:xfrm>
              <a:off x="2978727" y="4907280"/>
              <a:ext cx="412933" cy="492443"/>
            </a:xfrm>
            <a:prstGeom prst="rect">
              <a:avLst/>
            </a:prstGeom>
            <a:noFill/>
          </p:spPr>
          <p:txBody>
            <a:bodyPr wrap="none" rtlCol="0">
              <a:spAutoFit/>
            </a:bodyPr>
            <a:lstStyle/>
            <a:p>
              <a:pPr defTabSz="685800">
                <a:defRPr/>
              </a:pPr>
              <a:r>
                <a:rPr lang="en-US" dirty="0">
                  <a:solidFill>
                    <a:prstClr val="black"/>
                  </a:solidFill>
                  <a:latin typeface="Calibri" panose="020F0502020204030204"/>
                </a:rPr>
                <a:t>R</a:t>
              </a:r>
            </a:p>
          </p:txBody>
        </p:sp>
      </p:grpSp>
    </p:spTree>
    <p:extLst>
      <p:ext uri="{BB962C8B-B14F-4D97-AF65-F5344CB8AC3E}">
        <p14:creationId xmlns:p14="http://schemas.microsoft.com/office/powerpoint/2010/main" val="325180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r>
              <a:rPr kumimoji="0" lang="en-US" altLang="en-US" sz="3600" b="1" i="0" u="none" strike="noStrike" kern="1200" cap="none" spc="0" normalizeH="0" baseline="0" noProof="0" dirty="0">
                <a:ln>
                  <a:noFill/>
                </a:ln>
                <a:solidFill>
                  <a:prstClr val="black"/>
                </a:solidFill>
                <a:effectLst/>
                <a:uLnTx/>
                <a:uFillTx/>
                <a:latin typeface="Calibri Light" panose="020F0302020204030204"/>
                <a:ea typeface="ＭＳ Ｐゴシック" panose="020B0600070205080204" pitchFamily="34" charset="-128"/>
                <a:cs typeface="+mj-cs"/>
              </a:rPr>
              <a:t>Router - Scheduling</a:t>
            </a:r>
            <a:endParaRPr lang="en-US" dirty="0"/>
          </a:p>
        </p:txBody>
      </p:sp>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628650" y="1498603"/>
            <a:ext cx="3728660" cy="1691726"/>
          </a:xfrm>
        </p:spPr>
        <p:txBody>
          <a:bodyPr>
            <a:normAutofit lnSpcReduction="10000"/>
          </a:bodyPr>
          <a:lstStyle/>
          <a:p>
            <a:pPr>
              <a:buNone/>
            </a:pPr>
            <a:r>
              <a:rPr lang="en-US" altLang="en-US" sz="2400" i="1" dirty="0">
                <a:solidFill>
                  <a:srgbClr val="CC0000"/>
                </a:solidFill>
                <a:ea typeface="ＭＳ Ｐゴシック" panose="020B0600070205080204" pitchFamily="34" charset="-128"/>
                <a:cs typeface="ＭＳ Ｐゴシック" panose="020B0600070205080204" pitchFamily="34" charset="-128"/>
              </a:rPr>
              <a:t>Priority scheduling: </a:t>
            </a:r>
          </a:p>
          <a:p>
            <a:pPr marL="386954" indent="-208360"/>
            <a:r>
              <a:rPr lang="en-US" altLang="en-US" sz="2400" dirty="0">
                <a:ea typeface="ＭＳ Ｐゴシック" panose="020B0600070205080204" pitchFamily="34" charset="-128"/>
                <a:cs typeface="ＭＳ Ｐゴシック" panose="020B0600070205080204" pitchFamily="34" charset="-128"/>
              </a:rPr>
              <a:t>arriving traffic classified, queued by class</a:t>
            </a:r>
          </a:p>
          <a:p>
            <a:pPr marL="603647" lvl="1" indent="-167879"/>
            <a:r>
              <a:rPr lang="en-US" altLang="en-US" sz="2100" dirty="0">
                <a:ea typeface="ＭＳ Ｐゴシック" panose="020B0600070205080204" pitchFamily="34" charset="-128"/>
                <a:cs typeface="ＭＳ Ｐゴシック" panose="020B0600070205080204" pitchFamily="34" charset="-128"/>
              </a:rPr>
              <a:t>any header fields can be used for classification</a:t>
            </a:r>
          </a:p>
        </p:txBody>
      </p:sp>
      <p:sp>
        <p:nvSpPr>
          <p:cNvPr id="117" name="Slide Number Placeholder 4">
            <a:extLst>
              <a:ext uri="{FF2B5EF4-FFF2-40B4-BE49-F238E27FC236}">
                <a16:creationId xmlns:a16="http://schemas.microsoft.com/office/drawing/2014/main" id="{B39E7F7E-5ABD-0848-8F48-93D47E0EAB80}"/>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32</a:t>
            </a:fld>
            <a:endParaRPr lang="en-US" dirty="0">
              <a:solidFill>
                <a:prstClr val="white">
                  <a:lumMod val="50000"/>
                </a:prstClr>
              </a:solidFill>
              <a:latin typeface="Calibri" panose="020F0502020204030204"/>
            </a:endParaRPr>
          </a:p>
        </p:txBody>
      </p:sp>
      <p:grpSp>
        <p:nvGrpSpPr>
          <p:cNvPr id="172" name="Group 25">
            <a:extLst>
              <a:ext uri="{FF2B5EF4-FFF2-40B4-BE49-F238E27FC236}">
                <a16:creationId xmlns:a16="http://schemas.microsoft.com/office/drawing/2014/main" id="{D29AA7AB-4B29-484B-B16E-5A0377B37697}"/>
              </a:ext>
            </a:extLst>
          </p:cNvPr>
          <p:cNvGrpSpPr>
            <a:grpSpLocks/>
          </p:cNvGrpSpPr>
          <p:nvPr/>
        </p:nvGrpSpPr>
        <p:grpSpPr bwMode="auto">
          <a:xfrm>
            <a:off x="6326741" y="2762249"/>
            <a:ext cx="699374" cy="435260"/>
            <a:chOff x="1670312" y="2557567"/>
            <a:chExt cx="932470" cy="580220"/>
          </a:xfrm>
        </p:grpSpPr>
        <p:sp>
          <p:nvSpPr>
            <p:cNvPr id="187" name="Rectangle 186">
              <a:extLst>
                <a:ext uri="{FF2B5EF4-FFF2-40B4-BE49-F238E27FC236}">
                  <a16:creationId xmlns:a16="http://schemas.microsoft.com/office/drawing/2014/main" id="{4F27A407-CAD2-654D-B519-29624580BA51}"/>
                </a:ext>
              </a:extLst>
            </p:cNvPr>
            <p:cNvSpPr/>
            <p:nvPr/>
          </p:nvSpPr>
          <p:spPr>
            <a:xfrm>
              <a:off x="2254738" y="2557567"/>
              <a:ext cx="348044" cy="580220"/>
            </a:xfrm>
            <a:prstGeom prst="rect">
              <a:avLst/>
            </a:prstGeom>
            <a:solidFill>
              <a:srgbClr val="00B050"/>
            </a:solidFill>
            <a:ln w="15875">
              <a:noFill/>
            </a:ln>
          </p:spPr>
          <p:txBody>
            <a:bodyPr wrap="none"/>
            <a:lstStyle/>
            <a:p>
              <a:pPr defTabSz="685800" eaLnBrk="0" fontAlgn="base" hangingPunct="0">
                <a:spcBef>
                  <a:spcPct val="0"/>
                </a:spcBef>
                <a:spcAft>
                  <a:spcPct val="0"/>
                </a:spcAft>
                <a:defRPr/>
              </a:pPr>
              <a:endParaRPr lang="en-US" sz="1350" kern="0" dirty="0">
                <a:solidFill>
                  <a:srgbClr val="000000"/>
                </a:solidFill>
                <a:latin typeface="Comic Sans MS" pitchFamily="66" charset="0"/>
                <a:ea typeface="ＭＳ Ｐゴシック" charset="0"/>
                <a:cs typeface="ＭＳ Ｐゴシック" charset="0"/>
              </a:endParaRPr>
            </a:p>
          </p:txBody>
        </p:sp>
        <p:grpSp>
          <p:nvGrpSpPr>
            <p:cNvPr id="186" name="Group 39">
              <a:extLst>
                <a:ext uri="{FF2B5EF4-FFF2-40B4-BE49-F238E27FC236}">
                  <a16:creationId xmlns:a16="http://schemas.microsoft.com/office/drawing/2014/main" id="{1F49319F-C1B9-5448-8932-EDC4FDA07A8F}"/>
                </a:ext>
              </a:extLst>
            </p:cNvPr>
            <p:cNvGrpSpPr>
              <a:grpSpLocks/>
            </p:cNvGrpSpPr>
            <p:nvPr/>
          </p:nvGrpSpPr>
          <p:grpSpPr bwMode="auto">
            <a:xfrm>
              <a:off x="1670312" y="2562997"/>
              <a:ext cx="929822" cy="565219"/>
              <a:chOff x="1670312" y="2562997"/>
              <a:chExt cx="929822" cy="565219"/>
            </a:xfrm>
          </p:grpSpPr>
          <p:sp>
            <p:nvSpPr>
              <p:cNvPr id="188" name="Rectangle 41">
                <a:extLst>
                  <a:ext uri="{FF2B5EF4-FFF2-40B4-BE49-F238E27FC236}">
                    <a16:creationId xmlns:a16="http://schemas.microsoft.com/office/drawing/2014/main" id="{419B0B07-E14F-574A-A6D3-5EF2081F5CE8}"/>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cxnSp>
            <p:nvCxnSpPr>
              <p:cNvPr id="189" name="Straight Connector 42">
                <a:extLst>
                  <a:ext uri="{FF2B5EF4-FFF2-40B4-BE49-F238E27FC236}">
                    <a16:creationId xmlns:a16="http://schemas.microsoft.com/office/drawing/2014/main" id="{092A6E7E-73F6-2849-B5B2-C6955AC9F6F4}"/>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Straight Connector 43">
                <a:extLst>
                  <a:ext uri="{FF2B5EF4-FFF2-40B4-BE49-F238E27FC236}">
                    <a16:creationId xmlns:a16="http://schemas.microsoft.com/office/drawing/2014/main" id="{80314DF4-FA34-A749-807A-6B5E4D9827CF}"/>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Straight Connector 44">
                <a:extLst>
                  <a:ext uri="{FF2B5EF4-FFF2-40B4-BE49-F238E27FC236}">
                    <a16:creationId xmlns:a16="http://schemas.microsoft.com/office/drawing/2014/main" id="{151DE241-B625-BC49-B4B6-56DFF1F4858F}"/>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2" name="Straight Connector 45">
                <a:extLst>
                  <a:ext uri="{FF2B5EF4-FFF2-40B4-BE49-F238E27FC236}">
                    <a16:creationId xmlns:a16="http://schemas.microsoft.com/office/drawing/2014/main" id="{DAA11CD9-3EF6-6548-909A-06733C388099}"/>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3" name="Straight Connector 46">
                <a:extLst>
                  <a:ext uri="{FF2B5EF4-FFF2-40B4-BE49-F238E27FC236}">
                    <a16:creationId xmlns:a16="http://schemas.microsoft.com/office/drawing/2014/main" id="{AECF307B-27BA-2244-B46E-31F0A1B4522A}"/>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Straight Connector 47">
                <a:extLst>
                  <a:ext uri="{FF2B5EF4-FFF2-40B4-BE49-F238E27FC236}">
                    <a16:creationId xmlns:a16="http://schemas.microsoft.com/office/drawing/2014/main" id="{ED8A1684-6836-3741-B33E-B3955A845CEC}"/>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 name="Straight Connector 48">
                <a:extLst>
                  <a:ext uri="{FF2B5EF4-FFF2-40B4-BE49-F238E27FC236}">
                    <a16:creationId xmlns:a16="http://schemas.microsoft.com/office/drawing/2014/main" id="{2EDC3350-9B5F-E74E-96B1-C12522F74AD5}"/>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73" name="Group 26">
            <a:extLst>
              <a:ext uri="{FF2B5EF4-FFF2-40B4-BE49-F238E27FC236}">
                <a16:creationId xmlns:a16="http://schemas.microsoft.com/office/drawing/2014/main" id="{EBCAE18E-9192-9743-9EDB-C1BF166860C5}"/>
              </a:ext>
            </a:extLst>
          </p:cNvPr>
          <p:cNvGrpSpPr>
            <a:grpSpLocks/>
          </p:cNvGrpSpPr>
          <p:nvPr/>
        </p:nvGrpSpPr>
        <p:grpSpPr bwMode="auto">
          <a:xfrm>
            <a:off x="6301901" y="2258667"/>
            <a:ext cx="705260" cy="425152"/>
            <a:chOff x="1670312" y="2561471"/>
            <a:chExt cx="940317" cy="566745"/>
          </a:xfrm>
          <a:effectLst>
            <a:outerShdw blurRad="50800" dist="38100" dir="2700000" algn="tl" rotWithShape="0">
              <a:prstClr val="black">
                <a:alpha val="40000"/>
              </a:prstClr>
            </a:outerShdw>
          </a:effectLst>
        </p:grpSpPr>
        <p:sp>
          <p:nvSpPr>
            <p:cNvPr id="177" name="Rectangle 30">
              <a:extLst>
                <a:ext uri="{FF2B5EF4-FFF2-40B4-BE49-F238E27FC236}">
                  <a16:creationId xmlns:a16="http://schemas.microsoft.com/office/drawing/2014/main" id="{1EC31351-D048-AB4C-9597-34C78CD4271E}"/>
                </a:ext>
              </a:extLst>
            </p:cNvPr>
            <p:cNvSpPr>
              <a:spLocks noChangeArrowheads="1"/>
            </p:cNvSpPr>
            <p:nvPr/>
          </p:nvSpPr>
          <p:spPr bwMode="auto">
            <a:xfrm>
              <a:off x="1916862" y="2561471"/>
              <a:ext cx="693767" cy="561283"/>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176" name="Group 29">
              <a:extLst>
                <a:ext uri="{FF2B5EF4-FFF2-40B4-BE49-F238E27FC236}">
                  <a16:creationId xmlns:a16="http://schemas.microsoft.com/office/drawing/2014/main" id="{C9195E19-089C-0F4A-A590-A8DFCA59B1DB}"/>
                </a:ext>
              </a:extLst>
            </p:cNvPr>
            <p:cNvGrpSpPr>
              <a:grpSpLocks/>
            </p:cNvGrpSpPr>
            <p:nvPr/>
          </p:nvGrpSpPr>
          <p:grpSpPr bwMode="auto">
            <a:xfrm>
              <a:off x="1670312" y="2562997"/>
              <a:ext cx="929822" cy="565219"/>
              <a:chOff x="1670312" y="2562997"/>
              <a:chExt cx="929822" cy="565219"/>
            </a:xfrm>
          </p:grpSpPr>
          <p:sp>
            <p:nvSpPr>
              <p:cNvPr id="178" name="Rectangle 31">
                <a:extLst>
                  <a:ext uri="{FF2B5EF4-FFF2-40B4-BE49-F238E27FC236}">
                    <a16:creationId xmlns:a16="http://schemas.microsoft.com/office/drawing/2014/main" id="{4601C83D-8525-6C46-A5A1-282E20FBCA00}"/>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cxnSp>
            <p:nvCxnSpPr>
              <p:cNvPr id="179" name="Straight Connector 32">
                <a:extLst>
                  <a:ext uri="{FF2B5EF4-FFF2-40B4-BE49-F238E27FC236}">
                    <a16:creationId xmlns:a16="http://schemas.microsoft.com/office/drawing/2014/main" id="{46FEDEF7-94ED-654C-A714-5DA44949241C}"/>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Straight Connector 33">
                <a:extLst>
                  <a:ext uri="{FF2B5EF4-FFF2-40B4-BE49-F238E27FC236}">
                    <a16:creationId xmlns:a16="http://schemas.microsoft.com/office/drawing/2014/main" id="{8AEE757F-2AA1-A049-996E-CD65BB439B4D}"/>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Straight Connector 34">
                <a:extLst>
                  <a:ext uri="{FF2B5EF4-FFF2-40B4-BE49-F238E27FC236}">
                    <a16:creationId xmlns:a16="http://schemas.microsoft.com/office/drawing/2014/main" id="{6FBD7A30-4DFE-9741-94DF-756F5091DAC7}"/>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Straight Connector 35">
                <a:extLst>
                  <a:ext uri="{FF2B5EF4-FFF2-40B4-BE49-F238E27FC236}">
                    <a16:creationId xmlns:a16="http://schemas.microsoft.com/office/drawing/2014/main" id="{A2413EBD-2230-9C4C-A1EF-E4D4691AE360}"/>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Straight Connector 36">
                <a:extLst>
                  <a:ext uri="{FF2B5EF4-FFF2-40B4-BE49-F238E27FC236}">
                    <a16:creationId xmlns:a16="http://schemas.microsoft.com/office/drawing/2014/main" id="{50DF05E5-CAE1-2548-9217-F3494FEAF90A}"/>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Straight Connector 37">
                <a:extLst>
                  <a:ext uri="{FF2B5EF4-FFF2-40B4-BE49-F238E27FC236}">
                    <a16:creationId xmlns:a16="http://schemas.microsoft.com/office/drawing/2014/main" id="{4899B61A-4B5B-1C46-9B4B-0AEEACEDC241}"/>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Straight Connector 38">
                <a:extLst>
                  <a:ext uri="{FF2B5EF4-FFF2-40B4-BE49-F238E27FC236}">
                    <a16:creationId xmlns:a16="http://schemas.microsoft.com/office/drawing/2014/main" id="{22354FFA-0AC0-4B4E-B017-379116B17B9C}"/>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74" name="Isosceles Triangle 27">
            <a:extLst>
              <a:ext uri="{FF2B5EF4-FFF2-40B4-BE49-F238E27FC236}">
                <a16:creationId xmlns:a16="http://schemas.microsoft.com/office/drawing/2014/main" id="{6B600212-9DCE-FA45-84A4-EE6D55AC00D2}"/>
              </a:ext>
            </a:extLst>
          </p:cNvPr>
          <p:cNvSpPr>
            <a:spLocks noChangeArrowheads="1"/>
          </p:cNvSpPr>
          <p:nvPr/>
        </p:nvSpPr>
        <p:spPr bwMode="auto">
          <a:xfrm rot="5400000">
            <a:off x="5701458" y="2545472"/>
            <a:ext cx="431365" cy="322687"/>
          </a:xfrm>
          <a:prstGeom prst="triangle">
            <a:avLst>
              <a:gd name="adj" fmla="val 50000"/>
            </a:avLst>
          </a:prstGeom>
          <a:solidFill>
            <a:schemeClr val="bg1"/>
          </a:solidFill>
          <a:ln w="19050">
            <a:solidFill>
              <a:srgbClr val="000000"/>
            </a:solidFill>
            <a:miter lim="800000"/>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75" name="Oval 28">
            <a:extLst>
              <a:ext uri="{FF2B5EF4-FFF2-40B4-BE49-F238E27FC236}">
                <a16:creationId xmlns:a16="http://schemas.microsoft.com/office/drawing/2014/main" id="{D78010AB-EF5A-6941-809F-F93A8141A78F}"/>
              </a:ext>
            </a:extLst>
          </p:cNvPr>
          <p:cNvSpPr>
            <a:spLocks noChangeArrowheads="1"/>
          </p:cNvSpPr>
          <p:nvPr/>
        </p:nvSpPr>
        <p:spPr bwMode="auto">
          <a:xfrm>
            <a:off x="7104571" y="2485873"/>
            <a:ext cx="474719" cy="471713"/>
          </a:xfrm>
          <a:prstGeom prst="ellipse">
            <a:avLst/>
          </a:prstGeom>
          <a:solidFill>
            <a:schemeClr val="bg1"/>
          </a:solidFill>
          <a:ln w="19050">
            <a:solidFill>
              <a:srgbClr val="000000"/>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cxnSp>
        <p:nvCxnSpPr>
          <p:cNvPr id="157" name="Straight Arrow Connector 10">
            <a:extLst>
              <a:ext uri="{FF2B5EF4-FFF2-40B4-BE49-F238E27FC236}">
                <a16:creationId xmlns:a16="http://schemas.microsoft.com/office/drawing/2014/main" id="{807EF7CE-15BB-0345-80AA-C72219B530DE}"/>
              </a:ext>
            </a:extLst>
          </p:cNvPr>
          <p:cNvCxnSpPr>
            <a:cxnSpLocks noChangeShapeType="1"/>
            <a:stCxn id="174" idx="0"/>
            <a:endCxn id="178" idx="1"/>
          </p:cNvCxnSpPr>
          <p:nvPr/>
        </p:nvCxnSpPr>
        <p:spPr bwMode="auto">
          <a:xfrm flipV="1">
            <a:off x="6078484" y="2471042"/>
            <a:ext cx="223418" cy="235773"/>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Straight Arrow Connector 11">
            <a:extLst>
              <a:ext uri="{FF2B5EF4-FFF2-40B4-BE49-F238E27FC236}">
                <a16:creationId xmlns:a16="http://schemas.microsoft.com/office/drawing/2014/main" id="{F55CECDF-4CB3-5843-AF94-3B368134102E}"/>
              </a:ext>
            </a:extLst>
          </p:cNvPr>
          <p:cNvCxnSpPr>
            <a:cxnSpLocks noChangeShapeType="1"/>
            <a:stCxn id="174" idx="0"/>
            <a:endCxn id="188" idx="1"/>
          </p:cNvCxnSpPr>
          <p:nvPr/>
        </p:nvCxnSpPr>
        <p:spPr bwMode="auto">
          <a:xfrm>
            <a:off x="6078484" y="2706816"/>
            <a:ext cx="248258" cy="270737"/>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Straight Arrow Connector 14">
            <a:extLst>
              <a:ext uri="{FF2B5EF4-FFF2-40B4-BE49-F238E27FC236}">
                <a16:creationId xmlns:a16="http://schemas.microsoft.com/office/drawing/2014/main" id="{4F6FF0FC-694A-FB4A-B7BF-730824E84E13}"/>
              </a:ext>
            </a:extLst>
          </p:cNvPr>
          <p:cNvCxnSpPr>
            <a:cxnSpLocks noChangeShapeType="1"/>
            <a:endCxn id="175" idx="1"/>
          </p:cNvCxnSpPr>
          <p:nvPr/>
        </p:nvCxnSpPr>
        <p:spPr bwMode="auto">
          <a:xfrm>
            <a:off x="7005812" y="2461648"/>
            <a:ext cx="168281" cy="93305"/>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Straight Arrow Connector 15">
            <a:extLst>
              <a:ext uri="{FF2B5EF4-FFF2-40B4-BE49-F238E27FC236}">
                <a16:creationId xmlns:a16="http://schemas.microsoft.com/office/drawing/2014/main" id="{014D0138-D0C8-754D-892F-A6B42C7D3FCD}"/>
              </a:ext>
            </a:extLst>
          </p:cNvPr>
          <p:cNvCxnSpPr>
            <a:cxnSpLocks noChangeShapeType="1"/>
          </p:cNvCxnSpPr>
          <p:nvPr/>
        </p:nvCxnSpPr>
        <p:spPr bwMode="auto">
          <a:xfrm flipV="1">
            <a:off x="7023416" y="2872426"/>
            <a:ext cx="139235" cy="117872"/>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Straight Arrow Connector 16">
            <a:extLst>
              <a:ext uri="{FF2B5EF4-FFF2-40B4-BE49-F238E27FC236}">
                <a16:creationId xmlns:a16="http://schemas.microsoft.com/office/drawing/2014/main" id="{A4B2BAE5-CB5A-6145-9067-070F0828B961}"/>
              </a:ext>
            </a:extLst>
          </p:cNvPr>
          <p:cNvCxnSpPr>
            <a:cxnSpLocks noChangeShapeType="1"/>
          </p:cNvCxnSpPr>
          <p:nvPr/>
        </p:nvCxnSpPr>
        <p:spPr bwMode="auto">
          <a:xfrm>
            <a:off x="7575941" y="2730542"/>
            <a:ext cx="293235" cy="876"/>
          </a:xfrm>
          <a:prstGeom prst="straightConnector1">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TextBox 17">
            <a:extLst>
              <a:ext uri="{FF2B5EF4-FFF2-40B4-BE49-F238E27FC236}">
                <a16:creationId xmlns:a16="http://schemas.microsoft.com/office/drawing/2014/main" id="{2E543E50-C3C7-E541-9ECB-BF1EF24747CC}"/>
              </a:ext>
            </a:extLst>
          </p:cNvPr>
          <p:cNvSpPr txBox="1">
            <a:spLocks noChangeArrowheads="1"/>
          </p:cNvSpPr>
          <p:nvPr/>
        </p:nvSpPr>
        <p:spPr bwMode="auto">
          <a:xfrm>
            <a:off x="5899019" y="2006972"/>
            <a:ext cx="1297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cs typeface="Arial" panose="020B0604020202020204" pitchFamily="34" charset="0"/>
              </a:rPr>
              <a:t>high priority queue</a:t>
            </a:r>
          </a:p>
        </p:txBody>
      </p:sp>
      <p:sp>
        <p:nvSpPr>
          <p:cNvPr id="165" name="TextBox 18">
            <a:extLst>
              <a:ext uri="{FF2B5EF4-FFF2-40B4-BE49-F238E27FC236}">
                <a16:creationId xmlns:a16="http://schemas.microsoft.com/office/drawing/2014/main" id="{D33A6E20-61AB-3A46-BAD3-72B639231E0C}"/>
              </a:ext>
            </a:extLst>
          </p:cNvPr>
          <p:cNvSpPr txBox="1">
            <a:spLocks noChangeArrowheads="1"/>
          </p:cNvSpPr>
          <p:nvPr/>
        </p:nvSpPr>
        <p:spPr bwMode="auto">
          <a:xfrm>
            <a:off x="5971442" y="3228515"/>
            <a:ext cx="124425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cs typeface="Arial" panose="020B0604020202020204" pitchFamily="34" charset="0"/>
              </a:rPr>
              <a:t>low priority queue</a:t>
            </a:r>
          </a:p>
        </p:txBody>
      </p:sp>
      <p:sp>
        <p:nvSpPr>
          <p:cNvPr id="166" name="TextBox 19">
            <a:extLst>
              <a:ext uri="{FF2B5EF4-FFF2-40B4-BE49-F238E27FC236}">
                <a16:creationId xmlns:a16="http://schemas.microsoft.com/office/drawing/2014/main" id="{18CA292A-DA82-0843-80BD-20E9FC633428}"/>
              </a:ext>
            </a:extLst>
          </p:cNvPr>
          <p:cNvSpPr txBox="1">
            <a:spLocks noChangeArrowheads="1"/>
          </p:cNvSpPr>
          <p:nvPr/>
        </p:nvSpPr>
        <p:spPr bwMode="auto">
          <a:xfrm>
            <a:off x="5163381" y="2366297"/>
            <a:ext cx="6206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cs typeface="Arial" panose="020B0604020202020204" pitchFamily="34" charset="0"/>
              </a:rPr>
              <a:t>arrivals</a:t>
            </a:r>
          </a:p>
        </p:txBody>
      </p:sp>
      <p:sp>
        <p:nvSpPr>
          <p:cNvPr id="167" name="TextBox 20">
            <a:extLst>
              <a:ext uri="{FF2B5EF4-FFF2-40B4-BE49-F238E27FC236}">
                <a16:creationId xmlns:a16="http://schemas.microsoft.com/office/drawing/2014/main" id="{66963E56-8D94-1F47-9283-561C942DFF38}"/>
              </a:ext>
            </a:extLst>
          </p:cNvPr>
          <p:cNvSpPr txBox="1">
            <a:spLocks noChangeArrowheads="1"/>
          </p:cNvSpPr>
          <p:nvPr/>
        </p:nvSpPr>
        <p:spPr bwMode="auto">
          <a:xfrm>
            <a:off x="5564476" y="2915599"/>
            <a:ext cx="62709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cs typeface="Arial" panose="020B0604020202020204" pitchFamily="34" charset="0"/>
              </a:rPr>
              <a:t>classify</a:t>
            </a:r>
          </a:p>
        </p:txBody>
      </p:sp>
      <p:sp>
        <p:nvSpPr>
          <p:cNvPr id="170" name="TextBox 23">
            <a:extLst>
              <a:ext uri="{FF2B5EF4-FFF2-40B4-BE49-F238E27FC236}">
                <a16:creationId xmlns:a16="http://schemas.microsoft.com/office/drawing/2014/main" id="{C50F9624-DB30-D841-8393-1591753B2438}"/>
              </a:ext>
            </a:extLst>
          </p:cNvPr>
          <p:cNvSpPr txBox="1">
            <a:spLocks noChangeArrowheads="1"/>
          </p:cNvSpPr>
          <p:nvPr/>
        </p:nvSpPr>
        <p:spPr bwMode="auto">
          <a:xfrm>
            <a:off x="7661547" y="2931476"/>
            <a:ext cx="830677"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cs typeface="Arial" panose="020B0604020202020204" pitchFamily="34" charset="0"/>
              </a:rPr>
              <a:t>departures</a:t>
            </a:r>
          </a:p>
        </p:txBody>
      </p:sp>
      <p:sp>
        <p:nvSpPr>
          <p:cNvPr id="171" name="TextBox 24">
            <a:extLst>
              <a:ext uri="{FF2B5EF4-FFF2-40B4-BE49-F238E27FC236}">
                <a16:creationId xmlns:a16="http://schemas.microsoft.com/office/drawing/2014/main" id="{3D12E165-AACD-FC4D-9133-E5299E6E192F}"/>
              </a:ext>
            </a:extLst>
          </p:cNvPr>
          <p:cNvSpPr txBox="1">
            <a:spLocks noChangeArrowheads="1"/>
          </p:cNvSpPr>
          <p:nvPr/>
        </p:nvSpPr>
        <p:spPr bwMode="auto">
          <a:xfrm>
            <a:off x="7157889" y="2935877"/>
            <a:ext cx="38824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cs typeface="Arial" panose="020B0604020202020204" pitchFamily="34" charset="0"/>
              </a:rPr>
              <a:t>link</a:t>
            </a:r>
          </a:p>
          <a:p>
            <a:pPr algn="ctr" defTabSz="685800" eaLnBrk="0" fontAlgn="base" hangingPunct="0">
              <a:spcBef>
                <a:spcPct val="0"/>
              </a:spcBef>
              <a:spcAft>
                <a:spcPct val="0"/>
              </a:spcAft>
              <a:defRPr/>
            </a:pPr>
            <a:r>
              <a:rPr lang="en-US" altLang="en-US" sz="1050" kern="0" dirty="0">
                <a:solidFill>
                  <a:srgbClr val="000000"/>
                </a:solidFill>
                <a:cs typeface="Arial" panose="020B0604020202020204" pitchFamily="34" charset="0"/>
              </a:rPr>
              <a:t> </a:t>
            </a:r>
          </a:p>
        </p:txBody>
      </p:sp>
      <p:grpSp>
        <p:nvGrpSpPr>
          <p:cNvPr id="198" name="Group 197">
            <a:extLst>
              <a:ext uri="{FF2B5EF4-FFF2-40B4-BE49-F238E27FC236}">
                <a16:creationId xmlns:a16="http://schemas.microsoft.com/office/drawing/2014/main" id="{CA413330-497F-ED47-B78A-AF3BCDFF5B9A}"/>
              </a:ext>
            </a:extLst>
          </p:cNvPr>
          <p:cNvGrpSpPr>
            <a:grpSpLocks/>
          </p:cNvGrpSpPr>
          <p:nvPr/>
        </p:nvGrpSpPr>
        <p:grpSpPr bwMode="auto">
          <a:xfrm>
            <a:off x="5874484" y="4297610"/>
            <a:ext cx="288028" cy="565547"/>
            <a:chOff x="2797204" y="2989241"/>
            <a:chExt cx="383415" cy="755477"/>
          </a:xfrm>
        </p:grpSpPr>
        <p:sp>
          <p:nvSpPr>
            <p:cNvPr id="199" name="Rectangle 52">
              <a:extLst>
                <a:ext uri="{FF2B5EF4-FFF2-40B4-BE49-F238E27FC236}">
                  <a16:creationId xmlns:a16="http://schemas.microsoft.com/office/drawing/2014/main" id="{B91332E7-A11F-9347-AEBB-461467FDA740}"/>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200" name="Group 53">
              <a:extLst>
                <a:ext uri="{FF2B5EF4-FFF2-40B4-BE49-F238E27FC236}">
                  <a16:creationId xmlns:a16="http://schemas.microsoft.com/office/drawing/2014/main" id="{F4ACB128-10F8-694B-81EE-797A0DD600A4}"/>
                </a:ext>
              </a:extLst>
            </p:cNvPr>
            <p:cNvGrpSpPr>
              <a:grpSpLocks/>
            </p:cNvGrpSpPr>
            <p:nvPr/>
          </p:nvGrpSpPr>
          <p:grpSpPr bwMode="auto">
            <a:xfrm>
              <a:off x="2821701" y="3197503"/>
              <a:ext cx="358918" cy="370024"/>
              <a:chOff x="2821701" y="3197503"/>
              <a:chExt cx="358918" cy="370024"/>
            </a:xfrm>
          </p:grpSpPr>
          <p:sp>
            <p:nvSpPr>
              <p:cNvPr id="201" name="Oval 54">
                <a:extLst>
                  <a:ext uri="{FF2B5EF4-FFF2-40B4-BE49-F238E27FC236}">
                    <a16:creationId xmlns:a16="http://schemas.microsoft.com/office/drawing/2014/main" id="{FEC2E554-32AB-DB43-AF65-3677E1404FDC}"/>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02" name="TextBox 55">
                <a:extLst>
                  <a:ext uri="{FF2B5EF4-FFF2-40B4-BE49-F238E27FC236}">
                    <a16:creationId xmlns:a16="http://schemas.microsoft.com/office/drawing/2014/main" id="{3038C36E-D4FE-2D43-81C4-8CBEF283A6F3}"/>
                  </a:ext>
                </a:extLst>
              </p:cNvPr>
              <p:cNvSpPr txBox="1">
                <a:spLocks noChangeArrowheads="1"/>
              </p:cNvSpPr>
              <p:nvPr/>
            </p:nvSpPr>
            <p:spPr bwMode="auto">
              <a:xfrm>
                <a:off x="2821701" y="3197503"/>
                <a:ext cx="358918" cy="370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1</a:t>
                </a:r>
              </a:p>
            </p:txBody>
          </p:sp>
        </p:grpSp>
      </p:grpSp>
      <p:grpSp>
        <p:nvGrpSpPr>
          <p:cNvPr id="203" name="Group 202">
            <a:extLst>
              <a:ext uri="{FF2B5EF4-FFF2-40B4-BE49-F238E27FC236}">
                <a16:creationId xmlns:a16="http://schemas.microsoft.com/office/drawing/2014/main" id="{0D5CDCB5-8BD7-8449-9EE8-522A6E1EC58E}"/>
              </a:ext>
            </a:extLst>
          </p:cNvPr>
          <p:cNvGrpSpPr>
            <a:grpSpLocks/>
          </p:cNvGrpSpPr>
          <p:nvPr/>
        </p:nvGrpSpPr>
        <p:grpSpPr bwMode="auto">
          <a:xfrm>
            <a:off x="6136422" y="4301182"/>
            <a:ext cx="287944" cy="566738"/>
            <a:chOff x="2797204" y="2989241"/>
            <a:chExt cx="385062" cy="755477"/>
          </a:xfrm>
        </p:grpSpPr>
        <p:sp>
          <p:nvSpPr>
            <p:cNvPr id="204" name="Rectangle 57">
              <a:extLst>
                <a:ext uri="{FF2B5EF4-FFF2-40B4-BE49-F238E27FC236}">
                  <a16:creationId xmlns:a16="http://schemas.microsoft.com/office/drawing/2014/main" id="{79C763B8-181E-C545-8EDE-2006D8C79C3E}"/>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205" name="Group 58">
              <a:extLst>
                <a:ext uri="{FF2B5EF4-FFF2-40B4-BE49-F238E27FC236}">
                  <a16:creationId xmlns:a16="http://schemas.microsoft.com/office/drawing/2014/main" id="{BB006118-96E2-A144-A976-280D82D62491}"/>
                </a:ext>
              </a:extLst>
            </p:cNvPr>
            <p:cNvGrpSpPr>
              <a:grpSpLocks/>
            </p:cNvGrpSpPr>
            <p:nvPr/>
          </p:nvGrpSpPr>
          <p:grpSpPr bwMode="auto">
            <a:xfrm>
              <a:off x="2821701" y="3197503"/>
              <a:ext cx="360565" cy="369247"/>
              <a:chOff x="2821701" y="3197503"/>
              <a:chExt cx="360565" cy="369247"/>
            </a:xfrm>
          </p:grpSpPr>
          <p:sp>
            <p:nvSpPr>
              <p:cNvPr id="206" name="Oval 59">
                <a:extLst>
                  <a:ext uri="{FF2B5EF4-FFF2-40B4-BE49-F238E27FC236}">
                    <a16:creationId xmlns:a16="http://schemas.microsoft.com/office/drawing/2014/main" id="{4A938029-DCC0-0240-A47F-3D1EAA258E6A}"/>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07" name="TextBox 60">
                <a:extLst>
                  <a:ext uri="{FF2B5EF4-FFF2-40B4-BE49-F238E27FC236}">
                    <a16:creationId xmlns:a16="http://schemas.microsoft.com/office/drawing/2014/main" id="{0D6BFA59-6951-BA4F-849A-B320C9CA97B7}"/>
                  </a:ext>
                </a:extLst>
              </p:cNvPr>
              <p:cNvSpPr txBox="1">
                <a:spLocks noChangeArrowheads="1"/>
              </p:cNvSpPr>
              <p:nvPr/>
            </p:nvSpPr>
            <p:spPr bwMode="auto">
              <a:xfrm>
                <a:off x="2821701" y="3197503"/>
                <a:ext cx="360565" cy="36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3</a:t>
                </a:r>
              </a:p>
            </p:txBody>
          </p:sp>
        </p:grpSp>
      </p:grpSp>
      <p:grpSp>
        <p:nvGrpSpPr>
          <p:cNvPr id="208" name="Group 207">
            <a:extLst>
              <a:ext uri="{FF2B5EF4-FFF2-40B4-BE49-F238E27FC236}">
                <a16:creationId xmlns:a16="http://schemas.microsoft.com/office/drawing/2014/main" id="{628CDD20-1F91-BA48-AEEC-082272BFE385}"/>
              </a:ext>
            </a:extLst>
          </p:cNvPr>
          <p:cNvGrpSpPr>
            <a:grpSpLocks/>
          </p:cNvGrpSpPr>
          <p:nvPr/>
        </p:nvGrpSpPr>
        <p:grpSpPr bwMode="auto">
          <a:xfrm>
            <a:off x="6399551" y="4297609"/>
            <a:ext cx="287944" cy="566738"/>
            <a:chOff x="997686" y="3954289"/>
            <a:chExt cx="385062" cy="755477"/>
          </a:xfrm>
        </p:grpSpPr>
        <p:sp>
          <p:nvSpPr>
            <p:cNvPr id="209" name="Rectangle 62">
              <a:extLst>
                <a:ext uri="{FF2B5EF4-FFF2-40B4-BE49-F238E27FC236}">
                  <a16:creationId xmlns:a16="http://schemas.microsoft.com/office/drawing/2014/main" id="{5601D88E-9405-1B4E-B7D8-10891DF1EC26}"/>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210" name="Group 63">
              <a:extLst>
                <a:ext uri="{FF2B5EF4-FFF2-40B4-BE49-F238E27FC236}">
                  <a16:creationId xmlns:a16="http://schemas.microsoft.com/office/drawing/2014/main" id="{22469F56-B5A8-A44E-A5FF-04A4C3A4F1D8}"/>
                </a:ext>
              </a:extLst>
            </p:cNvPr>
            <p:cNvGrpSpPr>
              <a:grpSpLocks/>
            </p:cNvGrpSpPr>
            <p:nvPr/>
          </p:nvGrpSpPr>
          <p:grpSpPr bwMode="auto">
            <a:xfrm>
              <a:off x="1022183" y="4162551"/>
              <a:ext cx="360565" cy="369247"/>
              <a:chOff x="2821701" y="3197503"/>
              <a:chExt cx="360565" cy="369247"/>
            </a:xfrm>
          </p:grpSpPr>
          <p:sp>
            <p:nvSpPr>
              <p:cNvPr id="211" name="Oval 64">
                <a:extLst>
                  <a:ext uri="{FF2B5EF4-FFF2-40B4-BE49-F238E27FC236}">
                    <a16:creationId xmlns:a16="http://schemas.microsoft.com/office/drawing/2014/main" id="{60743089-7BBE-7A47-8B6F-9BA958266B7E}"/>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12" name="TextBox 65">
                <a:extLst>
                  <a:ext uri="{FF2B5EF4-FFF2-40B4-BE49-F238E27FC236}">
                    <a16:creationId xmlns:a16="http://schemas.microsoft.com/office/drawing/2014/main" id="{97AE9EDF-FCD8-A44E-830F-C938E1028A7C}"/>
                  </a:ext>
                </a:extLst>
              </p:cNvPr>
              <p:cNvSpPr txBox="1">
                <a:spLocks noChangeArrowheads="1"/>
              </p:cNvSpPr>
              <p:nvPr/>
            </p:nvSpPr>
            <p:spPr bwMode="auto">
              <a:xfrm>
                <a:off x="2821701" y="3197503"/>
                <a:ext cx="360565" cy="36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2</a:t>
                </a:r>
              </a:p>
            </p:txBody>
          </p:sp>
        </p:grpSp>
      </p:grpSp>
      <p:grpSp>
        <p:nvGrpSpPr>
          <p:cNvPr id="213" name="Group 212">
            <a:extLst>
              <a:ext uri="{FF2B5EF4-FFF2-40B4-BE49-F238E27FC236}">
                <a16:creationId xmlns:a16="http://schemas.microsoft.com/office/drawing/2014/main" id="{AED8E6B2-55F7-A842-BF00-1FDEAB5B96FB}"/>
              </a:ext>
            </a:extLst>
          </p:cNvPr>
          <p:cNvGrpSpPr>
            <a:grpSpLocks/>
          </p:cNvGrpSpPr>
          <p:nvPr/>
        </p:nvGrpSpPr>
        <p:grpSpPr bwMode="auto">
          <a:xfrm>
            <a:off x="6666250" y="4296419"/>
            <a:ext cx="288028" cy="565547"/>
            <a:chOff x="2797204" y="2989241"/>
            <a:chExt cx="383415" cy="755477"/>
          </a:xfrm>
        </p:grpSpPr>
        <p:sp>
          <p:nvSpPr>
            <p:cNvPr id="214" name="Rectangle 67">
              <a:extLst>
                <a:ext uri="{FF2B5EF4-FFF2-40B4-BE49-F238E27FC236}">
                  <a16:creationId xmlns:a16="http://schemas.microsoft.com/office/drawing/2014/main" id="{17877A5D-7221-1B44-A820-C6CA50DDF9E1}"/>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215" name="Group 68">
              <a:extLst>
                <a:ext uri="{FF2B5EF4-FFF2-40B4-BE49-F238E27FC236}">
                  <a16:creationId xmlns:a16="http://schemas.microsoft.com/office/drawing/2014/main" id="{971AF330-877D-B346-8636-720417511D27}"/>
                </a:ext>
              </a:extLst>
            </p:cNvPr>
            <p:cNvGrpSpPr>
              <a:grpSpLocks/>
            </p:cNvGrpSpPr>
            <p:nvPr/>
          </p:nvGrpSpPr>
          <p:grpSpPr bwMode="auto">
            <a:xfrm>
              <a:off x="2821701" y="3197503"/>
              <a:ext cx="358918" cy="370024"/>
              <a:chOff x="2821701" y="3197503"/>
              <a:chExt cx="358918" cy="370024"/>
            </a:xfrm>
          </p:grpSpPr>
          <p:sp>
            <p:nvSpPr>
              <p:cNvPr id="216" name="Oval 69">
                <a:extLst>
                  <a:ext uri="{FF2B5EF4-FFF2-40B4-BE49-F238E27FC236}">
                    <a16:creationId xmlns:a16="http://schemas.microsoft.com/office/drawing/2014/main" id="{BBC6CE4C-69C6-3442-856D-E7AE545D2A3A}"/>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17" name="TextBox 70">
                <a:extLst>
                  <a:ext uri="{FF2B5EF4-FFF2-40B4-BE49-F238E27FC236}">
                    <a16:creationId xmlns:a16="http://schemas.microsoft.com/office/drawing/2014/main" id="{6651BEED-1878-374C-8A7F-971D8CFEEA4F}"/>
                  </a:ext>
                </a:extLst>
              </p:cNvPr>
              <p:cNvSpPr txBox="1">
                <a:spLocks noChangeArrowheads="1"/>
              </p:cNvSpPr>
              <p:nvPr/>
            </p:nvSpPr>
            <p:spPr bwMode="auto">
              <a:xfrm>
                <a:off x="2821701" y="3197503"/>
                <a:ext cx="358918" cy="370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4</a:t>
                </a:r>
              </a:p>
            </p:txBody>
          </p:sp>
        </p:grpSp>
      </p:grpSp>
      <p:grpSp>
        <p:nvGrpSpPr>
          <p:cNvPr id="218" name="Group 217">
            <a:extLst>
              <a:ext uri="{FF2B5EF4-FFF2-40B4-BE49-F238E27FC236}">
                <a16:creationId xmlns:a16="http://schemas.microsoft.com/office/drawing/2014/main" id="{2C52832B-CB92-454D-9FA5-397F33ED018E}"/>
              </a:ext>
            </a:extLst>
          </p:cNvPr>
          <p:cNvGrpSpPr>
            <a:grpSpLocks/>
          </p:cNvGrpSpPr>
          <p:nvPr/>
        </p:nvGrpSpPr>
        <p:grpSpPr bwMode="auto">
          <a:xfrm>
            <a:off x="7462779" y="4302372"/>
            <a:ext cx="288028" cy="566738"/>
            <a:chOff x="997686" y="3954289"/>
            <a:chExt cx="383415" cy="755477"/>
          </a:xfrm>
        </p:grpSpPr>
        <p:sp>
          <p:nvSpPr>
            <p:cNvPr id="219" name="Rectangle 72">
              <a:extLst>
                <a:ext uri="{FF2B5EF4-FFF2-40B4-BE49-F238E27FC236}">
                  <a16:creationId xmlns:a16="http://schemas.microsoft.com/office/drawing/2014/main" id="{E8EB6424-F905-7341-B066-9F8E5F627525}"/>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grpSp>
          <p:nvGrpSpPr>
            <p:cNvPr id="220" name="Group 73">
              <a:extLst>
                <a:ext uri="{FF2B5EF4-FFF2-40B4-BE49-F238E27FC236}">
                  <a16:creationId xmlns:a16="http://schemas.microsoft.com/office/drawing/2014/main" id="{EAE329E5-B657-7E46-AF92-0B794854B248}"/>
                </a:ext>
              </a:extLst>
            </p:cNvPr>
            <p:cNvGrpSpPr>
              <a:grpSpLocks/>
            </p:cNvGrpSpPr>
            <p:nvPr/>
          </p:nvGrpSpPr>
          <p:grpSpPr bwMode="auto">
            <a:xfrm>
              <a:off x="1022183" y="4162551"/>
              <a:ext cx="358918" cy="369247"/>
              <a:chOff x="2821701" y="3197503"/>
              <a:chExt cx="358918" cy="369247"/>
            </a:xfrm>
          </p:grpSpPr>
          <p:sp>
            <p:nvSpPr>
              <p:cNvPr id="221" name="Oval 74">
                <a:extLst>
                  <a:ext uri="{FF2B5EF4-FFF2-40B4-BE49-F238E27FC236}">
                    <a16:creationId xmlns:a16="http://schemas.microsoft.com/office/drawing/2014/main" id="{14299EB1-5355-4344-8A2B-DA7E42F81941}"/>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22" name="TextBox 75">
                <a:extLst>
                  <a:ext uri="{FF2B5EF4-FFF2-40B4-BE49-F238E27FC236}">
                    <a16:creationId xmlns:a16="http://schemas.microsoft.com/office/drawing/2014/main" id="{0910BB6C-C974-2D4C-91BD-0C41CB78E084}"/>
                  </a:ext>
                </a:extLst>
              </p:cNvPr>
              <p:cNvSpPr txBox="1">
                <a:spLocks noChangeArrowheads="1"/>
              </p:cNvSpPr>
              <p:nvPr/>
            </p:nvSpPr>
            <p:spPr bwMode="auto">
              <a:xfrm>
                <a:off x="2821701" y="3197503"/>
                <a:ext cx="358918" cy="369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5</a:t>
                </a:r>
              </a:p>
            </p:txBody>
          </p:sp>
        </p:grpSp>
      </p:grpSp>
      <p:grpSp>
        <p:nvGrpSpPr>
          <p:cNvPr id="18" name="Group 17">
            <a:extLst>
              <a:ext uri="{FF2B5EF4-FFF2-40B4-BE49-F238E27FC236}">
                <a16:creationId xmlns:a16="http://schemas.microsoft.com/office/drawing/2014/main" id="{8A414A69-7A4D-E94C-9166-A43D26F738FB}"/>
              </a:ext>
            </a:extLst>
          </p:cNvPr>
          <p:cNvGrpSpPr/>
          <p:nvPr/>
        </p:nvGrpSpPr>
        <p:grpSpPr>
          <a:xfrm>
            <a:off x="5232739" y="3993999"/>
            <a:ext cx="2983706" cy="1152838"/>
            <a:chOff x="6976985" y="4182334"/>
            <a:chExt cx="3978275" cy="1537117"/>
          </a:xfrm>
        </p:grpSpPr>
        <p:cxnSp>
          <p:nvCxnSpPr>
            <p:cNvPr id="196" name="Straight Connector 49">
              <a:extLst>
                <a:ext uri="{FF2B5EF4-FFF2-40B4-BE49-F238E27FC236}">
                  <a16:creationId xmlns:a16="http://schemas.microsoft.com/office/drawing/2014/main" id="{09FBCBE2-0BE6-0B41-8BDC-3994B6A0EEAE}"/>
                </a:ext>
              </a:extLst>
            </p:cNvPr>
            <p:cNvCxnSpPr>
              <a:cxnSpLocks noChangeShapeType="1"/>
            </p:cNvCxnSpPr>
            <p:nvPr/>
          </p:nvCxnSpPr>
          <p:spPr bwMode="auto">
            <a:xfrm>
              <a:off x="7723110" y="4580796"/>
              <a:ext cx="3230563"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 name="Straight Connector 50">
              <a:extLst>
                <a:ext uri="{FF2B5EF4-FFF2-40B4-BE49-F238E27FC236}">
                  <a16:creationId xmlns:a16="http://schemas.microsoft.com/office/drawing/2014/main" id="{7F18FA76-7AB2-2240-83F5-7ECCE2B76108}"/>
                </a:ext>
              </a:extLst>
            </p:cNvPr>
            <p:cNvCxnSpPr>
              <a:cxnSpLocks noChangeShapeType="1"/>
            </p:cNvCxnSpPr>
            <p:nvPr/>
          </p:nvCxnSpPr>
          <p:spPr bwMode="auto">
            <a:xfrm>
              <a:off x="7724698" y="5352321"/>
              <a:ext cx="3230562"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 name="TextBox 126">
              <a:extLst>
                <a:ext uri="{FF2B5EF4-FFF2-40B4-BE49-F238E27FC236}">
                  <a16:creationId xmlns:a16="http://schemas.microsoft.com/office/drawing/2014/main" id="{0D4C74E0-D72A-AB40-AFD9-B2B842FE177B}"/>
                </a:ext>
              </a:extLst>
            </p:cNvPr>
            <p:cNvSpPr txBox="1">
              <a:spLocks noChangeArrowheads="1"/>
            </p:cNvSpPr>
            <p:nvPr/>
          </p:nvSpPr>
          <p:spPr bwMode="auto">
            <a:xfrm>
              <a:off x="6976985" y="4182334"/>
              <a:ext cx="827577"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i="1" dirty="0">
                  <a:solidFill>
                    <a:srgbClr val="000000"/>
                  </a:solidFill>
                  <a:cs typeface="Arial" panose="020B0604020202020204" pitchFamily="34" charset="0"/>
                </a:rPr>
                <a:t>arrivals</a:t>
              </a:r>
            </a:p>
          </p:txBody>
        </p:sp>
        <p:sp>
          <p:nvSpPr>
            <p:cNvPr id="274" name="TextBox 127">
              <a:extLst>
                <a:ext uri="{FF2B5EF4-FFF2-40B4-BE49-F238E27FC236}">
                  <a16:creationId xmlns:a16="http://schemas.microsoft.com/office/drawing/2014/main" id="{53975E93-967F-ED41-83F1-9D88A6965020}"/>
                </a:ext>
              </a:extLst>
            </p:cNvPr>
            <p:cNvSpPr txBox="1">
              <a:spLocks noChangeArrowheads="1"/>
            </p:cNvSpPr>
            <p:nvPr/>
          </p:nvSpPr>
          <p:spPr bwMode="auto">
            <a:xfrm>
              <a:off x="7000798" y="5380896"/>
              <a:ext cx="1107569"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i="1" dirty="0">
                  <a:solidFill>
                    <a:srgbClr val="000000"/>
                  </a:solidFill>
                  <a:cs typeface="Arial" panose="020B0604020202020204" pitchFamily="34" charset="0"/>
                </a:rPr>
                <a:t>departures</a:t>
              </a:r>
            </a:p>
          </p:txBody>
        </p:sp>
        <p:sp>
          <p:nvSpPr>
            <p:cNvPr id="275" name="TextBox 128">
              <a:extLst>
                <a:ext uri="{FF2B5EF4-FFF2-40B4-BE49-F238E27FC236}">
                  <a16:creationId xmlns:a16="http://schemas.microsoft.com/office/drawing/2014/main" id="{B40D0F1D-D7DC-5742-9077-05BB3F4748A4}"/>
                </a:ext>
              </a:extLst>
            </p:cNvPr>
            <p:cNvSpPr txBox="1">
              <a:spLocks noChangeArrowheads="1"/>
            </p:cNvSpPr>
            <p:nvPr/>
          </p:nvSpPr>
          <p:spPr bwMode="auto">
            <a:xfrm>
              <a:off x="7023022" y="4687159"/>
              <a:ext cx="860425" cy="63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956"/>
                </a:lnSpc>
                <a:spcBef>
                  <a:spcPct val="0"/>
                </a:spcBef>
                <a:spcAft>
                  <a:spcPct val="0"/>
                </a:spcAft>
                <a:defRPr/>
              </a:pPr>
              <a:r>
                <a:rPr lang="en-US" altLang="en-US" sz="1050" i="1" dirty="0">
                  <a:solidFill>
                    <a:srgbClr val="000000"/>
                  </a:solidFill>
                  <a:cs typeface="Arial" panose="020B0604020202020204" pitchFamily="34" charset="0"/>
                </a:rPr>
                <a:t>packet in service</a:t>
              </a:r>
            </a:p>
          </p:txBody>
        </p:sp>
      </p:grpSp>
      <p:grpSp>
        <p:nvGrpSpPr>
          <p:cNvPr id="4" name="Group 3">
            <a:extLst>
              <a:ext uri="{FF2B5EF4-FFF2-40B4-BE49-F238E27FC236}">
                <a16:creationId xmlns:a16="http://schemas.microsoft.com/office/drawing/2014/main" id="{177129A8-85BC-6440-85AB-254D43D1F548}"/>
              </a:ext>
            </a:extLst>
          </p:cNvPr>
          <p:cNvGrpSpPr/>
          <p:nvPr/>
        </p:nvGrpSpPr>
        <p:grpSpPr>
          <a:xfrm>
            <a:off x="5261731" y="2635675"/>
            <a:ext cx="422426" cy="127489"/>
            <a:chOff x="6268765" y="2496876"/>
            <a:chExt cx="563235" cy="169985"/>
          </a:xfrm>
        </p:grpSpPr>
        <p:cxnSp>
          <p:nvCxnSpPr>
            <p:cNvPr id="125" name="Straight Arrow Connector 124">
              <a:extLst>
                <a:ext uri="{FF2B5EF4-FFF2-40B4-BE49-F238E27FC236}">
                  <a16:creationId xmlns:a16="http://schemas.microsoft.com/office/drawing/2014/main" id="{DA779E9A-02A9-6644-AD69-61CB27E5FD57}"/>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EC9A69F9-D799-2D40-8176-B02399B60E4C}"/>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72529E63-DBF0-6744-92EC-AF13D4CB549F}"/>
              </a:ext>
            </a:extLst>
          </p:cNvPr>
          <p:cNvGrpSpPr/>
          <p:nvPr/>
        </p:nvGrpSpPr>
        <p:grpSpPr>
          <a:xfrm>
            <a:off x="7888886" y="2608626"/>
            <a:ext cx="422426" cy="264143"/>
            <a:chOff x="6268765" y="2496876"/>
            <a:chExt cx="563235" cy="169985"/>
          </a:xfrm>
        </p:grpSpPr>
        <p:cxnSp>
          <p:nvCxnSpPr>
            <p:cNvPr id="131" name="Straight Arrow Connector 130">
              <a:extLst>
                <a:ext uri="{FF2B5EF4-FFF2-40B4-BE49-F238E27FC236}">
                  <a16:creationId xmlns:a16="http://schemas.microsoft.com/office/drawing/2014/main" id="{11813BBB-45F9-4545-A44C-AB5AAFCFF57C}"/>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87AFC330-0A49-7843-90F0-1955543FA463}"/>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33" name="Content Placeholder 1">
            <a:extLst>
              <a:ext uri="{FF2B5EF4-FFF2-40B4-BE49-F238E27FC236}">
                <a16:creationId xmlns:a16="http://schemas.microsoft.com/office/drawing/2014/main" id="{F749212D-A689-B143-9931-DD5E944728A3}"/>
              </a:ext>
            </a:extLst>
          </p:cNvPr>
          <p:cNvSpPr txBox="1">
            <a:spLocks/>
          </p:cNvSpPr>
          <p:nvPr/>
        </p:nvSpPr>
        <p:spPr>
          <a:xfrm>
            <a:off x="575897" y="3793928"/>
            <a:ext cx="3813224" cy="1472036"/>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6954" indent="-210741" defTabSz="685800">
              <a:spcBef>
                <a:spcPts val="750"/>
              </a:spcBef>
              <a:defRPr/>
            </a:pPr>
            <a:r>
              <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send packet from highest priority queue that has buffered packets</a:t>
            </a:r>
          </a:p>
          <a:p>
            <a:pPr marL="603647" lvl="1" indent="-170260" defTabSz="685800">
              <a:spcBef>
                <a:spcPts val="375"/>
              </a:spcBef>
              <a:defRPr/>
            </a:pPr>
            <a:r>
              <a:rPr lang="en-US" altLang="en-US" sz="21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FCFS within priority class</a:t>
            </a:r>
          </a:p>
        </p:txBody>
      </p:sp>
      <p:grpSp>
        <p:nvGrpSpPr>
          <p:cNvPr id="13" name="Group 12">
            <a:extLst>
              <a:ext uri="{FF2B5EF4-FFF2-40B4-BE49-F238E27FC236}">
                <a16:creationId xmlns:a16="http://schemas.microsoft.com/office/drawing/2014/main" id="{4B5BFDA1-472B-D44C-AF4F-687F704E3348}"/>
              </a:ext>
            </a:extLst>
          </p:cNvPr>
          <p:cNvGrpSpPr/>
          <p:nvPr/>
        </p:nvGrpSpPr>
        <p:grpSpPr>
          <a:xfrm>
            <a:off x="5753387" y="3795280"/>
            <a:ext cx="269626" cy="488477"/>
            <a:chOff x="7398516" y="3578212"/>
            <a:chExt cx="359500" cy="651303"/>
          </a:xfrm>
        </p:grpSpPr>
        <p:sp>
          <p:nvSpPr>
            <p:cNvPr id="246" name="Oval 99">
              <a:extLst>
                <a:ext uri="{FF2B5EF4-FFF2-40B4-BE49-F238E27FC236}">
                  <a16:creationId xmlns:a16="http://schemas.microsoft.com/office/drawing/2014/main" id="{0A08FE43-AF40-AA44-97C2-598083D1E0F4}"/>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47" name="TextBox 100">
              <a:extLst>
                <a:ext uri="{FF2B5EF4-FFF2-40B4-BE49-F238E27FC236}">
                  <a16:creationId xmlns:a16="http://schemas.microsoft.com/office/drawing/2014/main" id="{FC5974ED-B537-5F40-8FAE-38F177C671E1}"/>
                </a:ext>
              </a:extLst>
            </p:cNvPr>
            <p:cNvSpPr txBox="1">
              <a:spLocks noChangeArrowheads="1"/>
            </p:cNvSpPr>
            <p:nvPr/>
          </p:nvSpPr>
          <p:spPr bwMode="auto">
            <a:xfrm>
              <a:off x="7398516" y="3578212"/>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1</a:t>
              </a:r>
            </a:p>
          </p:txBody>
        </p:sp>
        <p:cxnSp>
          <p:nvCxnSpPr>
            <p:cNvPr id="11" name="Straight Arrow Connector 10">
              <a:extLst>
                <a:ext uri="{FF2B5EF4-FFF2-40B4-BE49-F238E27FC236}">
                  <a16:creationId xmlns:a16="http://schemas.microsoft.com/office/drawing/2014/main" id="{8B55FAFA-386D-5447-BC0E-EB7887B8FEFD}"/>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BBB26098-DF2F-704A-9CE3-477B4A4088E8}"/>
              </a:ext>
            </a:extLst>
          </p:cNvPr>
          <p:cNvGrpSpPr/>
          <p:nvPr/>
        </p:nvGrpSpPr>
        <p:grpSpPr>
          <a:xfrm>
            <a:off x="5974922" y="3797357"/>
            <a:ext cx="269626" cy="488477"/>
            <a:chOff x="7398516" y="3578212"/>
            <a:chExt cx="359500" cy="651303"/>
          </a:xfrm>
        </p:grpSpPr>
        <p:sp>
          <p:nvSpPr>
            <p:cNvPr id="143" name="Oval 99">
              <a:extLst>
                <a:ext uri="{FF2B5EF4-FFF2-40B4-BE49-F238E27FC236}">
                  <a16:creationId xmlns:a16="http://schemas.microsoft.com/office/drawing/2014/main" id="{1FE7763F-DEFC-0445-A67D-64E5AE1809A5}"/>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44" name="TextBox 100">
              <a:extLst>
                <a:ext uri="{FF2B5EF4-FFF2-40B4-BE49-F238E27FC236}">
                  <a16:creationId xmlns:a16="http://schemas.microsoft.com/office/drawing/2014/main" id="{4A02E4C3-DE29-4645-A913-F3187EB5821D}"/>
                </a:ext>
              </a:extLst>
            </p:cNvPr>
            <p:cNvSpPr txBox="1">
              <a:spLocks noChangeArrowheads="1"/>
            </p:cNvSpPr>
            <p:nvPr/>
          </p:nvSpPr>
          <p:spPr bwMode="auto">
            <a:xfrm>
              <a:off x="7398516" y="3578212"/>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3</a:t>
              </a:r>
            </a:p>
          </p:txBody>
        </p:sp>
        <p:cxnSp>
          <p:nvCxnSpPr>
            <p:cNvPr id="145" name="Straight Arrow Connector 144">
              <a:extLst>
                <a:ext uri="{FF2B5EF4-FFF2-40B4-BE49-F238E27FC236}">
                  <a16:creationId xmlns:a16="http://schemas.microsoft.com/office/drawing/2014/main" id="{CB4D562C-391A-154A-B9C0-DCBC67DEF7B3}"/>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6" name="Group 145">
            <a:extLst>
              <a:ext uri="{FF2B5EF4-FFF2-40B4-BE49-F238E27FC236}">
                <a16:creationId xmlns:a16="http://schemas.microsoft.com/office/drawing/2014/main" id="{C04C0CEA-EE95-7C45-9F9E-3251EBAE6CAD}"/>
              </a:ext>
            </a:extLst>
          </p:cNvPr>
          <p:cNvGrpSpPr/>
          <p:nvPr/>
        </p:nvGrpSpPr>
        <p:grpSpPr>
          <a:xfrm>
            <a:off x="6430874" y="3794448"/>
            <a:ext cx="269626" cy="488477"/>
            <a:chOff x="7398516" y="3578212"/>
            <a:chExt cx="359500" cy="651303"/>
          </a:xfrm>
        </p:grpSpPr>
        <p:sp>
          <p:nvSpPr>
            <p:cNvPr id="147" name="Oval 99">
              <a:extLst>
                <a:ext uri="{FF2B5EF4-FFF2-40B4-BE49-F238E27FC236}">
                  <a16:creationId xmlns:a16="http://schemas.microsoft.com/office/drawing/2014/main" id="{AAFD89C4-864D-F34B-A82D-1BB28524569F}"/>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48" name="TextBox 100">
              <a:extLst>
                <a:ext uri="{FF2B5EF4-FFF2-40B4-BE49-F238E27FC236}">
                  <a16:creationId xmlns:a16="http://schemas.microsoft.com/office/drawing/2014/main" id="{131EAF45-AA88-C248-A0B3-290327B798A1}"/>
                </a:ext>
              </a:extLst>
            </p:cNvPr>
            <p:cNvSpPr txBox="1">
              <a:spLocks noChangeArrowheads="1"/>
            </p:cNvSpPr>
            <p:nvPr/>
          </p:nvSpPr>
          <p:spPr bwMode="auto">
            <a:xfrm>
              <a:off x="7398516" y="3578212"/>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4</a:t>
              </a:r>
            </a:p>
          </p:txBody>
        </p:sp>
        <p:cxnSp>
          <p:nvCxnSpPr>
            <p:cNvPr id="149" name="Straight Arrow Connector 148">
              <a:extLst>
                <a:ext uri="{FF2B5EF4-FFF2-40B4-BE49-F238E27FC236}">
                  <a16:creationId xmlns:a16="http://schemas.microsoft.com/office/drawing/2014/main" id="{B0FAAC14-1425-6443-B0A5-5CBC5E66DC31}"/>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E16912A4-6BD9-FB48-8EF7-0DB862FE810A}"/>
              </a:ext>
            </a:extLst>
          </p:cNvPr>
          <p:cNvGrpSpPr/>
          <p:nvPr/>
        </p:nvGrpSpPr>
        <p:grpSpPr>
          <a:xfrm>
            <a:off x="5872370" y="3590638"/>
            <a:ext cx="269626" cy="695612"/>
            <a:chOff x="6725889" y="3647842"/>
            <a:chExt cx="359500" cy="927483"/>
          </a:xfrm>
        </p:grpSpPr>
        <p:sp>
          <p:nvSpPr>
            <p:cNvPr id="153" name="Oval 89">
              <a:extLst>
                <a:ext uri="{FF2B5EF4-FFF2-40B4-BE49-F238E27FC236}">
                  <a16:creationId xmlns:a16="http://schemas.microsoft.com/office/drawing/2014/main" id="{DB6F42F1-F3D1-9241-AFE5-67FBD8ACEBCB}"/>
                </a:ext>
              </a:extLst>
            </p:cNvPr>
            <p:cNvSpPr>
              <a:spLocks noChangeArrowheads="1"/>
            </p:cNvSpPr>
            <p:nvPr/>
          </p:nvSpPr>
          <p:spPr bwMode="auto">
            <a:xfrm>
              <a:off x="6759258" y="3722164"/>
              <a:ext cx="220266" cy="20023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154" name="TextBox 90">
              <a:extLst>
                <a:ext uri="{FF2B5EF4-FFF2-40B4-BE49-F238E27FC236}">
                  <a16:creationId xmlns:a16="http://schemas.microsoft.com/office/drawing/2014/main" id="{D3EE74DA-4F35-BD42-A402-E5709C9941D0}"/>
                </a:ext>
              </a:extLst>
            </p:cNvPr>
            <p:cNvSpPr txBox="1">
              <a:spLocks noChangeArrowheads="1"/>
            </p:cNvSpPr>
            <p:nvPr/>
          </p:nvSpPr>
          <p:spPr bwMode="auto">
            <a:xfrm>
              <a:off x="6725889" y="3647842"/>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2</a:t>
              </a:r>
            </a:p>
          </p:txBody>
        </p:sp>
        <p:cxnSp>
          <p:nvCxnSpPr>
            <p:cNvPr id="15" name="Straight Arrow Connector 14">
              <a:extLst>
                <a:ext uri="{FF2B5EF4-FFF2-40B4-BE49-F238E27FC236}">
                  <a16:creationId xmlns:a16="http://schemas.microsoft.com/office/drawing/2014/main" id="{95ED8863-F045-6C4F-8410-611648593128}"/>
                </a:ext>
              </a:extLst>
            </p:cNvPr>
            <p:cNvCxnSpPr/>
            <p:nvPr/>
          </p:nvCxnSpPr>
          <p:spPr>
            <a:xfrm>
              <a:off x="6866312" y="3920282"/>
              <a:ext cx="0" cy="655043"/>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6" name="Group 275">
            <a:extLst>
              <a:ext uri="{FF2B5EF4-FFF2-40B4-BE49-F238E27FC236}">
                <a16:creationId xmlns:a16="http://schemas.microsoft.com/office/drawing/2014/main" id="{9D42AA4F-FBF9-CC40-8705-7E68F9D30BB8}"/>
              </a:ext>
            </a:extLst>
          </p:cNvPr>
          <p:cNvGrpSpPr/>
          <p:nvPr/>
        </p:nvGrpSpPr>
        <p:grpSpPr>
          <a:xfrm>
            <a:off x="7355665" y="3801514"/>
            <a:ext cx="269626" cy="485983"/>
            <a:chOff x="7405166" y="3581538"/>
            <a:chExt cx="359500" cy="647977"/>
          </a:xfrm>
        </p:grpSpPr>
        <p:sp>
          <p:nvSpPr>
            <p:cNvPr id="277" name="Oval 99">
              <a:extLst>
                <a:ext uri="{FF2B5EF4-FFF2-40B4-BE49-F238E27FC236}">
                  <a16:creationId xmlns:a16="http://schemas.microsoft.com/office/drawing/2014/main" id="{ED4C12D3-CD45-C940-B0F8-78FF1990B419}"/>
                </a:ext>
              </a:extLst>
            </p:cNvPr>
            <p:cNvSpPr>
              <a:spLocks noChangeArrowheads="1"/>
            </p:cNvSpPr>
            <p:nvPr/>
          </p:nvSpPr>
          <p:spPr bwMode="auto">
            <a:xfrm>
              <a:off x="7440043" y="3649200"/>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78" name="TextBox 100">
              <a:extLst>
                <a:ext uri="{FF2B5EF4-FFF2-40B4-BE49-F238E27FC236}">
                  <a16:creationId xmlns:a16="http://schemas.microsoft.com/office/drawing/2014/main" id="{E3B96439-708C-5041-BAA5-E79EF5FA9D24}"/>
                </a:ext>
              </a:extLst>
            </p:cNvPr>
            <p:cNvSpPr txBox="1">
              <a:spLocks noChangeArrowheads="1"/>
            </p:cNvSpPr>
            <p:nvPr/>
          </p:nvSpPr>
          <p:spPr bwMode="auto">
            <a:xfrm>
              <a:off x="7405166" y="3581538"/>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5</a:t>
              </a:r>
            </a:p>
          </p:txBody>
        </p:sp>
        <p:cxnSp>
          <p:nvCxnSpPr>
            <p:cNvPr id="279" name="Straight Arrow Connector 278">
              <a:extLst>
                <a:ext uri="{FF2B5EF4-FFF2-40B4-BE49-F238E27FC236}">
                  <a16:creationId xmlns:a16="http://schemas.microsoft.com/office/drawing/2014/main" id="{F92783F0-8C2B-C34F-B314-E5566258AF39}"/>
                </a:ext>
              </a:extLst>
            </p:cNvPr>
            <p:cNvCxnSpPr>
              <a:cxnSpLocks/>
            </p:cNvCxnSpPr>
            <p:nvPr/>
          </p:nvCxnSpPr>
          <p:spPr>
            <a:xfrm>
              <a:off x="7551281" y="385045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5183055A-5BE8-A942-8605-57EA41C15EAA}"/>
              </a:ext>
            </a:extLst>
          </p:cNvPr>
          <p:cNvGrpSpPr/>
          <p:nvPr/>
        </p:nvGrpSpPr>
        <p:grpSpPr>
          <a:xfrm>
            <a:off x="6022304" y="4881859"/>
            <a:ext cx="269626" cy="511729"/>
            <a:chOff x="7384663" y="5459245"/>
            <a:chExt cx="359500" cy="682305"/>
          </a:xfrm>
        </p:grpSpPr>
        <p:sp>
          <p:nvSpPr>
            <p:cNvPr id="281" name="Oval 99">
              <a:extLst>
                <a:ext uri="{FF2B5EF4-FFF2-40B4-BE49-F238E27FC236}">
                  <a16:creationId xmlns:a16="http://schemas.microsoft.com/office/drawing/2014/main" id="{9934B476-1895-D149-A552-448E1310E22F}"/>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2" name="TextBox 100">
              <a:extLst>
                <a:ext uri="{FF2B5EF4-FFF2-40B4-BE49-F238E27FC236}">
                  <a16:creationId xmlns:a16="http://schemas.microsoft.com/office/drawing/2014/main" id="{0B65A5ED-22FF-694D-A8CF-CD58B7906C11}"/>
                </a:ext>
              </a:extLst>
            </p:cNvPr>
            <p:cNvSpPr txBox="1">
              <a:spLocks noChangeArrowheads="1"/>
            </p:cNvSpPr>
            <p:nvPr/>
          </p:nvSpPr>
          <p:spPr bwMode="auto">
            <a:xfrm>
              <a:off x="7384663" y="5772218"/>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1</a:t>
              </a:r>
            </a:p>
          </p:txBody>
        </p:sp>
        <p:cxnSp>
          <p:nvCxnSpPr>
            <p:cNvPr id="283" name="Straight Arrow Connector 282">
              <a:extLst>
                <a:ext uri="{FF2B5EF4-FFF2-40B4-BE49-F238E27FC236}">
                  <a16:creationId xmlns:a16="http://schemas.microsoft.com/office/drawing/2014/main" id="{880B4985-A2E7-9840-89DB-43CD1C32889B}"/>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4" name="Group 283">
            <a:extLst>
              <a:ext uri="{FF2B5EF4-FFF2-40B4-BE49-F238E27FC236}">
                <a16:creationId xmlns:a16="http://schemas.microsoft.com/office/drawing/2014/main" id="{08BFC867-D14D-3144-B81A-791B84130F74}"/>
              </a:ext>
            </a:extLst>
          </p:cNvPr>
          <p:cNvGrpSpPr/>
          <p:nvPr/>
        </p:nvGrpSpPr>
        <p:grpSpPr>
          <a:xfrm>
            <a:off x="6286234" y="4881444"/>
            <a:ext cx="269626" cy="511729"/>
            <a:chOff x="7391313" y="5459245"/>
            <a:chExt cx="359500" cy="682305"/>
          </a:xfrm>
        </p:grpSpPr>
        <p:sp>
          <p:nvSpPr>
            <p:cNvPr id="285" name="Oval 99">
              <a:extLst>
                <a:ext uri="{FF2B5EF4-FFF2-40B4-BE49-F238E27FC236}">
                  <a16:creationId xmlns:a16="http://schemas.microsoft.com/office/drawing/2014/main" id="{BCA5C7D8-492C-6D4C-A709-3454D0AADA65}"/>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86" name="TextBox 100">
              <a:extLst>
                <a:ext uri="{FF2B5EF4-FFF2-40B4-BE49-F238E27FC236}">
                  <a16:creationId xmlns:a16="http://schemas.microsoft.com/office/drawing/2014/main" id="{56C67F63-AD2F-904B-A5F0-CB276135875F}"/>
                </a:ext>
              </a:extLst>
            </p:cNvPr>
            <p:cNvSpPr txBox="1">
              <a:spLocks noChangeArrowheads="1"/>
            </p:cNvSpPr>
            <p:nvPr/>
          </p:nvSpPr>
          <p:spPr bwMode="auto">
            <a:xfrm>
              <a:off x="7391313" y="5772218"/>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3</a:t>
              </a:r>
            </a:p>
          </p:txBody>
        </p:sp>
        <p:cxnSp>
          <p:nvCxnSpPr>
            <p:cNvPr id="287" name="Straight Arrow Connector 286">
              <a:extLst>
                <a:ext uri="{FF2B5EF4-FFF2-40B4-BE49-F238E27FC236}">
                  <a16:creationId xmlns:a16="http://schemas.microsoft.com/office/drawing/2014/main" id="{CED90D14-0E45-5341-B1F1-814D49A675B5}"/>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8" name="Group 287">
            <a:extLst>
              <a:ext uri="{FF2B5EF4-FFF2-40B4-BE49-F238E27FC236}">
                <a16:creationId xmlns:a16="http://schemas.microsoft.com/office/drawing/2014/main" id="{6AD51B82-2C86-C848-B33C-7B11C8FA3B57}"/>
              </a:ext>
            </a:extLst>
          </p:cNvPr>
          <p:cNvGrpSpPr/>
          <p:nvPr/>
        </p:nvGrpSpPr>
        <p:grpSpPr>
          <a:xfrm>
            <a:off x="6552657" y="4881028"/>
            <a:ext cx="269626" cy="511728"/>
            <a:chOff x="7391313" y="5459245"/>
            <a:chExt cx="359500" cy="682304"/>
          </a:xfrm>
        </p:grpSpPr>
        <p:sp>
          <p:nvSpPr>
            <p:cNvPr id="289" name="Oval 99">
              <a:extLst>
                <a:ext uri="{FF2B5EF4-FFF2-40B4-BE49-F238E27FC236}">
                  <a16:creationId xmlns:a16="http://schemas.microsoft.com/office/drawing/2014/main" id="{8B751EE7-2235-4048-BC78-0782B52B6DB6}"/>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90" name="TextBox 100">
              <a:extLst>
                <a:ext uri="{FF2B5EF4-FFF2-40B4-BE49-F238E27FC236}">
                  <a16:creationId xmlns:a16="http://schemas.microsoft.com/office/drawing/2014/main" id="{B8507147-FC4D-1542-A3A7-90596BEFDB7A}"/>
                </a:ext>
              </a:extLst>
            </p:cNvPr>
            <p:cNvSpPr txBox="1">
              <a:spLocks noChangeArrowheads="1"/>
            </p:cNvSpPr>
            <p:nvPr/>
          </p:nvSpPr>
          <p:spPr bwMode="auto">
            <a:xfrm>
              <a:off x="7391313" y="5772217"/>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2</a:t>
              </a:r>
            </a:p>
          </p:txBody>
        </p:sp>
        <p:cxnSp>
          <p:nvCxnSpPr>
            <p:cNvPr id="291" name="Straight Arrow Connector 290">
              <a:extLst>
                <a:ext uri="{FF2B5EF4-FFF2-40B4-BE49-F238E27FC236}">
                  <a16:creationId xmlns:a16="http://schemas.microsoft.com/office/drawing/2014/main" id="{F74942C4-4354-FE45-B718-B6E99CA1D39F}"/>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2" name="Group 291">
            <a:extLst>
              <a:ext uri="{FF2B5EF4-FFF2-40B4-BE49-F238E27FC236}">
                <a16:creationId xmlns:a16="http://schemas.microsoft.com/office/drawing/2014/main" id="{CED60DF8-B507-0E4E-8EFC-684EF5836E2E}"/>
              </a:ext>
            </a:extLst>
          </p:cNvPr>
          <p:cNvGrpSpPr/>
          <p:nvPr/>
        </p:nvGrpSpPr>
        <p:grpSpPr>
          <a:xfrm>
            <a:off x="6814508" y="4881028"/>
            <a:ext cx="269626" cy="511729"/>
            <a:chOff x="7391313" y="5459245"/>
            <a:chExt cx="359500" cy="682305"/>
          </a:xfrm>
        </p:grpSpPr>
        <p:sp>
          <p:nvSpPr>
            <p:cNvPr id="293" name="Oval 99">
              <a:extLst>
                <a:ext uri="{FF2B5EF4-FFF2-40B4-BE49-F238E27FC236}">
                  <a16:creationId xmlns:a16="http://schemas.microsoft.com/office/drawing/2014/main" id="{52D8440D-1B32-3B45-A2B4-B9EB99F22D2B}"/>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94" name="TextBox 100">
              <a:extLst>
                <a:ext uri="{FF2B5EF4-FFF2-40B4-BE49-F238E27FC236}">
                  <a16:creationId xmlns:a16="http://schemas.microsoft.com/office/drawing/2014/main" id="{F6D396E6-A748-A548-A25E-DD22B2CA3BBA}"/>
                </a:ext>
              </a:extLst>
            </p:cNvPr>
            <p:cNvSpPr txBox="1">
              <a:spLocks noChangeArrowheads="1"/>
            </p:cNvSpPr>
            <p:nvPr/>
          </p:nvSpPr>
          <p:spPr bwMode="auto">
            <a:xfrm>
              <a:off x="7391313" y="5772218"/>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4</a:t>
              </a:r>
            </a:p>
          </p:txBody>
        </p:sp>
        <p:cxnSp>
          <p:nvCxnSpPr>
            <p:cNvPr id="295" name="Straight Arrow Connector 294">
              <a:extLst>
                <a:ext uri="{FF2B5EF4-FFF2-40B4-BE49-F238E27FC236}">
                  <a16:creationId xmlns:a16="http://schemas.microsoft.com/office/drawing/2014/main" id="{114BECB2-1F39-4842-A148-3F058B5E87B9}"/>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6" name="Group 295">
            <a:extLst>
              <a:ext uri="{FF2B5EF4-FFF2-40B4-BE49-F238E27FC236}">
                <a16:creationId xmlns:a16="http://schemas.microsoft.com/office/drawing/2014/main" id="{A49EEF46-5C0F-1641-93E3-C585EB817C3A}"/>
              </a:ext>
            </a:extLst>
          </p:cNvPr>
          <p:cNvGrpSpPr/>
          <p:nvPr/>
        </p:nvGrpSpPr>
        <p:grpSpPr>
          <a:xfrm>
            <a:off x="7619596" y="4878119"/>
            <a:ext cx="269626" cy="511728"/>
            <a:chOff x="7391313" y="5459245"/>
            <a:chExt cx="359500" cy="682304"/>
          </a:xfrm>
        </p:grpSpPr>
        <p:sp>
          <p:nvSpPr>
            <p:cNvPr id="297" name="Oval 99">
              <a:extLst>
                <a:ext uri="{FF2B5EF4-FFF2-40B4-BE49-F238E27FC236}">
                  <a16:creationId xmlns:a16="http://schemas.microsoft.com/office/drawing/2014/main" id="{3DCA5832-DE2D-764A-99B6-A0207347696F}"/>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350" kern="0" dirty="0">
                <a:solidFill>
                  <a:srgbClr val="000000"/>
                </a:solidFill>
              </a:endParaRPr>
            </a:p>
          </p:txBody>
        </p:sp>
        <p:sp>
          <p:nvSpPr>
            <p:cNvPr id="298" name="TextBox 100">
              <a:extLst>
                <a:ext uri="{FF2B5EF4-FFF2-40B4-BE49-F238E27FC236}">
                  <a16:creationId xmlns:a16="http://schemas.microsoft.com/office/drawing/2014/main" id="{5B31099F-7256-BD4F-88BF-DDDC029150D2}"/>
                </a:ext>
              </a:extLst>
            </p:cNvPr>
            <p:cNvSpPr txBox="1">
              <a:spLocks noChangeArrowheads="1"/>
            </p:cNvSpPr>
            <p:nvPr/>
          </p:nvSpPr>
          <p:spPr bwMode="auto">
            <a:xfrm>
              <a:off x="7391313" y="5772217"/>
              <a:ext cx="359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cs typeface="Arial" panose="020B0604020202020204" pitchFamily="34" charset="0"/>
                </a:rPr>
                <a:t>5</a:t>
              </a:r>
            </a:p>
          </p:txBody>
        </p:sp>
        <p:cxnSp>
          <p:nvCxnSpPr>
            <p:cNvPr id="299" name="Straight Arrow Connector 298">
              <a:extLst>
                <a:ext uri="{FF2B5EF4-FFF2-40B4-BE49-F238E27FC236}">
                  <a16:creationId xmlns:a16="http://schemas.microsoft.com/office/drawing/2014/main" id="{299E53A8-3472-E546-8464-2381D0D10BDC}"/>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083883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p:txBody>
          <a:bodyPr/>
          <a:lstStyle/>
          <a:p>
            <a:r>
              <a:rPr kumimoji="0" lang="en-US" altLang="en-US" sz="3600" b="1" i="0" u="none" strike="noStrike" kern="1200" cap="none" spc="0" normalizeH="0" baseline="0" noProof="0" dirty="0">
                <a:ln>
                  <a:noFill/>
                </a:ln>
                <a:solidFill>
                  <a:prstClr val="black"/>
                </a:solidFill>
                <a:effectLst/>
                <a:uLnTx/>
                <a:uFillTx/>
                <a:latin typeface="Calibri Light" panose="020F0302020204030204"/>
                <a:ea typeface="ＭＳ Ｐゴシック" panose="020B0600070205080204" pitchFamily="34" charset="-128"/>
                <a:cs typeface="+mj-cs"/>
              </a:rPr>
              <a:t>Router - Scheduling</a:t>
            </a:r>
            <a:endParaRPr lang="en-US" dirty="0"/>
          </a:p>
        </p:txBody>
      </p:sp>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628650" y="1731802"/>
            <a:ext cx="4176865" cy="1749124"/>
          </a:xfrm>
        </p:spPr>
        <p:txBody>
          <a:bodyPr>
            <a:normAutofit fontScale="92500" lnSpcReduction="20000"/>
          </a:bodyPr>
          <a:lstStyle/>
          <a:p>
            <a:pPr>
              <a:buNone/>
            </a:pPr>
            <a:r>
              <a:rPr lang="en-US" altLang="en-US" sz="2600" i="1" dirty="0">
                <a:solidFill>
                  <a:srgbClr val="CC0000"/>
                </a:solidFill>
                <a:ea typeface="ＭＳ Ｐゴシック" panose="020B0600070205080204" pitchFamily="34" charset="-128"/>
                <a:cs typeface="ＭＳ Ｐゴシック" panose="020B0600070205080204" pitchFamily="34" charset="-128"/>
              </a:rPr>
              <a:t>Round Robin (RR) scheduling:</a:t>
            </a:r>
          </a:p>
          <a:p>
            <a:pPr marL="346472" indent="-167879"/>
            <a:r>
              <a:rPr lang="en-US" altLang="en-US" sz="2600" dirty="0">
                <a:ea typeface="ＭＳ Ｐゴシック" panose="020B0600070205080204" pitchFamily="34" charset="-128"/>
                <a:cs typeface="ＭＳ Ｐゴシック" panose="020B0600070205080204" pitchFamily="34" charset="-128"/>
              </a:rPr>
              <a:t>arriving traffic classified, queued by class</a:t>
            </a:r>
          </a:p>
          <a:p>
            <a:pPr marL="346472" indent="-167879"/>
            <a:r>
              <a:rPr lang="en-US" altLang="en-US" sz="2600" dirty="0">
                <a:ea typeface="ＭＳ Ｐゴシック" panose="020B0600070205080204" pitchFamily="34" charset="-128"/>
                <a:cs typeface="ＭＳ Ｐゴシック" panose="020B0600070205080204" pitchFamily="34" charset="-128"/>
              </a:rPr>
              <a:t>any header fields can be used for classification</a:t>
            </a:r>
          </a:p>
          <a:p>
            <a:pPr marL="346472" indent="-167879"/>
            <a:endParaRPr lang="en-US" altLang="en-US" sz="2400" dirty="0">
              <a:ea typeface="ＭＳ Ｐゴシック" panose="020B0600070205080204" pitchFamily="34" charset="-128"/>
              <a:cs typeface="ＭＳ Ｐゴシック" panose="020B0600070205080204" pitchFamily="34" charset="-128"/>
            </a:endParaRPr>
          </a:p>
        </p:txBody>
      </p:sp>
      <p:sp>
        <p:nvSpPr>
          <p:cNvPr id="64" name="Slide Number Placeholder 4">
            <a:extLst>
              <a:ext uri="{FF2B5EF4-FFF2-40B4-BE49-F238E27FC236}">
                <a16:creationId xmlns:a16="http://schemas.microsoft.com/office/drawing/2014/main" id="{3B896012-2EA3-CE44-BDAC-6912B3FF6E37}"/>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33</a:t>
            </a:fld>
            <a:endParaRPr lang="en-US" dirty="0">
              <a:solidFill>
                <a:prstClr val="white">
                  <a:lumMod val="50000"/>
                </a:prstClr>
              </a:solidFill>
              <a:latin typeface="Calibri" panose="020F0502020204030204"/>
            </a:endParaRPr>
          </a:p>
        </p:txBody>
      </p:sp>
      <p:cxnSp>
        <p:nvCxnSpPr>
          <p:cNvPr id="84" name="Straight Connector 83">
            <a:extLst>
              <a:ext uri="{FF2B5EF4-FFF2-40B4-BE49-F238E27FC236}">
                <a16:creationId xmlns:a16="http://schemas.microsoft.com/office/drawing/2014/main" id="{6F8A8ADF-5F32-994F-BC3B-330DE15D2284}"/>
              </a:ext>
            </a:extLst>
          </p:cNvPr>
          <p:cNvCxnSpPr/>
          <p:nvPr/>
        </p:nvCxnSpPr>
        <p:spPr>
          <a:xfrm>
            <a:off x="8066312" y="3910694"/>
            <a:ext cx="3429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Group 25">
            <a:extLst>
              <a:ext uri="{FF2B5EF4-FFF2-40B4-BE49-F238E27FC236}">
                <a16:creationId xmlns:a16="http://schemas.microsoft.com/office/drawing/2014/main" id="{5E20D4A5-ECB9-AC43-B9A4-23F1ACC6B544}"/>
              </a:ext>
            </a:extLst>
          </p:cNvPr>
          <p:cNvGrpSpPr>
            <a:grpSpLocks/>
          </p:cNvGrpSpPr>
          <p:nvPr/>
        </p:nvGrpSpPr>
        <p:grpSpPr bwMode="auto">
          <a:xfrm>
            <a:off x="5992588" y="2896758"/>
            <a:ext cx="955649" cy="570001"/>
            <a:chOff x="1670312" y="2562997"/>
            <a:chExt cx="940317" cy="565219"/>
          </a:xfrm>
        </p:grpSpPr>
        <p:grpSp>
          <p:nvGrpSpPr>
            <p:cNvPr id="142" name="Group 28">
              <a:extLst>
                <a:ext uri="{FF2B5EF4-FFF2-40B4-BE49-F238E27FC236}">
                  <a16:creationId xmlns:a16="http://schemas.microsoft.com/office/drawing/2014/main" id="{0D74CDDD-C99A-B947-9EFD-CBD75E4B4878}"/>
                </a:ext>
              </a:extLst>
            </p:cNvPr>
            <p:cNvGrpSpPr>
              <a:grpSpLocks/>
            </p:cNvGrpSpPr>
            <p:nvPr/>
          </p:nvGrpSpPr>
          <p:grpSpPr bwMode="auto">
            <a:xfrm>
              <a:off x="1670312" y="2562997"/>
              <a:ext cx="929822" cy="565219"/>
              <a:chOff x="1670312" y="2562997"/>
              <a:chExt cx="929822" cy="565219"/>
            </a:xfrm>
          </p:grpSpPr>
          <p:sp>
            <p:nvSpPr>
              <p:cNvPr id="144" name="Rectangle 30">
                <a:extLst>
                  <a:ext uri="{FF2B5EF4-FFF2-40B4-BE49-F238E27FC236}">
                    <a16:creationId xmlns:a16="http://schemas.microsoft.com/office/drawing/2014/main" id="{5BA4441C-4DBA-5C43-9B95-11C0A5BE57D1}"/>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145" name="Straight Connector 31">
                <a:extLst>
                  <a:ext uri="{FF2B5EF4-FFF2-40B4-BE49-F238E27FC236}">
                    <a16:creationId xmlns:a16="http://schemas.microsoft.com/office/drawing/2014/main" id="{770065E7-2AFF-9749-B481-CA28AC0942E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Straight Connector 32">
                <a:extLst>
                  <a:ext uri="{FF2B5EF4-FFF2-40B4-BE49-F238E27FC236}">
                    <a16:creationId xmlns:a16="http://schemas.microsoft.com/office/drawing/2014/main" id="{539B04A0-6232-674F-9C18-A238D11AEBDA}"/>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Straight Connector 33">
                <a:extLst>
                  <a:ext uri="{FF2B5EF4-FFF2-40B4-BE49-F238E27FC236}">
                    <a16:creationId xmlns:a16="http://schemas.microsoft.com/office/drawing/2014/main" id="{5A314D63-4A94-934B-B80A-574E64C1FC9E}"/>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Straight Connector 34">
                <a:extLst>
                  <a:ext uri="{FF2B5EF4-FFF2-40B4-BE49-F238E27FC236}">
                    <a16:creationId xmlns:a16="http://schemas.microsoft.com/office/drawing/2014/main" id="{BA121D63-FFE6-C04E-AA14-2DF4C20BE706}"/>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Straight Connector 35">
                <a:extLst>
                  <a:ext uri="{FF2B5EF4-FFF2-40B4-BE49-F238E27FC236}">
                    <a16:creationId xmlns:a16="http://schemas.microsoft.com/office/drawing/2014/main" id="{EE858001-04E3-1143-818E-C81A03EFAB42}"/>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Straight Connector 36">
                <a:extLst>
                  <a:ext uri="{FF2B5EF4-FFF2-40B4-BE49-F238E27FC236}">
                    <a16:creationId xmlns:a16="http://schemas.microsoft.com/office/drawing/2014/main" id="{CBF470F2-7828-8D49-A5E2-E9BDE68C6155}"/>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Straight Connector 37">
                <a:extLst>
                  <a:ext uri="{FF2B5EF4-FFF2-40B4-BE49-F238E27FC236}">
                    <a16:creationId xmlns:a16="http://schemas.microsoft.com/office/drawing/2014/main" id="{E97A75DC-F010-2C45-B01F-70860A3F93DA}"/>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3" name="Rectangle 29">
              <a:extLst>
                <a:ext uri="{FF2B5EF4-FFF2-40B4-BE49-F238E27FC236}">
                  <a16:creationId xmlns:a16="http://schemas.microsoft.com/office/drawing/2014/main" id="{D724ED3A-7ACB-D44D-A470-0A8862BA14C6}"/>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grpSp>
        <p:nvGrpSpPr>
          <p:cNvPr id="120" name="Group 25">
            <a:extLst>
              <a:ext uri="{FF2B5EF4-FFF2-40B4-BE49-F238E27FC236}">
                <a16:creationId xmlns:a16="http://schemas.microsoft.com/office/drawing/2014/main" id="{78CE8917-94A5-5F43-9B45-4CF75FDA73E0}"/>
              </a:ext>
            </a:extLst>
          </p:cNvPr>
          <p:cNvGrpSpPr>
            <a:grpSpLocks/>
          </p:cNvGrpSpPr>
          <p:nvPr/>
        </p:nvGrpSpPr>
        <p:grpSpPr bwMode="auto">
          <a:xfrm>
            <a:off x="6005910" y="3598715"/>
            <a:ext cx="969290" cy="572456"/>
            <a:chOff x="1670312" y="2562997"/>
            <a:chExt cx="940318" cy="565219"/>
          </a:xfrm>
        </p:grpSpPr>
        <p:grpSp>
          <p:nvGrpSpPr>
            <p:cNvPr id="132" name="Group 131">
              <a:extLst>
                <a:ext uri="{FF2B5EF4-FFF2-40B4-BE49-F238E27FC236}">
                  <a16:creationId xmlns:a16="http://schemas.microsoft.com/office/drawing/2014/main" id="{60D8E17B-A552-3844-9E03-2A679FC537F7}"/>
                </a:ext>
              </a:extLst>
            </p:cNvPr>
            <p:cNvGrpSpPr>
              <a:grpSpLocks/>
            </p:cNvGrpSpPr>
            <p:nvPr/>
          </p:nvGrpSpPr>
          <p:grpSpPr bwMode="auto">
            <a:xfrm>
              <a:off x="1670312" y="2562997"/>
              <a:ext cx="929822" cy="565219"/>
              <a:chOff x="1670312" y="2562997"/>
              <a:chExt cx="929822" cy="565219"/>
            </a:xfrm>
          </p:grpSpPr>
          <p:sp>
            <p:nvSpPr>
              <p:cNvPr id="134" name="Rectangle 133">
                <a:extLst>
                  <a:ext uri="{FF2B5EF4-FFF2-40B4-BE49-F238E27FC236}">
                    <a16:creationId xmlns:a16="http://schemas.microsoft.com/office/drawing/2014/main" id="{FB35063A-E9F2-BC4C-A8E9-717E50FE252F}"/>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135" name="Straight Connector 134">
                <a:extLst>
                  <a:ext uri="{FF2B5EF4-FFF2-40B4-BE49-F238E27FC236}">
                    <a16:creationId xmlns:a16="http://schemas.microsoft.com/office/drawing/2014/main" id="{9C02D04A-A9F5-2845-A7BE-433428BCC56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Straight Connector 135">
                <a:extLst>
                  <a:ext uri="{FF2B5EF4-FFF2-40B4-BE49-F238E27FC236}">
                    <a16:creationId xmlns:a16="http://schemas.microsoft.com/office/drawing/2014/main" id="{45BE41CA-E190-B348-8E48-9BC46D3CC8D1}"/>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Straight Connector 136">
                <a:extLst>
                  <a:ext uri="{FF2B5EF4-FFF2-40B4-BE49-F238E27FC236}">
                    <a16:creationId xmlns:a16="http://schemas.microsoft.com/office/drawing/2014/main" id="{B5D1529E-4924-C248-881D-B6922DDFDE7E}"/>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Straight Connector 137">
                <a:extLst>
                  <a:ext uri="{FF2B5EF4-FFF2-40B4-BE49-F238E27FC236}">
                    <a16:creationId xmlns:a16="http://schemas.microsoft.com/office/drawing/2014/main" id="{11735752-9D7F-6347-A614-D2BFA8109450}"/>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Straight Connector 138">
                <a:extLst>
                  <a:ext uri="{FF2B5EF4-FFF2-40B4-BE49-F238E27FC236}">
                    <a16:creationId xmlns:a16="http://schemas.microsoft.com/office/drawing/2014/main" id="{868C59A4-7FD1-F149-8C50-5744DF74BB74}"/>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Straight Connector 139">
                <a:extLst>
                  <a:ext uri="{FF2B5EF4-FFF2-40B4-BE49-F238E27FC236}">
                    <a16:creationId xmlns:a16="http://schemas.microsoft.com/office/drawing/2014/main" id="{E8AFAF38-FB42-C546-9A05-3826F34FCB7C}"/>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Straight Connector 140">
                <a:extLst>
                  <a:ext uri="{FF2B5EF4-FFF2-40B4-BE49-F238E27FC236}">
                    <a16:creationId xmlns:a16="http://schemas.microsoft.com/office/drawing/2014/main" id="{31962054-FB67-854A-BED8-E660D3B28087}"/>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3" name="Rectangle 132">
              <a:extLst>
                <a:ext uri="{FF2B5EF4-FFF2-40B4-BE49-F238E27FC236}">
                  <a16:creationId xmlns:a16="http://schemas.microsoft.com/office/drawing/2014/main" id="{67ACE1BC-0185-2240-B3FE-B81E228E69C2}"/>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grpSp>
        <p:nvGrpSpPr>
          <p:cNvPr id="121" name="Group 25">
            <a:extLst>
              <a:ext uri="{FF2B5EF4-FFF2-40B4-BE49-F238E27FC236}">
                <a16:creationId xmlns:a16="http://schemas.microsoft.com/office/drawing/2014/main" id="{BA9911C7-BCF3-0441-8F93-9AAE670E0B0D}"/>
              </a:ext>
            </a:extLst>
          </p:cNvPr>
          <p:cNvGrpSpPr>
            <a:grpSpLocks/>
          </p:cNvGrpSpPr>
          <p:nvPr/>
        </p:nvGrpSpPr>
        <p:grpSpPr bwMode="auto">
          <a:xfrm>
            <a:off x="6003013" y="4279861"/>
            <a:ext cx="969289" cy="541308"/>
            <a:chOff x="1670312" y="2562997"/>
            <a:chExt cx="940317" cy="565219"/>
          </a:xfrm>
        </p:grpSpPr>
        <p:grpSp>
          <p:nvGrpSpPr>
            <p:cNvPr id="122" name="Group 121">
              <a:extLst>
                <a:ext uri="{FF2B5EF4-FFF2-40B4-BE49-F238E27FC236}">
                  <a16:creationId xmlns:a16="http://schemas.microsoft.com/office/drawing/2014/main" id="{DFE00C82-D11B-C34C-BFC4-81E9F9A08BCB}"/>
                </a:ext>
              </a:extLst>
            </p:cNvPr>
            <p:cNvGrpSpPr>
              <a:grpSpLocks/>
            </p:cNvGrpSpPr>
            <p:nvPr/>
          </p:nvGrpSpPr>
          <p:grpSpPr bwMode="auto">
            <a:xfrm>
              <a:off x="1670312" y="2562997"/>
              <a:ext cx="929822" cy="565219"/>
              <a:chOff x="1670312" y="2562997"/>
              <a:chExt cx="929822" cy="565219"/>
            </a:xfrm>
          </p:grpSpPr>
          <p:sp>
            <p:nvSpPr>
              <p:cNvPr id="124" name="Rectangle 123">
                <a:extLst>
                  <a:ext uri="{FF2B5EF4-FFF2-40B4-BE49-F238E27FC236}">
                    <a16:creationId xmlns:a16="http://schemas.microsoft.com/office/drawing/2014/main" id="{8305CD10-A67D-8049-A130-7D6431365CE3}"/>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125" name="Straight Connector 124">
                <a:extLst>
                  <a:ext uri="{FF2B5EF4-FFF2-40B4-BE49-F238E27FC236}">
                    <a16:creationId xmlns:a16="http://schemas.microsoft.com/office/drawing/2014/main" id="{DD9A96F1-A0D6-6E45-A572-3878A16D9DA1}"/>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Straight Connector 125">
                <a:extLst>
                  <a:ext uri="{FF2B5EF4-FFF2-40B4-BE49-F238E27FC236}">
                    <a16:creationId xmlns:a16="http://schemas.microsoft.com/office/drawing/2014/main" id="{61F40E93-7522-5B49-9537-22A358F1F354}"/>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Straight Connector 126">
                <a:extLst>
                  <a:ext uri="{FF2B5EF4-FFF2-40B4-BE49-F238E27FC236}">
                    <a16:creationId xmlns:a16="http://schemas.microsoft.com/office/drawing/2014/main" id="{2C3669C8-8DC6-1144-A3B6-94CC50CAC7C9}"/>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Straight Connector 127">
                <a:extLst>
                  <a:ext uri="{FF2B5EF4-FFF2-40B4-BE49-F238E27FC236}">
                    <a16:creationId xmlns:a16="http://schemas.microsoft.com/office/drawing/2014/main" id="{038A7AFE-85D5-6843-A4D2-59A62B4BF66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Straight Connector 128">
                <a:extLst>
                  <a:ext uri="{FF2B5EF4-FFF2-40B4-BE49-F238E27FC236}">
                    <a16:creationId xmlns:a16="http://schemas.microsoft.com/office/drawing/2014/main" id="{8532C686-FF5E-204A-B3B1-08302EDF90FD}"/>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Straight Connector 129">
                <a:extLst>
                  <a:ext uri="{FF2B5EF4-FFF2-40B4-BE49-F238E27FC236}">
                    <a16:creationId xmlns:a16="http://schemas.microsoft.com/office/drawing/2014/main" id="{F6C3091D-F490-CF4A-8604-13C657DC1844}"/>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Straight Connector 130">
                <a:extLst>
                  <a:ext uri="{FF2B5EF4-FFF2-40B4-BE49-F238E27FC236}">
                    <a16:creationId xmlns:a16="http://schemas.microsoft.com/office/drawing/2014/main" id="{D8A89B68-81DA-E544-8470-F55B36DAB5BF}"/>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3" name="Rectangle 122">
              <a:extLst>
                <a:ext uri="{FF2B5EF4-FFF2-40B4-BE49-F238E27FC236}">
                  <a16:creationId xmlns:a16="http://schemas.microsoft.com/office/drawing/2014/main" id="{1D236F41-84E2-4F41-887A-68DC8EDF6E8F}"/>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sp>
        <p:nvSpPr>
          <p:cNvPr id="86" name="Triangle 85">
            <a:extLst>
              <a:ext uri="{FF2B5EF4-FFF2-40B4-BE49-F238E27FC236}">
                <a16:creationId xmlns:a16="http://schemas.microsoft.com/office/drawing/2014/main" id="{4E037740-5ED0-EC4A-8F76-0BD68A8C710B}"/>
              </a:ext>
            </a:extLst>
          </p:cNvPr>
          <p:cNvSpPr/>
          <p:nvPr/>
        </p:nvSpPr>
        <p:spPr>
          <a:xfrm rot="5400000">
            <a:off x="5161084" y="3645265"/>
            <a:ext cx="608780" cy="49905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nvGrpSpPr>
          <p:cNvPr id="87" name="Group 86">
            <a:extLst>
              <a:ext uri="{FF2B5EF4-FFF2-40B4-BE49-F238E27FC236}">
                <a16:creationId xmlns:a16="http://schemas.microsoft.com/office/drawing/2014/main" id="{F27883BF-A6F9-DE47-88A6-F0CE4216E83C}"/>
              </a:ext>
            </a:extLst>
          </p:cNvPr>
          <p:cNvGrpSpPr/>
          <p:nvPr/>
        </p:nvGrpSpPr>
        <p:grpSpPr>
          <a:xfrm>
            <a:off x="4727749" y="3761224"/>
            <a:ext cx="425390" cy="254978"/>
            <a:chOff x="9460523" y="6049108"/>
            <a:chExt cx="567187" cy="339970"/>
          </a:xfrm>
        </p:grpSpPr>
        <p:cxnSp>
          <p:nvCxnSpPr>
            <p:cNvPr id="116" name="Straight Arrow Connector 115">
              <a:extLst>
                <a:ext uri="{FF2B5EF4-FFF2-40B4-BE49-F238E27FC236}">
                  <a16:creationId xmlns:a16="http://schemas.microsoft.com/office/drawing/2014/main" id="{7F5C5A68-B743-7147-8BCF-20B7D5DC9051}"/>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49C0F1E-ECD0-B049-A9B5-7870538D7F31}"/>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2EBB538C-0DDB-B645-86CF-67A9457818FF}"/>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A1D419CE-A5C0-0A4F-85AC-1DB03EB7F28B}"/>
              </a:ext>
            </a:extLst>
          </p:cNvPr>
          <p:cNvGrpSpPr/>
          <p:nvPr/>
        </p:nvGrpSpPr>
        <p:grpSpPr>
          <a:xfrm>
            <a:off x="8434330" y="3777553"/>
            <a:ext cx="425390" cy="254978"/>
            <a:chOff x="9460523" y="6049108"/>
            <a:chExt cx="567187" cy="339970"/>
          </a:xfrm>
        </p:grpSpPr>
        <p:cxnSp>
          <p:nvCxnSpPr>
            <p:cNvPr id="113" name="Straight Arrow Connector 112">
              <a:extLst>
                <a:ext uri="{FF2B5EF4-FFF2-40B4-BE49-F238E27FC236}">
                  <a16:creationId xmlns:a16="http://schemas.microsoft.com/office/drawing/2014/main" id="{6DBF63E4-8431-0445-B7A7-EE6FEAE19E8F}"/>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FBBA29F-E9D0-F84F-9C86-CDCFBB2CDE86}"/>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16EAB9FF-EEC9-3A43-9BE7-A4DD14A960C4}"/>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89" name="TextBox 88">
            <a:extLst>
              <a:ext uri="{FF2B5EF4-FFF2-40B4-BE49-F238E27FC236}">
                <a16:creationId xmlns:a16="http://schemas.microsoft.com/office/drawing/2014/main" id="{868140F4-AC30-184C-8CF8-A2D77B410547}"/>
              </a:ext>
            </a:extLst>
          </p:cNvPr>
          <p:cNvSpPr txBox="1"/>
          <p:nvPr/>
        </p:nvSpPr>
        <p:spPr>
          <a:xfrm>
            <a:off x="4909896" y="4269922"/>
            <a:ext cx="788357" cy="466281"/>
          </a:xfrm>
          <a:prstGeom prst="rect">
            <a:avLst/>
          </a:prstGeom>
          <a:noFill/>
        </p:spPr>
        <p:txBody>
          <a:bodyPr wrap="none" rtlCol="0">
            <a:spAutoFit/>
          </a:bodyPr>
          <a:lstStyle/>
          <a:p>
            <a:pPr algn="ctr" defTabSz="685800">
              <a:lnSpc>
                <a:spcPct val="80000"/>
              </a:lnSpc>
              <a:defRPr/>
            </a:pPr>
            <a:r>
              <a:rPr lang="en-US" sz="1500" dirty="0">
                <a:solidFill>
                  <a:prstClr val="black"/>
                </a:solidFill>
                <a:latin typeface="Calibri" panose="020F0502020204030204"/>
              </a:rPr>
              <a:t>classify </a:t>
            </a:r>
          </a:p>
          <a:p>
            <a:pPr algn="ctr" defTabSz="685800">
              <a:lnSpc>
                <a:spcPct val="80000"/>
              </a:lnSpc>
              <a:defRPr/>
            </a:pPr>
            <a:r>
              <a:rPr lang="en-US" sz="1500" dirty="0">
                <a:solidFill>
                  <a:prstClr val="black"/>
                </a:solidFill>
                <a:latin typeface="Calibri" panose="020F0502020204030204"/>
              </a:rPr>
              <a:t>arrivals</a:t>
            </a:r>
          </a:p>
        </p:txBody>
      </p:sp>
      <p:sp>
        <p:nvSpPr>
          <p:cNvPr id="90" name="TextBox 89">
            <a:extLst>
              <a:ext uri="{FF2B5EF4-FFF2-40B4-BE49-F238E27FC236}">
                <a16:creationId xmlns:a16="http://schemas.microsoft.com/office/drawing/2014/main" id="{36F99A07-C727-1644-8341-3B3CB4A1A604}"/>
              </a:ext>
            </a:extLst>
          </p:cNvPr>
          <p:cNvSpPr txBox="1"/>
          <p:nvPr/>
        </p:nvSpPr>
        <p:spPr>
          <a:xfrm>
            <a:off x="7935019" y="4244192"/>
            <a:ext cx="1042914" cy="281616"/>
          </a:xfrm>
          <a:prstGeom prst="rect">
            <a:avLst/>
          </a:prstGeom>
          <a:noFill/>
        </p:spPr>
        <p:txBody>
          <a:bodyPr wrap="none" rtlCol="0">
            <a:spAutoFit/>
          </a:bodyPr>
          <a:lstStyle/>
          <a:p>
            <a:pPr algn="ctr" defTabSz="685800">
              <a:lnSpc>
                <a:spcPct val="80000"/>
              </a:lnSpc>
              <a:defRPr/>
            </a:pPr>
            <a:r>
              <a:rPr lang="en-US" sz="1500" dirty="0">
                <a:solidFill>
                  <a:prstClr val="black"/>
                </a:solidFill>
                <a:latin typeface="Calibri" panose="020F0502020204030204"/>
              </a:rPr>
              <a:t>departures</a:t>
            </a:r>
          </a:p>
        </p:txBody>
      </p:sp>
      <p:cxnSp>
        <p:nvCxnSpPr>
          <p:cNvPr id="91" name="Straight Arrow Connector 90">
            <a:extLst>
              <a:ext uri="{FF2B5EF4-FFF2-40B4-BE49-F238E27FC236}">
                <a16:creationId xmlns:a16="http://schemas.microsoft.com/office/drawing/2014/main" id="{0EE5CF80-BE3B-024F-A459-6681CD2BCC15}"/>
              </a:ext>
            </a:extLst>
          </p:cNvPr>
          <p:cNvCxnSpPr>
            <a:cxnSpLocks/>
            <a:stCxn id="86" idx="0"/>
          </p:cNvCxnSpPr>
          <p:nvPr/>
        </p:nvCxnSpPr>
        <p:spPr>
          <a:xfrm flipV="1">
            <a:off x="5715000" y="3157871"/>
            <a:ext cx="511930" cy="7369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34F47B22-C2C5-2543-A814-67700D8EB0B0}"/>
              </a:ext>
            </a:extLst>
          </p:cNvPr>
          <p:cNvCxnSpPr>
            <a:cxnSpLocks/>
          </p:cNvCxnSpPr>
          <p:nvPr/>
        </p:nvCxnSpPr>
        <p:spPr>
          <a:xfrm>
            <a:off x="5726595" y="3896209"/>
            <a:ext cx="522429"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EE90B05F-D57F-984A-AAA3-8BB0F57C2104}"/>
              </a:ext>
            </a:extLst>
          </p:cNvPr>
          <p:cNvCxnSpPr>
            <a:cxnSpLocks/>
            <a:stCxn id="86" idx="0"/>
          </p:cNvCxnSpPr>
          <p:nvPr/>
        </p:nvCxnSpPr>
        <p:spPr>
          <a:xfrm>
            <a:off x="5715000" y="3894791"/>
            <a:ext cx="511541" cy="653562"/>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46D3EED-0FBB-8746-A909-7EFE21516D4A}"/>
              </a:ext>
            </a:extLst>
          </p:cNvPr>
          <p:cNvCxnSpPr>
            <a:stCxn id="144" idx="3"/>
            <a:endCxn id="110" idx="2"/>
          </p:cNvCxnSpPr>
          <p:nvPr/>
        </p:nvCxnSpPr>
        <p:spPr>
          <a:xfrm>
            <a:off x="6937568" y="3180719"/>
            <a:ext cx="498189" cy="7070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9F9A9FD-F1D6-674E-B6FE-3E4351E164C0}"/>
              </a:ext>
            </a:extLst>
          </p:cNvPr>
          <p:cNvCxnSpPr>
            <a:cxnSpLocks/>
            <a:stCxn id="124" idx="3"/>
            <a:endCxn id="110" idx="2"/>
          </p:cNvCxnSpPr>
          <p:nvPr/>
        </p:nvCxnSpPr>
        <p:spPr>
          <a:xfrm flipV="1">
            <a:off x="6961483" y="3887744"/>
            <a:ext cx="474275" cy="661784"/>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ADB4CD1-2488-9641-991D-3E40210AD457}"/>
              </a:ext>
            </a:extLst>
          </p:cNvPr>
          <p:cNvCxnSpPr>
            <a:cxnSpLocks/>
            <a:stCxn id="133" idx="3"/>
            <a:endCxn id="110" idx="2"/>
          </p:cNvCxnSpPr>
          <p:nvPr/>
        </p:nvCxnSpPr>
        <p:spPr>
          <a:xfrm>
            <a:off x="6975197" y="3886904"/>
            <a:ext cx="460561" cy="84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97" name="Group 96">
            <a:extLst>
              <a:ext uri="{FF2B5EF4-FFF2-40B4-BE49-F238E27FC236}">
                <a16:creationId xmlns:a16="http://schemas.microsoft.com/office/drawing/2014/main" id="{F59DA51A-4D35-0947-828C-22218BCFD148}"/>
              </a:ext>
            </a:extLst>
          </p:cNvPr>
          <p:cNvGrpSpPr/>
          <p:nvPr/>
        </p:nvGrpSpPr>
        <p:grpSpPr>
          <a:xfrm>
            <a:off x="7435757" y="3560305"/>
            <a:ext cx="658187" cy="962567"/>
            <a:chOff x="9827263" y="3125100"/>
            <a:chExt cx="877582" cy="1283423"/>
          </a:xfrm>
        </p:grpSpPr>
        <p:sp>
          <p:nvSpPr>
            <p:cNvPr id="110" name="Oval 27">
              <a:extLst>
                <a:ext uri="{FF2B5EF4-FFF2-40B4-BE49-F238E27FC236}">
                  <a16:creationId xmlns:a16="http://schemas.microsoft.com/office/drawing/2014/main" id="{56D3FB05-A8AB-6A43-87B6-A07612965ED1}"/>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111" name="TextBox 110">
              <a:extLst>
                <a:ext uri="{FF2B5EF4-FFF2-40B4-BE49-F238E27FC236}">
                  <a16:creationId xmlns:a16="http://schemas.microsoft.com/office/drawing/2014/main" id="{4AED34C3-2F6F-6D45-BF7B-1AEEA59367BF}"/>
                </a:ext>
              </a:extLst>
            </p:cNvPr>
            <p:cNvSpPr txBox="1"/>
            <p:nvPr/>
          </p:nvSpPr>
          <p:spPr>
            <a:xfrm>
              <a:off x="9920888" y="4033035"/>
              <a:ext cx="618118" cy="375488"/>
            </a:xfrm>
            <a:prstGeom prst="rect">
              <a:avLst/>
            </a:prstGeom>
            <a:noFill/>
          </p:spPr>
          <p:txBody>
            <a:bodyPr wrap="none" rtlCol="0">
              <a:spAutoFit/>
            </a:bodyPr>
            <a:lstStyle/>
            <a:p>
              <a:pPr algn="ctr" defTabSz="685800">
                <a:lnSpc>
                  <a:spcPct val="80000"/>
                </a:lnSpc>
                <a:defRPr/>
              </a:pPr>
              <a:r>
                <a:rPr lang="en-US" sz="1500" dirty="0">
                  <a:solidFill>
                    <a:prstClr val="black"/>
                  </a:solidFill>
                  <a:latin typeface="Calibri" panose="020F0502020204030204"/>
                </a:rPr>
                <a:t>link</a:t>
              </a:r>
            </a:p>
          </p:txBody>
        </p:sp>
        <p:sp>
          <p:nvSpPr>
            <p:cNvPr id="112" name="TextBox 111">
              <a:extLst>
                <a:ext uri="{FF2B5EF4-FFF2-40B4-BE49-F238E27FC236}">
                  <a16:creationId xmlns:a16="http://schemas.microsoft.com/office/drawing/2014/main" id="{B065EADC-1407-C54D-91C4-CE8B573FBBFC}"/>
                </a:ext>
              </a:extLst>
            </p:cNvPr>
            <p:cNvSpPr txBox="1"/>
            <p:nvPr/>
          </p:nvSpPr>
          <p:spPr>
            <a:xfrm>
              <a:off x="10055809" y="3391108"/>
              <a:ext cx="412934" cy="425928"/>
            </a:xfrm>
            <a:prstGeom prst="rect">
              <a:avLst/>
            </a:prstGeom>
            <a:noFill/>
          </p:spPr>
          <p:txBody>
            <a:bodyPr wrap="none" rtlCol="0">
              <a:spAutoFit/>
            </a:bodyPr>
            <a:lstStyle/>
            <a:p>
              <a:pPr algn="ctr" defTabSz="685800">
                <a:lnSpc>
                  <a:spcPct val="80000"/>
                </a:lnSpc>
                <a:defRPr/>
              </a:pPr>
              <a:r>
                <a:rPr lang="en-US" dirty="0">
                  <a:solidFill>
                    <a:prstClr val="black"/>
                  </a:solidFill>
                  <a:latin typeface="Calibri" panose="020F0502020204030204"/>
                </a:rPr>
                <a:t>R</a:t>
              </a:r>
            </a:p>
          </p:txBody>
        </p:sp>
      </p:grpSp>
      <p:sp>
        <p:nvSpPr>
          <p:cNvPr id="98" name="Oval 97">
            <a:extLst>
              <a:ext uri="{FF2B5EF4-FFF2-40B4-BE49-F238E27FC236}">
                <a16:creationId xmlns:a16="http://schemas.microsoft.com/office/drawing/2014/main" id="{FD50F4AD-EA29-4F4D-9ADD-A68E02324387}"/>
              </a:ext>
            </a:extLst>
          </p:cNvPr>
          <p:cNvSpPr/>
          <p:nvPr/>
        </p:nvSpPr>
        <p:spPr>
          <a:xfrm>
            <a:off x="7102928" y="3061608"/>
            <a:ext cx="261257" cy="1632857"/>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99" name="Rectangle 98">
            <a:extLst>
              <a:ext uri="{FF2B5EF4-FFF2-40B4-BE49-F238E27FC236}">
                <a16:creationId xmlns:a16="http://schemas.microsoft.com/office/drawing/2014/main" id="{80B384F2-B516-C842-BE3D-56105ED3D4C1}"/>
              </a:ext>
            </a:extLst>
          </p:cNvPr>
          <p:cNvSpPr/>
          <p:nvPr/>
        </p:nvSpPr>
        <p:spPr>
          <a:xfrm>
            <a:off x="7287164" y="3178988"/>
            <a:ext cx="146649" cy="4399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cxnSp>
        <p:nvCxnSpPr>
          <p:cNvPr id="100" name="Straight Arrow Connector 99">
            <a:extLst>
              <a:ext uri="{FF2B5EF4-FFF2-40B4-BE49-F238E27FC236}">
                <a16:creationId xmlns:a16="http://schemas.microsoft.com/office/drawing/2014/main" id="{5A7A9D50-41BA-6A42-A6F6-8D80451A919B}"/>
              </a:ext>
            </a:extLst>
          </p:cNvPr>
          <p:cNvCxnSpPr/>
          <p:nvPr/>
        </p:nvCxnSpPr>
        <p:spPr>
          <a:xfrm flipV="1">
            <a:off x="7359563" y="3524969"/>
            <a:ext cx="0" cy="1959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2" name="Content Placeholder 1">
            <a:extLst>
              <a:ext uri="{FF2B5EF4-FFF2-40B4-BE49-F238E27FC236}">
                <a16:creationId xmlns:a16="http://schemas.microsoft.com/office/drawing/2014/main" id="{B3D9C97E-1CC4-BD42-93BB-5F54015681B1}"/>
              </a:ext>
            </a:extLst>
          </p:cNvPr>
          <p:cNvSpPr txBox="1">
            <a:spLocks/>
          </p:cNvSpPr>
          <p:nvPr/>
        </p:nvSpPr>
        <p:spPr>
          <a:xfrm>
            <a:off x="527258" y="3797735"/>
            <a:ext cx="3866547" cy="1760724"/>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6472" indent="-167879" defTabSz="685800">
              <a:spcBef>
                <a:spcPts val="750"/>
              </a:spcBef>
              <a:defRPr/>
            </a:pPr>
            <a:r>
              <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server cyclically, repeatedly  scans class queues, sending one complete packet from each class (if available) in turn</a:t>
            </a:r>
          </a:p>
        </p:txBody>
      </p:sp>
    </p:spTree>
    <p:extLst>
      <p:ext uri="{BB962C8B-B14F-4D97-AF65-F5344CB8AC3E}">
        <p14:creationId xmlns:p14="http://schemas.microsoft.com/office/powerpoint/2010/main" val="3023538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628650" y="136525"/>
            <a:ext cx="7437662" cy="772796"/>
          </a:xfrm>
        </p:spPr>
        <p:txBody>
          <a:bodyPr>
            <a:normAutofit/>
          </a:bodyPr>
          <a:lstStyle/>
          <a:p>
            <a:r>
              <a:rPr kumimoji="0" lang="en-US" altLang="en-US" sz="3600" b="1" i="0" u="none" strike="noStrike" kern="1200" cap="none" spc="0" normalizeH="0" baseline="0" noProof="0" dirty="0">
                <a:ln>
                  <a:noFill/>
                </a:ln>
                <a:solidFill>
                  <a:prstClr val="black"/>
                </a:solidFill>
                <a:effectLst/>
                <a:uLnTx/>
                <a:uFillTx/>
                <a:latin typeface="Calibri Light" panose="020F0302020204030204"/>
                <a:ea typeface="ＭＳ Ｐゴシック" panose="020B0600070205080204" pitchFamily="34" charset="-128"/>
                <a:cs typeface="+mj-cs"/>
              </a:rPr>
              <a:t>Router - Scheduling</a:t>
            </a:r>
            <a:endParaRPr lang="en-US" dirty="0"/>
          </a:p>
        </p:txBody>
      </p:sp>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628650" y="1498602"/>
            <a:ext cx="7886700" cy="1280827"/>
          </a:xfrm>
        </p:spPr>
        <p:txBody>
          <a:bodyPr>
            <a:normAutofit/>
          </a:bodyPr>
          <a:lstStyle/>
          <a:p>
            <a:pPr>
              <a:buNone/>
            </a:pPr>
            <a:r>
              <a:rPr lang="en-US" altLang="en-US" sz="2400" i="1" dirty="0">
                <a:solidFill>
                  <a:srgbClr val="CC0000"/>
                </a:solidFill>
                <a:ea typeface="ＭＳ Ｐゴシック" panose="020B0600070205080204" pitchFamily="34" charset="-128"/>
                <a:cs typeface="ＭＳ Ｐゴシック" panose="020B0600070205080204" pitchFamily="34" charset="-128"/>
              </a:rPr>
              <a:t>Weighted Fair Queuing (WFQ): </a:t>
            </a:r>
          </a:p>
          <a:p>
            <a:pPr marL="436960" indent="-213122"/>
            <a:r>
              <a:rPr lang="en-US" altLang="en-US" sz="2400" dirty="0">
                <a:ea typeface="ＭＳ Ｐゴシック" panose="020B0600070205080204" pitchFamily="34" charset="-128"/>
                <a:cs typeface="ＭＳ Ｐゴシック" panose="020B0600070205080204" pitchFamily="34" charset="-128"/>
              </a:rPr>
              <a:t>generalized Round Robin</a:t>
            </a:r>
          </a:p>
        </p:txBody>
      </p:sp>
      <p:sp>
        <p:nvSpPr>
          <p:cNvPr id="81" name="Slide Number Placeholder 4">
            <a:extLst>
              <a:ext uri="{FF2B5EF4-FFF2-40B4-BE49-F238E27FC236}">
                <a16:creationId xmlns:a16="http://schemas.microsoft.com/office/drawing/2014/main" id="{F0AFE370-3F30-3F41-8D1F-CC727D14015B}"/>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34</a:t>
            </a:fld>
            <a:endParaRPr lang="en-US" dirty="0">
              <a:solidFill>
                <a:prstClr val="white">
                  <a:lumMod val="50000"/>
                </a:prstClr>
              </a:solidFill>
              <a:latin typeface="Calibri" panose="020F0502020204030204"/>
            </a:endParaRPr>
          </a:p>
        </p:txBody>
      </p:sp>
      <p:cxnSp>
        <p:nvCxnSpPr>
          <p:cNvPr id="72" name="Straight Connector 71">
            <a:extLst>
              <a:ext uri="{FF2B5EF4-FFF2-40B4-BE49-F238E27FC236}">
                <a16:creationId xmlns:a16="http://schemas.microsoft.com/office/drawing/2014/main" id="{EB0FE50D-8E31-1046-A976-F61876A256D1}"/>
              </a:ext>
            </a:extLst>
          </p:cNvPr>
          <p:cNvCxnSpPr/>
          <p:nvPr/>
        </p:nvCxnSpPr>
        <p:spPr>
          <a:xfrm>
            <a:off x="8066312" y="3910694"/>
            <a:ext cx="3429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3B740B6F-8E87-144C-8CB1-A0CA5C93F619}"/>
              </a:ext>
            </a:extLst>
          </p:cNvPr>
          <p:cNvGrpSpPr/>
          <p:nvPr/>
        </p:nvGrpSpPr>
        <p:grpSpPr>
          <a:xfrm>
            <a:off x="5992587" y="2896758"/>
            <a:ext cx="982613" cy="1924411"/>
            <a:chOff x="8117411" y="2240372"/>
            <a:chExt cx="1444110" cy="2565881"/>
          </a:xfrm>
        </p:grpSpPr>
        <p:grpSp>
          <p:nvGrpSpPr>
            <p:cNvPr id="8" name="Group 25">
              <a:extLst>
                <a:ext uri="{FF2B5EF4-FFF2-40B4-BE49-F238E27FC236}">
                  <a16:creationId xmlns:a16="http://schemas.microsoft.com/office/drawing/2014/main" id="{C563A50E-1C6D-6C46-8EE5-AAEAA0E7781F}"/>
                </a:ext>
              </a:extLst>
            </p:cNvPr>
            <p:cNvGrpSpPr>
              <a:grpSpLocks/>
            </p:cNvGrpSpPr>
            <p:nvPr/>
          </p:nvGrpSpPr>
          <p:grpSpPr bwMode="auto">
            <a:xfrm>
              <a:off x="8117411" y="2240372"/>
              <a:ext cx="1404483" cy="760001"/>
              <a:chOff x="1670312" y="2562997"/>
              <a:chExt cx="940317" cy="565219"/>
            </a:xfrm>
          </p:grpSpPr>
          <p:grpSp>
            <p:nvGrpSpPr>
              <p:cNvPr id="18" name="Group 28">
                <a:extLst>
                  <a:ext uri="{FF2B5EF4-FFF2-40B4-BE49-F238E27FC236}">
                    <a16:creationId xmlns:a16="http://schemas.microsoft.com/office/drawing/2014/main" id="{3EFAE9E2-03FB-A240-82CC-3EEE93BB300A}"/>
                  </a:ext>
                </a:extLst>
              </p:cNvPr>
              <p:cNvGrpSpPr>
                <a:grpSpLocks/>
              </p:cNvGrpSpPr>
              <p:nvPr/>
            </p:nvGrpSpPr>
            <p:grpSpPr bwMode="auto">
              <a:xfrm>
                <a:off x="1670312" y="2562997"/>
                <a:ext cx="929822" cy="565219"/>
                <a:chOff x="1670312" y="2562997"/>
                <a:chExt cx="929822" cy="565219"/>
              </a:xfrm>
            </p:grpSpPr>
            <p:sp>
              <p:nvSpPr>
                <p:cNvPr id="20" name="Rectangle 30">
                  <a:extLst>
                    <a:ext uri="{FF2B5EF4-FFF2-40B4-BE49-F238E27FC236}">
                      <a16:creationId xmlns:a16="http://schemas.microsoft.com/office/drawing/2014/main" id="{729FDF34-CD0B-9A4B-BFAA-A9A823BC314C}"/>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21" name="Straight Connector 31">
                  <a:extLst>
                    <a:ext uri="{FF2B5EF4-FFF2-40B4-BE49-F238E27FC236}">
                      <a16:creationId xmlns:a16="http://schemas.microsoft.com/office/drawing/2014/main" id="{5A69AE93-EED2-CB43-99E6-0FB1510E4FF4}"/>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32">
                  <a:extLst>
                    <a:ext uri="{FF2B5EF4-FFF2-40B4-BE49-F238E27FC236}">
                      <a16:creationId xmlns:a16="http://schemas.microsoft.com/office/drawing/2014/main" id="{E8F030DC-8BE9-E84E-9DA0-9A9C35E49945}"/>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33">
                  <a:extLst>
                    <a:ext uri="{FF2B5EF4-FFF2-40B4-BE49-F238E27FC236}">
                      <a16:creationId xmlns:a16="http://schemas.microsoft.com/office/drawing/2014/main" id="{12488256-DFFD-964A-8401-C59AC44B0A88}"/>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34">
                  <a:extLst>
                    <a:ext uri="{FF2B5EF4-FFF2-40B4-BE49-F238E27FC236}">
                      <a16:creationId xmlns:a16="http://schemas.microsoft.com/office/drawing/2014/main" id="{38FDDBA3-4933-3A49-9208-C2E75B79F16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35">
                  <a:extLst>
                    <a:ext uri="{FF2B5EF4-FFF2-40B4-BE49-F238E27FC236}">
                      <a16:creationId xmlns:a16="http://schemas.microsoft.com/office/drawing/2014/main" id="{44515A57-BAE8-DB48-8D32-C3EF03B66C6E}"/>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36">
                  <a:extLst>
                    <a:ext uri="{FF2B5EF4-FFF2-40B4-BE49-F238E27FC236}">
                      <a16:creationId xmlns:a16="http://schemas.microsoft.com/office/drawing/2014/main" id="{8FFF7C21-C795-5A4D-B498-3B99B69489B6}"/>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37">
                  <a:extLst>
                    <a:ext uri="{FF2B5EF4-FFF2-40B4-BE49-F238E27FC236}">
                      <a16:creationId xmlns:a16="http://schemas.microsoft.com/office/drawing/2014/main" id="{E40618EE-68A5-6741-A873-86553161E156}"/>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Rectangle 29">
                <a:extLst>
                  <a:ext uri="{FF2B5EF4-FFF2-40B4-BE49-F238E27FC236}">
                    <a16:creationId xmlns:a16="http://schemas.microsoft.com/office/drawing/2014/main" id="{E2F0270A-1C7D-5644-9107-040300A3830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grpSp>
          <p:nvGrpSpPr>
            <p:cNvPr id="28" name="Group 25">
              <a:extLst>
                <a:ext uri="{FF2B5EF4-FFF2-40B4-BE49-F238E27FC236}">
                  <a16:creationId xmlns:a16="http://schemas.microsoft.com/office/drawing/2014/main" id="{687F59CE-C2B3-4D4C-92B7-16D87AB0CB08}"/>
                </a:ext>
              </a:extLst>
            </p:cNvPr>
            <p:cNvGrpSpPr>
              <a:grpSpLocks/>
            </p:cNvGrpSpPr>
            <p:nvPr/>
          </p:nvGrpSpPr>
          <p:grpSpPr bwMode="auto">
            <a:xfrm>
              <a:off x="8136990" y="3176315"/>
              <a:ext cx="1424531" cy="763274"/>
              <a:chOff x="1670312" y="2562997"/>
              <a:chExt cx="940318" cy="565219"/>
            </a:xfrm>
          </p:grpSpPr>
          <p:grpSp>
            <p:nvGrpSpPr>
              <p:cNvPr id="29" name="Group 28">
                <a:extLst>
                  <a:ext uri="{FF2B5EF4-FFF2-40B4-BE49-F238E27FC236}">
                    <a16:creationId xmlns:a16="http://schemas.microsoft.com/office/drawing/2014/main" id="{4511BCEB-21AB-F44E-8C3E-BB178AAD23CB}"/>
                  </a:ext>
                </a:extLst>
              </p:cNvPr>
              <p:cNvGrpSpPr>
                <a:grpSpLocks/>
              </p:cNvGrpSpPr>
              <p:nvPr/>
            </p:nvGrpSpPr>
            <p:grpSpPr bwMode="auto">
              <a:xfrm>
                <a:off x="1670312" y="2562997"/>
                <a:ext cx="929822" cy="565219"/>
                <a:chOff x="1670312" y="2562997"/>
                <a:chExt cx="929822" cy="565219"/>
              </a:xfrm>
            </p:grpSpPr>
            <p:sp>
              <p:nvSpPr>
                <p:cNvPr id="31" name="Rectangle 30">
                  <a:extLst>
                    <a:ext uri="{FF2B5EF4-FFF2-40B4-BE49-F238E27FC236}">
                      <a16:creationId xmlns:a16="http://schemas.microsoft.com/office/drawing/2014/main" id="{41316E27-4220-C147-A89C-A1EFEA4D25A1}"/>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32" name="Straight Connector 31">
                  <a:extLst>
                    <a:ext uri="{FF2B5EF4-FFF2-40B4-BE49-F238E27FC236}">
                      <a16:creationId xmlns:a16="http://schemas.microsoft.com/office/drawing/2014/main" id="{4007048A-C5C2-274E-8391-F5F93C794AB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a:extLst>
                    <a:ext uri="{FF2B5EF4-FFF2-40B4-BE49-F238E27FC236}">
                      <a16:creationId xmlns:a16="http://schemas.microsoft.com/office/drawing/2014/main" id="{A14A1AAA-244F-D447-A7D6-AB788B569D26}"/>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a:extLst>
                    <a:ext uri="{FF2B5EF4-FFF2-40B4-BE49-F238E27FC236}">
                      <a16:creationId xmlns:a16="http://schemas.microsoft.com/office/drawing/2014/main" id="{3BE615AD-4D3F-A243-A27D-E11BE48B3C77}"/>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a:extLst>
                    <a:ext uri="{FF2B5EF4-FFF2-40B4-BE49-F238E27FC236}">
                      <a16:creationId xmlns:a16="http://schemas.microsoft.com/office/drawing/2014/main" id="{B65BD03D-6966-654F-AF5A-697101715CA6}"/>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a:extLst>
                    <a:ext uri="{FF2B5EF4-FFF2-40B4-BE49-F238E27FC236}">
                      <a16:creationId xmlns:a16="http://schemas.microsoft.com/office/drawing/2014/main" id="{4E0B9ABB-D3D1-0F45-8C79-6A7CE1B5E88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36">
                  <a:extLst>
                    <a:ext uri="{FF2B5EF4-FFF2-40B4-BE49-F238E27FC236}">
                      <a16:creationId xmlns:a16="http://schemas.microsoft.com/office/drawing/2014/main" id="{452BA752-990C-BC42-9F0D-203C5E9B0CD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a:extLst>
                    <a:ext uri="{FF2B5EF4-FFF2-40B4-BE49-F238E27FC236}">
                      <a16:creationId xmlns:a16="http://schemas.microsoft.com/office/drawing/2014/main" id="{55257FC6-8323-894F-AF7A-00164E4D9C45}"/>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0" name="Rectangle 29">
                <a:extLst>
                  <a:ext uri="{FF2B5EF4-FFF2-40B4-BE49-F238E27FC236}">
                    <a16:creationId xmlns:a16="http://schemas.microsoft.com/office/drawing/2014/main" id="{A9187906-D1D6-AB40-AB7B-419CC08B4F65}"/>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grpSp>
          <p:nvGrpSpPr>
            <p:cNvPr id="39" name="Group 25">
              <a:extLst>
                <a:ext uri="{FF2B5EF4-FFF2-40B4-BE49-F238E27FC236}">
                  <a16:creationId xmlns:a16="http://schemas.microsoft.com/office/drawing/2014/main" id="{D3CE6A82-D9F9-2147-836F-3656A5178622}"/>
                </a:ext>
              </a:extLst>
            </p:cNvPr>
            <p:cNvGrpSpPr>
              <a:grpSpLocks/>
            </p:cNvGrpSpPr>
            <p:nvPr/>
          </p:nvGrpSpPr>
          <p:grpSpPr bwMode="auto">
            <a:xfrm>
              <a:off x="8132733" y="4084509"/>
              <a:ext cx="1424529" cy="721744"/>
              <a:chOff x="1670312" y="2562997"/>
              <a:chExt cx="940317" cy="565219"/>
            </a:xfrm>
          </p:grpSpPr>
          <p:grpSp>
            <p:nvGrpSpPr>
              <p:cNvPr id="40" name="Group 39">
                <a:extLst>
                  <a:ext uri="{FF2B5EF4-FFF2-40B4-BE49-F238E27FC236}">
                    <a16:creationId xmlns:a16="http://schemas.microsoft.com/office/drawing/2014/main" id="{C9DDA272-8646-FB4A-8D17-F41DE934476D}"/>
                  </a:ext>
                </a:extLst>
              </p:cNvPr>
              <p:cNvGrpSpPr>
                <a:grpSpLocks/>
              </p:cNvGrpSpPr>
              <p:nvPr/>
            </p:nvGrpSpPr>
            <p:grpSpPr bwMode="auto">
              <a:xfrm>
                <a:off x="1670312" y="2562997"/>
                <a:ext cx="929822" cy="565219"/>
                <a:chOff x="1670312" y="2562997"/>
                <a:chExt cx="929822" cy="565219"/>
              </a:xfrm>
            </p:grpSpPr>
            <p:sp>
              <p:nvSpPr>
                <p:cNvPr id="42" name="Rectangle 41">
                  <a:extLst>
                    <a:ext uri="{FF2B5EF4-FFF2-40B4-BE49-F238E27FC236}">
                      <a16:creationId xmlns:a16="http://schemas.microsoft.com/office/drawing/2014/main" id="{E500ED50-8E07-EF45-95BF-8BA56D49518D}"/>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cxnSp>
              <p:nvCxnSpPr>
                <p:cNvPr id="43" name="Straight Connector 42">
                  <a:extLst>
                    <a:ext uri="{FF2B5EF4-FFF2-40B4-BE49-F238E27FC236}">
                      <a16:creationId xmlns:a16="http://schemas.microsoft.com/office/drawing/2014/main" id="{557746F6-EA6C-F440-A50F-B4FA59791B8B}"/>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a16="http://schemas.microsoft.com/office/drawing/2014/main" id="{225B8365-E03D-CD48-B2E5-6A42B5C2787F}"/>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a:extLst>
                    <a:ext uri="{FF2B5EF4-FFF2-40B4-BE49-F238E27FC236}">
                      <a16:creationId xmlns:a16="http://schemas.microsoft.com/office/drawing/2014/main" id="{ECFFCF3E-1E82-3F4F-A167-B4CE60A1DA5C}"/>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a:extLst>
                    <a:ext uri="{FF2B5EF4-FFF2-40B4-BE49-F238E27FC236}">
                      <a16:creationId xmlns:a16="http://schemas.microsoft.com/office/drawing/2014/main" id="{3DF697C1-95A7-1A4B-A07B-D14518C0D997}"/>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Straight Connector 46">
                  <a:extLst>
                    <a:ext uri="{FF2B5EF4-FFF2-40B4-BE49-F238E27FC236}">
                      <a16:creationId xmlns:a16="http://schemas.microsoft.com/office/drawing/2014/main" id="{52CA0CD3-191F-C543-AB08-EAF089AFF1E1}"/>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Straight Connector 47">
                  <a:extLst>
                    <a:ext uri="{FF2B5EF4-FFF2-40B4-BE49-F238E27FC236}">
                      <a16:creationId xmlns:a16="http://schemas.microsoft.com/office/drawing/2014/main" id="{25615FBF-D228-A641-A572-783B881303A4}"/>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Straight Connector 48">
                  <a:extLst>
                    <a:ext uri="{FF2B5EF4-FFF2-40B4-BE49-F238E27FC236}">
                      <a16:creationId xmlns:a16="http://schemas.microsoft.com/office/drawing/2014/main" id="{265B8345-81ED-1D49-AFA2-D40974F2A551}"/>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1" name="Rectangle 40">
                <a:extLst>
                  <a:ext uri="{FF2B5EF4-FFF2-40B4-BE49-F238E27FC236}">
                    <a16:creationId xmlns:a16="http://schemas.microsoft.com/office/drawing/2014/main" id="{3753EDA3-44F7-874C-982C-BAC289F49EE1}"/>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grpSp>
      </p:grpSp>
      <p:sp>
        <p:nvSpPr>
          <p:cNvPr id="4" name="Triangle 3">
            <a:extLst>
              <a:ext uri="{FF2B5EF4-FFF2-40B4-BE49-F238E27FC236}">
                <a16:creationId xmlns:a16="http://schemas.microsoft.com/office/drawing/2014/main" id="{D2F64F54-E98D-564A-B7B6-7537CEECBAD3}"/>
              </a:ext>
            </a:extLst>
          </p:cNvPr>
          <p:cNvSpPr/>
          <p:nvPr/>
        </p:nvSpPr>
        <p:spPr>
          <a:xfrm rot="5400000">
            <a:off x="5161084" y="3645265"/>
            <a:ext cx="608780" cy="49905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nvGrpSpPr>
          <p:cNvPr id="53" name="Group 52">
            <a:extLst>
              <a:ext uri="{FF2B5EF4-FFF2-40B4-BE49-F238E27FC236}">
                <a16:creationId xmlns:a16="http://schemas.microsoft.com/office/drawing/2014/main" id="{9B2EF94C-9371-CF40-A3C6-1DC150AB047C}"/>
              </a:ext>
            </a:extLst>
          </p:cNvPr>
          <p:cNvGrpSpPr/>
          <p:nvPr/>
        </p:nvGrpSpPr>
        <p:grpSpPr>
          <a:xfrm>
            <a:off x="4727749" y="3761224"/>
            <a:ext cx="425390" cy="254978"/>
            <a:chOff x="9460523" y="6049108"/>
            <a:chExt cx="567187" cy="339970"/>
          </a:xfrm>
        </p:grpSpPr>
        <p:cxnSp>
          <p:nvCxnSpPr>
            <p:cNvPr id="52" name="Straight Arrow Connector 51">
              <a:extLst>
                <a:ext uri="{FF2B5EF4-FFF2-40B4-BE49-F238E27FC236}">
                  <a16:creationId xmlns:a16="http://schemas.microsoft.com/office/drawing/2014/main" id="{7378A68C-054A-004B-A791-4FA6E7C68048}"/>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E384534-464D-4048-8464-55A4CE80FC99}"/>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3E453DA-B44B-0847-A077-A34D3F9DB27B}"/>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0AE17F66-33B0-DE42-8C16-28DA20F17C00}"/>
              </a:ext>
            </a:extLst>
          </p:cNvPr>
          <p:cNvGrpSpPr/>
          <p:nvPr/>
        </p:nvGrpSpPr>
        <p:grpSpPr>
          <a:xfrm>
            <a:off x="8434330" y="3777553"/>
            <a:ext cx="425390" cy="254978"/>
            <a:chOff x="9460523" y="6049108"/>
            <a:chExt cx="567187" cy="339970"/>
          </a:xfrm>
        </p:grpSpPr>
        <p:cxnSp>
          <p:nvCxnSpPr>
            <p:cNvPr id="58" name="Straight Arrow Connector 57">
              <a:extLst>
                <a:ext uri="{FF2B5EF4-FFF2-40B4-BE49-F238E27FC236}">
                  <a16:creationId xmlns:a16="http://schemas.microsoft.com/office/drawing/2014/main" id="{D334A6EB-2600-A040-860C-4B77BD4BE60F}"/>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9739B72-8B57-6443-B4A3-11719E38E71F}"/>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1CFDC38-10D3-794A-B193-C78C35E3275E}"/>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43CD1C2A-29E9-8C4A-96B1-43C6E287CB52}"/>
              </a:ext>
            </a:extLst>
          </p:cNvPr>
          <p:cNvSpPr txBox="1"/>
          <p:nvPr/>
        </p:nvSpPr>
        <p:spPr>
          <a:xfrm>
            <a:off x="4909896" y="4269922"/>
            <a:ext cx="788357" cy="466281"/>
          </a:xfrm>
          <a:prstGeom prst="rect">
            <a:avLst/>
          </a:prstGeom>
          <a:noFill/>
        </p:spPr>
        <p:txBody>
          <a:bodyPr wrap="none" rtlCol="0">
            <a:spAutoFit/>
          </a:bodyPr>
          <a:lstStyle/>
          <a:p>
            <a:pPr algn="ctr" defTabSz="685800">
              <a:lnSpc>
                <a:spcPct val="80000"/>
              </a:lnSpc>
              <a:defRPr/>
            </a:pPr>
            <a:r>
              <a:rPr lang="en-US" sz="1500" dirty="0">
                <a:solidFill>
                  <a:prstClr val="black"/>
                </a:solidFill>
                <a:latin typeface="Calibri" panose="020F0502020204030204"/>
              </a:rPr>
              <a:t>classify </a:t>
            </a:r>
          </a:p>
          <a:p>
            <a:pPr algn="ctr" defTabSz="685800">
              <a:lnSpc>
                <a:spcPct val="80000"/>
              </a:lnSpc>
              <a:defRPr/>
            </a:pPr>
            <a:r>
              <a:rPr lang="en-US" sz="1500" dirty="0">
                <a:solidFill>
                  <a:prstClr val="black"/>
                </a:solidFill>
                <a:latin typeface="Calibri" panose="020F0502020204030204"/>
              </a:rPr>
              <a:t>arrivals</a:t>
            </a:r>
          </a:p>
        </p:txBody>
      </p:sp>
      <p:sp>
        <p:nvSpPr>
          <p:cNvPr id="62" name="TextBox 61">
            <a:extLst>
              <a:ext uri="{FF2B5EF4-FFF2-40B4-BE49-F238E27FC236}">
                <a16:creationId xmlns:a16="http://schemas.microsoft.com/office/drawing/2014/main" id="{A33C39C7-20E4-6545-A964-9F1AAEB54307}"/>
              </a:ext>
            </a:extLst>
          </p:cNvPr>
          <p:cNvSpPr txBox="1"/>
          <p:nvPr/>
        </p:nvSpPr>
        <p:spPr>
          <a:xfrm>
            <a:off x="7935019" y="4244192"/>
            <a:ext cx="1042914" cy="281616"/>
          </a:xfrm>
          <a:prstGeom prst="rect">
            <a:avLst/>
          </a:prstGeom>
          <a:noFill/>
        </p:spPr>
        <p:txBody>
          <a:bodyPr wrap="none" rtlCol="0">
            <a:spAutoFit/>
          </a:bodyPr>
          <a:lstStyle/>
          <a:p>
            <a:pPr algn="ctr" defTabSz="685800">
              <a:lnSpc>
                <a:spcPct val="80000"/>
              </a:lnSpc>
              <a:defRPr/>
            </a:pPr>
            <a:r>
              <a:rPr lang="en-US" sz="1500" dirty="0">
                <a:solidFill>
                  <a:prstClr val="black"/>
                </a:solidFill>
                <a:latin typeface="Calibri" panose="020F0502020204030204"/>
              </a:rPr>
              <a:t>departures</a:t>
            </a:r>
          </a:p>
        </p:txBody>
      </p:sp>
      <p:cxnSp>
        <p:nvCxnSpPr>
          <p:cNvPr id="65" name="Straight Arrow Connector 64">
            <a:extLst>
              <a:ext uri="{FF2B5EF4-FFF2-40B4-BE49-F238E27FC236}">
                <a16:creationId xmlns:a16="http://schemas.microsoft.com/office/drawing/2014/main" id="{999E5456-380E-B44E-8FAB-E07E351298C3}"/>
              </a:ext>
            </a:extLst>
          </p:cNvPr>
          <p:cNvCxnSpPr>
            <a:cxnSpLocks/>
            <a:stCxn id="4" idx="0"/>
          </p:cNvCxnSpPr>
          <p:nvPr/>
        </p:nvCxnSpPr>
        <p:spPr>
          <a:xfrm flipV="1">
            <a:off x="5715000" y="3157871"/>
            <a:ext cx="511930" cy="7369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D62B4B7-D6F0-C44D-9E4B-DFC7B1CB233F}"/>
              </a:ext>
            </a:extLst>
          </p:cNvPr>
          <p:cNvCxnSpPr>
            <a:cxnSpLocks/>
          </p:cNvCxnSpPr>
          <p:nvPr/>
        </p:nvCxnSpPr>
        <p:spPr>
          <a:xfrm>
            <a:off x="5726595" y="3896209"/>
            <a:ext cx="522429"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23F8B11-C46E-3445-9877-0041CA598D30}"/>
              </a:ext>
            </a:extLst>
          </p:cNvPr>
          <p:cNvCxnSpPr>
            <a:cxnSpLocks/>
            <a:stCxn id="4" idx="0"/>
          </p:cNvCxnSpPr>
          <p:nvPr/>
        </p:nvCxnSpPr>
        <p:spPr>
          <a:xfrm>
            <a:off x="5715000" y="3894791"/>
            <a:ext cx="511541" cy="653562"/>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65C47E3-EB80-954D-93A7-7C5F2522DEA3}"/>
              </a:ext>
            </a:extLst>
          </p:cNvPr>
          <p:cNvCxnSpPr>
            <a:stCxn id="20" idx="3"/>
            <a:endCxn id="9" idx="2"/>
          </p:cNvCxnSpPr>
          <p:nvPr/>
        </p:nvCxnSpPr>
        <p:spPr>
          <a:xfrm>
            <a:off x="6937568" y="3180719"/>
            <a:ext cx="498189" cy="7070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5789404-4743-3B47-8578-2600B3870B31}"/>
              </a:ext>
            </a:extLst>
          </p:cNvPr>
          <p:cNvCxnSpPr>
            <a:cxnSpLocks/>
            <a:stCxn id="42" idx="3"/>
            <a:endCxn id="9" idx="2"/>
          </p:cNvCxnSpPr>
          <p:nvPr/>
        </p:nvCxnSpPr>
        <p:spPr>
          <a:xfrm flipV="1">
            <a:off x="6961483" y="3887744"/>
            <a:ext cx="474275" cy="661784"/>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56B0C30-BA4F-FC4B-A868-1FDA0C5704B8}"/>
              </a:ext>
            </a:extLst>
          </p:cNvPr>
          <p:cNvCxnSpPr>
            <a:cxnSpLocks/>
            <a:stCxn id="30" idx="3"/>
            <a:endCxn id="9" idx="2"/>
          </p:cNvCxnSpPr>
          <p:nvPr/>
        </p:nvCxnSpPr>
        <p:spPr>
          <a:xfrm>
            <a:off x="6975197" y="3886904"/>
            <a:ext cx="460561" cy="84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CE711DAE-9BF3-F64E-BD2A-3B802A190313}"/>
              </a:ext>
            </a:extLst>
          </p:cNvPr>
          <p:cNvGrpSpPr/>
          <p:nvPr/>
        </p:nvGrpSpPr>
        <p:grpSpPr>
          <a:xfrm>
            <a:off x="7435757" y="3560305"/>
            <a:ext cx="658187" cy="962567"/>
            <a:chOff x="9827263" y="3125100"/>
            <a:chExt cx="877582" cy="1283423"/>
          </a:xfrm>
        </p:grpSpPr>
        <p:sp>
          <p:nvSpPr>
            <p:cNvPr id="9" name="Oval 27">
              <a:extLst>
                <a:ext uri="{FF2B5EF4-FFF2-40B4-BE49-F238E27FC236}">
                  <a16:creationId xmlns:a16="http://schemas.microsoft.com/office/drawing/2014/main" id="{12FCD05E-75CC-E84C-8E19-60F0F56A5ED6}"/>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350" dirty="0">
                <a:solidFill>
                  <a:prstClr val="black"/>
                </a:solidFill>
              </a:endParaRPr>
            </a:p>
          </p:txBody>
        </p:sp>
        <p:sp>
          <p:nvSpPr>
            <p:cNvPr id="63" name="TextBox 62">
              <a:extLst>
                <a:ext uri="{FF2B5EF4-FFF2-40B4-BE49-F238E27FC236}">
                  <a16:creationId xmlns:a16="http://schemas.microsoft.com/office/drawing/2014/main" id="{65D6BC2C-F25A-5742-A26B-1B91EC2CF44E}"/>
                </a:ext>
              </a:extLst>
            </p:cNvPr>
            <p:cNvSpPr txBox="1"/>
            <p:nvPr/>
          </p:nvSpPr>
          <p:spPr>
            <a:xfrm>
              <a:off x="9920888" y="4033035"/>
              <a:ext cx="618118" cy="375488"/>
            </a:xfrm>
            <a:prstGeom prst="rect">
              <a:avLst/>
            </a:prstGeom>
            <a:noFill/>
          </p:spPr>
          <p:txBody>
            <a:bodyPr wrap="none" rtlCol="0">
              <a:spAutoFit/>
            </a:bodyPr>
            <a:lstStyle/>
            <a:p>
              <a:pPr algn="ctr" defTabSz="685800">
                <a:lnSpc>
                  <a:spcPct val="80000"/>
                </a:lnSpc>
                <a:defRPr/>
              </a:pPr>
              <a:r>
                <a:rPr lang="en-US" sz="1500" dirty="0">
                  <a:solidFill>
                    <a:prstClr val="black"/>
                  </a:solidFill>
                  <a:latin typeface="Calibri" panose="020F0502020204030204"/>
                </a:rPr>
                <a:t>link</a:t>
              </a:r>
            </a:p>
          </p:txBody>
        </p:sp>
        <p:sp>
          <p:nvSpPr>
            <p:cNvPr id="103" name="TextBox 102">
              <a:extLst>
                <a:ext uri="{FF2B5EF4-FFF2-40B4-BE49-F238E27FC236}">
                  <a16:creationId xmlns:a16="http://schemas.microsoft.com/office/drawing/2014/main" id="{86E26C25-36F0-9444-8196-216C440D56AB}"/>
                </a:ext>
              </a:extLst>
            </p:cNvPr>
            <p:cNvSpPr txBox="1"/>
            <p:nvPr/>
          </p:nvSpPr>
          <p:spPr>
            <a:xfrm>
              <a:off x="10055809" y="3391108"/>
              <a:ext cx="412934" cy="425928"/>
            </a:xfrm>
            <a:prstGeom prst="rect">
              <a:avLst/>
            </a:prstGeom>
            <a:noFill/>
          </p:spPr>
          <p:txBody>
            <a:bodyPr wrap="none" rtlCol="0">
              <a:spAutoFit/>
            </a:bodyPr>
            <a:lstStyle/>
            <a:p>
              <a:pPr algn="ctr" defTabSz="685800">
                <a:lnSpc>
                  <a:spcPct val="80000"/>
                </a:lnSpc>
                <a:defRPr/>
              </a:pPr>
              <a:r>
                <a:rPr lang="en-US" dirty="0">
                  <a:solidFill>
                    <a:prstClr val="black"/>
                  </a:solidFill>
                  <a:latin typeface="Calibri" panose="020F0502020204030204"/>
                </a:rPr>
                <a:t>R</a:t>
              </a:r>
            </a:p>
          </p:txBody>
        </p:sp>
      </p:grpSp>
      <p:grpSp>
        <p:nvGrpSpPr>
          <p:cNvPr id="115" name="Group 114">
            <a:extLst>
              <a:ext uri="{FF2B5EF4-FFF2-40B4-BE49-F238E27FC236}">
                <a16:creationId xmlns:a16="http://schemas.microsoft.com/office/drawing/2014/main" id="{3E6F4270-DB9C-694E-B407-3ED6A0A44949}"/>
              </a:ext>
            </a:extLst>
          </p:cNvPr>
          <p:cNvGrpSpPr/>
          <p:nvPr/>
        </p:nvGrpSpPr>
        <p:grpSpPr>
          <a:xfrm>
            <a:off x="6605676" y="3028026"/>
            <a:ext cx="828137" cy="1666439"/>
            <a:chOff x="8807568" y="2894368"/>
            <a:chExt cx="1104182" cy="2221918"/>
          </a:xfrm>
        </p:grpSpPr>
        <p:grpSp>
          <p:nvGrpSpPr>
            <p:cNvPr id="114" name="Group 113">
              <a:extLst>
                <a:ext uri="{FF2B5EF4-FFF2-40B4-BE49-F238E27FC236}">
                  <a16:creationId xmlns:a16="http://schemas.microsoft.com/office/drawing/2014/main" id="{1450FA9F-A33F-1746-A4CB-9F4A2A6807F2}"/>
                </a:ext>
              </a:extLst>
            </p:cNvPr>
            <p:cNvGrpSpPr/>
            <p:nvPr/>
          </p:nvGrpSpPr>
          <p:grpSpPr>
            <a:xfrm>
              <a:off x="9470570" y="2939143"/>
              <a:ext cx="441180" cy="2177143"/>
              <a:chOff x="9470570" y="2939143"/>
              <a:chExt cx="441180" cy="2177143"/>
            </a:xfrm>
          </p:grpSpPr>
          <p:sp>
            <p:nvSpPr>
              <p:cNvPr id="85" name="Oval 84">
                <a:extLst>
                  <a:ext uri="{FF2B5EF4-FFF2-40B4-BE49-F238E27FC236}">
                    <a16:creationId xmlns:a16="http://schemas.microsoft.com/office/drawing/2014/main" id="{6CD5B581-94AD-D44C-81AA-F1008E3D0722}"/>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89" name="Rectangle 88">
                <a:extLst>
                  <a:ext uri="{FF2B5EF4-FFF2-40B4-BE49-F238E27FC236}">
                    <a16:creationId xmlns:a16="http://schemas.microsoft.com/office/drawing/2014/main" id="{F5454531-DC51-F34D-9961-98B389CAFDF8}"/>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cxnSp>
            <p:nvCxnSpPr>
              <p:cNvPr id="88" name="Straight Arrow Connector 87">
                <a:extLst>
                  <a:ext uri="{FF2B5EF4-FFF2-40B4-BE49-F238E27FC236}">
                    <a16:creationId xmlns:a16="http://schemas.microsoft.com/office/drawing/2014/main" id="{F9EBDD29-0A51-C946-829A-2EAF8CB429B6}"/>
                  </a:ext>
                </a:extLst>
              </p:cNvPr>
              <p:cNvCxnSpPr/>
              <p:nvPr/>
            </p:nvCxnSpPr>
            <p:spPr>
              <a:xfrm flipV="1">
                <a:off x="9808687" y="3573214"/>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a16="http://schemas.microsoft.com/office/drawing/2014/main" id="{355C01D4-3E5F-234C-88C0-37B3216150B8}"/>
                </a:ext>
              </a:extLst>
            </p:cNvPr>
            <p:cNvGrpSpPr/>
            <p:nvPr/>
          </p:nvGrpSpPr>
          <p:grpSpPr>
            <a:xfrm>
              <a:off x="8807568" y="2894368"/>
              <a:ext cx="516495" cy="2205905"/>
              <a:chOff x="8807568" y="2894368"/>
              <a:chExt cx="516495" cy="2205905"/>
            </a:xfrm>
          </p:grpSpPr>
          <p:grpSp>
            <p:nvGrpSpPr>
              <p:cNvPr id="93" name="Group 92">
                <a:extLst>
                  <a:ext uri="{FF2B5EF4-FFF2-40B4-BE49-F238E27FC236}">
                    <a16:creationId xmlns:a16="http://schemas.microsoft.com/office/drawing/2014/main" id="{848D66A5-F8A6-9445-8C81-EBA47B28FB27}"/>
                  </a:ext>
                </a:extLst>
              </p:cNvPr>
              <p:cNvGrpSpPr/>
              <p:nvPr/>
            </p:nvGrpSpPr>
            <p:grpSpPr>
              <a:xfrm>
                <a:off x="8807568" y="2894368"/>
                <a:ext cx="487741" cy="400109"/>
                <a:chOff x="10311441" y="2346385"/>
                <a:chExt cx="487741" cy="400109"/>
              </a:xfrm>
            </p:grpSpPr>
            <p:sp>
              <p:nvSpPr>
                <p:cNvPr id="92" name="Oval 91">
                  <a:extLst>
                    <a:ext uri="{FF2B5EF4-FFF2-40B4-BE49-F238E27FC236}">
                      <a16:creationId xmlns:a16="http://schemas.microsoft.com/office/drawing/2014/main" id="{97E65F5A-40B7-5944-9F81-860A11DB6E03}"/>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90" name="TextBox 89">
                  <a:extLst>
                    <a:ext uri="{FF2B5EF4-FFF2-40B4-BE49-F238E27FC236}">
                      <a16:creationId xmlns:a16="http://schemas.microsoft.com/office/drawing/2014/main" id="{1EE5CC73-7238-FC43-9639-9D66DFA0D9A1}"/>
                    </a:ext>
                  </a:extLst>
                </p:cNvPr>
                <p:cNvSpPr txBox="1"/>
                <p:nvPr/>
              </p:nvSpPr>
              <p:spPr>
                <a:xfrm>
                  <a:off x="10311441" y="2346385"/>
                  <a:ext cx="487741" cy="400109"/>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w</a:t>
                  </a:r>
                  <a:r>
                    <a:rPr lang="en-US" sz="1350" baseline="-25000" dirty="0">
                      <a:solidFill>
                        <a:prstClr val="black"/>
                      </a:solidFill>
                      <a:latin typeface="Calibri" panose="020F0502020204030204"/>
                    </a:rPr>
                    <a:t>1</a:t>
                  </a:r>
                </a:p>
              </p:txBody>
            </p:sp>
          </p:grpSp>
          <p:grpSp>
            <p:nvGrpSpPr>
              <p:cNvPr id="94" name="Group 93">
                <a:extLst>
                  <a:ext uri="{FF2B5EF4-FFF2-40B4-BE49-F238E27FC236}">
                    <a16:creationId xmlns:a16="http://schemas.microsoft.com/office/drawing/2014/main" id="{604C74BF-DFA9-F148-80FF-420AF6DA34DC}"/>
                  </a:ext>
                </a:extLst>
              </p:cNvPr>
              <p:cNvGrpSpPr/>
              <p:nvPr/>
            </p:nvGrpSpPr>
            <p:grpSpPr>
              <a:xfrm>
                <a:off x="8827696" y="3823145"/>
                <a:ext cx="487741" cy="400109"/>
                <a:chOff x="10311441" y="2346385"/>
                <a:chExt cx="487741" cy="400109"/>
              </a:xfrm>
            </p:grpSpPr>
            <p:sp>
              <p:nvSpPr>
                <p:cNvPr id="95" name="Oval 94">
                  <a:extLst>
                    <a:ext uri="{FF2B5EF4-FFF2-40B4-BE49-F238E27FC236}">
                      <a16:creationId xmlns:a16="http://schemas.microsoft.com/office/drawing/2014/main" id="{B8705F1B-C8D3-7D45-A303-F165B62DB89A}"/>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96" name="TextBox 95">
                  <a:extLst>
                    <a:ext uri="{FF2B5EF4-FFF2-40B4-BE49-F238E27FC236}">
                      <a16:creationId xmlns:a16="http://schemas.microsoft.com/office/drawing/2014/main" id="{3C5374B7-33B0-A048-98AF-C86CA0F5F068}"/>
                    </a:ext>
                  </a:extLst>
                </p:cNvPr>
                <p:cNvSpPr txBox="1"/>
                <p:nvPr/>
              </p:nvSpPr>
              <p:spPr>
                <a:xfrm>
                  <a:off x="10311441" y="2346385"/>
                  <a:ext cx="487741" cy="400109"/>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w</a:t>
                  </a:r>
                  <a:r>
                    <a:rPr lang="en-US" sz="1350" baseline="-25000" dirty="0">
                      <a:solidFill>
                        <a:prstClr val="black"/>
                      </a:solidFill>
                      <a:latin typeface="Calibri" panose="020F0502020204030204"/>
                    </a:rPr>
                    <a:t>2</a:t>
                  </a:r>
                </a:p>
              </p:txBody>
            </p:sp>
          </p:grpSp>
          <p:grpSp>
            <p:nvGrpSpPr>
              <p:cNvPr id="97" name="Group 96">
                <a:extLst>
                  <a:ext uri="{FF2B5EF4-FFF2-40B4-BE49-F238E27FC236}">
                    <a16:creationId xmlns:a16="http://schemas.microsoft.com/office/drawing/2014/main" id="{95EEF966-14C8-9A40-8EAF-9563A841C6FE}"/>
                  </a:ext>
                </a:extLst>
              </p:cNvPr>
              <p:cNvGrpSpPr/>
              <p:nvPr/>
            </p:nvGrpSpPr>
            <p:grpSpPr>
              <a:xfrm>
                <a:off x="8836322" y="4700164"/>
                <a:ext cx="487741" cy="400109"/>
                <a:chOff x="10311441" y="2346385"/>
                <a:chExt cx="487741" cy="400109"/>
              </a:xfrm>
            </p:grpSpPr>
            <p:sp>
              <p:nvSpPr>
                <p:cNvPr id="98" name="Oval 97">
                  <a:extLst>
                    <a:ext uri="{FF2B5EF4-FFF2-40B4-BE49-F238E27FC236}">
                      <a16:creationId xmlns:a16="http://schemas.microsoft.com/office/drawing/2014/main" id="{BF695079-CDFE-A84B-BA1A-3C7925027733}"/>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99" name="TextBox 98">
                  <a:extLst>
                    <a:ext uri="{FF2B5EF4-FFF2-40B4-BE49-F238E27FC236}">
                      <a16:creationId xmlns:a16="http://schemas.microsoft.com/office/drawing/2014/main" id="{9F5602FC-DFAF-C840-963B-59C9854603DF}"/>
                    </a:ext>
                  </a:extLst>
                </p:cNvPr>
                <p:cNvSpPr txBox="1"/>
                <p:nvPr/>
              </p:nvSpPr>
              <p:spPr>
                <a:xfrm>
                  <a:off x="10311441" y="2346385"/>
                  <a:ext cx="487741" cy="400109"/>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w</a:t>
                  </a:r>
                  <a:r>
                    <a:rPr lang="en-US" sz="1350" baseline="-25000" dirty="0">
                      <a:solidFill>
                        <a:prstClr val="black"/>
                      </a:solidFill>
                      <a:latin typeface="Calibri" panose="020F0502020204030204"/>
                    </a:rPr>
                    <a:t>3</a:t>
                  </a:r>
                </a:p>
              </p:txBody>
            </p:sp>
          </p:grpSp>
        </p:grpSp>
      </p:grpSp>
      <p:grpSp>
        <p:nvGrpSpPr>
          <p:cNvPr id="108" name="Group 107">
            <a:extLst>
              <a:ext uri="{FF2B5EF4-FFF2-40B4-BE49-F238E27FC236}">
                <a16:creationId xmlns:a16="http://schemas.microsoft.com/office/drawing/2014/main" id="{DC95B65A-59D7-7343-B738-24AF20F53109}"/>
              </a:ext>
            </a:extLst>
          </p:cNvPr>
          <p:cNvGrpSpPr/>
          <p:nvPr/>
        </p:nvGrpSpPr>
        <p:grpSpPr>
          <a:xfrm>
            <a:off x="2122718" y="3878038"/>
            <a:ext cx="673582" cy="869880"/>
            <a:chOff x="6422573" y="5573486"/>
            <a:chExt cx="898108" cy="1159840"/>
          </a:xfrm>
        </p:grpSpPr>
        <p:sp>
          <p:nvSpPr>
            <p:cNvPr id="104" name="TextBox 103">
              <a:extLst>
                <a:ext uri="{FF2B5EF4-FFF2-40B4-BE49-F238E27FC236}">
                  <a16:creationId xmlns:a16="http://schemas.microsoft.com/office/drawing/2014/main" id="{FE3BBE42-4507-D249-BEAC-A304C25545D5}"/>
                </a:ext>
              </a:extLst>
            </p:cNvPr>
            <p:cNvSpPr txBox="1"/>
            <p:nvPr/>
          </p:nvSpPr>
          <p:spPr>
            <a:xfrm>
              <a:off x="6531429" y="5573486"/>
              <a:ext cx="601018" cy="615554"/>
            </a:xfrm>
            <a:prstGeom prst="rect">
              <a:avLst/>
            </a:prstGeom>
            <a:noFill/>
          </p:spPr>
          <p:txBody>
            <a:bodyPr wrap="none" rtlCol="0">
              <a:spAutoFit/>
            </a:bodyPr>
            <a:lstStyle/>
            <a:p>
              <a:pPr defTabSz="685800">
                <a:defRPr/>
              </a:pPr>
              <a:r>
                <a:rPr lang="en-US" altLang="en-US" sz="2400" i="1" dirty="0">
                  <a:solidFill>
                    <a:prstClr val="black"/>
                  </a:solidFill>
                  <a:latin typeface="Calibri" panose="020F0502020204030204"/>
                  <a:ea typeface="ＭＳ Ｐゴシック" panose="020B0600070205080204" pitchFamily="34" charset="-128"/>
                  <a:cs typeface="ＭＳ Ｐゴシック" panose="020B0600070205080204" pitchFamily="34" charset="-128"/>
                </a:rPr>
                <a:t>w</a:t>
              </a:r>
              <a:r>
                <a:rPr lang="en-US" altLang="en-US" sz="2400" i="1" baseline="-250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i</a:t>
              </a:r>
              <a:endParaRPr lang="en-US" sz="2400" dirty="0">
                <a:solidFill>
                  <a:prstClr val="black"/>
                </a:solidFill>
                <a:latin typeface="Calibri" panose="020F0502020204030204"/>
              </a:endParaRPr>
            </a:p>
          </p:txBody>
        </p:sp>
        <p:sp>
          <p:nvSpPr>
            <p:cNvPr id="105" name="TextBox 104">
              <a:extLst>
                <a:ext uri="{FF2B5EF4-FFF2-40B4-BE49-F238E27FC236}">
                  <a16:creationId xmlns:a16="http://schemas.microsoft.com/office/drawing/2014/main" id="{9D22DEFF-5F27-0B42-9940-421941395069}"/>
                </a:ext>
              </a:extLst>
            </p:cNvPr>
            <p:cNvSpPr txBox="1"/>
            <p:nvPr/>
          </p:nvSpPr>
          <p:spPr>
            <a:xfrm>
              <a:off x="6422573" y="6117772"/>
              <a:ext cx="898108" cy="615554"/>
            </a:xfrm>
            <a:prstGeom prst="rect">
              <a:avLst/>
            </a:prstGeom>
            <a:noFill/>
          </p:spPr>
          <p:txBody>
            <a:bodyPr wrap="none" rtlCol="0">
              <a:spAutoFit/>
            </a:bodyPr>
            <a:lstStyle/>
            <a:p>
              <a:pPr defTabSz="685800">
                <a:defRPr/>
              </a:pPr>
              <a:r>
                <a:rPr lang="en-US" altLang="en-US" sz="2400" dirty="0">
                  <a:solidFill>
                    <a:prstClr val="black"/>
                  </a:solidFill>
                  <a:latin typeface="Symbol" pitchFamily="2" charset="2"/>
                  <a:ea typeface="ＭＳ Ｐゴシック" panose="020B0600070205080204" pitchFamily="34" charset="-128"/>
                  <a:cs typeface="ＭＳ Ｐゴシック" panose="020B0600070205080204" pitchFamily="34" charset="-128"/>
                </a:rPr>
                <a:t>S</a:t>
              </a:r>
              <a:r>
                <a:rPr lang="en-US" altLang="en-US" i="1" baseline="-250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j</a:t>
              </a:r>
              <a:r>
                <a:rPr lang="en-US" altLang="en-US" sz="2400" i="1" dirty="0">
                  <a:solidFill>
                    <a:prstClr val="black"/>
                  </a:solidFill>
                  <a:latin typeface="Calibri" panose="020F0502020204030204"/>
                  <a:ea typeface="ＭＳ Ｐゴシック" panose="020B0600070205080204" pitchFamily="34" charset="-128"/>
                  <a:cs typeface="ＭＳ Ｐゴシック" panose="020B0600070205080204" pitchFamily="34" charset="-128"/>
                </a:rPr>
                <a:t>w</a:t>
              </a:r>
              <a:r>
                <a:rPr lang="en-US" altLang="en-US" sz="2400" i="1" baseline="-250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j</a:t>
              </a:r>
              <a:endParaRPr lang="en-US" sz="2400" dirty="0">
                <a:solidFill>
                  <a:prstClr val="black"/>
                </a:solidFill>
                <a:latin typeface="Calibri" panose="020F0502020204030204"/>
              </a:endParaRPr>
            </a:p>
          </p:txBody>
        </p:sp>
        <p:cxnSp>
          <p:nvCxnSpPr>
            <p:cNvPr id="107" name="Straight Connector 106">
              <a:extLst>
                <a:ext uri="{FF2B5EF4-FFF2-40B4-BE49-F238E27FC236}">
                  <a16:creationId xmlns:a16="http://schemas.microsoft.com/office/drawing/2014/main" id="{4B0E336A-F07A-914B-9314-422857CFD8B1}"/>
                </a:ext>
              </a:extLst>
            </p:cNvPr>
            <p:cNvCxnSpPr/>
            <p:nvPr/>
          </p:nvCxnSpPr>
          <p:spPr>
            <a:xfrm>
              <a:off x="6553200" y="6173453"/>
              <a:ext cx="478971"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9" name="Content Placeholder 1">
            <a:extLst>
              <a:ext uri="{FF2B5EF4-FFF2-40B4-BE49-F238E27FC236}">
                <a16:creationId xmlns:a16="http://schemas.microsoft.com/office/drawing/2014/main" id="{6B4ED17A-B92C-3540-886C-3C8AF82A0E8B}"/>
              </a:ext>
            </a:extLst>
          </p:cNvPr>
          <p:cNvSpPr txBox="1">
            <a:spLocks/>
          </p:cNvSpPr>
          <p:nvPr/>
        </p:nvSpPr>
        <p:spPr>
          <a:xfrm>
            <a:off x="591153" y="4722784"/>
            <a:ext cx="4168491" cy="78811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6960" indent="-213122" defTabSz="685800">
              <a:spcBef>
                <a:spcPts val="750"/>
              </a:spcBef>
              <a:defRPr/>
            </a:pPr>
            <a:r>
              <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minimum bandwidth guarantee (per-traffic-class)</a:t>
            </a:r>
          </a:p>
        </p:txBody>
      </p:sp>
      <p:sp>
        <p:nvSpPr>
          <p:cNvPr id="111" name="Content Placeholder 1">
            <a:extLst>
              <a:ext uri="{FF2B5EF4-FFF2-40B4-BE49-F238E27FC236}">
                <a16:creationId xmlns:a16="http://schemas.microsoft.com/office/drawing/2014/main" id="{444A4D7B-9DCA-3943-91F5-F6811D0DAA99}"/>
              </a:ext>
            </a:extLst>
          </p:cNvPr>
          <p:cNvSpPr txBox="1">
            <a:spLocks/>
          </p:cNvSpPr>
          <p:nvPr/>
        </p:nvSpPr>
        <p:spPr>
          <a:xfrm>
            <a:off x="574825" y="2912481"/>
            <a:ext cx="4168491" cy="1065695"/>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36960" indent="-213122" defTabSz="685800">
              <a:spcBef>
                <a:spcPts val="750"/>
              </a:spcBef>
              <a:defRPr/>
            </a:pPr>
            <a:r>
              <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each class, </a:t>
            </a:r>
            <a:r>
              <a:rPr lang="en-US" altLang="en-US" sz="2400" i="1" dirty="0">
                <a:solidFill>
                  <a:prstClr val="black"/>
                </a:solidFill>
                <a:latin typeface="Calibri" panose="020F0502020204030204"/>
                <a:ea typeface="ＭＳ Ｐゴシック" panose="020B0600070205080204" pitchFamily="34" charset="-128"/>
                <a:cs typeface="ＭＳ Ｐゴシック" panose="020B0600070205080204" pitchFamily="34" charset="-128"/>
              </a:rPr>
              <a:t>i, </a:t>
            </a:r>
            <a:r>
              <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has weight, </a:t>
            </a:r>
            <a:r>
              <a:rPr lang="en-US" altLang="en-US" sz="2400" i="1" dirty="0">
                <a:solidFill>
                  <a:prstClr val="black"/>
                </a:solidFill>
                <a:latin typeface="Calibri" panose="020F0502020204030204"/>
                <a:ea typeface="ＭＳ Ｐゴシック" panose="020B0600070205080204" pitchFamily="34" charset="-128"/>
                <a:cs typeface="ＭＳ Ｐゴシック" panose="020B0600070205080204" pitchFamily="34" charset="-128"/>
              </a:rPr>
              <a:t>w</a:t>
            </a:r>
            <a:r>
              <a:rPr lang="en-US" altLang="en-US" sz="2400" i="1" baseline="-250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i</a:t>
            </a:r>
            <a:r>
              <a:rPr lang="en-US" altLang="en-US" sz="2400" i="1" dirty="0">
                <a:solidFill>
                  <a:prstClr val="black"/>
                </a:solidFill>
                <a:latin typeface="Calibri" panose="020F0502020204030204"/>
                <a:ea typeface="ＭＳ Ｐゴシック" panose="020B0600070205080204" pitchFamily="34" charset="-128"/>
                <a:cs typeface="ＭＳ Ｐゴシック" panose="020B0600070205080204" pitchFamily="34" charset="-128"/>
              </a:rPr>
              <a:t>, </a:t>
            </a:r>
            <a:r>
              <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and</a:t>
            </a:r>
            <a:r>
              <a:rPr lang="en-US" altLang="en-US" sz="2400" i="1" dirty="0">
                <a:solidFill>
                  <a:prstClr val="black"/>
                </a:solidFill>
                <a:latin typeface="Calibri" panose="020F0502020204030204"/>
                <a:ea typeface="ＭＳ Ｐゴシック" panose="020B0600070205080204" pitchFamily="34" charset="-128"/>
                <a:cs typeface="ＭＳ Ｐゴシック" panose="020B0600070205080204" pitchFamily="34" charset="-128"/>
              </a:rPr>
              <a:t> </a:t>
            </a:r>
            <a:r>
              <a:rPr lang="en-US" altLang="en-US" sz="2400" dirty="0">
                <a:solidFill>
                  <a:prstClr val="black"/>
                </a:solidFill>
                <a:latin typeface="Calibri" panose="020F0502020204030204"/>
                <a:ea typeface="ＭＳ Ｐゴシック" panose="020B0600070205080204" pitchFamily="34" charset="-128"/>
                <a:cs typeface="ＭＳ Ｐゴシック" panose="020B0600070205080204" pitchFamily="34" charset="-128"/>
              </a:rPr>
              <a:t>gets weighted amount of service in each cycle:</a:t>
            </a:r>
          </a:p>
        </p:txBody>
      </p:sp>
    </p:spTree>
    <p:extLst>
      <p:ext uri="{BB962C8B-B14F-4D97-AF65-F5344CB8AC3E}">
        <p14:creationId xmlns:p14="http://schemas.microsoft.com/office/powerpoint/2010/main" val="3298687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9E5DE9-7171-ABE8-14FC-CDF4D427C3E8}"/>
              </a:ext>
            </a:extLst>
          </p:cNvPr>
          <p:cNvSpPr>
            <a:spLocks noGrp="1"/>
          </p:cNvSpPr>
          <p:nvPr>
            <p:ph idx="1"/>
          </p:nvPr>
        </p:nvSpPr>
        <p:spPr>
          <a:xfrm>
            <a:off x="628650" y="1913469"/>
            <a:ext cx="7886700" cy="745065"/>
          </a:xfrm>
        </p:spPr>
        <p:txBody>
          <a:bodyPr/>
          <a:lstStyle/>
          <a:p>
            <a:pPr marL="0" indent="0">
              <a:buNone/>
            </a:pPr>
            <a:r>
              <a:rPr lang="en-US" altLang="zh-CN" dirty="0"/>
              <a:t>Thanks</a:t>
            </a:r>
            <a:endParaRPr lang="en-US" dirty="0"/>
          </a:p>
        </p:txBody>
      </p:sp>
      <p:sp>
        <p:nvSpPr>
          <p:cNvPr id="4" name="Slide Number Placeholder 3">
            <a:extLst>
              <a:ext uri="{FF2B5EF4-FFF2-40B4-BE49-F238E27FC236}">
                <a16:creationId xmlns:a16="http://schemas.microsoft.com/office/drawing/2014/main" id="{C6F5CF3F-2EF3-BC1A-AE92-1417AE1C23B4}"/>
              </a:ext>
            </a:extLst>
          </p:cNvPr>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BC41B36-6335-F546-90B9-E2121371E10D}" type="slidenum">
              <a:rPr lang="en-US" smtClean="0"/>
              <a:pPr/>
              <a:t>35</a:t>
            </a:fld>
            <a:endParaRPr lang="en-US" dirty="0"/>
          </a:p>
        </p:txBody>
      </p:sp>
      <p:sp>
        <p:nvSpPr>
          <p:cNvPr id="5" name="TextBox 4">
            <a:extLst>
              <a:ext uri="{FF2B5EF4-FFF2-40B4-BE49-F238E27FC236}">
                <a16:creationId xmlns:a16="http://schemas.microsoft.com/office/drawing/2014/main" id="{5C0DBBE3-FC6B-25D4-1813-2EBD68F50C41}"/>
              </a:ext>
            </a:extLst>
          </p:cNvPr>
          <p:cNvSpPr txBox="1"/>
          <p:nvPr/>
        </p:nvSpPr>
        <p:spPr>
          <a:xfrm>
            <a:off x="628651" y="4626393"/>
            <a:ext cx="7359650" cy="1569660"/>
          </a:xfrm>
          <a:prstGeom prst="rect">
            <a:avLst/>
          </a:prstGeom>
          <a:noFill/>
        </p:spPr>
        <p:txBody>
          <a:bodyPr wrap="square">
            <a:spAutoFit/>
          </a:bodyPr>
          <a:lstStyle/>
          <a:p>
            <a:r>
              <a:rPr lang="en-US" sz="1200" b="1" dirty="0"/>
              <a:t>Acknowledgment</a:t>
            </a:r>
          </a:p>
          <a:p>
            <a:endParaRPr lang="en-US" sz="1200" dirty="0"/>
          </a:p>
          <a:p>
            <a:r>
              <a:rPr lang="en-US" sz="1200" dirty="0"/>
              <a:t>The materials for this course are in part based upon the materials from a number of people/sources, including:</a:t>
            </a:r>
          </a:p>
          <a:p>
            <a:pPr marL="285750" indent="-285750">
              <a:buFont typeface="Arial" panose="020B0604020202020204" pitchFamily="34" charset="0"/>
              <a:buChar char="•"/>
            </a:pPr>
            <a:r>
              <a:rPr lang="en-US" sz="1200" dirty="0"/>
              <a:t>Official website of the Kurose and Ross text: Computer Networking: A Top-Down Approach</a:t>
            </a:r>
          </a:p>
          <a:p>
            <a:pPr marL="285750" indent="-285750">
              <a:buFont typeface="Arial" panose="020B0604020202020204" pitchFamily="34" charset="0"/>
              <a:buChar char="•"/>
            </a:pPr>
            <a:r>
              <a:rPr lang="en-US" sz="1200" dirty="0"/>
              <a:t>Official website of the Tanenbaum &amp; Wetherall text: Computer Networks</a:t>
            </a:r>
          </a:p>
          <a:p>
            <a:pPr marL="285750" indent="-285750">
              <a:buFont typeface="Arial" panose="020B0604020202020204" pitchFamily="34" charset="0"/>
              <a:buChar char="•"/>
            </a:pPr>
            <a:r>
              <a:rPr lang="en-US" sz="1200" dirty="0"/>
              <a:t>Dr. Murat Yuksel: </a:t>
            </a:r>
            <a:r>
              <a:rPr lang="en-US" sz="1200" dirty="0">
                <a:hlinkClick r:id="rId2"/>
              </a:rPr>
              <a:t>https://www.ece.ucf.edu/~yuksem/teaching/EEL-4781-Fall-2020.html</a:t>
            </a:r>
            <a:endParaRPr lang="en-US" sz="1200" dirty="0"/>
          </a:p>
          <a:p>
            <a:pPr marL="285750" indent="-285750">
              <a:buFont typeface="Arial" panose="020B0604020202020204" pitchFamily="34" charset="0"/>
              <a:buChar char="•"/>
            </a:pPr>
            <a:r>
              <a:rPr lang="en-US" sz="1200" dirty="0"/>
              <a:t>Dr. Raj Jain: </a:t>
            </a:r>
            <a:r>
              <a:rPr lang="en-US" sz="1200" dirty="0">
                <a:hlinkClick r:id="rId3"/>
              </a:rPr>
              <a:t>https://www.cse.wustl.edu/~jain/</a:t>
            </a:r>
            <a:endParaRPr lang="en-US" sz="1200" dirty="0"/>
          </a:p>
          <a:p>
            <a:endParaRPr lang="en-US" sz="1200" dirty="0"/>
          </a:p>
        </p:txBody>
      </p:sp>
    </p:spTree>
    <p:extLst>
      <p:ext uri="{BB962C8B-B14F-4D97-AF65-F5344CB8AC3E}">
        <p14:creationId xmlns:p14="http://schemas.microsoft.com/office/powerpoint/2010/main" val="3685795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Bef>
                <a:spcPts val="900"/>
              </a:spcBef>
            </a:pPr>
            <a:r>
              <a:rPr lang="en-US" sz="3600" dirty="0"/>
              <a:t>Sidebar: Network Neutrality</a:t>
            </a:r>
          </a:p>
        </p:txBody>
      </p:sp>
      <p:sp>
        <p:nvSpPr>
          <p:cNvPr id="5" name="Content Placeholder 2"/>
          <p:cNvSpPr>
            <a:spLocks noGrp="1"/>
          </p:cNvSpPr>
          <p:nvPr>
            <p:ph idx="1"/>
          </p:nvPr>
        </p:nvSpPr>
        <p:spPr/>
        <p:txBody>
          <a:bodyPr>
            <a:noAutofit/>
          </a:bodyPr>
          <a:lstStyle/>
          <a:p>
            <a:pPr marL="0" indent="0">
              <a:lnSpc>
                <a:spcPct val="100000"/>
              </a:lnSpc>
              <a:buNone/>
            </a:pPr>
            <a:r>
              <a:rPr lang="en-US" sz="2700" dirty="0"/>
              <a:t>What is network neutrality?</a:t>
            </a:r>
          </a:p>
          <a:p>
            <a:pPr marL="390525" lvl="1" indent="-253604">
              <a:lnSpc>
                <a:spcPct val="100000"/>
              </a:lnSpc>
              <a:buFont typeface="Wingdings" pitchFamily="2" charset="2"/>
              <a:buChar char="§"/>
              <a:tabLst>
                <a:tab pos="210741" algn="l"/>
              </a:tabLst>
            </a:pPr>
            <a:r>
              <a:rPr lang="en-US" sz="2400" i="1" dirty="0">
                <a:solidFill>
                  <a:srgbClr val="010F90"/>
                </a:solidFill>
              </a:rPr>
              <a:t>technical: </a:t>
            </a:r>
            <a:r>
              <a:rPr lang="en-US" sz="2400" dirty="0"/>
              <a:t>how an ISP should share/allocation its resources</a:t>
            </a:r>
          </a:p>
          <a:p>
            <a:pPr marL="691754" lvl="1" indent="-209550">
              <a:lnSpc>
                <a:spcPct val="100000"/>
              </a:lnSpc>
            </a:pPr>
            <a:r>
              <a:rPr lang="en-US" sz="2100" dirty="0"/>
              <a:t>packet scheduling, buffer management are the </a:t>
            </a:r>
            <a:r>
              <a:rPr lang="en-US" sz="2100" i="1" dirty="0"/>
              <a:t>mechanisms</a:t>
            </a:r>
          </a:p>
          <a:p>
            <a:pPr marL="348854" lvl="1" indent="-211931">
              <a:lnSpc>
                <a:spcPct val="100000"/>
              </a:lnSpc>
              <a:buFont typeface="Wingdings" pitchFamily="2" charset="2"/>
              <a:buChar char="§"/>
            </a:pPr>
            <a:r>
              <a:rPr lang="en-US" sz="2400" i="1" dirty="0">
                <a:solidFill>
                  <a:srgbClr val="0000A3"/>
                </a:solidFill>
              </a:rPr>
              <a:t>social, economic  </a:t>
            </a:r>
            <a:r>
              <a:rPr lang="en-US" sz="2400" dirty="0"/>
              <a:t>principles </a:t>
            </a:r>
          </a:p>
          <a:p>
            <a:pPr marL="691754" lvl="2" indent="-219075">
              <a:lnSpc>
                <a:spcPct val="100000"/>
              </a:lnSpc>
              <a:buClr>
                <a:srgbClr val="0000A3"/>
              </a:buClr>
            </a:pPr>
            <a:r>
              <a:rPr lang="en-US" sz="2100" dirty="0"/>
              <a:t>protecting free speech</a:t>
            </a:r>
          </a:p>
          <a:p>
            <a:pPr marL="691754" lvl="2" indent="-219075">
              <a:lnSpc>
                <a:spcPct val="100000"/>
              </a:lnSpc>
              <a:buClr>
                <a:srgbClr val="0000A3"/>
              </a:buClr>
            </a:pPr>
            <a:r>
              <a:rPr lang="en-US" sz="2100" dirty="0"/>
              <a:t>encouraging innovation, competition</a:t>
            </a:r>
          </a:p>
          <a:p>
            <a:pPr marL="348854" lvl="1" indent="-211931">
              <a:lnSpc>
                <a:spcPct val="100000"/>
              </a:lnSpc>
              <a:buFont typeface="Wingdings" pitchFamily="2" charset="2"/>
              <a:buChar char="§"/>
            </a:pPr>
            <a:r>
              <a:rPr lang="en-US" sz="2400" dirty="0"/>
              <a:t>enforced</a:t>
            </a:r>
            <a:r>
              <a:rPr lang="en-US" sz="2400" i="1" dirty="0"/>
              <a:t> </a:t>
            </a:r>
            <a:r>
              <a:rPr lang="en-US" sz="2400" i="1" dirty="0">
                <a:solidFill>
                  <a:srgbClr val="0000A3"/>
                </a:solidFill>
              </a:rPr>
              <a:t>legal</a:t>
            </a:r>
            <a:r>
              <a:rPr lang="en-US" sz="2400" i="1" dirty="0"/>
              <a:t> </a:t>
            </a:r>
            <a:r>
              <a:rPr lang="en-US" sz="2400" dirty="0"/>
              <a:t>rules and policies</a:t>
            </a:r>
          </a:p>
        </p:txBody>
      </p:sp>
      <p:sp>
        <p:nvSpPr>
          <p:cNvPr id="6" name="Slide Number Placeholder 4">
            <a:extLst>
              <a:ext uri="{FF2B5EF4-FFF2-40B4-BE49-F238E27FC236}">
                <a16:creationId xmlns:a16="http://schemas.microsoft.com/office/drawing/2014/main" id="{79556C6D-5BE8-AC42-B9B0-C0D3341D3BF5}"/>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Network Layer: 4-</a:t>
            </a:r>
            <a:fld id="{C4204591-24BD-A542-B9D5-F8D8A88D2FEE}" type="slidenum">
              <a:rPr lang="en-US">
                <a:solidFill>
                  <a:prstClr val="white">
                    <a:lumMod val="50000"/>
                  </a:prstClr>
                </a:solidFill>
                <a:latin typeface="Calibri" panose="020F0502020204030204"/>
              </a:rPr>
              <a:pPr defTabSz="685800"/>
              <a:t>36</a:t>
            </a:fld>
            <a:endParaRPr lang="en-US" dirty="0">
              <a:solidFill>
                <a:prstClr val="white">
                  <a:lumMod val="50000"/>
                </a:prstClr>
              </a:solidFill>
              <a:latin typeface="Calibri" panose="020F0502020204030204"/>
            </a:endParaRPr>
          </a:p>
        </p:txBody>
      </p:sp>
      <p:sp>
        <p:nvSpPr>
          <p:cNvPr id="3" name="TextBox 2">
            <a:extLst>
              <a:ext uri="{FF2B5EF4-FFF2-40B4-BE49-F238E27FC236}">
                <a16:creationId xmlns:a16="http://schemas.microsoft.com/office/drawing/2014/main" id="{CC6088C0-5072-5D4F-AF99-BACB3C9DEDB2}"/>
              </a:ext>
            </a:extLst>
          </p:cNvPr>
          <p:cNvSpPr txBox="1"/>
          <p:nvPr/>
        </p:nvSpPr>
        <p:spPr>
          <a:xfrm>
            <a:off x="897774" y="5134148"/>
            <a:ext cx="7059048" cy="415498"/>
          </a:xfrm>
          <a:prstGeom prst="rect">
            <a:avLst/>
          </a:prstGeom>
          <a:noFill/>
        </p:spPr>
        <p:txBody>
          <a:bodyPr wrap="none" rtlCol="0">
            <a:spAutoFit/>
          </a:bodyPr>
          <a:lstStyle/>
          <a:p>
            <a:pPr defTabSz="685800">
              <a:defRPr/>
            </a:pPr>
            <a:r>
              <a:rPr lang="en-US" sz="2100" i="1" dirty="0">
                <a:solidFill>
                  <a:srgbClr val="C00000"/>
                </a:solidFill>
                <a:latin typeface="Calibri" panose="020F0502020204030204"/>
              </a:rPr>
              <a:t>Different countries have different “takes” on network neutrality</a:t>
            </a:r>
          </a:p>
        </p:txBody>
      </p:sp>
    </p:spTree>
    <p:extLst>
      <p:ext uri="{BB962C8B-B14F-4D97-AF65-F5344CB8AC3E}">
        <p14:creationId xmlns:p14="http://schemas.microsoft.com/office/powerpoint/2010/main" val="932683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ssolve">
                                      <p:cBhvr>
                                        <p:cTn id="22" dur="500"/>
                                        <p:tgtEl>
                                          <p:spTgt spid="5">
                                            <p:txEl>
                                              <p:pRg st="3" end="3"/>
                                            </p:txEl>
                                          </p:spTgt>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dissolve">
                                      <p:cBhvr>
                                        <p:cTn id="25" dur="500"/>
                                        <p:tgtEl>
                                          <p:spTgt spid="5">
                                            <p:txEl>
                                              <p:pRg st="4" end="4"/>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dissolve">
                                      <p:cBhvr>
                                        <p:cTn id="28" dur="500"/>
                                        <p:tgtEl>
                                          <p:spTgt spid="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dissolve">
                                      <p:cBhvr>
                                        <p:cTn id="33" dur="500"/>
                                        <p:tgtEl>
                                          <p:spTgt spid="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dissolve">
                                      <p:cBhvr>
                                        <p:cTn id="3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bldLvl="2"/>
      <p:bldP spid="3"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29973</TotalTime>
  <Words>2512</Words>
  <Application>Microsoft Office PowerPoint</Application>
  <PresentationFormat>On-screen Show (4:3)</PresentationFormat>
  <Paragraphs>730</Paragraphs>
  <Slides>36</Slides>
  <Notes>35</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36</vt:i4>
      </vt:variant>
    </vt:vector>
  </HeadingPairs>
  <TitlesOfParts>
    <vt:vector size="50" baseType="lpstr">
      <vt:lpstr>ＭＳ Ｐゴシック</vt:lpstr>
      <vt:lpstr>Arial</vt:lpstr>
      <vt:lpstr>Calibri</vt:lpstr>
      <vt:lpstr>Calibri Light</vt:lpstr>
      <vt:lpstr>Comic Sans MS</vt:lpstr>
      <vt:lpstr>Courier New</vt:lpstr>
      <vt:lpstr>Gill Sans MT</vt:lpstr>
      <vt:lpstr>Symbol</vt:lpstr>
      <vt:lpstr>Tahoma</vt:lpstr>
      <vt:lpstr>Times</vt:lpstr>
      <vt:lpstr>Times New Roman</vt:lpstr>
      <vt:lpstr>Wingdings</vt:lpstr>
      <vt:lpstr>Office Theme</vt:lpstr>
      <vt:lpstr>2_Office Theme</vt:lpstr>
      <vt:lpstr>EEL 4781 Computer Communication Networks Chapter 4-1: Network Layer</vt:lpstr>
      <vt:lpstr>Agenda </vt:lpstr>
      <vt:lpstr>Network layer: our goals</vt:lpstr>
      <vt:lpstr>Network layer: overview</vt:lpstr>
      <vt:lpstr>Network layer: overview</vt:lpstr>
      <vt:lpstr>Network layer: overview</vt:lpstr>
      <vt:lpstr>Network layer: overview</vt:lpstr>
      <vt:lpstr>Network layer: overview</vt:lpstr>
      <vt:lpstr>Network layer: overview</vt:lpstr>
      <vt:lpstr>Network layer: overview</vt:lpstr>
      <vt:lpstr>Network layer: overview</vt:lpstr>
      <vt:lpstr>Agenda </vt:lpstr>
      <vt:lpstr>Router</vt:lpstr>
      <vt:lpstr>Router</vt:lpstr>
      <vt:lpstr>Router</vt:lpstr>
      <vt:lpstr>Router</vt:lpstr>
      <vt:lpstr>Router</vt:lpstr>
      <vt:lpstr>Router</vt:lpstr>
      <vt:lpstr>Router</vt:lpstr>
      <vt:lpstr>Router</vt:lpstr>
      <vt:lpstr>Router</vt:lpstr>
      <vt:lpstr>Router</vt:lpstr>
      <vt:lpstr>Router - Switching fabrics</vt:lpstr>
      <vt:lpstr>Router - Switching fabrics</vt:lpstr>
      <vt:lpstr>Router - Switching fabrics</vt:lpstr>
      <vt:lpstr>Router - Switching fabrics</vt:lpstr>
      <vt:lpstr>Router - Queuing</vt:lpstr>
      <vt:lpstr>Router - Queuing</vt:lpstr>
      <vt:lpstr>Router - Queuing</vt:lpstr>
      <vt:lpstr>Router - Queuing</vt:lpstr>
      <vt:lpstr>Router - Scheduling</vt:lpstr>
      <vt:lpstr>Router - Scheduling</vt:lpstr>
      <vt:lpstr>Router - Scheduling</vt:lpstr>
      <vt:lpstr>Router - Scheduling</vt:lpstr>
      <vt:lpstr>PowerPoint Presentation</vt:lpstr>
      <vt:lpstr>Sidebar: Network Neutrality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Prolonged Restore Challenge in Further Scaling DRAMs</dc:title>
  <dc:creator>xw zhang</dc:creator>
  <cp:lastModifiedBy>Xin Xin</cp:lastModifiedBy>
  <cp:revision>620</cp:revision>
  <dcterms:created xsi:type="dcterms:W3CDTF">2017-06-28T02:53:02Z</dcterms:created>
  <dcterms:modified xsi:type="dcterms:W3CDTF">2025-02-26T16:42:28Z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1791174</vt:lpwstr>
  </property>
  <property fmtid="{D5CDD505-2E9C-101B-9397-08002B2CF9AE}" pid="3" name="NXPowerLiteSettings">
    <vt:lpwstr>B74006B004C800</vt:lpwstr>
  </property>
  <property fmtid="{D5CDD505-2E9C-101B-9397-08002B2CF9AE}" pid="4" name="NXPowerLiteVersion">
    <vt:lpwstr>D7.1.1</vt:lpwstr>
  </property>
</Properties>
</file>