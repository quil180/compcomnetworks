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851" r:id="rId1"/>
    <p:sldMasterId id="2147483868" r:id="rId2"/>
    <p:sldMasterId id="2147483885" r:id="rId3"/>
  </p:sldMasterIdLst>
  <p:notesMasterIdLst>
    <p:notesMasterId r:id="rId40"/>
  </p:notesMasterIdLst>
  <p:sldIdLst>
    <p:sldId id="256" r:id="rId4"/>
    <p:sldId id="561" r:id="rId5"/>
    <p:sldId id="1230" r:id="rId6"/>
    <p:sldId id="1242" r:id="rId7"/>
    <p:sldId id="1244" r:id="rId8"/>
    <p:sldId id="1245" r:id="rId9"/>
    <p:sldId id="1246" r:id="rId10"/>
    <p:sldId id="1247" r:id="rId11"/>
    <p:sldId id="1248" r:id="rId12"/>
    <p:sldId id="1249" r:id="rId13"/>
    <p:sldId id="1250" r:id="rId14"/>
    <p:sldId id="1251" r:id="rId15"/>
    <p:sldId id="1252" r:id="rId16"/>
    <p:sldId id="1253" r:id="rId17"/>
    <p:sldId id="1254" r:id="rId18"/>
    <p:sldId id="1255" r:id="rId19"/>
    <p:sldId id="1256" r:id="rId20"/>
    <p:sldId id="1257" r:id="rId21"/>
    <p:sldId id="1089" r:id="rId22"/>
    <p:sldId id="1095" r:id="rId23"/>
    <p:sldId id="1093" r:id="rId24"/>
    <p:sldId id="1208" r:id="rId25"/>
    <p:sldId id="1266" r:id="rId26"/>
    <p:sldId id="1258" r:id="rId27"/>
    <p:sldId id="1259" r:id="rId28"/>
    <p:sldId id="1260" r:id="rId29"/>
    <p:sldId id="1263" r:id="rId30"/>
    <p:sldId id="1262" r:id="rId31"/>
    <p:sldId id="1264" r:id="rId32"/>
    <p:sldId id="1265" r:id="rId33"/>
    <p:sldId id="1108" r:id="rId34"/>
    <p:sldId id="989" r:id="rId35"/>
    <p:sldId id="1269" r:id="rId36"/>
    <p:sldId id="1267" r:id="rId37"/>
    <p:sldId id="1268" r:id="rId38"/>
    <p:sldId id="1270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26" userDrawn="1">
          <p15:clr>
            <a:srgbClr val="A4A3A4"/>
          </p15:clr>
        </p15:guide>
        <p15:guide id="3" orient="horz" pos="4128" userDrawn="1">
          <p15:clr>
            <a:srgbClr val="A4A3A4"/>
          </p15:clr>
        </p15:guide>
        <p15:guide id="4" orient="horz" pos="2856" userDrawn="1">
          <p15:clr>
            <a:srgbClr val="A4A3A4"/>
          </p15:clr>
        </p15:guide>
        <p15:guide id="5" pos="1152" userDrawn="1">
          <p15:clr>
            <a:srgbClr val="A4A3A4"/>
          </p15:clr>
        </p15:guide>
        <p15:guide id="6" pos="3780" userDrawn="1">
          <p15:clr>
            <a:srgbClr val="A4A3A4"/>
          </p15:clr>
        </p15:guide>
        <p15:guide id="7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128"/>
    <a:srgbClr val="BA9B37"/>
    <a:srgbClr val="FFC904"/>
    <a:srgbClr val="C95B00"/>
    <a:srgbClr val="FF7C00"/>
    <a:srgbClr val="7F7F7F"/>
    <a:srgbClr val="4472C4"/>
    <a:srgbClr val="027D02"/>
    <a:srgbClr val="CFD5EA"/>
    <a:srgbClr val="007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423B0F-D71F-49B2-8801-6D73B0258955}" v="95" dt="2025-01-27T16:22:17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6" autoAdjust="0"/>
    <p:restoredTop sz="91187" autoAdjust="0"/>
  </p:normalViewPr>
  <p:slideViewPr>
    <p:cSldViewPr snapToGrid="0" snapToObjects="1">
      <p:cViewPr varScale="1">
        <p:scale>
          <a:sx n="147" d="100"/>
          <a:sy n="147" d="100"/>
        </p:scale>
        <p:origin x="1712" y="84"/>
      </p:cViewPr>
      <p:guideLst>
        <p:guide orient="horz" pos="1440"/>
        <p:guide pos="2826"/>
        <p:guide orient="horz" pos="4128"/>
        <p:guide orient="horz" pos="2856"/>
        <p:guide pos="1152"/>
        <p:guide pos="3780"/>
        <p:guide pos="17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microsoft.com/office/2015/10/relationships/revisionInfo" Target="revisionInfo.xml"/><Relationship Id="rId20" Type="http://schemas.openxmlformats.org/officeDocument/2006/relationships/slide" Target="slides/slide17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11423B0F-D71F-49B2-8801-6D73B0258955}"/>
    <pc:docChg chg="undo redo custSel addSld modSld">
      <pc:chgData name="Xin Xin" userId="9ff0c946-7f3c-4192-98c1-6be932ce2bce" providerId="ADAL" clId="{11423B0F-D71F-49B2-8801-6D73B0258955}" dt="2025-01-27T16:22:17.596" v="1069" actId="20577"/>
      <pc:docMkLst>
        <pc:docMk/>
      </pc:docMkLst>
      <pc:sldChg chg="modSp">
        <pc:chgData name="Xin Xin" userId="9ff0c946-7f3c-4192-98c1-6be932ce2bce" providerId="ADAL" clId="{11423B0F-D71F-49B2-8801-6D73B0258955}" dt="2025-01-22T16:01:05.418" v="219" actId="14100"/>
        <pc:sldMkLst>
          <pc:docMk/>
          <pc:sldMk cId="3161562777" sldId="1089"/>
        </pc:sldMkLst>
        <pc:spChg chg="mod">
          <ac:chgData name="Xin Xin" userId="9ff0c946-7f3c-4192-98c1-6be932ce2bce" providerId="ADAL" clId="{11423B0F-D71F-49B2-8801-6D73B0258955}" dt="2025-01-22T16:01:05.418" v="219" actId="14100"/>
          <ac:spMkLst>
            <pc:docMk/>
            <pc:sldMk cId="3161562777" sldId="1089"/>
            <ac:spMk id="291" creationId="{99974D39-E173-B849-B8ED-599FAF902A29}"/>
          </ac:spMkLst>
        </pc:spChg>
      </pc:sldChg>
      <pc:sldChg chg="modSp">
        <pc:chgData name="Xin Xin" userId="9ff0c946-7f3c-4192-98c1-6be932ce2bce" providerId="ADAL" clId="{11423B0F-D71F-49B2-8801-6D73B0258955}" dt="2025-01-27T16:03:20.122" v="1011" actId="207"/>
        <pc:sldMkLst>
          <pc:docMk/>
          <pc:sldMk cId="161754987" sldId="1108"/>
        </pc:sldMkLst>
        <pc:spChg chg="mod">
          <ac:chgData name="Xin Xin" userId="9ff0c946-7f3c-4192-98c1-6be932ce2bce" providerId="ADAL" clId="{11423B0F-D71F-49B2-8801-6D73B0258955}" dt="2025-01-27T16:03:20.122" v="1011" actId="207"/>
          <ac:spMkLst>
            <pc:docMk/>
            <pc:sldMk cId="161754987" sldId="1108"/>
            <ac:spMk id="8" creationId="{E677454B-F21D-4441-9BDE-50D84F4D93FA}"/>
          </ac:spMkLst>
        </pc:spChg>
        <pc:spChg chg="mod">
          <ac:chgData name="Xin Xin" userId="9ff0c946-7f3c-4192-98c1-6be932ce2bce" providerId="ADAL" clId="{11423B0F-D71F-49B2-8801-6D73B0258955}" dt="2025-01-27T16:03:17.045" v="1010" actId="207"/>
          <ac:spMkLst>
            <pc:docMk/>
            <pc:sldMk cId="161754987" sldId="1108"/>
            <ac:spMk id="10" creationId="{3E733DCA-2522-E341-8697-49ADE10A3FA3}"/>
          </ac:spMkLst>
        </pc:spChg>
      </pc:sldChg>
      <pc:sldChg chg="modSp">
        <pc:chgData name="Xin Xin" userId="9ff0c946-7f3c-4192-98c1-6be932ce2bce" providerId="ADAL" clId="{11423B0F-D71F-49B2-8801-6D73B0258955}" dt="2025-01-22T16:20:29.853" v="224" actId="20577"/>
        <pc:sldMkLst>
          <pc:docMk/>
          <pc:sldMk cId="864577876" sldId="1208"/>
        </pc:sldMkLst>
        <pc:spChg chg="mod">
          <ac:chgData name="Xin Xin" userId="9ff0c946-7f3c-4192-98c1-6be932ce2bce" providerId="ADAL" clId="{11423B0F-D71F-49B2-8801-6D73B0258955}" dt="2025-01-22T16:20:29.853" v="224" actId="20577"/>
          <ac:spMkLst>
            <pc:docMk/>
            <pc:sldMk cId="864577876" sldId="1208"/>
            <ac:spMk id="271" creationId="{D2059C01-2D9C-6C48-A831-71AE55D0D07E}"/>
          </ac:spMkLst>
        </pc:spChg>
      </pc:sldChg>
      <pc:sldChg chg="modSp mod">
        <pc:chgData name="Xin Xin" userId="9ff0c946-7f3c-4192-98c1-6be932ce2bce" providerId="ADAL" clId="{11423B0F-D71F-49B2-8801-6D73B0258955}" dt="2025-01-22T14:44:27.422" v="58" actId="404"/>
        <pc:sldMkLst>
          <pc:docMk/>
          <pc:sldMk cId="3980633819" sldId="1230"/>
        </pc:sldMkLst>
        <pc:spChg chg="mod">
          <ac:chgData name="Xin Xin" userId="9ff0c946-7f3c-4192-98c1-6be932ce2bce" providerId="ADAL" clId="{11423B0F-D71F-49B2-8801-6D73B0258955}" dt="2025-01-22T14:44:27.422" v="58" actId="404"/>
          <ac:spMkLst>
            <pc:docMk/>
            <pc:sldMk cId="3980633819" sldId="1230"/>
            <ac:spMk id="5" creationId="{02579368-82F2-A711-B1C6-4CE60E45836C}"/>
          </ac:spMkLst>
        </pc:spChg>
      </pc:sldChg>
      <pc:sldChg chg="modSp mod">
        <pc:chgData name="Xin Xin" userId="9ff0c946-7f3c-4192-98c1-6be932ce2bce" providerId="ADAL" clId="{11423B0F-D71F-49B2-8801-6D73B0258955}" dt="2025-01-22T14:47:38.855" v="64" actId="404"/>
        <pc:sldMkLst>
          <pc:docMk/>
          <pc:sldMk cId="944277319" sldId="1242"/>
        </pc:sldMkLst>
        <pc:spChg chg="mod">
          <ac:chgData name="Xin Xin" userId="9ff0c946-7f3c-4192-98c1-6be932ce2bce" providerId="ADAL" clId="{11423B0F-D71F-49B2-8801-6D73B0258955}" dt="2025-01-22T14:47:38.855" v="64" actId="404"/>
          <ac:spMkLst>
            <pc:docMk/>
            <pc:sldMk cId="944277319" sldId="1242"/>
            <ac:spMk id="8" creationId="{03128F44-4A55-C15B-202B-2FE39C447622}"/>
          </ac:spMkLst>
        </pc:spChg>
      </pc:sldChg>
      <pc:sldChg chg="addSp modSp mod">
        <pc:chgData name="Xin Xin" userId="9ff0c946-7f3c-4192-98c1-6be932ce2bce" providerId="ADAL" clId="{11423B0F-D71F-49B2-8801-6D73B0258955}" dt="2025-01-22T14:54:19.129" v="74" actId="14100"/>
        <pc:sldMkLst>
          <pc:docMk/>
          <pc:sldMk cId="2123268902" sldId="1245"/>
        </pc:sldMkLst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22" creationId="{289D9023-D7D4-A723-D2CA-229C9A5CDEDE}"/>
          </ac:spMkLst>
        </pc:spChg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29" creationId="{6C88EABA-38CB-A88D-F9B0-9BA6B554B3FA}"/>
          </ac:spMkLst>
        </pc:spChg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33" creationId="{DA27F8C1-323C-CF27-39AF-DA9EF03F3737}"/>
          </ac:spMkLst>
        </pc:spChg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45" creationId="{2D19B025-0420-1F09-2F7D-4E0E5D20949E}"/>
          </ac:spMkLst>
        </pc:spChg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49" creationId="{C4879EEE-1092-40C2-D9D3-1DFEF6362917}"/>
          </ac:spMkLst>
        </pc:spChg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53" creationId="{8DE08305-B749-D904-7DC9-9EB403FCB140}"/>
          </ac:spMkLst>
        </pc:spChg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57" creationId="{B65312F4-B9B1-D722-8507-3F7292963B97}"/>
          </ac:spMkLst>
        </pc:spChg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58" creationId="{7DEC2967-7F75-4431-EBE7-04E2C282AE73}"/>
          </ac:spMkLst>
        </pc:spChg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63" creationId="{5B066EC4-C35F-29D0-BA1C-8ADACC7DDC69}"/>
          </ac:spMkLst>
        </pc:spChg>
        <pc:spChg chg="mod">
          <ac:chgData name="Xin Xin" userId="9ff0c946-7f3c-4192-98c1-6be932ce2bce" providerId="ADAL" clId="{11423B0F-D71F-49B2-8801-6D73B0258955}" dt="2025-01-22T14:54:14.273" v="72" actId="1076"/>
          <ac:spMkLst>
            <pc:docMk/>
            <pc:sldMk cId="2123268902" sldId="1245"/>
            <ac:spMk id="75" creationId="{C19F119A-413F-3825-53A4-8847B8AD7C0C}"/>
          </ac:spMkLst>
        </pc:spChg>
        <pc:picChg chg="add mod">
          <ac:chgData name="Xin Xin" userId="9ff0c946-7f3c-4192-98c1-6be932ce2bce" providerId="ADAL" clId="{11423B0F-D71F-49B2-8801-6D73B0258955}" dt="2025-01-22T14:54:19.129" v="74" actId="14100"/>
          <ac:picMkLst>
            <pc:docMk/>
            <pc:sldMk cId="2123268902" sldId="1245"/>
            <ac:picMk id="6" creationId="{13ED6913-2627-3716-65AA-F6550CABCCB4}"/>
          </ac:picMkLst>
        </pc:picChg>
      </pc:sldChg>
      <pc:sldChg chg="modSp mod">
        <pc:chgData name="Xin Xin" userId="9ff0c946-7f3c-4192-98c1-6be932ce2bce" providerId="ADAL" clId="{11423B0F-D71F-49B2-8801-6D73B0258955}" dt="2025-01-22T19:08:51.092" v="244" actId="20577"/>
        <pc:sldMkLst>
          <pc:docMk/>
          <pc:sldMk cId="90618671" sldId="1246"/>
        </pc:sldMkLst>
        <pc:spChg chg="mod">
          <ac:chgData name="Xin Xin" userId="9ff0c946-7f3c-4192-98c1-6be932ce2bce" providerId="ADAL" clId="{11423B0F-D71F-49B2-8801-6D73B0258955}" dt="2025-01-22T15:22:00.069" v="80" actId="20577"/>
          <ac:spMkLst>
            <pc:docMk/>
            <pc:sldMk cId="90618671" sldId="1246"/>
            <ac:spMk id="5" creationId="{5F4CEA7D-BB8E-0AFA-2AF6-70EE0494C323}"/>
          </ac:spMkLst>
        </pc:spChg>
        <pc:spChg chg="mod">
          <ac:chgData name="Xin Xin" userId="9ff0c946-7f3c-4192-98c1-6be932ce2bce" providerId="ADAL" clId="{11423B0F-D71F-49B2-8801-6D73B0258955}" dt="2025-01-22T19:08:51.092" v="244" actId="20577"/>
          <ac:spMkLst>
            <pc:docMk/>
            <pc:sldMk cId="90618671" sldId="1246"/>
            <ac:spMk id="6" creationId="{94C17304-9EC6-3BA1-89C9-BB22F7441C23}"/>
          </ac:spMkLst>
        </pc:spChg>
      </pc:sldChg>
      <pc:sldChg chg="modSp mod">
        <pc:chgData name="Xin Xin" userId="9ff0c946-7f3c-4192-98c1-6be932ce2bce" providerId="ADAL" clId="{11423B0F-D71F-49B2-8801-6D73B0258955}" dt="2025-01-22T15:34:12.419" v="217"/>
        <pc:sldMkLst>
          <pc:docMk/>
          <pc:sldMk cId="2097224287" sldId="1249"/>
        </pc:sldMkLst>
        <pc:spChg chg="mod">
          <ac:chgData name="Xin Xin" userId="9ff0c946-7f3c-4192-98c1-6be932ce2bce" providerId="ADAL" clId="{11423B0F-D71F-49B2-8801-6D73B0258955}" dt="2025-01-22T15:31:18.115" v="103" actId="113"/>
          <ac:spMkLst>
            <pc:docMk/>
            <pc:sldMk cId="2097224287" sldId="1249"/>
            <ac:spMk id="5" creationId="{BC2CECC4-C1EE-A3C7-677C-73E7E26A8134}"/>
          </ac:spMkLst>
        </pc:spChg>
        <pc:spChg chg="mod">
          <ac:chgData name="Xin Xin" userId="9ff0c946-7f3c-4192-98c1-6be932ce2bce" providerId="ADAL" clId="{11423B0F-D71F-49B2-8801-6D73B0258955}" dt="2025-01-22T15:34:12.419" v="217"/>
          <ac:spMkLst>
            <pc:docMk/>
            <pc:sldMk cId="2097224287" sldId="1249"/>
            <ac:spMk id="6" creationId="{12814195-629E-532E-6BA3-53A377C6FC50}"/>
          </ac:spMkLst>
        </pc:spChg>
      </pc:sldChg>
      <pc:sldChg chg="modSp mod">
        <pc:chgData name="Xin Xin" userId="9ff0c946-7f3c-4192-98c1-6be932ce2bce" providerId="ADAL" clId="{11423B0F-D71F-49B2-8801-6D73B0258955}" dt="2025-01-22T15:30:53.602" v="102" actId="20577"/>
        <pc:sldMkLst>
          <pc:docMk/>
          <pc:sldMk cId="1485015558" sldId="1250"/>
        </pc:sldMkLst>
        <pc:spChg chg="mod">
          <ac:chgData name="Xin Xin" userId="9ff0c946-7f3c-4192-98c1-6be932ce2bce" providerId="ADAL" clId="{11423B0F-D71F-49B2-8801-6D73B0258955}" dt="2025-01-22T15:30:53.602" v="102" actId="20577"/>
          <ac:spMkLst>
            <pc:docMk/>
            <pc:sldMk cId="1485015558" sldId="1250"/>
            <ac:spMk id="7" creationId="{74BCB249-7987-8E6F-9228-6C9382934B11}"/>
          </ac:spMkLst>
        </pc:spChg>
        <pc:spChg chg="mod">
          <ac:chgData name="Xin Xin" userId="9ff0c946-7f3c-4192-98c1-6be932ce2bce" providerId="ADAL" clId="{11423B0F-D71F-49B2-8801-6D73B0258955}" dt="2025-01-22T15:30:01.532" v="99" actId="113"/>
          <ac:spMkLst>
            <pc:docMk/>
            <pc:sldMk cId="1485015558" sldId="1250"/>
            <ac:spMk id="8" creationId="{FF63DC56-6B8D-5518-138A-A8BE6B78D1AA}"/>
          </ac:spMkLst>
        </pc:spChg>
      </pc:sldChg>
      <pc:sldChg chg="modSp mod">
        <pc:chgData name="Xin Xin" userId="9ff0c946-7f3c-4192-98c1-6be932ce2bce" providerId="ADAL" clId="{11423B0F-D71F-49B2-8801-6D73B0258955}" dt="2025-01-22T15:51:09.805" v="218" actId="20577"/>
        <pc:sldMkLst>
          <pc:docMk/>
          <pc:sldMk cId="1050617761" sldId="1255"/>
        </pc:sldMkLst>
        <pc:spChg chg="mod">
          <ac:chgData name="Xin Xin" userId="9ff0c946-7f3c-4192-98c1-6be932ce2bce" providerId="ADAL" clId="{11423B0F-D71F-49B2-8801-6D73B0258955}" dt="2025-01-22T15:51:09.805" v="218" actId="20577"/>
          <ac:spMkLst>
            <pc:docMk/>
            <pc:sldMk cId="1050617761" sldId="1255"/>
            <ac:spMk id="8" creationId="{E0848324-07F5-78AD-BAF0-9E7D33843D86}"/>
          </ac:spMkLst>
        </pc:spChg>
      </pc:sldChg>
      <pc:sldChg chg="addSp delSp modSp mod">
        <pc:chgData name="Xin Xin" userId="9ff0c946-7f3c-4192-98c1-6be932ce2bce" providerId="ADAL" clId="{11423B0F-D71F-49B2-8801-6D73B0258955}" dt="2025-01-22T16:45:19.632" v="239" actId="1076"/>
        <pc:sldMkLst>
          <pc:docMk/>
          <pc:sldMk cId="63091068" sldId="1260"/>
        </pc:sldMkLst>
        <pc:spChg chg="mod">
          <ac:chgData name="Xin Xin" userId="9ff0c946-7f3c-4192-98c1-6be932ce2bce" providerId="ADAL" clId="{11423B0F-D71F-49B2-8801-6D73B0258955}" dt="2025-01-22T16:45:15.438" v="238" actId="14100"/>
          <ac:spMkLst>
            <pc:docMk/>
            <pc:sldMk cId="63091068" sldId="1260"/>
            <ac:spMk id="6" creationId="{60531AE4-9760-8B4C-83CF-A4349D7D4FB4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7" creationId="{1BAAC2FE-3557-5833-6790-C13020764844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8" creationId="{5FAF0A52-172A-42B3-A03E-FF5E0B822813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9" creationId="{BB4AB622-B516-4826-7B60-FE543DC90710}"/>
          </ac:spMkLst>
        </pc:spChg>
        <pc:spChg chg="mod">
          <ac:chgData name="Xin Xin" userId="9ff0c946-7f3c-4192-98c1-6be932ce2bce" providerId="ADAL" clId="{11423B0F-D71F-49B2-8801-6D73B0258955}" dt="2025-01-22T16:45:04.005" v="235" actId="1076"/>
          <ac:spMkLst>
            <pc:docMk/>
            <pc:sldMk cId="63091068" sldId="1260"/>
            <ac:spMk id="11" creationId="{C9CB2CA0-A3A5-AD1A-137F-86ED60D3F264}"/>
          </ac:spMkLst>
        </pc:spChg>
        <pc:spChg chg="mod">
          <ac:chgData name="Xin Xin" userId="9ff0c946-7f3c-4192-98c1-6be932ce2bce" providerId="ADAL" clId="{11423B0F-D71F-49B2-8801-6D73B0258955}" dt="2025-01-22T16:45:04.005" v="235" actId="1076"/>
          <ac:spMkLst>
            <pc:docMk/>
            <pc:sldMk cId="63091068" sldId="1260"/>
            <ac:spMk id="12" creationId="{0AAC6924-7D4F-6053-9098-C3202399AB2E}"/>
          </ac:spMkLst>
        </pc:spChg>
        <pc:spChg chg="mod">
          <ac:chgData name="Xin Xin" userId="9ff0c946-7f3c-4192-98c1-6be932ce2bce" providerId="ADAL" clId="{11423B0F-D71F-49B2-8801-6D73B0258955}" dt="2025-01-22T16:45:04.005" v="235" actId="1076"/>
          <ac:spMkLst>
            <pc:docMk/>
            <pc:sldMk cId="63091068" sldId="1260"/>
            <ac:spMk id="13" creationId="{DEBF2A0E-B363-5123-F9CB-5027AD0840ED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14" creationId="{58D11C77-3FF1-9F0C-74E3-5B2355B9B845}"/>
          </ac:spMkLst>
        </pc:spChg>
        <pc:spChg chg="mod">
          <ac:chgData name="Xin Xin" userId="9ff0c946-7f3c-4192-98c1-6be932ce2bce" providerId="ADAL" clId="{11423B0F-D71F-49B2-8801-6D73B0258955}" dt="2025-01-22T16:45:04.005" v="235" actId="1076"/>
          <ac:spMkLst>
            <pc:docMk/>
            <pc:sldMk cId="63091068" sldId="1260"/>
            <ac:spMk id="15" creationId="{B34275AA-2D4C-4C0F-621B-85A3AC00B5FE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85" creationId="{D39B1666-7AC2-9E55-E97D-C830C230584F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86" creationId="{EE2437CF-45D6-41B0-37A1-97038B1CA91F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87" creationId="{E52E3C74-80DC-8061-3DC3-AF1372B6148A}"/>
          </ac:spMkLst>
        </pc:spChg>
        <pc:spChg chg="mod">
          <ac:chgData name="Xin Xin" userId="9ff0c946-7f3c-4192-98c1-6be932ce2bce" providerId="ADAL" clId="{11423B0F-D71F-49B2-8801-6D73B0258955}" dt="2025-01-22T16:44:45.008" v="232" actId="14100"/>
          <ac:spMkLst>
            <pc:docMk/>
            <pc:sldMk cId="63091068" sldId="1260"/>
            <ac:spMk id="88" creationId="{1A10AF14-7E48-0B40-09F6-34E96641A301}"/>
          </ac:spMkLst>
        </pc:spChg>
        <pc:spChg chg="mod">
          <ac:chgData name="Xin Xin" userId="9ff0c946-7f3c-4192-98c1-6be932ce2bce" providerId="ADAL" clId="{11423B0F-D71F-49B2-8801-6D73B0258955}" dt="2025-01-22T16:44:45.008" v="232" actId="14100"/>
          <ac:spMkLst>
            <pc:docMk/>
            <pc:sldMk cId="63091068" sldId="1260"/>
            <ac:spMk id="89" creationId="{45614317-93B5-047A-45CF-C241400173FB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90" creationId="{96EF82A0-315F-EA75-2D63-79F6449E0A1F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91" creationId="{79F6DF18-DBC7-14ED-1E62-A428F1F213F9}"/>
          </ac:spMkLst>
        </pc:spChg>
        <pc:spChg chg="mod">
          <ac:chgData name="Xin Xin" userId="9ff0c946-7f3c-4192-98c1-6be932ce2bce" providerId="ADAL" clId="{11423B0F-D71F-49B2-8801-6D73B0258955}" dt="2025-01-22T16:45:04.005" v="235" actId="1076"/>
          <ac:spMkLst>
            <pc:docMk/>
            <pc:sldMk cId="63091068" sldId="1260"/>
            <ac:spMk id="92" creationId="{A32181D2-6927-C4E3-234D-15551748B3C8}"/>
          </ac:spMkLst>
        </pc:spChg>
        <pc:spChg chg="mod">
          <ac:chgData name="Xin Xin" userId="9ff0c946-7f3c-4192-98c1-6be932ce2bce" providerId="ADAL" clId="{11423B0F-D71F-49B2-8801-6D73B0258955}" dt="2025-01-22T16:45:19.632" v="239" actId="1076"/>
          <ac:spMkLst>
            <pc:docMk/>
            <pc:sldMk cId="63091068" sldId="1260"/>
            <ac:spMk id="97" creationId="{B7E7902E-986A-3136-9098-72378417B89E}"/>
          </ac:spMkLst>
        </pc:spChg>
        <pc:grpChg chg="mod">
          <ac:chgData name="Xin Xin" userId="9ff0c946-7f3c-4192-98c1-6be932ce2bce" providerId="ADAL" clId="{11423B0F-D71F-49B2-8801-6D73B0258955}" dt="2025-01-22T16:44:45.008" v="232" actId="14100"/>
          <ac:grpSpMkLst>
            <pc:docMk/>
            <pc:sldMk cId="63091068" sldId="1260"/>
            <ac:grpSpMk id="83" creationId="{48051474-6CB8-8AB0-6972-F15A30AF9016}"/>
          </ac:grpSpMkLst>
        </pc:grpChg>
      </pc:sldChg>
      <pc:sldChg chg="addSp delSp modSp modAnim">
        <pc:chgData name="Xin Xin" userId="9ff0c946-7f3c-4192-98c1-6be932ce2bce" providerId="ADAL" clId="{11423B0F-D71F-49B2-8801-6D73B0258955}" dt="2025-01-22T16:45:53.119" v="243"/>
        <pc:sldMkLst>
          <pc:docMk/>
          <pc:sldMk cId="2098737041" sldId="1262"/>
        </pc:sldMkLst>
        <pc:spChg chg="add 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195" creationId="{AD727EBF-73DE-1960-8B68-A5E6D3DC762B}"/>
          </ac:spMkLst>
        </pc:spChg>
        <pc:spChg chg="add 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197" creationId="{85890826-70C9-CD27-6C4A-A8959CC269D3}"/>
          </ac:spMkLst>
        </pc:spChg>
        <pc:spChg chg="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207" creationId="{7F457638-9D10-1E4A-9AD3-88A4693D15FA}"/>
          </ac:spMkLst>
        </pc:spChg>
        <pc:spChg chg="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210" creationId="{C4FC6708-F141-7411-3086-90F3223DD504}"/>
          </ac:spMkLst>
        </pc:spChg>
        <pc:spChg chg="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212" creationId="{F4C29876-7F3B-88CF-36F1-694F2FD12C23}"/>
          </ac:spMkLst>
        </pc:spChg>
        <pc:spChg chg="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215" creationId="{700B8C0D-02BC-F76E-97EA-31FF5E27154F}"/>
          </ac:spMkLst>
        </pc:spChg>
        <pc:spChg chg="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232" creationId="{AACBB5E8-4F91-0A20-255B-9AE1E34C90D1}"/>
          </ac:spMkLst>
        </pc:spChg>
        <pc:spChg chg="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246" creationId="{6BB50846-6200-BBED-B560-58F15186B14B}"/>
          </ac:spMkLst>
        </pc:spChg>
        <pc:spChg chg="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252" creationId="{E1D3F32F-D6E0-E642-4B79-5495A385FDCD}"/>
          </ac:spMkLst>
        </pc:spChg>
        <pc:spChg chg="add mod">
          <ac:chgData name="Xin Xin" userId="9ff0c946-7f3c-4192-98c1-6be932ce2bce" providerId="ADAL" clId="{11423B0F-D71F-49B2-8801-6D73B0258955}" dt="2025-01-22T16:45:53.119" v="243"/>
          <ac:spMkLst>
            <pc:docMk/>
            <pc:sldMk cId="2098737041" sldId="1262"/>
            <ac:spMk id="274" creationId="{25602E2A-87B6-D7FA-16D2-C5E92D9DD08B}"/>
          </ac:spMkLst>
        </pc:spChg>
      </pc:sldChg>
      <pc:sldChg chg="modSp mod">
        <pc:chgData name="Xin Xin" userId="9ff0c946-7f3c-4192-98c1-6be932ce2bce" providerId="ADAL" clId="{11423B0F-D71F-49B2-8801-6D73B0258955}" dt="2025-01-22T16:35:02.631" v="226" actId="14100"/>
        <pc:sldMkLst>
          <pc:docMk/>
          <pc:sldMk cId="405435075" sldId="1263"/>
        </pc:sldMkLst>
        <pc:spChg chg="mod">
          <ac:chgData name="Xin Xin" userId="9ff0c946-7f3c-4192-98c1-6be932ce2bce" providerId="ADAL" clId="{11423B0F-D71F-49B2-8801-6D73B0258955}" dt="2025-01-22T16:35:02.631" v="226" actId="14100"/>
          <ac:spMkLst>
            <pc:docMk/>
            <pc:sldMk cId="405435075" sldId="1263"/>
            <ac:spMk id="112" creationId="{832F8ECB-1FB7-EA6D-D5B8-257F2FC4F5D8}"/>
          </ac:spMkLst>
        </pc:spChg>
      </pc:sldChg>
      <pc:sldChg chg="modSp">
        <pc:chgData name="Xin Xin" userId="9ff0c946-7f3c-4192-98c1-6be932ce2bce" providerId="ADAL" clId="{11423B0F-D71F-49B2-8801-6D73B0258955}" dt="2025-01-22T16:31:34.168" v="225" actId="14100"/>
        <pc:sldMkLst>
          <pc:docMk/>
          <pc:sldMk cId="3471227378" sldId="1265"/>
        </pc:sldMkLst>
        <pc:spChg chg="mod">
          <ac:chgData name="Xin Xin" userId="9ff0c946-7f3c-4192-98c1-6be932ce2bce" providerId="ADAL" clId="{11423B0F-D71F-49B2-8801-6D73B0258955}" dt="2025-01-22T16:31:34.168" v="225" actId="14100"/>
          <ac:spMkLst>
            <pc:docMk/>
            <pc:sldMk cId="3471227378" sldId="1265"/>
            <ac:spMk id="241" creationId="{02F7F36F-C779-9D65-D0A3-6A65A8E93FB9}"/>
          </ac:spMkLst>
        </pc:spChg>
        <pc:spChg chg="mod">
          <ac:chgData name="Xin Xin" userId="9ff0c946-7f3c-4192-98c1-6be932ce2bce" providerId="ADAL" clId="{11423B0F-D71F-49B2-8801-6D73B0258955}" dt="2025-01-22T16:31:34.168" v="225" actId="14100"/>
          <ac:spMkLst>
            <pc:docMk/>
            <pc:sldMk cId="3471227378" sldId="1265"/>
            <ac:spMk id="242" creationId="{CD8FD2DC-45B5-FE8D-265B-6935F4766A01}"/>
          </ac:spMkLst>
        </pc:spChg>
        <pc:spChg chg="mod">
          <ac:chgData name="Xin Xin" userId="9ff0c946-7f3c-4192-98c1-6be932ce2bce" providerId="ADAL" clId="{11423B0F-D71F-49B2-8801-6D73B0258955}" dt="2025-01-22T16:31:34.168" v="225" actId="14100"/>
          <ac:spMkLst>
            <pc:docMk/>
            <pc:sldMk cId="3471227378" sldId="1265"/>
            <ac:spMk id="243" creationId="{11AEB81E-FDF7-6EE3-6CC1-FA85D4F7A9D8}"/>
          </ac:spMkLst>
        </pc:spChg>
        <pc:grpChg chg="mod">
          <ac:chgData name="Xin Xin" userId="9ff0c946-7f3c-4192-98c1-6be932ce2bce" providerId="ADAL" clId="{11423B0F-D71F-49B2-8801-6D73B0258955}" dt="2025-01-22T16:31:34.168" v="225" actId="14100"/>
          <ac:grpSpMkLst>
            <pc:docMk/>
            <pc:sldMk cId="3471227378" sldId="1265"/>
            <ac:grpSpMk id="240" creationId="{8A0F3DA0-43DD-2227-502F-F663E6EB01EC}"/>
          </ac:grpSpMkLst>
        </pc:grpChg>
      </pc:sldChg>
      <pc:sldChg chg="addSp modSp new mod modAnim">
        <pc:chgData name="Xin Xin" userId="9ff0c946-7f3c-4192-98c1-6be932ce2bce" providerId="ADAL" clId="{11423B0F-D71F-49B2-8801-6D73B0258955}" dt="2025-01-27T16:18:51.778" v="1025"/>
        <pc:sldMkLst>
          <pc:docMk/>
          <pc:sldMk cId="900481427" sldId="1267"/>
        </pc:sldMkLst>
        <pc:spChg chg="mod">
          <ac:chgData name="Xin Xin" userId="9ff0c946-7f3c-4192-98c1-6be932ce2bce" providerId="ADAL" clId="{11423B0F-D71F-49B2-8801-6D73B0258955}" dt="2025-01-27T14:36:34.532" v="488" actId="20577"/>
          <ac:spMkLst>
            <pc:docMk/>
            <pc:sldMk cId="900481427" sldId="1267"/>
            <ac:spMk id="2" creationId="{FD851970-46F5-C25B-7D23-915C30FF197A}"/>
          </ac:spMkLst>
        </pc:spChg>
        <pc:spChg chg="mod">
          <ac:chgData name="Xin Xin" userId="9ff0c946-7f3c-4192-98c1-6be932ce2bce" providerId="ADAL" clId="{11423B0F-D71F-49B2-8801-6D73B0258955}" dt="2025-01-27T14:25:27.570" v="250" actId="20577"/>
          <ac:spMkLst>
            <pc:docMk/>
            <pc:sldMk cId="900481427" sldId="1267"/>
            <ac:spMk id="3" creationId="{08C03CD4-BD65-6B46-5D7A-562A3E2DDC26}"/>
          </ac:spMkLst>
        </pc:spChg>
        <pc:picChg chg="add mod">
          <ac:chgData name="Xin Xin" userId="9ff0c946-7f3c-4192-98c1-6be932ce2bce" providerId="ADAL" clId="{11423B0F-D71F-49B2-8801-6D73B0258955}" dt="2025-01-27T14:30:16.850" v="410" actId="1076"/>
          <ac:picMkLst>
            <pc:docMk/>
            <pc:sldMk cId="900481427" sldId="1267"/>
            <ac:picMk id="5" creationId="{BB0E1F5D-4BE8-EC49-D9F8-4A6FF22A1CBE}"/>
          </ac:picMkLst>
        </pc:picChg>
      </pc:sldChg>
      <pc:sldChg chg="addSp delSp modSp new mod modAnim">
        <pc:chgData name="Xin Xin" userId="9ff0c946-7f3c-4192-98c1-6be932ce2bce" providerId="ADAL" clId="{11423B0F-D71F-49B2-8801-6D73B0258955}" dt="2025-01-27T16:22:17.596" v="1069" actId="20577"/>
        <pc:sldMkLst>
          <pc:docMk/>
          <pc:sldMk cId="97218505" sldId="1268"/>
        </pc:sldMkLst>
        <pc:spChg chg="del">
          <ac:chgData name="Xin Xin" userId="9ff0c946-7f3c-4192-98c1-6be932ce2bce" providerId="ADAL" clId="{11423B0F-D71F-49B2-8801-6D73B0258955}" dt="2025-01-27T15:03:16.094" v="493" actId="478"/>
          <ac:spMkLst>
            <pc:docMk/>
            <pc:sldMk cId="97218505" sldId="1268"/>
            <ac:spMk id="2" creationId="{7105D499-7D6E-72EB-9D05-5AF4A510A6AF}"/>
          </ac:spMkLst>
        </pc:spChg>
        <pc:spChg chg="del">
          <ac:chgData name="Xin Xin" userId="9ff0c946-7f3c-4192-98c1-6be932ce2bce" providerId="ADAL" clId="{11423B0F-D71F-49B2-8801-6D73B0258955}" dt="2025-01-27T15:03:17.924" v="494" actId="478"/>
          <ac:spMkLst>
            <pc:docMk/>
            <pc:sldMk cId="97218505" sldId="1268"/>
            <ac:spMk id="3" creationId="{6B235ECF-1DC5-ABBD-89A8-049002D70A68}"/>
          </ac:spMkLst>
        </pc:spChg>
        <pc:spChg chg="add mod">
          <ac:chgData name="Xin Xin" userId="9ff0c946-7f3c-4192-98c1-6be932ce2bce" providerId="ADAL" clId="{11423B0F-D71F-49B2-8801-6D73B0258955}" dt="2025-01-27T16:22:17.596" v="1069" actId="20577"/>
          <ac:spMkLst>
            <pc:docMk/>
            <pc:sldMk cId="97218505" sldId="1268"/>
            <ac:spMk id="7" creationId="{0C12A890-FFFB-73A4-7BE0-1F398EB5E822}"/>
          </ac:spMkLst>
        </pc:spChg>
        <pc:spChg chg="add mod">
          <ac:chgData name="Xin Xin" userId="9ff0c946-7f3c-4192-98c1-6be932ce2bce" providerId="ADAL" clId="{11423B0F-D71F-49B2-8801-6D73B0258955}" dt="2025-01-27T15:03:21.689" v="495"/>
          <ac:spMkLst>
            <pc:docMk/>
            <pc:sldMk cId="97218505" sldId="1268"/>
            <ac:spMk id="8" creationId="{8EB5AF39-56C1-353C-7BA9-6DC0FBD36BDC}"/>
          </ac:spMkLst>
        </pc:spChg>
        <pc:spChg chg="add mod">
          <ac:chgData name="Xin Xin" userId="9ff0c946-7f3c-4192-98c1-6be932ce2bce" providerId="ADAL" clId="{11423B0F-D71F-49B2-8801-6D73B0258955}" dt="2025-01-27T15:03:21.689" v="495"/>
          <ac:spMkLst>
            <pc:docMk/>
            <pc:sldMk cId="97218505" sldId="1268"/>
            <ac:spMk id="9" creationId="{D959F6F5-E3EF-F879-FF0A-E59F123BBC76}"/>
          </ac:spMkLst>
        </pc:spChg>
        <pc:picChg chg="add mod modCrop">
          <ac:chgData name="Xin Xin" userId="9ff0c946-7f3c-4192-98c1-6be932ce2bce" providerId="ADAL" clId="{11423B0F-D71F-49B2-8801-6D73B0258955}" dt="2025-01-27T16:20:23.070" v="1045" actId="1076"/>
          <ac:picMkLst>
            <pc:docMk/>
            <pc:sldMk cId="97218505" sldId="1268"/>
            <ac:picMk id="2" creationId="{BDC15C34-63E5-24CD-7A28-587181C43730}"/>
          </ac:picMkLst>
        </pc:picChg>
        <pc:picChg chg="add mod modCrop">
          <ac:chgData name="Xin Xin" userId="9ff0c946-7f3c-4192-98c1-6be932ce2bce" providerId="ADAL" clId="{11423B0F-D71F-49B2-8801-6D73B0258955}" dt="2025-01-27T16:20:22.057" v="1044" actId="1076"/>
          <ac:picMkLst>
            <pc:docMk/>
            <pc:sldMk cId="97218505" sldId="1268"/>
            <ac:picMk id="6" creationId="{F7990394-A1E7-CD9A-8A75-A82C33FFE132}"/>
          </ac:picMkLst>
        </pc:picChg>
        <pc:picChg chg="add del mod">
          <ac:chgData name="Xin Xin" userId="9ff0c946-7f3c-4192-98c1-6be932ce2bce" providerId="ADAL" clId="{11423B0F-D71F-49B2-8801-6D73B0258955}" dt="2025-01-27T15:03:24.295" v="496" actId="478"/>
          <ac:picMkLst>
            <pc:docMk/>
            <pc:sldMk cId="97218505" sldId="1268"/>
            <ac:picMk id="10" creationId="{CB6FFEC5-F651-D5CE-D276-0BBEA8916652}"/>
          </ac:picMkLst>
        </pc:picChg>
      </pc:sldChg>
      <pc:sldChg chg="addSp delSp modSp add mod">
        <pc:chgData name="Xin Xin" userId="9ff0c946-7f3c-4192-98c1-6be932ce2bce" providerId="ADAL" clId="{11423B0F-D71F-49B2-8801-6D73B0258955}" dt="2025-01-27T16:20:46.694" v="1048"/>
        <pc:sldMkLst>
          <pc:docMk/>
          <pc:sldMk cId="373959725" sldId="1269"/>
        </pc:sldMkLst>
        <pc:spChg chg="mod">
          <ac:chgData name="Xin Xin" userId="9ff0c946-7f3c-4192-98c1-6be932ce2bce" providerId="ADAL" clId="{11423B0F-D71F-49B2-8801-6D73B0258955}" dt="2025-01-27T16:19:32.486" v="1031" actId="20577"/>
          <ac:spMkLst>
            <pc:docMk/>
            <pc:sldMk cId="373959725" sldId="1269"/>
            <ac:spMk id="2" creationId="{128DE432-5D03-51CB-1AF1-C6EE4E9AB427}"/>
          </ac:spMkLst>
        </pc:spChg>
        <pc:picChg chg="del">
          <ac:chgData name="Xin Xin" userId="9ff0c946-7f3c-4192-98c1-6be932ce2bce" providerId="ADAL" clId="{11423B0F-D71F-49B2-8801-6D73B0258955}" dt="2025-01-27T16:19:36.092" v="1032" actId="478"/>
          <ac:picMkLst>
            <pc:docMk/>
            <pc:sldMk cId="373959725" sldId="1269"/>
            <ac:picMk id="5" creationId="{CF65AAB8-40EC-B9AD-C122-4DDE3AC33643}"/>
          </ac:picMkLst>
        </pc:picChg>
        <pc:picChg chg="add mod">
          <ac:chgData name="Xin Xin" userId="9ff0c946-7f3c-4192-98c1-6be932ce2bce" providerId="ADAL" clId="{11423B0F-D71F-49B2-8801-6D73B0258955}" dt="2025-01-27T16:20:46.694" v="1048"/>
          <ac:picMkLst>
            <pc:docMk/>
            <pc:sldMk cId="373959725" sldId="1269"/>
            <ac:picMk id="6" creationId="{B896B305-E29D-2722-262E-1F26DDD15B10}"/>
          </ac:picMkLst>
        </pc:picChg>
      </pc:sldChg>
      <pc:sldChg chg="add modAnim">
        <pc:chgData name="Xin Xin" userId="9ff0c946-7f3c-4192-98c1-6be932ce2bce" providerId="ADAL" clId="{11423B0F-D71F-49B2-8801-6D73B0258955}" dt="2025-01-27T16:20:35.984" v="1047"/>
        <pc:sldMkLst>
          <pc:docMk/>
          <pc:sldMk cId="4025248213" sldId="1270"/>
        </pc:sldMkLst>
      </pc:sldChg>
    </pc:docChg>
  </pc:docChgLst>
  <pc:docChgLst>
    <pc:chgData name="Xin Xin" userId="9ff0c946-7f3c-4192-98c1-6be932ce2bce" providerId="ADAL" clId="{074D74E3-636C-4AD1-96C4-747270E8523C}"/>
    <pc:docChg chg="modSld">
      <pc:chgData name="Xin Xin" userId="9ff0c946-7f3c-4192-98c1-6be932ce2bce" providerId="ADAL" clId="{074D74E3-636C-4AD1-96C4-747270E8523C}" dt="2024-01-09T16:54:56.967" v="21" actId="20577"/>
      <pc:docMkLst>
        <pc:docMk/>
      </pc:docMkLst>
      <pc:sldChg chg="modSp mod">
        <pc:chgData name="Xin Xin" userId="9ff0c946-7f3c-4192-98c1-6be932ce2bce" providerId="ADAL" clId="{074D74E3-636C-4AD1-96C4-747270E8523C}" dt="2024-01-09T16:54:56.967" v="21" actId="20577"/>
        <pc:sldMkLst>
          <pc:docMk/>
          <pc:sldMk cId="962814019" sldId="561"/>
        </pc:sldMkLst>
      </pc:sldChg>
    </pc:docChg>
  </pc:docChgLst>
  <pc:docChgLst>
    <pc:chgData name="Xin Xin" userId="9ff0c946-7f3c-4192-98c1-6be932ce2bce" providerId="ADAL" clId="{EC370BB4-30E8-4AD9-890D-521920E8CA56}"/>
    <pc:docChg chg="undo redo custSel addSld delSld modSld sldOrd delMainMaster modMainMaster modNotesMaster">
      <pc:chgData name="Xin Xin" userId="9ff0c946-7f3c-4192-98c1-6be932ce2bce" providerId="ADAL" clId="{EC370BB4-30E8-4AD9-890D-521920E8CA56}" dt="2024-01-09T16:38:14.567" v="3218" actId="20577"/>
      <pc:docMkLst>
        <pc:docMk/>
      </pc:docMkLst>
      <pc:sldChg chg="addSp modSp mod modNotes">
        <pc:chgData name="Xin Xin" userId="9ff0c946-7f3c-4192-98c1-6be932ce2bce" providerId="ADAL" clId="{EC370BB4-30E8-4AD9-890D-521920E8CA56}" dt="2024-01-09T06:04:11.529" v="3169" actId="1076"/>
        <pc:sldMkLst>
          <pc:docMk/>
          <pc:sldMk cId="739737434" sldId="256"/>
        </pc:sldMkLst>
      </pc:sldChg>
      <pc:sldChg chg="addSp delSp modSp mod modNotes modNotesTx">
        <pc:chgData name="Xin Xin" userId="9ff0c946-7f3c-4192-98c1-6be932ce2bce" providerId="ADAL" clId="{EC370BB4-30E8-4AD9-890D-521920E8CA56}" dt="2024-01-09T16:38:08.626" v="3215" actId="21"/>
        <pc:sldMkLst>
          <pc:docMk/>
          <pc:sldMk cId="1954766533" sldId="257"/>
        </pc:sldMkLst>
      </pc:sldChg>
      <pc:sldChg chg="modSp del mod modNotes">
        <pc:chgData name="Xin Xin" userId="9ff0c946-7f3c-4192-98c1-6be932ce2bce" providerId="ADAL" clId="{EC370BB4-30E8-4AD9-890D-521920E8CA56}" dt="2024-01-08T07:21:24.237" v="1712" actId="47"/>
        <pc:sldMkLst>
          <pc:docMk/>
          <pc:sldMk cId="3664760038" sldId="547"/>
        </pc:sldMkLst>
      </pc:sldChg>
      <pc:sldChg chg="modSp add del mod">
        <pc:chgData name="Xin Xin" userId="9ff0c946-7f3c-4192-98c1-6be932ce2bce" providerId="ADAL" clId="{EC370BB4-30E8-4AD9-890D-521920E8CA56}" dt="2024-01-08T07:22:44.087" v="1769" actId="47"/>
        <pc:sldMkLst>
          <pc:docMk/>
          <pc:sldMk cId="255336568" sldId="548"/>
        </pc:sldMkLst>
      </pc:sldChg>
      <pc:sldChg chg="modSp del mod">
        <pc:chgData name="Xin Xin" userId="9ff0c946-7f3c-4192-98c1-6be932ce2bce" providerId="ADAL" clId="{EC370BB4-30E8-4AD9-890D-521920E8CA56}" dt="2024-01-08T07:21:57.517" v="1718" actId="47"/>
        <pc:sldMkLst>
          <pc:docMk/>
          <pc:sldMk cId="2247533387" sldId="549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631818884" sldId="550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3166788806" sldId="551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680557119" sldId="552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358710918" sldId="553"/>
        </pc:sldMkLst>
      </pc:sldChg>
      <pc:sldChg chg="addSp delSp modSp add del mod setBg">
        <pc:chgData name="Xin Xin" userId="9ff0c946-7f3c-4192-98c1-6be932ce2bce" providerId="ADAL" clId="{EC370BB4-30E8-4AD9-890D-521920E8CA56}" dt="2024-01-08T05:49:11.396" v="239" actId="47"/>
        <pc:sldMkLst>
          <pc:docMk/>
          <pc:sldMk cId="1799074194" sldId="554"/>
        </pc:sldMkLst>
      </pc:sldChg>
      <pc:sldChg chg="addSp delSp modSp mod modNotes modNotesTx">
        <pc:chgData name="Xin Xin" userId="9ff0c946-7f3c-4192-98c1-6be932ce2bce" providerId="ADAL" clId="{EC370BB4-30E8-4AD9-890D-521920E8CA56}" dt="2024-01-08T10:06:54.621" v="2701" actId="20577"/>
        <pc:sldMkLst>
          <pc:docMk/>
          <pc:sldMk cId="1500498090" sldId="555"/>
        </pc:sldMkLst>
      </pc:sldChg>
      <pc:sldChg chg="addSp delSp modSp mod modNotes modNotesTx">
        <pc:chgData name="Xin Xin" userId="9ff0c946-7f3c-4192-98c1-6be932ce2bce" providerId="ADAL" clId="{EC370BB4-30E8-4AD9-890D-521920E8CA56}" dt="2024-01-08T09:38:30.108" v="2676" actId="6549"/>
        <pc:sldMkLst>
          <pc:docMk/>
          <pc:sldMk cId="2191399085" sldId="556"/>
        </pc:sldMkLst>
      </pc:sldChg>
      <pc:sldChg chg="addSp delSp modSp mod setBg">
        <pc:chgData name="Xin Xin" userId="9ff0c946-7f3c-4192-98c1-6be932ce2bce" providerId="ADAL" clId="{EC370BB4-30E8-4AD9-890D-521920E8CA56}" dt="2024-01-08T09:09:41.385" v="2427" actId="554"/>
        <pc:sldMkLst>
          <pc:docMk/>
          <pc:sldMk cId="374124833" sldId="557"/>
        </pc:sldMkLst>
      </pc:sldChg>
      <pc:sldChg chg="addSp delSp modSp mod modAnim">
        <pc:chgData name="Xin Xin" userId="9ff0c946-7f3c-4192-98c1-6be932ce2bce" providerId="ADAL" clId="{EC370BB4-30E8-4AD9-890D-521920E8CA56}" dt="2024-01-08T07:28:05.140" v="1937" actId="1076"/>
        <pc:sldMkLst>
          <pc:docMk/>
          <pc:sldMk cId="1975299436" sldId="558"/>
        </pc:sldMkLst>
      </pc:sldChg>
      <pc:sldChg chg="modSp del mod modNotes">
        <pc:chgData name="Xin Xin" userId="9ff0c946-7f3c-4192-98c1-6be932ce2bce" providerId="ADAL" clId="{EC370BB4-30E8-4AD9-890D-521920E8CA56}" dt="2024-01-08T07:21:26.022" v="1713" actId="47"/>
        <pc:sldMkLst>
          <pc:docMk/>
          <pc:sldMk cId="1632253196" sldId="559"/>
        </pc:sldMkLst>
      </pc:sldChg>
      <pc:sldChg chg="modSp del mod">
        <pc:chgData name="Xin Xin" userId="9ff0c946-7f3c-4192-98c1-6be932ce2bce" providerId="ADAL" clId="{EC370BB4-30E8-4AD9-890D-521920E8CA56}" dt="2024-01-08T14:42:33.598" v="3088" actId="47"/>
        <pc:sldMkLst>
          <pc:docMk/>
          <pc:sldMk cId="886653827" sldId="560"/>
        </pc:sldMkLst>
      </pc:sldChg>
      <pc:sldChg chg="modSp new mod">
        <pc:chgData name="Xin Xin" userId="9ff0c946-7f3c-4192-98c1-6be932ce2bce" providerId="ADAL" clId="{EC370BB4-30E8-4AD9-890D-521920E8CA56}" dt="2024-01-08T10:31:03.105" v="2711"/>
        <pc:sldMkLst>
          <pc:docMk/>
          <pc:sldMk cId="962814019" sldId="561"/>
        </pc:sldMkLst>
      </pc:sldChg>
      <pc:sldChg chg="addSp delSp modSp add mod">
        <pc:chgData name="Xin Xin" userId="9ff0c946-7f3c-4192-98c1-6be932ce2bce" providerId="ADAL" clId="{EC370BB4-30E8-4AD9-890D-521920E8CA56}" dt="2024-01-08T06:24:12.033" v="871" actId="478"/>
        <pc:sldMkLst>
          <pc:docMk/>
          <pc:sldMk cId="548847966" sldId="562"/>
        </pc:sldMkLst>
      </pc:sldChg>
      <pc:sldChg chg="addSp modSp add mod">
        <pc:chgData name="Xin Xin" userId="9ff0c946-7f3c-4192-98c1-6be932ce2bce" providerId="ADAL" clId="{EC370BB4-30E8-4AD9-890D-521920E8CA56}" dt="2024-01-08T06:29:11.119" v="931" actId="14100"/>
        <pc:sldMkLst>
          <pc:docMk/>
          <pc:sldMk cId="3086478133" sldId="563"/>
        </pc:sldMkLst>
      </pc:sldChg>
      <pc:sldChg chg="addSp delSp modSp add mod modNotesTx">
        <pc:chgData name="Xin Xin" userId="9ff0c946-7f3c-4192-98c1-6be932ce2bce" providerId="ADAL" clId="{EC370BB4-30E8-4AD9-890D-521920E8CA56}" dt="2024-01-09T16:38:14.567" v="3218" actId="20577"/>
        <pc:sldMkLst>
          <pc:docMk/>
          <pc:sldMk cId="1864819173" sldId="564"/>
        </pc:sldMkLst>
      </pc:sldChg>
      <pc:sldChg chg="addSp delSp modSp add mod modNotesTx">
        <pc:chgData name="Xin Xin" userId="9ff0c946-7f3c-4192-98c1-6be932ce2bce" providerId="ADAL" clId="{EC370BB4-30E8-4AD9-890D-521920E8CA56}" dt="2024-01-08T09:38:45.145" v="2679" actId="6549"/>
        <pc:sldMkLst>
          <pc:docMk/>
          <pc:sldMk cId="4285583163" sldId="565"/>
        </pc:sldMkLst>
      </pc:sldChg>
      <pc:sldChg chg="new del">
        <pc:chgData name="Xin Xin" userId="9ff0c946-7f3c-4192-98c1-6be932ce2bce" providerId="ADAL" clId="{EC370BB4-30E8-4AD9-890D-521920E8CA56}" dt="2024-01-08T14:42:34.228" v="3089" actId="47"/>
        <pc:sldMkLst>
          <pc:docMk/>
          <pc:sldMk cId="1442343595" sldId="566"/>
        </pc:sldMkLst>
      </pc:sldChg>
      <pc:sldChg chg="modSp add del mod">
        <pc:chgData name="Xin Xin" userId="9ff0c946-7f3c-4192-98c1-6be932ce2bce" providerId="ADAL" clId="{EC370BB4-30E8-4AD9-890D-521920E8CA56}" dt="2024-01-08T07:25:40.919" v="1922" actId="47"/>
        <pc:sldMkLst>
          <pc:docMk/>
          <pc:sldMk cId="4215190468" sldId="956"/>
        </pc:sldMkLst>
      </pc:sldChg>
      <pc:sldChg chg="modSp add del mod">
        <pc:chgData name="Xin Xin" userId="9ff0c946-7f3c-4192-98c1-6be932ce2bce" providerId="ADAL" clId="{EC370BB4-30E8-4AD9-890D-521920E8CA56}" dt="2024-01-08T07:27:11.013" v="1931" actId="47"/>
        <pc:sldMkLst>
          <pc:docMk/>
          <pc:sldMk cId="2692581944" sldId="957"/>
        </pc:sldMkLst>
      </pc:sldChg>
      <pc:sldChg chg="modSp add del mod">
        <pc:chgData name="Xin Xin" userId="9ff0c946-7f3c-4192-98c1-6be932ce2bce" providerId="ADAL" clId="{EC370BB4-30E8-4AD9-890D-521920E8CA56}" dt="2024-01-08T07:27:19.684" v="1932" actId="47"/>
        <pc:sldMkLst>
          <pc:docMk/>
          <pc:sldMk cId="533023549" sldId="958"/>
        </pc:sldMkLst>
      </pc:sldChg>
      <pc:sldChg chg="modSp add del mod ord">
        <pc:chgData name="Xin Xin" userId="9ff0c946-7f3c-4192-98c1-6be932ce2bce" providerId="ADAL" clId="{EC370BB4-30E8-4AD9-890D-521920E8CA56}" dt="2024-01-08T14:42:31.718" v="3087" actId="47"/>
        <pc:sldMkLst>
          <pc:docMk/>
          <pc:sldMk cId="178774210" sldId="959"/>
        </pc:sldMkLst>
      </pc:sldChg>
      <pc:sldChg chg="modSp add del mod">
        <pc:chgData name="Xin Xin" userId="9ff0c946-7f3c-4192-98c1-6be932ce2bce" providerId="ADAL" clId="{EC370BB4-30E8-4AD9-890D-521920E8CA56}" dt="2024-01-08T07:31:26.416" v="1963" actId="47"/>
        <pc:sldMkLst>
          <pc:docMk/>
          <pc:sldMk cId="2955511339" sldId="961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609794141" sldId="962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1958923006" sldId="963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933442144" sldId="964"/>
        </pc:sldMkLst>
      </pc:sldChg>
      <pc:sldChg chg="modSp add mod modAnim">
        <pc:chgData name="Xin Xin" userId="9ff0c946-7f3c-4192-98c1-6be932ce2bce" providerId="ADAL" clId="{EC370BB4-30E8-4AD9-890D-521920E8CA56}" dt="2024-01-08T14:40:14.505" v="3080" actId="20577"/>
        <pc:sldMkLst>
          <pc:docMk/>
          <pc:sldMk cId="1246861303" sldId="965"/>
        </pc:sldMkLst>
      </pc:sldChg>
      <pc:sldChg chg="modSp add del">
        <pc:chgData name="Xin Xin" userId="9ff0c946-7f3c-4192-98c1-6be932ce2bce" providerId="ADAL" clId="{EC370BB4-30E8-4AD9-890D-521920E8CA56}" dt="2024-01-08T07:32:25.295" v="1965" actId="2696"/>
        <pc:sldMkLst>
          <pc:docMk/>
          <pc:sldMk cId="4133981228" sldId="965"/>
        </pc:sldMkLst>
      </pc:sldChg>
      <pc:sldChg chg="modSp add mod">
        <pc:chgData name="Xin Xin" userId="9ff0c946-7f3c-4192-98c1-6be932ce2bce" providerId="ADAL" clId="{EC370BB4-30E8-4AD9-890D-521920E8CA56}" dt="2024-01-08T09:40:37.055" v="2690" actId="14100"/>
        <pc:sldMkLst>
          <pc:docMk/>
          <pc:sldMk cId="107693820" sldId="966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647693326" sldId="966"/>
        </pc:sldMkLst>
      </pc:sldChg>
      <pc:sldChg chg="modSp add mod">
        <pc:chgData name="Xin Xin" userId="9ff0c946-7f3c-4192-98c1-6be932ce2bce" providerId="ADAL" clId="{EC370BB4-30E8-4AD9-890D-521920E8CA56}" dt="2024-01-08T07:32:28.388" v="1968" actId="27636"/>
        <pc:sldMkLst>
          <pc:docMk/>
          <pc:sldMk cId="1160441430" sldId="967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446553518" sldId="96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251227092" sldId="96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154648514" sldId="96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346501482" sldId="97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767517223" sldId="97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067777870" sldId="97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686971569" sldId="97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76902241" sldId="97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86875326" sldId="97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008086356" sldId="97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227531169" sldId="97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261154658" sldId="98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389753227" sldId="981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688356377" sldId="982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98388145" sldId="98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403095897" sldId="98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192521579" sldId="98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997576614" sldId="98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188746582" sldId="98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747047901" sldId="988"/>
        </pc:sldMkLst>
      </pc:sldChg>
      <pc:sldChg chg="addSp delSp modSp new add del mod">
        <pc:chgData name="Xin Xin" userId="9ff0c946-7f3c-4192-98c1-6be932ce2bce" providerId="ADAL" clId="{EC370BB4-30E8-4AD9-890D-521920E8CA56}" dt="2024-01-09T05:48:44.643" v="3158" actId="5793"/>
        <pc:sldMkLst>
          <pc:docMk/>
          <pc:sldMk cId="3052515236" sldId="989"/>
        </pc:sldMkLst>
      </pc:sldChg>
      <pc:sldChg chg="addSp delSp modSp add mod modAnim">
        <pc:chgData name="Xin Xin" userId="9ff0c946-7f3c-4192-98c1-6be932ce2bce" providerId="ADAL" clId="{EC370BB4-30E8-4AD9-890D-521920E8CA56}" dt="2024-01-08T07:31:18.893" v="1962"/>
        <pc:sldMkLst>
          <pc:docMk/>
          <pc:sldMk cId="2964609195" sldId="990"/>
        </pc:sldMkLst>
      </pc:sldChg>
      <pc:sldChg chg="modSp new del mod ord">
        <pc:chgData name="Xin Xin" userId="9ff0c946-7f3c-4192-98c1-6be932ce2bce" providerId="ADAL" clId="{EC370BB4-30E8-4AD9-890D-521920E8CA56}" dt="2024-01-08T14:42:35.678" v="3090" actId="47"/>
        <pc:sldMkLst>
          <pc:docMk/>
          <pc:sldMk cId="2746704462" sldId="991"/>
        </pc:sldMkLst>
      </pc:sldChg>
      <pc:sldChg chg="addSp delSp modSp add mod">
        <pc:chgData name="Xin Xin" userId="9ff0c946-7f3c-4192-98c1-6be932ce2bce" providerId="ADAL" clId="{EC370BB4-30E8-4AD9-890D-521920E8CA56}" dt="2024-01-08T09:33:30.974" v="2674" actId="1076"/>
        <pc:sldMkLst>
          <pc:docMk/>
          <pc:sldMk cId="2423250723" sldId="992"/>
        </pc:sldMkLst>
      </pc:sldChg>
      <pc:sldChg chg="addSp delSp add del setBg delDesignElem">
        <pc:chgData name="Xin Xin" userId="9ff0c946-7f3c-4192-98c1-6be932ce2bce" providerId="ADAL" clId="{EC370BB4-30E8-4AD9-890D-521920E8CA56}" dt="2024-01-08T09:09:54.362" v="2430"/>
        <pc:sldMkLst>
          <pc:docMk/>
          <pc:sldMk cId="3879548416" sldId="992"/>
        </pc:sldMkLst>
      </pc:sldChg>
      <pc:sldChg chg="addSp delSp modSp add del mod modAnim">
        <pc:chgData name="Xin Xin" userId="9ff0c946-7f3c-4192-98c1-6be932ce2bce" providerId="ADAL" clId="{EC370BB4-30E8-4AD9-890D-521920E8CA56}" dt="2024-01-08T14:35:34.723" v="2939" actId="47"/>
        <pc:sldMkLst>
          <pc:docMk/>
          <pc:sldMk cId="2796890472" sldId="993"/>
        </pc:sldMkLst>
      </pc:sldChg>
      <pc:sldChg chg="modSp add mod">
        <pc:chgData name="Xin Xin" userId="9ff0c946-7f3c-4192-98c1-6be932ce2bce" providerId="ADAL" clId="{EC370BB4-30E8-4AD9-890D-521920E8CA56}" dt="2024-01-08T14:41:08.409" v="3086" actId="20577"/>
        <pc:sldMkLst>
          <pc:docMk/>
          <pc:sldMk cId="1538176317" sldId="994"/>
        </pc:sldMkLst>
      </pc:sldChg>
      <pc:sldChg chg="modSp add del mod">
        <pc:chgData name="Xin Xin" userId="9ff0c946-7f3c-4192-98c1-6be932ce2bce" providerId="ADAL" clId="{EC370BB4-30E8-4AD9-890D-521920E8CA56}" dt="2024-01-08T14:30:55.789" v="2908" actId="47"/>
        <pc:sldMkLst>
          <pc:docMk/>
          <pc:sldMk cId="2980347387" sldId="995"/>
        </pc:sldMkLst>
      </pc:sldChg>
      <pc:sldChg chg="modSp add del mod">
        <pc:chgData name="Xin Xin" userId="9ff0c946-7f3c-4192-98c1-6be932ce2bce" providerId="ADAL" clId="{EC370BB4-30E8-4AD9-890D-521920E8CA56}" dt="2024-01-08T14:30:00.749" v="2905" actId="47"/>
        <pc:sldMkLst>
          <pc:docMk/>
          <pc:sldMk cId="2535701466" sldId="996"/>
        </pc:sldMkLst>
      </pc:sldChg>
      <pc:sldChg chg="delSp modSp add del mod ord">
        <pc:chgData name="Xin Xin" userId="9ff0c946-7f3c-4192-98c1-6be932ce2bce" providerId="ADAL" clId="{EC370BB4-30E8-4AD9-890D-521920E8CA56}" dt="2024-01-08T14:28:42.526" v="2892" actId="47"/>
        <pc:sldMkLst>
          <pc:docMk/>
          <pc:sldMk cId="2468515756" sldId="997"/>
        </pc:sldMkLst>
      </pc:sldChg>
      <pc:sldChg chg="delSp modSp add del mod modAnim">
        <pc:chgData name="Xin Xin" userId="9ff0c946-7f3c-4192-98c1-6be932ce2bce" providerId="ADAL" clId="{EC370BB4-30E8-4AD9-890D-521920E8CA56}" dt="2024-01-08T14:34:49.742" v="2932" actId="47"/>
        <pc:sldMkLst>
          <pc:docMk/>
          <pc:sldMk cId="344159879" sldId="998"/>
        </pc:sldMkLst>
      </pc:sldChg>
      <pc:sldChg chg="modSp add del mod">
        <pc:chgData name="Xin Xin" userId="9ff0c946-7f3c-4192-98c1-6be932ce2bce" providerId="ADAL" clId="{EC370BB4-30E8-4AD9-890D-521920E8CA56}" dt="2024-01-08T14:32:57.967" v="2914" actId="47"/>
        <pc:sldMkLst>
          <pc:docMk/>
          <pc:sldMk cId="1934115457" sldId="999"/>
        </pc:sldMkLst>
      </pc:sldChg>
      <pc:sldChg chg="delSp modSp add del mod">
        <pc:chgData name="Xin Xin" userId="9ff0c946-7f3c-4192-98c1-6be932ce2bce" providerId="ADAL" clId="{EC370BB4-30E8-4AD9-890D-521920E8CA56}" dt="2024-01-08T14:33:32.339" v="2918" actId="47"/>
        <pc:sldMkLst>
          <pc:docMk/>
          <pc:sldMk cId="103550941" sldId="1000"/>
        </pc:sldMkLst>
      </pc:sldChg>
      <pc:sldChg chg="delSp modSp add del mod ord modAnim">
        <pc:chgData name="Xin Xin" userId="9ff0c946-7f3c-4192-98c1-6be932ce2bce" providerId="ADAL" clId="{EC370BB4-30E8-4AD9-890D-521920E8CA56}" dt="2024-01-08T14:36:05.741" v="2947" actId="47"/>
        <pc:sldMkLst>
          <pc:docMk/>
          <pc:sldMk cId="1440061282" sldId="1001"/>
        </pc:sldMkLst>
      </pc:sldChg>
      <pc:sldChg chg="addSp delSp modSp new mod">
        <pc:chgData name="Xin Xin" userId="9ff0c946-7f3c-4192-98c1-6be932ce2bce" providerId="ADAL" clId="{EC370BB4-30E8-4AD9-890D-521920E8CA56}" dt="2024-01-08T14:28:33.969" v="2890" actId="1076"/>
        <pc:sldMkLst>
          <pc:docMk/>
          <pc:sldMk cId="3692251944" sldId="1002"/>
        </pc:sldMkLst>
      </pc:sldChg>
      <pc:sldChg chg="addSp delSp modSp add mod">
        <pc:chgData name="Xin Xin" userId="9ff0c946-7f3c-4192-98c1-6be932ce2bce" providerId="ADAL" clId="{EC370BB4-30E8-4AD9-890D-521920E8CA56}" dt="2024-01-08T14:29:52.802" v="2904" actId="1036"/>
        <pc:sldMkLst>
          <pc:docMk/>
          <pc:sldMk cId="1399360419" sldId="1003"/>
        </pc:sldMkLst>
      </pc:sldChg>
      <pc:sldChg chg="addSp delSp modSp add mod modAnim">
        <pc:chgData name="Xin Xin" userId="9ff0c946-7f3c-4192-98c1-6be932ce2bce" providerId="ADAL" clId="{EC370BB4-30E8-4AD9-890D-521920E8CA56}" dt="2024-01-08T14:33:03.364" v="2915"/>
        <pc:sldMkLst>
          <pc:docMk/>
          <pc:sldMk cId="1024578609" sldId="1004"/>
        </pc:sldMkLst>
      </pc:sldChg>
      <pc:sldChg chg="addSp delSp modSp add mod">
        <pc:chgData name="Xin Xin" userId="9ff0c946-7f3c-4192-98c1-6be932ce2bce" providerId="ADAL" clId="{EC370BB4-30E8-4AD9-890D-521920E8CA56}" dt="2024-01-08T14:33:46.135" v="2921" actId="1076"/>
        <pc:sldMkLst>
          <pc:docMk/>
          <pc:sldMk cId="647430869" sldId="1005"/>
        </pc:sldMkLst>
      </pc:sldChg>
      <pc:sldChg chg="addSp delSp modSp add mod ord modAnim">
        <pc:chgData name="Xin Xin" userId="9ff0c946-7f3c-4192-98c1-6be932ce2bce" providerId="ADAL" clId="{EC370BB4-30E8-4AD9-890D-521920E8CA56}" dt="2024-01-08T14:34:46.976" v="2931"/>
        <pc:sldMkLst>
          <pc:docMk/>
          <pc:sldMk cId="1030716104" sldId="1006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117008380" sldId="1007"/>
        </pc:sldMkLst>
      </pc:sldChg>
      <pc:sldChg chg="modSp add mod">
        <pc:chgData name="Xin Xin" userId="9ff0c946-7f3c-4192-98c1-6be932ce2bce" providerId="ADAL" clId="{EC370BB4-30E8-4AD9-890D-521920E8CA56}" dt="2024-01-08T14:36:41.487" v="2951"/>
        <pc:sldMkLst>
          <pc:docMk/>
          <pc:sldMk cId="3223531500" sldId="1007"/>
        </pc:sldMkLst>
      </pc:sldChg>
      <pc:sldChg chg="modSp add mod ord">
        <pc:chgData name="Xin Xin" userId="9ff0c946-7f3c-4192-98c1-6be932ce2bce" providerId="ADAL" clId="{EC370BB4-30E8-4AD9-890D-521920E8CA56}" dt="2024-01-08T14:36:56.759" v="2955"/>
        <pc:sldMkLst>
          <pc:docMk/>
          <pc:sldMk cId="2424516981" sldId="1008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444685122" sldId="1008"/>
        </pc:sldMkLst>
      </pc:sldChg>
      <pc:sldMasterChg chg="modSp modSldLayout">
        <pc:chgData name="Xin Xin" userId="9ff0c946-7f3c-4192-98c1-6be932ce2bce" providerId="ADAL" clId="{EC370BB4-30E8-4AD9-890D-521920E8CA56}" dt="2024-01-08T05:34:48.496" v="11"/>
        <pc:sldMasterMkLst>
          <pc:docMk/>
          <pc:sldMasterMk cId="1688907420" sldId="2147483839"/>
        </pc:sldMasterMkLst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0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1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2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3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4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7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8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50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28.584" v="0"/>
        <pc:sldMasterMkLst>
          <pc:docMk/>
          <pc:sldMasterMk cId="637128036" sldId="2147483851"/>
        </pc:sldMasterMkLst>
        <pc:sldLayoutChg chg="addSp">
          <pc:chgData name="Xin Xin" userId="9ff0c946-7f3c-4192-98c1-6be932ce2bce" providerId="ADAL" clId="{EC370BB4-30E8-4AD9-890D-521920E8CA56}" dt="2024-01-08T05:34:28.584" v="0"/>
          <pc:sldLayoutMkLst>
            <pc:docMk/>
            <pc:sldMasterMk cId="637128036" sldId="2147483851"/>
            <pc:sldLayoutMk cId="1701856736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40.913" v="7"/>
        <pc:sldMasterMkLst>
          <pc:docMk/>
          <pc:sldMasterMk cId="1195836270" sldId="2147483851"/>
        </pc:sldMasterMkLst>
        <pc:sldLayoutChg chg="addSp">
          <pc:chgData name="Xin Xin" userId="9ff0c946-7f3c-4192-98c1-6be932ce2bce" providerId="ADAL" clId="{EC370BB4-30E8-4AD9-890D-521920E8CA56}" dt="2024-01-08T05:34:40.913" v="7"/>
          <pc:sldLayoutMkLst>
            <pc:docMk/>
            <pc:sldMasterMk cId="1195836270" sldId="2147483851"/>
            <pc:sldLayoutMk cId="3481299259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6:31:03.338" v="943" actId="14100"/>
        <pc:sldMasterMkLst>
          <pc:docMk/>
          <pc:sldMasterMk cId="3304735552" sldId="2147483851"/>
        </pc:sldMasterMkLst>
        <pc:sldLayoutChg chg="addSp modSp mod">
          <pc:chgData name="Xin Xin" userId="9ff0c946-7f3c-4192-98c1-6be932ce2bce" providerId="ADAL" clId="{EC370BB4-30E8-4AD9-890D-521920E8CA56}" dt="2024-01-08T06:31:03.338" v="943" actId="14100"/>
          <pc:sldLayoutMkLst>
            <pc:docMk/>
            <pc:sldMasterMk cId="3304735552" sldId="2147483851"/>
            <pc:sldLayoutMk cId="2121042803" sldId="2147483853"/>
          </pc:sldLayoutMkLst>
        </pc:sldLayoutChg>
      </pc:sldMasterChg>
      <pc:sldMasterChg chg="del delSldLayout">
        <pc:chgData name="Xin Xin" userId="9ff0c946-7f3c-4192-98c1-6be932ce2bce" providerId="ADAL" clId="{EC370BB4-30E8-4AD9-890D-521920E8CA56}" dt="2024-01-08T14:42:31.718" v="3087" actId="47"/>
        <pc:sldMasterMkLst>
          <pc:docMk/>
          <pc:sldMasterMk cId="132506679" sldId="2147483863"/>
        </pc:sldMasterMkLst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3353663624" sldId="2147483864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872515940" sldId="2147483865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087818356" sldId="2147483866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24052134" sldId="21474838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21601-8810-E544-9D11-46F00C4F0696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5A7F-9579-BB49-881B-29290E49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9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minutes (recall earlier delay versus arrival rate curve from 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543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4009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164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331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193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250430" cy="772796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4678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1E220-D336-D8EA-6239-8C05D2C08EBC}"/>
              </a:ext>
            </a:extLst>
          </p:cNvPr>
          <p:cNvCxnSpPr/>
          <p:nvPr userDrawn="1"/>
        </p:nvCxnSpPr>
        <p:spPr>
          <a:xfrm>
            <a:off x="9525" y="955002"/>
            <a:ext cx="9121140" cy="0"/>
          </a:xfrm>
          <a:prstGeom prst="line">
            <a:avLst/>
          </a:prstGeom>
          <a:ln w="38100">
            <a:solidFill>
              <a:srgbClr val="C95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me - UCF College of Engineering and Computer Science">
            <a:extLst>
              <a:ext uri="{FF2B5EF4-FFF2-40B4-BE49-F238E27FC236}">
                <a16:creationId xmlns:a16="http://schemas.microsoft.com/office/drawing/2014/main" id="{9F1B4091-87B5-7363-19C4-89F41293F6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52" b="28112"/>
          <a:stretch/>
        </p:blipFill>
        <p:spPr bwMode="auto">
          <a:xfrm>
            <a:off x="8238773" y="84380"/>
            <a:ext cx="707107" cy="7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5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7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38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26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90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1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4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59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3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6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9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wustl.edu/~jain/" TargetMode="External"/><Relationship Id="rId2" Type="http://schemas.openxmlformats.org/officeDocument/2006/relationships/hyperlink" Target="https://www.ece.ucf.edu/~yuksem/teaching/EEL-4781-Fall-2020.html" TargetMode="Externa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67056-1534-47E2-83BE-08A2B9441FDC}"/>
              </a:ext>
            </a:extLst>
          </p:cNvPr>
          <p:cNvSpPr/>
          <p:nvPr/>
        </p:nvSpPr>
        <p:spPr>
          <a:xfrm>
            <a:off x="0" y="1951615"/>
            <a:ext cx="9144000" cy="1750979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36103"/>
            <a:ext cx="9144000" cy="1014108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n-lt"/>
              </a:rPr>
              <a:t>EEL 4781 Computer Communication Networks</a:t>
            </a:r>
            <a:br>
              <a:rPr lang="en-US" altLang="zh-CN" sz="4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3200" dirty="0">
                <a:solidFill>
                  <a:schemeClr val="bg1"/>
                </a:solidFill>
                <a:latin typeface="+mn-lt"/>
              </a:rPr>
              <a:t>Chapter 2-2: Application Layer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7026" y="4647913"/>
            <a:ext cx="6858000" cy="581315"/>
          </a:xfrm>
        </p:spPr>
        <p:txBody>
          <a:bodyPr wrap="none">
            <a:noAutofit/>
          </a:bodyPr>
          <a:lstStyle/>
          <a:p>
            <a:r>
              <a:rPr lang="en-US" sz="2400" b="1" dirty="0"/>
              <a:t>Xin </a:t>
            </a:r>
            <a:r>
              <a:rPr lang="en-US" sz="2400" b="1" dirty="0" err="1"/>
              <a:t>Xin</a:t>
            </a:r>
            <a:endParaRPr lang="en-US" sz="2400" b="1" dirty="0"/>
          </a:p>
          <a:p>
            <a:r>
              <a:rPr lang="en-US" b="1" dirty="0"/>
              <a:t>Department of Electrical and </a:t>
            </a:r>
            <a:r>
              <a:rPr lang="en-US" altLang="zh-CN" b="1" dirty="0"/>
              <a:t>Computer Engineering</a:t>
            </a:r>
          </a:p>
          <a:p>
            <a:r>
              <a:rPr lang="en-US" sz="2400" b="1" dirty="0"/>
              <a:t>University of Central F</a:t>
            </a:r>
            <a:r>
              <a:rPr lang="en-US" b="1" dirty="0"/>
              <a:t>lorida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DF276-5B0A-4972-9653-037F6D8B3C68}"/>
              </a:ext>
            </a:extLst>
          </p:cNvPr>
          <p:cNvSpPr/>
          <p:nvPr/>
        </p:nvSpPr>
        <p:spPr>
          <a:xfrm>
            <a:off x="1" y="3790141"/>
            <a:ext cx="6774656" cy="116732"/>
          </a:xfrm>
          <a:prstGeom prst="rect">
            <a:avLst/>
          </a:prstGeom>
          <a:gradFill flip="none" rotWithShape="1">
            <a:gsLst>
              <a:gs pos="69000">
                <a:srgbClr val="887128"/>
              </a:gs>
              <a:gs pos="47000">
                <a:srgbClr val="FFC904">
                  <a:alpha val="40784"/>
                </a:srgbClr>
              </a:gs>
              <a:gs pos="21000">
                <a:srgbClr val="887128"/>
              </a:gs>
              <a:gs pos="0">
                <a:srgbClr val="887128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11FC-0199-4C18-B757-D96B9FBEC12C}"/>
              </a:ext>
            </a:extLst>
          </p:cNvPr>
          <p:cNvSpPr/>
          <p:nvPr/>
        </p:nvSpPr>
        <p:spPr>
          <a:xfrm>
            <a:off x="6880860" y="3790142"/>
            <a:ext cx="2263140" cy="116732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- UCF College of Engineering and Computer Science">
            <a:extLst>
              <a:ext uri="{FF2B5EF4-FFF2-40B4-BE49-F238E27FC236}">
                <a16:creationId xmlns:a16="http://schemas.microsoft.com/office/drawing/2014/main" id="{8E0F3A9D-0085-8B62-1898-2721C3D1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844" y="337185"/>
            <a:ext cx="2794835" cy="66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3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</a:p>
          <a:p>
            <a:pPr lvl="1"/>
            <a:r>
              <a:rPr lang="en-US" altLang="zh-CN" dirty="0"/>
              <a:t>HTTP Protocol</a:t>
            </a:r>
          </a:p>
          <a:p>
            <a:pPr lvl="1"/>
            <a:r>
              <a:rPr lang="en-US" altLang="zh-CN" dirty="0"/>
              <a:t>HTTP Improvement</a:t>
            </a:r>
          </a:p>
          <a:p>
            <a:pPr lvl="1"/>
            <a:r>
              <a:rPr lang="en-US" altLang="zh-CN" dirty="0"/>
              <a:t>Web Caches</a:t>
            </a:r>
          </a:p>
          <a:p>
            <a:r>
              <a:rPr lang="en-US" altLang="zh-CN" dirty="0"/>
              <a:t>Email</a:t>
            </a:r>
          </a:p>
          <a:p>
            <a:pPr lvl="1"/>
            <a:r>
              <a:rPr lang="en-US" altLang="zh-CN" dirty="0"/>
              <a:t>SMTP Protocol</a:t>
            </a:r>
          </a:p>
          <a:p>
            <a:r>
              <a:rPr lang="en-US" altLang="zh-CN" i="1" dirty="0"/>
              <a:t>FTP (Optional) discussion only*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1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Non-persistent HTTP: response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2579368-82F2-A711-B1C6-4CE60E45836C}"/>
              </a:ext>
            </a:extLst>
          </p:cNvPr>
          <p:cNvSpPr txBox="1">
            <a:spLocks noChangeArrowheads="1"/>
          </p:cNvSpPr>
          <p:nvPr/>
        </p:nvSpPr>
        <p:spPr>
          <a:xfrm>
            <a:off x="552295" y="2296633"/>
            <a:ext cx="4262627" cy="250300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RTT (Round Trip Time):</a:t>
            </a: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 time for a small packet to travel from client to server and back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HTTP response time (per object):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one RTT to initiate TCP connection</a:t>
            </a:r>
          </a:p>
          <a:p>
            <a:pPr marL="183356" indent="0" defTabSz="685800">
              <a:spcBef>
                <a:spcPts val="300"/>
              </a:spcBef>
              <a:buNone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	</a:t>
            </a:r>
            <a:r>
              <a:rPr lang="en-US" altLang="zh-CN" sz="1600" i="1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Why? Allocating resources?</a:t>
            </a:r>
            <a:endParaRPr lang="en-US" altLang="en-US" sz="1600" i="1" dirty="0">
              <a:solidFill>
                <a:prstClr val="black"/>
              </a:solidFill>
              <a:latin typeface="Calibri"/>
              <a:ea typeface="ＭＳ Ｐゴシック" panose="020B0600070205080204" pitchFamily="34" charset="-128"/>
            </a:endParaRP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one RTT for HTTP request and first few bytes of HTTP response to return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object/file transmission time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Calibri"/>
              <a:ea typeface="ＭＳ Ｐゴシック" panose="020B0600070205080204" pitchFamily="34" charset="-128"/>
            </a:endParaRPr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3B515992-79FC-8F3F-6D0A-EC9A78834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7922" y="2860713"/>
            <a:ext cx="0" cy="212407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Line 16">
            <a:extLst>
              <a:ext uri="{FF2B5EF4-FFF2-40B4-BE49-F238E27FC236}">
                <a16:creationId xmlns:a16="http://schemas.microsoft.com/office/drawing/2014/main" id="{50BB50BC-1B61-5D0D-C93D-46B1CF4F4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5937" y="2855951"/>
            <a:ext cx="0" cy="2160984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Line 17">
            <a:extLst>
              <a:ext uri="{FF2B5EF4-FFF2-40B4-BE49-F238E27FC236}">
                <a16:creationId xmlns:a16="http://schemas.microsoft.com/office/drawing/2014/main" id="{59FDCD2F-245D-7636-C9CC-687861870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8637" y="3034545"/>
            <a:ext cx="1263254" cy="2928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21517BC3-03F7-35A8-9D3D-6BB2DE16CA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7922" y="3363157"/>
            <a:ext cx="1254919" cy="3024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CB23900F-FC28-9089-7A9A-92238C343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3874" y="3744157"/>
            <a:ext cx="1263254" cy="2928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AutoShape 21">
            <a:extLst>
              <a:ext uri="{FF2B5EF4-FFF2-40B4-BE49-F238E27FC236}">
                <a16:creationId xmlns:a16="http://schemas.microsoft.com/office/drawing/2014/main" id="{77A26B31-34AF-A893-D543-5A74706F7AFC}"/>
              </a:ext>
            </a:extLst>
          </p:cNvPr>
          <p:cNvSpPr>
            <a:spLocks/>
          </p:cNvSpPr>
          <p:nvPr/>
        </p:nvSpPr>
        <p:spPr bwMode="auto">
          <a:xfrm>
            <a:off x="7427957" y="4044108"/>
            <a:ext cx="74893" cy="121304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C9E02C82-F537-78A3-4290-799EDDA2C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8091" y="3815595"/>
            <a:ext cx="886012" cy="6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time to </a:t>
            </a:r>
          </a:p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transmit </a:t>
            </a:r>
          </a:p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file</a:t>
            </a:r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EA09A91C-A0FC-A4AF-688D-D1E6D533E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5028" y="3015495"/>
            <a:ext cx="292894" cy="1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CE8F647B-2534-306A-7DAD-B46FEBB8A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7495" y="2779508"/>
            <a:ext cx="1066510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initiate TCP</a:t>
            </a:r>
          </a:p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connection</a:t>
            </a:r>
          </a:p>
        </p:txBody>
      </p:sp>
      <p:sp>
        <p:nvSpPr>
          <p:cNvPr id="22" name="AutoShape 25">
            <a:extLst>
              <a:ext uri="{FF2B5EF4-FFF2-40B4-BE49-F238E27FC236}">
                <a16:creationId xmlns:a16="http://schemas.microsoft.com/office/drawing/2014/main" id="{55903653-ABDE-D368-FC7B-8417683D6DFA}"/>
              </a:ext>
            </a:extLst>
          </p:cNvPr>
          <p:cNvSpPr>
            <a:spLocks/>
          </p:cNvSpPr>
          <p:nvPr/>
        </p:nvSpPr>
        <p:spPr bwMode="auto">
          <a:xfrm>
            <a:off x="5956231" y="3053595"/>
            <a:ext cx="96441" cy="602456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defRPr/>
            </a:pPr>
            <a:endParaRPr lang="en-US" alt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Box 26">
            <a:extLst>
              <a:ext uri="{FF2B5EF4-FFF2-40B4-BE49-F238E27FC236}">
                <a16:creationId xmlns:a16="http://schemas.microsoft.com/office/drawing/2014/main" id="{365AA05B-E9DF-DCB5-C6A7-DFFCB6626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281" y="3211947"/>
            <a:ext cx="47557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RTT</a:t>
            </a:r>
          </a:p>
        </p:txBody>
      </p:sp>
      <p:sp>
        <p:nvSpPr>
          <p:cNvPr id="24" name="Line 27">
            <a:extLst>
              <a:ext uri="{FF2B5EF4-FFF2-40B4-BE49-F238E27FC236}">
                <a16:creationId xmlns:a16="http://schemas.microsoft.com/office/drawing/2014/main" id="{ACF8CEF3-3C8D-6776-BB94-BB7E57AA5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1937" y="3694151"/>
            <a:ext cx="2655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285097D4-5196-80C8-64E9-C0B2BE25F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835" y="3549611"/>
            <a:ext cx="1477467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request file</a:t>
            </a:r>
          </a:p>
        </p:txBody>
      </p:sp>
      <p:sp>
        <p:nvSpPr>
          <p:cNvPr id="26" name="AutoShape 29">
            <a:extLst>
              <a:ext uri="{FF2B5EF4-FFF2-40B4-BE49-F238E27FC236}">
                <a16:creationId xmlns:a16="http://schemas.microsoft.com/office/drawing/2014/main" id="{AD10C310-3143-CB21-516B-2D40D71CC66D}"/>
              </a:ext>
            </a:extLst>
          </p:cNvPr>
          <p:cNvSpPr>
            <a:spLocks/>
          </p:cNvSpPr>
          <p:nvPr/>
        </p:nvSpPr>
        <p:spPr bwMode="auto">
          <a:xfrm>
            <a:off x="5960993" y="3735823"/>
            <a:ext cx="96441" cy="602456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defRPr/>
            </a:pPr>
            <a:endParaRPr lang="en-US" alt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0A202054-14B1-2362-11D4-B532ADB59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569" y="3903701"/>
            <a:ext cx="47557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RTT</a:t>
            </a:r>
          </a:p>
        </p:txBody>
      </p:sp>
      <p:sp>
        <p:nvSpPr>
          <p:cNvPr id="28" name="Line 35">
            <a:extLst>
              <a:ext uri="{FF2B5EF4-FFF2-40B4-BE49-F238E27FC236}">
                <a16:creationId xmlns:a16="http://schemas.microsoft.com/office/drawing/2014/main" id="{C40FE378-E4B1-CE90-80A9-ACC9098BE6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4242" y="4461004"/>
            <a:ext cx="270992" cy="16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Text Box 36">
            <a:extLst>
              <a:ext uri="{FF2B5EF4-FFF2-40B4-BE49-F238E27FC236}">
                <a16:creationId xmlns:a16="http://schemas.microsoft.com/office/drawing/2014/main" id="{84397E92-F2B0-25A8-2413-62E859A8C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4264" y="4320175"/>
            <a:ext cx="1235720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file received</a:t>
            </a:r>
          </a:p>
        </p:txBody>
      </p:sp>
      <p:sp>
        <p:nvSpPr>
          <p:cNvPr id="30" name="Text Box 37">
            <a:extLst>
              <a:ext uri="{FF2B5EF4-FFF2-40B4-BE49-F238E27FC236}">
                <a16:creationId xmlns:a16="http://schemas.microsoft.com/office/drawing/2014/main" id="{EDD8059C-3D3F-5F4E-04BE-069DBE3D4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854" y="4995503"/>
            <a:ext cx="54373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time</a:t>
            </a:r>
          </a:p>
        </p:txBody>
      </p:sp>
      <p:sp>
        <p:nvSpPr>
          <p:cNvPr id="31" name="Text Box 38">
            <a:extLst>
              <a:ext uri="{FF2B5EF4-FFF2-40B4-BE49-F238E27FC236}">
                <a16:creationId xmlns:a16="http://schemas.microsoft.com/office/drawing/2014/main" id="{514456BE-FE83-6FB3-C325-F71AB19F0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344" y="4982407"/>
            <a:ext cx="54373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time</a:t>
            </a:r>
          </a:p>
        </p:txBody>
      </p:sp>
      <p:grpSp>
        <p:nvGrpSpPr>
          <p:cNvPr id="32" name="Group 43">
            <a:extLst>
              <a:ext uri="{FF2B5EF4-FFF2-40B4-BE49-F238E27FC236}">
                <a16:creationId xmlns:a16="http://schemas.microsoft.com/office/drawing/2014/main" id="{AB89A44D-3397-01F1-DD7F-ED928EC12801}"/>
              </a:ext>
            </a:extLst>
          </p:cNvPr>
          <p:cNvGrpSpPr>
            <a:grpSpLocks/>
          </p:cNvGrpSpPr>
          <p:nvPr/>
        </p:nvGrpSpPr>
        <p:grpSpPr bwMode="auto">
          <a:xfrm>
            <a:off x="7265919" y="2280879"/>
            <a:ext cx="317897" cy="513160"/>
            <a:chOff x="4140" y="429"/>
            <a:chExt cx="1425" cy="2396"/>
          </a:xfrm>
        </p:grpSpPr>
        <p:sp>
          <p:nvSpPr>
            <p:cNvPr id="33" name="Freeform 44">
              <a:extLst>
                <a:ext uri="{FF2B5EF4-FFF2-40B4-BE49-F238E27FC236}">
                  <a16:creationId xmlns:a16="http://schemas.microsoft.com/office/drawing/2014/main" id="{7EB9011D-6FEB-B0F5-2BA2-1FD4F05CE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Rectangle 45">
              <a:extLst>
                <a:ext uri="{FF2B5EF4-FFF2-40B4-BE49-F238E27FC236}">
                  <a16:creationId xmlns:a16="http://schemas.microsoft.com/office/drawing/2014/main" id="{E1ADAAF8-0A9E-934C-445A-D78AB4A0C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887E2B6E-1054-45F9-4430-4EAA980A0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Freeform 47">
              <a:extLst>
                <a:ext uri="{FF2B5EF4-FFF2-40B4-BE49-F238E27FC236}">
                  <a16:creationId xmlns:a16="http://schemas.microsoft.com/office/drawing/2014/main" id="{F82AE722-26BB-7F3D-1B73-766AD3F35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Rectangle 48">
              <a:extLst>
                <a:ext uri="{FF2B5EF4-FFF2-40B4-BE49-F238E27FC236}">
                  <a16:creationId xmlns:a16="http://schemas.microsoft.com/office/drawing/2014/main" id="{091165DD-E2F6-98C0-8296-1E5B92984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38" name="Group 49">
              <a:extLst>
                <a:ext uri="{FF2B5EF4-FFF2-40B4-BE49-F238E27FC236}">
                  <a16:creationId xmlns:a16="http://schemas.microsoft.com/office/drawing/2014/main" id="{F32ED508-6C14-0F1D-B374-6B7154390D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3" name="AutoShape 50">
                <a:extLst>
                  <a:ext uri="{FF2B5EF4-FFF2-40B4-BE49-F238E27FC236}">
                    <a16:creationId xmlns:a16="http://schemas.microsoft.com/office/drawing/2014/main" id="{2C0E6655-7E43-3569-79A7-9490474C3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4" name="AutoShape 51">
                <a:extLst>
                  <a:ext uri="{FF2B5EF4-FFF2-40B4-BE49-F238E27FC236}">
                    <a16:creationId xmlns:a16="http://schemas.microsoft.com/office/drawing/2014/main" id="{4D4F3609-4984-37AC-D398-0031B6B6C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9" name="Rectangle 52">
              <a:extLst>
                <a:ext uri="{FF2B5EF4-FFF2-40B4-BE49-F238E27FC236}">
                  <a16:creationId xmlns:a16="http://schemas.microsoft.com/office/drawing/2014/main" id="{0D68A0C4-CADE-37DB-8FF8-6A29183E7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40" name="Group 53">
              <a:extLst>
                <a:ext uri="{FF2B5EF4-FFF2-40B4-BE49-F238E27FC236}">
                  <a16:creationId xmlns:a16="http://schemas.microsoft.com/office/drawing/2014/main" id="{A20669D2-77BF-7F57-7183-78A2D9F50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1" name="AutoShape 54">
                <a:extLst>
                  <a:ext uri="{FF2B5EF4-FFF2-40B4-BE49-F238E27FC236}">
                    <a16:creationId xmlns:a16="http://schemas.microsoft.com/office/drawing/2014/main" id="{E6A29725-C25D-B09F-2EE4-4A502A95B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2" name="AutoShape 55">
                <a:extLst>
                  <a:ext uri="{FF2B5EF4-FFF2-40B4-BE49-F238E27FC236}">
                    <a16:creationId xmlns:a16="http://schemas.microsoft.com/office/drawing/2014/main" id="{A37BF09B-F905-6BE0-3EF7-05FAA1386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1" name="Rectangle 56">
              <a:extLst>
                <a:ext uri="{FF2B5EF4-FFF2-40B4-BE49-F238E27FC236}">
                  <a16:creationId xmlns:a16="http://schemas.microsoft.com/office/drawing/2014/main" id="{CE7CEE8D-4E80-8C74-6FF8-18738115A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Rectangle 57">
              <a:extLst>
                <a:ext uri="{FF2B5EF4-FFF2-40B4-BE49-F238E27FC236}">
                  <a16:creationId xmlns:a16="http://schemas.microsoft.com/office/drawing/2014/main" id="{08FE6E47-EA78-0EA4-BA0A-47278F5AF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43" name="Group 58">
              <a:extLst>
                <a:ext uri="{FF2B5EF4-FFF2-40B4-BE49-F238E27FC236}">
                  <a16:creationId xmlns:a16="http://schemas.microsoft.com/office/drawing/2014/main" id="{904071C0-D048-8BC3-36EC-977380DA88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9" name="AutoShape 59">
                <a:extLst>
                  <a:ext uri="{FF2B5EF4-FFF2-40B4-BE49-F238E27FC236}">
                    <a16:creationId xmlns:a16="http://schemas.microsoft.com/office/drawing/2014/main" id="{ADA91A27-75EF-C360-260F-9D555A1D7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0" name="AutoShape 60">
                <a:extLst>
                  <a:ext uri="{FF2B5EF4-FFF2-40B4-BE49-F238E27FC236}">
                    <a16:creationId xmlns:a16="http://schemas.microsoft.com/office/drawing/2014/main" id="{DBE54EEC-B64E-DBE7-B4D3-E111D13D2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4" name="Freeform 61">
              <a:extLst>
                <a:ext uri="{FF2B5EF4-FFF2-40B4-BE49-F238E27FC236}">
                  <a16:creationId xmlns:a16="http://schemas.microsoft.com/office/drawing/2014/main" id="{19523632-DD4D-1088-48DD-F322B6FB9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45" name="Group 62">
              <a:extLst>
                <a:ext uri="{FF2B5EF4-FFF2-40B4-BE49-F238E27FC236}">
                  <a16:creationId xmlns:a16="http://schemas.microsoft.com/office/drawing/2014/main" id="{40B72D12-2556-7AC3-2B07-67CBFD44ED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" name="AutoShape 63">
                <a:extLst>
                  <a:ext uri="{FF2B5EF4-FFF2-40B4-BE49-F238E27FC236}">
                    <a16:creationId xmlns:a16="http://schemas.microsoft.com/office/drawing/2014/main" id="{4F185B3E-9921-AC9C-EF8F-CBA4B8D28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8" name="AutoShape 64">
                <a:extLst>
                  <a:ext uri="{FF2B5EF4-FFF2-40B4-BE49-F238E27FC236}">
                    <a16:creationId xmlns:a16="http://schemas.microsoft.com/office/drawing/2014/main" id="{A062F70B-4CD6-01E0-42E9-207D0F989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6" name="Rectangle 65">
              <a:extLst>
                <a:ext uri="{FF2B5EF4-FFF2-40B4-BE49-F238E27FC236}">
                  <a16:creationId xmlns:a16="http://schemas.microsoft.com/office/drawing/2014/main" id="{36AEEBB0-978D-F62C-94F9-8A39C8589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Freeform 66">
              <a:extLst>
                <a:ext uri="{FF2B5EF4-FFF2-40B4-BE49-F238E27FC236}">
                  <a16:creationId xmlns:a16="http://schemas.microsoft.com/office/drawing/2014/main" id="{C3F5BF61-EF24-3E57-FFD7-E51D5EE9A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Freeform 67">
              <a:extLst>
                <a:ext uri="{FF2B5EF4-FFF2-40B4-BE49-F238E27FC236}">
                  <a16:creationId xmlns:a16="http://schemas.microsoft.com/office/drawing/2014/main" id="{37E36CD3-C222-6B63-1F12-3919B9DE5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val 68">
              <a:extLst>
                <a:ext uri="{FF2B5EF4-FFF2-40B4-BE49-F238E27FC236}">
                  <a16:creationId xmlns:a16="http://schemas.microsoft.com/office/drawing/2014/main" id="{3AE9EE89-893B-6EC3-F8E6-6C9A6C190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Freeform 69">
              <a:extLst>
                <a:ext uri="{FF2B5EF4-FFF2-40B4-BE49-F238E27FC236}">
                  <a16:creationId xmlns:a16="http://schemas.microsoft.com/office/drawing/2014/main" id="{0411174F-CB0B-537D-35CA-CE9936001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AutoShape 70">
              <a:extLst>
                <a:ext uri="{FF2B5EF4-FFF2-40B4-BE49-F238E27FC236}">
                  <a16:creationId xmlns:a16="http://schemas.microsoft.com/office/drawing/2014/main" id="{A49A9578-23A2-2C8A-4E13-0CE3282F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AutoShape 71">
              <a:extLst>
                <a:ext uri="{FF2B5EF4-FFF2-40B4-BE49-F238E27FC236}">
                  <a16:creationId xmlns:a16="http://schemas.microsoft.com/office/drawing/2014/main" id="{C4290087-0E3C-6862-36CB-99AACCC15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Oval 72">
              <a:extLst>
                <a:ext uri="{FF2B5EF4-FFF2-40B4-BE49-F238E27FC236}">
                  <a16:creationId xmlns:a16="http://schemas.microsoft.com/office/drawing/2014/main" id="{E566656A-1569-ACA6-F680-8E6E9D0C9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val 73">
              <a:extLst>
                <a:ext uri="{FF2B5EF4-FFF2-40B4-BE49-F238E27FC236}">
                  <a16:creationId xmlns:a16="http://schemas.microsoft.com/office/drawing/2014/main" id="{0E9FA382-251D-1C10-2FEB-9A24D2C4D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endParaRPr lang="en-US" altLang="en-US" sz="18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endParaRPr>
            </a:p>
          </p:txBody>
        </p:sp>
        <p:sp>
          <p:nvSpPr>
            <p:cNvPr id="55" name="Oval 74">
              <a:extLst>
                <a:ext uri="{FF2B5EF4-FFF2-40B4-BE49-F238E27FC236}">
                  <a16:creationId xmlns:a16="http://schemas.microsoft.com/office/drawing/2014/main" id="{24679EBA-B214-7165-331D-E68CB840C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Rectangle 75">
              <a:extLst>
                <a:ext uri="{FF2B5EF4-FFF2-40B4-BE49-F238E27FC236}">
                  <a16:creationId xmlns:a16="http://schemas.microsoft.com/office/drawing/2014/main" id="{627F4508-920D-8A68-83AD-52E1D3F25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5" name="Group 76">
            <a:extLst>
              <a:ext uri="{FF2B5EF4-FFF2-40B4-BE49-F238E27FC236}">
                <a16:creationId xmlns:a16="http://schemas.microsoft.com/office/drawing/2014/main" id="{89F4894D-F13A-5FD0-35A9-E4B3373C478B}"/>
              </a:ext>
            </a:extLst>
          </p:cNvPr>
          <p:cNvGrpSpPr>
            <a:grpSpLocks/>
          </p:cNvGrpSpPr>
          <p:nvPr/>
        </p:nvGrpSpPr>
        <p:grpSpPr bwMode="auto">
          <a:xfrm>
            <a:off x="5764541" y="2297547"/>
            <a:ext cx="523875" cy="532210"/>
            <a:chOff x="-44" y="1473"/>
            <a:chExt cx="981" cy="1105"/>
          </a:xfrm>
        </p:grpSpPr>
        <p:pic>
          <p:nvPicPr>
            <p:cNvPr id="66" name="Picture 77" descr="desktop_computer_stylized_medium">
              <a:extLst>
                <a:ext uri="{FF2B5EF4-FFF2-40B4-BE49-F238E27FC236}">
                  <a16:creationId xmlns:a16="http://schemas.microsoft.com/office/drawing/2014/main" id="{1AB57E16-06A8-A946-E7C5-34039FF05C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Freeform 78">
              <a:extLst>
                <a:ext uri="{FF2B5EF4-FFF2-40B4-BE49-F238E27FC236}">
                  <a16:creationId xmlns:a16="http://schemas.microsoft.com/office/drawing/2014/main" id="{44273195-B584-436A-8342-879862BC6F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9" name="Freeform 1">
            <a:extLst>
              <a:ext uri="{FF2B5EF4-FFF2-40B4-BE49-F238E27FC236}">
                <a16:creationId xmlns:a16="http://schemas.microsoft.com/office/drawing/2014/main" id="{09AB3BF0-5DD0-16CD-F153-19CCF2D06C2F}"/>
              </a:ext>
            </a:extLst>
          </p:cNvPr>
          <p:cNvSpPr/>
          <p:nvPr/>
        </p:nvSpPr>
        <p:spPr>
          <a:xfrm>
            <a:off x="6141738" y="4042364"/>
            <a:ext cx="1275203" cy="418641"/>
          </a:xfrm>
          <a:custGeom>
            <a:avLst/>
            <a:gdLst>
              <a:gd name="connsiteX0" fmla="*/ 0 w 1700270"/>
              <a:gd name="connsiteY0" fmla="*/ 389262 h 543498"/>
              <a:gd name="connsiteX1" fmla="*/ 1700270 w 1700270"/>
              <a:gd name="connsiteY1" fmla="*/ 0 h 543498"/>
              <a:gd name="connsiteX2" fmla="*/ 1696598 w 1700270"/>
              <a:gd name="connsiteY2" fmla="*/ 176269 h 543498"/>
              <a:gd name="connsiteX3" fmla="*/ 0 w 1700270"/>
              <a:gd name="connsiteY3" fmla="*/ 543498 h 543498"/>
              <a:gd name="connsiteX4" fmla="*/ 0 w 1700270"/>
              <a:gd name="connsiteY4" fmla="*/ 389262 h 543498"/>
              <a:gd name="connsiteX0" fmla="*/ 0 w 1700270"/>
              <a:gd name="connsiteY0" fmla="*/ 389262 h 558188"/>
              <a:gd name="connsiteX1" fmla="*/ 1700270 w 1700270"/>
              <a:gd name="connsiteY1" fmla="*/ 0 h 558188"/>
              <a:gd name="connsiteX2" fmla="*/ 1696598 w 1700270"/>
              <a:gd name="connsiteY2" fmla="*/ 176269 h 558188"/>
              <a:gd name="connsiteX3" fmla="*/ 7344 w 1700270"/>
              <a:gd name="connsiteY3" fmla="*/ 558188 h 558188"/>
              <a:gd name="connsiteX4" fmla="*/ 0 w 1700270"/>
              <a:gd name="connsiteY4" fmla="*/ 389262 h 5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0270" h="558188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AutoShape 21">
            <a:extLst>
              <a:ext uri="{FF2B5EF4-FFF2-40B4-BE49-F238E27FC236}">
                <a16:creationId xmlns:a16="http://schemas.microsoft.com/office/drawing/2014/main" id="{FD4A2817-F9B0-F6F1-B496-A01EA3C3534F}"/>
              </a:ext>
            </a:extLst>
          </p:cNvPr>
          <p:cNvSpPr>
            <a:spLocks/>
          </p:cNvSpPr>
          <p:nvPr/>
        </p:nvSpPr>
        <p:spPr bwMode="auto">
          <a:xfrm flipH="1" flipV="1">
            <a:off x="6052284" y="4339701"/>
            <a:ext cx="74893" cy="121304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D4137A-955B-D7E7-D0E8-E27DAC090398}"/>
              </a:ext>
            </a:extLst>
          </p:cNvPr>
          <p:cNvSpPr txBox="1"/>
          <p:nvPr/>
        </p:nvSpPr>
        <p:spPr>
          <a:xfrm>
            <a:off x="792386" y="5297141"/>
            <a:ext cx="694293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en-US" i="1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Non-persistent HTTP response time =  2RTT+ file transmission  time</a:t>
            </a:r>
          </a:p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63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HTTP overview (continued)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3128F44-4A55-C15B-202B-2FE39C447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2118361"/>
            <a:ext cx="4163615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800">
              <a:lnSpc>
                <a:spcPct val="90000"/>
              </a:lnSpc>
              <a:defRPr/>
            </a:pPr>
            <a:r>
              <a:rPr lang="en-US" altLang="zh-CN" sz="2400" kern="0" dirty="0">
                <a:solidFill>
                  <a:prstClr val="black"/>
                </a:solidFill>
                <a:latin typeface="Calibri"/>
              </a:rPr>
              <a:t>Identifier</a:t>
            </a:r>
            <a:endParaRPr lang="en-US" sz="2400" i="1" kern="0" dirty="0">
              <a:solidFill>
                <a:srgbClr val="CC0000"/>
              </a:solidFill>
              <a:latin typeface="Calibri"/>
            </a:endParaRPr>
          </a:p>
          <a:p>
            <a:pPr lvl="1" defTabSz="685800">
              <a:lnSpc>
                <a:spcPct val="90000"/>
              </a:lnSpc>
              <a:defRPr/>
            </a:pPr>
            <a:r>
              <a:rPr lang="en-US" altLang="zh-CN" sz="2000" i="1" kern="0" dirty="0">
                <a:solidFill>
                  <a:srgbClr val="CC0000"/>
                </a:solidFill>
                <a:latin typeface="Calibri"/>
              </a:rPr>
              <a:t>IP and port number: 80</a:t>
            </a:r>
          </a:p>
          <a:p>
            <a:pPr lvl="1" defTabSz="685800">
              <a:lnSpc>
                <a:spcPct val="90000"/>
              </a:lnSpc>
              <a:defRPr/>
            </a:pPr>
            <a:r>
              <a:rPr lang="en-US" altLang="zh-CN" sz="2000" i="1" kern="0" dirty="0">
                <a:solidFill>
                  <a:srgbClr val="CC0000"/>
                </a:solidFill>
                <a:latin typeface="Calibri"/>
              </a:rPr>
              <a:t>URL (</a:t>
            </a:r>
            <a:r>
              <a:rPr lang="en-US" altLang="zh-CN" sz="1800" i="1" kern="0" dirty="0">
                <a:solidFill>
                  <a:srgbClr val="CC0000"/>
                </a:solidFill>
                <a:latin typeface="Calibri"/>
              </a:rPr>
              <a:t>Uniform Resource Locator</a:t>
            </a:r>
            <a:r>
              <a:rPr lang="en-US" altLang="zh-CN" sz="2000" i="1" kern="0" dirty="0">
                <a:solidFill>
                  <a:srgbClr val="CC0000"/>
                </a:solidFill>
                <a:latin typeface="Calibri"/>
              </a:rPr>
              <a:t>)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2400" kern="0" dirty="0">
                <a:solidFill>
                  <a:prstClr val="black"/>
                </a:solidFill>
                <a:latin typeface="Calibri"/>
              </a:rPr>
              <a:t>Protocol </a:t>
            </a:r>
          </a:p>
          <a:p>
            <a:pPr lvl="1" defTabSz="685800">
              <a:lnSpc>
                <a:spcPct val="90000"/>
              </a:lnSpc>
              <a:defRPr/>
            </a:pPr>
            <a:r>
              <a:rPr lang="en-US" sz="2000" i="1" kern="0" dirty="0">
                <a:solidFill>
                  <a:srgbClr val="CC0000"/>
                </a:solidFill>
                <a:latin typeface="Calibri"/>
              </a:rPr>
              <a:t>Format </a:t>
            </a:r>
          </a:p>
          <a:p>
            <a:pPr lvl="1" defTabSz="685800">
              <a:lnSpc>
                <a:spcPct val="90000"/>
              </a:lnSpc>
              <a:defRPr/>
            </a:pPr>
            <a:r>
              <a:rPr lang="en-US" sz="2000" i="1" kern="0" dirty="0">
                <a:solidFill>
                  <a:srgbClr val="CC0000"/>
                </a:solidFill>
                <a:latin typeface="Calibri"/>
              </a:rPr>
              <a:t>Types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2400" kern="0" dirty="0">
                <a:latin typeface="Calibri"/>
              </a:rPr>
              <a:t>Services</a:t>
            </a:r>
          </a:p>
          <a:p>
            <a:pPr lvl="1" defTabSz="685800">
              <a:lnSpc>
                <a:spcPct val="90000"/>
              </a:lnSpc>
              <a:defRPr/>
            </a:pPr>
            <a:r>
              <a:rPr lang="en-US" sz="2000" i="1" kern="0" dirty="0">
                <a:solidFill>
                  <a:srgbClr val="CC0000"/>
                </a:solidFill>
                <a:latin typeface="Calibri"/>
              </a:rPr>
              <a:t>Sockets</a:t>
            </a:r>
          </a:p>
          <a:p>
            <a:pPr marL="0" indent="0" defTabSz="685800">
              <a:lnSpc>
                <a:spcPct val="90000"/>
              </a:lnSpc>
              <a:buNone/>
              <a:defRPr/>
            </a:pPr>
            <a:endParaRPr lang="en-US" sz="2100" kern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02017463-EEE8-1135-FF19-0DC88D27A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118361"/>
            <a:ext cx="4163615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800">
              <a:lnSpc>
                <a:spcPct val="90000"/>
              </a:lnSpc>
              <a:defRPr/>
            </a:pPr>
            <a:r>
              <a:rPr lang="en-US" sz="2400" kern="0" dirty="0">
                <a:solidFill>
                  <a:prstClr val="black"/>
                </a:solidFill>
                <a:latin typeface="Calibri"/>
              </a:rPr>
              <a:t>Challenges</a:t>
            </a:r>
            <a:endParaRPr lang="en-US" sz="2100" dirty="0">
              <a:solidFill>
                <a:srgbClr val="CC0000"/>
              </a:solidFill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lvl="1" defTabSz="685800">
              <a:lnSpc>
                <a:spcPct val="90000"/>
              </a:lnSpc>
              <a:defRPr/>
            </a:pPr>
            <a:r>
              <a:rPr lang="en-US" sz="2000" kern="0" dirty="0">
                <a:solidFill>
                  <a:prstClr val="black"/>
                </a:solidFill>
                <a:latin typeface="Calibri"/>
              </a:rPr>
              <a:t>Non-persistent (HTTP/1.0)</a:t>
            </a:r>
            <a:endParaRPr lang="en-US" sz="2000" i="1" kern="0" dirty="0">
              <a:solidFill>
                <a:srgbClr val="CC0000"/>
              </a:solidFill>
              <a:latin typeface="Calibri"/>
            </a:endParaRPr>
          </a:p>
          <a:p>
            <a:pPr lvl="1" defTabSz="685800">
              <a:lnSpc>
                <a:spcPct val="90000"/>
              </a:lnSpc>
              <a:defRPr/>
            </a:pPr>
            <a:r>
              <a:rPr lang="en-US" sz="2000" kern="0" dirty="0">
                <a:latin typeface="Calibri"/>
              </a:rPr>
              <a:t>Stateless</a:t>
            </a:r>
          </a:p>
          <a:p>
            <a:pPr lvl="1" defTabSz="685800">
              <a:lnSpc>
                <a:spcPct val="90000"/>
              </a:lnSpc>
              <a:defRPr/>
            </a:pPr>
            <a:endParaRPr lang="en-US" sz="2000" i="1" kern="0" dirty="0">
              <a:solidFill>
                <a:srgbClr val="CC0000"/>
              </a:solidFill>
              <a:latin typeface="Calibri"/>
            </a:endParaRPr>
          </a:p>
          <a:p>
            <a:pPr marL="0" indent="0" defTabSz="685800">
              <a:lnSpc>
                <a:spcPct val="90000"/>
              </a:lnSpc>
              <a:buNone/>
              <a:defRPr/>
            </a:pPr>
            <a:endParaRPr lang="en-US" sz="2100" kern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6BFC6F89-F7E7-39BB-2557-852E54FD7FD3}"/>
              </a:ext>
            </a:extLst>
          </p:cNvPr>
          <p:cNvSpPr/>
          <p:nvPr/>
        </p:nvSpPr>
        <p:spPr>
          <a:xfrm>
            <a:off x="7416420" y="2865120"/>
            <a:ext cx="259080" cy="111760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AF5D2E-C7D7-3ECD-7276-13EB0420ED86}"/>
              </a:ext>
            </a:extLst>
          </p:cNvPr>
          <p:cNvSpPr txBox="1"/>
          <p:nvPr/>
        </p:nvSpPr>
        <p:spPr>
          <a:xfrm>
            <a:off x="7109494" y="4217013"/>
            <a:ext cx="1282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HTTP/1.0</a:t>
            </a:r>
          </a:p>
          <a:p>
            <a:r>
              <a:rPr lang="en-US" i="1" dirty="0">
                <a:solidFill>
                  <a:srgbClr val="FF0000"/>
                </a:solidFill>
              </a:rPr>
              <a:t>HTTP/1.1</a:t>
            </a:r>
          </a:p>
          <a:p>
            <a:r>
              <a:rPr lang="en-US" i="1" dirty="0">
                <a:solidFill>
                  <a:srgbClr val="FF0000"/>
                </a:solidFill>
              </a:rPr>
              <a:t>HTTP/2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E08D045-94CE-0E3A-CF89-0CE11E754028}"/>
              </a:ext>
            </a:extLst>
          </p:cNvPr>
          <p:cNvSpPr txBox="1"/>
          <p:nvPr/>
        </p:nvSpPr>
        <p:spPr>
          <a:xfrm>
            <a:off x="5371522" y="4217013"/>
            <a:ext cx="1282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Cookies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82" name="Arrow: Down 81">
            <a:extLst>
              <a:ext uri="{FF2B5EF4-FFF2-40B4-BE49-F238E27FC236}">
                <a16:creationId xmlns:a16="http://schemas.microsoft.com/office/drawing/2014/main" id="{3647DE9A-24EF-1776-85D8-544DE5165495}"/>
              </a:ext>
            </a:extLst>
          </p:cNvPr>
          <p:cNvSpPr/>
          <p:nvPr/>
        </p:nvSpPr>
        <p:spPr>
          <a:xfrm>
            <a:off x="5654963" y="3270560"/>
            <a:ext cx="259080" cy="71216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7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HTTP request message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E505653-02F7-35E7-34EF-48E868368E45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2236631"/>
            <a:ext cx="7732721" cy="107190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5022" indent="-175022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two types of HTTP messages: </a:t>
            </a:r>
            <a:r>
              <a:rPr lang="en-US" altLang="en-US" sz="21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request</a:t>
            </a: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, </a:t>
            </a:r>
            <a:r>
              <a:rPr lang="en-US" altLang="en-US" sz="21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response</a:t>
            </a:r>
          </a:p>
          <a:p>
            <a:pPr marL="175022" indent="-175022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HTTP request message:</a:t>
            </a:r>
          </a:p>
          <a:p>
            <a:pPr marL="514350" lvl="1" indent="-171450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ASCII (human-readable format)</a:t>
            </a:r>
            <a:endParaRPr lang="en-US" altLang="en-US" sz="1800" dirty="0">
              <a:solidFill>
                <a:srgbClr val="ED7D31"/>
              </a:solidFill>
              <a:latin typeface="Calibri"/>
              <a:ea typeface="ＭＳ Ｐゴシック" panose="020B0600070205080204" pitchFamily="34" charset="-128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167C53FE-AFE9-0FCE-8F00-168866917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4738" y="4295395"/>
            <a:ext cx="849913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000099"/>
                </a:solidFill>
                <a:latin typeface="Calibri"/>
              </a:rPr>
              <a:t>header</a:t>
            </a:r>
          </a:p>
          <a:p>
            <a:pPr algn="r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000099"/>
                </a:solidFill>
                <a:latin typeface="Calibri"/>
              </a:rPr>
              <a:t> lines</a:t>
            </a:r>
            <a:endParaRPr lang="en-US" altLang="en-US" sz="2100" dirty="0">
              <a:solidFill>
                <a:srgbClr val="000099"/>
              </a:solidFill>
              <a:latin typeface="Calibri"/>
            </a:endParaRP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E774A418-2452-FED6-8554-89695E0AD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581" y="3646161"/>
            <a:ext cx="5941409" cy="1780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GET /index.html HTTP/1.1\r\n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Host: www-net.cs.umass.edu\r\n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User-Agent: Mozilla/5.0 (Macintosh; Intel Mac OS X 10.15; rv:80.0) Gecko/20100101 Firefox/80.0 \r\n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Accept: text/html,application/xhtml+xml\r\n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Accept-Language: en-us,en;q=0.5\r\n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Accept-Encoding: gzip,deflate\r\n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Connection: keep-alive\r\n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\r\n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E4593CB-DE3D-4179-C627-3F5FAFA9FBB3}"/>
              </a:ext>
            </a:extLst>
          </p:cNvPr>
          <p:cNvGrpSpPr/>
          <p:nvPr/>
        </p:nvGrpSpPr>
        <p:grpSpPr>
          <a:xfrm>
            <a:off x="5775769" y="3120796"/>
            <a:ext cx="2165605" cy="636985"/>
            <a:chOff x="7524296" y="2554061"/>
            <a:chExt cx="2887473" cy="849313"/>
          </a:xfrm>
        </p:grpSpPr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9AE1C496-9D55-1ABB-E133-3115164D53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4296" y="2841399"/>
              <a:ext cx="166688" cy="51435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Text Box 18">
              <a:extLst>
                <a:ext uri="{FF2B5EF4-FFF2-40B4-BE49-F238E27FC236}">
                  <a16:creationId xmlns:a16="http://schemas.microsoft.com/office/drawing/2014/main" id="{B95B65E1-C0C7-D835-E869-FE7C8D5E8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096" y="2554061"/>
              <a:ext cx="2836673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  <a:latin typeface="Calibri"/>
                </a:rPr>
                <a:t>carriage return character</a:t>
              </a:r>
            </a:p>
          </p:txBody>
        </p:sp>
        <p:sp>
          <p:nvSpPr>
            <p:cNvPr id="12" name="Text Box 19">
              <a:extLst>
                <a:ext uri="{FF2B5EF4-FFF2-40B4-BE49-F238E27FC236}">
                  <a16:creationId xmlns:a16="http://schemas.microsoft.com/office/drawing/2014/main" id="{401E266A-3D2F-5AE7-BC56-F029D2F64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7496" y="2850924"/>
              <a:ext cx="2210948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  <a:latin typeface="Calibri"/>
                </a:rPr>
                <a:t>line-feed character</a:t>
              </a:r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2C17EBF5-98C0-053A-5B37-EAA6B545D5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05284" y="3150961"/>
              <a:ext cx="80962" cy="25241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F0A7EE-BB4A-82B4-D79B-FF8FE458222F}"/>
              </a:ext>
            </a:extLst>
          </p:cNvPr>
          <p:cNvGrpSpPr/>
          <p:nvPr/>
        </p:nvGrpSpPr>
        <p:grpSpPr>
          <a:xfrm>
            <a:off x="360975" y="3441398"/>
            <a:ext cx="2768375" cy="646331"/>
            <a:chOff x="304571" y="3050979"/>
            <a:chExt cx="3691166" cy="861775"/>
          </a:xfrm>
        </p:grpSpPr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A804CBF0-8A7F-B240-5EDB-CD83405B0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71" y="3050979"/>
              <a:ext cx="3222147" cy="86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800" dirty="0">
                  <a:solidFill>
                    <a:srgbClr val="000099"/>
                  </a:solidFill>
                  <a:latin typeface="Calibri"/>
                </a:rPr>
                <a:t>request line (GET, POST, 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800" dirty="0">
                  <a:solidFill>
                    <a:srgbClr val="000099"/>
                  </a:solidFill>
                  <a:latin typeface="Calibri"/>
                </a:rPr>
                <a:t>HEAD commands)</a:t>
              </a:r>
              <a:endParaRPr lang="en-US" altLang="en-US" sz="2100" dirty="0">
                <a:solidFill>
                  <a:srgbClr val="000099"/>
                </a:solidFill>
                <a:latin typeface="Calibri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EA459D3-6989-BEB4-7122-A81CA1A5C4EE}"/>
                </a:ext>
              </a:extLst>
            </p:cNvPr>
            <p:cNvCxnSpPr>
              <a:cxnSpLocks/>
            </p:cNvCxnSpPr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ln w="1905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04EFF0-27A0-65F3-6FD6-FAC62D7EAA9C}"/>
              </a:ext>
            </a:extLst>
          </p:cNvPr>
          <p:cNvGrpSpPr/>
          <p:nvPr/>
        </p:nvGrpSpPr>
        <p:grpSpPr>
          <a:xfrm>
            <a:off x="690476" y="5314751"/>
            <a:ext cx="2450441" cy="923330"/>
            <a:chOff x="743905" y="5548787"/>
            <a:chExt cx="3267254" cy="1231107"/>
          </a:xfrm>
        </p:grpSpPr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79BFFA6A-6148-01C9-F9C9-6BB3ACE21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984" y="5710011"/>
              <a:ext cx="51117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9BA84B2F-A437-5862-746F-23DD30801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905" y="5548787"/>
              <a:ext cx="2771636" cy="1231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en-US" altLang="en-US" sz="1500" dirty="0">
                  <a:solidFill>
                    <a:srgbClr val="000099"/>
                  </a:solidFill>
                  <a:latin typeface="Calibri"/>
                </a:rPr>
                <a:t>carriage return, line feed at start of line indicates end of header lines</a:t>
              </a:r>
              <a:endParaRPr lang="en-US" altLang="en-US" sz="1800" dirty="0">
                <a:solidFill>
                  <a:srgbClr val="000099"/>
                </a:solidFill>
                <a:latin typeface="Calibri"/>
              </a:endParaRPr>
            </a:p>
          </p:txBody>
        </p:sp>
      </p:grpSp>
      <p:sp>
        <p:nvSpPr>
          <p:cNvPr id="21" name="Left Brace 20">
            <a:extLst>
              <a:ext uri="{FF2B5EF4-FFF2-40B4-BE49-F238E27FC236}">
                <a16:creationId xmlns:a16="http://schemas.microsoft.com/office/drawing/2014/main" id="{119B6C89-33D3-7330-C625-972464277D2C}"/>
              </a:ext>
            </a:extLst>
          </p:cNvPr>
          <p:cNvSpPr/>
          <p:nvPr/>
        </p:nvSpPr>
        <p:spPr>
          <a:xfrm>
            <a:off x="2991984" y="3931234"/>
            <a:ext cx="163082" cy="1348352"/>
          </a:xfrm>
          <a:prstGeom prst="leftBrace">
            <a:avLst/>
          </a:prstGeom>
          <a:ln w="19050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8220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HTTP request message: general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0425BB4-2103-A194-907E-F6E189652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2499" y="2944018"/>
            <a:ext cx="827471" cy="50783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</a:rPr>
              <a:t>request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</a:rPr>
              <a:t>line</a:t>
            </a:r>
          </a:p>
        </p:txBody>
      </p:sp>
      <p:sp>
        <p:nvSpPr>
          <p:cNvPr id="22" name="Text Box 11">
            <a:extLst>
              <a:ext uri="{FF2B5EF4-FFF2-40B4-BE49-F238E27FC236}">
                <a16:creationId xmlns:a16="http://schemas.microsoft.com/office/drawing/2014/main" id="{289D9023-D7D4-A723-D2CA-229C9A5CD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926" y="3706018"/>
            <a:ext cx="785793" cy="50783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</a:rPr>
              <a:t>header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</a:rPr>
              <a:t>lines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51C37796-0C94-9CD4-8FD9-EDC1B75E4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0795" y="3383358"/>
            <a:ext cx="259556" cy="1364456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500" dirty="0">
              <a:solidFill>
                <a:prstClr val="black"/>
              </a:solidFill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FD3B9C35-B0C2-62A8-FEC4-002FC0BEC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0782" y="3345258"/>
            <a:ext cx="217885" cy="151328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500" dirty="0">
              <a:solidFill>
                <a:prstClr val="black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469BD79-5F03-B5B2-8B01-BAB8C5BC2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007" y="4925217"/>
            <a:ext cx="534591" cy="91201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500" dirty="0">
              <a:solidFill>
                <a:prstClr val="black"/>
              </a:solidFill>
            </a:endParaRPr>
          </a:p>
        </p:txBody>
      </p:sp>
      <p:sp>
        <p:nvSpPr>
          <p:cNvPr id="26" name="Text Box 16">
            <a:extLst>
              <a:ext uri="{FF2B5EF4-FFF2-40B4-BE49-F238E27FC236}">
                <a16:creationId xmlns:a16="http://schemas.microsoft.com/office/drawing/2014/main" id="{A4D10250-E291-8061-FC91-2FE21F5C8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117" y="5349079"/>
            <a:ext cx="603050" cy="30008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</a:rPr>
              <a:t>body</a:t>
            </a:r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799DE873-A07C-A53D-2000-57F5E960F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095" y="2971401"/>
            <a:ext cx="4229100" cy="33456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500" dirty="0">
              <a:solidFill>
                <a:prstClr val="black"/>
              </a:solidFill>
            </a:endParaRPr>
          </a:p>
        </p:txBody>
      </p:sp>
      <p:sp>
        <p:nvSpPr>
          <p:cNvPr id="28" name="Line 22">
            <a:extLst>
              <a:ext uri="{FF2B5EF4-FFF2-40B4-BE49-F238E27FC236}">
                <a16:creationId xmlns:a16="http://schemas.microsoft.com/office/drawing/2014/main" id="{E5D8E27A-7F29-43BE-3031-9705AB8E2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170" y="2973782"/>
            <a:ext cx="0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6C88EABA-38CB-A88D-F9B0-9BA6B554B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8545" y="2973782"/>
            <a:ext cx="0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Line 24">
            <a:extLst>
              <a:ext uri="{FF2B5EF4-FFF2-40B4-BE49-F238E27FC236}">
                <a16:creationId xmlns:a16="http://schemas.microsoft.com/office/drawing/2014/main" id="{08F7083B-6E2F-A269-6AE4-E102B2AA8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9620" y="2973782"/>
            <a:ext cx="0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Line 25">
            <a:extLst>
              <a:ext uri="{FF2B5EF4-FFF2-40B4-BE49-F238E27FC236}">
                <a16:creationId xmlns:a16="http://schemas.microsoft.com/office/drawing/2014/main" id="{FCD32C2A-A05E-7349-EDCC-9C23BED31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8707" y="2969020"/>
            <a:ext cx="0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Line 26">
            <a:extLst>
              <a:ext uri="{FF2B5EF4-FFF2-40B4-BE49-F238E27FC236}">
                <a16:creationId xmlns:a16="http://schemas.microsoft.com/office/drawing/2014/main" id="{6082F870-C538-85F1-08C2-E0B461C81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5020" y="2973782"/>
            <a:ext cx="0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Line 27">
            <a:extLst>
              <a:ext uri="{FF2B5EF4-FFF2-40B4-BE49-F238E27FC236}">
                <a16:creationId xmlns:a16="http://schemas.microsoft.com/office/drawing/2014/main" id="{DA27F8C1-323C-CF27-39AF-DA9EF03F37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3632" y="2973782"/>
            <a:ext cx="0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Text Box 28">
            <a:extLst>
              <a:ext uri="{FF2B5EF4-FFF2-40B4-BE49-F238E27FC236}">
                <a16:creationId xmlns:a16="http://schemas.microsoft.com/office/drawing/2014/main" id="{6C7D6C7F-362F-7159-8AD8-5B923B469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6964" y="2991642"/>
            <a:ext cx="82747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500" dirty="0">
                <a:solidFill>
                  <a:srgbClr val="000099"/>
                </a:solidFill>
              </a:rPr>
              <a:t>method</a:t>
            </a:r>
          </a:p>
        </p:txBody>
      </p:sp>
      <p:sp>
        <p:nvSpPr>
          <p:cNvPr id="35" name="Text Box 29">
            <a:extLst>
              <a:ext uri="{FF2B5EF4-FFF2-40B4-BE49-F238E27FC236}">
                <a16:creationId xmlns:a16="http://schemas.microsoft.com/office/drawing/2014/main" id="{28F03A92-1DF3-0BFD-767E-05CF40466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8501" y="2977355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sp</a:t>
            </a:r>
          </a:p>
        </p:txBody>
      </p:sp>
      <p:sp>
        <p:nvSpPr>
          <p:cNvPr id="36" name="Text Box 30">
            <a:extLst>
              <a:ext uri="{FF2B5EF4-FFF2-40B4-BE49-F238E27FC236}">
                <a16:creationId xmlns:a16="http://schemas.microsoft.com/office/drawing/2014/main" id="{5294F56D-18EA-6582-E297-71A60B6DB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2476" y="2982117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sp</a:t>
            </a:r>
          </a:p>
        </p:txBody>
      </p:sp>
      <p:sp>
        <p:nvSpPr>
          <p:cNvPr id="37" name="Text Box 31">
            <a:extLst>
              <a:ext uri="{FF2B5EF4-FFF2-40B4-BE49-F238E27FC236}">
                <a16:creationId xmlns:a16="http://schemas.microsoft.com/office/drawing/2014/main" id="{085BB7A7-C6E6-6010-A225-72AED1C97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926" y="2986880"/>
            <a:ext cx="3449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cr</a:t>
            </a:r>
          </a:p>
        </p:txBody>
      </p:sp>
      <p:sp>
        <p:nvSpPr>
          <p:cNvPr id="38" name="Text Box 32">
            <a:extLst>
              <a:ext uri="{FF2B5EF4-FFF2-40B4-BE49-F238E27FC236}">
                <a16:creationId xmlns:a16="http://schemas.microsoft.com/office/drawing/2014/main" id="{FAB9FBB1-E614-863C-DE69-87C84ADB4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9351" y="2995214"/>
            <a:ext cx="28084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lf</a:t>
            </a:r>
          </a:p>
        </p:txBody>
      </p:sp>
      <p:sp>
        <p:nvSpPr>
          <p:cNvPr id="39" name="Text Box 33">
            <a:extLst>
              <a:ext uri="{FF2B5EF4-FFF2-40B4-BE49-F238E27FC236}">
                <a16:creationId xmlns:a16="http://schemas.microsoft.com/office/drawing/2014/main" id="{33924F92-E1F0-CFE8-243A-2B275CDAB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5389" y="2982117"/>
            <a:ext cx="8066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500" dirty="0">
                <a:solidFill>
                  <a:srgbClr val="000099"/>
                </a:solidFill>
              </a:rPr>
              <a:t>version</a:t>
            </a:r>
          </a:p>
        </p:txBody>
      </p:sp>
      <p:sp>
        <p:nvSpPr>
          <p:cNvPr id="40" name="Text Box 34">
            <a:extLst>
              <a:ext uri="{FF2B5EF4-FFF2-40B4-BE49-F238E27FC236}">
                <a16:creationId xmlns:a16="http://schemas.microsoft.com/office/drawing/2014/main" id="{881C976B-15F6-DE3D-23B4-511347A81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6188" y="2991642"/>
            <a:ext cx="5709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500" dirty="0">
                <a:solidFill>
                  <a:srgbClr val="000099"/>
                </a:solidFill>
              </a:rPr>
              <a:t>URL</a:t>
            </a:r>
          </a:p>
        </p:txBody>
      </p:sp>
      <p:grpSp>
        <p:nvGrpSpPr>
          <p:cNvPr id="41" name="Group 45">
            <a:extLst>
              <a:ext uri="{FF2B5EF4-FFF2-40B4-BE49-F238E27FC236}">
                <a16:creationId xmlns:a16="http://schemas.microsoft.com/office/drawing/2014/main" id="{258DC424-46A5-5E04-7E85-856AC1796CA9}"/>
              </a:ext>
            </a:extLst>
          </p:cNvPr>
          <p:cNvGrpSpPr>
            <a:grpSpLocks/>
          </p:cNvGrpSpPr>
          <p:nvPr/>
        </p:nvGrpSpPr>
        <p:grpSpPr bwMode="auto">
          <a:xfrm>
            <a:off x="2954094" y="3304774"/>
            <a:ext cx="3426619" cy="346472"/>
            <a:chOff x="192" y="1894"/>
            <a:chExt cx="2878" cy="291"/>
          </a:xfrm>
        </p:grpSpPr>
        <p:sp>
          <p:nvSpPr>
            <p:cNvPr id="42" name="Rectangle 35">
              <a:extLst>
                <a:ext uri="{FF2B5EF4-FFF2-40B4-BE49-F238E27FC236}">
                  <a16:creationId xmlns:a16="http://schemas.microsoft.com/office/drawing/2014/main" id="{1F7FFE5B-3BED-B729-C232-791DCB809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43" name="Line 36">
              <a:extLst>
                <a:ext uri="{FF2B5EF4-FFF2-40B4-BE49-F238E27FC236}">
                  <a16:creationId xmlns:a16="http://schemas.microsoft.com/office/drawing/2014/main" id="{B4F5F4CD-FC25-65EC-A1CF-D59E2E0AC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Line 37">
              <a:extLst>
                <a:ext uri="{FF2B5EF4-FFF2-40B4-BE49-F238E27FC236}">
                  <a16:creationId xmlns:a16="http://schemas.microsoft.com/office/drawing/2014/main" id="{0EF095C4-D44F-F284-918C-606F804D4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Line 39">
              <a:extLst>
                <a:ext uri="{FF2B5EF4-FFF2-40B4-BE49-F238E27FC236}">
                  <a16:creationId xmlns:a16="http://schemas.microsoft.com/office/drawing/2014/main" id="{2D19B025-0420-1F09-2F7D-4E0E5D2094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Line 40">
              <a:extLst>
                <a:ext uri="{FF2B5EF4-FFF2-40B4-BE49-F238E27FC236}">
                  <a16:creationId xmlns:a16="http://schemas.microsoft.com/office/drawing/2014/main" id="{85067565-1B72-53C0-DE83-9F46A4944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92091945-3F30-FA21-8F78-8A77A75153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cr</a:t>
              </a:r>
            </a:p>
          </p:txBody>
        </p:sp>
        <p:sp>
          <p:nvSpPr>
            <p:cNvPr id="48" name="Text Box 42">
              <a:extLst>
                <a:ext uri="{FF2B5EF4-FFF2-40B4-BE49-F238E27FC236}">
                  <a16:creationId xmlns:a16="http://schemas.microsoft.com/office/drawing/2014/main" id="{F31FF258-A87D-CD17-D447-113A33C2F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23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lf</a:t>
              </a:r>
            </a:p>
          </p:txBody>
        </p:sp>
        <p:sp>
          <p:nvSpPr>
            <p:cNvPr id="49" name="Text Box 43">
              <a:extLst>
                <a:ext uri="{FF2B5EF4-FFF2-40B4-BE49-F238E27FC236}">
                  <a16:creationId xmlns:a16="http://schemas.microsoft.com/office/drawing/2014/main" id="{C4879EEE-1092-40C2-D9D3-1DFEF6362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5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srgbClr val="000099"/>
                  </a:solidFill>
                </a:rPr>
                <a:t>value</a:t>
              </a:r>
            </a:p>
          </p:txBody>
        </p:sp>
        <p:sp>
          <p:nvSpPr>
            <p:cNvPr id="50" name="Text Box 44">
              <a:extLst>
                <a:ext uri="{FF2B5EF4-FFF2-40B4-BE49-F238E27FC236}">
                  <a16:creationId xmlns:a16="http://schemas.microsoft.com/office/drawing/2014/main" id="{5D0FA041-755D-B458-3DFB-462DC3D66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45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srgbClr val="000099"/>
                  </a:solidFill>
                </a:rPr>
                <a:t>header field name</a:t>
              </a:r>
            </a:p>
          </p:txBody>
        </p:sp>
      </p:grpSp>
      <p:grpSp>
        <p:nvGrpSpPr>
          <p:cNvPr id="51" name="Group 46">
            <a:extLst>
              <a:ext uri="{FF2B5EF4-FFF2-40B4-BE49-F238E27FC236}">
                <a16:creationId xmlns:a16="http://schemas.microsoft.com/office/drawing/2014/main" id="{E0785DDB-A3EE-F909-5516-73F2BF4B9D44}"/>
              </a:ext>
            </a:extLst>
          </p:cNvPr>
          <p:cNvGrpSpPr>
            <a:grpSpLocks/>
          </p:cNvGrpSpPr>
          <p:nvPr/>
        </p:nvGrpSpPr>
        <p:grpSpPr bwMode="auto">
          <a:xfrm>
            <a:off x="2951713" y="4412055"/>
            <a:ext cx="3426619" cy="346472"/>
            <a:chOff x="192" y="1894"/>
            <a:chExt cx="2878" cy="291"/>
          </a:xfrm>
        </p:grpSpPr>
        <p:sp>
          <p:nvSpPr>
            <p:cNvPr id="52" name="Rectangle 47">
              <a:extLst>
                <a:ext uri="{FF2B5EF4-FFF2-40B4-BE49-F238E27FC236}">
                  <a16:creationId xmlns:a16="http://schemas.microsoft.com/office/drawing/2014/main" id="{9BEEA329-F179-6320-7355-AEE72187E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53" name="Line 48">
              <a:extLst>
                <a:ext uri="{FF2B5EF4-FFF2-40B4-BE49-F238E27FC236}">
                  <a16:creationId xmlns:a16="http://schemas.microsoft.com/office/drawing/2014/main" id="{8DE08305-B749-D904-7DC9-9EB403FCB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Line 49">
              <a:extLst>
                <a:ext uri="{FF2B5EF4-FFF2-40B4-BE49-F238E27FC236}">
                  <a16:creationId xmlns:a16="http://schemas.microsoft.com/office/drawing/2014/main" id="{3BC2FE12-AEF0-C01E-91E7-A82BE687C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Line 50">
              <a:extLst>
                <a:ext uri="{FF2B5EF4-FFF2-40B4-BE49-F238E27FC236}">
                  <a16:creationId xmlns:a16="http://schemas.microsoft.com/office/drawing/2014/main" id="{0FB66CA6-E816-809E-21E8-AE137B5C5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Line 51">
              <a:extLst>
                <a:ext uri="{FF2B5EF4-FFF2-40B4-BE49-F238E27FC236}">
                  <a16:creationId xmlns:a16="http://schemas.microsoft.com/office/drawing/2014/main" id="{3F984116-C080-3DDD-375A-47D2226B4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Text Box 52">
              <a:extLst>
                <a:ext uri="{FF2B5EF4-FFF2-40B4-BE49-F238E27FC236}">
                  <a16:creationId xmlns:a16="http://schemas.microsoft.com/office/drawing/2014/main" id="{B65312F4-B9B1-D722-8507-3F7292963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cr</a:t>
              </a:r>
            </a:p>
          </p:txBody>
        </p:sp>
        <p:sp>
          <p:nvSpPr>
            <p:cNvPr id="58" name="Text Box 53">
              <a:extLst>
                <a:ext uri="{FF2B5EF4-FFF2-40B4-BE49-F238E27FC236}">
                  <a16:creationId xmlns:a16="http://schemas.microsoft.com/office/drawing/2014/main" id="{7DEC2967-7F75-4431-EBE7-04E2C282A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23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lf</a:t>
              </a:r>
            </a:p>
          </p:txBody>
        </p:sp>
        <p:sp>
          <p:nvSpPr>
            <p:cNvPr id="59" name="Text Box 54">
              <a:extLst>
                <a:ext uri="{FF2B5EF4-FFF2-40B4-BE49-F238E27FC236}">
                  <a16:creationId xmlns:a16="http://schemas.microsoft.com/office/drawing/2014/main" id="{A02F65E3-443D-59DF-5836-E58AEF33C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5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srgbClr val="000099"/>
                  </a:solidFill>
                </a:rPr>
                <a:t>value</a:t>
              </a:r>
            </a:p>
          </p:txBody>
        </p:sp>
        <p:sp>
          <p:nvSpPr>
            <p:cNvPr id="60" name="Text Box 55">
              <a:extLst>
                <a:ext uri="{FF2B5EF4-FFF2-40B4-BE49-F238E27FC236}">
                  <a16:creationId xmlns:a16="http://schemas.microsoft.com/office/drawing/2014/main" id="{5BB2292C-134A-D4B3-956E-FA0041DE1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45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srgbClr val="000099"/>
                  </a:solidFill>
                </a:rPr>
                <a:t>header field name</a:t>
              </a:r>
            </a:p>
          </p:txBody>
        </p:sp>
      </p:grpSp>
      <p:sp>
        <p:nvSpPr>
          <p:cNvPr id="61" name="Line 56">
            <a:extLst>
              <a:ext uri="{FF2B5EF4-FFF2-40B4-BE49-F238E27FC236}">
                <a16:creationId xmlns:a16="http://schemas.microsoft.com/office/drawing/2014/main" id="{66D8CFB5-6964-205B-F5A3-CEAE2FD87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4095" y="3640532"/>
            <a:ext cx="0" cy="781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DF87079-6F75-50C8-184D-5D2FCDA088D1}"/>
              </a:ext>
            </a:extLst>
          </p:cNvPr>
          <p:cNvGrpSpPr>
            <a:grpSpLocks/>
          </p:cNvGrpSpPr>
          <p:nvPr/>
        </p:nvGrpSpPr>
        <p:grpSpPr bwMode="auto">
          <a:xfrm>
            <a:off x="2827889" y="3808410"/>
            <a:ext cx="296466" cy="371475"/>
            <a:chOff x="462" y="1727"/>
            <a:chExt cx="249" cy="312"/>
          </a:xfrm>
        </p:grpSpPr>
        <p:sp>
          <p:nvSpPr>
            <p:cNvPr id="63" name="Rectangle 59">
              <a:extLst>
                <a:ext uri="{FF2B5EF4-FFF2-40B4-BE49-F238E27FC236}">
                  <a16:creationId xmlns:a16="http://schemas.microsoft.com/office/drawing/2014/main" id="{5B066EC4-C35F-29D0-BA1C-8ADACC7DD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64" name="Text Box 57">
              <a:extLst>
                <a:ext uri="{FF2B5EF4-FFF2-40B4-BE49-F238E27FC236}">
                  <a16:creationId xmlns:a16="http://schemas.microsoft.com/office/drawing/2014/main" id="{321DC3D1-FD4F-207C-C026-EEAC7002F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~</a:t>
              </a:r>
            </a:p>
          </p:txBody>
        </p:sp>
        <p:sp>
          <p:nvSpPr>
            <p:cNvPr id="65" name="Text Box 58">
              <a:extLst>
                <a:ext uri="{FF2B5EF4-FFF2-40B4-BE49-F238E27FC236}">
                  <a16:creationId xmlns:a16="http://schemas.microsoft.com/office/drawing/2014/main" id="{D17EBB51-56AC-643E-22B9-76DAA0736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~</a:t>
              </a:r>
            </a:p>
          </p:txBody>
        </p:sp>
      </p:grpSp>
      <p:sp>
        <p:nvSpPr>
          <p:cNvPr id="66" name="Line 62">
            <a:extLst>
              <a:ext uri="{FF2B5EF4-FFF2-40B4-BE49-F238E27FC236}">
                <a16:creationId xmlns:a16="http://schemas.microsoft.com/office/drawing/2014/main" id="{171DD2E0-11EC-FAB2-DD81-C16CAAFACC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7142" y="3631007"/>
            <a:ext cx="0" cy="781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7" name="Group 63">
            <a:extLst>
              <a:ext uri="{FF2B5EF4-FFF2-40B4-BE49-F238E27FC236}">
                <a16:creationId xmlns:a16="http://schemas.microsoft.com/office/drawing/2014/main" id="{FC61EA1F-1DA7-C55C-A909-D801523B4FCE}"/>
              </a:ext>
            </a:extLst>
          </p:cNvPr>
          <p:cNvGrpSpPr>
            <a:grpSpLocks/>
          </p:cNvGrpSpPr>
          <p:nvPr/>
        </p:nvGrpSpPr>
        <p:grpSpPr bwMode="auto">
          <a:xfrm>
            <a:off x="6250935" y="3798885"/>
            <a:ext cx="296466" cy="371475"/>
            <a:chOff x="462" y="1727"/>
            <a:chExt cx="249" cy="312"/>
          </a:xfrm>
        </p:grpSpPr>
        <p:sp>
          <p:nvSpPr>
            <p:cNvPr id="68" name="Rectangle 64">
              <a:extLst>
                <a:ext uri="{FF2B5EF4-FFF2-40B4-BE49-F238E27FC236}">
                  <a16:creationId xmlns:a16="http://schemas.microsoft.com/office/drawing/2014/main" id="{58C31A84-B3E6-1D58-F3E1-13DC6DBCD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69" name="Text Box 65">
              <a:extLst>
                <a:ext uri="{FF2B5EF4-FFF2-40B4-BE49-F238E27FC236}">
                  <a16:creationId xmlns:a16="http://schemas.microsoft.com/office/drawing/2014/main" id="{46ADA9D1-3942-9B4E-8528-044952452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~</a:t>
              </a:r>
            </a:p>
          </p:txBody>
        </p:sp>
        <p:sp>
          <p:nvSpPr>
            <p:cNvPr id="70" name="Text Box 66">
              <a:extLst>
                <a:ext uri="{FF2B5EF4-FFF2-40B4-BE49-F238E27FC236}">
                  <a16:creationId xmlns:a16="http://schemas.microsoft.com/office/drawing/2014/main" id="{BD0EC2D1-B1CA-F718-B1C7-F1C7B4458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~</a:t>
              </a:r>
            </a:p>
          </p:txBody>
        </p:sp>
      </p:grpSp>
      <p:grpSp>
        <p:nvGrpSpPr>
          <p:cNvPr id="71" name="Group 77">
            <a:extLst>
              <a:ext uri="{FF2B5EF4-FFF2-40B4-BE49-F238E27FC236}">
                <a16:creationId xmlns:a16="http://schemas.microsoft.com/office/drawing/2014/main" id="{C9030FB4-5BC4-9E5D-0B2A-8636C48D2480}"/>
              </a:ext>
            </a:extLst>
          </p:cNvPr>
          <p:cNvGrpSpPr>
            <a:grpSpLocks/>
          </p:cNvGrpSpPr>
          <p:nvPr/>
        </p:nvGrpSpPr>
        <p:grpSpPr bwMode="auto">
          <a:xfrm>
            <a:off x="2950523" y="4746622"/>
            <a:ext cx="722709" cy="346471"/>
            <a:chOff x="3105" y="2650"/>
            <a:chExt cx="607" cy="291"/>
          </a:xfrm>
        </p:grpSpPr>
        <p:sp>
          <p:nvSpPr>
            <p:cNvPr id="72" name="Rectangle 68">
              <a:extLst>
                <a:ext uri="{FF2B5EF4-FFF2-40B4-BE49-F238E27FC236}">
                  <a16:creationId xmlns:a16="http://schemas.microsoft.com/office/drawing/2014/main" id="{59D10BA0-3E61-6083-A099-39FB18CD6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2650"/>
              <a:ext cx="607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73" name="Line 72">
              <a:extLst>
                <a:ext uri="{FF2B5EF4-FFF2-40B4-BE49-F238E27FC236}">
                  <a16:creationId xmlns:a16="http://schemas.microsoft.com/office/drawing/2014/main" id="{1C468A3D-91CE-4DBF-163E-1C5E75493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652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Text Box 73">
              <a:extLst>
                <a:ext uri="{FF2B5EF4-FFF2-40B4-BE49-F238E27FC236}">
                  <a16:creationId xmlns:a16="http://schemas.microsoft.com/office/drawing/2014/main" id="{4E9F1919-780D-5AFD-A330-4D7769877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663"/>
              <a:ext cx="2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cr</a:t>
              </a:r>
            </a:p>
          </p:txBody>
        </p:sp>
        <p:sp>
          <p:nvSpPr>
            <p:cNvPr id="75" name="Text Box 74">
              <a:extLst>
                <a:ext uri="{FF2B5EF4-FFF2-40B4-BE49-F238E27FC236}">
                  <a16:creationId xmlns:a16="http://schemas.microsoft.com/office/drawing/2014/main" id="{C19F119A-413F-3825-53A4-8847B8AD7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670"/>
              <a:ext cx="23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lf</a:t>
              </a:r>
            </a:p>
          </p:txBody>
        </p:sp>
      </p:grpSp>
      <p:sp>
        <p:nvSpPr>
          <p:cNvPr id="76" name="Rectangle 78">
            <a:extLst>
              <a:ext uri="{FF2B5EF4-FFF2-40B4-BE49-F238E27FC236}">
                <a16:creationId xmlns:a16="http://schemas.microsoft.com/office/drawing/2014/main" id="{2ED907D4-B8D3-0653-735C-3D90D779B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0524" y="5082380"/>
            <a:ext cx="3877865" cy="84058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500" dirty="0">
              <a:solidFill>
                <a:prstClr val="black"/>
              </a:solidFill>
            </a:endParaRPr>
          </a:p>
        </p:txBody>
      </p:sp>
      <p:sp>
        <p:nvSpPr>
          <p:cNvPr id="77" name="Text Box 80">
            <a:extLst>
              <a:ext uri="{FF2B5EF4-FFF2-40B4-BE49-F238E27FC236}">
                <a16:creationId xmlns:a16="http://schemas.microsoft.com/office/drawing/2014/main" id="{CBC729AD-E304-E2C2-EA6A-D877F110E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086" y="5325267"/>
            <a:ext cx="111601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500" dirty="0">
                <a:solidFill>
                  <a:srgbClr val="000099"/>
                </a:solidFill>
              </a:rPr>
              <a:t>entity body</a:t>
            </a:r>
          </a:p>
        </p:txBody>
      </p:sp>
      <p:grpSp>
        <p:nvGrpSpPr>
          <p:cNvPr id="78" name="Group 81">
            <a:extLst>
              <a:ext uri="{FF2B5EF4-FFF2-40B4-BE49-F238E27FC236}">
                <a16:creationId xmlns:a16="http://schemas.microsoft.com/office/drawing/2014/main" id="{9FA48854-731B-33C6-EC56-44FC69398E93}"/>
              </a:ext>
            </a:extLst>
          </p:cNvPr>
          <p:cNvGrpSpPr>
            <a:grpSpLocks/>
          </p:cNvGrpSpPr>
          <p:nvPr/>
        </p:nvGrpSpPr>
        <p:grpSpPr bwMode="auto">
          <a:xfrm>
            <a:off x="2827889" y="5335983"/>
            <a:ext cx="296466" cy="371476"/>
            <a:chOff x="462" y="1727"/>
            <a:chExt cx="249" cy="312"/>
          </a:xfrm>
        </p:grpSpPr>
        <p:sp>
          <p:nvSpPr>
            <p:cNvPr id="79" name="Rectangle 82">
              <a:extLst>
                <a:ext uri="{FF2B5EF4-FFF2-40B4-BE49-F238E27FC236}">
                  <a16:creationId xmlns:a16="http://schemas.microsoft.com/office/drawing/2014/main" id="{8A1BC13B-2A33-FAE1-C5E1-BB62F1958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80" name="Text Box 83">
              <a:extLst>
                <a:ext uri="{FF2B5EF4-FFF2-40B4-BE49-F238E27FC236}">
                  <a16:creationId xmlns:a16="http://schemas.microsoft.com/office/drawing/2014/main" id="{82100D8D-15A1-92EF-38B7-E0492FAE7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~</a:t>
              </a:r>
            </a:p>
          </p:txBody>
        </p:sp>
        <p:sp>
          <p:nvSpPr>
            <p:cNvPr id="81" name="Text Box 84">
              <a:extLst>
                <a:ext uri="{FF2B5EF4-FFF2-40B4-BE49-F238E27FC236}">
                  <a16:creationId xmlns:a16="http://schemas.microsoft.com/office/drawing/2014/main" id="{8DEBD011-43C6-53C9-A896-D12A20E0A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~</a:t>
              </a:r>
            </a:p>
          </p:txBody>
        </p:sp>
      </p:grpSp>
      <p:grpSp>
        <p:nvGrpSpPr>
          <p:cNvPr id="82" name="Group 85">
            <a:extLst>
              <a:ext uri="{FF2B5EF4-FFF2-40B4-BE49-F238E27FC236}">
                <a16:creationId xmlns:a16="http://schemas.microsoft.com/office/drawing/2014/main" id="{55C8BC11-63C5-D5D5-1B4D-426C1C007675}"/>
              </a:ext>
            </a:extLst>
          </p:cNvPr>
          <p:cNvGrpSpPr>
            <a:grpSpLocks/>
          </p:cNvGrpSpPr>
          <p:nvPr/>
        </p:nvGrpSpPr>
        <p:grpSpPr bwMode="auto">
          <a:xfrm>
            <a:off x="6697420" y="5328839"/>
            <a:ext cx="296466" cy="371476"/>
            <a:chOff x="462" y="1727"/>
            <a:chExt cx="249" cy="312"/>
          </a:xfrm>
        </p:grpSpPr>
        <p:sp>
          <p:nvSpPr>
            <p:cNvPr id="83" name="Rectangle 86">
              <a:extLst>
                <a:ext uri="{FF2B5EF4-FFF2-40B4-BE49-F238E27FC236}">
                  <a16:creationId xmlns:a16="http://schemas.microsoft.com/office/drawing/2014/main" id="{05E96F43-E915-7AC6-6708-4924A410A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84" name="Text Box 87">
              <a:extLst>
                <a:ext uri="{FF2B5EF4-FFF2-40B4-BE49-F238E27FC236}">
                  <a16:creationId xmlns:a16="http://schemas.microsoft.com/office/drawing/2014/main" id="{53851F1C-2A1C-58EF-D59B-6DBA52BB7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~</a:t>
              </a:r>
            </a:p>
          </p:txBody>
        </p:sp>
        <p:sp>
          <p:nvSpPr>
            <p:cNvPr id="85" name="Text Box 88">
              <a:extLst>
                <a:ext uri="{FF2B5EF4-FFF2-40B4-BE49-F238E27FC236}">
                  <a16:creationId xmlns:a16="http://schemas.microsoft.com/office/drawing/2014/main" id="{4C009844-FBB9-4A34-CE74-1AFB87414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~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3ED6913-2627-3716-65AA-F6550CABC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46" y="1966256"/>
            <a:ext cx="4354950" cy="134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68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Other HTTP request messages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4CEA7D-BB8E-0AFA-2AF6-70EE0494C323}"/>
              </a:ext>
            </a:extLst>
          </p:cNvPr>
          <p:cNvSpPr txBox="1">
            <a:spLocks noChangeArrowheads="1"/>
          </p:cNvSpPr>
          <p:nvPr/>
        </p:nvSpPr>
        <p:spPr>
          <a:xfrm>
            <a:off x="514180" y="2152795"/>
            <a:ext cx="3513535" cy="127620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16" indent="0" defTabSz="685800">
              <a:spcBef>
                <a:spcPts val="750"/>
              </a:spcBef>
              <a:buNone/>
              <a:defRPr/>
            </a:pPr>
            <a:r>
              <a:rPr lang="en-US" sz="2100" u="sng" dirty="0">
                <a:solidFill>
                  <a:srgbClr val="CC0000"/>
                </a:solidFill>
                <a:latin typeface="Calibri"/>
              </a:rPr>
              <a:t>POST method:</a:t>
            </a:r>
          </a:p>
          <a:p>
            <a:pPr marL="175022" indent="-175022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Submit data to the server, usually to create or update a resource</a:t>
            </a:r>
          </a:p>
          <a:p>
            <a:pPr marL="175022" indent="-175022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user input sent from client to server in entity body of HTTP POST request message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4C17304-9EC6-3BA1-89C9-BB22F7441C23}"/>
              </a:ext>
            </a:extLst>
          </p:cNvPr>
          <p:cNvSpPr txBox="1">
            <a:spLocks noChangeArrowheads="1"/>
          </p:cNvSpPr>
          <p:nvPr/>
        </p:nvSpPr>
        <p:spPr>
          <a:xfrm>
            <a:off x="514180" y="4207473"/>
            <a:ext cx="4155791" cy="127620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16" indent="0" defTabSz="685800">
              <a:spcBef>
                <a:spcPts val="750"/>
              </a:spcBef>
              <a:buNone/>
              <a:defRPr/>
            </a:pPr>
            <a:r>
              <a:rPr lang="en-US" sz="2100" u="sng" dirty="0">
                <a:solidFill>
                  <a:srgbClr val="CC0000"/>
                </a:solidFill>
                <a:latin typeface="Calibri"/>
              </a:rPr>
              <a:t>GET method </a:t>
            </a:r>
            <a:r>
              <a:rPr lang="en-US" sz="1800" dirty="0">
                <a:solidFill>
                  <a:prstClr val="black"/>
                </a:solidFill>
                <a:latin typeface="Calibri"/>
              </a:rPr>
              <a:t>:</a:t>
            </a:r>
            <a:endParaRPr lang="en-US" sz="2100" dirty="0">
              <a:solidFill>
                <a:prstClr val="black"/>
              </a:solidFill>
              <a:latin typeface="Calibri"/>
            </a:endParaRPr>
          </a:p>
          <a:p>
            <a:pPr marL="175022" indent="-175022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Retrieve data from the server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69DF0CE-7F2D-C993-7655-3F7E440622BA}"/>
              </a:ext>
            </a:extLst>
          </p:cNvPr>
          <p:cNvSpPr txBox="1">
            <a:spLocks noChangeArrowheads="1"/>
          </p:cNvSpPr>
          <p:nvPr/>
        </p:nvSpPr>
        <p:spPr>
          <a:xfrm>
            <a:off x="5243819" y="2171700"/>
            <a:ext cx="3513535" cy="127620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16" indent="0" defTabSz="685800">
              <a:spcBef>
                <a:spcPts val="750"/>
              </a:spcBef>
              <a:buNone/>
              <a:defRPr/>
            </a:pPr>
            <a:r>
              <a:rPr lang="en-US" sz="2100" u="sng" dirty="0">
                <a:solidFill>
                  <a:srgbClr val="CC0000"/>
                </a:solidFill>
                <a:latin typeface="Calibri"/>
              </a:rPr>
              <a:t>HEAD method:</a:t>
            </a:r>
          </a:p>
          <a:p>
            <a:pPr marL="175022" indent="-175022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requests headers (only) that would be returned</a:t>
            </a:r>
            <a:r>
              <a:rPr lang="en-US" sz="1800" i="1" dirty="0">
                <a:solidFill>
                  <a:prstClr val="black"/>
                </a:solidFill>
                <a:latin typeface="Calibri"/>
              </a:rPr>
              <a:t> if </a:t>
            </a:r>
            <a:r>
              <a:rPr lang="en-US" sz="1800" dirty="0">
                <a:solidFill>
                  <a:prstClr val="black"/>
                </a:solidFill>
                <a:latin typeface="Calibri"/>
              </a:rPr>
              <a:t>specified URL were requested  with an HTTP GET method.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B58646C-6201-8D87-DE47-E1A24278FEDF}"/>
              </a:ext>
            </a:extLst>
          </p:cNvPr>
          <p:cNvSpPr txBox="1">
            <a:spLocks noChangeArrowheads="1"/>
          </p:cNvSpPr>
          <p:nvPr/>
        </p:nvSpPr>
        <p:spPr>
          <a:xfrm>
            <a:off x="5245029" y="3736895"/>
            <a:ext cx="3513535" cy="127620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16" indent="0" defTabSz="685800">
              <a:spcBef>
                <a:spcPts val="750"/>
              </a:spcBef>
              <a:buNone/>
              <a:defRPr/>
            </a:pPr>
            <a:r>
              <a:rPr lang="en-US" sz="2100" u="sng" dirty="0">
                <a:solidFill>
                  <a:srgbClr val="CC0000"/>
                </a:solidFill>
                <a:latin typeface="Calibri"/>
              </a:rPr>
              <a:t>PUT method:</a:t>
            </a:r>
          </a:p>
          <a:p>
            <a:pPr marL="175022" indent="-175022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uploads new file (object) to server</a:t>
            </a:r>
          </a:p>
          <a:p>
            <a:pPr marL="175022" indent="-175022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completely replaces file that exists at specified URL with content in entity body of POST HTTP request message</a:t>
            </a:r>
          </a:p>
        </p:txBody>
      </p:sp>
    </p:spTree>
    <p:extLst>
      <p:ext uri="{BB962C8B-B14F-4D97-AF65-F5344CB8AC3E}">
        <p14:creationId xmlns:p14="http://schemas.microsoft.com/office/powerpoint/2010/main" val="9061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HTTP response message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CA8BB464-7752-C5AC-726E-2E8240F3E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3" y="2626363"/>
            <a:ext cx="30420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0000A3"/>
                </a:solidFill>
                <a:latin typeface="Calibri"/>
              </a:rPr>
              <a:t>status line (protocol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0000A3"/>
                </a:solidFill>
                <a:latin typeface="Calibri"/>
              </a:rPr>
              <a:t>status code status phrase)</a:t>
            </a:r>
            <a:endParaRPr lang="en-US" altLang="en-US" sz="2100" dirty="0">
              <a:solidFill>
                <a:srgbClr val="0000A3"/>
              </a:solidFill>
              <a:latin typeface="Calibri"/>
            </a:endParaRP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A0EC3D54-E11C-C222-9970-F30AFC6B9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146" y="3698286"/>
            <a:ext cx="8499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0000A3"/>
                </a:solidFill>
                <a:latin typeface="Calibri"/>
              </a:rPr>
              <a:t>header</a:t>
            </a:r>
          </a:p>
          <a:p>
            <a:pPr algn="r" defTabSz="685800"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0000A3"/>
                </a:solidFill>
                <a:latin typeface="Calibri"/>
              </a:rPr>
              <a:t> lines</a:t>
            </a:r>
            <a:endParaRPr lang="en-US" altLang="en-US" sz="2100" dirty="0">
              <a:solidFill>
                <a:srgbClr val="0000A3"/>
              </a:solidFill>
              <a:latin typeface="Calibri"/>
            </a:endParaRP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072656A0-C3A3-05AC-6A11-882152ACE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298" y="4914935"/>
            <a:ext cx="270216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0000A3"/>
                </a:solidFill>
                <a:latin typeface="Calibri"/>
              </a:rPr>
              <a:t>data, e.g.,  requested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0000A3"/>
                </a:solidFill>
                <a:latin typeface="Calibri"/>
              </a:rPr>
              <a:t>HTML file</a:t>
            </a:r>
            <a:endParaRPr lang="en-US" altLang="en-US" sz="2100" dirty="0">
              <a:solidFill>
                <a:srgbClr val="0000A3"/>
              </a:solidFill>
              <a:latin typeface="Calibri"/>
            </a:endParaRP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981EADC8-DD37-EF05-30C4-82C1700E4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611" y="2742724"/>
            <a:ext cx="4733925" cy="2548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sz="1350" b="1" dirty="0">
                <a:solidFill>
                  <a:prstClr val="black"/>
                </a:solidFill>
                <a:latin typeface="Courier" pitchFamily="2" charset="0"/>
                <a:cs typeface="Courier New" panose="02070309020205020404" pitchFamily="49" charset="0"/>
              </a:rPr>
              <a:t>HTTP/1.1 200 OK</a:t>
            </a:r>
          </a:p>
          <a:p>
            <a:pPr marL="257175" indent="-257175" defTabSz="685800">
              <a:defRPr/>
            </a:pPr>
            <a:r>
              <a:rPr lang="en-US" sz="1350" b="1" dirty="0">
                <a:solidFill>
                  <a:prstClr val="black"/>
                </a:solidFill>
                <a:latin typeface="Courier" pitchFamily="2" charset="0"/>
                <a:cs typeface="Courier New" panose="02070309020205020404" pitchFamily="49" charset="0"/>
              </a:rPr>
              <a:t>Date: Tue, 08 Sep 2020 00:53:20 GMT</a:t>
            </a:r>
          </a:p>
          <a:p>
            <a:pPr marL="257175" indent="-257175" defTabSz="685800">
              <a:defRPr/>
            </a:pPr>
            <a:r>
              <a:rPr lang="en-US" sz="1350" b="1" dirty="0">
                <a:solidFill>
                  <a:prstClr val="black"/>
                </a:solidFill>
                <a:latin typeface="Courier" pitchFamily="2" charset="0"/>
                <a:cs typeface="Courier New" panose="02070309020205020404" pitchFamily="49" charset="0"/>
              </a:rPr>
              <a:t>Server: Apache/2.4.6 (CentOS) OpenSSL/1.0.2k-fips PHP/7.4.9 mod_perl/2.0.11 Perl/v5.16.3</a:t>
            </a:r>
          </a:p>
          <a:p>
            <a:pPr marL="257175" indent="-257175" defTabSz="685800">
              <a:defRPr/>
            </a:pPr>
            <a:r>
              <a:rPr lang="en-US" sz="1350" b="1" dirty="0">
                <a:solidFill>
                  <a:prstClr val="black"/>
                </a:solidFill>
                <a:latin typeface="Courier" pitchFamily="2" charset="0"/>
                <a:cs typeface="Courier New" panose="02070309020205020404" pitchFamily="49" charset="0"/>
              </a:rPr>
              <a:t>Last-Modified: Tue, 01 Mar 2016 18:57:50 GMT</a:t>
            </a:r>
          </a:p>
          <a:p>
            <a:pPr marL="257175" indent="-257175" defTabSz="685800">
              <a:defRPr/>
            </a:pPr>
            <a:r>
              <a:rPr lang="en-US" sz="1350" b="1" dirty="0">
                <a:solidFill>
                  <a:prstClr val="black"/>
                </a:solidFill>
                <a:latin typeface="Courier" pitchFamily="2" charset="0"/>
                <a:cs typeface="Courier New" panose="02070309020205020404" pitchFamily="49" charset="0"/>
              </a:rPr>
              <a:t>ETag: "a5b-52d015789ee9e"</a:t>
            </a:r>
          </a:p>
          <a:p>
            <a:pPr marL="257175" indent="-257175" defTabSz="685800">
              <a:defRPr/>
            </a:pPr>
            <a:r>
              <a:rPr lang="en-US" sz="1350" b="1" dirty="0">
                <a:solidFill>
                  <a:prstClr val="black"/>
                </a:solidFill>
                <a:latin typeface="Courier" pitchFamily="2" charset="0"/>
                <a:cs typeface="Courier New" panose="02070309020205020404" pitchFamily="49" charset="0"/>
              </a:rPr>
              <a:t>Accept-Ranges: bytes</a:t>
            </a:r>
          </a:p>
          <a:p>
            <a:pPr marL="257175" indent="-257175" defTabSz="685800">
              <a:defRPr/>
            </a:pPr>
            <a:r>
              <a:rPr lang="en-US" sz="1350" b="1" dirty="0">
                <a:solidFill>
                  <a:prstClr val="black"/>
                </a:solidFill>
                <a:latin typeface="Courier" pitchFamily="2" charset="0"/>
                <a:cs typeface="Courier New" panose="02070309020205020404" pitchFamily="49" charset="0"/>
              </a:rPr>
              <a:t>Content-Length: 2651</a:t>
            </a:r>
          </a:p>
          <a:p>
            <a:pPr marL="257175" indent="-257175" defTabSz="685800">
              <a:defRPr/>
            </a:pPr>
            <a:r>
              <a:rPr lang="en-US" sz="1350" b="1" dirty="0">
                <a:solidFill>
                  <a:prstClr val="black"/>
                </a:solidFill>
                <a:latin typeface="Courier" pitchFamily="2" charset="0"/>
                <a:cs typeface="Courier New" panose="02070309020205020404" pitchFamily="49" charset="0"/>
              </a:rPr>
              <a:t>Content-Type: text/html; charset=UTF-8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\r\n</a:t>
            </a:r>
          </a:p>
          <a:p>
            <a:pPr marL="257175" indent="-257175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it-IT" altLang="en-US" sz="1350" b="1" dirty="0">
                <a:solidFill>
                  <a:prstClr val="black"/>
                </a:solidFill>
                <a:latin typeface="Courier New" panose="02070309020205020404" pitchFamily="49" charset="0"/>
              </a:rPr>
              <a:t>data data data data data ... </a:t>
            </a:r>
            <a:endParaRPr lang="en-US" altLang="en-US" sz="1350" b="1" dirty="0">
              <a:solidFill>
                <a:prstClr val="black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F0418A-901C-F3B2-E6D7-E5517AD7D9D7}"/>
              </a:ext>
            </a:extLst>
          </p:cNvPr>
          <p:cNvCxnSpPr>
            <a:cxnSpLocks/>
          </p:cNvCxnSpPr>
          <p:nvPr/>
        </p:nvCxnSpPr>
        <p:spPr>
          <a:xfrm>
            <a:off x="2695405" y="2843930"/>
            <a:ext cx="1077686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F078A5-3922-20C1-5078-BDD229F4B497}"/>
              </a:ext>
            </a:extLst>
          </p:cNvPr>
          <p:cNvCxnSpPr>
            <a:cxnSpLocks/>
          </p:cNvCxnSpPr>
          <p:nvPr/>
        </p:nvCxnSpPr>
        <p:spPr>
          <a:xfrm>
            <a:off x="2732143" y="5097273"/>
            <a:ext cx="1077686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eft Brace 26">
            <a:extLst>
              <a:ext uri="{FF2B5EF4-FFF2-40B4-BE49-F238E27FC236}">
                <a16:creationId xmlns:a16="http://schemas.microsoft.com/office/drawing/2014/main" id="{6D6B91F8-A4AA-8CE8-B382-801DDB914398}"/>
              </a:ext>
            </a:extLst>
          </p:cNvPr>
          <p:cNvSpPr/>
          <p:nvPr/>
        </p:nvSpPr>
        <p:spPr>
          <a:xfrm>
            <a:off x="3722914" y="3002615"/>
            <a:ext cx="195944" cy="2020661"/>
          </a:xfrm>
          <a:prstGeom prst="leftBrace">
            <a:avLst/>
          </a:prstGeom>
          <a:ln w="22225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506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HTTP response status codes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AB91FDA-ED02-12FF-D86C-589E670FCB65}"/>
              </a:ext>
            </a:extLst>
          </p:cNvPr>
          <p:cNvSpPr txBox="1">
            <a:spLocks noChangeArrowheads="1"/>
          </p:cNvSpPr>
          <p:nvPr/>
        </p:nvSpPr>
        <p:spPr>
          <a:xfrm>
            <a:off x="884903" y="2860373"/>
            <a:ext cx="8008725" cy="312658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lnSpc>
                <a:spcPct val="95000"/>
              </a:lnSpc>
              <a:spcBef>
                <a:spcPts val="30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200 OK</a:t>
            </a:r>
          </a:p>
          <a:p>
            <a:pPr marL="521494" lvl="1" indent="-173831" defTabSz="685800">
              <a:lnSpc>
                <a:spcPct val="95000"/>
              </a:lnSpc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request succeeded, requested object later in this message</a:t>
            </a:r>
          </a:p>
          <a:p>
            <a:pPr marL="264319" indent="-166688" defTabSz="685800">
              <a:lnSpc>
                <a:spcPct val="95000"/>
              </a:lnSpc>
              <a:spcBef>
                <a:spcPts val="30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301 Moved Permanently</a:t>
            </a:r>
          </a:p>
          <a:p>
            <a:pPr marL="521494" lvl="1" indent="-173831" defTabSz="685800">
              <a:lnSpc>
                <a:spcPct val="95000"/>
              </a:lnSpc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requested object moved, new location specified later in this message (in Location: field)</a:t>
            </a:r>
          </a:p>
          <a:p>
            <a:pPr marL="264319" indent="-166688" defTabSz="685800">
              <a:lnSpc>
                <a:spcPct val="95000"/>
              </a:lnSpc>
              <a:spcBef>
                <a:spcPts val="30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400 Bad Request</a:t>
            </a:r>
          </a:p>
          <a:p>
            <a:pPr marL="521494" lvl="1" indent="-173831" defTabSz="685800">
              <a:lnSpc>
                <a:spcPct val="95000"/>
              </a:lnSpc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request msg not understood by server</a:t>
            </a:r>
          </a:p>
          <a:p>
            <a:pPr marL="264319" indent="-166688" defTabSz="685800">
              <a:lnSpc>
                <a:spcPct val="95000"/>
              </a:lnSpc>
              <a:spcBef>
                <a:spcPts val="30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404 Not Found</a:t>
            </a:r>
          </a:p>
          <a:p>
            <a:pPr marL="521494" lvl="1" indent="-173831" defTabSz="685800">
              <a:lnSpc>
                <a:spcPct val="95000"/>
              </a:lnSpc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requested document not found on this server</a:t>
            </a:r>
          </a:p>
          <a:p>
            <a:pPr marL="264319" indent="-166688" defTabSz="685800">
              <a:lnSpc>
                <a:spcPct val="95000"/>
              </a:lnSpc>
              <a:spcBef>
                <a:spcPts val="30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505 HTTP Version Not Supported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F49E5-F601-D41B-03FF-85537AEBF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18" y="2148808"/>
            <a:ext cx="814221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0838" indent="-350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63129" indent="-263129" defTabSz="685800"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status code appears in 1st line in server-to-client response message.</a:t>
            </a:r>
          </a:p>
          <a:p>
            <a:pPr marL="263129" indent="-263129" defTabSz="685800"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some sample codes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4162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Persistent HTTP (HTTP/1.1)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2CECC4-C1EE-A3C7-677C-73E7E26A8134}"/>
              </a:ext>
            </a:extLst>
          </p:cNvPr>
          <p:cNvSpPr txBox="1">
            <a:spLocks noChangeArrowheads="1"/>
          </p:cNvSpPr>
          <p:nvPr/>
        </p:nvSpPr>
        <p:spPr>
          <a:xfrm>
            <a:off x="599019" y="2131058"/>
            <a:ext cx="3874160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2641" indent="-161925" defTabSz="685800">
              <a:spcBef>
                <a:spcPts val="750"/>
              </a:spcBef>
              <a:buNone/>
              <a:defRPr/>
            </a:pPr>
            <a:r>
              <a:rPr lang="en-US" sz="2400" i="1" dirty="0">
                <a:solidFill>
                  <a:srgbClr val="CC0000"/>
                </a:solidFill>
                <a:latin typeface="Calibri"/>
              </a:rPr>
              <a:t>Non-persistent HTTP issues:</a:t>
            </a:r>
          </a:p>
          <a:p>
            <a:pPr marL="259556" indent="-163116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requires </a:t>
            </a:r>
            <a:r>
              <a:rPr lang="en-US" sz="2100" b="1" dirty="0">
                <a:solidFill>
                  <a:prstClr val="black"/>
                </a:solidFill>
                <a:latin typeface="Calibri"/>
              </a:rPr>
              <a:t>2 RTTs per object</a:t>
            </a:r>
          </a:p>
          <a:p>
            <a:pPr marL="259556" indent="-163116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OS overhead for </a:t>
            </a:r>
            <a:r>
              <a:rPr lang="en-US" sz="2100" i="1" dirty="0">
                <a:solidFill>
                  <a:prstClr val="black"/>
                </a:solidFill>
                <a:latin typeface="Calibri"/>
              </a:rPr>
              <a:t>each</a:t>
            </a:r>
            <a:r>
              <a:rPr lang="en-US" sz="2100" dirty="0">
                <a:solidFill>
                  <a:prstClr val="black"/>
                </a:solidFill>
                <a:latin typeface="Calibri"/>
              </a:rPr>
              <a:t> TCP connection</a:t>
            </a:r>
          </a:p>
          <a:p>
            <a:pPr marL="259556" indent="-163116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browsers often open multiple parallel TCP connections to fetch referenced objects in parallel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endParaRPr lang="en-US" sz="1800" dirty="0">
              <a:solidFill>
                <a:prstClr val="black"/>
              </a:solidFill>
              <a:latin typeface="Calibri"/>
            </a:endParaRP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1500" dirty="0">
              <a:solidFill>
                <a:prstClr val="black"/>
              </a:solidFill>
              <a:latin typeface="Calibri"/>
            </a:endParaRP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15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2814195-629E-532E-6BA3-53A377C6FC50}"/>
              </a:ext>
            </a:extLst>
          </p:cNvPr>
          <p:cNvSpPr txBox="1">
            <a:spLocks noChangeArrowheads="1"/>
          </p:cNvSpPr>
          <p:nvPr/>
        </p:nvSpPr>
        <p:spPr>
          <a:xfrm>
            <a:off x="4670822" y="2140582"/>
            <a:ext cx="4301290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2641" indent="-161925" defTabSz="685800">
              <a:spcBef>
                <a:spcPts val="750"/>
              </a:spcBef>
              <a:buNone/>
              <a:defRPr/>
            </a:pPr>
            <a:r>
              <a:rPr lang="en-US" sz="2400" i="1" dirty="0">
                <a:solidFill>
                  <a:srgbClr val="CC0000"/>
                </a:solidFill>
                <a:latin typeface="Calibri"/>
              </a:rPr>
              <a:t>Persistent  HTTP </a:t>
            </a:r>
            <a:r>
              <a:rPr lang="en-US" sz="1800" i="1" dirty="0">
                <a:solidFill>
                  <a:srgbClr val="CC0000"/>
                </a:solidFill>
                <a:latin typeface="Calibri"/>
              </a:rPr>
              <a:t>(HTTP1.1):</a:t>
            </a:r>
            <a:endParaRPr lang="en-US" sz="2400" i="1" dirty="0">
              <a:solidFill>
                <a:srgbClr val="CC0000"/>
              </a:solidFill>
              <a:latin typeface="Calibri"/>
            </a:endParaRPr>
          </a:p>
          <a:p>
            <a:pPr marL="259556" indent="-163116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server leaves connection open after sending response</a:t>
            </a:r>
          </a:p>
          <a:p>
            <a:pPr marL="259556" indent="-163116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subsequent HTTP messages  between same client/server sent over open connection</a:t>
            </a:r>
          </a:p>
          <a:p>
            <a:pPr marL="259556" indent="-163116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client sends requests as soon as it encounters a referenced object</a:t>
            </a:r>
          </a:p>
          <a:p>
            <a:pPr marL="259556" indent="-163116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as little as </a:t>
            </a:r>
            <a:r>
              <a:rPr lang="en-US" sz="2100" b="1" dirty="0">
                <a:solidFill>
                  <a:prstClr val="black"/>
                </a:solidFill>
                <a:latin typeface="Calibri"/>
              </a:rPr>
              <a:t>one RTT</a:t>
            </a:r>
            <a:r>
              <a:rPr lang="en-US" sz="2100" dirty="0">
                <a:solidFill>
                  <a:prstClr val="black"/>
                </a:solidFill>
                <a:latin typeface="Calibri"/>
              </a:rPr>
              <a:t>*</a:t>
            </a:r>
            <a:r>
              <a:rPr lang="en-US" sz="21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/>
              </a:rPr>
              <a:t>for all the referenced objects (cutting response time in half)</a:t>
            </a:r>
          </a:p>
          <a:p>
            <a:pPr marL="439340" lvl="1" indent="0" defTabSz="685800">
              <a:spcBef>
                <a:spcPts val="750"/>
              </a:spcBef>
              <a:buNone/>
              <a:defRPr/>
            </a:pPr>
            <a:r>
              <a:rPr lang="en-US" sz="1700" dirty="0">
                <a:solidFill>
                  <a:prstClr val="black"/>
                </a:solidFill>
                <a:latin typeface="Calibri"/>
              </a:rPr>
              <a:t>* Note that it still requires one</a:t>
            </a:r>
            <a:r>
              <a:rPr lang="zh-CN" altLang="en-US" sz="17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CN" sz="1700" dirty="0">
                <a:solidFill>
                  <a:prstClr val="black"/>
                </a:solidFill>
                <a:latin typeface="Calibri"/>
              </a:rPr>
              <a:t>RTT</a:t>
            </a:r>
            <a:r>
              <a:rPr lang="zh-CN" altLang="en-US" sz="17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CN" sz="1700" dirty="0">
                <a:solidFill>
                  <a:prstClr val="black"/>
                </a:solidFill>
                <a:latin typeface="Calibri"/>
              </a:rPr>
              <a:t>to</a:t>
            </a:r>
            <a:r>
              <a:rPr lang="zh-CN" altLang="en-US" sz="17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CN" sz="1700" dirty="0">
                <a:solidFill>
                  <a:prstClr val="black"/>
                </a:solidFill>
                <a:latin typeface="Calibri"/>
              </a:rPr>
              <a:t>establish connection for the first </a:t>
            </a:r>
            <a:r>
              <a:rPr lang="en-US" sz="1800" dirty="0">
                <a:solidFill>
                  <a:prstClr val="black"/>
                </a:solidFill>
                <a:latin typeface="Calibri"/>
              </a:rPr>
              <a:t>referenced</a:t>
            </a:r>
            <a:r>
              <a:rPr lang="en-US" altLang="zh-CN" sz="1700" dirty="0">
                <a:solidFill>
                  <a:prstClr val="black"/>
                </a:solidFill>
                <a:latin typeface="Calibri"/>
              </a:rPr>
              <a:t> object.</a:t>
            </a:r>
            <a:endParaRPr lang="en-US" sz="17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7224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HTTP/2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4BCB249-7987-8E6F-9228-6C9382934B11}"/>
              </a:ext>
            </a:extLst>
          </p:cNvPr>
          <p:cNvSpPr txBox="1">
            <a:spLocks noChangeArrowheads="1"/>
          </p:cNvSpPr>
          <p:nvPr/>
        </p:nvSpPr>
        <p:spPr>
          <a:xfrm>
            <a:off x="547006" y="2070142"/>
            <a:ext cx="4278086" cy="446128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HTTP1.1:</a:t>
            </a:r>
            <a:r>
              <a:rPr kumimoji="0" lang="en-US" altLang="en-US" sz="2400" b="0" i="0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introduced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multiple, pipelined GETs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over single TCP connection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264319" marR="0" lvl="0" indent="-166688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 responds </a:t>
            </a:r>
            <a:r>
              <a:rPr kumimoji="0" lang="en-US" altLang="en-US" sz="2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in-order</a:t>
            </a:r>
            <a:r>
              <a:rPr kumimoji="0" lang="en-US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(FCFS: </a:t>
            </a: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first-come-first-served scheduling) to GET requests</a:t>
            </a:r>
          </a:p>
          <a:p>
            <a:pPr marL="264319" marR="0" lvl="0" indent="-166688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with FCFS, small object may have to wait for transmission  (</a:t>
            </a: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head-of-line (HOL) blocking</a:t>
            </a: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 behind large object(s)</a:t>
            </a:r>
          </a:p>
          <a:p>
            <a:pPr marL="521494" marR="0" lvl="1" indent="-173831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F63DC56-6B8D-5518-138A-A8BE6B78D1AA}"/>
              </a:ext>
            </a:extLst>
          </p:cNvPr>
          <p:cNvSpPr txBox="1">
            <a:spLocks noChangeArrowheads="1"/>
          </p:cNvSpPr>
          <p:nvPr/>
        </p:nvSpPr>
        <p:spPr>
          <a:xfrm>
            <a:off x="4825092" y="2070142"/>
            <a:ext cx="4199486" cy="446128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HTTP/2:</a:t>
            </a:r>
            <a:r>
              <a:rPr kumimoji="0" lang="en-US" altLang="en-US" sz="24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5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[</a:t>
            </a:r>
            <a:r>
              <a:rPr kumimoji="0" lang="en-US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RFC 7540, 2015]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increased flexibility at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in sending objects to client:</a:t>
            </a:r>
          </a:p>
          <a:p>
            <a:pPr marL="259556" marR="0" lvl="0" indent="-210741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methods, status codes, most header fields unchanged from HTTP 1.1</a:t>
            </a:r>
          </a:p>
          <a:p>
            <a:pPr marL="259556" marR="0" lvl="0" indent="-210741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transmission order of requested objects </a:t>
            </a:r>
            <a:r>
              <a:rPr kumimoji="0" lang="en-US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based on client-specified object priority </a:t>
            </a:r>
            <a:r>
              <a:rPr kumimoji="0" lang="en-US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(not necessarily FCFS)</a:t>
            </a:r>
          </a:p>
          <a:p>
            <a:pPr marL="259556" marR="0" lvl="0" indent="-210741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divide objects into frames</a:t>
            </a: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schedule frames to mitigate HOL blocking</a:t>
            </a:r>
          </a:p>
        </p:txBody>
      </p:sp>
    </p:spTree>
    <p:extLst>
      <p:ext uri="{BB962C8B-B14F-4D97-AF65-F5344CB8AC3E}">
        <p14:creationId xmlns:p14="http://schemas.microsoft.com/office/powerpoint/2010/main" val="1485015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Rectangle 3">
            <a:extLst>
              <a:ext uri="{FF2B5EF4-FFF2-40B4-BE49-F238E27FC236}">
                <a16:creationId xmlns:a16="http://schemas.microsoft.com/office/drawing/2014/main" id="{33B4B30E-4AAD-87CD-49EE-387B33E6C96F}"/>
              </a:ext>
            </a:extLst>
          </p:cNvPr>
          <p:cNvSpPr txBox="1">
            <a:spLocks noChangeArrowheads="1"/>
          </p:cNvSpPr>
          <p:nvPr/>
        </p:nvSpPr>
        <p:spPr>
          <a:xfrm>
            <a:off x="599019" y="1813126"/>
            <a:ext cx="8337830" cy="37748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Font typeface="Wingdings" pitchFamily="2" charset="2"/>
              <a:buNone/>
              <a:defRPr/>
            </a:pPr>
            <a:r>
              <a:rPr lang="en-US" altLang="en-US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HTTP 1.1: client requests 1 large object (e.g., video file) and 3 smaller objects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1800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98" name="Text Box 5">
            <a:extLst>
              <a:ext uri="{FF2B5EF4-FFF2-40B4-BE49-F238E27FC236}">
                <a16:creationId xmlns:a16="http://schemas.microsoft.com/office/drawing/2014/main" id="{840169A0-E26E-5438-EEF0-2EDE613C7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301" y="3034131"/>
            <a:ext cx="61568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client</a:t>
            </a:r>
          </a:p>
        </p:txBody>
      </p:sp>
      <p:sp>
        <p:nvSpPr>
          <p:cNvPr id="99" name="Text Box 6">
            <a:extLst>
              <a:ext uri="{FF2B5EF4-FFF2-40B4-BE49-F238E27FC236}">
                <a16:creationId xmlns:a16="http://schemas.microsoft.com/office/drawing/2014/main" id="{1015388F-C82E-D20F-5FF9-1E543EE8B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9579" y="2276443"/>
            <a:ext cx="67351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server</a:t>
            </a:r>
          </a:p>
        </p:txBody>
      </p:sp>
      <p:grpSp>
        <p:nvGrpSpPr>
          <p:cNvPr id="100" name="Group 34">
            <a:extLst>
              <a:ext uri="{FF2B5EF4-FFF2-40B4-BE49-F238E27FC236}">
                <a16:creationId xmlns:a16="http://schemas.microsoft.com/office/drawing/2014/main" id="{78711D24-8C0A-C713-D664-D1F3CE76D5B2}"/>
              </a:ext>
            </a:extLst>
          </p:cNvPr>
          <p:cNvGrpSpPr>
            <a:grpSpLocks/>
          </p:cNvGrpSpPr>
          <p:nvPr/>
        </p:nvGrpSpPr>
        <p:grpSpPr bwMode="auto">
          <a:xfrm>
            <a:off x="5426226" y="2553902"/>
            <a:ext cx="316706" cy="514350"/>
            <a:chOff x="4140" y="429"/>
            <a:chExt cx="1425" cy="2396"/>
          </a:xfrm>
        </p:grpSpPr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2139D1AB-83AD-48C8-0D14-461D3CE61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Rectangle 36">
              <a:extLst>
                <a:ext uri="{FF2B5EF4-FFF2-40B4-BE49-F238E27FC236}">
                  <a16:creationId xmlns:a16="http://schemas.microsoft.com/office/drawing/2014/main" id="{3318F50B-F63D-991A-414F-8EA27022A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D8FD91B2-6721-BC0D-3DD9-1E622EAE5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1F1D12DC-663B-06F9-3626-258B88E5E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Rectangle 39">
              <a:extLst>
                <a:ext uri="{FF2B5EF4-FFF2-40B4-BE49-F238E27FC236}">
                  <a16:creationId xmlns:a16="http://schemas.microsoft.com/office/drawing/2014/main" id="{30582EC2-B7FE-3393-1ED4-FC56F3B35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grpSp>
          <p:nvGrpSpPr>
            <p:cNvPr id="106" name="Group 40">
              <a:extLst>
                <a:ext uri="{FF2B5EF4-FFF2-40B4-BE49-F238E27FC236}">
                  <a16:creationId xmlns:a16="http://schemas.microsoft.com/office/drawing/2014/main" id="{9BF2CF4D-93D2-9DB4-6F47-3D8A00CF51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1" name="AutoShape 41">
                <a:extLst>
                  <a:ext uri="{FF2B5EF4-FFF2-40B4-BE49-F238E27FC236}">
                    <a16:creationId xmlns:a16="http://schemas.microsoft.com/office/drawing/2014/main" id="{196A1C42-9DF0-76C9-55F9-3B623A9BB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2" name="AutoShape 42">
                <a:extLst>
                  <a:ext uri="{FF2B5EF4-FFF2-40B4-BE49-F238E27FC236}">
                    <a16:creationId xmlns:a16="http://schemas.microsoft.com/office/drawing/2014/main" id="{78B581BD-E154-73BD-1ECE-EE87F5C8B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07" name="Rectangle 43">
              <a:extLst>
                <a:ext uri="{FF2B5EF4-FFF2-40B4-BE49-F238E27FC236}">
                  <a16:creationId xmlns:a16="http://schemas.microsoft.com/office/drawing/2014/main" id="{29027998-6686-6E21-CDBB-969E02484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grpSp>
          <p:nvGrpSpPr>
            <p:cNvPr id="108" name="Group 44">
              <a:extLst>
                <a:ext uri="{FF2B5EF4-FFF2-40B4-BE49-F238E27FC236}">
                  <a16:creationId xmlns:a16="http://schemas.microsoft.com/office/drawing/2014/main" id="{2C7808F8-7ADD-8772-5283-6F6A0A3196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9" name="AutoShape 45">
                <a:extLst>
                  <a:ext uri="{FF2B5EF4-FFF2-40B4-BE49-F238E27FC236}">
                    <a16:creationId xmlns:a16="http://schemas.microsoft.com/office/drawing/2014/main" id="{69D40181-AF4E-F364-3CBA-17772F486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0" name="AutoShape 46">
                <a:extLst>
                  <a:ext uri="{FF2B5EF4-FFF2-40B4-BE49-F238E27FC236}">
                    <a16:creationId xmlns:a16="http://schemas.microsoft.com/office/drawing/2014/main" id="{8E88AB3C-7291-6457-8929-10DE93632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09" name="Rectangle 47">
              <a:extLst>
                <a:ext uri="{FF2B5EF4-FFF2-40B4-BE49-F238E27FC236}">
                  <a16:creationId xmlns:a16="http://schemas.microsoft.com/office/drawing/2014/main" id="{8C6876EB-8261-04C7-3191-BA3F72091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10" name="Rectangle 48">
              <a:extLst>
                <a:ext uri="{FF2B5EF4-FFF2-40B4-BE49-F238E27FC236}">
                  <a16:creationId xmlns:a16="http://schemas.microsoft.com/office/drawing/2014/main" id="{DC7689D9-DA6E-7C3D-602A-8A6700DA1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grpSp>
          <p:nvGrpSpPr>
            <p:cNvPr id="111" name="Group 49">
              <a:extLst>
                <a:ext uri="{FF2B5EF4-FFF2-40B4-BE49-F238E27FC236}">
                  <a16:creationId xmlns:a16="http://schemas.microsoft.com/office/drawing/2014/main" id="{4532ED0D-4BCD-B29A-8323-893B45B3C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7" name="AutoShape 50">
                <a:extLst>
                  <a:ext uri="{FF2B5EF4-FFF2-40B4-BE49-F238E27FC236}">
                    <a16:creationId xmlns:a16="http://schemas.microsoft.com/office/drawing/2014/main" id="{7BDC8EFC-D410-C894-5178-F763EA868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8" name="AutoShape 51">
                <a:extLst>
                  <a:ext uri="{FF2B5EF4-FFF2-40B4-BE49-F238E27FC236}">
                    <a16:creationId xmlns:a16="http://schemas.microsoft.com/office/drawing/2014/main" id="{C80E953B-CBEA-B365-B222-5892E2569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2" name="Freeform 52">
              <a:extLst>
                <a:ext uri="{FF2B5EF4-FFF2-40B4-BE49-F238E27FC236}">
                  <a16:creationId xmlns:a16="http://schemas.microsoft.com/office/drawing/2014/main" id="{3CC7F976-219F-3CD5-E495-76D5CD995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13" name="Group 53">
              <a:extLst>
                <a:ext uri="{FF2B5EF4-FFF2-40B4-BE49-F238E27FC236}">
                  <a16:creationId xmlns:a16="http://schemas.microsoft.com/office/drawing/2014/main" id="{8BF5C1A8-DA6C-DF58-7A54-8E253124F7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5" name="AutoShape 54">
                <a:extLst>
                  <a:ext uri="{FF2B5EF4-FFF2-40B4-BE49-F238E27FC236}">
                    <a16:creationId xmlns:a16="http://schemas.microsoft.com/office/drawing/2014/main" id="{7EBCF272-9224-EDDA-9072-055476A1F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6" name="AutoShape 55">
                <a:extLst>
                  <a:ext uri="{FF2B5EF4-FFF2-40B4-BE49-F238E27FC236}">
                    <a16:creationId xmlns:a16="http://schemas.microsoft.com/office/drawing/2014/main" id="{66E2FEE3-BF09-59B5-FAC0-4D99F25A0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4" name="Rectangle 56">
              <a:extLst>
                <a:ext uri="{FF2B5EF4-FFF2-40B4-BE49-F238E27FC236}">
                  <a16:creationId xmlns:a16="http://schemas.microsoft.com/office/drawing/2014/main" id="{5BD17179-66EA-EA48-85D1-E6FD33D23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15" name="Freeform 57">
              <a:extLst>
                <a:ext uri="{FF2B5EF4-FFF2-40B4-BE49-F238E27FC236}">
                  <a16:creationId xmlns:a16="http://schemas.microsoft.com/office/drawing/2014/main" id="{77166DD9-20CE-AE0C-E329-7E1637B45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Freeform 58">
              <a:extLst>
                <a:ext uri="{FF2B5EF4-FFF2-40B4-BE49-F238E27FC236}">
                  <a16:creationId xmlns:a16="http://schemas.microsoft.com/office/drawing/2014/main" id="{61123A03-DBE2-F00F-F01F-103564221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Oval 59">
              <a:extLst>
                <a:ext uri="{FF2B5EF4-FFF2-40B4-BE49-F238E27FC236}">
                  <a16:creationId xmlns:a16="http://schemas.microsoft.com/office/drawing/2014/main" id="{62FD7437-75C3-2A80-A580-148A5494A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18" name="Freeform 60">
              <a:extLst>
                <a:ext uri="{FF2B5EF4-FFF2-40B4-BE49-F238E27FC236}">
                  <a16:creationId xmlns:a16="http://schemas.microsoft.com/office/drawing/2014/main" id="{9B0D48C4-4CC3-06D0-6C36-0E64A2A3A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AutoShape 61">
              <a:extLst>
                <a:ext uri="{FF2B5EF4-FFF2-40B4-BE49-F238E27FC236}">
                  <a16:creationId xmlns:a16="http://schemas.microsoft.com/office/drawing/2014/main" id="{A758845E-7CAD-BF46-F587-2385B7113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20" name="AutoShape 62">
              <a:extLst>
                <a:ext uri="{FF2B5EF4-FFF2-40B4-BE49-F238E27FC236}">
                  <a16:creationId xmlns:a16="http://schemas.microsoft.com/office/drawing/2014/main" id="{CE4576C7-F0FE-1E2D-933A-E3EE5F404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1"/>
            </a:gra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21" name="Oval 63">
              <a:extLst>
                <a:ext uri="{FF2B5EF4-FFF2-40B4-BE49-F238E27FC236}">
                  <a16:creationId xmlns:a16="http://schemas.microsoft.com/office/drawing/2014/main" id="{8F73B382-B3E5-F670-2AC2-467A2BBA8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22" name="Oval 64">
              <a:extLst>
                <a:ext uri="{FF2B5EF4-FFF2-40B4-BE49-F238E27FC236}">
                  <a16:creationId xmlns:a16="http://schemas.microsoft.com/office/drawing/2014/main" id="{557EAB2B-76D0-042A-4F5B-7239C9429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3" name="Oval 65">
              <a:extLst>
                <a:ext uri="{FF2B5EF4-FFF2-40B4-BE49-F238E27FC236}">
                  <a16:creationId xmlns:a16="http://schemas.microsoft.com/office/drawing/2014/main" id="{D94A727A-6780-F22A-E10F-E7C0E1E8A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24" name="Rectangle 66">
              <a:extLst>
                <a:ext uri="{FF2B5EF4-FFF2-40B4-BE49-F238E27FC236}">
                  <a16:creationId xmlns:a16="http://schemas.microsoft.com/office/drawing/2014/main" id="{FA0A5AFE-F1C1-2551-1842-3C543A511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33" name="Group 67">
            <a:extLst>
              <a:ext uri="{FF2B5EF4-FFF2-40B4-BE49-F238E27FC236}">
                <a16:creationId xmlns:a16="http://schemas.microsoft.com/office/drawing/2014/main" id="{B055298D-148E-E63F-DBEE-89205AEDF9A2}"/>
              </a:ext>
            </a:extLst>
          </p:cNvPr>
          <p:cNvGrpSpPr>
            <a:grpSpLocks/>
          </p:cNvGrpSpPr>
          <p:nvPr/>
        </p:nvGrpSpPr>
        <p:grpSpPr bwMode="auto">
          <a:xfrm>
            <a:off x="2163999" y="2576223"/>
            <a:ext cx="557213" cy="557213"/>
            <a:chOff x="-44" y="1473"/>
            <a:chExt cx="981" cy="1105"/>
          </a:xfrm>
        </p:grpSpPr>
        <p:pic>
          <p:nvPicPr>
            <p:cNvPr id="134" name="Picture 68" descr="desktop_computer_stylized_medium">
              <a:extLst>
                <a:ext uri="{FF2B5EF4-FFF2-40B4-BE49-F238E27FC236}">
                  <a16:creationId xmlns:a16="http://schemas.microsoft.com/office/drawing/2014/main" id="{4E36CACB-0CC1-61D0-6FAA-1F7B6A6235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5" name="Freeform 69">
              <a:extLst>
                <a:ext uri="{FF2B5EF4-FFF2-40B4-BE49-F238E27FC236}">
                  <a16:creationId xmlns:a16="http://schemas.microsoft.com/office/drawing/2014/main" id="{C2E1CB02-0C8A-4B82-BBEA-56CFF2D4775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04A1A5F-4FB4-F59F-BCDA-2D136F6F0698}"/>
              </a:ext>
            </a:extLst>
          </p:cNvPr>
          <p:cNvCxnSpPr>
            <a:cxnSpLocks/>
          </p:cNvCxnSpPr>
          <p:nvPr/>
        </p:nvCxnSpPr>
        <p:spPr>
          <a:xfrm>
            <a:off x="2644902" y="2950864"/>
            <a:ext cx="2932509" cy="19555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0376185D-6C97-7826-907E-7781F91A949A}"/>
              </a:ext>
            </a:extLst>
          </p:cNvPr>
          <p:cNvSpPr txBox="1"/>
          <p:nvPr/>
        </p:nvSpPr>
        <p:spPr>
          <a:xfrm>
            <a:off x="4569948" y="2857948"/>
            <a:ext cx="66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GET O</a:t>
            </a:r>
            <a:r>
              <a: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9DD8DF-CEA0-CAB2-A692-4AA71F717176}"/>
              </a:ext>
            </a:extLst>
          </p:cNvPr>
          <p:cNvSpPr txBox="1"/>
          <p:nvPr/>
        </p:nvSpPr>
        <p:spPr>
          <a:xfrm>
            <a:off x="3968848" y="2804827"/>
            <a:ext cx="66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GET O</a:t>
            </a:r>
            <a:r>
              <a: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15FF03C-C2A0-F1B7-CE52-EC213D2E8B9B}"/>
              </a:ext>
            </a:extLst>
          </p:cNvPr>
          <p:cNvSpPr txBox="1"/>
          <p:nvPr/>
        </p:nvSpPr>
        <p:spPr>
          <a:xfrm>
            <a:off x="3385330" y="2760829"/>
            <a:ext cx="66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GET O</a:t>
            </a:r>
            <a:r>
              <a: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C77969-BD88-8F2F-A42B-F8606963C2B3}"/>
              </a:ext>
            </a:extLst>
          </p:cNvPr>
          <p:cNvSpPr txBox="1"/>
          <p:nvPr/>
        </p:nvSpPr>
        <p:spPr>
          <a:xfrm>
            <a:off x="2790949" y="2712652"/>
            <a:ext cx="66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GET O</a:t>
            </a:r>
            <a:r>
              <a: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D8EE6AD-A46E-921A-5BAC-62EB1D49ACF6}"/>
              </a:ext>
            </a:extLst>
          </p:cNvPr>
          <p:cNvSpPr/>
          <p:nvPr/>
        </p:nvSpPr>
        <p:spPr>
          <a:xfrm>
            <a:off x="6465257" y="3188901"/>
            <a:ext cx="669074" cy="1478493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8A792FC-9F1E-2994-12C6-7855D3292EB7}"/>
              </a:ext>
            </a:extLst>
          </p:cNvPr>
          <p:cNvSpPr/>
          <p:nvPr/>
        </p:nvSpPr>
        <p:spPr>
          <a:xfrm>
            <a:off x="6468001" y="4678368"/>
            <a:ext cx="669073" cy="82727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00B65D6-E4A8-C0AD-84C9-64173AE06904}"/>
              </a:ext>
            </a:extLst>
          </p:cNvPr>
          <p:cNvGrpSpPr/>
          <p:nvPr/>
        </p:nvGrpSpPr>
        <p:grpSpPr>
          <a:xfrm>
            <a:off x="2550686" y="3155448"/>
            <a:ext cx="3039694" cy="1673683"/>
            <a:chOff x="3400914" y="3064264"/>
            <a:chExt cx="4052925" cy="2231577"/>
          </a:xfrm>
        </p:grpSpPr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0239ABD9-6D1D-2875-1A23-94440CDEE3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0914" y="5022530"/>
              <a:ext cx="4052925" cy="27331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45" name="Freeform 48">
              <a:extLst>
                <a:ext uri="{FF2B5EF4-FFF2-40B4-BE49-F238E27FC236}">
                  <a16:creationId xmlns:a16="http://schemas.microsoft.com/office/drawing/2014/main" id="{5EE788B1-51A9-4E89-FDB7-0023469900DC}"/>
                </a:ext>
              </a:extLst>
            </p:cNvPr>
            <p:cNvSpPr/>
            <p:nvPr/>
          </p:nvSpPr>
          <p:spPr>
            <a:xfrm>
              <a:off x="3517643" y="3064264"/>
              <a:ext cx="3868169" cy="2226179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67383 w 3876052"/>
                <a:gd name="connsiteY0" fmla="*/ 0 h 2226179"/>
                <a:gd name="connsiteX1" fmla="*/ 411 w 3876052"/>
                <a:gd name="connsiteY1" fmla="*/ 273465 h 2226179"/>
                <a:gd name="connsiteX2" fmla="*/ 411 w 3876052"/>
                <a:gd name="connsiteY2" fmla="*/ 2226179 h 2226179"/>
                <a:gd name="connsiteX3" fmla="*/ 3875929 w 3876052"/>
                <a:gd name="connsiteY3" fmla="*/ 1956987 h 2226179"/>
                <a:gd name="connsiteX4" fmla="*/ 3867383 w 3876052"/>
                <a:gd name="connsiteY4" fmla="*/ 0 h 2226179"/>
                <a:gd name="connsiteX0" fmla="*/ 3867383 w 3871845"/>
                <a:gd name="connsiteY0" fmla="*/ 0 h 2226179"/>
                <a:gd name="connsiteX1" fmla="*/ 411 w 3871845"/>
                <a:gd name="connsiteY1" fmla="*/ 273465 h 2226179"/>
                <a:gd name="connsiteX2" fmla="*/ 411 w 3871845"/>
                <a:gd name="connsiteY2" fmla="*/ 2226179 h 2226179"/>
                <a:gd name="connsiteX3" fmla="*/ 3871656 w 3871845"/>
                <a:gd name="connsiteY3" fmla="*/ 1969806 h 2226179"/>
                <a:gd name="connsiteX4" fmla="*/ 3867383 w 3871845"/>
                <a:gd name="connsiteY4" fmla="*/ 0 h 2226179"/>
                <a:gd name="connsiteX0" fmla="*/ 3867383 w 3872034"/>
                <a:gd name="connsiteY0" fmla="*/ 0 h 2226179"/>
                <a:gd name="connsiteX1" fmla="*/ 411 w 3872034"/>
                <a:gd name="connsiteY1" fmla="*/ 273465 h 2226179"/>
                <a:gd name="connsiteX2" fmla="*/ 411 w 3872034"/>
                <a:gd name="connsiteY2" fmla="*/ 2226179 h 2226179"/>
                <a:gd name="connsiteX3" fmla="*/ 3871656 w 3872034"/>
                <a:gd name="connsiteY3" fmla="*/ 1969806 h 2226179"/>
                <a:gd name="connsiteX4" fmla="*/ 3867383 w 3872034"/>
                <a:gd name="connsiteY4" fmla="*/ 0 h 2226179"/>
                <a:gd name="connsiteX0" fmla="*/ 3867383 w 3868169"/>
                <a:gd name="connsiteY0" fmla="*/ 0 h 2226179"/>
                <a:gd name="connsiteX1" fmla="*/ 411 w 3868169"/>
                <a:gd name="connsiteY1" fmla="*/ 273465 h 2226179"/>
                <a:gd name="connsiteX2" fmla="*/ 411 w 3868169"/>
                <a:gd name="connsiteY2" fmla="*/ 2226179 h 2226179"/>
                <a:gd name="connsiteX3" fmla="*/ 3863110 w 3868169"/>
                <a:gd name="connsiteY3" fmla="*/ 1969806 h 2226179"/>
                <a:gd name="connsiteX4" fmla="*/ 3867383 w 3868169"/>
                <a:gd name="connsiteY4" fmla="*/ 0 h 2226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8169" h="2226179">
                  <a:moveTo>
                    <a:pt x="3867383" y="0"/>
                  </a:moveTo>
                  <a:lnTo>
                    <a:pt x="411" y="273465"/>
                  </a:lnTo>
                  <a:cubicBezTo>
                    <a:pt x="1835" y="927218"/>
                    <a:pt x="-1013" y="1572426"/>
                    <a:pt x="411" y="2226179"/>
                  </a:cubicBezTo>
                  <a:lnTo>
                    <a:pt x="3863110" y="1969806"/>
                  </a:lnTo>
                  <a:cubicBezTo>
                    <a:pt x="3864534" y="1311780"/>
                    <a:pt x="3870232" y="615297"/>
                    <a:pt x="3867383" y="0"/>
                  </a:cubicBezTo>
                  <a:close/>
                </a:path>
              </a:pathLst>
            </a:custGeom>
            <a:solidFill>
              <a:srgbClr val="447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5076F33-BD70-51B3-B703-123F33F2A07F}"/>
              </a:ext>
            </a:extLst>
          </p:cNvPr>
          <p:cNvGrpSpPr/>
          <p:nvPr/>
        </p:nvGrpSpPr>
        <p:grpSpPr>
          <a:xfrm>
            <a:off x="2542259" y="4647976"/>
            <a:ext cx="3048120" cy="289942"/>
            <a:chOff x="3389679" y="5054301"/>
            <a:chExt cx="4064160" cy="386589"/>
          </a:xfrm>
        </p:grpSpPr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19CC8ED8-90D3-3177-588C-BA1B63949A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89679" y="5161562"/>
              <a:ext cx="4064160" cy="279328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48" name="Freeform 66">
              <a:extLst>
                <a:ext uri="{FF2B5EF4-FFF2-40B4-BE49-F238E27FC236}">
                  <a16:creationId xmlns:a16="http://schemas.microsoft.com/office/drawing/2014/main" id="{22A54A6E-C222-5604-ECE6-7897F13493D7}"/>
                </a:ext>
              </a:extLst>
            </p:cNvPr>
            <p:cNvSpPr/>
            <p:nvPr/>
          </p:nvSpPr>
          <p:spPr>
            <a:xfrm>
              <a:off x="3519116" y="5054301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ED7D3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90C1496-B9E4-8628-0BD0-31B255DB809C}"/>
              </a:ext>
            </a:extLst>
          </p:cNvPr>
          <p:cNvGrpSpPr/>
          <p:nvPr/>
        </p:nvGrpSpPr>
        <p:grpSpPr>
          <a:xfrm>
            <a:off x="2550886" y="4941162"/>
            <a:ext cx="3021602" cy="281517"/>
            <a:chOff x="3401181" y="5445216"/>
            <a:chExt cx="4028803" cy="375356"/>
          </a:xfrm>
        </p:grpSpPr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F264886E-8E23-202D-7AEB-8303E6402D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1181" y="5534648"/>
              <a:ext cx="4028803" cy="26998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51" name="Freeform 69">
              <a:extLst>
                <a:ext uri="{FF2B5EF4-FFF2-40B4-BE49-F238E27FC236}">
                  <a16:creationId xmlns:a16="http://schemas.microsoft.com/office/drawing/2014/main" id="{0B144910-C5A7-6BA3-FFE4-2F499F046D20}"/>
                </a:ext>
              </a:extLst>
            </p:cNvPr>
            <p:cNvSpPr/>
            <p:nvPr/>
          </p:nvSpPr>
          <p:spPr>
            <a:xfrm>
              <a:off x="3504762" y="5445216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7030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5459CBAB-0FF1-1F8F-599A-F2CDF552B82A}"/>
              </a:ext>
            </a:extLst>
          </p:cNvPr>
          <p:cNvGrpSpPr/>
          <p:nvPr/>
        </p:nvGrpSpPr>
        <p:grpSpPr>
          <a:xfrm>
            <a:off x="1313057" y="4691336"/>
            <a:ext cx="1230995" cy="276999"/>
            <a:chOff x="1750742" y="5112121"/>
            <a:chExt cx="1641327" cy="369332"/>
          </a:xfrm>
        </p:grpSpPr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774F61E4-C41E-96F6-8C30-8E1D136157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290443"/>
              <a:ext cx="1641327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78F391ED-8AC4-92BE-6548-63BB2570ED0B}"/>
                </a:ext>
              </a:extLst>
            </p:cNvPr>
            <p:cNvGrpSpPr/>
            <p:nvPr/>
          </p:nvGrpSpPr>
          <p:grpSpPr>
            <a:xfrm>
              <a:off x="2136070" y="5112121"/>
              <a:ext cx="459104" cy="369332"/>
              <a:chOff x="2709565" y="5090498"/>
              <a:chExt cx="459104" cy="369332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E127421A-0BD8-E669-491D-7895EF97D0CC}"/>
                  </a:ext>
                </a:extLst>
              </p:cNvPr>
              <p:cNvSpPr/>
              <p:nvPr/>
            </p:nvSpPr>
            <p:spPr>
              <a:xfrm>
                <a:off x="2785241" y="5146384"/>
                <a:ext cx="252731" cy="227467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1721D37A-1A5E-5A92-3590-EFFAC885E830}"/>
                  </a:ext>
                </a:extLst>
              </p:cNvPr>
              <p:cNvSpPr txBox="1"/>
              <p:nvPr/>
            </p:nvSpPr>
            <p:spPr>
              <a:xfrm>
                <a:off x="2709565" y="5090498"/>
                <a:ext cx="459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O</a:t>
                </a:r>
                <a:r>
                  <a:rPr kumimoji="0" lang="en-US" sz="12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1</a:t>
                </a:r>
              </a:p>
            </p:txBody>
          </p:sp>
        </p:grp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F7E6F9D-6000-9A10-E9CC-06AE29B1528E}"/>
              </a:ext>
            </a:extLst>
          </p:cNvPr>
          <p:cNvSpPr/>
          <p:nvPr/>
        </p:nvSpPr>
        <p:spPr>
          <a:xfrm>
            <a:off x="1839920" y="4854959"/>
            <a:ext cx="189548" cy="1706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68FF884-111C-BD55-AD93-F69E2FAE4E1A}"/>
              </a:ext>
            </a:extLst>
          </p:cNvPr>
          <p:cNvGrpSpPr/>
          <p:nvPr/>
        </p:nvGrpSpPr>
        <p:grpSpPr>
          <a:xfrm>
            <a:off x="1313057" y="4813050"/>
            <a:ext cx="1230879" cy="276999"/>
            <a:chOff x="1750742" y="5274392"/>
            <a:chExt cx="1641172" cy="369332"/>
          </a:xfrm>
        </p:grpSpPr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D1D980CC-985F-0AC4-E7F8-83FB066CF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442843"/>
              <a:ext cx="1641172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0C3ACEE-8C92-F343-2294-626081A21465}"/>
                </a:ext>
              </a:extLst>
            </p:cNvPr>
            <p:cNvSpPr txBox="1"/>
            <p:nvPr/>
          </p:nvSpPr>
          <p:spPr>
            <a:xfrm>
              <a:off x="2384557" y="5274392"/>
              <a:ext cx="459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O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7D07006-3362-B3BE-8885-FE932A3785B3}"/>
              </a:ext>
            </a:extLst>
          </p:cNvPr>
          <p:cNvGrpSpPr/>
          <p:nvPr/>
        </p:nvGrpSpPr>
        <p:grpSpPr>
          <a:xfrm>
            <a:off x="1313057" y="4982299"/>
            <a:ext cx="1233260" cy="276999"/>
            <a:chOff x="1750742" y="5500058"/>
            <a:chExt cx="1644347" cy="369332"/>
          </a:xfrm>
        </p:grpSpPr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02C7EDA8-3BBD-F91E-693B-0A678ED3EF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670973"/>
              <a:ext cx="1644347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2832A82B-FBBE-7CA8-6B31-2F55DABAE074}"/>
                </a:ext>
              </a:extLst>
            </p:cNvPr>
            <p:cNvSpPr txBox="1"/>
            <p:nvPr/>
          </p:nvSpPr>
          <p:spPr>
            <a:xfrm>
              <a:off x="2578112" y="5500058"/>
              <a:ext cx="459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O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066C1C5-49DD-62C2-38C9-32A317200742}"/>
              </a:ext>
            </a:extLst>
          </p:cNvPr>
          <p:cNvGrpSpPr/>
          <p:nvPr/>
        </p:nvGrpSpPr>
        <p:grpSpPr>
          <a:xfrm>
            <a:off x="1313056" y="5083463"/>
            <a:ext cx="1230995" cy="276999"/>
            <a:chOff x="1750742" y="5634943"/>
            <a:chExt cx="1641326" cy="369332"/>
          </a:xfrm>
        </p:grpSpPr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19FBF5E2-140C-4805-1F65-2A1D67A546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804632"/>
              <a:ext cx="1641326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0790F30-FE42-63B0-1CCF-867A2593BAE8}"/>
                </a:ext>
              </a:extLst>
            </p:cNvPr>
            <p:cNvSpPr txBox="1"/>
            <p:nvPr/>
          </p:nvSpPr>
          <p:spPr>
            <a:xfrm>
              <a:off x="2779554" y="5634943"/>
              <a:ext cx="459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O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4</a:t>
              </a: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75D25AB-3A25-3D91-5FC7-1CFC2320E474}"/>
              </a:ext>
            </a:extLst>
          </p:cNvPr>
          <p:cNvSpPr/>
          <p:nvPr/>
        </p:nvSpPr>
        <p:spPr>
          <a:xfrm>
            <a:off x="6468002" y="4768184"/>
            <a:ext cx="669073" cy="82727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675F7AA-768D-F1A3-66EA-5D5BCC985AC7}"/>
              </a:ext>
            </a:extLst>
          </p:cNvPr>
          <p:cNvSpPr/>
          <p:nvPr/>
        </p:nvSpPr>
        <p:spPr>
          <a:xfrm>
            <a:off x="6468002" y="4835025"/>
            <a:ext cx="669073" cy="82727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FDA8DD8-D816-56C6-D689-9CF22BA50FC3}"/>
              </a:ext>
            </a:extLst>
          </p:cNvPr>
          <p:cNvSpPr/>
          <p:nvPr/>
        </p:nvSpPr>
        <p:spPr>
          <a:xfrm>
            <a:off x="6465258" y="4926303"/>
            <a:ext cx="669073" cy="82727"/>
          </a:xfrm>
          <a:prstGeom prst="rect">
            <a:avLst/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2D29C62-6AE6-AD17-B460-5357366C7666}"/>
              </a:ext>
            </a:extLst>
          </p:cNvPr>
          <p:cNvSpPr txBox="1"/>
          <p:nvPr/>
        </p:nvSpPr>
        <p:spPr>
          <a:xfrm>
            <a:off x="6241529" y="2856436"/>
            <a:ext cx="19204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object data requested</a:t>
            </a:r>
          </a:p>
        </p:txBody>
      </p:sp>
      <p:sp>
        <p:nvSpPr>
          <p:cNvPr id="171" name="Left Arrow 100">
            <a:extLst>
              <a:ext uri="{FF2B5EF4-FFF2-40B4-BE49-F238E27FC236}">
                <a16:creationId xmlns:a16="http://schemas.microsoft.com/office/drawing/2014/main" id="{72E23518-F66B-D38C-FDED-17E0E8088CBD}"/>
              </a:ext>
            </a:extLst>
          </p:cNvPr>
          <p:cNvSpPr/>
          <p:nvPr/>
        </p:nvSpPr>
        <p:spPr>
          <a:xfrm>
            <a:off x="5966602" y="3908266"/>
            <a:ext cx="447635" cy="276999"/>
          </a:xfrm>
          <a:prstGeom prst="leftArrow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B4D3BDF-B983-B98E-90E5-3771A8B29B06}"/>
              </a:ext>
            </a:extLst>
          </p:cNvPr>
          <p:cNvSpPr/>
          <p:nvPr/>
        </p:nvSpPr>
        <p:spPr>
          <a:xfrm>
            <a:off x="7549401" y="3629674"/>
            <a:ext cx="296100" cy="1706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D595275-12A0-ACC9-EA9E-85BDE3FC36A7}"/>
              </a:ext>
            </a:extLst>
          </p:cNvPr>
          <p:cNvSpPr txBox="1"/>
          <p:nvPr/>
        </p:nvSpPr>
        <p:spPr>
          <a:xfrm>
            <a:off x="7279990" y="3781308"/>
            <a:ext cx="53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2C72B30D-FC08-05F3-FD0E-4454F592146F}"/>
              </a:ext>
            </a:extLst>
          </p:cNvPr>
          <p:cNvSpPr/>
          <p:nvPr/>
        </p:nvSpPr>
        <p:spPr>
          <a:xfrm>
            <a:off x="7727558" y="3751378"/>
            <a:ext cx="296100" cy="1706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E60EDFB-1837-E95E-50B6-D78C7316449E}"/>
              </a:ext>
            </a:extLst>
          </p:cNvPr>
          <p:cNvSpPr txBox="1"/>
          <p:nvPr/>
        </p:nvSpPr>
        <p:spPr>
          <a:xfrm>
            <a:off x="7288055" y="4418216"/>
            <a:ext cx="53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94E0EBC8-C90B-E065-2A83-1E8BF648735E}"/>
              </a:ext>
            </a:extLst>
          </p:cNvPr>
          <p:cNvSpPr txBox="1"/>
          <p:nvPr/>
        </p:nvSpPr>
        <p:spPr>
          <a:xfrm>
            <a:off x="7288031" y="4683673"/>
            <a:ext cx="53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11AE196-8CCB-988E-8289-401182294779}"/>
              </a:ext>
            </a:extLst>
          </p:cNvPr>
          <p:cNvSpPr txBox="1"/>
          <p:nvPr/>
        </p:nvSpPr>
        <p:spPr>
          <a:xfrm>
            <a:off x="7291659" y="4926303"/>
            <a:ext cx="53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4</a:t>
            </a: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C55E484-55BC-20F5-E6DF-DB832A0982EC}"/>
              </a:ext>
            </a:extLst>
          </p:cNvPr>
          <p:cNvCxnSpPr>
            <a:cxnSpLocks/>
          </p:cNvCxnSpPr>
          <p:nvPr/>
        </p:nvCxnSpPr>
        <p:spPr>
          <a:xfrm>
            <a:off x="7187657" y="4850911"/>
            <a:ext cx="139638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370C8B2-248C-F54E-9BFB-05D7939C9DAB}"/>
              </a:ext>
            </a:extLst>
          </p:cNvPr>
          <p:cNvCxnSpPr>
            <a:cxnSpLocks/>
          </p:cNvCxnSpPr>
          <p:nvPr/>
        </p:nvCxnSpPr>
        <p:spPr>
          <a:xfrm flipV="1">
            <a:off x="7191796" y="4624147"/>
            <a:ext cx="135500" cy="10940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774198C-5D90-2E96-244B-EC03ADA515D8}"/>
              </a:ext>
            </a:extLst>
          </p:cNvPr>
          <p:cNvCxnSpPr>
            <a:cxnSpLocks/>
          </p:cNvCxnSpPr>
          <p:nvPr/>
        </p:nvCxnSpPr>
        <p:spPr>
          <a:xfrm>
            <a:off x="7195233" y="4984139"/>
            <a:ext cx="135500" cy="10940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81" name="Rectangle 3">
            <a:extLst>
              <a:ext uri="{FF2B5EF4-FFF2-40B4-BE49-F238E27FC236}">
                <a16:creationId xmlns:a16="http://schemas.microsoft.com/office/drawing/2014/main" id="{EA2E5205-C301-019E-46BB-BC72F7508E01}"/>
              </a:ext>
            </a:extLst>
          </p:cNvPr>
          <p:cNvSpPr txBox="1">
            <a:spLocks noChangeArrowheads="1"/>
          </p:cNvSpPr>
          <p:nvPr/>
        </p:nvSpPr>
        <p:spPr>
          <a:xfrm>
            <a:off x="1807684" y="5535811"/>
            <a:ext cx="6338981" cy="37748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Font typeface="Wingdings" pitchFamily="2" charset="2"/>
              <a:buNone/>
              <a:defRPr/>
            </a:pP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objects delivered in order requested: O</a:t>
            </a:r>
            <a:r>
              <a:rPr lang="en-US" altLang="en-US" sz="1800" i="1" baseline="-25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, O</a:t>
            </a:r>
            <a:r>
              <a:rPr lang="en-US" altLang="en-US" sz="1800" i="1" baseline="-25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3</a:t>
            </a: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, O</a:t>
            </a:r>
            <a:r>
              <a:rPr lang="en-US" altLang="en-US" sz="1800" i="1" baseline="-25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4</a:t>
            </a: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 wait behind O</a:t>
            </a:r>
            <a:r>
              <a:rPr lang="en-US" altLang="en-US" sz="1800" i="1" baseline="-25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1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1800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682C848-ABC7-751E-F4BB-54094DC20FDA}"/>
              </a:ext>
            </a:extLst>
          </p:cNvPr>
          <p:cNvGrpSpPr/>
          <p:nvPr/>
        </p:nvGrpSpPr>
        <p:grpSpPr>
          <a:xfrm>
            <a:off x="2550685" y="4753692"/>
            <a:ext cx="3021803" cy="357986"/>
            <a:chOff x="3400914" y="5195255"/>
            <a:chExt cx="4029070" cy="477315"/>
          </a:xfrm>
        </p:grpSpPr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DB48E841-DFF6-AD84-ABD9-EB932EEC7C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0914" y="5403102"/>
              <a:ext cx="4029070" cy="269468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84" name="Freeform 55">
              <a:extLst>
                <a:ext uri="{FF2B5EF4-FFF2-40B4-BE49-F238E27FC236}">
                  <a16:creationId xmlns:a16="http://schemas.microsoft.com/office/drawing/2014/main" id="{C5B77FEF-7A2E-CF41-0CB6-9C721CB89486}"/>
                </a:ext>
              </a:extLst>
            </p:cNvPr>
            <p:cNvSpPr/>
            <p:nvPr/>
          </p:nvSpPr>
          <p:spPr>
            <a:xfrm>
              <a:off x="3520812" y="5195255"/>
              <a:ext cx="3866473" cy="468804"/>
            </a:xfrm>
            <a:custGeom>
              <a:avLst/>
              <a:gdLst>
                <a:gd name="connsiteX0" fmla="*/ 0 w 3866473"/>
                <a:gd name="connsiteY0" fmla="*/ 264573 h 468804"/>
                <a:gd name="connsiteX1" fmla="*/ 0 w 3866473"/>
                <a:gd name="connsiteY1" fmla="*/ 468804 h 468804"/>
                <a:gd name="connsiteX2" fmla="*/ 3866473 w 3866473"/>
                <a:gd name="connsiteY2" fmla="*/ 204232 h 468804"/>
                <a:gd name="connsiteX3" fmla="*/ 3861832 w 3866473"/>
                <a:gd name="connsiteY3" fmla="*/ 0 h 468804"/>
                <a:gd name="connsiteX4" fmla="*/ 0 w 3866473"/>
                <a:gd name="connsiteY4" fmla="*/ 264573 h 468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6473" h="468804">
                  <a:moveTo>
                    <a:pt x="0" y="264573"/>
                  </a:moveTo>
                  <a:lnTo>
                    <a:pt x="0" y="468804"/>
                  </a:lnTo>
                  <a:lnTo>
                    <a:pt x="3866473" y="204232"/>
                  </a:lnTo>
                  <a:lnTo>
                    <a:pt x="3861832" y="0"/>
                  </a:lnTo>
                  <a:lnTo>
                    <a:pt x="0" y="264573"/>
                  </a:lnTo>
                  <a:close/>
                </a:path>
              </a:pathLst>
            </a:cu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811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3">
            <a:extLst>
              <a:ext uri="{FF2B5EF4-FFF2-40B4-BE49-F238E27FC236}">
                <a16:creationId xmlns:a16="http://schemas.microsoft.com/office/drawing/2014/main" id="{E34233B0-7EE5-B75D-127A-B0A379F4AD4B}"/>
              </a:ext>
            </a:extLst>
          </p:cNvPr>
          <p:cNvSpPr txBox="1">
            <a:spLocks noChangeArrowheads="1"/>
          </p:cNvSpPr>
          <p:nvPr/>
        </p:nvSpPr>
        <p:spPr>
          <a:xfrm>
            <a:off x="599019" y="1813126"/>
            <a:ext cx="8337830" cy="37748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Font typeface="Wingdings" pitchFamily="2" charset="2"/>
              <a:buNone/>
              <a:defRPr/>
            </a:pPr>
            <a:r>
              <a:rPr lang="en-US" altLang="en-US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HTTP/2: objects divided into frames, frame transmission interleaved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1800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07" name="Text Box 5">
            <a:extLst>
              <a:ext uri="{FF2B5EF4-FFF2-40B4-BE49-F238E27FC236}">
                <a16:creationId xmlns:a16="http://schemas.microsoft.com/office/drawing/2014/main" id="{12DDBDC5-4E1E-E81A-EAFC-381C825B3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301" y="3034131"/>
            <a:ext cx="61568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client</a:t>
            </a:r>
          </a:p>
        </p:txBody>
      </p:sp>
      <p:sp>
        <p:nvSpPr>
          <p:cNvPr id="208" name="Text Box 6">
            <a:extLst>
              <a:ext uri="{FF2B5EF4-FFF2-40B4-BE49-F238E27FC236}">
                <a16:creationId xmlns:a16="http://schemas.microsoft.com/office/drawing/2014/main" id="{A2629AE9-CAED-147E-12CA-A60B08685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9579" y="2276443"/>
            <a:ext cx="67351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server</a:t>
            </a:r>
          </a:p>
        </p:txBody>
      </p:sp>
      <p:grpSp>
        <p:nvGrpSpPr>
          <p:cNvPr id="209" name="Group 34">
            <a:extLst>
              <a:ext uri="{FF2B5EF4-FFF2-40B4-BE49-F238E27FC236}">
                <a16:creationId xmlns:a16="http://schemas.microsoft.com/office/drawing/2014/main" id="{3B403430-65AF-A3FA-64E4-3B6B2626D430}"/>
              </a:ext>
            </a:extLst>
          </p:cNvPr>
          <p:cNvGrpSpPr>
            <a:grpSpLocks/>
          </p:cNvGrpSpPr>
          <p:nvPr/>
        </p:nvGrpSpPr>
        <p:grpSpPr bwMode="auto">
          <a:xfrm>
            <a:off x="5426226" y="2553902"/>
            <a:ext cx="316706" cy="514350"/>
            <a:chOff x="4140" y="429"/>
            <a:chExt cx="1425" cy="2396"/>
          </a:xfrm>
        </p:grpSpPr>
        <p:sp>
          <p:nvSpPr>
            <p:cNvPr id="210" name="Freeform 35">
              <a:extLst>
                <a:ext uri="{FF2B5EF4-FFF2-40B4-BE49-F238E27FC236}">
                  <a16:creationId xmlns:a16="http://schemas.microsoft.com/office/drawing/2014/main" id="{199209F1-4ED9-84C9-3205-9EEEA47E4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11" name="Rectangle 36">
              <a:extLst>
                <a:ext uri="{FF2B5EF4-FFF2-40B4-BE49-F238E27FC236}">
                  <a16:creationId xmlns:a16="http://schemas.microsoft.com/office/drawing/2014/main" id="{EF4276F5-198C-D79E-602D-196764F75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212" name="Freeform 37">
              <a:extLst>
                <a:ext uri="{FF2B5EF4-FFF2-40B4-BE49-F238E27FC236}">
                  <a16:creationId xmlns:a16="http://schemas.microsoft.com/office/drawing/2014/main" id="{F919C487-9DCC-94AC-545F-5FA77E98F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Freeform 38">
              <a:extLst>
                <a:ext uri="{FF2B5EF4-FFF2-40B4-BE49-F238E27FC236}">
                  <a16:creationId xmlns:a16="http://schemas.microsoft.com/office/drawing/2014/main" id="{B96F113D-9461-E743-EBDC-7156C8A09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Rectangle 39">
              <a:extLst>
                <a:ext uri="{FF2B5EF4-FFF2-40B4-BE49-F238E27FC236}">
                  <a16:creationId xmlns:a16="http://schemas.microsoft.com/office/drawing/2014/main" id="{F98BC3C0-921D-BBC4-A2C9-F349D165D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grpSp>
          <p:nvGrpSpPr>
            <p:cNvPr id="215" name="Group 40">
              <a:extLst>
                <a:ext uri="{FF2B5EF4-FFF2-40B4-BE49-F238E27FC236}">
                  <a16:creationId xmlns:a16="http://schemas.microsoft.com/office/drawing/2014/main" id="{7AC8CE3E-97EA-EAF7-37D7-F40571853B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40" name="AutoShape 41">
                <a:extLst>
                  <a:ext uri="{FF2B5EF4-FFF2-40B4-BE49-F238E27FC236}">
                    <a16:creationId xmlns:a16="http://schemas.microsoft.com/office/drawing/2014/main" id="{34AF9B39-ED78-B74A-8DC8-96AB9A304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41" name="AutoShape 42">
                <a:extLst>
                  <a:ext uri="{FF2B5EF4-FFF2-40B4-BE49-F238E27FC236}">
                    <a16:creationId xmlns:a16="http://schemas.microsoft.com/office/drawing/2014/main" id="{3224AD5A-C84E-16EF-F782-B2AECA82A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16" name="Rectangle 43">
              <a:extLst>
                <a:ext uri="{FF2B5EF4-FFF2-40B4-BE49-F238E27FC236}">
                  <a16:creationId xmlns:a16="http://schemas.microsoft.com/office/drawing/2014/main" id="{2760FF2E-C6A4-96FD-6931-942DAB4DF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grpSp>
          <p:nvGrpSpPr>
            <p:cNvPr id="217" name="Group 44">
              <a:extLst>
                <a:ext uri="{FF2B5EF4-FFF2-40B4-BE49-F238E27FC236}">
                  <a16:creationId xmlns:a16="http://schemas.microsoft.com/office/drawing/2014/main" id="{8DF3F6E7-E2C6-93D6-88EC-B644EADA17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8" name="AutoShape 45">
                <a:extLst>
                  <a:ext uri="{FF2B5EF4-FFF2-40B4-BE49-F238E27FC236}">
                    <a16:creationId xmlns:a16="http://schemas.microsoft.com/office/drawing/2014/main" id="{4B2C354B-0739-4DAA-06DA-4D0C04291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9" name="AutoShape 46">
                <a:extLst>
                  <a:ext uri="{FF2B5EF4-FFF2-40B4-BE49-F238E27FC236}">
                    <a16:creationId xmlns:a16="http://schemas.microsoft.com/office/drawing/2014/main" id="{41422EB1-663A-11D7-4A13-7CC969620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18" name="Rectangle 47">
              <a:extLst>
                <a:ext uri="{FF2B5EF4-FFF2-40B4-BE49-F238E27FC236}">
                  <a16:creationId xmlns:a16="http://schemas.microsoft.com/office/drawing/2014/main" id="{C486843E-E5AE-D72D-F838-8BC9213EA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219" name="Rectangle 48">
              <a:extLst>
                <a:ext uri="{FF2B5EF4-FFF2-40B4-BE49-F238E27FC236}">
                  <a16:creationId xmlns:a16="http://schemas.microsoft.com/office/drawing/2014/main" id="{0A2259A2-1EDC-4167-47F6-3120FE079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grpSp>
          <p:nvGrpSpPr>
            <p:cNvPr id="220" name="Group 49">
              <a:extLst>
                <a:ext uri="{FF2B5EF4-FFF2-40B4-BE49-F238E27FC236}">
                  <a16:creationId xmlns:a16="http://schemas.microsoft.com/office/drawing/2014/main" id="{6BBDDAEA-6C05-C927-A727-DCADD3466F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6" name="AutoShape 50">
                <a:extLst>
                  <a:ext uri="{FF2B5EF4-FFF2-40B4-BE49-F238E27FC236}">
                    <a16:creationId xmlns:a16="http://schemas.microsoft.com/office/drawing/2014/main" id="{326CDDF9-CED4-EFD0-EA1C-D8E18BE95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7" name="AutoShape 51">
                <a:extLst>
                  <a:ext uri="{FF2B5EF4-FFF2-40B4-BE49-F238E27FC236}">
                    <a16:creationId xmlns:a16="http://schemas.microsoft.com/office/drawing/2014/main" id="{B283E4B0-4880-EA66-7DCC-8F5F95B98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21" name="Freeform 52">
              <a:extLst>
                <a:ext uri="{FF2B5EF4-FFF2-40B4-BE49-F238E27FC236}">
                  <a16:creationId xmlns:a16="http://schemas.microsoft.com/office/drawing/2014/main" id="{40DCAE24-0BFA-275C-D1D0-544BD1350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222" name="Group 53">
              <a:extLst>
                <a:ext uri="{FF2B5EF4-FFF2-40B4-BE49-F238E27FC236}">
                  <a16:creationId xmlns:a16="http://schemas.microsoft.com/office/drawing/2014/main" id="{9C44C947-E5F9-26C6-56D9-BBB34031D6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4" name="AutoShape 54">
                <a:extLst>
                  <a:ext uri="{FF2B5EF4-FFF2-40B4-BE49-F238E27FC236}">
                    <a16:creationId xmlns:a16="http://schemas.microsoft.com/office/drawing/2014/main" id="{68017273-F788-EBAE-F7B1-DA1BC4624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5" name="AutoShape 55">
                <a:extLst>
                  <a:ext uri="{FF2B5EF4-FFF2-40B4-BE49-F238E27FC236}">
                    <a16:creationId xmlns:a16="http://schemas.microsoft.com/office/drawing/2014/main" id="{8369A75B-E99A-9F3E-CEFF-95EE70AD2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23" name="Rectangle 56">
              <a:extLst>
                <a:ext uri="{FF2B5EF4-FFF2-40B4-BE49-F238E27FC236}">
                  <a16:creationId xmlns:a16="http://schemas.microsoft.com/office/drawing/2014/main" id="{2961AFD0-1444-FD32-177D-54D34C547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224" name="Freeform 57">
              <a:extLst>
                <a:ext uri="{FF2B5EF4-FFF2-40B4-BE49-F238E27FC236}">
                  <a16:creationId xmlns:a16="http://schemas.microsoft.com/office/drawing/2014/main" id="{5DF2B779-A5C8-D312-E7E6-3829B064B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25" name="Freeform 58">
              <a:extLst>
                <a:ext uri="{FF2B5EF4-FFF2-40B4-BE49-F238E27FC236}">
                  <a16:creationId xmlns:a16="http://schemas.microsoft.com/office/drawing/2014/main" id="{5F841578-8BB5-AA9E-EF95-83E97DBBB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26" name="Oval 59">
              <a:extLst>
                <a:ext uri="{FF2B5EF4-FFF2-40B4-BE49-F238E27FC236}">
                  <a16:creationId xmlns:a16="http://schemas.microsoft.com/office/drawing/2014/main" id="{29B4EEE5-3DC8-E0EF-7C3C-09ED6B565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227" name="Freeform 60">
              <a:extLst>
                <a:ext uri="{FF2B5EF4-FFF2-40B4-BE49-F238E27FC236}">
                  <a16:creationId xmlns:a16="http://schemas.microsoft.com/office/drawing/2014/main" id="{AB82629C-617F-1CA3-331F-2B55176ED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28" name="AutoShape 61">
              <a:extLst>
                <a:ext uri="{FF2B5EF4-FFF2-40B4-BE49-F238E27FC236}">
                  <a16:creationId xmlns:a16="http://schemas.microsoft.com/office/drawing/2014/main" id="{80B8643B-0D14-0A95-D4CF-CCF5D65D3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229" name="AutoShape 62">
              <a:extLst>
                <a:ext uri="{FF2B5EF4-FFF2-40B4-BE49-F238E27FC236}">
                  <a16:creationId xmlns:a16="http://schemas.microsoft.com/office/drawing/2014/main" id="{F212DBB2-003F-F472-27DA-79B494D0D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1"/>
            </a:gra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230" name="Oval 63">
              <a:extLst>
                <a:ext uri="{FF2B5EF4-FFF2-40B4-BE49-F238E27FC236}">
                  <a16:creationId xmlns:a16="http://schemas.microsoft.com/office/drawing/2014/main" id="{777603BE-7F4A-C014-D1C1-D6C3C41CB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231" name="Oval 64">
              <a:extLst>
                <a:ext uri="{FF2B5EF4-FFF2-40B4-BE49-F238E27FC236}">
                  <a16:creationId xmlns:a16="http://schemas.microsoft.com/office/drawing/2014/main" id="{8FA31E26-8418-8C88-59A5-6D6244C79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2" name="Oval 65">
              <a:extLst>
                <a:ext uri="{FF2B5EF4-FFF2-40B4-BE49-F238E27FC236}">
                  <a16:creationId xmlns:a16="http://schemas.microsoft.com/office/drawing/2014/main" id="{26E0CFCE-923F-0C8E-8041-F14D430EE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233" name="Rectangle 66">
              <a:extLst>
                <a:ext uri="{FF2B5EF4-FFF2-40B4-BE49-F238E27FC236}">
                  <a16:creationId xmlns:a16="http://schemas.microsoft.com/office/drawing/2014/main" id="{D741D4AA-6B62-1FDC-1EE6-94D1D9BE6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42" name="Group 67">
            <a:extLst>
              <a:ext uri="{FF2B5EF4-FFF2-40B4-BE49-F238E27FC236}">
                <a16:creationId xmlns:a16="http://schemas.microsoft.com/office/drawing/2014/main" id="{EF3FA137-9A32-97AF-AB78-8BD33AC4D187}"/>
              </a:ext>
            </a:extLst>
          </p:cNvPr>
          <p:cNvGrpSpPr>
            <a:grpSpLocks/>
          </p:cNvGrpSpPr>
          <p:nvPr/>
        </p:nvGrpSpPr>
        <p:grpSpPr bwMode="auto">
          <a:xfrm>
            <a:off x="2163999" y="2576223"/>
            <a:ext cx="557213" cy="557213"/>
            <a:chOff x="-44" y="1473"/>
            <a:chExt cx="981" cy="1105"/>
          </a:xfrm>
        </p:grpSpPr>
        <p:pic>
          <p:nvPicPr>
            <p:cNvPr id="243" name="Picture 68" descr="desktop_computer_stylized_medium">
              <a:extLst>
                <a:ext uri="{FF2B5EF4-FFF2-40B4-BE49-F238E27FC236}">
                  <a16:creationId xmlns:a16="http://schemas.microsoft.com/office/drawing/2014/main" id="{6FA5C397-A9A5-E2E6-0273-AD3FD315C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4" name="Freeform 69">
              <a:extLst>
                <a:ext uri="{FF2B5EF4-FFF2-40B4-BE49-F238E27FC236}">
                  <a16:creationId xmlns:a16="http://schemas.microsoft.com/office/drawing/2014/main" id="{0DB22A1C-8EE2-871D-730D-B4486822D9D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50794B8E-32F9-B2EA-2E6B-3CF2CADB5AB5}"/>
              </a:ext>
            </a:extLst>
          </p:cNvPr>
          <p:cNvCxnSpPr>
            <a:cxnSpLocks/>
          </p:cNvCxnSpPr>
          <p:nvPr/>
        </p:nvCxnSpPr>
        <p:spPr>
          <a:xfrm>
            <a:off x="2644902" y="2950864"/>
            <a:ext cx="2932509" cy="19555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95904206-B89A-95AE-09EA-7A8443E43EC8}"/>
              </a:ext>
            </a:extLst>
          </p:cNvPr>
          <p:cNvSpPr txBox="1"/>
          <p:nvPr/>
        </p:nvSpPr>
        <p:spPr>
          <a:xfrm>
            <a:off x="4569948" y="2857948"/>
            <a:ext cx="66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GET O</a:t>
            </a:r>
            <a:r>
              <a: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6C929866-D45F-1148-DC33-989C95E474FF}"/>
              </a:ext>
            </a:extLst>
          </p:cNvPr>
          <p:cNvSpPr txBox="1"/>
          <p:nvPr/>
        </p:nvSpPr>
        <p:spPr>
          <a:xfrm>
            <a:off x="3968848" y="2804827"/>
            <a:ext cx="66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GET O</a:t>
            </a:r>
            <a:r>
              <a: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A313F29-95C7-2AFD-D964-997D8B47B843}"/>
              </a:ext>
            </a:extLst>
          </p:cNvPr>
          <p:cNvSpPr txBox="1"/>
          <p:nvPr/>
        </p:nvSpPr>
        <p:spPr>
          <a:xfrm>
            <a:off x="3385330" y="2760829"/>
            <a:ext cx="66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GET O</a:t>
            </a:r>
            <a:r>
              <a: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A9CC149E-9FFC-43BE-FCCF-8F541E281115}"/>
              </a:ext>
            </a:extLst>
          </p:cNvPr>
          <p:cNvSpPr txBox="1"/>
          <p:nvPr/>
        </p:nvSpPr>
        <p:spPr>
          <a:xfrm>
            <a:off x="2790949" y="2712652"/>
            <a:ext cx="66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GET O</a:t>
            </a:r>
            <a:r>
              <a:rPr kumimoji="0" lang="en-US" sz="12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4</a:t>
            </a:r>
          </a:p>
        </p:txBody>
      </p: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BD06FD40-D96F-75EC-6E12-BFBFF0EA1403}"/>
              </a:ext>
            </a:extLst>
          </p:cNvPr>
          <p:cNvCxnSpPr>
            <a:cxnSpLocks/>
          </p:cNvCxnSpPr>
          <p:nvPr/>
        </p:nvCxnSpPr>
        <p:spPr>
          <a:xfrm flipH="1">
            <a:off x="2510598" y="5008237"/>
            <a:ext cx="3070254" cy="20635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1" name="Rectangle 250">
            <a:extLst>
              <a:ext uri="{FF2B5EF4-FFF2-40B4-BE49-F238E27FC236}">
                <a16:creationId xmlns:a16="http://schemas.microsoft.com/office/drawing/2014/main" id="{D40BE7EE-7F6E-6DFB-C0B6-597D8A12ACC1}"/>
              </a:ext>
            </a:extLst>
          </p:cNvPr>
          <p:cNvSpPr/>
          <p:nvPr/>
        </p:nvSpPr>
        <p:spPr>
          <a:xfrm>
            <a:off x="6465257" y="3188901"/>
            <a:ext cx="669074" cy="1478493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9A0993A-7D60-8B2E-EFBA-CAC8AFBBC205}"/>
              </a:ext>
            </a:extLst>
          </p:cNvPr>
          <p:cNvSpPr/>
          <p:nvPr/>
        </p:nvSpPr>
        <p:spPr>
          <a:xfrm>
            <a:off x="6468001" y="4678368"/>
            <a:ext cx="669073" cy="82727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3" name="Freeform 48">
            <a:extLst>
              <a:ext uri="{FF2B5EF4-FFF2-40B4-BE49-F238E27FC236}">
                <a16:creationId xmlns:a16="http://schemas.microsoft.com/office/drawing/2014/main" id="{A5407DD6-398E-AADB-1B3E-263694316C04}"/>
              </a:ext>
            </a:extLst>
          </p:cNvPr>
          <p:cNvSpPr/>
          <p:nvPr/>
        </p:nvSpPr>
        <p:spPr>
          <a:xfrm>
            <a:off x="2614885" y="3733958"/>
            <a:ext cx="2900537" cy="1483897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67383 w 3876052"/>
              <a:gd name="connsiteY0" fmla="*/ 0 h 2226179"/>
              <a:gd name="connsiteX1" fmla="*/ 411 w 3876052"/>
              <a:gd name="connsiteY1" fmla="*/ 273465 h 2226179"/>
              <a:gd name="connsiteX2" fmla="*/ 411 w 3876052"/>
              <a:gd name="connsiteY2" fmla="*/ 2226179 h 2226179"/>
              <a:gd name="connsiteX3" fmla="*/ 3875929 w 3876052"/>
              <a:gd name="connsiteY3" fmla="*/ 1956987 h 2226179"/>
              <a:gd name="connsiteX4" fmla="*/ 3867383 w 3876052"/>
              <a:gd name="connsiteY4" fmla="*/ 0 h 2226179"/>
              <a:gd name="connsiteX0" fmla="*/ 3867383 w 3871845"/>
              <a:gd name="connsiteY0" fmla="*/ 0 h 2226179"/>
              <a:gd name="connsiteX1" fmla="*/ 411 w 3871845"/>
              <a:gd name="connsiteY1" fmla="*/ 273465 h 2226179"/>
              <a:gd name="connsiteX2" fmla="*/ 411 w 3871845"/>
              <a:gd name="connsiteY2" fmla="*/ 2226179 h 2226179"/>
              <a:gd name="connsiteX3" fmla="*/ 3871656 w 3871845"/>
              <a:gd name="connsiteY3" fmla="*/ 1969806 h 2226179"/>
              <a:gd name="connsiteX4" fmla="*/ 3867383 w 3871845"/>
              <a:gd name="connsiteY4" fmla="*/ 0 h 2226179"/>
              <a:gd name="connsiteX0" fmla="*/ 3867383 w 3872034"/>
              <a:gd name="connsiteY0" fmla="*/ 0 h 2226179"/>
              <a:gd name="connsiteX1" fmla="*/ 411 w 3872034"/>
              <a:gd name="connsiteY1" fmla="*/ 273465 h 2226179"/>
              <a:gd name="connsiteX2" fmla="*/ 411 w 3872034"/>
              <a:gd name="connsiteY2" fmla="*/ 2226179 h 2226179"/>
              <a:gd name="connsiteX3" fmla="*/ 3871656 w 3872034"/>
              <a:gd name="connsiteY3" fmla="*/ 1969806 h 2226179"/>
              <a:gd name="connsiteX4" fmla="*/ 3867383 w 3872034"/>
              <a:gd name="connsiteY4" fmla="*/ 0 h 2226179"/>
              <a:gd name="connsiteX0" fmla="*/ 3867383 w 3868169"/>
              <a:gd name="connsiteY0" fmla="*/ 0 h 2226179"/>
              <a:gd name="connsiteX1" fmla="*/ 411 w 3868169"/>
              <a:gd name="connsiteY1" fmla="*/ 273465 h 2226179"/>
              <a:gd name="connsiteX2" fmla="*/ 411 w 3868169"/>
              <a:gd name="connsiteY2" fmla="*/ 2226179 h 2226179"/>
              <a:gd name="connsiteX3" fmla="*/ 3863110 w 3868169"/>
              <a:gd name="connsiteY3" fmla="*/ 1969806 h 2226179"/>
              <a:gd name="connsiteX4" fmla="*/ 3867383 w 3868169"/>
              <a:gd name="connsiteY4" fmla="*/ 0 h 2226179"/>
              <a:gd name="connsiteX0" fmla="*/ 3867383 w 3867817"/>
              <a:gd name="connsiteY0" fmla="*/ 0 h 2226179"/>
              <a:gd name="connsiteX1" fmla="*/ 411 w 3867817"/>
              <a:gd name="connsiteY1" fmla="*/ 273465 h 2226179"/>
              <a:gd name="connsiteX2" fmla="*/ 411 w 3867817"/>
              <a:gd name="connsiteY2" fmla="*/ 2226179 h 2226179"/>
              <a:gd name="connsiteX3" fmla="*/ 3856760 w 3867817"/>
              <a:gd name="connsiteY3" fmla="*/ 1718981 h 2226179"/>
              <a:gd name="connsiteX4" fmla="*/ 3867383 w 3867817"/>
              <a:gd name="connsiteY4" fmla="*/ 0 h 2226179"/>
              <a:gd name="connsiteX0" fmla="*/ 3867383 w 3867817"/>
              <a:gd name="connsiteY0" fmla="*/ 0 h 1978529"/>
              <a:gd name="connsiteX1" fmla="*/ 411 w 3867817"/>
              <a:gd name="connsiteY1" fmla="*/ 273465 h 1978529"/>
              <a:gd name="connsiteX2" fmla="*/ 411 w 3867817"/>
              <a:gd name="connsiteY2" fmla="*/ 1978529 h 1978529"/>
              <a:gd name="connsiteX3" fmla="*/ 3856760 w 3867817"/>
              <a:gd name="connsiteY3" fmla="*/ 1718981 h 1978529"/>
              <a:gd name="connsiteX4" fmla="*/ 3867383 w 3867817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383" h="1978529">
                <a:moveTo>
                  <a:pt x="3867383" y="0"/>
                </a:moveTo>
                <a:lnTo>
                  <a:pt x="411" y="273465"/>
                </a:lnTo>
                <a:cubicBezTo>
                  <a:pt x="1835" y="927218"/>
                  <a:pt x="-1013" y="1324776"/>
                  <a:pt x="411" y="1978529"/>
                </a:cubicBezTo>
                <a:lnTo>
                  <a:pt x="3856760" y="1718981"/>
                </a:lnTo>
                <a:cubicBezTo>
                  <a:pt x="3862689" y="443848"/>
                  <a:pt x="3861223" y="1457627"/>
                  <a:pt x="3867383" y="0"/>
                </a:cubicBezTo>
                <a:close/>
              </a:path>
            </a:pathLst>
          </a:cu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4" name="Freeform 66">
            <a:extLst>
              <a:ext uri="{FF2B5EF4-FFF2-40B4-BE49-F238E27FC236}">
                <a16:creationId xmlns:a16="http://schemas.microsoft.com/office/drawing/2014/main" id="{B4F3BDCB-1E4B-7D07-86F3-E1FE8479EF15}"/>
              </a:ext>
            </a:extLst>
          </p:cNvPr>
          <p:cNvSpPr/>
          <p:nvPr/>
        </p:nvSpPr>
        <p:spPr>
          <a:xfrm>
            <a:off x="2609899" y="3262993"/>
            <a:ext cx="2906946" cy="281517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5" name="Freeform 67">
            <a:extLst>
              <a:ext uri="{FF2B5EF4-FFF2-40B4-BE49-F238E27FC236}">
                <a16:creationId xmlns:a16="http://schemas.microsoft.com/office/drawing/2014/main" id="{29CB1BC8-FBEB-BF4B-80A0-1C250F1D1826}"/>
              </a:ext>
            </a:extLst>
          </p:cNvPr>
          <p:cNvSpPr/>
          <p:nvPr/>
        </p:nvSpPr>
        <p:spPr>
          <a:xfrm>
            <a:off x="2609899" y="3359714"/>
            <a:ext cx="2906946" cy="281517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6" name="Freeform 69">
            <a:extLst>
              <a:ext uri="{FF2B5EF4-FFF2-40B4-BE49-F238E27FC236}">
                <a16:creationId xmlns:a16="http://schemas.microsoft.com/office/drawing/2014/main" id="{27603C71-7250-76FE-BF93-56B2E82012C9}"/>
              </a:ext>
            </a:extLst>
          </p:cNvPr>
          <p:cNvSpPr/>
          <p:nvPr/>
        </p:nvSpPr>
        <p:spPr>
          <a:xfrm>
            <a:off x="2613847" y="3458315"/>
            <a:ext cx="2906946" cy="281517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0925493D-69CB-5D0F-3AAE-6A979AC08473}"/>
              </a:ext>
            </a:extLst>
          </p:cNvPr>
          <p:cNvSpPr/>
          <p:nvPr/>
        </p:nvSpPr>
        <p:spPr>
          <a:xfrm>
            <a:off x="1673807" y="3438507"/>
            <a:ext cx="189548" cy="1706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E966039D-534F-B742-28C6-25A9188A3153}"/>
              </a:ext>
            </a:extLst>
          </p:cNvPr>
          <p:cNvGrpSpPr/>
          <p:nvPr/>
        </p:nvGrpSpPr>
        <p:grpSpPr>
          <a:xfrm>
            <a:off x="1328054" y="3396595"/>
            <a:ext cx="1230995" cy="276999"/>
            <a:chOff x="1770738" y="3385789"/>
            <a:chExt cx="1641327" cy="369332"/>
          </a:xfrm>
        </p:grpSpPr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E111600A-8375-013F-7EC2-7058D66289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0738" y="3564111"/>
              <a:ext cx="1641327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A5AF37FD-F9D6-4166-AA5A-2241EF0A1A93}"/>
                </a:ext>
              </a:extLst>
            </p:cNvPr>
            <p:cNvSpPr txBox="1"/>
            <p:nvPr/>
          </p:nvSpPr>
          <p:spPr>
            <a:xfrm>
              <a:off x="2156066" y="3385789"/>
              <a:ext cx="459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O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23F4B30-F7EE-7B86-C26C-290D9CD47B3F}"/>
              </a:ext>
            </a:extLst>
          </p:cNvPr>
          <p:cNvSpPr/>
          <p:nvPr/>
        </p:nvSpPr>
        <p:spPr>
          <a:xfrm>
            <a:off x="1776949" y="3653364"/>
            <a:ext cx="189548" cy="1706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734EED04-A478-78A1-89FA-0EDE0D7AA101}"/>
              </a:ext>
            </a:extLst>
          </p:cNvPr>
          <p:cNvGrpSpPr/>
          <p:nvPr/>
        </p:nvGrpSpPr>
        <p:grpSpPr>
          <a:xfrm>
            <a:off x="1319744" y="3603576"/>
            <a:ext cx="1230879" cy="276999"/>
            <a:chOff x="1759658" y="3661763"/>
            <a:chExt cx="1641172" cy="369332"/>
          </a:xfrm>
        </p:grpSpPr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587FC897-43C7-68A8-2936-FF01D81841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9658" y="3839649"/>
              <a:ext cx="1641172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5DAD5162-9C79-9946-8EC9-55B645EB2056}"/>
                </a:ext>
              </a:extLst>
            </p:cNvPr>
            <p:cNvSpPr txBox="1"/>
            <p:nvPr/>
          </p:nvSpPr>
          <p:spPr>
            <a:xfrm>
              <a:off x="2315510" y="3661763"/>
              <a:ext cx="459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O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4</a:t>
              </a:r>
            </a:p>
          </p:txBody>
        </p:sp>
      </p:grpSp>
      <p:sp>
        <p:nvSpPr>
          <p:cNvPr id="265" name="Rectangle 264">
            <a:extLst>
              <a:ext uri="{FF2B5EF4-FFF2-40B4-BE49-F238E27FC236}">
                <a16:creationId xmlns:a16="http://schemas.microsoft.com/office/drawing/2014/main" id="{7F0D7DBD-2F5E-6749-DA23-F99B54B95C69}"/>
              </a:ext>
            </a:extLst>
          </p:cNvPr>
          <p:cNvSpPr/>
          <p:nvPr/>
        </p:nvSpPr>
        <p:spPr>
          <a:xfrm>
            <a:off x="6468002" y="4768184"/>
            <a:ext cx="669073" cy="82727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F9676785-A765-28BA-991E-961F056358C3}"/>
              </a:ext>
            </a:extLst>
          </p:cNvPr>
          <p:cNvSpPr/>
          <p:nvPr/>
        </p:nvSpPr>
        <p:spPr>
          <a:xfrm>
            <a:off x="6468002" y="4835025"/>
            <a:ext cx="669073" cy="82727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76659927-58D3-F817-4B01-D917DB2B39D1}"/>
              </a:ext>
            </a:extLst>
          </p:cNvPr>
          <p:cNvSpPr/>
          <p:nvPr/>
        </p:nvSpPr>
        <p:spPr>
          <a:xfrm>
            <a:off x="6465258" y="4926303"/>
            <a:ext cx="669073" cy="82727"/>
          </a:xfrm>
          <a:prstGeom prst="rect">
            <a:avLst/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F48C8714-4D10-AB61-3B11-4098BF265BA6}"/>
              </a:ext>
            </a:extLst>
          </p:cNvPr>
          <p:cNvSpPr txBox="1"/>
          <p:nvPr/>
        </p:nvSpPr>
        <p:spPr>
          <a:xfrm>
            <a:off x="6259229" y="2840870"/>
            <a:ext cx="19204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object data requested</a:t>
            </a:r>
          </a:p>
        </p:txBody>
      </p:sp>
      <p:sp>
        <p:nvSpPr>
          <p:cNvPr id="269" name="Left Arrow 100">
            <a:extLst>
              <a:ext uri="{FF2B5EF4-FFF2-40B4-BE49-F238E27FC236}">
                <a16:creationId xmlns:a16="http://schemas.microsoft.com/office/drawing/2014/main" id="{994B2941-7B72-F5E1-288A-2540D7DB6191}"/>
              </a:ext>
            </a:extLst>
          </p:cNvPr>
          <p:cNvSpPr/>
          <p:nvPr/>
        </p:nvSpPr>
        <p:spPr>
          <a:xfrm>
            <a:off x="5966602" y="3908266"/>
            <a:ext cx="447635" cy="276999"/>
          </a:xfrm>
          <a:prstGeom prst="leftArrow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3928C7D-2B6F-67F2-6E51-BDA25DFB45EE}"/>
              </a:ext>
            </a:extLst>
          </p:cNvPr>
          <p:cNvSpPr txBox="1"/>
          <p:nvPr/>
        </p:nvSpPr>
        <p:spPr>
          <a:xfrm>
            <a:off x="7279990" y="3781308"/>
            <a:ext cx="53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59262A29-EE68-835F-8D79-A5AE065A1457}"/>
              </a:ext>
            </a:extLst>
          </p:cNvPr>
          <p:cNvSpPr/>
          <p:nvPr/>
        </p:nvSpPr>
        <p:spPr>
          <a:xfrm>
            <a:off x="7727558" y="3751378"/>
            <a:ext cx="296100" cy="1706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A5443BDF-7796-BB60-D922-167A83632F15}"/>
              </a:ext>
            </a:extLst>
          </p:cNvPr>
          <p:cNvSpPr txBox="1"/>
          <p:nvPr/>
        </p:nvSpPr>
        <p:spPr>
          <a:xfrm>
            <a:off x="7288055" y="4418216"/>
            <a:ext cx="53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ADE33B0-C77A-7809-44E3-E9F17099CF6D}"/>
              </a:ext>
            </a:extLst>
          </p:cNvPr>
          <p:cNvSpPr txBox="1"/>
          <p:nvPr/>
        </p:nvSpPr>
        <p:spPr>
          <a:xfrm>
            <a:off x="7288031" y="4683673"/>
            <a:ext cx="53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4B862923-E9C8-CFFC-BEA4-BE1CC835A774}"/>
              </a:ext>
            </a:extLst>
          </p:cNvPr>
          <p:cNvSpPr txBox="1"/>
          <p:nvPr/>
        </p:nvSpPr>
        <p:spPr>
          <a:xfrm>
            <a:off x="7291659" y="4926303"/>
            <a:ext cx="53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4</a:t>
            </a:r>
          </a:p>
        </p:txBody>
      </p: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F867C2AE-FA0B-3DE1-87D6-8072416801FA}"/>
              </a:ext>
            </a:extLst>
          </p:cNvPr>
          <p:cNvCxnSpPr>
            <a:cxnSpLocks/>
          </p:cNvCxnSpPr>
          <p:nvPr/>
        </p:nvCxnSpPr>
        <p:spPr>
          <a:xfrm>
            <a:off x="7187657" y="4850911"/>
            <a:ext cx="139638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517D2978-D8C7-DB75-07B8-11A3646B3DDF}"/>
              </a:ext>
            </a:extLst>
          </p:cNvPr>
          <p:cNvCxnSpPr>
            <a:cxnSpLocks/>
          </p:cNvCxnSpPr>
          <p:nvPr/>
        </p:nvCxnSpPr>
        <p:spPr>
          <a:xfrm flipV="1">
            <a:off x="7191796" y="4624147"/>
            <a:ext cx="135500" cy="10940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0A31731A-389D-43A7-C14B-6225C45BAB15}"/>
              </a:ext>
            </a:extLst>
          </p:cNvPr>
          <p:cNvCxnSpPr>
            <a:cxnSpLocks/>
          </p:cNvCxnSpPr>
          <p:nvPr/>
        </p:nvCxnSpPr>
        <p:spPr>
          <a:xfrm>
            <a:off x="7195233" y="4984139"/>
            <a:ext cx="135500" cy="10940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78" name="Rectangle 3">
            <a:extLst>
              <a:ext uri="{FF2B5EF4-FFF2-40B4-BE49-F238E27FC236}">
                <a16:creationId xmlns:a16="http://schemas.microsoft.com/office/drawing/2014/main" id="{26A430F7-1127-98AB-EDD9-137E02F558E8}"/>
              </a:ext>
            </a:extLst>
          </p:cNvPr>
          <p:cNvSpPr txBox="1">
            <a:spLocks noChangeArrowheads="1"/>
          </p:cNvSpPr>
          <p:nvPr/>
        </p:nvSpPr>
        <p:spPr>
          <a:xfrm>
            <a:off x="2348352" y="5503072"/>
            <a:ext cx="4914630" cy="37748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Font typeface="Wingdings" pitchFamily="2" charset="2"/>
              <a:buNone/>
              <a:defRPr/>
            </a:pP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O</a:t>
            </a:r>
            <a:r>
              <a:rPr lang="en-US" altLang="en-US" sz="1800" i="1" baseline="-25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, O</a:t>
            </a:r>
            <a:r>
              <a:rPr lang="en-US" altLang="en-US" sz="1800" i="1" baseline="-25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3</a:t>
            </a: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, O</a:t>
            </a:r>
            <a:r>
              <a:rPr lang="en-US" altLang="en-US" sz="1800" i="1" baseline="-25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4</a:t>
            </a: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 delivered quickly, O</a:t>
            </a:r>
            <a:r>
              <a:rPr lang="en-US" altLang="en-US" sz="1800" i="1" baseline="-25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1 </a:t>
            </a: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slightly delayed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1800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75469A3-FA9F-EF4F-952A-771ED7394D4A}"/>
              </a:ext>
            </a:extLst>
          </p:cNvPr>
          <p:cNvGrpSpPr/>
          <p:nvPr/>
        </p:nvGrpSpPr>
        <p:grpSpPr>
          <a:xfrm>
            <a:off x="2522238" y="3166112"/>
            <a:ext cx="3039694" cy="284769"/>
            <a:chOff x="3362984" y="3078482"/>
            <a:chExt cx="4052925" cy="379692"/>
          </a:xfrm>
        </p:grpSpPr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AAB446DB-0250-4CF9-C9B5-362C1C3741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2984" y="3078482"/>
              <a:ext cx="4052925" cy="27331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81" name="Freeform 86">
              <a:extLst>
                <a:ext uri="{FF2B5EF4-FFF2-40B4-BE49-F238E27FC236}">
                  <a16:creationId xmlns:a16="http://schemas.microsoft.com/office/drawing/2014/main" id="{0424E3C3-27DC-1DC4-539F-9018D6C8345C}"/>
                </a:ext>
              </a:extLst>
            </p:cNvPr>
            <p:cNvSpPr/>
            <p:nvPr/>
          </p:nvSpPr>
          <p:spPr>
            <a:xfrm>
              <a:off x="3479865" y="3082818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447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2" name="Freeform 87">
            <a:extLst>
              <a:ext uri="{FF2B5EF4-FFF2-40B4-BE49-F238E27FC236}">
                <a16:creationId xmlns:a16="http://schemas.microsoft.com/office/drawing/2014/main" id="{78A67900-F2C7-2F1A-D047-971FE5147376}"/>
              </a:ext>
            </a:extLst>
          </p:cNvPr>
          <p:cNvSpPr/>
          <p:nvPr/>
        </p:nvSpPr>
        <p:spPr>
          <a:xfrm>
            <a:off x="2610469" y="3554423"/>
            <a:ext cx="2906946" cy="281517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3" name="Freeform 88">
            <a:extLst>
              <a:ext uri="{FF2B5EF4-FFF2-40B4-BE49-F238E27FC236}">
                <a16:creationId xmlns:a16="http://schemas.microsoft.com/office/drawing/2014/main" id="{C921F50C-821E-7DB6-E84E-523790FB0A13}"/>
              </a:ext>
            </a:extLst>
          </p:cNvPr>
          <p:cNvSpPr/>
          <p:nvPr/>
        </p:nvSpPr>
        <p:spPr>
          <a:xfrm>
            <a:off x="2613847" y="3646918"/>
            <a:ext cx="2906946" cy="281517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40014EDE-FF05-4BA9-B024-1BE9FD304BF7}"/>
              </a:ext>
            </a:extLst>
          </p:cNvPr>
          <p:cNvSpPr/>
          <p:nvPr/>
        </p:nvSpPr>
        <p:spPr>
          <a:xfrm>
            <a:off x="1931445" y="3819181"/>
            <a:ext cx="233189" cy="21082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A6EFD76D-9FA5-5593-7297-0168262400FF}"/>
              </a:ext>
            </a:extLst>
          </p:cNvPr>
          <p:cNvGrpSpPr/>
          <p:nvPr/>
        </p:nvGrpSpPr>
        <p:grpSpPr>
          <a:xfrm>
            <a:off x="1317363" y="3797640"/>
            <a:ext cx="1233260" cy="276999"/>
            <a:chOff x="1756483" y="3920514"/>
            <a:chExt cx="1644347" cy="369332"/>
          </a:xfrm>
        </p:grpSpPr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BAFDA284-7FFE-4E53-4B2E-26D66E956B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483" y="4094530"/>
              <a:ext cx="1644347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22385814-BCE8-25E9-5BE7-98BDABF424F1}"/>
                </a:ext>
              </a:extLst>
            </p:cNvPr>
            <p:cNvSpPr txBox="1"/>
            <p:nvPr/>
          </p:nvSpPr>
          <p:spPr>
            <a:xfrm>
              <a:off x="2554202" y="3920514"/>
              <a:ext cx="454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O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3</a:t>
              </a:r>
            </a:p>
          </p:txBody>
        </p:sp>
      </p:grpSp>
      <p:sp>
        <p:nvSpPr>
          <p:cNvPr id="288" name="Rectangle 287">
            <a:extLst>
              <a:ext uri="{FF2B5EF4-FFF2-40B4-BE49-F238E27FC236}">
                <a16:creationId xmlns:a16="http://schemas.microsoft.com/office/drawing/2014/main" id="{DFCA17B0-B949-95E5-3016-577F1401D0DA}"/>
              </a:ext>
            </a:extLst>
          </p:cNvPr>
          <p:cNvSpPr/>
          <p:nvPr/>
        </p:nvSpPr>
        <p:spPr>
          <a:xfrm>
            <a:off x="2152034" y="5133586"/>
            <a:ext cx="202168" cy="17206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57C4D5B-9507-73C4-6C60-BBF080AD1B2C}"/>
              </a:ext>
            </a:extLst>
          </p:cNvPr>
          <p:cNvGrpSpPr/>
          <p:nvPr/>
        </p:nvGrpSpPr>
        <p:grpSpPr>
          <a:xfrm>
            <a:off x="1279603" y="5073565"/>
            <a:ext cx="1230995" cy="276999"/>
            <a:chOff x="1706138" y="5621746"/>
            <a:chExt cx="1641326" cy="369332"/>
          </a:xfrm>
        </p:grpSpPr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F2B9405D-96ED-49B2-E832-4C51DE4EF7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6138" y="5804632"/>
              <a:ext cx="1641326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C9563F47-4B0D-6C86-6C0A-74804A07266A}"/>
                </a:ext>
              </a:extLst>
            </p:cNvPr>
            <p:cNvSpPr txBox="1"/>
            <p:nvPr/>
          </p:nvSpPr>
          <p:spPr>
            <a:xfrm>
              <a:off x="2801770" y="5621746"/>
              <a:ext cx="459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O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</a:t>
              </a:r>
            </a:p>
          </p:txBody>
        </p:sp>
      </p:grp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03AC6F4D-CAFD-B5F4-50B7-A7C23C8B76A9}"/>
              </a:ext>
            </a:extLst>
          </p:cNvPr>
          <p:cNvCxnSpPr/>
          <p:nvPr/>
        </p:nvCxnSpPr>
        <p:spPr>
          <a:xfrm>
            <a:off x="6427684" y="4840838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DC9BFF8-9E3F-B145-AD8B-9C19BD0D39D9}"/>
              </a:ext>
            </a:extLst>
          </p:cNvPr>
          <p:cNvCxnSpPr/>
          <p:nvPr/>
        </p:nvCxnSpPr>
        <p:spPr>
          <a:xfrm>
            <a:off x="6438775" y="4574976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FD8B8A48-46F1-9D02-5CDE-375D0681AA9A}"/>
              </a:ext>
            </a:extLst>
          </p:cNvPr>
          <p:cNvCxnSpPr/>
          <p:nvPr/>
        </p:nvCxnSpPr>
        <p:spPr>
          <a:xfrm>
            <a:off x="6434293" y="4475906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2F3C7813-B455-2DD2-63A9-4E336AA13205}"/>
              </a:ext>
            </a:extLst>
          </p:cNvPr>
          <p:cNvCxnSpPr/>
          <p:nvPr/>
        </p:nvCxnSpPr>
        <p:spPr>
          <a:xfrm>
            <a:off x="6429812" y="4376835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062FEB3D-C955-6D59-FACC-C67DC0572D99}"/>
              </a:ext>
            </a:extLst>
          </p:cNvPr>
          <p:cNvCxnSpPr/>
          <p:nvPr/>
        </p:nvCxnSpPr>
        <p:spPr>
          <a:xfrm>
            <a:off x="6425331" y="4277765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6B57A19B-64EB-8648-510A-D90D80212260}"/>
              </a:ext>
            </a:extLst>
          </p:cNvPr>
          <p:cNvCxnSpPr/>
          <p:nvPr/>
        </p:nvCxnSpPr>
        <p:spPr>
          <a:xfrm>
            <a:off x="6420850" y="4178694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A71BF071-6EFA-33B1-A86C-6439E15B5F64}"/>
              </a:ext>
            </a:extLst>
          </p:cNvPr>
          <p:cNvCxnSpPr/>
          <p:nvPr/>
        </p:nvCxnSpPr>
        <p:spPr>
          <a:xfrm>
            <a:off x="6416368" y="4079624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002CEA31-3E53-A9DE-3D58-07F12516A6AE}"/>
              </a:ext>
            </a:extLst>
          </p:cNvPr>
          <p:cNvCxnSpPr/>
          <p:nvPr/>
        </p:nvCxnSpPr>
        <p:spPr>
          <a:xfrm>
            <a:off x="6411887" y="3980553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A7C2EA30-17D7-6C5C-9D34-96999888F03D}"/>
              </a:ext>
            </a:extLst>
          </p:cNvPr>
          <p:cNvCxnSpPr/>
          <p:nvPr/>
        </p:nvCxnSpPr>
        <p:spPr>
          <a:xfrm>
            <a:off x="6407406" y="3881483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EAFBF985-30D0-D1C5-6697-E22260EC4438}"/>
              </a:ext>
            </a:extLst>
          </p:cNvPr>
          <p:cNvCxnSpPr/>
          <p:nvPr/>
        </p:nvCxnSpPr>
        <p:spPr>
          <a:xfrm>
            <a:off x="6402925" y="3782412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6CD792AD-42A2-C3DD-D4AA-E3C2004717AA}"/>
              </a:ext>
            </a:extLst>
          </p:cNvPr>
          <p:cNvCxnSpPr/>
          <p:nvPr/>
        </p:nvCxnSpPr>
        <p:spPr>
          <a:xfrm>
            <a:off x="6398443" y="3683342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795F9C79-1AF1-9A1C-ADC2-EAFB9F7F89A9}"/>
              </a:ext>
            </a:extLst>
          </p:cNvPr>
          <p:cNvCxnSpPr/>
          <p:nvPr/>
        </p:nvCxnSpPr>
        <p:spPr>
          <a:xfrm>
            <a:off x="6393962" y="3584271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02CFA01E-FDA7-6496-6444-4EA360FF3B33}"/>
              </a:ext>
            </a:extLst>
          </p:cNvPr>
          <p:cNvCxnSpPr/>
          <p:nvPr/>
        </p:nvCxnSpPr>
        <p:spPr>
          <a:xfrm>
            <a:off x="6405370" y="3485201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BCFC5B81-B4E8-8AA0-F375-1A69C2083365}"/>
              </a:ext>
            </a:extLst>
          </p:cNvPr>
          <p:cNvCxnSpPr/>
          <p:nvPr/>
        </p:nvCxnSpPr>
        <p:spPr>
          <a:xfrm>
            <a:off x="6400889" y="3386130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9C2F5E95-ED9D-0936-B133-EE36E2357ECF}"/>
              </a:ext>
            </a:extLst>
          </p:cNvPr>
          <p:cNvCxnSpPr/>
          <p:nvPr/>
        </p:nvCxnSpPr>
        <p:spPr>
          <a:xfrm>
            <a:off x="6401704" y="3287060"/>
            <a:ext cx="7364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BCAD56A5-1950-CCE9-2FEF-E77444ED09B3}"/>
              </a:ext>
            </a:extLst>
          </p:cNvPr>
          <p:cNvCxnSpPr>
            <a:cxnSpLocks/>
          </p:cNvCxnSpPr>
          <p:nvPr/>
        </p:nvCxnSpPr>
        <p:spPr>
          <a:xfrm flipV="1">
            <a:off x="2589524" y="3828821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31457B5D-1AA9-F058-02D9-CDAD2696E5DF}"/>
              </a:ext>
            </a:extLst>
          </p:cNvPr>
          <p:cNvCxnSpPr>
            <a:cxnSpLocks/>
          </p:cNvCxnSpPr>
          <p:nvPr/>
        </p:nvCxnSpPr>
        <p:spPr>
          <a:xfrm flipV="1">
            <a:off x="2544010" y="3942063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910BE779-1D5F-F026-CF71-8F7DE8C881BC}"/>
              </a:ext>
            </a:extLst>
          </p:cNvPr>
          <p:cNvCxnSpPr>
            <a:cxnSpLocks/>
          </p:cNvCxnSpPr>
          <p:nvPr/>
        </p:nvCxnSpPr>
        <p:spPr>
          <a:xfrm flipV="1">
            <a:off x="2552905" y="4045258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D50D7545-3925-4BBF-EE1E-A43B949DFAF8}"/>
              </a:ext>
            </a:extLst>
          </p:cNvPr>
          <p:cNvCxnSpPr>
            <a:cxnSpLocks/>
          </p:cNvCxnSpPr>
          <p:nvPr/>
        </p:nvCxnSpPr>
        <p:spPr>
          <a:xfrm flipV="1">
            <a:off x="2561800" y="4156920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93B3A50-1994-BD9D-17CF-33FD384D37DF}"/>
              </a:ext>
            </a:extLst>
          </p:cNvPr>
          <p:cNvCxnSpPr>
            <a:cxnSpLocks/>
          </p:cNvCxnSpPr>
          <p:nvPr/>
        </p:nvCxnSpPr>
        <p:spPr>
          <a:xfrm flipV="1">
            <a:off x="2605870" y="5028861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0DC8D8EC-6C8B-854F-74E0-67166343D233}"/>
              </a:ext>
            </a:extLst>
          </p:cNvPr>
          <p:cNvCxnSpPr>
            <a:cxnSpLocks/>
          </p:cNvCxnSpPr>
          <p:nvPr/>
        </p:nvCxnSpPr>
        <p:spPr>
          <a:xfrm flipV="1">
            <a:off x="2614765" y="5144755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43C94841-BB1F-09FC-B6A5-B6C5C1AD02E8}"/>
              </a:ext>
            </a:extLst>
          </p:cNvPr>
          <p:cNvCxnSpPr>
            <a:cxnSpLocks/>
          </p:cNvCxnSpPr>
          <p:nvPr/>
        </p:nvCxnSpPr>
        <p:spPr>
          <a:xfrm flipV="1">
            <a:off x="2600579" y="4252861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F0364B8-E5C7-D15B-6758-655987AB1520}"/>
              </a:ext>
            </a:extLst>
          </p:cNvPr>
          <p:cNvCxnSpPr>
            <a:cxnSpLocks/>
          </p:cNvCxnSpPr>
          <p:nvPr/>
        </p:nvCxnSpPr>
        <p:spPr>
          <a:xfrm flipV="1">
            <a:off x="2555065" y="4366102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21922BE4-CABE-7850-D56E-B05AC1945544}"/>
              </a:ext>
            </a:extLst>
          </p:cNvPr>
          <p:cNvCxnSpPr>
            <a:cxnSpLocks/>
          </p:cNvCxnSpPr>
          <p:nvPr/>
        </p:nvCxnSpPr>
        <p:spPr>
          <a:xfrm flipV="1">
            <a:off x="2563960" y="4469298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D1E8FB67-5DD0-5B43-427C-5F558480512F}"/>
              </a:ext>
            </a:extLst>
          </p:cNvPr>
          <p:cNvCxnSpPr>
            <a:cxnSpLocks/>
          </p:cNvCxnSpPr>
          <p:nvPr/>
        </p:nvCxnSpPr>
        <p:spPr>
          <a:xfrm flipV="1">
            <a:off x="2572855" y="4580959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1F795C5D-BF44-0789-6F8D-724E5487B81C}"/>
              </a:ext>
            </a:extLst>
          </p:cNvPr>
          <p:cNvCxnSpPr>
            <a:cxnSpLocks/>
          </p:cNvCxnSpPr>
          <p:nvPr/>
        </p:nvCxnSpPr>
        <p:spPr>
          <a:xfrm flipV="1">
            <a:off x="2611634" y="4676900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DD4EE80-97DB-A718-4770-1247113288AD}"/>
              </a:ext>
            </a:extLst>
          </p:cNvPr>
          <p:cNvCxnSpPr>
            <a:cxnSpLocks/>
          </p:cNvCxnSpPr>
          <p:nvPr/>
        </p:nvCxnSpPr>
        <p:spPr>
          <a:xfrm flipV="1">
            <a:off x="2566120" y="4790142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7A170E80-686B-23A9-52DE-0669AB7F12F3}"/>
              </a:ext>
            </a:extLst>
          </p:cNvPr>
          <p:cNvCxnSpPr>
            <a:cxnSpLocks/>
          </p:cNvCxnSpPr>
          <p:nvPr/>
        </p:nvCxnSpPr>
        <p:spPr>
          <a:xfrm flipV="1">
            <a:off x="2575015" y="4893337"/>
            <a:ext cx="2985609" cy="217355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4199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 animBg="1"/>
      <p:bldP spid="254" grpId="0" animBg="1"/>
      <p:bldP spid="255" grpId="0" animBg="1"/>
      <p:bldP spid="256" grpId="0" animBg="1"/>
      <p:bldP spid="278" grpId="0"/>
      <p:bldP spid="282" grpId="0" animBg="1"/>
      <p:bldP spid="28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Maintaining user/server state: cookies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F1BD9-8B03-7C38-6729-0DE4188102DD}"/>
              </a:ext>
            </a:extLst>
          </p:cNvPr>
          <p:cNvSpPr txBox="1"/>
          <p:nvPr/>
        </p:nvSpPr>
        <p:spPr>
          <a:xfrm>
            <a:off x="623645" y="2216166"/>
            <a:ext cx="7891705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3129" marR="0" lvl="0" indent="-263129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Web sites and client browser  use cookies to maintain some state between transactions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01EF0CB-0201-3699-260B-EFEAA7E8795A}"/>
              </a:ext>
            </a:extLst>
          </p:cNvPr>
          <p:cNvSpPr txBox="1">
            <a:spLocks noChangeArrowheads="1"/>
          </p:cNvSpPr>
          <p:nvPr/>
        </p:nvSpPr>
        <p:spPr>
          <a:xfrm>
            <a:off x="623645" y="3222006"/>
            <a:ext cx="7717811" cy="251113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indent="8335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0000A3"/>
                </a:solidFill>
                <a:latin typeface="Calibri"/>
              </a:rPr>
              <a:t>Example:</a:t>
            </a:r>
          </a:p>
          <a:p>
            <a:pPr marL="175022" indent="-175022" defTabSz="685800">
              <a:spcBef>
                <a:spcPts val="450"/>
              </a:spcBef>
              <a:buFont typeface="Wingdings" charset="2"/>
              <a:buChar char="§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Susan uses browser on laptop, visits specific e-commerce site for first time</a:t>
            </a:r>
          </a:p>
          <a:p>
            <a:pPr marL="175022" indent="-175022" defTabSz="685800">
              <a:spcBef>
                <a:spcPts val="450"/>
              </a:spcBef>
              <a:buFont typeface="Wingdings" charset="2"/>
              <a:buChar char="§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when initial HTTP requests arrives at site, site creates: </a:t>
            </a:r>
          </a:p>
          <a:p>
            <a:pPr marL="514350" lvl="1" indent="-171450" defTabSz="685800">
              <a:spcBef>
                <a:spcPts val="450"/>
              </a:spcBef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unique ID (aka “cookie”)</a:t>
            </a:r>
          </a:p>
          <a:p>
            <a:pPr marL="514350" lvl="1" indent="-171450" defTabSz="685800">
              <a:spcBef>
                <a:spcPts val="450"/>
              </a:spcBef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entry in backend database for ID</a:t>
            </a:r>
          </a:p>
          <a:p>
            <a:pPr marL="257175" indent="-171450" defTabSz="685800">
              <a:spcBef>
                <a:spcPts val="450"/>
              </a:spcBef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subsequent HTTP requests from Susan to this site will contain cookie ID value, allowing site to “identify” Susan</a:t>
            </a:r>
          </a:p>
        </p:txBody>
      </p:sp>
    </p:spTree>
    <p:extLst>
      <p:ext uri="{BB962C8B-B14F-4D97-AF65-F5344CB8AC3E}">
        <p14:creationId xmlns:p14="http://schemas.microsoft.com/office/powerpoint/2010/main" val="2626295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Maintaining user/server state: cookies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Text Box 5">
            <a:extLst>
              <a:ext uri="{FF2B5EF4-FFF2-40B4-BE49-F238E27FC236}">
                <a16:creationId xmlns:a16="http://schemas.microsoft.com/office/drawing/2014/main" id="{4770BC1F-013A-DB3A-740A-8C1C7D9AE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022" y="2210144"/>
            <a:ext cx="7024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kern="0" dirty="0">
                <a:solidFill>
                  <a:srgbClr val="CC0000"/>
                </a:solidFill>
                <a:latin typeface="Calibri"/>
              </a:rPr>
              <a:t>client</a:t>
            </a:r>
          </a:p>
        </p:txBody>
      </p:sp>
      <p:sp>
        <p:nvSpPr>
          <p:cNvPr id="98" name="Text Box 6">
            <a:extLst>
              <a:ext uri="{FF2B5EF4-FFF2-40B4-BE49-F238E27FC236}">
                <a16:creationId xmlns:a16="http://schemas.microsoft.com/office/drawing/2014/main" id="{60F6EE52-0308-D761-6EB3-C7780B7B6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0884" y="2400783"/>
            <a:ext cx="15856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kern="0" dirty="0">
                <a:solidFill>
                  <a:srgbClr val="CC0000"/>
                </a:solidFill>
                <a:latin typeface="Calibri"/>
              </a:rPr>
              <a:t>Amazon server</a:t>
            </a:r>
          </a:p>
        </p:txBody>
      </p:sp>
      <p:grpSp>
        <p:nvGrpSpPr>
          <p:cNvPr id="99" name="Group 90">
            <a:extLst>
              <a:ext uri="{FF2B5EF4-FFF2-40B4-BE49-F238E27FC236}">
                <a16:creationId xmlns:a16="http://schemas.microsoft.com/office/drawing/2014/main" id="{81B043BB-A329-DE23-306E-0C2FAB280671}"/>
              </a:ext>
            </a:extLst>
          </p:cNvPr>
          <p:cNvGrpSpPr>
            <a:grpSpLocks/>
          </p:cNvGrpSpPr>
          <p:nvPr/>
        </p:nvGrpSpPr>
        <p:grpSpPr bwMode="auto">
          <a:xfrm>
            <a:off x="2247605" y="4303391"/>
            <a:ext cx="2905125" cy="366713"/>
            <a:chOff x="1414" y="2657"/>
            <a:chExt cx="2440" cy="308"/>
          </a:xfrm>
        </p:grpSpPr>
        <p:sp>
          <p:nvSpPr>
            <p:cNvPr id="100" name="Line 16">
              <a:extLst>
                <a:ext uri="{FF2B5EF4-FFF2-40B4-BE49-F238E27FC236}">
                  <a16:creationId xmlns:a16="http://schemas.microsoft.com/office/drawing/2014/main" id="{99FAC6C8-FDC4-99C1-0CF2-FFEE74C54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4" y="2657"/>
              <a:ext cx="2440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grpSp>
          <p:nvGrpSpPr>
            <p:cNvPr id="101" name="Group 17">
              <a:extLst>
                <a:ext uri="{FF2B5EF4-FFF2-40B4-BE49-F238E27FC236}">
                  <a16:creationId xmlns:a16="http://schemas.microsoft.com/office/drawing/2014/main" id="{8A83F3F5-B304-1435-1234-47A408B482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" y="2694"/>
              <a:ext cx="1897" cy="271"/>
              <a:chOff x="3268" y="2846"/>
              <a:chExt cx="1897" cy="271"/>
            </a:xfrm>
          </p:grpSpPr>
          <p:sp>
            <p:nvSpPr>
              <p:cNvPr id="102" name="Rectangle 18">
                <a:extLst>
                  <a:ext uri="{FF2B5EF4-FFF2-40B4-BE49-F238E27FC236}">
                    <a16:creationId xmlns:a16="http://schemas.microsoft.com/office/drawing/2014/main" id="{F028DD5F-E9B3-7AE7-712F-961BCF644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03" name="Text Box 19">
                <a:extLst>
                  <a:ext uri="{FF2B5EF4-FFF2-40B4-BE49-F238E27FC236}">
                    <a16:creationId xmlns:a16="http://schemas.microsoft.com/office/drawing/2014/main" id="{37BC5A00-9515-F248-D4B4-9EA12B1BDC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897" cy="2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500" kern="0" dirty="0">
                    <a:solidFill>
                      <a:srgbClr val="000000"/>
                    </a:solidFill>
                    <a:latin typeface="Calibri"/>
                  </a:rPr>
                  <a:t>usual HTTP response msg</a:t>
                </a:r>
                <a:endParaRPr lang="en-US" altLang="en-US" sz="21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grpSp>
        <p:nvGrpSpPr>
          <p:cNvPr id="104" name="Group 94">
            <a:extLst>
              <a:ext uri="{FF2B5EF4-FFF2-40B4-BE49-F238E27FC236}">
                <a16:creationId xmlns:a16="http://schemas.microsoft.com/office/drawing/2014/main" id="{9C391038-6E83-229C-F8D4-0137CD4DBD3F}"/>
              </a:ext>
            </a:extLst>
          </p:cNvPr>
          <p:cNvGrpSpPr>
            <a:grpSpLocks/>
          </p:cNvGrpSpPr>
          <p:nvPr/>
        </p:nvGrpSpPr>
        <p:grpSpPr bwMode="auto">
          <a:xfrm>
            <a:off x="2251824" y="5660772"/>
            <a:ext cx="2894410" cy="370284"/>
            <a:chOff x="1392" y="3579"/>
            <a:chExt cx="2431" cy="311"/>
          </a:xfrm>
        </p:grpSpPr>
        <p:sp>
          <p:nvSpPr>
            <p:cNvPr id="105" name="Line 24">
              <a:extLst>
                <a:ext uri="{FF2B5EF4-FFF2-40B4-BE49-F238E27FC236}">
                  <a16:creationId xmlns:a16="http://schemas.microsoft.com/office/drawing/2014/main" id="{02C683D3-D35E-B9A3-E414-16E3EA17E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579"/>
              <a:ext cx="2431" cy="2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06" name="Text Box 27">
              <a:extLst>
                <a:ext uri="{FF2B5EF4-FFF2-40B4-BE49-F238E27FC236}">
                  <a16:creationId xmlns:a16="http://schemas.microsoft.com/office/drawing/2014/main" id="{62811CD2-C329-5898-EC4F-EA9499E0C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3619"/>
              <a:ext cx="1852" cy="2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usual HTTP response msg</a:t>
              </a:r>
              <a:endParaRPr lang="en-US" altLang="en-US" sz="2100" kern="0" dirty="0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07" name="Text Box 59">
            <a:extLst>
              <a:ext uri="{FF2B5EF4-FFF2-40B4-BE49-F238E27FC236}">
                <a16:creationId xmlns:a16="http://schemas.microsoft.com/office/drawing/2014/main" id="{B6F2FEFE-A472-28D8-953C-DFF86BFD5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867" y="2980601"/>
            <a:ext cx="134064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  <a:latin typeface="Calibri"/>
              </a:rPr>
              <a:t>cookie file</a:t>
            </a:r>
          </a:p>
        </p:txBody>
      </p:sp>
      <p:sp>
        <p:nvSpPr>
          <p:cNvPr id="108" name="Text Box 66">
            <a:extLst>
              <a:ext uri="{FF2B5EF4-FFF2-40B4-BE49-F238E27FC236}">
                <a16:creationId xmlns:a16="http://schemas.microsoft.com/office/drawing/2014/main" id="{DEE6D5D5-129E-AC68-9F59-A35C02B88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079" y="4764192"/>
            <a:ext cx="138691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i="1" kern="0" dirty="0">
                <a:solidFill>
                  <a:srgbClr val="000000"/>
                </a:solidFill>
                <a:latin typeface="Calibri"/>
              </a:rPr>
              <a:t>one week later:</a:t>
            </a:r>
          </a:p>
        </p:txBody>
      </p:sp>
      <p:grpSp>
        <p:nvGrpSpPr>
          <p:cNvPr id="109" name="Group 89">
            <a:extLst>
              <a:ext uri="{FF2B5EF4-FFF2-40B4-BE49-F238E27FC236}">
                <a16:creationId xmlns:a16="http://schemas.microsoft.com/office/drawing/2014/main" id="{44430F23-D189-BBD7-E1F6-7C560A3E8359}"/>
              </a:ext>
            </a:extLst>
          </p:cNvPr>
          <p:cNvGrpSpPr>
            <a:grpSpLocks/>
          </p:cNvGrpSpPr>
          <p:nvPr/>
        </p:nvGrpSpPr>
        <p:grpSpPr bwMode="auto">
          <a:xfrm>
            <a:off x="2248745" y="3831899"/>
            <a:ext cx="5082768" cy="869157"/>
            <a:chOff x="1411" y="2261"/>
            <a:chExt cx="3533" cy="730"/>
          </a:xfrm>
        </p:grpSpPr>
        <p:sp>
          <p:nvSpPr>
            <p:cNvPr id="110" name="Line 12">
              <a:extLst>
                <a:ext uri="{FF2B5EF4-FFF2-40B4-BE49-F238E27FC236}">
                  <a16:creationId xmlns:a16="http://schemas.microsoft.com/office/drawing/2014/main" id="{7E77B03A-8847-7303-B154-69B06A381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2361"/>
              <a:ext cx="201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11" name="Text Box 15">
              <a:extLst>
                <a:ext uri="{FF2B5EF4-FFF2-40B4-BE49-F238E27FC236}">
                  <a16:creationId xmlns:a16="http://schemas.microsoft.com/office/drawing/2014/main" id="{9A1351EC-8F4B-4BA5-E6C0-BEBC0F563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2261"/>
              <a:ext cx="1689" cy="42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usual HTTP request msg</a:t>
              </a:r>
            </a:p>
            <a:p>
              <a:pPr algn="ctr" defTabSz="6858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kern="0" dirty="0">
                  <a:solidFill>
                    <a:srgbClr val="000000"/>
                  </a:solidFill>
                  <a:latin typeface="Calibri"/>
                </a:rPr>
                <a:t>cookie: 1678</a:t>
              </a:r>
            </a:p>
          </p:txBody>
        </p:sp>
        <p:sp>
          <p:nvSpPr>
            <p:cNvPr id="112" name="Text Box 28">
              <a:extLst>
                <a:ext uri="{FF2B5EF4-FFF2-40B4-BE49-F238E27FC236}">
                  <a16:creationId xmlns:a16="http://schemas.microsoft.com/office/drawing/2014/main" id="{3CAD6F2D-1B33-C98A-CE7C-D3DC67C32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5" y="2332"/>
              <a:ext cx="535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99"/>
                  </a:solidFill>
                  <a:latin typeface="Calibri"/>
                </a:rPr>
                <a:t>cookie-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99"/>
                  </a:solidFill>
                  <a:latin typeface="Calibri"/>
                </a:rPr>
                <a:t>specific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99"/>
                  </a:solidFill>
                  <a:latin typeface="Calibri"/>
                </a:rPr>
                <a:t>action</a:t>
              </a:r>
            </a:p>
          </p:txBody>
        </p:sp>
        <p:sp>
          <p:nvSpPr>
            <p:cNvPr id="113" name="Line 42">
              <a:extLst>
                <a:ext uri="{FF2B5EF4-FFF2-40B4-BE49-F238E27FC236}">
                  <a16:creationId xmlns:a16="http://schemas.microsoft.com/office/drawing/2014/main" id="{D623685C-6846-3873-B6D6-15217CDE92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2367"/>
              <a:ext cx="692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grpSp>
          <p:nvGrpSpPr>
            <p:cNvPr id="114" name="Group 83">
              <a:extLst>
                <a:ext uri="{FF2B5EF4-FFF2-40B4-BE49-F238E27FC236}">
                  <a16:creationId xmlns:a16="http://schemas.microsoft.com/office/drawing/2014/main" id="{1A3983B9-58B5-E6F2-3598-14C3E6220B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6" y="2363"/>
              <a:ext cx="487" cy="271"/>
              <a:chOff x="4306" y="2273"/>
              <a:chExt cx="487" cy="271"/>
            </a:xfrm>
          </p:grpSpPr>
          <p:sp>
            <p:nvSpPr>
              <p:cNvPr id="115" name="Rectangle 72">
                <a:extLst>
                  <a:ext uri="{FF2B5EF4-FFF2-40B4-BE49-F238E27FC236}">
                    <a16:creationId xmlns:a16="http://schemas.microsoft.com/office/drawing/2014/main" id="{33D94578-AFE7-60B9-478A-FACF414A8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16" name="Text Box 43">
                <a:extLst>
                  <a:ext uri="{FF2B5EF4-FFF2-40B4-BE49-F238E27FC236}">
                    <a16:creationId xmlns:a16="http://schemas.microsoft.com/office/drawing/2014/main" id="{B5DC144A-0024-F4D9-61D3-2FD963CEF6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6" y="2273"/>
                <a:ext cx="47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500" kern="0" dirty="0">
                    <a:solidFill>
                      <a:srgbClr val="000000"/>
                    </a:solidFill>
                    <a:latin typeface="Calibri"/>
                  </a:rPr>
                  <a:t>access</a:t>
                </a:r>
              </a:p>
            </p:txBody>
          </p:sp>
        </p:grpSp>
      </p:grpSp>
      <p:grpSp>
        <p:nvGrpSpPr>
          <p:cNvPr id="117" name="Group 81">
            <a:extLst>
              <a:ext uri="{FF2B5EF4-FFF2-40B4-BE49-F238E27FC236}">
                <a16:creationId xmlns:a16="http://schemas.microsoft.com/office/drawing/2014/main" id="{07EA5D73-F4B1-D58C-DF7E-BA86F2A89237}"/>
              </a:ext>
            </a:extLst>
          </p:cNvPr>
          <p:cNvGrpSpPr>
            <a:grpSpLocks/>
          </p:cNvGrpSpPr>
          <p:nvPr/>
        </p:nvGrpSpPr>
        <p:grpSpPr bwMode="auto">
          <a:xfrm>
            <a:off x="1278436" y="2581742"/>
            <a:ext cx="800100" cy="423863"/>
            <a:chOff x="527" y="1047"/>
            <a:chExt cx="855" cy="486"/>
          </a:xfrm>
        </p:grpSpPr>
        <p:sp>
          <p:nvSpPr>
            <p:cNvPr id="118" name="AutoShape 67">
              <a:extLst>
                <a:ext uri="{FF2B5EF4-FFF2-40B4-BE49-F238E27FC236}">
                  <a16:creationId xmlns:a16="http://schemas.microsoft.com/office/drawing/2014/main" id="{5FA1A4A3-C66B-5172-7066-E59894F3E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21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19" name="Text Box 60">
              <a:extLst>
                <a:ext uri="{FF2B5EF4-FFF2-40B4-BE49-F238E27FC236}">
                  <a16:creationId xmlns:a16="http://schemas.microsoft.com/office/drawing/2014/main" id="{96CAD4C4-A8F0-F478-EF73-7BDD3E80C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1193"/>
              <a:ext cx="8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b="1" kern="0" dirty="0">
                  <a:solidFill>
                    <a:srgbClr val="FFFFFF"/>
                  </a:solidFill>
                  <a:latin typeface="Calibri"/>
                </a:rPr>
                <a:t>ebay 8734</a:t>
              </a:r>
            </a:p>
          </p:txBody>
        </p:sp>
      </p:grpSp>
      <p:grpSp>
        <p:nvGrpSpPr>
          <p:cNvPr id="120" name="Group 95">
            <a:extLst>
              <a:ext uri="{FF2B5EF4-FFF2-40B4-BE49-F238E27FC236}">
                <a16:creationId xmlns:a16="http://schemas.microsoft.com/office/drawing/2014/main" id="{12D50C90-9EF6-A16F-5E74-5BB94F4D5C3F}"/>
              </a:ext>
            </a:extLst>
          </p:cNvPr>
          <p:cNvGrpSpPr>
            <a:grpSpLocks/>
          </p:cNvGrpSpPr>
          <p:nvPr/>
        </p:nvGrpSpPr>
        <p:grpSpPr bwMode="auto">
          <a:xfrm>
            <a:off x="2214267" y="2719854"/>
            <a:ext cx="5229405" cy="1000124"/>
            <a:chOff x="1386" y="1327"/>
            <a:chExt cx="3730" cy="840"/>
          </a:xfrm>
        </p:grpSpPr>
        <p:sp>
          <p:nvSpPr>
            <p:cNvPr id="121" name="Line 4">
              <a:extLst>
                <a:ext uri="{FF2B5EF4-FFF2-40B4-BE49-F238E27FC236}">
                  <a16:creationId xmlns:a16="http://schemas.microsoft.com/office/drawing/2014/main" id="{EE66D47E-6A51-5B6E-245F-B96A51E5A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6" y="1355"/>
              <a:ext cx="2082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22" name="Text Box 8">
              <a:extLst>
                <a:ext uri="{FF2B5EF4-FFF2-40B4-BE49-F238E27FC236}">
                  <a16:creationId xmlns:a16="http://schemas.microsoft.com/office/drawing/2014/main" id="{A82EDC37-EB20-C6BC-A073-A281C0148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327"/>
              <a:ext cx="1689" cy="2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usual HTTP request msg</a:t>
              </a:r>
            </a:p>
          </p:txBody>
        </p:sp>
        <p:sp>
          <p:nvSpPr>
            <p:cNvPr id="123" name="Text Box 31">
              <a:extLst>
                <a:ext uri="{FF2B5EF4-FFF2-40B4-BE49-F238E27FC236}">
                  <a16:creationId xmlns:a16="http://schemas.microsoft.com/office/drawing/2014/main" id="{944B09C7-25D2-32DC-21DD-78B132623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3" y="1390"/>
              <a:ext cx="882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99"/>
                  </a:solidFill>
                  <a:latin typeface="Calibri"/>
                </a:rPr>
                <a:t>Amazon server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99"/>
                  </a:solidFill>
                  <a:latin typeface="Calibri"/>
                </a:rPr>
                <a:t>creates ID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99"/>
                  </a:solidFill>
                  <a:latin typeface="Calibri"/>
                </a:rPr>
                <a:t>1678 for user</a:t>
              </a:r>
              <a:endParaRPr lang="en-US" altLang="en-US" sz="1500" kern="0" dirty="0">
                <a:solidFill>
                  <a:srgbClr val="000099"/>
                </a:solidFill>
                <a:latin typeface="Calibri"/>
              </a:endParaRPr>
            </a:p>
          </p:txBody>
        </p:sp>
        <p:grpSp>
          <p:nvGrpSpPr>
            <p:cNvPr id="124" name="Group 82">
              <a:extLst>
                <a:ext uri="{FF2B5EF4-FFF2-40B4-BE49-F238E27FC236}">
                  <a16:creationId xmlns:a16="http://schemas.microsoft.com/office/drawing/2014/main" id="{AA989577-3A4C-DE6C-ED88-5195F47F2A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1730"/>
              <a:ext cx="739" cy="437"/>
              <a:chOff x="4377" y="1640"/>
              <a:chExt cx="739" cy="437"/>
            </a:xfrm>
          </p:grpSpPr>
          <p:sp>
            <p:nvSpPr>
              <p:cNvPr id="125" name="Line 40">
                <a:extLst>
                  <a:ext uri="{FF2B5EF4-FFF2-40B4-BE49-F238E27FC236}">
                    <a16:creationId xmlns:a16="http://schemas.microsoft.com/office/drawing/2014/main" id="{7E3FEC20-F5A8-FDBF-F8DC-6EC19638D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1640"/>
                <a:ext cx="659" cy="4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6" name="Rectangle 73">
                <a:extLst>
                  <a:ext uri="{FF2B5EF4-FFF2-40B4-BE49-F238E27FC236}">
                    <a16:creationId xmlns:a16="http://schemas.microsoft.com/office/drawing/2014/main" id="{BA9B903C-DAE8-52DF-347C-D125EE52B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27" name="Text Box 41">
                <a:extLst>
                  <a:ext uri="{FF2B5EF4-FFF2-40B4-BE49-F238E27FC236}">
                    <a16:creationId xmlns:a16="http://schemas.microsoft.com/office/drawing/2014/main" id="{17C8DAFD-0C94-1BA4-20B1-83600E9B79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1702"/>
                <a:ext cx="73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500" kern="0" dirty="0">
                    <a:solidFill>
                      <a:srgbClr val="000000"/>
                    </a:solidFill>
                    <a:latin typeface="Calibri"/>
                  </a:rPr>
                  <a:t>create</a:t>
                </a:r>
              </a:p>
              <a:p>
                <a:pPr defTabSz="685800" eaLnBrk="0" fontAlgn="base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500" kern="0" dirty="0">
                    <a:solidFill>
                      <a:srgbClr val="000000"/>
                    </a:solidFill>
                    <a:latin typeface="Calibri"/>
                  </a:rPr>
                  <a:t>    entry</a:t>
                </a:r>
              </a:p>
            </p:txBody>
          </p:sp>
        </p:grpSp>
      </p:grpSp>
      <p:grpSp>
        <p:nvGrpSpPr>
          <p:cNvPr id="128" name="Group 88">
            <a:extLst>
              <a:ext uri="{FF2B5EF4-FFF2-40B4-BE49-F238E27FC236}">
                <a16:creationId xmlns:a16="http://schemas.microsoft.com/office/drawing/2014/main" id="{7895E446-8514-C374-05A6-19D2F36B3FFF}"/>
              </a:ext>
            </a:extLst>
          </p:cNvPr>
          <p:cNvGrpSpPr>
            <a:grpSpLocks/>
          </p:cNvGrpSpPr>
          <p:nvPr/>
        </p:nvGrpSpPr>
        <p:grpSpPr bwMode="auto">
          <a:xfrm>
            <a:off x="1256703" y="3115714"/>
            <a:ext cx="3863666" cy="683490"/>
            <a:chOff x="462" y="1603"/>
            <a:chExt cx="3550" cy="736"/>
          </a:xfrm>
        </p:grpSpPr>
        <p:sp>
          <p:nvSpPr>
            <p:cNvPr id="129" name="Line 9">
              <a:extLst>
                <a:ext uri="{FF2B5EF4-FFF2-40B4-BE49-F238E27FC236}">
                  <a16:creationId xmlns:a16="http://schemas.microsoft.com/office/drawing/2014/main" id="{322C532B-9534-9E12-1287-319F66F268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4" y="1603"/>
              <a:ext cx="2608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30" name="Text Box 11">
              <a:extLst>
                <a:ext uri="{FF2B5EF4-FFF2-40B4-BE49-F238E27FC236}">
                  <a16:creationId xmlns:a16="http://schemas.microsoft.com/office/drawing/2014/main" id="{2215DBE8-6E5D-2C03-6661-7F58A7FCF3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" y="1650"/>
              <a:ext cx="1665" cy="5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usual HTTP response </a:t>
              </a:r>
            </a:p>
            <a:p>
              <a:pPr algn="ctr" defTabSz="6858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kern="0" dirty="0">
                  <a:solidFill>
                    <a:srgbClr val="000000"/>
                  </a:solidFill>
                  <a:latin typeface="Calibri"/>
                </a:rPr>
                <a:t>set-cookie: 1678 </a:t>
              </a:r>
            </a:p>
          </p:txBody>
        </p:sp>
        <p:grpSp>
          <p:nvGrpSpPr>
            <p:cNvPr id="131" name="Group 76">
              <a:extLst>
                <a:ext uri="{FF2B5EF4-FFF2-40B4-BE49-F238E27FC236}">
                  <a16:creationId xmlns:a16="http://schemas.microsoft.com/office/drawing/2014/main" id="{CD6C3AE9-F739-364D-BA74-D9C8DC8A54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" y="1836"/>
              <a:ext cx="1004" cy="503"/>
              <a:chOff x="687" y="1746"/>
              <a:chExt cx="1004" cy="503"/>
            </a:xfrm>
          </p:grpSpPr>
          <p:sp>
            <p:nvSpPr>
              <p:cNvPr id="132" name="AutoShape 74">
                <a:extLst>
                  <a:ext uri="{FF2B5EF4-FFF2-40B4-BE49-F238E27FC236}">
                    <a16:creationId xmlns:a16="http://schemas.microsoft.com/office/drawing/2014/main" id="{5045B579-349A-D40F-564A-387495481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" y="1746"/>
                <a:ext cx="735" cy="486"/>
              </a:xfrm>
              <a:prstGeom prst="can">
                <a:avLst>
                  <a:gd name="adj" fmla="val 25000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33" name="Text Box 75">
                <a:extLst>
                  <a:ext uri="{FF2B5EF4-FFF2-40B4-BE49-F238E27FC236}">
                    <a16:creationId xmlns:a16="http://schemas.microsoft.com/office/drawing/2014/main" id="{26329465-68DB-9EEA-7AE0-0D78BCB10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836"/>
                <a:ext cx="1004" cy="4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050" b="1" kern="0" dirty="0">
                    <a:solidFill>
                      <a:srgbClr val="FFFFFF"/>
                    </a:solidFill>
                    <a:latin typeface="Calibri"/>
                  </a:rPr>
                  <a:t>ebay 8734</a:t>
                </a:r>
              </a:p>
              <a:p>
                <a:pPr defTabSz="6858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050" b="1" kern="0" dirty="0">
                    <a:solidFill>
                      <a:srgbClr val="FFFFFF"/>
                    </a:solidFill>
                    <a:latin typeface="Calibri"/>
                  </a:rPr>
                  <a:t>amazon 1678</a:t>
                </a:r>
              </a:p>
            </p:txBody>
          </p:sp>
        </p:grpSp>
      </p:grpSp>
      <p:grpSp>
        <p:nvGrpSpPr>
          <p:cNvPr id="134" name="Group 93">
            <a:extLst>
              <a:ext uri="{FF2B5EF4-FFF2-40B4-BE49-F238E27FC236}">
                <a16:creationId xmlns:a16="http://schemas.microsoft.com/office/drawing/2014/main" id="{35818A06-2F21-DF64-44CB-2766DEBC2BBC}"/>
              </a:ext>
            </a:extLst>
          </p:cNvPr>
          <p:cNvGrpSpPr>
            <a:grpSpLocks/>
          </p:cNvGrpSpPr>
          <p:nvPr/>
        </p:nvGrpSpPr>
        <p:grpSpPr bwMode="auto">
          <a:xfrm>
            <a:off x="2245670" y="4534166"/>
            <a:ext cx="5085844" cy="1524000"/>
            <a:chOff x="1406" y="2641"/>
            <a:chExt cx="3562" cy="1280"/>
          </a:xfrm>
        </p:grpSpPr>
        <p:sp>
          <p:nvSpPr>
            <p:cNvPr id="135" name="Line 20">
              <a:extLst>
                <a:ext uri="{FF2B5EF4-FFF2-40B4-BE49-F238E27FC236}">
                  <a16:creationId xmlns:a16="http://schemas.microsoft.com/office/drawing/2014/main" id="{0080AAFA-0E52-7882-6359-D314E7CB5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293"/>
              <a:ext cx="2032" cy="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36" name="Text Box 23">
              <a:extLst>
                <a:ext uri="{FF2B5EF4-FFF2-40B4-BE49-F238E27FC236}">
                  <a16:creationId xmlns:a16="http://schemas.microsoft.com/office/drawing/2014/main" id="{12E97884-9E71-A5CD-5236-A548A7963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3171"/>
              <a:ext cx="1689" cy="42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usual HTTP request msg</a:t>
              </a:r>
            </a:p>
            <a:p>
              <a:pPr algn="ctr" defTabSz="6858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kern="0" dirty="0">
                  <a:solidFill>
                    <a:srgbClr val="000000"/>
                  </a:solidFill>
                  <a:latin typeface="Calibri"/>
                </a:rPr>
                <a:t>cookie: 1678</a:t>
              </a:r>
            </a:p>
          </p:txBody>
        </p:sp>
        <p:sp>
          <p:nvSpPr>
            <p:cNvPr id="137" name="Text Box 29">
              <a:extLst>
                <a:ext uri="{FF2B5EF4-FFF2-40B4-BE49-F238E27FC236}">
                  <a16:creationId xmlns:a16="http://schemas.microsoft.com/office/drawing/2014/main" id="{4EE533FB-3720-02E7-77C6-A89D58496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2" y="3262"/>
              <a:ext cx="539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99"/>
                  </a:solidFill>
                  <a:latin typeface="Calibri"/>
                </a:rPr>
                <a:t>cookie-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99"/>
                  </a:solidFill>
                  <a:latin typeface="Calibri"/>
                </a:rPr>
                <a:t>specific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99"/>
                  </a:solidFill>
                  <a:latin typeface="Calibri"/>
                </a:rPr>
                <a:t>action</a:t>
              </a:r>
            </a:p>
          </p:txBody>
        </p:sp>
        <p:sp>
          <p:nvSpPr>
            <p:cNvPr id="138" name="Line 44">
              <a:extLst>
                <a:ext uri="{FF2B5EF4-FFF2-40B4-BE49-F238E27FC236}">
                  <a16:creationId xmlns:a16="http://schemas.microsoft.com/office/drawing/2014/main" id="{98209F75-FB95-1667-B819-12E5A77E7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1" y="2641"/>
              <a:ext cx="787" cy="8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39" name="Text Box 71">
              <a:extLst>
                <a:ext uri="{FF2B5EF4-FFF2-40B4-BE49-F238E27FC236}">
                  <a16:creationId xmlns:a16="http://schemas.microsoft.com/office/drawing/2014/main" id="{349FBD58-8136-3668-849D-9BBC85397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7" y="2939"/>
              <a:ext cx="481" cy="2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access</a:t>
              </a:r>
            </a:p>
          </p:txBody>
        </p:sp>
      </p:grpSp>
      <p:grpSp>
        <p:nvGrpSpPr>
          <p:cNvPr id="140" name="Group 77">
            <a:extLst>
              <a:ext uri="{FF2B5EF4-FFF2-40B4-BE49-F238E27FC236}">
                <a16:creationId xmlns:a16="http://schemas.microsoft.com/office/drawing/2014/main" id="{77FBBE81-0DF2-F41F-1419-EE02F0C73872}"/>
              </a:ext>
            </a:extLst>
          </p:cNvPr>
          <p:cNvGrpSpPr>
            <a:grpSpLocks/>
          </p:cNvGrpSpPr>
          <p:nvPr/>
        </p:nvGrpSpPr>
        <p:grpSpPr bwMode="auto">
          <a:xfrm>
            <a:off x="1241765" y="5094949"/>
            <a:ext cx="1041797" cy="486246"/>
            <a:chOff x="702" y="1746"/>
            <a:chExt cx="1004" cy="497"/>
          </a:xfrm>
        </p:grpSpPr>
        <p:sp>
          <p:nvSpPr>
            <p:cNvPr id="141" name="AutoShape 78">
              <a:extLst>
                <a:ext uri="{FF2B5EF4-FFF2-40B4-BE49-F238E27FC236}">
                  <a16:creationId xmlns:a16="http://schemas.microsoft.com/office/drawing/2014/main" id="{16FF5ECA-AE93-2538-A538-D886DB175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746"/>
              <a:ext cx="773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21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42" name="Text Box 79">
              <a:extLst>
                <a:ext uri="{FF2B5EF4-FFF2-40B4-BE49-F238E27FC236}">
                  <a16:creationId xmlns:a16="http://schemas.microsoft.com/office/drawing/2014/main" id="{FCF30912-CC9B-F08C-DDEE-1059E4BFA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851"/>
              <a:ext cx="1004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b="1" kern="0" dirty="0">
                  <a:solidFill>
                    <a:srgbClr val="FFFFFF"/>
                  </a:solidFill>
                  <a:latin typeface="Calibri"/>
                </a:rPr>
                <a:t>ebay 8734</a:t>
              </a:r>
            </a:p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b="1" kern="0" dirty="0">
                  <a:solidFill>
                    <a:srgbClr val="FFFFFF"/>
                  </a:solidFill>
                  <a:latin typeface="Calibri"/>
                </a:rPr>
                <a:t>amazon 1678</a:t>
              </a:r>
              <a:endParaRPr lang="en-US" altLang="en-US" sz="1200" b="1" kern="0" dirty="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143" name="Text Box 80">
            <a:extLst>
              <a:ext uri="{FF2B5EF4-FFF2-40B4-BE49-F238E27FC236}">
                <a16:creationId xmlns:a16="http://schemas.microsoft.com/office/drawing/2014/main" id="{8ECAA050-1CDC-93F7-0315-B0D864199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6223" y="3196733"/>
            <a:ext cx="8963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CC0000"/>
                </a:solidFill>
                <a:latin typeface="Calibri"/>
              </a:rPr>
              <a:t>backend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CC0000"/>
                </a:solidFill>
                <a:latin typeface="Calibri"/>
              </a:rPr>
              <a:t>database</a:t>
            </a:r>
          </a:p>
        </p:txBody>
      </p:sp>
      <p:sp>
        <p:nvSpPr>
          <p:cNvPr id="144" name="AutoShape 327">
            <a:extLst>
              <a:ext uri="{FF2B5EF4-FFF2-40B4-BE49-F238E27FC236}">
                <a16:creationId xmlns:a16="http://schemas.microsoft.com/office/drawing/2014/main" id="{FEAE0A8D-9501-AE7B-AF6F-18FFA81E1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628" y="3662268"/>
            <a:ext cx="444104" cy="681038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100" kern="0" dirty="0">
              <a:solidFill>
                <a:srgbClr val="000000"/>
              </a:solidFill>
              <a:latin typeface="Calibri"/>
              <a:cs typeface="Arial" panose="020B0604020202020204" pitchFamily="34" charset="0"/>
            </a:endParaRPr>
          </a:p>
        </p:txBody>
      </p:sp>
      <p:grpSp>
        <p:nvGrpSpPr>
          <p:cNvPr id="145" name="Group 63">
            <a:extLst>
              <a:ext uri="{FF2B5EF4-FFF2-40B4-BE49-F238E27FC236}">
                <a16:creationId xmlns:a16="http://schemas.microsoft.com/office/drawing/2014/main" id="{2495903C-6E11-7BD6-463C-8E47C8868ACB}"/>
              </a:ext>
            </a:extLst>
          </p:cNvPr>
          <p:cNvGrpSpPr>
            <a:grpSpLocks/>
          </p:cNvGrpSpPr>
          <p:nvPr/>
        </p:nvGrpSpPr>
        <p:grpSpPr bwMode="auto">
          <a:xfrm>
            <a:off x="5031923" y="2216026"/>
            <a:ext cx="263333" cy="457797"/>
            <a:chOff x="4140" y="429"/>
            <a:chExt cx="1425" cy="2396"/>
          </a:xfrm>
        </p:grpSpPr>
        <p:sp>
          <p:nvSpPr>
            <p:cNvPr id="146" name="Freeform 64">
              <a:extLst>
                <a:ext uri="{FF2B5EF4-FFF2-40B4-BE49-F238E27FC236}">
                  <a16:creationId xmlns:a16="http://schemas.microsoft.com/office/drawing/2014/main" id="{FCF858BE-2337-A099-0544-AC8EAEC5C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47" name="Rectangle 65">
              <a:extLst>
                <a:ext uri="{FF2B5EF4-FFF2-40B4-BE49-F238E27FC236}">
                  <a16:creationId xmlns:a16="http://schemas.microsoft.com/office/drawing/2014/main" id="{E4DFC827-2A5D-AA93-8615-6F8E95E21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48" name="Freeform 66">
              <a:extLst>
                <a:ext uri="{FF2B5EF4-FFF2-40B4-BE49-F238E27FC236}">
                  <a16:creationId xmlns:a16="http://schemas.microsoft.com/office/drawing/2014/main" id="{592B4A77-924D-00F1-7AE3-CA2362AF1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49" name="Freeform 67">
              <a:extLst>
                <a:ext uri="{FF2B5EF4-FFF2-40B4-BE49-F238E27FC236}">
                  <a16:creationId xmlns:a16="http://schemas.microsoft.com/office/drawing/2014/main" id="{46BCD47A-AE51-021D-8622-43BFD3544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50" name="Rectangle 68">
              <a:extLst>
                <a:ext uri="{FF2B5EF4-FFF2-40B4-BE49-F238E27FC236}">
                  <a16:creationId xmlns:a16="http://schemas.microsoft.com/office/drawing/2014/main" id="{229115A3-D13C-0CA3-A4B3-79D2A56E3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151" name="Group 69">
              <a:extLst>
                <a:ext uri="{FF2B5EF4-FFF2-40B4-BE49-F238E27FC236}">
                  <a16:creationId xmlns:a16="http://schemas.microsoft.com/office/drawing/2014/main" id="{5281B2FE-08CC-3E60-898D-F44118E172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6" name="AutoShape 70">
                <a:extLst>
                  <a:ext uri="{FF2B5EF4-FFF2-40B4-BE49-F238E27FC236}">
                    <a16:creationId xmlns:a16="http://schemas.microsoft.com/office/drawing/2014/main" id="{112F8052-C9CD-42FF-526E-2645CFCAB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77" name="AutoShape 71">
                <a:extLst>
                  <a:ext uri="{FF2B5EF4-FFF2-40B4-BE49-F238E27FC236}">
                    <a16:creationId xmlns:a16="http://schemas.microsoft.com/office/drawing/2014/main" id="{CACBAC07-9697-907A-8A07-06012BCB3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52" name="Rectangle 72">
              <a:extLst>
                <a:ext uri="{FF2B5EF4-FFF2-40B4-BE49-F238E27FC236}">
                  <a16:creationId xmlns:a16="http://schemas.microsoft.com/office/drawing/2014/main" id="{02CB7AF0-303D-9407-FD40-804004F75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153" name="Group 73">
              <a:extLst>
                <a:ext uri="{FF2B5EF4-FFF2-40B4-BE49-F238E27FC236}">
                  <a16:creationId xmlns:a16="http://schemas.microsoft.com/office/drawing/2014/main" id="{530FE987-D1F4-3EB1-FC10-52208B070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4" name="AutoShape 74">
                <a:extLst>
                  <a:ext uri="{FF2B5EF4-FFF2-40B4-BE49-F238E27FC236}">
                    <a16:creationId xmlns:a16="http://schemas.microsoft.com/office/drawing/2014/main" id="{E79CA0E3-9051-E47B-ED1B-F2FC3611D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75" name="AutoShape 75">
                <a:extLst>
                  <a:ext uri="{FF2B5EF4-FFF2-40B4-BE49-F238E27FC236}">
                    <a16:creationId xmlns:a16="http://schemas.microsoft.com/office/drawing/2014/main" id="{346EA388-ED23-BA7F-7856-A102EB938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54" name="Rectangle 76">
              <a:extLst>
                <a:ext uri="{FF2B5EF4-FFF2-40B4-BE49-F238E27FC236}">
                  <a16:creationId xmlns:a16="http://schemas.microsoft.com/office/drawing/2014/main" id="{749A9EEE-8A7E-F067-1EB5-0AFC5DD9F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5" name="Rectangle 77">
              <a:extLst>
                <a:ext uri="{FF2B5EF4-FFF2-40B4-BE49-F238E27FC236}">
                  <a16:creationId xmlns:a16="http://schemas.microsoft.com/office/drawing/2014/main" id="{73EC8DBD-FEC9-F44D-51C4-763F6C506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156" name="Group 78">
              <a:extLst>
                <a:ext uri="{FF2B5EF4-FFF2-40B4-BE49-F238E27FC236}">
                  <a16:creationId xmlns:a16="http://schemas.microsoft.com/office/drawing/2014/main" id="{E939B19A-D3EE-C3BE-43A8-71D792091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2" name="AutoShape 79">
                <a:extLst>
                  <a:ext uri="{FF2B5EF4-FFF2-40B4-BE49-F238E27FC236}">
                    <a16:creationId xmlns:a16="http://schemas.microsoft.com/office/drawing/2014/main" id="{E79B2F3F-E7AF-4E41-3CB6-85BAD53E6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73" name="AutoShape 80">
                <a:extLst>
                  <a:ext uri="{FF2B5EF4-FFF2-40B4-BE49-F238E27FC236}">
                    <a16:creationId xmlns:a16="http://schemas.microsoft.com/office/drawing/2014/main" id="{DA092131-E934-A4FC-A2E1-551F02041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57" name="Freeform 81">
              <a:extLst>
                <a:ext uri="{FF2B5EF4-FFF2-40B4-BE49-F238E27FC236}">
                  <a16:creationId xmlns:a16="http://schemas.microsoft.com/office/drawing/2014/main" id="{7E3C56AC-473D-6362-41FF-F65041246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grpSp>
          <p:nvGrpSpPr>
            <p:cNvPr id="158" name="Group 82">
              <a:extLst>
                <a:ext uri="{FF2B5EF4-FFF2-40B4-BE49-F238E27FC236}">
                  <a16:creationId xmlns:a16="http://schemas.microsoft.com/office/drawing/2014/main" id="{6C0FAD3E-CC1B-85A2-3471-947884949E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0" name="AutoShape 83">
                <a:extLst>
                  <a:ext uri="{FF2B5EF4-FFF2-40B4-BE49-F238E27FC236}">
                    <a16:creationId xmlns:a16="http://schemas.microsoft.com/office/drawing/2014/main" id="{A7862440-C279-D903-0D7C-A9B5D3355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71" name="AutoShape 84">
                <a:extLst>
                  <a:ext uri="{FF2B5EF4-FFF2-40B4-BE49-F238E27FC236}">
                    <a16:creationId xmlns:a16="http://schemas.microsoft.com/office/drawing/2014/main" id="{19C6CC9B-0DF5-A61C-6A2D-FACC22D76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59" name="Rectangle 85">
              <a:extLst>
                <a:ext uri="{FF2B5EF4-FFF2-40B4-BE49-F238E27FC236}">
                  <a16:creationId xmlns:a16="http://schemas.microsoft.com/office/drawing/2014/main" id="{D54EF1E7-22CE-C793-E6B4-828D9A3DA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0" name="Freeform 86">
              <a:extLst>
                <a:ext uri="{FF2B5EF4-FFF2-40B4-BE49-F238E27FC236}">
                  <a16:creationId xmlns:a16="http://schemas.microsoft.com/office/drawing/2014/main" id="{B45E12A1-9E14-3D50-276C-2CCDD1F4A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61" name="Freeform 87">
              <a:extLst>
                <a:ext uri="{FF2B5EF4-FFF2-40B4-BE49-F238E27FC236}">
                  <a16:creationId xmlns:a16="http://schemas.microsoft.com/office/drawing/2014/main" id="{AEFFDAEE-4CE7-42DE-225C-F4318170D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62" name="Oval 88">
              <a:extLst>
                <a:ext uri="{FF2B5EF4-FFF2-40B4-BE49-F238E27FC236}">
                  <a16:creationId xmlns:a16="http://schemas.microsoft.com/office/drawing/2014/main" id="{1610D2F6-5656-72B9-AFE3-26163476C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3" name="Freeform 89">
              <a:extLst>
                <a:ext uri="{FF2B5EF4-FFF2-40B4-BE49-F238E27FC236}">
                  <a16:creationId xmlns:a16="http://schemas.microsoft.com/office/drawing/2014/main" id="{1776D35C-1133-156E-F1B6-1130F5815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64" name="AutoShape 90">
              <a:extLst>
                <a:ext uri="{FF2B5EF4-FFF2-40B4-BE49-F238E27FC236}">
                  <a16:creationId xmlns:a16="http://schemas.microsoft.com/office/drawing/2014/main" id="{0CCCA8E3-3C66-1B99-DC02-D6213BE69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5" name="AutoShape 91">
              <a:extLst>
                <a:ext uri="{FF2B5EF4-FFF2-40B4-BE49-F238E27FC236}">
                  <a16:creationId xmlns:a16="http://schemas.microsoft.com/office/drawing/2014/main" id="{7BA65168-FB6A-22BE-ECAA-7A8386B20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6" name="Oval 92">
              <a:extLst>
                <a:ext uri="{FF2B5EF4-FFF2-40B4-BE49-F238E27FC236}">
                  <a16:creationId xmlns:a16="http://schemas.microsoft.com/office/drawing/2014/main" id="{A401186C-FAD6-12F0-6ED7-4AB412952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7" name="Oval 93">
              <a:extLst>
                <a:ext uri="{FF2B5EF4-FFF2-40B4-BE49-F238E27FC236}">
                  <a16:creationId xmlns:a16="http://schemas.microsoft.com/office/drawing/2014/main" id="{5EAE9152-74ED-F7D2-DFD3-923B9FB07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500" kern="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endParaRPr>
            </a:p>
          </p:txBody>
        </p:sp>
        <p:sp>
          <p:nvSpPr>
            <p:cNvPr id="168" name="Oval 94">
              <a:extLst>
                <a:ext uri="{FF2B5EF4-FFF2-40B4-BE49-F238E27FC236}">
                  <a16:creationId xmlns:a16="http://schemas.microsoft.com/office/drawing/2014/main" id="{086D5D64-115C-A6F5-6201-D81CA634F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9" name="Rectangle 95">
              <a:extLst>
                <a:ext uri="{FF2B5EF4-FFF2-40B4-BE49-F238E27FC236}">
                  <a16:creationId xmlns:a16="http://schemas.microsoft.com/office/drawing/2014/main" id="{9E96A41F-CEBE-F1FD-3EA2-66718A47D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8" name="Group 96">
            <a:extLst>
              <a:ext uri="{FF2B5EF4-FFF2-40B4-BE49-F238E27FC236}">
                <a16:creationId xmlns:a16="http://schemas.microsoft.com/office/drawing/2014/main" id="{E5833580-A7C7-B140-0EBB-9627CE7CA689}"/>
              </a:ext>
            </a:extLst>
          </p:cNvPr>
          <p:cNvGrpSpPr>
            <a:grpSpLocks/>
          </p:cNvGrpSpPr>
          <p:nvPr/>
        </p:nvGrpSpPr>
        <p:grpSpPr bwMode="auto">
          <a:xfrm>
            <a:off x="2050893" y="2287267"/>
            <a:ext cx="500837" cy="439535"/>
            <a:chOff x="-44" y="1473"/>
            <a:chExt cx="981" cy="1105"/>
          </a:xfrm>
        </p:grpSpPr>
        <p:pic>
          <p:nvPicPr>
            <p:cNvPr id="179" name="Picture 97" descr="desktop_computer_stylized_medium">
              <a:extLst>
                <a:ext uri="{FF2B5EF4-FFF2-40B4-BE49-F238E27FC236}">
                  <a16:creationId xmlns:a16="http://schemas.microsoft.com/office/drawing/2014/main" id="{A4C1D068-355A-E274-4A9C-085FE57CC9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0" name="Freeform 98">
              <a:extLst>
                <a:ext uri="{FF2B5EF4-FFF2-40B4-BE49-F238E27FC236}">
                  <a16:creationId xmlns:a16="http://schemas.microsoft.com/office/drawing/2014/main" id="{0C1925D6-8EA5-C75E-35AC-410D79623A8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81" name="Line 15">
            <a:extLst>
              <a:ext uri="{FF2B5EF4-FFF2-40B4-BE49-F238E27FC236}">
                <a16:creationId xmlns:a16="http://schemas.microsoft.com/office/drawing/2014/main" id="{DC26424C-5A8D-C7C7-BEFA-4FB66B8916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9923" y="2755005"/>
            <a:ext cx="383" cy="3349354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2" name="Text Box 37">
            <a:extLst>
              <a:ext uri="{FF2B5EF4-FFF2-40B4-BE49-F238E27FC236}">
                <a16:creationId xmlns:a16="http://schemas.microsoft.com/office/drawing/2014/main" id="{5B936D5F-EDC9-69F5-7BDD-A85EFE521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030" y="6105021"/>
            <a:ext cx="434734" cy="230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050" dirty="0">
                <a:solidFill>
                  <a:prstClr val="white">
                    <a:lumMod val="65000"/>
                  </a:prstClr>
                </a:solidFill>
                <a:latin typeface="Calibri"/>
              </a:rPr>
              <a:t>time</a:t>
            </a:r>
          </a:p>
        </p:txBody>
      </p:sp>
      <p:sp>
        <p:nvSpPr>
          <p:cNvPr id="183" name="Line 15">
            <a:extLst>
              <a:ext uri="{FF2B5EF4-FFF2-40B4-BE49-F238E27FC236}">
                <a16:creationId xmlns:a16="http://schemas.microsoft.com/office/drawing/2014/main" id="{3563943F-503D-4BED-1151-39A60C14A3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0514" y="2761314"/>
            <a:ext cx="383" cy="3349354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4" name="Text Box 37">
            <a:extLst>
              <a:ext uri="{FF2B5EF4-FFF2-40B4-BE49-F238E27FC236}">
                <a16:creationId xmlns:a16="http://schemas.microsoft.com/office/drawing/2014/main" id="{0DD59AD2-0F20-D300-AA96-271E9C187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621" y="6111330"/>
            <a:ext cx="434734" cy="230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050" dirty="0">
                <a:solidFill>
                  <a:prstClr val="white">
                    <a:lumMod val="65000"/>
                  </a:prstClr>
                </a:solidFill>
                <a:latin typeface="Calibri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62729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-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HTTP cookies: comments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A269D2D-33BD-4247-409E-0F870970608D}"/>
              </a:ext>
            </a:extLst>
          </p:cNvPr>
          <p:cNvSpPr txBox="1">
            <a:spLocks noChangeArrowheads="1"/>
          </p:cNvSpPr>
          <p:nvPr/>
        </p:nvSpPr>
        <p:spPr>
          <a:xfrm>
            <a:off x="486037" y="2024582"/>
            <a:ext cx="4526001" cy="1981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lnSpc>
                <a:spcPct val="75000"/>
              </a:lnSpc>
              <a:spcBef>
                <a:spcPts val="750"/>
              </a:spcBef>
              <a:buNone/>
              <a:defRPr/>
            </a:pPr>
            <a:r>
              <a:rPr lang="en-US" altLang="en-US" sz="24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What cookies can be used for</a:t>
            </a:r>
            <a:r>
              <a:rPr lang="en-US" altLang="en-US" sz="21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:</a:t>
            </a:r>
          </a:p>
          <a:p>
            <a:pPr marL="264319" indent="-166688" defTabSz="685800">
              <a:lnSpc>
                <a:spcPct val="75000"/>
              </a:lnSpc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authorization</a:t>
            </a:r>
          </a:p>
          <a:p>
            <a:pPr marL="264319" indent="-166688" defTabSz="685800">
              <a:lnSpc>
                <a:spcPct val="75000"/>
              </a:lnSpc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shopping carts</a:t>
            </a:r>
          </a:p>
          <a:p>
            <a:pPr marL="264319" indent="-166688" defTabSz="685800">
              <a:lnSpc>
                <a:spcPct val="75000"/>
              </a:lnSpc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recommendations</a:t>
            </a:r>
          </a:p>
          <a:p>
            <a:pPr marL="264319" indent="-166688" defTabSz="685800">
              <a:lnSpc>
                <a:spcPct val="75000"/>
              </a:lnSpc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user session state (Web e-mail)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3F77DB3-541C-A97C-9B4F-EAEEF696E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8218" y="2033392"/>
            <a:ext cx="2857500" cy="2665235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800" i="1" dirty="0">
                <a:solidFill>
                  <a:srgbClr val="CC0000"/>
                </a:solidFill>
                <a:latin typeface="Calibri"/>
              </a:rPr>
              <a:t>cookies and privacy:</a:t>
            </a:r>
          </a:p>
          <a:p>
            <a:pPr marL="257175" indent="-257175" defTabSz="685800"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cookies permit sites to </a:t>
            </a:r>
            <a:r>
              <a:rPr lang="en-US" altLang="en-US" sz="1800" i="1" dirty="0">
                <a:solidFill>
                  <a:prstClr val="black"/>
                </a:solidFill>
                <a:latin typeface="Calibri"/>
              </a:rPr>
              <a:t>learn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 a lot about you on their site.</a:t>
            </a:r>
          </a:p>
          <a:p>
            <a:pPr marL="257175" indent="-257175" defTabSz="685800"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third party persistent cookies (tracking cookies) allow common identity (cookie value) to be tracked across multiple web sites</a:t>
            </a: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757E7499-5EBA-0735-67D0-A966AA96E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2176" y="1851458"/>
            <a:ext cx="675185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000099"/>
                </a:solidFill>
                <a:latin typeface="Calibri"/>
              </a:rPr>
              <a:t>aside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E0848324-07F5-78AD-BAF0-9E7D33843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72" y="3842818"/>
            <a:ext cx="5087046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2400" i="1" dirty="0">
                <a:solidFill>
                  <a:srgbClr val="CC0000"/>
                </a:solidFill>
                <a:latin typeface="Calibri"/>
              </a:rPr>
              <a:t>Privacy: Tracking a user’s browsing behavior</a:t>
            </a:r>
          </a:p>
          <a:p>
            <a:pPr marL="257175" indent="-257175" defTabSz="685800">
              <a:defRPr/>
            </a:pPr>
            <a:r>
              <a:rPr lang="en-US" altLang="en-US" sz="2400" i="1" dirty="0">
                <a:solidFill>
                  <a:srgbClr val="CC0000"/>
                </a:solidFill>
                <a:latin typeface="Calibri"/>
              </a:rPr>
              <a:t>Challenge: How to keep </a:t>
            </a:r>
            <a:r>
              <a:rPr lang="en-US" altLang="ja-JP" sz="2400" i="1" dirty="0">
                <a:solidFill>
                  <a:srgbClr val="CC0000"/>
                </a:solidFill>
                <a:latin typeface="Calibri"/>
              </a:rPr>
              <a:t>state?</a:t>
            </a:r>
          </a:p>
        </p:txBody>
      </p:sp>
    </p:spTree>
    <p:extLst>
      <p:ext uri="{BB962C8B-B14F-4D97-AF65-F5344CB8AC3E}">
        <p14:creationId xmlns:p14="http://schemas.microsoft.com/office/powerpoint/2010/main" val="1050617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Web Caches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Web caches (aka proxy servers)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171">
            <a:extLst>
              <a:ext uri="{FF2B5EF4-FFF2-40B4-BE49-F238E27FC236}">
                <a16:creationId xmlns:a16="http://schemas.microsoft.com/office/drawing/2014/main" id="{313E66C4-6455-6B73-ECC0-FE0039F9C605}"/>
              </a:ext>
            </a:extLst>
          </p:cNvPr>
          <p:cNvGrpSpPr>
            <a:grpSpLocks/>
          </p:cNvGrpSpPr>
          <p:nvPr/>
        </p:nvGrpSpPr>
        <p:grpSpPr bwMode="auto">
          <a:xfrm>
            <a:off x="4704160" y="3057348"/>
            <a:ext cx="515540" cy="572691"/>
            <a:chOff x="-44" y="1473"/>
            <a:chExt cx="981" cy="1105"/>
          </a:xfrm>
        </p:grpSpPr>
        <p:pic>
          <p:nvPicPr>
            <p:cNvPr id="10" name="Picture 172" descr="desktop_computer_stylized_medium">
              <a:extLst>
                <a:ext uri="{FF2B5EF4-FFF2-40B4-BE49-F238E27FC236}">
                  <a16:creationId xmlns:a16="http://schemas.microsoft.com/office/drawing/2014/main" id="{97171AAA-2882-8817-DB74-27698A1B1F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73">
              <a:extLst>
                <a:ext uri="{FF2B5EF4-FFF2-40B4-BE49-F238E27FC236}">
                  <a16:creationId xmlns:a16="http://schemas.microsoft.com/office/drawing/2014/main" id="{60F19EA2-4C28-6C06-E233-59BE8078EFE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" name="Group 102">
            <a:extLst>
              <a:ext uri="{FF2B5EF4-FFF2-40B4-BE49-F238E27FC236}">
                <a16:creationId xmlns:a16="http://schemas.microsoft.com/office/drawing/2014/main" id="{2C26F96C-6E95-492F-05B3-D78198AA1642}"/>
              </a:ext>
            </a:extLst>
          </p:cNvPr>
          <p:cNvGrpSpPr>
            <a:grpSpLocks/>
          </p:cNvGrpSpPr>
          <p:nvPr/>
        </p:nvGrpSpPr>
        <p:grpSpPr bwMode="auto">
          <a:xfrm>
            <a:off x="4752975" y="4462286"/>
            <a:ext cx="515541" cy="572691"/>
            <a:chOff x="-44" y="1473"/>
            <a:chExt cx="981" cy="1105"/>
          </a:xfrm>
        </p:grpSpPr>
        <p:pic>
          <p:nvPicPr>
            <p:cNvPr id="13" name="Picture 103" descr="desktop_computer_stylized_medium">
              <a:extLst>
                <a:ext uri="{FF2B5EF4-FFF2-40B4-BE49-F238E27FC236}">
                  <a16:creationId xmlns:a16="http://schemas.microsoft.com/office/drawing/2014/main" id="{D94E94E8-66ED-CD67-092C-3D7D8517A9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Freeform 104">
              <a:extLst>
                <a:ext uri="{FF2B5EF4-FFF2-40B4-BE49-F238E27FC236}">
                  <a16:creationId xmlns:a16="http://schemas.microsoft.com/office/drawing/2014/main" id="{9B8B9BB5-A397-9550-BCB2-EF85661E927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5" name="Group 105">
            <a:extLst>
              <a:ext uri="{FF2B5EF4-FFF2-40B4-BE49-F238E27FC236}">
                <a16:creationId xmlns:a16="http://schemas.microsoft.com/office/drawing/2014/main" id="{19EE2940-0F36-4CCC-CCE0-B50524726010}"/>
              </a:ext>
            </a:extLst>
          </p:cNvPr>
          <p:cNvGrpSpPr>
            <a:grpSpLocks/>
          </p:cNvGrpSpPr>
          <p:nvPr/>
        </p:nvGrpSpPr>
        <p:grpSpPr bwMode="auto">
          <a:xfrm>
            <a:off x="7817644" y="3163314"/>
            <a:ext cx="325041" cy="536972"/>
            <a:chOff x="4140" y="429"/>
            <a:chExt cx="1425" cy="2396"/>
          </a:xfrm>
        </p:grpSpPr>
        <p:sp>
          <p:nvSpPr>
            <p:cNvPr id="16" name="Freeform 106">
              <a:extLst>
                <a:ext uri="{FF2B5EF4-FFF2-40B4-BE49-F238E27FC236}">
                  <a16:creationId xmlns:a16="http://schemas.microsoft.com/office/drawing/2014/main" id="{FE727A4F-7812-987B-2796-058688138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Rectangle 107">
              <a:extLst>
                <a:ext uri="{FF2B5EF4-FFF2-40B4-BE49-F238E27FC236}">
                  <a16:creationId xmlns:a16="http://schemas.microsoft.com/office/drawing/2014/main" id="{166FB0AD-AA3A-1B40-AE00-217C3D73C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Freeform 108">
              <a:extLst>
                <a:ext uri="{FF2B5EF4-FFF2-40B4-BE49-F238E27FC236}">
                  <a16:creationId xmlns:a16="http://schemas.microsoft.com/office/drawing/2014/main" id="{300C2812-CAD4-0AB8-C147-C8D437C3B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Freeform 109">
              <a:extLst>
                <a:ext uri="{FF2B5EF4-FFF2-40B4-BE49-F238E27FC236}">
                  <a16:creationId xmlns:a16="http://schemas.microsoft.com/office/drawing/2014/main" id="{1AAFD4BD-5EAC-384A-5903-90F4A26BC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Rectangle 110">
              <a:extLst>
                <a:ext uri="{FF2B5EF4-FFF2-40B4-BE49-F238E27FC236}">
                  <a16:creationId xmlns:a16="http://schemas.microsoft.com/office/drawing/2014/main" id="{588D5C00-0C7B-445C-CBBA-FD75BA912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21" name="Group 111">
              <a:extLst>
                <a:ext uri="{FF2B5EF4-FFF2-40B4-BE49-F238E27FC236}">
                  <a16:creationId xmlns:a16="http://schemas.microsoft.com/office/drawing/2014/main" id="{A5787F9C-C482-6C8E-826C-3A00A00762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6" name="AutoShape 112">
                <a:extLst>
                  <a:ext uri="{FF2B5EF4-FFF2-40B4-BE49-F238E27FC236}">
                    <a16:creationId xmlns:a16="http://schemas.microsoft.com/office/drawing/2014/main" id="{18AC7040-E266-D98C-08DF-4E3139C53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7" name="AutoShape 113">
                <a:extLst>
                  <a:ext uri="{FF2B5EF4-FFF2-40B4-BE49-F238E27FC236}">
                    <a16:creationId xmlns:a16="http://schemas.microsoft.com/office/drawing/2014/main" id="{1EB257F3-007C-8780-EB05-B647543A7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2" name="Rectangle 114">
              <a:extLst>
                <a:ext uri="{FF2B5EF4-FFF2-40B4-BE49-F238E27FC236}">
                  <a16:creationId xmlns:a16="http://schemas.microsoft.com/office/drawing/2014/main" id="{21EAE794-A76E-FF3F-C70D-2F971FD32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23" name="Group 115">
              <a:extLst>
                <a:ext uri="{FF2B5EF4-FFF2-40B4-BE49-F238E27FC236}">
                  <a16:creationId xmlns:a16="http://schemas.microsoft.com/office/drawing/2014/main" id="{1556D07B-0554-536D-97DA-CEAF6BC094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" name="AutoShape 116">
                <a:extLst>
                  <a:ext uri="{FF2B5EF4-FFF2-40B4-BE49-F238E27FC236}">
                    <a16:creationId xmlns:a16="http://schemas.microsoft.com/office/drawing/2014/main" id="{440DC8BE-F6D1-B4F9-CBF3-2160D225D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5" name="AutoShape 117">
                <a:extLst>
                  <a:ext uri="{FF2B5EF4-FFF2-40B4-BE49-F238E27FC236}">
                    <a16:creationId xmlns:a16="http://schemas.microsoft.com/office/drawing/2014/main" id="{7B6B3CD8-36A5-087A-284C-D803ABD16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4" name="Rectangle 118">
              <a:extLst>
                <a:ext uri="{FF2B5EF4-FFF2-40B4-BE49-F238E27FC236}">
                  <a16:creationId xmlns:a16="http://schemas.microsoft.com/office/drawing/2014/main" id="{BBE66669-1430-6770-AFE8-3C9CFA1BF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Rectangle 119">
              <a:extLst>
                <a:ext uri="{FF2B5EF4-FFF2-40B4-BE49-F238E27FC236}">
                  <a16:creationId xmlns:a16="http://schemas.microsoft.com/office/drawing/2014/main" id="{F60EB6DB-5E5D-176B-5EA0-03DEEEEA9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26" name="Group 120">
              <a:extLst>
                <a:ext uri="{FF2B5EF4-FFF2-40B4-BE49-F238E27FC236}">
                  <a16:creationId xmlns:a16="http://schemas.microsoft.com/office/drawing/2014/main" id="{36F36BD2-C309-DDEA-87BB-F421412DC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" name="AutoShape 121">
                <a:extLst>
                  <a:ext uri="{FF2B5EF4-FFF2-40B4-BE49-F238E27FC236}">
                    <a16:creationId xmlns:a16="http://schemas.microsoft.com/office/drawing/2014/main" id="{4BF1BFCC-44D4-2485-FF54-05556CC3F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3" name="AutoShape 122">
                <a:extLst>
                  <a:ext uri="{FF2B5EF4-FFF2-40B4-BE49-F238E27FC236}">
                    <a16:creationId xmlns:a16="http://schemas.microsoft.com/office/drawing/2014/main" id="{F3ECF735-4B06-65CB-3D86-198FA015A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7" name="Freeform 123">
              <a:extLst>
                <a:ext uri="{FF2B5EF4-FFF2-40B4-BE49-F238E27FC236}">
                  <a16:creationId xmlns:a16="http://schemas.microsoft.com/office/drawing/2014/main" id="{E66FB60A-9293-D330-6A73-936306D67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28" name="Group 124">
              <a:extLst>
                <a:ext uri="{FF2B5EF4-FFF2-40B4-BE49-F238E27FC236}">
                  <a16:creationId xmlns:a16="http://schemas.microsoft.com/office/drawing/2014/main" id="{E18B19F7-B3C6-7CB9-6CD6-3DB406312A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0" name="AutoShape 125">
                <a:extLst>
                  <a:ext uri="{FF2B5EF4-FFF2-40B4-BE49-F238E27FC236}">
                    <a16:creationId xmlns:a16="http://schemas.microsoft.com/office/drawing/2014/main" id="{61F8FE8D-F946-1C65-B02C-62BAFEA64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" name="AutoShape 126">
                <a:extLst>
                  <a:ext uri="{FF2B5EF4-FFF2-40B4-BE49-F238E27FC236}">
                    <a16:creationId xmlns:a16="http://schemas.microsoft.com/office/drawing/2014/main" id="{1514164D-C42D-DDE2-2716-D585ECBFE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9" name="Rectangle 127">
              <a:extLst>
                <a:ext uri="{FF2B5EF4-FFF2-40B4-BE49-F238E27FC236}">
                  <a16:creationId xmlns:a16="http://schemas.microsoft.com/office/drawing/2014/main" id="{DEADFD75-C71A-AE12-4336-266679E21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Freeform 128">
              <a:extLst>
                <a:ext uri="{FF2B5EF4-FFF2-40B4-BE49-F238E27FC236}">
                  <a16:creationId xmlns:a16="http://schemas.microsoft.com/office/drawing/2014/main" id="{77F9D526-EC3C-18F0-F6C1-5D370A8AE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Freeform 129">
              <a:extLst>
                <a:ext uri="{FF2B5EF4-FFF2-40B4-BE49-F238E27FC236}">
                  <a16:creationId xmlns:a16="http://schemas.microsoft.com/office/drawing/2014/main" id="{0A779D08-77FB-F226-611B-70726DF87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val 130">
              <a:extLst>
                <a:ext uri="{FF2B5EF4-FFF2-40B4-BE49-F238E27FC236}">
                  <a16:creationId xmlns:a16="http://schemas.microsoft.com/office/drawing/2014/main" id="{2B0C6611-B9ED-34DE-7819-F8954919A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Freeform 131">
              <a:extLst>
                <a:ext uri="{FF2B5EF4-FFF2-40B4-BE49-F238E27FC236}">
                  <a16:creationId xmlns:a16="http://schemas.microsoft.com/office/drawing/2014/main" id="{33095104-0130-404F-7338-72747C48E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AutoShape 132">
              <a:extLst>
                <a:ext uri="{FF2B5EF4-FFF2-40B4-BE49-F238E27FC236}">
                  <a16:creationId xmlns:a16="http://schemas.microsoft.com/office/drawing/2014/main" id="{0C6D6940-B5E4-27AE-85B4-7291DEC52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AutoShape 133">
              <a:extLst>
                <a:ext uri="{FF2B5EF4-FFF2-40B4-BE49-F238E27FC236}">
                  <a16:creationId xmlns:a16="http://schemas.microsoft.com/office/drawing/2014/main" id="{78827E32-0B03-DC0E-FC08-11B4AB7DF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val 134">
              <a:extLst>
                <a:ext uri="{FF2B5EF4-FFF2-40B4-BE49-F238E27FC236}">
                  <a16:creationId xmlns:a16="http://schemas.microsoft.com/office/drawing/2014/main" id="{355A1B73-4342-9731-0D7B-BDCD0F252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Oval 135">
              <a:extLst>
                <a:ext uri="{FF2B5EF4-FFF2-40B4-BE49-F238E27FC236}">
                  <a16:creationId xmlns:a16="http://schemas.microsoft.com/office/drawing/2014/main" id="{178586C1-FF96-18C2-D7D7-C9FFF069A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endParaRPr lang="en-US" altLang="en-US" sz="135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endParaRPr>
            </a:p>
          </p:txBody>
        </p:sp>
        <p:sp>
          <p:nvSpPr>
            <p:cNvPr id="38" name="Oval 136">
              <a:extLst>
                <a:ext uri="{FF2B5EF4-FFF2-40B4-BE49-F238E27FC236}">
                  <a16:creationId xmlns:a16="http://schemas.microsoft.com/office/drawing/2014/main" id="{9424F0FF-0108-6240-1585-66AC05A51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Rectangle 137">
              <a:extLst>
                <a:ext uri="{FF2B5EF4-FFF2-40B4-BE49-F238E27FC236}">
                  <a16:creationId xmlns:a16="http://schemas.microsoft.com/office/drawing/2014/main" id="{92B991F0-CA33-0FAB-E0A8-AD64BDD54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8" name="Rectangle 3">
            <a:extLst>
              <a:ext uri="{FF2B5EF4-FFF2-40B4-BE49-F238E27FC236}">
                <a16:creationId xmlns:a16="http://schemas.microsoft.com/office/drawing/2014/main" id="{AB28743C-3DC0-ED11-9351-2501CBC23E07}"/>
              </a:ext>
            </a:extLst>
          </p:cNvPr>
          <p:cNvSpPr txBox="1">
            <a:spLocks noChangeArrowheads="1"/>
          </p:cNvSpPr>
          <p:nvPr/>
        </p:nvSpPr>
        <p:spPr>
          <a:xfrm>
            <a:off x="595954" y="2899028"/>
            <a:ext cx="3681272" cy="282178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5022" indent="-175022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user configures browser to point to a (local) </a:t>
            </a:r>
            <a:r>
              <a:rPr lang="en-US" altLang="en-US" sz="2100" i="1" dirty="0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Web cache</a:t>
            </a:r>
          </a:p>
          <a:p>
            <a:pPr marL="175022" indent="-175022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browser sends all HTTP requests to cache</a:t>
            </a:r>
          </a:p>
          <a:p>
            <a:pPr marL="514350" lvl="1" indent="-171450" defTabSz="685800">
              <a:spcBef>
                <a:spcPts val="375"/>
              </a:spcBef>
              <a:defRPr/>
            </a:pPr>
            <a:r>
              <a:rPr lang="en-US" altLang="en-US" sz="2100" i="1" dirty="0">
                <a:solidFill>
                  <a:srgbClr val="0000A3"/>
                </a:solidFill>
                <a:latin typeface="Calibri"/>
                <a:ea typeface="ＭＳ Ｐゴシック" panose="020B0600070205080204" pitchFamily="34" charset="-128"/>
              </a:rPr>
              <a:t>if</a:t>
            </a: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 object in cache: cache returns object to client</a:t>
            </a:r>
          </a:p>
          <a:p>
            <a:pPr marL="514350" lvl="1" indent="-171450" defTabSz="685800">
              <a:spcBef>
                <a:spcPts val="375"/>
              </a:spcBef>
              <a:defRPr/>
            </a:pPr>
            <a:r>
              <a:rPr lang="en-US" altLang="en-US" sz="2100" i="1" dirty="0">
                <a:solidFill>
                  <a:srgbClr val="0000A3"/>
                </a:solidFill>
                <a:latin typeface="Calibri"/>
                <a:ea typeface="ＭＳ Ｐゴシック" panose="020B0600070205080204" pitchFamily="34" charset="-128"/>
              </a:rPr>
              <a:t>else</a:t>
            </a: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 cache requests object from origin server, caches received object, then returns object to client</a:t>
            </a:r>
          </a:p>
        </p:txBody>
      </p:sp>
      <p:sp>
        <p:nvSpPr>
          <p:cNvPr id="49" name="Rectangle 4">
            <a:extLst>
              <a:ext uri="{FF2B5EF4-FFF2-40B4-BE49-F238E27FC236}">
                <a16:creationId xmlns:a16="http://schemas.microsoft.com/office/drawing/2014/main" id="{07EED46C-8D56-3410-CC51-270016F00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036" y="2223657"/>
            <a:ext cx="7719461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2400" i="1" dirty="0">
                <a:solidFill>
                  <a:srgbClr val="CC0000"/>
                </a:solidFill>
                <a:latin typeface="Calibri"/>
              </a:rPr>
              <a:t>Goal:</a:t>
            </a:r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 satisfy client requests without involving origin server</a:t>
            </a: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BB26858A-77E9-24C8-29DD-D1AF7C4F8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5016" y="3562174"/>
            <a:ext cx="5279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200" dirty="0">
                <a:solidFill>
                  <a:prstClr val="black"/>
                </a:solidFill>
                <a:latin typeface="Calibri"/>
              </a:rPr>
              <a:t>client</a:t>
            </a:r>
            <a:endParaRPr lang="en-US" altLang="en-US" sz="18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3F282EF-F43C-B50E-0FA1-8916EF61A66C}"/>
              </a:ext>
            </a:extLst>
          </p:cNvPr>
          <p:cNvGrpSpPr/>
          <p:nvPr/>
        </p:nvGrpSpPr>
        <p:grpSpPr>
          <a:xfrm>
            <a:off x="6180025" y="3239344"/>
            <a:ext cx="635110" cy="926477"/>
            <a:chOff x="8240034" y="2687749"/>
            <a:chExt cx="846813" cy="1235302"/>
          </a:xfrm>
        </p:grpSpPr>
        <p:grpSp>
          <p:nvGrpSpPr>
            <p:cNvPr id="52" name="Group 138">
              <a:extLst>
                <a:ext uri="{FF2B5EF4-FFF2-40B4-BE49-F238E27FC236}">
                  <a16:creationId xmlns:a16="http://schemas.microsoft.com/office/drawing/2014/main" id="{5A0DFCC0-AB77-5DA3-1FFA-6826736215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54" name="Freeform 139">
                <a:extLst>
                  <a:ext uri="{FF2B5EF4-FFF2-40B4-BE49-F238E27FC236}">
                    <a16:creationId xmlns:a16="http://schemas.microsoft.com/office/drawing/2014/main" id="{2600224F-5AEF-F999-EF8E-E19235A918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5" name="Rectangle 140">
                <a:extLst>
                  <a:ext uri="{FF2B5EF4-FFF2-40B4-BE49-F238E27FC236}">
                    <a16:creationId xmlns:a16="http://schemas.microsoft.com/office/drawing/2014/main" id="{51C1F399-828B-29E0-06BC-D677D7F21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6" name="Freeform 141">
                <a:extLst>
                  <a:ext uri="{FF2B5EF4-FFF2-40B4-BE49-F238E27FC236}">
                    <a16:creationId xmlns:a16="http://schemas.microsoft.com/office/drawing/2014/main" id="{291210A7-E8C3-5646-B525-C45A734BA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7" name="Freeform 142">
                <a:extLst>
                  <a:ext uri="{FF2B5EF4-FFF2-40B4-BE49-F238E27FC236}">
                    <a16:creationId xmlns:a16="http://schemas.microsoft.com/office/drawing/2014/main" id="{853B70FE-189A-0087-8085-6E6130FB2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8" name="Rectangle 143">
                <a:extLst>
                  <a:ext uri="{FF2B5EF4-FFF2-40B4-BE49-F238E27FC236}">
                    <a16:creationId xmlns:a16="http://schemas.microsoft.com/office/drawing/2014/main" id="{A2D23931-D495-03BE-1B6C-0CD064675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59" name="Group 144">
                <a:extLst>
                  <a:ext uri="{FF2B5EF4-FFF2-40B4-BE49-F238E27FC236}">
                    <a16:creationId xmlns:a16="http://schemas.microsoft.com/office/drawing/2014/main" id="{ABF08937-61FE-86DC-3FE0-D57D4613D6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4" name="AutoShape 145">
                  <a:extLst>
                    <a:ext uri="{FF2B5EF4-FFF2-40B4-BE49-F238E27FC236}">
                      <a16:creationId xmlns:a16="http://schemas.microsoft.com/office/drawing/2014/main" id="{F12134E6-CBD2-3490-BB41-BABDFE9460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5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85" name="AutoShape 146">
                  <a:extLst>
                    <a:ext uri="{FF2B5EF4-FFF2-40B4-BE49-F238E27FC236}">
                      <a16:creationId xmlns:a16="http://schemas.microsoft.com/office/drawing/2014/main" id="{00507651-BFD4-F4B7-B500-E057D5D5C5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7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5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60" name="Rectangle 147">
                <a:extLst>
                  <a:ext uri="{FF2B5EF4-FFF2-40B4-BE49-F238E27FC236}">
                    <a16:creationId xmlns:a16="http://schemas.microsoft.com/office/drawing/2014/main" id="{8193D0CE-1DA8-1844-2561-70071A8A9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61" name="Group 148">
                <a:extLst>
                  <a:ext uri="{FF2B5EF4-FFF2-40B4-BE49-F238E27FC236}">
                    <a16:creationId xmlns:a16="http://schemas.microsoft.com/office/drawing/2014/main" id="{67961EAD-DBD2-040C-80A5-A79A60F927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2" name="AutoShape 149">
                  <a:extLst>
                    <a:ext uri="{FF2B5EF4-FFF2-40B4-BE49-F238E27FC236}">
                      <a16:creationId xmlns:a16="http://schemas.microsoft.com/office/drawing/2014/main" id="{F435898C-D460-CF4B-6FA3-32DA3953A7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5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83" name="AutoShape 150">
                  <a:extLst>
                    <a:ext uri="{FF2B5EF4-FFF2-40B4-BE49-F238E27FC236}">
                      <a16:creationId xmlns:a16="http://schemas.microsoft.com/office/drawing/2014/main" id="{C9199A97-5739-3D13-3B98-88222405B0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2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5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62" name="Rectangle 151">
                <a:extLst>
                  <a:ext uri="{FF2B5EF4-FFF2-40B4-BE49-F238E27FC236}">
                    <a16:creationId xmlns:a16="http://schemas.microsoft.com/office/drawing/2014/main" id="{CC5879AC-1D2A-DE0A-512F-F5007895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3" name="Rectangle 152">
                <a:extLst>
                  <a:ext uri="{FF2B5EF4-FFF2-40B4-BE49-F238E27FC236}">
                    <a16:creationId xmlns:a16="http://schemas.microsoft.com/office/drawing/2014/main" id="{C5CE0E0C-F274-7A37-D1C8-E83042BD54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64" name="Group 153">
                <a:extLst>
                  <a:ext uri="{FF2B5EF4-FFF2-40B4-BE49-F238E27FC236}">
                    <a16:creationId xmlns:a16="http://schemas.microsoft.com/office/drawing/2014/main" id="{BD70851B-ECC2-CE86-EA18-CF7EC9DAE2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0" name="AutoShape 154">
                  <a:extLst>
                    <a:ext uri="{FF2B5EF4-FFF2-40B4-BE49-F238E27FC236}">
                      <a16:creationId xmlns:a16="http://schemas.microsoft.com/office/drawing/2014/main" id="{D6AD24A1-1387-9094-5C5C-EA5F81CA1A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6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5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81" name="AutoShape 155">
                  <a:extLst>
                    <a:ext uri="{FF2B5EF4-FFF2-40B4-BE49-F238E27FC236}">
                      <a16:creationId xmlns:a16="http://schemas.microsoft.com/office/drawing/2014/main" id="{5E811E89-738D-B70B-D924-F1C5A29B62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5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65" name="Freeform 156">
                <a:extLst>
                  <a:ext uri="{FF2B5EF4-FFF2-40B4-BE49-F238E27FC236}">
                    <a16:creationId xmlns:a16="http://schemas.microsoft.com/office/drawing/2014/main" id="{390B022C-FBBE-ED39-FCC1-9409C85BE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66" name="Group 157">
                <a:extLst>
                  <a:ext uri="{FF2B5EF4-FFF2-40B4-BE49-F238E27FC236}">
                    <a16:creationId xmlns:a16="http://schemas.microsoft.com/office/drawing/2014/main" id="{B894277F-EF21-7666-17AB-804ECF6559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78" name="AutoShape 158">
                  <a:extLst>
                    <a:ext uri="{FF2B5EF4-FFF2-40B4-BE49-F238E27FC236}">
                      <a16:creationId xmlns:a16="http://schemas.microsoft.com/office/drawing/2014/main" id="{7EE6E6C1-19E6-17F5-323A-4494D56908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6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5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79" name="AutoShape 159">
                  <a:extLst>
                    <a:ext uri="{FF2B5EF4-FFF2-40B4-BE49-F238E27FC236}">
                      <a16:creationId xmlns:a16="http://schemas.microsoft.com/office/drawing/2014/main" id="{736CA2F7-AC37-776F-455D-D6A589C503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9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5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67" name="Rectangle 160">
                <a:extLst>
                  <a:ext uri="{FF2B5EF4-FFF2-40B4-BE49-F238E27FC236}">
                    <a16:creationId xmlns:a16="http://schemas.microsoft.com/office/drawing/2014/main" id="{69C734F2-D523-B42A-1E68-EB3959EF9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8" name="Freeform 161">
                <a:extLst>
                  <a:ext uri="{FF2B5EF4-FFF2-40B4-BE49-F238E27FC236}">
                    <a16:creationId xmlns:a16="http://schemas.microsoft.com/office/drawing/2014/main" id="{769FE43A-658A-1CD9-8BDE-A1034B5A46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9" name="Freeform 162">
                <a:extLst>
                  <a:ext uri="{FF2B5EF4-FFF2-40B4-BE49-F238E27FC236}">
                    <a16:creationId xmlns:a16="http://schemas.microsoft.com/office/drawing/2014/main" id="{74AE21DA-433A-D07D-B64E-55CD9195B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0" name="Oval 163">
                <a:extLst>
                  <a:ext uri="{FF2B5EF4-FFF2-40B4-BE49-F238E27FC236}">
                    <a16:creationId xmlns:a16="http://schemas.microsoft.com/office/drawing/2014/main" id="{F7986B6F-C870-BB57-48DC-C8BAA50F1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1" name="Freeform 164">
                <a:extLst>
                  <a:ext uri="{FF2B5EF4-FFF2-40B4-BE49-F238E27FC236}">
                    <a16:creationId xmlns:a16="http://schemas.microsoft.com/office/drawing/2014/main" id="{1E8DDBCA-8EB7-65F0-C894-640AE96E8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2" name="AutoShape 165">
                <a:extLst>
                  <a:ext uri="{FF2B5EF4-FFF2-40B4-BE49-F238E27FC236}">
                    <a16:creationId xmlns:a16="http://schemas.microsoft.com/office/drawing/2014/main" id="{4D6DF477-CCDA-5BBF-DD3A-9D2AEF08D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9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3" name="AutoShape 166">
                <a:extLst>
                  <a:ext uri="{FF2B5EF4-FFF2-40B4-BE49-F238E27FC236}">
                    <a16:creationId xmlns:a16="http://schemas.microsoft.com/office/drawing/2014/main" id="{5EA1C3CF-2E09-9E6C-A245-5A775964D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9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4" name="Oval 167">
                <a:extLst>
                  <a:ext uri="{FF2B5EF4-FFF2-40B4-BE49-F238E27FC236}">
                    <a16:creationId xmlns:a16="http://schemas.microsoft.com/office/drawing/2014/main" id="{8D93F20B-55F5-8562-B801-EC168D114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5" name="Oval 168">
                <a:extLst>
                  <a:ext uri="{FF2B5EF4-FFF2-40B4-BE49-F238E27FC236}">
                    <a16:creationId xmlns:a16="http://schemas.microsoft.com/office/drawing/2014/main" id="{9B5D7F1F-7B01-0F85-B945-070097CAF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spcBef>
                    <a:spcPct val="0"/>
                  </a:spcBef>
                  <a:defRPr/>
                </a:pPr>
                <a:endParaRPr lang="en-US" altLang="en-US" sz="1350" dirty="0">
                  <a:solidFill>
                    <a:srgbClr val="FF0000"/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  <p:sp>
            <p:nvSpPr>
              <p:cNvPr id="76" name="Oval 169">
                <a:extLst>
                  <a:ext uri="{FF2B5EF4-FFF2-40B4-BE49-F238E27FC236}">
                    <a16:creationId xmlns:a16="http://schemas.microsoft.com/office/drawing/2014/main" id="{E2C0E3FD-3518-C188-FFB7-7B288FEB9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7" name="Rectangle 170">
                <a:extLst>
                  <a:ext uri="{FF2B5EF4-FFF2-40B4-BE49-F238E27FC236}">
                    <a16:creationId xmlns:a16="http://schemas.microsoft.com/office/drawing/2014/main" id="{02D97196-BF32-F6CA-E473-2B25DE95A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53" name="Text Box 8">
              <a:extLst>
                <a:ext uri="{FF2B5EF4-FFF2-40B4-BE49-F238E27FC236}">
                  <a16:creationId xmlns:a16="http://schemas.microsoft.com/office/drawing/2014/main" id="{90C897A6-1A4A-4E23-C642-35A2162F4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0034" y="2687749"/>
              <a:ext cx="846813" cy="621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ct val="80000"/>
                </a:lnSpc>
                <a:spcBef>
                  <a:spcPct val="0"/>
                </a:spcBef>
                <a:defRPr/>
              </a:pPr>
              <a:r>
                <a:rPr lang="en-US" altLang="en-US" sz="1500" dirty="0">
                  <a:solidFill>
                    <a:prstClr val="black"/>
                  </a:solidFill>
                  <a:latin typeface="Calibri"/>
                </a:rPr>
                <a:t>Web </a:t>
              </a:r>
            </a:p>
            <a:p>
              <a:pPr algn="ctr" defTabSz="685800">
                <a:lnSpc>
                  <a:spcPct val="80000"/>
                </a:lnSpc>
                <a:spcBef>
                  <a:spcPct val="0"/>
                </a:spcBef>
                <a:defRPr/>
              </a:pPr>
              <a:r>
                <a:rPr lang="en-US" altLang="en-US" sz="1500" dirty="0">
                  <a:solidFill>
                    <a:prstClr val="black"/>
                  </a:solidFill>
                  <a:latin typeface="Calibri"/>
                </a:rPr>
                <a:t>cache</a:t>
              </a:r>
              <a:endParaRPr lang="en-US" altLang="en-US" sz="18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86" name="Text Box 21">
            <a:extLst>
              <a:ext uri="{FF2B5EF4-FFF2-40B4-BE49-F238E27FC236}">
                <a16:creationId xmlns:a16="http://schemas.microsoft.com/office/drawing/2014/main" id="{6F5EC006-2DAE-1D1F-A301-5289DA5FD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695" y="5040930"/>
            <a:ext cx="5279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200" dirty="0">
                <a:solidFill>
                  <a:prstClr val="black"/>
                </a:solidFill>
                <a:latin typeface="Calibri"/>
              </a:rPr>
              <a:t>client</a:t>
            </a:r>
            <a:endParaRPr lang="en-US" altLang="en-US" sz="18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87" name="Group 53">
            <a:extLst>
              <a:ext uri="{FF2B5EF4-FFF2-40B4-BE49-F238E27FC236}">
                <a16:creationId xmlns:a16="http://schemas.microsoft.com/office/drawing/2014/main" id="{47682B9F-8B5B-2758-9C63-713EB6D7CE6E}"/>
              </a:ext>
            </a:extLst>
          </p:cNvPr>
          <p:cNvGrpSpPr>
            <a:grpSpLocks/>
          </p:cNvGrpSpPr>
          <p:nvPr/>
        </p:nvGrpSpPr>
        <p:grpSpPr bwMode="auto">
          <a:xfrm>
            <a:off x="5162552" y="4107480"/>
            <a:ext cx="1141810" cy="570310"/>
            <a:chOff x="2922" y="2580"/>
            <a:chExt cx="959" cy="479"/>
          </a:xfrm>
        </p:grpSpPr>
        <p:sp>
          <p:nvSpPr>
            <p:cNvPr id="88" name="Line 19">
              <a:extLst>
                <a:ext uri="{FF2B5EF4-FFF2-40B4-BE49-F238E27FC236}">
                  <a16:creationId xmlns:a16="http://schemas.microsoft.com/office/drawing/2014/main" id="{6A77F66D-E343-783B-88B9-8D27F51EC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Text Box 23">
              <a:extLst>
                <a:ext uri="{FF2B5EF4-FFF2-40B4-BE49-F238E27FC236}">
                  <a16:creationId xmlns:a16="http://schemas.microsoft.com/office/drawing/2014/main" id="{04F478F4-37E7-6987-E7AE-8CFB68B45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907361">
              <a:off x="2922" y="2635"/>
              <a:ext cx="8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1200" dirty="0">
                  <a:solidFill>
                    <a:srgbClr val="CC0000"/>
                  </a:solidFill>
                  <a:latin typeface="Calibri"/>
                </a:rPr>
                <a:t>HTTP request</a:t>
              </a:r>
              <a:endParaRPr lang="en-US" altLang="en-US" sz="1800" dirty="0">
                <a:solidFill>
                  <a:srgbClr val="CC0000"/>
                </a:solidFill>
                <a:latin typeface="Calibri"/>
              </a:endParaRPr>
            </a:p>
          </p:txBody>
        </p:sp>
      </p:grpSp>
      <p:grpSp>
        <p:nvGrpSpPr>
          <p:cNvPr id="90" name="Group 54">
            <a:extLst>
              <a:ext uri="{FF2B5EF4-FFF2-40B4-BE49-F238E27FC236}">
                <a16:creationId xmlns:a16="http://schemas.microsoft.com/office/drawing/2014/main" id="{65B76E5A-8133-30A8-7260-54416DD3B2F6}"/>
              </a:ext>
            </a:extLst>
          </p:cNvPr>
          <p:cNvGrpSpPr>
            <a:grpSpLocks/>
          </p:cNvGrpSpPr>
          <p:nvPr/>
        </p:nvGrpSpPr>
        <p:grpSpPr bwMode="auto">
          <a:xfrm>
            <a:off x="5291135" y="4172964"/>
            <a:ext cx="1140619" cy="589359"/>
            <a:chOff x="3030" y="2635"/>
            <a:chExt cx="958" cy="495"/>
          </a:xfrm>
        </p:grpSpPr>
        <p:sp>
          <p:nvSpPr>
            <p:cNvPr id="91" name="Line 20">
              <a:extLst>
                <a:ext uri="{FF2B5EF4-FFF2-40B4-BE49-F238E27FC236}">
                  <a16:creationId xmlns:a16="http://schemas.microsoft.com/office/drawing/2014/main" id="{950E39A2-C864-923F-829A-E0A01F1A3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Text Box 25">
              <a:extLst>
                <a:ext uri="{FF2B5EF4-FFF2-40B4-BE49-F238E27FC236}">
                  <a16:creationId xmlns:a16="http://schemas.microsoft.com/office/drawing/2014/main" id="{EA5BF266-D3A8-C6D6-1870-2390D1FFC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862217">
              <a:off x="3049" y="2836"/>
              <a:ext cx="9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1200" dirty="0">
                  <a:solidFill>
                    <a:srgbClr val="CC0000"/>
                  </a:solidFill>
                  <a:latin typeface="Calibri"/>
                </a:rPr>
                <a:t>HTTP response</a:t>
              </a:r>
              <a:endParaRPr lang="en-US" altLang="en-US" sz="1800" dirty="0">
                <a:solidFill>
                  <a:srgbClr val="CC0000"/>
                </a:solidFill>
                <a:latin typeface="Calibri"/>
              </a:endParaRPr>
            </a:p>
          </p:txBody>
        </p:sp>
      </p:grpSp>
      <p:grpSp>
        <p:nvGrpSpPr>
          <p:cNvPr id="93" name="Group 49">
            <a:extLst>
              <a:ext uri="{FF2B5EF4-FFF2-40B4-BE49-F238E27FC236}">
                <a16:creationId xmlns:a16="http://schemas.microsoft.com/office/drawing/2014/main" id="{DB5CFD6A-E9A5-D2CE-ECB4-ABF275259F50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378817"/>
            <a:ext cx="2438400" cy="547688"/>
            <a:chOff x="3002" y="1979"/>
            <a:chExt cx="2048" cy="460"/>
          </a:xfrm>
        </p:grpSpPr>
        <p:sp>
          <p:nvSpPr>
            <p:cNvPr id="94" name="Freeform 18">
              <a:extLst>
                <a:ext uri="{FF2B5EF4-FFF2-40B4-BE49-F238E27FC236}">
                  <a16:creationId xmlns:a16="http://schemas.microsoft.com/office/drawing/2014/main" id="{F8ACB370-29CD-F587-DFF1-404A450C6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Text Box 22">
              <a:extLst>
                <a:ext uri="{FF2B5EF4-FFF2-40B4-BE49-F238E27FC236}">
                  <a16:creationId xmlns:a16="http://schemas.microsoft.com/office/drawing/2014/main" id="{3B747BE2-42BD-C678-6B8D-813B08CA5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109" y="1995"/>
              <a:ext cx="8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1200" dirty="0">
                  <a:solidFill>
                    <a:srgbClr val="CC0000"/>
                  </a:solidFill>
                  <a:latin typeface="Calibri"/>
                </a:rPr>
                <a:t>HTTP request</a:t>
              </a:r>
              <a:endParaRPr lang="en-US" altLang="en-US" sz="1800" dirty="0">
                <a:solidFill>
                  <a:srgbClr val="CC0000"/>
                </a:solidFill>
                <a:latin typeface="Calibri"/>
              </a:endParaRPr>
            </a:p>
          </p:txBody>
        </p:sp>
        <p:sp>
          <p:nvSpPr>
            <p:cNvPr id="96" name="Text Box 45">
              <a:extLst>
                <a:ext uri="{FF2B5EF4-FFF2-40B4-BE49-F238E27FC236}">
                  <a16:creationId xmlns:a16="http://schemas.microsoft.com/office/drawing/2014/main" id="{F9BF8740-DB3C-A38D-6E8D-CF93BB3A2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0032">
              <a:off x="4140" y="2005"/>
              <a:ext cx="8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1200" dirty="0">
                  <a:solidFill>
                    <a:srgbClr val="CC0000"/>
                  </a:solidFill>
                  <a:latin typeface="Calibri"/>
                </a:rPr>
                <a:t>HTTP request</a:t>
              </a:r>
              <a:endParaRPr lang="en-US" altLang="en-US" sz="1800" dirty="0">
                <a:solidFill>
                  <a:srgbClr val="CC0000"/>
                </a:solidFill>
                <a:latin typeface="Calibri"/>
              </a:endParaRPr>
            </a:p>
          </p:txBody>
        </p:sp>
      </p:grpSp>
      <p:sp>
        <p:nvSpPr>
          <p:cNvPr id="97" name="Text Box 48">
            <a:extLst>
              <a:ext uri="{FF2B5EF4-FFF2-40B4-BE49-F238E27FC236}">
                <a16:creationId xmlns:a16="http://schemas.microsoft.com/office/drawing/2014/main" id="{508C4182-D389-C06F-A848-29A3A769C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8487" y="3692631"/>
            <a:ext cx="577402" cy="409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1200" dirty="0">
                <a:solidFill>
                  <a:prstClr val="black"/>
                </a:solidFill>
                <a:latin typeface="Calibri"/>
              </a:rPr>
              <a:t>origin </a:t>
            </a:r>
          </a:p>
          <a:p>
            <a:pPr algn="ctr" defTabSz="685800">
              <a:lnSpc>
                <a:spcPct val="80000"/>
              </a:lnSpc>
              <a:spcBef>
                <a:spcPct val="0"/>
              </a:spcBef>
              <a:defRPr/>
            </a:pPr>
            <a:r>
              <a:rPr lang="en-US" altLang="en-US" sz="1200" dirty="0">
                <a:solidFill>
                  <a:prstClr val="black"/>
                </a:solidFill>
                <a:latin typeface="Calibri"/>
              </a:rPr>
              <a:t>server</a:t>
            </a:r>
            <a:endParaRPr lang="en-US" altLang="en-US" sz="18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8" name="Picture 56">
            <a:extLst>
              <a:ext uri="{FF2B5EF4-FFF2-40B4-BE49-F238E27FC236}">
                <a16:creationId xmlns:a16="http://schemas.microsoft.com/office/drawing/2014/main" id="{5D40D490-2CA4-1059-BA33-093635A74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941" y="3009723"/>
            <a:ext cx="395288" cy="325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60">
            <a:extLst>
              <a:ext uri="{FF2B5EF4-FFF2-40B4-BE49-F238E27FC236}">
                <a16:creationId xmlns:a16="http://schemas.microsoft.com/office/drawing/2014/main" id="{1A5A1314-2D6D-20D0-B4CA-ED68643A0C55}"/>
              </a:ext>
            </a:extLst>
          </p:cNvPr>
          <p:cNvGrpSpPr>
            <a:grpSpLocks/>
          </p:cNvGrpSpPr>
          <p:nvPr/>
        </p:nvGrpSpPr>
        <p:grpSpPr bwMode="auto">
          <a:xfrm>
            <a:off x="4677966" y="3039489"/>
            <a:ext cx="3092054" cy="1360884"/>
            <a:chOff x="2515" y="1687"/>
            <a:chExt cx="2597" cy="1143"/>
          </a:xfrm>
        </p:grpSpPr>
        <p:sp>
          <p:nvSpPr>
            <p:cNvPr id="100" name="Freeform 44">
              <a:extLst>
                <a:ext uri="{FF2B5EF4-FFF2-40B4-BE49-F238E27FC236}">
                  <a16:creationId xmlns:a16="http://schemas.microsoft.com/office/drawing/2014/main" id="{02DF782A-3C95-FCE1-A520-AF43674C9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Text Box 24">
              <a:extLst>
                <a:ext uri="{FF2B5EF4-FFF2-40B4-BE49-F238E27FC236}">
                  <a16:creationId xmlns:a16="http://schemas.microsoft.com/office/drawing/2014/main" id="{CD2F1386-4E66-1098-75F2-E5FE2FEC3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2943" y="2233"/>
              <a:ext cx="9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1200" dirty="0">
                  <a:solidFill>
                    <a:srgbClr val="CC0000"/>
                  </a:solidFill>
                  <a:latin typeface="Calibri"/>
                </a:rPr>
                <a:t>HTTP response</a:t>
              </a:r>
              <a:endParaRPr lang="en-US" altLang="en-US" sz="1800" dirty="0">
                <a:solidFill>
                  <a:srgbClr val="CC0000"/>
                </a:solidFill>
                <a:latin typeface="Calibri"/>
              </a:endParaRPr>
            </a:p>
          </p:txBody>
        </p:sp>
        <p:sp>
          <p:nvSpPr>
            <p:cNvPr id="102" name="Text Box 46">
              <a:extLst>
                <a:ext uri="{FF2B5EF4-FFF2-40B4-BE49-F238E27FC236}">
                  <a16:creationId xmlns:a16="http://schemas.microsoft.com/office/drawing/2014/main" id="{E319A05F-CE1B-32C7-7463-C762B85E0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4211">
              <a:off x="4173" y="2221"/>
              <a:ext cx="9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1200" dirty="0">
                  <a:solidFill>
                    <a:srgbClr val="CC0000"/>
                  </a:solidFill>
                  <a:latin typeface="Calibri"/>
                </a:rPr>
                <a:t>HTTP response</a:t>
              </a:r>
              <a:endParaRPr lang="en-US" altLang="en-US" sz="1800" dirty="0">
                <a:solidFill>
                  <a:srgbClr val="CC0000"/>
                </a:solidFill>
                <a:latin typeface="Calibri"/>
              </a:endParaRPr>
            </a:p>
          </p:txBody>
        </p:sp>
        <p:pic>
          <p:nvPicPr>
            <p:cNvPr id="103" name="Picture 57">
              <a:extLst>
                <a:ext uri="{FF2B5EF4-FFF2-40B4-BE49-F238E27FC236}">
                  <a16:creationId xmlns:a16="http://schemas.microsoft.com/office/drawing/2014/main" id="{5F9688CB-9C8F-489C-685E-F30D059B8D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59">
              <a:extLst>
                <a:ext uri="{FF2B5EF4-FFF2-40B4-BE49-F238E27FC236}">
                  <a16:creationId xmlns:a16="http://schemas.microsoft.com/office/drawing/2014/main" id="{4ACED91C-5CA2-45B5-8406-61F2E50650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5" name="Picture 61">
            <a:extLst>
              <a:ext uri="{FF2B5EF4-FFF2-40B4-BE49-F238E27FC236}">
                <a16:creationId xmlns:a16="http://schemas.microsoft.com/office/drawing/2014/main" id="{901BF6EB-63B4-E8C8-5198-B19777208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685" y="4495623"/>
            <a:ext cx="395288" cy="325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190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Web Caches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Web caches (aka proxy servers)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AB1892A-3D99-D07F-87FB-6457E6952A0D}"/>
              </a:ext>
            </a:extLst>
          </p:cNvPr>
          <p:cNvSpPr txBox="1">
            <a:spLocks noChangeArrowheads="1"/>
          </p:cNvSpPr>
          <p:nvPr/>
        </p:nvSpPr>
        <p:spPr>
          <a:xfrm>
            <a:off x="628648" y="2232461"/>
            <a:ext cx="8230872" cy="384388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5991" indent="-208360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Web cache acts as both client and server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server for original requesting client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client to origin server</a:t>
            </a:r>
          </a:p>
          <a:p>
            <a:pPr marL="305991" indent="-208360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Browser caching - Conditional GET: </a:t>
            </a:r>
            <a:r>
              <a:rPr lang="en-US" altLang="en-US" sz="2100" b="1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keep info up-to-date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client: specify date of browser-cached copy in HTTP request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server: response contains no object if browser-cached copy is up-to-date</a:t>
            </a:r>
          </a:p>
          <a:p>
            <a:pPr marL="305991" indent="-208360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Benefits: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reduce response time for client request 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reduce traffic on an institution’s access link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enables “poor” content providers to more effectively deliver content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8163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83591-8817-3D4E-B1D7-7CB76859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1" y="3556000"/>
            <a:ext cx="941387" cy="773009"/>
          </a:xfrm>
          <a:prstGeom prst="rect">
            <a:avLst/>
          </a:prstGeom>
        </p:spPr>
      </p:pic>
      <p:pic>
        <p:nvPicPr>
          <p:cNvPr id="1026" name="Picture 2" descr="Image result for hot icon">
            <a:extLst>
              <a:ext uri="{FF2B5EF4-FFF2-40B4-BE49-F238E27FC236}">
                <a16:creationId xmlns:a16="http://schemas.microsoft.com/office/drawing/2014/main" id="{A7EAAD91-B13A-FE4B-8E84-68108CE64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495" y="3556000"/>
            <a:ext cx="541337" cy="54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1142159"/>
            <a:ext cx="7886700" cy="670967"/>
          </a:xfrm>
        </p:spPr>
        <p:txBody>
          <a:bodyPr>
            <a:normAutofit/>
          </a:bodyPr>
          <a:lstStyle/>
          <a:p>
            <a:r>
              <a:rPr lang="en-US" sz="3600" dirty="0">
                <a:ea typeface="ＭＳ Ｐゴシック" panose="020B0600070205080204" pitchFamily="34" charset="-128"/>
              </a:rPr>
              <a:t>Caching example</a:t>
            </a:r>
            <a:endParaRPr lang="en-US" sz="36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2591" y="2723162"/>
            <a:ext cx="214313" cy="857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207" y="2283823"/>
            <a:ext cx="7521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origin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9811" y="2437413"/>
            <a:ext cx="50006" cy="207169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41298" y="2465988"/>
            <a:ext cx="7144" cy="17859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84197" y="2587431"/>
            <a:ext cx="100013" cy="157163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05641" y="3158931"/>
            <a:ext cx="185738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6118551" y="2440548"/>
            <a:ext cx="1631156" cy="1185863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509" y="2681491"/>
            <a:ext cx="748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public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 Internet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5822085" y="4244781"/>
            <a:ext cx="2224088" cy="1042988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8316" y="4442425"/>
            <a:ext cx="641747" cy="323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0507" y="4478144"/>
            <a:ext cx="422672" cy="2952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129" y="4482906"/>
            <a:ext cx="111919" cy="28694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5573" y="3516118"/>
            <a:ext cx="0" cy="796529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621" y="4125719"/>
            <a:ext cx="9509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institutional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network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023" y="4411469"/>
            <a:ext cx="10214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1 Gbps LAN</a:t>
            </a:r>
            <a:endParaRPr lang="en-US" altLang="en-US" sz="1800" kern="0" dirty="0">
              <a:solidFill>
                <a:srgbClr val="3333CC"/>
              </a:solidFill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63" y="3657804"/>
            <a:ext cx="9444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1.54 Mbps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access link</a:t>
            </a:r>
            <a:endParaRPr lang="en-US" altLang="en-US" sz="1800" kern="0" dirty="0">
              <a:solidFill>
                <a:srgbClr val="3333CC"/>
              </a:solidFill>
            </a:endParaRPr>
          </a:p>
        </p:txBody>
      </p:sp>
      <p:sp>
        <p:nvSpPr>
          <p:cNvPr id="290" name="Oval 137">
            <a:extLst>
              <a:ext uri="{FF2B5EF4-FFF2-40B4-BE49-F238E27FC236}">
                <a16:creationId xmlns:a16="http://schemas.microsoft.com/office/drawing/2014/main" id="{A9F8C12A-15DE-3145-8755-75410365A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788" y="4135006"/>
            <a:ext cx="705735" cy="382481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altLang="en-US" sz="1500" kern="0" dirty="0">
              <a:solidFill>
                <a:srgbClr val="000000"/>
              </a:solidFill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5801844" y="2383834"/>
            <a:ext cx="283369" cy="432197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5913763" y="4718650"/>
            <a:ext cx="394097" cy="417910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6487644" y="2025457"/>
            <a:ext cx="283369" cy="432197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7052001" y="2049269"/>
            <a:ext cx="283369" cy="432197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7509201" y="2163569"/>
            <a:ext cx="283369" cy="432197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7755660" y="2873182"/>
            <a:ext cx="283369" cy="432197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6297145" y="4735319"/>
            <a:ext cx="394097" cy="417910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6690051" y="4726985"/>
            <a:ext cx="394097" cy="417909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6725682" y="4185163"/>
            <a:ext cx="666817" cy="349868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6741685" y="3178999"/>
            <a:ext cx="666817" cy="349868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3905251"/>
            <a:ext cx="4802950" cy="172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45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45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defTabSz="685800" eaLnBrk="0" fontAlgn="base" hangingPunct="0">
              <a:lnSpc>
                <a:spcPct val="85000"/>
              </a:lnSpc>
              <a:spcAft>
                <a:spcPct val="0"/>
              </a:spcAft>
              <a:buClr>
                <a:srgbClr val="000099"/>
              </a:buClr>
              <a:buSzPct val="100000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defTabSz="685800" eaLnBrk="0" fontAlgn="base" hangingPunct="0">
              <a:lnSpc>
                <a:spcPct val="85000"/>
              </a:lnSpc>
              <a:spcBef>
                <a:spcPts val="450"/>
              </a:spcBef>
              <a:spcAft>
                <a:spcPct val="0"/>
              </a:spcAft>
              <a:buClr>
                <a:srgbClr val="000099"/>
              </a:buClr>
              <a:buSzPct val="100000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usecs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43" y="1878981"/>
            <a:ext cx="4592968" cy="188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21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600075" lvl="1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sp>
        <p:nvSpPr>
          <p:cNvPr id="214" name="Oval 137">
            <a:extLst>
              <a:ext uri="{FF2B5EF4-FFF2-40B4-BE49-F238E27FC236}">
                <a16:creationId xmlns:a16="http://schemas.microsoft.com/office/drawing/2014/main" id="{23716FFF-6EE9-1D40-8627-3412B2DC1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7187" y="5214505"/>
            <a:ext cx="839513" cy="443345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altLang="en-US" sz="1500" kern="0" dirty="0">
              <a:solidFill>
                <a:srgbClr val="000000"/>
              </a:solidFill>
            </a:endParaRPr>
          </a:p>
        </p:txBody>
      </p:sp>
      <p:sp>
        <p:nvSpPr>
          <p:cNvPr id="291" name="Text Box 138">
            <a:extLst>
              <a:ext uri="{FF2B5EF4-FFF2-40B4-BE49-F238E27FC236}">
                <a16:creationId xmlns:a16="http://schemas.microsoft.com/office/drawing/2014/main" id="{99974D39-E173-B849-B8ED-599FAF90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524" y="4097900"/>
            <a:ext cx="1800717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7144" indent="0" defTabSz="6858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500" i="1" kern="0" dirty="0">
                <a:solidFill>
                  <a:srgbClr val="CC0000"/>
                </a:solidFill>
                <a:latin typeface="Calibri"/>
              </a:rPr>
              <a:t>problem: </a:t>
            </a:r>
            <a:r>
              <a:rPr lang="en-US" altLang="en-US" sz="1500" kern="0" dirty="0">
                <a:solidFill>
                  <a:srgbClr val="CC0000"/>
                </a:solidFill>
                <a:latin typeface="Calibri"/>
              </a:rPr>
              <a:t>large queueing delays at high utilization!</a:t>
            </a:r>
          </a:p>
        </p:txBody>
      </p:sp>
    </p:spTree>
    <p:extLst>
      <p:ext uri="{BB962C8B-B14F-4D97-AF65-F5344CB8AC3E}">
        <p14:creationId xmlns:p14="http://schemas.microsoft.com/office/powerpoint/2010/main" val="316156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animBg="1"/>
      <p:bldP spid="214" grpId="0" animBg="1"/>
      <p:bldP spid="29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4">
            <a:extLst>
              <a:ext uri="{FF2B5EF4-FFF2-40B4-BE49-F238E27FC236}">
                <a16:creationId xmlns:a16="http://schemas.microsoft.com/office/drawing/2014/main" id="{98A75405-209A-CD48-8E25-225D64187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3905251"/>
            <a:ext cx="4802950" cy="172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45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45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defTabSz="685800" eaLnBrk="0" fontAlgn="base" hangingPunct="0">
              <a:lnSpc>
                <a:spcPct val="85000"/>
              </a:lnSpc>
              <a:spcAft>
                <a:spcPct val="0"/>
              </a:spcAft>
              <a:buClr>
                <a:srgbClr val="000099"/>
              </a:buClr>
              <a:buSzPct val="100000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defTabSz="685800" eaLnBrk="0" fontAlgn="base" hangingPunct="0">
              <a:lnSpc>
                <a:spcPct val="85000"/>
              </a:lnSpc>
              <a:spcBef>
                <a:spcPts val="450"/>
              </a:spcBef>
              <a:spcAft>
                <a:spcPct val="0"/>
              </a:spcAft>
              <a:buClr>
                <a:srgbClr val="000099"/>
              </a:buClr>
              <a:buSzPct val="100000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usecs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1142159"/>
            <a:ext cx="7886700" cy="670967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Option 1: buy a faster access link</a:t>
            </a:r>
            <a:endParaRPr lang="en-US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2591" y="2723162"/>
            <a:ext cx="214313" cy="857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207" y="2283823"/>
            <a:ext cx="7521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origin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9811" y="2437413"/>
            <a:ext cx="50006" cy="207169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41298" y="2465988"/>
            <a:ext cx="7144" cy="17859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84197" y="2587431"/>
            <a:ext cx="100013" cy="157163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05641" y="3158931"/>
            <a:ext cx="185738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6118551" y="2440548"/>
            <a:ext cx="1631156" cy="1185863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509" y="2681491"/>
            <a:ext cx="748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public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 Internet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5822085" y="4244781"/>
            <a:ext cx="2224088" cy="1042988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8316" y="4442425"/>
            <a:ext cx="641747" cy="323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0507" y="4478144"/>
            <a:ext cx="422672" cy="2952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129" y="4482906"/>
            <a:ext cx="111919" cy="28694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5573" y="3516118"/>
            <a:ext cx="0" cy="796529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621" y="4125719"/>
            <a:ext cx="9509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institutional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network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023" y="4411469"/>
            <a:ext cx="10214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1 Gbps LAN</a:t>
            </a:r>
            <a:endParaRPr lang="en-US" altLang="en-US" sz="1800" kern="0" dirty="0">
              <a:solidFill>
                <a:srgbClr val="3333CC"/>
              </a:solidFill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63" y="3657804"/>
            <a:ext cx="9444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1.54 Mbps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access link</a:t>
            </a:r>
            <a:endParaRPr lang="en-US" altLang="en-US" sz="1800" kern="0" dirty="0">
              <a:solidFill>
                <a:srgbClr val="3333CC"/>
              </a:solidFill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5801844" y="2383834"/>
            <a:ext cx="283369" cy="432197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5913763" y="4718650"/>
            <a:ext cx="394097" cy="417910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6487644" y="2025457"/>
            <a:ext cx="283369" cy="432197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7052001" y="2049269"/>
            <a:ext cx="283369" cy="432197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7509201" y="2163569"/>
            <a:ext cx="283369" cy="432197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7755660" y="2873182"/>
            <a:ext cx="283369" cy="432197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6297145" y="4735319"/>
            <a:ext cx="394097" cy="417910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6690051" y="4726985"/>
            <a:ext cx="394097" cy="417909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6725682" y="4185163"/>
            <a:ext cx="666817" cy="349868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6741685" y="3178999"/>
            <a:ext cx="666817" cy="349868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43" y="1878981"/>
            <a:ext cx="4592968" cy="188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21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600075" lvl="1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3AF6D-4CBE-BE4A-AF26-B6F34DC9EF33}"/>
              </a:ext>
            </a:extLst>
          </p:cNvPr>
          <p:cNvGrpSpPr/>
          <p:nvPr/>
        </p:nvGrpSpPr>
        <p:grpSpPr>
          <a:xfrm>
            <a:off x="2451904" y="1885106"/>
            <a:ext cx="5980830" cy="1982247"/>
            <a:chOff x="3269205" y="1370475"/>
            <a:chExt cx="7974440" cy="2642996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9AFA7B76-427C-134D-90BC-D4693AEF2136}"/>
                </a:ext>
              </a:extLst>
            </p:cNvPr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215" name="Text Box 52">
                <a:extLst>
                  <a:ext uri="{FF2B5EF4-FFF2-40B4-BE49-F238E27FC236}">
                    <a16:creationId xmlns:a16="http://schemas.microsoft.com/office/drawing/2014/main" id="{D9BA6C4C-0CF0-8742-ACB2-584114381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9268" y="3827302"/>
                <a:ext cx="1585487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257175" indent="-257175" defTabSz="685800">
                  <a:defRPr/>
                </a:pPr>
                <a:r>
                  <a:rPr lang="en-US" altLang="en-US" sz="1800" dirty="0">
                    <a:solidFill>
                      <a:prstClr val="black"/>
                    </a:solidFill>
                    <a:latin typeface="Calibri"/>
                  </a:rPr>
                  <a:t>154 Mbps</a:t>
                </a: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1FA396C6-E0DB-E54B-9564-C46EF025F0E3}"/>
                  </a:ext>
                </a:extLst>
              </p:cNvPr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17" name="Line 51">
                <a:extLst>
                  <a:ext uri="{FF2B5EF4-FFF2-40B4-BE49-F238E27FC236}">
                    <a16:creationId xmlns:a16="http://schemas.microsoft.com/office/drawing/2014/main" id="{5DC119B0-D3C1-9741-8399-6E949D961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28478" y="4140660"/>
                <a:ext cx="680225" cy="42304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43EB18F1-EB9B-AB4E-9315-D47FB051A2D9}"/>
                </a:ext>
              </a:extLst>
            </p:cNvPr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219" name="Text Box 52">
                <a:extLst>
                  <a:ext uri="{FF2B5EF4-FFF2-40B4-BE49-F238E27FC236}">
                    <a16:creationId xmlns:a16="http://schemas.microsoft.com/office/drawing/2014/main" id="{414BD24A-A827-744B-8CF6-F9EAA2D920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7769" y="3567941"/>
                <a:ext cx="158548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257175" indent="-257175" defTabSz="685800">
                  <a:defRPr/>
                </a:pPr>
                <a:r>
                  <a:rPr lang="en-US" altLang="en-US" sz="12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154 Mbps</a:t>
                </a: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3E3E743-58A9-D543-ABF2-E8D950F0D5C4}"/>
                  </a:ext>
                </a:extLst>
              </p:cNvPr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21" name="Line 51">
                <a:extLst>
                  <a:ext uri="{FF2B5EF4-FFF2-40B4-BE49-F238E27FC236}">
                    <a16:creationId xmlns:a16="http://schemas.microsoft.com/office/drawing/2014/main" id="{C012F3C8-BFC0-0C46-8D2D-992B1C38C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59229" y="3805441"/>
                <a:ext cx="554004" cy="23711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73CBB2E-654A-474B-8238-296B81F89068}"/>
              </a:ext>
            </a:extLst>
          </p:cNvPr>
          <p:cNvGrpSpPr/>
          <p:nvPr/>
        </p:nvGrpSpPr>
        <p:grpSpPr>
          <a:xfrm>
            <a:off x="3050546" y="4147768"/>
            <a:ext cx="1937275" cy="369332"/>
            <a:chOff x="4114801" y="3880785"/>
            <a:chExt cx="2583033" cy="492442"/>
          </a:xfrm>
        </p:grpSpPr>
        <p:sp>
          <p:nvSpPr>
            <p:cNvPr id="223" name="Text Box 52">
              <a:extLst>
                <a:ext uri="{FF2B5EF4-FFF2-40B4-BE49-F238E27FC236}">
                  <a16:creationId xmlns:a16="http://schemas.microsoft.com/office/drawing/2014/main" id="{FA193B58-E942-8A47-9F5D-3A2B58608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348" y="3880785"/>
              <a:ext cx="1585486" cy="492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800" dirty="0">
                  <a:solidFill>
                    <a:prstClr val="black"/>
                  </a:solidFill>
                  <a:latin typeface="Calibri"/>
                </a:rPr>
                <a:t>.0097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4682AEF-F684-9F45-A3DA-FEDE9ED18429}"/>
                </a:ext>
              </a:extLst>
            </p:cNvPr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5" name="Line 51">
              <a:extLst>
                <a:ext uri="{FF2B5EF4-FFF2-40B4-BE49-F238E27FC236}">
                  <a16:creationId xmlns:a16="http://schemas.microsoft.com/office/drawing/2014/main" id="{8F3A165F-08A0-9D4B-B82D-B603502A1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070" y="4117024"/>
              <a:ext cx="936703" cy="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598125F6-3C0E-B64C-9CC2-9EFB4DA6980E}"/>
              </a:ext>
            </a:extLst>
          </p:cNvPr>
          <p:cNvGrpSpPr/>
          <p:nvPr/>
        </p:nvGrpSpPr>
        <p:grpSpPr>
          <a:xfrm>
            <a:off x="3263901" y="5302759"/>
            <a:ext cx="2326415" cy="546812"/>
            <a:chOff x="3557204" y="3415545"/>
            <a:chExt cx="3101886" cy="729083"/>
          </a:xfrm>
        </p:grpSpPr>
        <p:sp>
          <p:nvSpPr>
            <p:cNvPr id="227" name="Text Box 52">
              <a:extLst>
                <a:ext uri="{FF2B5EF4-FFF2-40B4-BE49-F238E27FC236}">
                  <a16:creationId xmlns:a16="http://schemas.microsoft.com/office/drawing/2014/main" id="{5B815C0E-E9AF-964A-AB0C-F8220D77B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5973" y="3652185"/>
              <a:ext cx="1103117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800" dirty="0">
                  <a:solidFill>
                    <a:prstClr val="black"/>
                  </a:solidFill>
                  <a:latin typeface="Calibri"/>
                </a:rPr>
                <a:t>msecs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4EE7EB05-EB77-DA46-8D82-2C1B89B59FCD}"/>
                </a:ext>
              </a:extLst>
            </p:cNvPr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9" name="Line 51">
              <a:extLst>
                <a:ext uri="{FF2B5EF4-FFF2-40B4-BE49-F238E27FC236}">
                  <a16:creationId xmlns:a16="http://schemas.microsoft.com/office/drawing/2014/main" id="{45B58613-BF72-9847-A603-92F5F10A9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316" y="3504654"/>
              <a:ext cx="1983056" cy="4616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0" name="Text Box 83">
            <a:extLst>
              <a:ext uri="{FF2B5EF4-FFF2-40B4-BE49-F238E27FC236}">
                <a16:creationId xmlns:a16="http://schemas.microsoft.com/office/drawing/2014/main" id="{3A71517F-2630-E14F-B4A5-B7AD1A33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044" y="5516442"/>
            <a:ext cx="34754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800" i="1" dirty="0">
                <a:solidFill>
                  <a:srgbClr val="CC0000"/>
                </a:solidFill>
                <a:latin typeface="Calibri"/>
              </a:rPr>
              <a:t>Cost: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 faster access link (expensive!)</a:t>
            </a:r>
          </a:p>
        </p:txBody>
      </p:sp>
    </p:spTree>
    <p:extLst>
      <p:ext uri="{BB962C8B-B14F-4D97-AF65-F5344CB8AC3E}">
        <p14:creationId xmlns:p14="http://schemas.microsoft.com/office/powerpoint/2010/main" val="384993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2" y="4397218"/>
            <a:ext cx="4770965" cy="1726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end-end delay  =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1142159"/>
            <a:ext cx="7886700" cy="670967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Option 2: install a web cache</a:t>
            </a:r>
            <a:endParaRPr lang="en-US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2591" y="2723162"/>
            <a:ext cx="214313" cy="857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207" y="2283823"/>
            <a:ext cx="7521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origin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9811" y="2437413"/>
            <a:ext cx="50006" cy="207169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41298" y="2465988"/>
            <a:ext cx="7144" cy="17859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84197" y="2587431"/>
            <a:ext cx="100013" cy="157163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05641" y="3158931"/>
            <a:ext cx="185738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6118551" y="2440548"/>
            <a:ext cx="1631156" cy="1185863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509" y="2681491"/>
            <a:ext cx="748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public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 Internet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5822254" y="4242910"/>
            <a:ext cx="2224088" cy="1042988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8316" y="4442425"/>
            <a:ext cx="641747" cy="323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0507" y="4478144"/>
            <a:ext cx="422672" cy="2952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129" y="4482906"/>
            <a:ext cx="111919" cy="28694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5573" y="3516118"/>
            <a:ext cx="0" cy="796529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621" y="4125719"/>
            <a:ext cx="9509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institutional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network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023" y="4411469"/>
            <a:ext cx="10214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1 Gbps LAN</a:t>
            </a:r>
            <a:endParaRPr lang="en-US" altLang="en-US" sz="1800" kern="0" dirty="0">
              <a:solidFill>
                <a:srgbClr val="3333CC"/>
              </a:solidFill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63" y="3657804"/>
            <a:ext cx="9444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1.54 Mbps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access link</a:t>
            </a:r>
            <a:endParaRPr lang="en-US" altLang="en-US" sz="1800" kern="0" dirty="0">
              <a:solidFill>
                <a:srgbClr val="3333CC"/>
              </a:solidFill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5801844" y="2383834"/>
            <a:ext cx="283369" cy="432197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5913763" y="4718650"/>
            <a:ext cx="394097" cy="417910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6487644" y="2025457"/>
            <a:ext cx="283369" cy="432197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7052001" y="2049269"/>
            <a:ext cx="283369" cy="432197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7509201" y="2163569"/>
            <a:ext cx="283369" cy="432197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7755660" y="2873182"/>
            <a:ext cx="283369" cy="432197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6297145" y="4735319"/>
            <a:ext cx="394097" cy="417910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6690051" y="4726985"/>
            <a:ext cx="394097" cy="417909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6741685" y="3178999"/>
            <a:ext cx="666817" cy="349868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43" y="1878981"/>
            <a:ext cx="4592968" cy="188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21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600075" lvl="1" indent="-257175" defTabSz="685800" eaLnBrk="0" fontAlgn="base" hangingPunct="0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6725682" y="4185163"/>
            <a:ext cx="666817" cy="349868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7004971" y="4463065"/>
            <a:ext cx="608409" cy="775097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350" kern="0" dirty="0">
                    <a:solidFill>
                      <a:srgbClr val="FF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81" name="Text Box 76">
            <a:extLst>
              <a:ext uri="{FF2B5EF4-FFF2-40B4-BE49-F238E27FC236}">
                <a16:creationId xmlns:a16="http://schemas.microsoft.com/office/drawing/2014/main" id="{3175A1F8-F48E-9749-AA0C-8A115012D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8259" y="4742821"/>
            <a:ext cx="2162388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algn="ctr" defTabSz="685800">
              <a:lnSpc>
                <a:spcPct val="80000"/>
              </a:lnSpc>
              <a:spcBef>
                <a:spcPct val="0"/>
              </a:spcBef>
              <a:defRPr/>
            </a:pPr>
            <a:r>
              <a:rPr lang="en-US" altLang="en-US" sz="1800" i="1" dirty="0">
                <a:solidFill>
                  <a:srgbClr val="CC0000"/>
                </a:solidFill>
                <a:latin typeface="Calibri"/>
              </a:rPr>
              <a:t>How to compute link </a:t>
            </a:r>
          </a:p>
          <a:p>
            <a:pPr marL="257175" indent="-257175" algn="ctr" defTabSz="685800">
              <a:lnSpc>
                <a:spcPct val="80000"/>
              </a:lnSpc>
              <a:spcBef>
                <a:spcPct val="0"/>
              </a:spcBef>
              <a:defRPr/>
            </a:pPr>
            <a:r>
              <a:rPr lang="en-US" altLang="en-US" sz="1800" i="1" dirty="0">
                <a:solidFill>
                  <a:srgbClr val="CC0000"/>
                </a:solidFill>
                <a:latin typeface="Calibri"/>
              </a:rPr>
              <a:t>utilization, delay?</a:t>
            </a:r>
          </a:p>
        </p:txBody>
      </p:sp>
      <p:sp>
        <p:nvSpPr>
          <p:cNvPr id="282" name="Text Box 83">
            <a:extLst>
              <a:ext uri="{FF2B5EF4-FFF2-40B4-BE49-F238E27FC236}">
                <a16:creationId xmlns:a16="http://schemas.microsoft.com/office/drawing/2014/main" id="{445BA7C8-9DBB-B245-98C3-EA83E67E0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43" y="3897029"/>
            <a:ext cx="25345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800" i="1" dirty="0">
                <a:solidFill>
                  <a:srgbClr val="CC0000"/>
                </a:solidFill>
                <a:latin typeface="Calibri"/>
              </a:rPr>
              <a:t>Cost: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 web cache (cheap!)</a:t>
            </a:r>
          </a:p>
        </p:txBody>
      </p: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157" y="5202139"/>
            <a:ext cx="12747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00000"/>
                </a:solidFill>
              </a:rPr>
              <a:t>local web cache</a:t>
            </a:r>
            <a:endParaRPr lang="en-US" altLang="en-US" sz="1800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1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" grpId="0"/>
      <p:bldP spid="282" grpId="0"/>
      <p:bldP spid="2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11421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Calculating access link utilization, end-end delay with cache:</a:t>
            </a:r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2591" y="2723162"/>
            <a:ext cx="214313" cy="857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207" y="2283823"/>
            <a:ext cx="7521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origin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9811" y="2437413"/>
            <a:ext cx="50006" cy="207169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41298" y="2465988"/>
            <a:ext cx="7144" cy="17859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84197" y="2587431"/>
            <a:ext cx="100013" cy="157163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05641" y="3158931"/>
            <a:ext cx="185738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6118551" y="2440548"/>
            <a:ext cx="1631156" cy="1185863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509" y="2681491"/>
            <a:ext cx="748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public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 Internet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5811369" y="4210253"/>
            <a:ext cx="2224088" cy="1042988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8316" y="4442425"/>
            <a:ext cx="641747" cy="323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0507" y="4478144"/>
            <a:ext cx="422672" cy="2952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129" y="4482906"/>
            <a:ext cx="111919" cy="28694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5573" y="3516118"/>
            <a:ext cx="0" cy="796529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621" y="4125719"/>
            <a:ext cx="9509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institutional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C0000"/>
                </a:solidFill>
              </a:rPr>
              <a:t>network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023" y="4411469"/>
            <a:ext cx="10214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1 Gbps LAN</a:t>
            </a:r>
            <a:endParaRPr lang="en-US" altLang="en-US" sz="1800" kern="0" dirty="0">
              <a:solidFill>
                <a:srgbClr val="3333CC"/>
              </a:solidFill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63" y="3657804"/>
            <a:ext cx="9444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1.54 Mbps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access link</a:t>
            </a:r>
            <a:endParaRPr lang="en-US" altLang="en-US" sz="1800" kern="0" dirty="0">
              <a:solidFill>
                <a:srgbClr val="3333CC"/>
              </a:solidFill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5801844" y="2383834"/>
            <a:ext cx="283369" cy="432197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5913763" y="4718650"/>
            <a:ext cx="394097" cy="417910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6487644" y="2025457"/>
            <a:ext cx="283369" cy="432197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7052001" y="2049269"/>
            <a:ext cx="283369" cy="432197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7509201" y="2163569"/>
            <a:ext cx="283369" cy="432197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7755660" y="2873182"/>
            <a:ext cx="283369" cy="432197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6297145" y="4735319"/>
            <a:ext cx="394097" cy="417910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6690051" y="4726985"/>
            <a:ext cx="394097" cy="417909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6741685" y="3178999"/>
            <a:ext cx="666817" cy="349868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6725682" y="4185163"/>
            <a:ext cx="666817" cy="349868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7004971" y="4463065"/>
            <a:ext cx="608409" cy="775097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350" kern="0" dirty="0">
                    <a:solidFill>
                      <a:srgbClr val="FF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157" y="5202139"/>
            <a:ext cx="12747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00000"/>
                </a:solidFill>
              </a:rPr>
              <a:t>local web cache</a:t>
            </a:r>
            <a:endParaRPr lang="en-US" altLang="en-US" sz="1800" kern="0" dirty="0">
              <a:solidFill>
                <a:srgbClr val="C00000"/>
              </a:solidFill>
            </a:endParaRPr>
          </a:p>
        </p:txBody>
      </p:sp>
      <p:sp>
        <p:nvSpPr>
          <p:cNvPr id="252" name="Rectangle 4">
            <a:extLst>
              <a:ext uri="{FF2B5EF4-FFF2-40B4-BE49-F238E27FC236}">
                <a16:creationId xmlns:a16="http://schemas.microsoft.com/office/drawing/2014/main" id="{5292EFEC-88AD-0B46-B2E3-643489D30B9D}"/>
              </a:ext>
            </a:extLst>
          </p:cNvPr>
          <p:cNvSpPr txBox="1">
            <a:spLocks noChangeArrowheads="1"/>
          </p:cNvSpPr>
          <p:nvPr/>
        </p:nvSpPr>
        <p:spPr>
          <a:xfrm>
            <a:off x="666752" y="1911353"/>
            <a:ext cx="4624628" cy="1308096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906" indent="0" defTabSz="685800">
              <a:lnSpc>
                <a:spcPct val="110000"/>
              </a:lnSpc>
              <a:spcBef>
                <a:spcPts val="300"/>
              </a:spcBef>
              <a:buNone/>
              <a:tabLst>
                <a:tab pos="40481" algn="l"/>
                <a:tab pos="432197" algn="l"/>
              </a:tabLst>
              <a:defRPr/>
            </a:pPr>
            <a:r>
              <a:rPr lang="en-US" altLang="en-US" sz="225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suppose cache hit rate is 0.4:  </a:t>
            </a:r>
          </a:p>
          <a:p>
            <a:pPr marL="264319" indent="-173831" defTabSz="685800">
              <a:lnSpc>
                <a:spcPct val="110000"/>
              </a:lnSpc>
              <a:spcBef>
                <a:spcPts val="300"/>
              </a:spcBef>
              <a:tabLst>
                <a:tab pos="40481" algn="l"/>
                <a:tab pos="432197" algn="l"/>
              </a:tabLst>
              <a:defRPr/>
            </a:pPr>
            <a:r>
              <a:rPr lang="en-US" altLang="en-US" sz="195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40% requests served by cache, with low (msec) delay </a:t>
            </a:r>
          </a:p>
          <a:p>
            <a:pPr marL="171450" indent="-171450" defTabSz="685800">
              <a:lnSpc>
                <a:spcPct val="80000"/>
              </a:lnSpc>
              <a:spcBef>
                <a:spcPts val="750"/>
              </a:spcBef>
              <a:buNone/>
              <a:tabLst>
                <a:tab pos="432197" algn="l"/>
              </a:tabLst>
              <a:defRPr/>
            </a:pPr>
            <a:r>
              <a:rPr lang="en-US" altLang="en-US" sz="195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  </a:t>
            </a:r>
          </a:p>
        </p:txBody>
      </p:sp>
      <p:sp>
        <p:nvSpPr>
          <p:cNvPr id="253" name="Rectangle 4">
            <a:extLst>
              <a:ext uri="{FF2B5EF4-FFF2-40B4-BE49-F238E27FC236}">
                <a16:creationId xmlns:a16="http://schemas.microsoft.com/office/drawing/2014/main" id="{0C139AEE-1F5A-A64B-9C16-223417C8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663" y="2871280"/>
            <a:ext cx="4887321" cy="1177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3831" indent="-173831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432197" algn="l"/>
              </a:tabLst>
              <a:defRPr/>
            </a:pPr>
            <a:r>
              <a:rPr lang="en-US" altLang="en-US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60% requests satisfied at origin </a:t>
            </a:r>
          </a:p>
          <a:p>
            <a:pPr marL="304800" lvl="1" indent="-127397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>
                <a:tab pos="342900" algn="l"/>
              </a:tabLst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 rate to browsers over access link </a:t>
            </a:r>
          </a:p>
          <a:p>
            <a:pPr marL="342900" lvl="1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65000"/>
              <a:tabLst>
                <a:tab pos="432197" algn="l"/>
              </a:tabLst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       = 0.6 * 1.50 Mbps  =  .9 Mbps </a:t>
            </a:r>
          </a:p>
          <a:p>
            <a:pPr marL="354806" lvl="1" indent="-215504" defTabSz="685800">
              <a:lnSpc>
                <a:spcPct val="90000"/>
              </a:lnSpc>
              <a:spcBef>
                <a:spcPts val="300"/>
              </a:spcBef>
              <a:buClr>
                <a:srgbClr val="0000A3"/>
              </a:buClr>
              <a:buSzPct val="100000"/>
              <a:buFont typeface="Arial" panose="020B0604020202020204" pitchFamily="34" charset="0"/>
              <a:buChar char="•"/>
              <a:tabLst>
                <a:tab pos="432197" algn="l"/>
              </a:tabLst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access link utilization = 0.9/1.54 = .58 means low (msec) queueing delay at access link</a:t>
            </a:r>
          </a:p>
        </p:txBody>
      </p:sp>
      <p:sp>
        <p:nvSpPr>
          <p:cNvPr id="271" name="Rectangle 4">
            <a:extLst>
              <a:ext uri="{FF2B5EF4-FFF2-40B4-BE49-F238E27FC236}">
                <a16:creationId xmlns:a16="http://schemas.microsoft.com/office/drawing/2014/main" id="{D2059C01-2D9C-6C48-A831-71AE55D0D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95" y="4285458"/>
            <a:ext cx="4828711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14313" indent="-165497" defTabSz="685800">
              <a:lnSpc>
                <a:spcPct val="85000"/>
              </a:lnSpc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432197" algn="l"/>
              </a:tabLst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average end-end delay:</a:t>
            </a:r>
          </a:p>
          <a:p>
            <a:pPr marL="257175" lvl="1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tabLst>
                <a:tab pos="432197" algn="l"/>
              </a:tabLst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=</a:t>
            </a:r>
            <a:r>
              <a:rPr lang="en-US" dirty="0">
                <a:solidFill>
                  <a:srgbClr val="C00000"/>
                </a:solidFill>
                <a:latin typeface="Calibri"/>
                <a:ea typeface="ＭＳ Ｐゴシック" charset="0"/>
                <a:cs typeface="ＭＳ Ｐゴシック" charset="0"/>
              </a:rPr>
              <a:t> 0.6 </a:t>
            </a:r>
            <a:r>
              <a:rPr lang="en-US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* (delay from origin servers)</a:t>
            </a:r>
          </a:p>
          <a:p>
            <a:pPr marL="257175" lvl="1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tabLst>
                <a:tab pos="432197" algn="l"/>
              </a:tabLst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           +</a:t>
            </a:r>
            <a:r>
              <a:rPr lang="en-US" dirty="0">
                <a:solidFill>
                  <a:srgbClr val="C00000"/>
                </a:solidFill>
                <a:latin typeface="Calibri"/>
                <a:ea typeface="ＭＳ Ｐゴシック" charset="0"/>
                <a:cs typeface="ＭＳ Ｐゴシック" charset="0"/>
              </a:rPr>
              <a:t> 0.4 </a:t>
            </a:r>
            <a:r>
              <a:rPr lang="en-US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* (delay when satisfied at cache)</a:t>
            </a:r>
          </a:p>
          <a:p>
            <a:pPr marL="257175" lvl="1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tabLst>
                <a:tab pos="432197" algn="l"/>
              </a:tabLst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= 0.6 (2.0) + 0.4 (~msecs) = ~ 1.2 secs</a:t>
            </a:r>
          </a:p>
          <a:p>
            <a:pPr marL="171450" indent="-171450" defTabSz="685800">
              <a:lnSpc>
                <a:spcPct val="80000"/>
              </a:lnSpc>
              <a:buClr>
                <a:srgbClr val="000099"/>
              </a:buClr>
              <a:buSzPct val="65000"/>
              <a:tabLst>
                <a:tab pos="432197" algn="l"/>
              </a:tabLst>
              <a:defRPr/>
            </a:pPr>
            <a:r>
              <a:rPr lang="en-US" dirty="0">
                <a:solidFill>
                  <a:prstClr val="black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BE105-9733-D741-944B-F6DC771B29F2}"/>
              </a:ext>
            </a:extLst>
          </p:cNvPr>
          <p:cNvSpPr txBox="1"/>
          <p:nvPr/>
        </p:nvSpPr>
        <p:spPr>
          <a:xfrm>
            <a:off x="742950" y="5446752"/>
            <a:ext cx="700352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i="1" dirty="0">
                <a:solidFill>
                  <a:srgbClr val="C00000"/>
                </a:solidFill>
                <a:latin typeface="Calibri"/>
                <a:ea typeface="ＭＳ Ｐゴシック" charset="0"/>
                <a:cs typeface="ＭＳ Ｐゴシック" charset="0"/>
              </a:rPr>
              <a:t>lower average end-end delay than with 154 Mbps link (and cheaper too!)</a:t>
            </a:r>
          </a:p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457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/>
      <p:bldP spid="271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</a:p>
          <a:p>
            <a:pPr lvl="1"/>
            <a:r>
              <a:rPr lang="en-US" altLang="zh-CN" dirty="0"/>
              <a:t>HTTP Protocol</a:t>
            </a:r>
          </a:p>
          <a:p>
            <a:pPr lvl="1"/>
            <a:r>
              <a:rPr lang="en-US" altLang="zh-CN" dirty="0"/>
              <a:t>HTTP Improvement</a:t>
            </a:r>
          </a:p>
          <a:p>
            <a:pPr lvl="1"/>
            <a:r>
              <a:rPr lang="en-US" altLang="zh-CN" dirty="0"/>
              <a:t>Web Caches</a:t>
            </a:r>
          </a:p>
          <a:p>
            <a:r>
              <a:rPr lang="en-US" altLang="zh-CN" dirty="0"/>
              <a:t>Email</a:t>
            </a:r>
          </a:p>
          <a:p>
            <a:pPr lvl="1"/>
            <a:r>
              <a:rPr lang="en-US" altLang="zh-CN" dirty="0"/>
              <a:t>SMTP Protocol</a:t>
            </a:r>
          </a:p>
          <a:p>
            <a:r>
              <a:rPr lang="en-US" altLang="zh-CN" i="1" dirty="0"/>
              <a:t>FTP (Optional) discussion only*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381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E-mail -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9092FCB-7CA4-AB8F-168C-9AB095061DE0}"/>
              </a:ext>
            </a:extLst>
          </p:cNvPr>
          <p:cNvSpPr txBox="1">
            <a:spLocks noChangeArrowheads="1"/>
          </p:cNvSpPr>
          <p:nvPr/>
        </p:nvSpPr>
        <p:spPr>
          <a:xfrm>
            <a:off x="529872" y="1749384"/>
            <a:ext cx="4736342" cy="3657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Three major components: 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user agents 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mail servers </a:t>
            </a:r>
          </a:p>
          <a:p>
            <a:pPr marL="345281" indent="-161925" defTabSz="685800">
              <a:spcBef>
                <a:spcPts val="300"/>
              </a:spcBef>
              <a:spcAft>
                <a:spcPct val="75000"/>
              </a:spcAft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simple mail transfer protocol: SMTP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User Agent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a.k.a.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mail reader”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composing, editing, reading mail messages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e.g., Outlook, iPhone mail client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outgoing, incoming messages stored on server</a:t>
            </a:r>
          </a:p>
        </p:txBody>
      </p:sp>
      <p:grpSp>
        <p:nvGrpSpPr>
          <p:cNvPr id="7" name="Group 279">
            <a:extLst>
              <a:ext uri="{FF2B5EF4-FFF2-40B4-BE49-F238E27FC236}">
                <a16:creationId xmlns:a16="http://schemas.microsoft.com/office/drawing/2014/main" id="{A7BDCDCB-3029-04B5-37F5-735FA3697255}"/>
              </a:ext>
            </a:extLst>
          </p:cNvPr>
          <p:cNvGrpSpPr>
            <a:grpSpLocks/>
          </p:cNvGrpSpPr>
          <p:nvPr/>
        </p:nvGrpSpPr>
        <p:grpSpPr bwMode="auto">
          <a:xfrm>
            <a:off x="7466021" y="4930284"/>
            <a:ext cx="1302544" cy="752475"/>
            <a:chOff x="4458" y="3335"/>
            <a:chExt cx="1094" cy="632"/>
          </a:xfrm>
        </p:grpSpPr>
        <p:sp>
          <p:nvSpPr>
            <p:cNvPr id="8" name="Text Box 263">
              <a:extLst>
                <a:ext uri="{FF2B5EF4-FFF2-40B4-BE49-F238E27FC236}">
                  <a16:creationId xmlns:a16="http://schemas.microsoft.com/office/drawing/2014/main" id="{CAE8872E-29FF-3565-EFF8-39AE5E339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8" y="3715"/>
              <a:ext cx="91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  <a:latin typeface="Calibri" panose="020F0502020204030204"/>
                </a:rPr>
                <a:t>user mailbox</a:t>
              </a:r>
              <a:endParaRPr lang="en-US" altLang="en-US" sz="2100" kern="0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grpSp>
          <p:nvGrpSpPr>
            <p:cNvPr id="9" name="Group 278">
              <a:extLst>
                <a:ext uri="{FF2B5EF4-FFF2-40B4-BE49-F238E27FC236}">
                  <a16:creationId xmlns:a16="http://schemas.microsoft.com/office/drawing/2014/main" id="{A795F18C-D74E-FF31-110E-0ECF7489B8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2" name="Rectangle 264">
                <a:extLst>
                  <a:ext uri="{FF2B5EF4-FFF2-40B4-BE49-F238E27FC236}">
                    <a16:creationId xmlns:a16="http://schemas.microsoft.com/office/drawing/2014/main" id="{8C724475-0EBD-3C0E-FDE2-E3FFA1B93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Line 265">
                <a:extLst>
                  <a:ext uri="{FF2B5EF4-FFF2-40B4-BE49-F238E27FC236}">
                    <a16:creationId xmlns:a16="http://schemas.microsoft.com/office/drawing/2014/main" id="{BBA6E986-DFAC-1078-5275-32B7650A8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" name="Line 266">
                <a:extLst>
                  <a:ext uri="{FF2B5EF4-FFF2-40B4-BE49-F238E27FC236}">
                    <a16:creationId xmlns:a16="http://schemas.microsoft.com/office/drawing/2014/main" id="{34E07FEA-18BD-EAC2-3262-46698C02A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5" name="Line 267">
                <a:extLst>
                  <a:ext uri="{FF2B5EF4-FFF2-40B4-BE49-F238E27FC236}">
                    <a16:creationId xmlns:a16="http://schemas.microsoft.com/office/drawing/2014/main" id="{4855703B-9D7A-5298-4F35-5654AC5B7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6" name="Line 268">
                <a:extLst>
                  <a:ext uri="{FF2B5EF4-FFF2-40B4-BE49-F238E27FC236}">
                    <a16:creationId xmlns:a16="http://schemas.microsoft.com/office/drawing/2014/main" id="{7E7C81CF-031A-C849-A43D-904D0D4B3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7" name="Line 269">
                <a:extLst>
                  <a:ext uri="{FF2B5EF4-FFF2-40B4-BE49-F238E27FC236}">
                    <a16:creationId xmlns:a16="http://schemas.microsoft.com/office/drawing/2014/main" id="{92CB0ED6-842A-A529-8263-7CF8F7B2C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" name="Line 270">
                <a:extLst>
                  <a:ext uri="{FF2B5EF4-FFF2-40B4-BE49-F238E27FC236}">
                    <a16:creationId xmlns:a16="http://schemas.microsoft.com/office/drawing/2014/main" id="{823328F0-B8C0-5661-49DE-3E0DD6E9F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" name="Line 271">
                <a:extLst>
                  <a:ext uri="{FF2B5EF4-FFF2-40B4-BE49-F238E27FC236}">
                    <a16:creationId xmlns:a16="http://schemas.microsoft.com/office/drawing/2014/main" id="{5EB13489-67B7-6522-68EA-BF7A78DCC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0" name="Rectangle 272">
              <a:extLst>
                <a:ext uri="{FF2B5EF4-FFF2-40B4-BE49-F238E27FC236}">
                  <a16:creationId xmlns:a16="http://schemas.microsoft.com/office/drawing/2014/main" id="{EC5EBF9A-4061-E188-D359-03F04BC91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2100" kern="0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1" name="Text Box 277">
              <a:extLst>
                <a:ext uri="{FF2B5EF4-FFF2-40B4-BE49-F238E27FC236}">
                  <a16:creationId xmlns:a16="http://schemas.microsoft.com/office/drawing/2014/main" id="{4BE3DFB5-264D-5362-3FD2-B193CB52D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6" y="3335"/>
              <a:ext cx="1076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  <a:latin typeface="Calibri" panose="020F0502020204030204"/>
                </a:rPr>
                <a:t>outgoing </a:t>
              </a:r>
            </a:p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  <a:latin typeface="Calibri" panose="020F0502020204030204"/>
                </a:rPr>
                <a:t>message queue</a:t>
              </a:r>
              <a:endParaRPr lang="en-US" altLang="en-US" sz="2100" kern="0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D7DEC5-0837-FEB6-1610-1637B89D903F}"/>
              </a:ext>
            </a:extLst>
          </p:cNvPr>
          <p:cNvGrpSpPr/>
          <p:nvPr/>
        </p:nvGrpSpPr>
        <p:grpSpPr>
          <a:xfrm>
            <a:off x="5452524" y="1875443"/>
            <a:ext cx="2244332" cy="2696766"/>
            <a:chOff x="7241455" y="1234950"/>
            <a:chExt cx="2992442" cy="359568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48804B4-0C23-B4DD-8343-CB95FBF9F2EB}"/>
                </a:ext>
              </a:extLst>
            </p:cNvPr>
            <p:cNvGrpSpPr/>
            <p:nvPr/>
          </p:nvGrpSpPr>
          <p:grpSpPr>
            <a:xfrm>
              <a:off x="9233767" y="2182687"/>
              <a:ext cx="1000130" cy="1247776"/>
              <a:chOff x="9233767" y="2182687"/>
              <a:chExt cx="1000130" cy="1247776"/>
            </a:xfrm>
          </p:grpSpPr>
          <p:grpSp>
            <p:nvGrpSpPr>
              <p:cNvPr id="122" name="Group 389">
                <a:extLst>
                  <a:ext uri="{FF2B5EF4-FFF2-40B4-BE49-F238E27FC236}">
                    <a16:creationId xmlns:a16="http://schemas.microsoft.com/office/drawing/2014/main" id="{7E37C9BC-1EDA-A587-117B-ED27243251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139" name="Freeform 390">
                  <a:extLst>
                    <a:ext uri="{FF2B5EF4-FFF2-40B4-BE49-F238E27FC236}">
                      <a16:creationId xmlns:a16="http://schemas.microsoft.com/office/drawing/2014/main" id="{78E4316C-0F92-4A95-2869-6358A301E6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40" name="Rectangle 391">
                  <a:extLst>
                    <a:ext uri="{FF2B5EF4-FFF2-40B4-BE49-F238E27FC236}">
                      <a16:creationId xmlns:a16="http://schemas.microsoft.com/office/drawing/2014/main" id="{C543EAC8-A8CF-EC6C-DF73-98CCD4B40E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1" name="Freeform 392">
                  <a:extLst>
                    <a:ext uri="{FF2B5EF4-FFF2-40B4-BE49-F238E27FC236}">
                      <a16:creationId xmlns:a16="http://schemas.microsoft.com/office/drawing/2014/main" id="{53646327-E9F6-9F51-7014-5C65B90EB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42" name="Freeform 393">
                  <a:extLst>
                    <a:ext uri="{FF2B5EF4-FFF2-40B4-BE49-F238E27FC236}">
                      <a16:creationId xmlns:a16="http://schemas.microsoft.com/office/drawing/2014/main" id="{EB597580-9789-29D1-E1BE-5DBD1A8B9C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43" name="Rectangle 394">
                  <a:extLst>
                    <a:ext uri="{FF2B5EF4-FFF2-40B4-BE49-F238E27FC236}">
                      <a16:creationId xmlns:a16="http://schemas.microsoft.com/office/drawing/2014/main" id="{D5231876-0EE6-3922-686F-A54355BDC5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144" name="Group 395">
                  <a:extLst>
                    <a:ext uri="{FF2B5EF4-FFF2-40B4-BE49-F238E27FC236}">
                      <a16:creationId xmlns:a16="http://schemas.microsoft.com/office/drawing/2014/main" id="{C883D386-9BBF-819E-9ED1-9A77AAECC2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69" name="AutoShape 396">
                    <a:extLst>
                      <a:ext uri="{FF2B5EF4-FFF2-40B4-BE49-F238E27FC236}">
                        <a16:creationId xmlns:a16="http://schemas.microsoft.com/office/drawing/2014/main" id="{2CC3BF69-4DFC-C690-9188-1BF4420CD5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70" name="AutoShape 397">
                    <a:extLst>
                      <a:ext uri="{FF2B5EF4-FFF2-40B4-BE49-F238E27FC236}">
                        <a16:creationId xmlns:a16="http://schemas.microsoft.com/office/drawing/2014/main" id="{C4AC10B6-88B5-29D0-16DA-14C40C431A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45" name="Rectangle 398">
                  <a:extLst>
                    <a:ext uri="{FF2B5EF4-FFF2-40B4-BE49-F238E27FC236}">
                      <a16:creationId xmlns:a16="http://schemas.microsoft.com/office/drawing/2014/main" id="{EFB5BB1B-8762-3322-39F3-C88F5B0595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146" name="Group 399">
                  <a:extLst>
                    <a:ext uri="{FF2B5EF4-FFF2-40B4-BE49-F238E27FC236}">
                      <a16:creationId xmlns:a16="http://schemas.microsoft.com/office/drawing/2014/main" id="{AF629C6B-4FBD-F036-6A40-2A95857B9C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67" name="AutoShape 400">
                    <a:extLst>
                      <a:ext uri="{FF2B5EF4-FFF2-40B4-BE49-F238E27FC236}">
                        <a16:creationId xmlns:a16="http://schemas.microsoft.com/office/drawing/2014/main" id="{CB5A5BA6-CCEC-44B8-B0DB-F79682DD41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68" name="AutoShape 401">
                    <a:extLst>
                      <a:ext uri="{FF2B5EF4-FFF2-40B4-BE49-F238E27FC236}">
                        <a16:creationId xmlns:a16="http://schemas.microsoft.com/office/drawing/2014/main" id="{E124006A-6073-16D2-532F-288E43C857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47" name="Rectangle 402">
                  <a:extLst>
                    <a:ext uri="{FF2B5EF4-FFF2-40B4-BE49-F238E27FC236}">
                      <a16:creationId xmlns:a16="http://schemas.microsoft.com/office/drawing/2014/main" id="{B616EAA7-AAEB-665D-C51A-C3E76E336F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8" name="Rectangle 403">
                  <a:extLst>
                    <a:ext uri="{FF2B5EF4-FFF2-40B4-BE49-F238E27FC236}">
                      <a16:creationId xmlns:a16="http://schemas.microsoft.com/office/drawing/2014/main" id="{BCED9AE6-BDF1-C5F5-04CA-A0469ED883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149" name="Group 404">
                  <a:extLst>
                    <a:ext uri="{FF2B5EF4-FFF2-40B4-BE49-F238E27FC236}">
                      <a16:creationId xmlns:a16="http://schemas.microsoft.com/office/drawing/2014/main" id="{F2A93EBE-738B-701D-0925-5D3639D853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65" name="AutoShape 405">
                    <a:extLst>
                      <a:ext uri="{FF2B5EF4-FFF2-40B4-BE49-F238E27FC236}">
                        <a16:creationId xmlns:a16="http://schemas.microsoft.com/office/drawing/2014/main" id="{124E4650-5F71-D639-0346-3AC6E2777E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66" name="AutoShape 406">
                    <a:extLst>
                      <a:ext uri="{FF2B5EF4-FFF2-40B4-BE49-F238E27FC236}">
                        <a16:creationId xmlns:a16="http://schemas.microsoft.com/office/drawing/2014/main" id="{E8BEE04C-10E1-400D-621B-BFD4704EEE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50" name="Freeform 407">
                  <a:extLst>
                    <a:ext uri="{FF2B5EF4-FFF2-40B4-BE49-F238E27FC236}">
                      <a16:creationId xmlns:a16="http://schemas.microsoft.com/office/drawing/2014/main" id="{4D4FDEA5-9BD0-1A00-7642-CB1093795D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grpSp>
              <p:nvGrpSpPr>
                <p:cNvPr id="151" name="Group 408">
                  <a:extLst>
                    <a:ext uri="{FF2B5EF4-FFF2-40B4-BE49-F238E27FC236}">
                      <a16:creationId xmlns:a16="http://schemas.microsoft.com/office/drawing/2014/main" id="{CC74A4FF-AD92-EE50-3866-2C9AB296CA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63" name="AutoShape 409">
                    <a:extLst>
                      <a:ext uri="{FF2B5EF4-FFF2-40B4-BE49-F238E27FC236}">
                        <a16:creationId xmlns:a16="http://schemas.microsoft.com/office/drawing/2014/main" id="{FD39FB8B-994D-89BD-A945-51C9761849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64" name="AutoShape 410">
                    <a:extLst>
                      <a:ext uri="{FF2B5EF4-FFF2-40B4-BE49-F238E27FC236}">
                        <a16:creationId xmlns:a16="http://schemas.microsoft.com/office/drawing/2014/main" id="{4AEE0390-A707-07BE-1EE2-989847A5E9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52" name="Rectangle 411">
                  <a:extLst>
                    <a:ext uri="{FF2B5EF4-FFF2-40B4-BE49-F238E27FC236}">
                      <a16:creationId xmlns:a16="http://schemas.microsoft.com/office/drawing/2014/main" id="{E3FDEDCA-845F-887C-2909-8C6BAA3D76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3" name="Freeform 412">
                  <a:extLst>
                    <a:ext uri="{FF2B5EF4-FFF2-40B4-BE49-F238E27FC236}">
                      <a16:creationId xmlns:a16="http://schemas.microsoft.com/office/drawing/2014/main" id="{A9613FE1-B723-0786-63D2-7BBF83F193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54" name="Freeform 413">
                  <a:extLst>
                    <a:ext uri="{FF2B5EF4-FFF2-40B4-BE49-F238E27FC236}">
                      <a16:creationId xmlns:a16="http://schemas.microsoft.com/office/drawing/2014/main" id="{CED0AE08-A502-7052-41A8-3367A173FB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55" name="Oval 414">
                  <a:extLst>
                    <a:ext uri="{FF2B5EF4-FFF2-40B4-BE49-F238E27FC236}">
                      <a16:creationId xmlns:a16="http://schemas.microsoft.com/office/drawing/2014/main" id="{4A39675D-7E65-2CC9-29DB-5044A07B70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6" name="Freeform 415">
                  <a:extLst>
                    <a:ext uri="{FF2B5EF4-FFF2-40B4-BE49-F238E27FC236}">
                      <a16:creationId xmlns:a16="http://schemas.microsoft.com/office/drawing/2014/main" id="{ED291179-9FAD-6A3F-FFC4-74A441D4C1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57" name="AutoShape 416">
                  <a:extLst>
                    <a:ext uri="{FF2B5EF4-FFF2-40B4-BE49-F238E27FC236}">
                      <a16:creationId xmlns:a16="http://schemas.microsoft.com/office/drawing/2014/main" id="{7CEE8DEF-50AF-53EA-8BE6-FDA2DBCBC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8" name="AutoShape 417">
                  <a:extLst>
                    <a:ext uri="{FF2B5EF4-FFF2-40B4-BE49-F238E27FC236}">
                      <a16:creationId xmlns:a16="http://schemas.microsoft.com/office/drawing/2014/main" id="{AF9DCBDA-6B8E-919B-9576-151CCE8BCE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9" name="Oval 418">
                  <a:extLst>
                    <a:ext uri="{FF2B5EF4-FFF2-40B4-BE49-F238E27FC236}">
                      <a16:creationId xmlns:a16="http://schemas.microsoft.com/office/drawing/2014/main" id="{EC51FCF5-2A6C-D7C3-3D9A-9CC90EB78C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60" name="Oval 419">
                  <a:extLst>
                    <a:ext uri="{FF2B5EF4-FFF2-40B4-BE49-F238E27FC236}">
                      <a16:creationId xmlns:a16="http://schemas.microsoft.com/office/drawing/2014/main" id="{A8BF3EF4-C853-D176-EF8A-071AAA8C8E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500" kern="0" dirty="0">
                    <a:solidFill>
                      <a:srgbClr val="FF0000"/>
                    </a:solidFill>
                    <a:latin typeface="Calibri" panose="020F0502020204030204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Oval 420">
                  <a:extLst>
                    <a:ext uri="{FF2B5EF4-FFF2-40B4-BE49-F238E27FC236}">
                      <a16:creationId xmlns:a16="http://schemas.microsoft.com/office/drawing/2014/main" id="{52828F18-0429-9546-D24B-6148FF5132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62" name="Rectangle 421">
                  <a:extLst>
                    <a:ext uri="{FF2B5EF4-FFF2-40B4-BE49-F238E27FC236}">
                      <a16:creationId xmlns:a16="http://schemas.microsoft.com/office/drawing/2014/main" id="{0E409C45-AAAA-0E4D-56DF-778407A56F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23" name="Group 19">
                <a:extLst>
                  <a:ext uri="{FF2B5EF4-FFF2-40B4-BE49-F238E27FC236}">
                    <a16:creationId xmlns:a16="http://schemas.microsoft.com/office/drawing/2014/main" id="{D17251ED-9477-749B-554C-E7285C6D9A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94109" y="2381125"/>
                <a:ext cx="839788" cy="1049338"/>
                <a:chOff x="4277" y="2627"/>
                <a:chExt cx="529" cy="661"/>
              </a:xfrm>
            </p:grpSpPr>
            <p:sp>
              <p:nvSpPr>
                <p:cNvPr id="124" name="Rectangle 20">
                  <a:extLst>
                    <a:ext uri="{FF2B5EF4-FFF2-40B4-BE49-F238E27FC236}">
                      <a16:creationId xmlns:a16="http://schemas.microsoft.com/office/drawing/2014/main" id="{C526679D-CA89-6ABF-8A31-604DFCA5A6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25" name="Text Box 21">
                  <a:extLst>
                    <a:ext uri="{FF2B5EF4-FFF2-40B4-BE49-F238E27FC236}">
                      <a16:creationId xmlns:a16="http://schemas.microsoft.com/office/drawing/2014/main" id="{0E742B79-724F-D14B-5B98-7FCE151477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7" y="2627"/>
                  <a:ext cx="525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mail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server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26" name="Rectangle 22">
                  <a:extLst>
                    <a:ext uri="{FF2B5EF4-FFF2-40B4-BE49-F238E27FC236}">
                      <a16:creationId xmlns:a16="http://schemas.microsoft.com/office/drawing/2014/main" id="{F298E50A-D13D-5A0B-79C9-0E03EE1544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27" name="Line 23">
                  <a:extLst>
                    <a:ext uri="{FF2B5EF4-FFF2-40B4-BE49-F238E27FC236}">
                      <a16:creationId xmlns:a16="http://schemas.microsoft.com/office/drawing/2014/main" id="{F11AECB3-20A5-204B-7861-374A84B59C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28" name="Line 24">
                  <a:extLst>
                    <a:ext uri="{FF2B5EF4-FFF2-40B4-BE49-F238E27FC236}">
                      <a16:creationId xmlns:a16="http://schemas.microsoft.com/office/drawing/2014/main" id="{9E452068-D420-6E53-6EC8-3DDDF154DF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29" name="Line 25">
                  <a:extLst>
                    <a:ext uri="{FF2B5EF4-FFF2-40B4-BE49-F238E27FC236}">
                      <a16:creationId xmlns:a16="http://schemas.microsoft.com/office/drawing/2014/main" id="{8E572270-F3FA-21B1-7FA4-7D18AE0241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30" name="Line 26">
                  <a:extLst>
                    <a:ext uri="{FF2B5EF4-FFF2-40B4-BE49-F238E27FC236}">
                      <a16:creationId xmlns:a16="http://schemas.microsoft.com/office/drawing/2014/main" id="{6D4C97D3-1109-5F26-5BF3-81DD06D513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31" name="Line 27">
                  <a:extLst>
                    <a:ext uri="{FF2B5EF4-FFF2-40B4-BE49-F238E27FC236}">
                      <a16:creationId xmlns:a16="http://schemas.microsoft.com/office/drawing/2014/main" id="{733458B2-DF27-8FD8-F415-1DEA7DF85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32" name="Line 28">
                  <a:extLst>
                    <a:ext uri="{FF2B5EF4-FFF2-40B4-BE49-F238E27FC236}">
                      <a16:creationId xmlns:a16="http://schemas.microsoft.com/office/drawing/2014/main" id="{6020FC95-5894-D9DB-EA7B-B61911B19E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33" name="Line 29">
                  <a:extLst>
                    <a:ext uri="{FF2B5EF4-FFF2-40B4-BE49-F238E27FC236}">
                      <a16:creationId xmlns:a16="http://schemas.microsoft.com/office/drawing/2014/main" id="{A5AC1B12-2493-5DBF-A184-B5E384449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34" name="Rectangle 30">
                  <a:extLst>
                    <a:ext uri="{FF2B5EF4-FFF2-40B4-BE49-F238E27FC236}">
                      <a16:creationId xmlns:a16="http://schemas.microsoft.com/office/drawing/2014/main" id="{5D388634-6B1A-969A-4E17-A7418DC1B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35" name="Rectangle 31">
                  <a:extLst>
                    <a:ext uri="{FF2B5EF4-FFF2-40B4-BE49-F238E27FC236}">
                      <a16:creationId xmlns:a16="http://schemas.microsoft.com/office/drawing/2014/main" id="{65050B7E-3643-8DDA-CE33-1324ADBE8F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36" name="Rectangle 32">
                  <a:extLst>
                    <a:ext uri="{FF2B5EF4-FFF2-40B4-BE49-F238E27FC236}">
                      <a16:creationId xmlns:a16="http://schemas.microsoft.com/office/drawing/2014/main" id="{07771058-8526-7B90-24A1-622D311F03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37" name="Rectangle 33">
                  <a:extLst>
                    <a:ext uri="{FF2B5EF4-FFF2-40B4-BE49-F238E27FC236}">
                      <a16:creationId xmlns:a16="http://schemas.microsoft.com/office/drawing/2014/main" id="{94C2D69D-2101-1B0D-1ED5-593D3691E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38" name="Rectangle 34">
                  <a:extLst>
                    <a:ext uri="{FF2B5EF4-FFF2-40B4-BE49-F238E27FC236}">
                      <a16:creationId xmlns:a16="http://schemas.microsoft.com/office/drawing/2014/main" id="{C01117D8-4B44-6575-EEAE-944BFBE44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50C933E-AB9E-E03C-9BB6-2C08F68717FD}"/>
                </a:ext>
              </a:extLst>
            </p:cNvPr>
            <p:cNvGrpSpPr/>
            <p:nvPr/>
          </p:nvGrpSpPr>
          <p:grpSpPr>
            <a:xfrm>
              <a:off x="7241455" y="3576512"/>
              <a:ext cx="992192" cy="1254126"/>
              <a:chOff x="7241455" y="3576512"/>
              <a:chExt cx="992192" cy="1254126"/>
            </a:xfrm>
          </p:grpSpPr>
          <p:grpSp>
            <p:nvGrpSpPr>
              <p:cNvPr id="73" name="Group 356">
                <a:extLst>
                  <a:ext uri="{FF2B5EF4-FFF2-40B4-BE49-F238E27FC236}">
                    <a16:creationId xmlns:a16="http://schemas.microsoft.com/office/drawing/2014/main" id="{D1C27163-43FC-A2E7-ABB0-21F267035B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90" name="Freeform 357">
                  <a:extLst>
                    <a:ext uri="{FF2B5EF4-FFF2-40B4-BE49-F238E27FC236}">
                      <a16:creationId xmlns:a16="http://schemas.microsoft.com/office/drawing/2014/main" id="{0CCCC7A3-8C75-784B-8321-8EBFB30280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91" name="Rectangle 358">
                  <a:extLst>
                    <a:ext uri="{FF2B5EF4-FFF2-40B4-BE49-F238E27FC236}">
                      <a16:creationId xmlns:a16="http://schemas.microsoft.com/office/drawing/2014/main" id="{98551E9D-BECB-8B7F-B0FA-97E8F413C8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2" name="Freeform 359">
                  <a:extLst>
                    <a:ext uri="{FF2B5EF4-FFF2-40B4-BE49-F238E27FC236}">
                      <a16:creationId xmlns:a16="http://schemas.microsoft.com/office/drawing/2014/main" id="{01EC0262-86DA-C4E4-07D4-CB215482F1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93" name="Freeform 360">
                  <a:extLst>
                    <a:ext uri="{FF2B5EF4-FFF2-40B4-BE49-F238E27FC236}">
                      <a16:creationId xmlns:a16="http://schemas.microsoft.com/office/drawing/2014/main" id="{045489B4-D497-4EB2-5D3C-480AD32DBE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94" name="Rectangle 361">
                  <a:extLst>
                    <a:ext uri="{FF2B5EF4-FFF2-40B4-BE49-F238E27FC236}">
                      <a16:creationId xmlns:a16="http://schemas.microsoft.com/office/drawing/2014/main" id="{6B55964F-85AA-DF32-4EAA-F4B274C5A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95" name="Group 362">
                  <a:extLst>
                    <a:ext uri="{FF2B5EF4-FFF2-40B4-BE49-F238E27FC236}">
                      <a16:creationId xmlns:a16="http://schemas.microsoft.com/office/drawing/2014/main" id="{89A1C85D-73FB-AB20-4289-806538BB5C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20" name="AutoShape 363">
                    <a:extLst>
                      <a:ext uri="{FF2B5EF4-FFF2-40B4-BE49-F238E27FC236}">
                        <a16:creationId xmlns:a16="http://schemas.microsoft.com/office/drawing/2014/main" id="{370C6FFB-58CA-AEFF-9FAF-7E0EAE3C8C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21" name="AutoShape 364">
                    <a:extLst>
                      <a:ext uri="{FF2B5EF4-FFF2-40B4-BE49-F238E27FC236}">
                        <a16:creationId xmlns:a16="http://schemas.microsoft.com/office/drawing/2014/main" id="{548675E6-3539-ABC3-2BD9-256F2C1413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96" name="Rectangle 365">
                  <a:extLst>
                    <a:ext uri="{FF2B5EF4-FFF2-40B4-BE49-F238E27FC236}">
                      <a16:creationId xmlns:a16="http://schemas.microsoft.com/office/drawing/2014/main" id="{55768B09-B6BE-6437-BC85-043B8B387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97" name="Group 366">
                  <a:extLst>
                    <a:ext uri="{FF2B5EF4-FFF2-40B4-BE49-F238E27FC236}">
                      <a16:creationId xmlns:a16="http://schemas.microsoft.com/office/drawing/2014/main" id="{0171158D-D238-9D4B-EDA0-6FD3A6927F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18" name="AutoShape 367">
                    <a:extLst>
                      <a:ext uri="{FF2B5EF4-FFF2-40B4-BE49-F238E27FC236}">
                        <a16:creationId xmlns:a16="http://schemas.microsoft.com/office/drawing/2014/main" id="{EF5FD3C6-FE0E-AD17-C6D3-F48651BAE0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19" name="AutoShape 368">
                    <a:extLst>
                      <a:ext uri="{FF2B5EF4-FFF2-40B4-BE49-F238E27FC236}">
                        <a16:creationId xmlns:a16="http://schemas.microsoft.com/office/drawing/2014/main" id="{0A3E15C3-9D34-1762-C223-2ED1EB0A65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98" name="Rectangle 369">
                  <a:extLst>
                    <a:ext uri="{FF2B5EF4-FFF2-40B4-BE49-F238E27FC236}">
                      <a16:creationId xmlns:a16="http://schemas.microsoft.com/office/drawing/2014/main" id="{EE9926AB-A0B1-491A-D73F-4F66DDAF4A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9" name="Rectangle 370">
                  <a:extLst>
                    <a:ext uri="{FF2B5EF4-FFF2-40B4-BE49-F238E27FC236}">
                      <a16:creationId xmlns:a16="http://schemas.microsoft.com/office/drawing/2014/main" id="{A58AFE03-EA37-51DE-B6CB-FEF65DFA2F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100" name="Group 371">
                  <a:extLst>
                    <a:ext uri="{FF2B5EF4-FFF2-40B4-BE49-F238E27FC236}">
                      <a16:creationId xmlns:a16="http://schemas.microsoft.com/office/drawing/2014/main" id="{48063663-56CD-2B2E-3C39-B4D46E795F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16" name="AutoShape 372">
                    <a:extLst>
                      <a:ext uri="{FF2B5EF4-FFF2-40B4-BE49-F238E27FC236}">
                        <a16:creationId xmlns:a16="http://schemas.microsoft.com/office/drawing/2014/main" id="{CD25FCA8-E710-0EF9-1774-953370BA22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17" name="AutoShape 373">
                    <a:extLst>
                      <a:ext uri="{FF2B5EF4-FFF2-40B4-BE49-F238E27FC236}">
                        <a16:creationId xmlns:a16="http://schemas.microsoft.com/office/drawing/2014/main" id="{DEFD54D5-5DFD-FD47-045C-80D437EEC8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01" name="Freeform 374">
                  <a:extLst>
                    <a:ext uri="{FF2B5EF4-FFF2-40B4-BE49-F238E27FC236}">
                      <a16:creationId xmlns:a16="http://schemas.microsoft.com/office/drawing/2014/main" id="{FF287A4A-584B-B38B-720B-EC3F3658CC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grpSp>
              <p:nvGrpSpPr>
                <p:cNvPr id="102" name="Group 375">
                  <a:extLst>
                    <a:ext uri="{FF2B5EF4-FFF2-40B4-BE49-F238E27FC236}">
                      <a16:creationId xmlns:a16="http://schemas.microsoft.com/office/drawing/2014/main" id="{548232B6-A337-72F5-D57F-FF0524050F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14" name="AutoShape 376">
                    <a:extLst>
                      <a:ext uri="{FF2B5EF4-FFF2-40B4-BE49-F238E27FC236}">
                        <a16:creationId xmlns:a16="http://schemas.microsoft.com/office/drawing/2014/main" id="{4BB09BA3-D2DB-403D-AAC0-3DC8B8D507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15" name="AutoShape 377">
                    <a:extLst>
                      <a:ext uri="{FF2B5EF4-FFF2-40B4-BE49-F238E27FC236}">
                        <a16:creationId xmlns:a16="http://schemas.microsoft.com/office/drawing/2014/main" id="{BF2A53CB-0060-9CAA-0E9B-37E06CF5B1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03" name="Rectangle 378">
                  <a:extLst>
                    <a:ext uri="{FF2B5EF4-FFF2-40B4-BE49-F238E27FC236}">
                      <a16:creationId xmlns:a16="http://schemas.microsoft.com/office/drawing/2014/main" id="{E3254494-C77F-725C-A09B-44E2B2D0D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04" name="Freeform 379">
                  <a:extLst>
                    <a:ext uri="{FF2B5EF4-FFF2-40B4-BE49-F238E27FC236}">
                      <a16:creationId xmlns:a16="http://schemas.microsoft.com/office/drawing/2014/main" id="{26367FB1-0D26-5A3F-38ED-3EA216F43A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05" name="Freeform 380">
                  <a:extLst>
                    <a:ext uri="{FF2B5EF4-FFF2-40B4-BE49-F238E27FC236}">
                      <a16:creationId xmlns:a16="http://schemas.microsoft.com/office/drawing/2014/main" id="{0CFEF411-6C75-64E0-F78E-626C57A602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06" name="Oval 381">
                  <a:extLst>
                    <a:ext uri="{FF2B5EF4-FFF2-40B4-BE49-F238E27FC236}">
                      <a16:creationId xmlns:a16="http://schemas.microsoft.com/office/drawing/2014/main" id="{4CFF59FA-C7EE-6FED-81E1-3EAC4540B6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07" name="Freeform 382">
                  <a:extLst>
                    <a:ext uri="{FF2B5EF4-FFF2-40B4-BE49-F238E27FC236}">
                      <a16:creationId xmlns:a16="http://schemas.microsoft.com/office/drawing/2014/main" id="{5071D498-D9AA-1BAE-7642-22BF1FB4F8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08" name="AutoShape 383">
                  <a:extLst>
                    <a:ext uri="{FF2B5EF4-FFF2-40B4-BE49-F238E27FC236}">
                      <a16:creationId xmlns:a16="http://schemas.microsoft.com/office/drawing/2014/main" id="{70D56603-B881-8597-5D11-44F860C40E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09" name="AutoShape 384">
                  <a:extLst>
                    <a:ext uri="{FF2B5EF4-FFF2-40B4-BE49-F238E27FC236}">
                      <a16:creationId xmlns:a16="http://schemas.microsoft.com/office/drawing/2014/main" id="{0405A367-8BF9-8FF7-0257-B3905D778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10" name="Oval 385">
                  <a:extLst>
                    <a:ext uri="{FF2B5EF4-FFF2-40B4-BE49-F238E27FC236}">
                      <a16:creationId xmlns:a16="http://schemas.microsoft.com/office/drawing/2014/main" id="{59D10A42-F7E1-2FC3-C201-3B48CC9308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11" name="Oval 386">
                  <a:extLst>
                    <a:ext uri="{FF2B5EF4-FFF2-40B4-BE49-F238E27FC236}">
                      <a16:creationId xmlns:a16="http://schemas.microsoft.com/office/drawing/2014/main" id="{CCFFF022-7D8C-5862-02DC-9D6F1F2D4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500" kern="0" dirty="0">
                    <a:solidFill>
                      <a:srgbClr val="FF0000"/>
                    </a:solidFill>
                    <a:latin typeface="Calibri" panose="020F0502020204030204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Oval 387">
                  <a:extLst>
                    <a:ext uri="{FF2B5EF4-FFF2-40B4-BE49-F238E27FC236}">
                      <a16:creationId xmlns:a16="http://schemas.microsoft.com/office/drawing/2014/main" id="{8C7A839D-B714-7662-0F13-1A0239FA26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13" name="Rectangle 388">
                  <a:extLst>
                    <a:ext uri="{FF2B5EF4-FFF2-40B4-BE49-F238E27FC236}">
                      <a16:creationId xmlns:a16="http://schemas.microsoft.com/office/drawing/2014/main" id="{20073B0A-220F-9663-70F2-9B9F00544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74" name="Group 60">
                <a:extLst>
                  <a:ext uri="{FF2B5EF4-FFF2-40B4-BE49-F238E27FC236}">
                    <a16:creationId xmlns:a16="http://schemas.microsoft.com/office/drawing/2014/main" id="{7F9599DD-A636-0D10-668F-9FAAED1F89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93859" y="3781300"/>
                <a:ext cx="839788" cy="1049338"/>
                <a:chOff x="4277" y="2627"/>
                <a:chExt cx="529" cy="661"/>
              </a:xfrm>
            </p:grpSpPr>
            <p:sp>
              <p:nvSpPr>
                <p:cNvPr id="75" name="Rectangle 61">
                  <a:extLst>
                    <a:ext uri="{FF2B5EF4-FFF2-40B4-BE49-F238E27FC236}">
                      <a16:creationId xmlns:a16="http://schemas.microsoft.com/office/drawing/2014/main" id="{BF557CDF-D5DA-7CC5-932E-C356BBDCFD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6" name="Text Box 62">
                  <a:extLst>
                    <a:ext uri="{FF2B5EF4-FFF2-40B4-BE49-F238E27FC236}">
                      <a16:creationId xmlns:a16="http://schemas.microsoft.com/office/drawing/2014/main" id="{C72C48C0-40C9-1748-D82B-F37D17B6B9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7" y="2627"/>
                  <a:ext cx="525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mail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server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7" name="Rectangle 63">
                  <a:extLst>
                    <a:ext uri="{FF2B5EF4-FFF2-40B4-BE49-F238E27FC236}">
                      <a16:creationId xmlns:a16="http://schemas.microsoft.com/office/drawing/2014/main" id="{A2C8D946-F607-9878-EB31-F9FA094CE6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8" name="Line 64">
                  <a:extLst>
                    <a:ext uri="{FF2B5EF4-FFF2-40B4-BE49-F238E27FC236}">
                      <a16:creationId xmlns:a16="http://schemas.microsoft.com/office/drawing/2014/main" id="{2E2D9C99-E188-94B5-FA4A-5BB7705478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9" name="Line 65">
                  <a:extLst>
                    <a:ext uri="{FF2B5EF4-FFF2-40B4-BE49-F238E27FC236}">
                      <a16:creationId xmlns:a16="http://schemas.microsoft.com/office/drawing/2014/main" id="{A3B6A6BC-4A4E-101B-8CE9-895AC49195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0" name="Line 66">
                  <a:extLst>
                    <a:ext uri="{FF2B5EF4-FFF2-40B4-BE49-F238E27FC236}">
                      <a16:creationId xmlns:a16="http://schemas.microsoft.com/office/drawing/2014/main" id="{BD46086A-29B4-D8CB-A94B-87115E350E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1" name="Line 67">
                  <a:extLst>
                    <a:ext uri="{FF2B5EF4-FFF2-40B4-BE49-F238E27FC236}">
                      <a16:creationId xmlns:a16="http://schemas.microsoft.com/office/drawing/2014/main" id="{8FD8F814-8FC2-373B-A8D0-3D2C384939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2" name="Line 68">
                  <a:extLst>
                    <a:ext uri="{FF2B5EF4-FFF2-40B4-BE49-F238E27FC236}">
                      <a16:creationId xmlns:a16="http://schemas.microsoft.com/office/drawing/2014/main" id="{F6BCD11D-C0B9-F719-0887-C436FE5D4F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3" name="Line 69">
                  <a:extLst>
                    <a:ext uri="{FF2B5EF4-FFF2-40B4-BE49-F238E27FC236}">
                      <a16:creationId xmlns:a16="http://schemas.microsoft.com/office/drawing/2014/main" id="{8EDD4036-9AC0-7E84-3684-6E22E9FCB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4" name="Line 70">
                  <a:extLst>
                    <a:ext uri="{FF2B5EF4-FFF2-40B4-BE49-F238E27FC236}">
                      <a16:creationId xmlns:a16="http://schemas.microsoft.com/office/drawing/2014/main" id="{FFC040D4-4424-228D-8A38-7C5E67DEA7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5" name="Rectangle 71">
                  <a:extLst>
                    <a:ext uri="{FF2B5EF4-FFF2-40B4-BE49-F238E27FC236}">
                      <a16:creationId xmlns:a16="http://schemas.microsoft.com/office/drawing/2014/main" id="{0FE86146-D6BA-FF09-DEE3-529869D9A4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6" name="Rectangle 72">
                  <a:extLst>
                    <a:ext uri="{FF2B5EF4-FFF2-40B4-BE49-F238E27FC236}">
                      <a16:creationId xmlns:a16="http://schemas.microsoft.com/office/drawing/2014/main" id="{550677DF-0CDB-AD42-F1F1-B7BD793B3E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" name="Rectangle 73">
                  <a:extLst>
                    <a:ext uri="{FF2B5EF4-FFF2-40B4-BE49-F238E27FC236}">
                      <a16:creationId xmlns:a16="http://schemas.microsoft.com/office/drawing/2014/main" id="{858BA0A5-209F-AF4D-A55A-45E777FA38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8" name="Rectangle 74">
                  <a:extLst>
                    <a:ext uri="{FF2B5EF4-FFF2-40B4-BE49-F238E27FC236}">
                      <a16:creationId xmlns:a16="http://schemas.microsoft.com/office/drawing/2014/main" id="{DE653CB0-8C6E-CA47-AEC7-4AB971904B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9" name="Rectangle 75">
                  <a:extLst>
                    <a:ext uri="{FF2B5EF4-FFF2-40B4-BE49-F238E27FC236}">
                      <a16:creationId xmlns:a16="http://schemas.microsoft.com/office/drawing/2014/main" id="{98873278-4CB2-33F3-202F-07DB03176B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E8DC160-5519-B32B-475D-8050B8A82A14}"/>
                </a:ext>
              </a:extLst>
            </p:cNvPr>
            <p:cNvGrpSpPr/>
            <p:nvPr/>
          </p:nvGrpSpPr>
          <p:grpSpPr>
            <a:xfrm>
              <a:off x="7263680" y="1234950"/>
              <a:ext cx="969967" cy="1347788"/>
              <a:chOff x="7263680" y="1234950"/>
              <a:chExt cx="969967" cy="1347788"/>
            </a:xfrm>
          </p:grpSpPr>
          <p:grpSp>
            <p:nvGrpSpPr>
              <p:cNvPr id="24" name="Group 320">
                <a:extLst>
                  <a:ext uri="{FF2B5EF4-FFF2-40B4-BE49-F238E27FC236}">
                    <a16:creationId xmlns:a16="http://schemas.microsoft.com/office/drawing/2014/main" id="{24D04F4C-0081-29D4-70B3-E7F6AE82CB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41" name="Freeform 321">
                  <a:extLst>
                    <a:ext uri="{FF2B5EF4-FFF2-40B4-BE49-F238E27FC236}">
                      <a16:creationId xmlns:a16="http://schemas.microsoft.com/office/drawing/2014/main" id="{7918F088-D184-1862-2CD3-78C0B08C43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2" name="Rectangle 322">
                  <a:extLst>
                    <a:ext uri="{FF2B5EF4-FFF2-40B4-BE49-F238E27FC236}">
                      <a16:creationId xmlns:a16="http://schemas.microsoft.com/office/drawing/2014/main" id="{82C72740-46F9-49AC-D76D-781AEA2199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3" name="Freeform 323">
                  <a:extLst>
                    <a:ext uri="{FF2B5EF4-FFF2-40B4-BE49-F238E27FC236}">
                      <a16:creationId xmlns:a16="http://schemas.microsoft.com/office/drawing/2014/main" id="{ADDB6CE3-6980-0D28-CC10-E7E2065DFC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4" name="Freeform 324">
                  <a:extLst>
                    <a:ext uri="{FF2B5EF4-FFF2-40B4-BE49-F238E27FC236}">
                      <a16:creationId xmlns:a16="http://schemas.microsoft.com/office/drawing/2014/main" id="{B080892E-3F5A-0CB5-0C43-48B12B0498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5" name="Rectangle 325">
                  <a:extLst>
                    <a:ext uri="{FF2B5EF4-FFF2-40B4-BE49-F238E27FC236}">
                      <a16:creationId xmlns:a16="http://schemas.microsoft.com/office/drawing/2014/main" id="{353291C2-0180-C250-E43E-850FD50AC2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46" name="Group 326">
                  <a:extLst>
                    <a:ext uri="{FF2B5EF4-FFF2-40B4-BE49-F238E27FC236}">
                      <a16:creationId xmlns:a16="http://schemas.microsoft.com/office/drawing/2014/main" id="{18792FA8-50A3-C188-20B5-7342CD7A49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71" name="AutoShape 327">
                    <a:extLst>
                      <a:ext uri="{FF2B5EF4-FFF2-40B4-BE49-F238E27FC236}">
                        <a16:creationId xmlns:a16="http://schemas.microsoft.com/office/drawing/2014/main" id="{1F20C080-8892-2077-90ED-BEA60C1A9C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72" name="AutoShape 328">
                    <a:extLst>
                      <a:ext uri="{FF2B5EF4-FFF2-40B4-BE49-F238E27FC236}">
                        <a16:creationId xmlns:a16="http://schemas.microsoft.com/office/drawing/2014/main" id="{D9DA6E3D-E010-D6A4-5055-B193D70C14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47" name="Rectangle 329">
                  <a:extLst>
                    <a:ext uri="{FF2B5EF4-FFF2-40B4-BE49-F238E27FC236}">
                      <a16:creationId xmlns:a16="http://schemas.microsoft.com/office/drawing/2014/main" id="{DF4EBAC3-3EE0-2149-8764-29DEF94070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48" name="Group 330">
                  <a:extLst>
                    <a:ext uri="{FF2B5EF4-FFF2-40B4-BE49-F238E27FC236}">
                      <a16:creationId xmlns:a16="http://schemas.microsoft.com/office/drawing/2014/main" id="{52D5D283-E135-78B2-5175-5692E6BE0B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69" name="AutoShape 331">
                    <a:extLst>
                      <a:ext uri="{FF2B5EF4-FFF2-40B4-BE49-F238E27FC236}">
                        <a16:creationId xmlns:a16="http://schemas.microsoft.com/office/drawing/2014/main" id="{43E7EBBC-3EA0-489F-364A-8F8D3FDFB0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70" name="AutoShape 332">
                    <a:extLst>
                      <a:ext uri="{FF2B5EF4-FFF2-40B4-BE49-F238E27FC236}">
                        <a16:creationId xmlns:a16="http://schemas.microsoft.com/office/drawing/2014/main" id="{DB4002F7-4569-D68C-3104-098D63B746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49" name="Rectangle 333">
                  <a:extLst>
                    <a:ext uri="{FF2B5EF4-FFF2-40B4-BE49-F238E27FC236}">
                      <a16:creationId xmlns:a16="http://schemas.microsoft.com/office/drawing/2014/main" id="{E09BAC8C-F0EE-D136-D672-F82E9CDAF9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0" name="Rectangle 334">
                  <a:extLst>
                    <a:ext uri="{FF2B5EF4-FFF2-40B4-BE49-F238E27FC236}">
                      <a16:creationId xmlns:a16="http://schemas.microsoft.com/office/drawing/2014/main" id="{EC0B08F1-458B-300C-76E4-BD512D4E4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51" name="Group 335">
                  <a:extLst>
                    <a:ext uri="{FF2B5EF4-FFF2-40B4-BE49-F238E27FC236}">
                      <a16:creationId xmlns:a16="http://schemas.microsoft.com/office/drawing/2014/main" id="{3030A07C-6DB5-8E02-BA90-A050873C09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67" name="AutoShape 336">
                    <a:extLst>
                      <a:ext uri="{FF2B5EF4-FFF2-40B4-BE49-F238E27FC236}">
                        <a16:creationId xmlns:a16="http://schemas.microsoft.com/office/drawing/2014/main" id="{DBAF7087-6791-B075-BD14-1D7061C5F7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68" name="AutoShape 337">
                    <a:extLst>
                      <a:ext uri="{FF2B5EF4-FFF2-40B4-BE49-F238E27FC236}">
                        <a16:creationId xmlns:a16="http://schemas.microsoft.com/office/drawing/2014/main" id="{5D3ED466-9619-D9A6-99AB-4C7F0738DF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52" name="Freeform 338">
                  <a:extLst>
                    <a:ext uri="{FF2B5EF4-FFF2-40B4-BE49-F238E27FC236}">
                      <a16:creationId xmlns:a16="http://schemas.microsoft.com/office/drawing/2014/main" id="{443EE6CF-ACC6-C279-FFFB-2EF0558174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grpSp>
              <p:nvGrpSpPr>
                <p:cNvPr id="53" name="Group 339">
                  <a:extLst>
                    <a:ext uri="{FF2B5EF4-FFF2-40B4-BE49-F238E27FC236}">
                      <a16:creationId xmlns:a16="http://schemas.microsoft.com/office/drawing/2014/main" id="{43CA902E-6ED4-1059-C6D3-951CD27219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65" name="AutoShape 340">
                    <a:extLst>
                      <a:ext uri="{FF2B5EF4-FFF2-40B4-BE49-F238E27FC236}">
                        <a16:creationId xmlns:a16="http://schemas.microsoft.com/office/drawing/2014/main" id="{3AF1F752-7AD4-6B7A-301A-BADED47EB2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66" name="AutoShape 341">
                    <a:extLst>
                      <a:ext uri="{FF2B5EF4-FFF2-40B4-BE49-F238E27FC236}">
                        <a16:creationId xmlns:a16="http://schemas.microsoft.com/office/drawing/2014/main" id="{8B96AC50-586C-5517-81BB-2EEDBFC104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54" name="Rectangle 342">
                  <a:extLst>
                    <a:ext uri="{FF2B5EF4-FFF2-40B4-BE49-F238E27FC236}">
                      <a16:creationId xmlns:a16="http://schemas.microsoft.com/office/drawing/2014/main" id="{E52A7F12-2CDA-D915-0758-06A54A9BC8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5" name="Freeform 343">
                  <a:extLst>
                    <a:ext uri="{FF2B5EF4-FFF2-40B4-BE49-F238E27FC236}">
                      <a16:creationId xmlns:a16="http://schemas.microsoft.com/office/drawing/2014/main" id="{C2B24788-32C5-25DD-69EF-3FD5CFE833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56" name="Freeform 344">
                  <a:extLst>
                    <a:ext uri="{FF2B5EF4-FFF2-40B4-BE49-F238E27FC236}">
                      <a16:creationId xmlns:a16="http://schemas.microsoft.com/office/drawing/2014/main" id="{D1F2734E-E61F-55D0-572E-6207299113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57" name="Oval 345">
                  <a:extLst>
                    <a:ext uri="{FF2B5EF4-FFF2-40B4-BE49-F238E27FC236}">
                      <a16:creationId xmlns:a16="http://schemas.microsoft.com/office/drawing/2014/main" id="{FF69DB47-5249-0E0D-CD67-4D91F0E29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8" name="Freeform 346">
                  <a:extLst>
                    <a:ext uri="{FF2B5EF4-FFF2-40B4-BE49-F238E27FC236}">
                      <a16:creationId xmlns:a16="http://schemas.microsoft.com/office/drawing/2014/main" id="{3BC341B9-F197-C33D-AED6-9B32D28C57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59" name="AutoShape 347">
                  <a:extLst>
                    <a:ext uri="{FF2B5EF4-FFF2-40B4-BE49-F238E27FC236}">
                      <a16:creationId xmlns:a16="http://schemas.microsoft.com/office/drawing/2014/main" id="{402A0586-CCA9-3950-F27F-CF3A2FC119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0" name="AutoShape 348">
                  <a:extLst>
                    <a:ext uri="{FF2B5EF4-FFF2-40B4-BE49-F238E27FC236}">
                      <a16:creationId xmlns:a16="http://schemas.microsoft.com/office/drawing/2014/main" id="{F3E902EA-9067-3B09-D78D-A5D4966F53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1" name="Oval 349">
                  <a:extLst>
                    <a:ext uri="{FF2B5EF4-FFF2-40B4-BE49-F238E27FC236}">
                      <a16:creationId xmlns:a16="http://schemas.microsoft.com/office/drawing/2014/main" id="{A9E77B19-BA9F-1FE7-37A3-3BFE6CD212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" name="Oval 350">
                  <a:extLst>
                    <a:ext uri="{FF2B5EF4-FFF2-40B4-BE49-F238E27FC236}">
                      <a16:creationId xmlns:a16="http://schemas.microsoft.com/office/drawing/2014/main" id="{B7F89541-A539-08D6-6460-F37AD68165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500" kern="0" dirty="0">
                    <a:solidFill>
                      <a:srgbClr val="FF0000"/>
                    </a:solidFill>
                    <a:latin typeface="Calibri" panose="020F0502020204030204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Oval 351">
                  <a:extLst>
                    <a:ext uri="{FF2B5EF4-FFF2-40B4-BE49-F238E27FC236}">
                      <a16:creationId xmlns:a16="http://schemas.microsoft.com/office/drawing/2014/main" id="{2D5F9EE7-443B-B0D7-D73C-B7185EBFFF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4" name="Rectangle 352">
                  <a:extLst>
                    <a:ext uri="{FF2B5EF4-FFF2-40B4-BE49-F238E27FC236}">
                      <a16:creationId xmlns:a16="http://schemas.microsoft.com/office/drawing/2014/main" id="{6A6A121F-604A-42FD-08AA-963E7D6376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25" name="Group 96">
                <a:extLst>
                  <a:ext uri="{FF2B5EF4-FFF2-40B4-BE49-F238E27FC236}">
                    <a16:creationId xmlns:a16="http://schemas.microsoft.com/office/drawing/2014/main" id="{65A8250D-D193-6C17-AFD5-06FB19FD0D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93859" y="1533400"/>
                <a:ext cx="839788" cy="1049338"/>
                <a:chOff x="4277" y="2627"/>
                <a:chExt cx="529" cy="661"/>
              </a:xfrm>
            </p:grpSpPr>
            <p:sp>
              <p:nvSpPr>
                <p:cNvPr id="26" name="Rectangle 97">
                  <a:extLst>
                    <a:ext uri="{FF2B5EF4-FFF2-40B4-BE49-F238E27FC236}">
                      <a16:creationId xmlns:a16="http://schemas.microsoft.com/office/drawing/2014/main" id="{45BC177F-286C-27DB-2419-FAD89711F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7" name="Text Box 98">
                  <a:extLst>
                    <a:ext uri="{FF2B5EF4-FFF2-40B4-BE49-F238E27FC236}">
                      <a16:creationId xmlns:a16="http://schemas.microsoft.com/office/drawing/2014/main" id="{80F25636-A5D7-1D47-6C2B-F02E38F9F4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7" y="2627"/>
                  <a:ext cx="525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mail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server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8" name="Rectangle 99">
                  <a:extLst>
                    <a:ext uri="{FF2B5EF4-FFF2-40B4-BE49-F238E27FC236}">
                      <a16:creationId xmlns:a16="http://schemas.microsoft.com/office/drawing/2014/main" id="{697E8F5C-83AC-4DDB-F27C-298AEF8D4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9" name="Line 100">
                  <a:extLst>
                    <a:ext uri="{FF2B5EF4-FFF2-40B4-BE49-F238E27FC236}">
                      <a16:creationId xmlns:a16="http://schemas.microsoft.com/office/drawing/2014/main" id="{D84A4F56-34EA-2665-7B5F-D8B07A4251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0" name="Line 101">
                  <a:extLst>
                    <a:ext uri="{FF2B5EF4-FFF2-40B4-BE49-F238E27FC236}">
                      <a16:creationId xmlns:a16="http://schemas.microsoft.com/office/drawing/2014/main" id="{279DD60B-F039-7848-F0FA-02AE9368E8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" name="Line 102">
                  <a:extLst>
                    <a:ext uri="{FF2B5EF4-FFF2-40B4-BE49-F238E27FC236}">
                      <a16:creationId xmlns:a16="http://schemas.microsoft.com/office/drawing/2014/main" id="{641B00DE-B1DA-94CB-B213-A4BE9C483C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2" name="Line 103">
                  <a:extLst>
                    <a:ext uri="{FF2B5EF4-FFF2-40B4-BE49-F238E27FC236}">
                      <a16:creationId xmlns:a16="http://schemas.microsoft.com/office/drawing/2014/main" id="{8EEB35D9-6F28-8167-015B-3908D21A92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3" name="Line 104">
                  <a:extLst>
                    <a:ext uri="{FF2B5EF4-FFF2-40B4-BE49-F238E27FC236}">
                      <a16:creationId xmlns:a16="http://schemas.microsoft.com/office/drawing/2014/main" id="{760D2EF6-79EC-8FD2-6BD8-54B6890AB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4" name="Line 105">
                  <a:extLst>
                    <a:ext uri="{FF2B5EF4-FFF2-40B4-BE49-F238E27FC236}">
                      <a16:creationId xmlns:a16="http://schemas.microsoft.com/office/drawing/2014/main" id="{77B8B0C0-7525-15FF-0122-25004FB2A2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5" name="Line 106">
                  <a:extLst>
                    <a:ext uri="{FF2B5EF4-FFF2-40B4-BE49-F238E27FC236}">
                      <a16:creationId xmlns:a16="http://schemas.microsoft.com/office/drawing/2014/main" id="{07D186D5-C30C-4D2E-4051-73DA532A7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" name="Rectangle 107">
                  <a:extLst>
                    <a:ext uri="{FF2B5EF4-FFF2-40B4-BE49-F238E27FC236}">
                      <a16:creationId xmlns:a16="http://schemas.microsoft.com/office/drawing/2014/main" id="{1DEA955C-FAA4-0BD0-DA7F-85D799D499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7" name="Rectangle 108">
                  <a:extLst>
                    <a:ext uri="{FF2B5EF4-FFF2-40B4-BE49-F238E27FC236}">
                      <a16:creationId xmlns:a16="http://schemas.microsoft.com/office/drawing/2014/main" id="{B221AF2B-56D6-FB89-B0A7-7A72471FE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8" name="Rectangle 109">
                  <a:extLst>
                    <a:ext uri="{FF2B5EF4-FFF2-40B4-BE49-F238E27FC236}">
                      <a16:creationId xmlns:a16="http://schemas.microsoft.com/office/drawing/2014/main" id="{E158DA5E-5730-5C06-80E8-34A8217F8F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9" name="Rectangle 110">
                  <a:extLst>
                    <a:ext uri="{FF2B5EF4-FFF2-40B4-BE49-F238E27FC236}">
                      <a16:creationId xmlns:a16="http://schemas.microsoft.com/office/drawing/2014/main" id="{7684DD77-09EF-F0E3-1F35-34260689F7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0" name="Rectangle 111">
                  <a:extLst>
                    <a:ext uri="{FF2B5EF4-FFF2-40B4-BE49-F238E27FC236}">
                      <a16:creationId xmlns:a16="http://schemas.microsoft.com/office/drawing/2014/main" id="{FC380D80-ECF0-0C97-F283-2E2883BA58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315D181-661A-1848-BE9F-77978DBCAFCB}"/>
              </a:ext>
            </a:extLst>
          </p:cNvPr>
          <p:cNvGrpSpPr/>
          <p:nvPr/>
        </p:nvGrpSpPr>
        <p:grpSpPr>
          <a:xfrm>
            <a:off x="5275125" y="2450514"/>
            <a:ext cx="1806176" cy="1657350"/>
            <a:chOff x="7004920" y="2001712"/>
            <a:chExt cx="2408233" cy="2209800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F08B41B4-F9FE-CB48-F955-2356DD9A61D2}"/>
                </a:ext>
              </a:extLst>
            </p:cNvPr>
            <p:cNvGrpSpPr/>
            <p:nvPr/>
          </p:nvGrpSpPr>
          <p:grpSpPr>
            <a:xfrm>
              <a:off x="8262217" y="3125662"/>
              <a:ext cx="1150936" cy="1085850"/>
              <a:chOff x="8262217" y="3125662"/>
              <a:chExt cx="1150936" cy="1085850"/>
            </a:xfrm>
          </p:grpSpPr>
          <p:sp>
            <p:nvSpPr>
              <p:cNvPr id="183" name="Line 117">
                <a:extLst>
                  <a:ext uri="{FF2B5EF4-FFF2-40B4-BE49-F238E27FC236}">
                    <a16:creationId xmlns:a16="http://schemas.microsoft.com/office/drawing/2014/main" id="{6C15966A-C660-2047-6BC9-F889078C6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2217" y="3125662"/>
                <a:ext cx="1123950" cy="108585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84" name="Group 119">
                <a:extLst>
                  <a:ext uri="{FF2B5EF4-FFF2-40B4-BE49-F238E27FC236}">
                    <a16:creationId xmlns:a16="http://schemas.microsoft.com/office/drawing/2014/main" id="{6E4DA2E6-4AC4-16FD-CCCC-8DEC19DFCB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33653" y="3419354"/>
                <a:ext cx="1079500" cy="554038"/>
                <a:chOff x="3729" y="2537"/>
                <a:chExt cx="680" cy="349"/>
              </a:xfrm>
            </p:grpSpPr>
            <p:sp>
              <p:nvSpPr>
                <p:cNvPr id="185" name="Rectangle 120">
                  <a:extLst>
                    <a:ext uri="{FF2B5EF4-FFF2-40B4-BE49-F238E27FC236}">
                      <a16:creationId xmlns:a16="http://schemas.microsoft.com/office/drawing/2014/main" id="{2C1F7FC5-6706-7DC8-1524-BCD1CC966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6" name="Text Box 121">
                  <a:extLst>
                    <a:ext uri="{FF2B5EF4-FFF2-40B4-BE49-F238E27FC236}">
                      <a16:creationId xmlns:a16="http://schemas.microsoft.com/office/drawing/2014/main" id="{616F7152-9EF9-CDE5-13C3-6FFEFB45A0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29" y="2537"/>
                  <a:ext cx="680" cy="3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2100" kern="0" dirty="0">
                      <a:solidFill>
                        <a:srgbClr val="CC0000"/>
                      </a:solidFill>
                      <a:latin typeface="Calibri" panose="020F0502020204030204"/>
                    </a:rPr>
                    <a:t>SMTP</a:t>
                  </a:r>
                </a:p>
              </p:txBody>
            </p:sp>
          </p:grp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891D7991-9612-6F87-FE09-709ECAE3F73B}"/>
                </a:ext>
              </a:extLst>
            </p:cNvPr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sp>
            <p:nvSpPr>
              <p:cNvPr id="179" name="Line 9">
                <a:extLst>
                  <a:ext uri="{FF2B5EF4-FFF2-40B4-BE49-F238E27FC236}">
                    <a16:creationId xmlns:a16="http://schemas.microsoft.com/office/drawing/2014/main" id="{AC1682DC-9598-F08E-257D-7B71AD9EE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62217" y="2001712"/>
                <a:ext cx="1123950" cy="79057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80" name="Group 122">
                <a:extLst>
                  <a:ext uri="{FF2B5EF4-FFF2-40B4-BE49-F238E27FC236}">
                    <a16:creationId xmlns:a16="http://schemas.microsoft.com/office/drawing/2014/main" id="{E2858775-FC33-B29B-5B76-66B18ABC83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5553" y="2162054"/>
                <a:ext cx="1079500" cy="554038"/>
                <a:chOff x="3729" y="2537"/>
                <a:chExt cx="680" cy="349"/>
              </a:xfrm>
            </p:grpSpPr>
            <p:sp>
              <p:nvSpPr>
                <p:cNvPr id="181" name="Rectangle 123">
                  <a:extLst>
                    <a:ext uri="{FF2B5EF4-FFF2-40B4-BE49-F238E27FC236}">
                      <a16:creationId xmlns:a16="http://schemas.microsoft.com/office/drawing/2014/main" id="{46597BB1-265B-AE11-62C5-0D9B364890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2" name="Text Box 124">
                  <a:extLst>
                    <a:ext uri="{FF2B5EF4-FFF2-40B4-BE49-F238E27FC236}">
                      <a16:creationId xmlns:a16="http://schemas.microsoft.com/office/drawing/2014/main" id="{44A926D2-A622-E1E9-0946-4AB4BFB42F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29" y="2537"/>
                  <a:ext cx="680" cy="3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2100" kern="0" dirty="0">
                      <a:solidFill>
                        <a:srgbClr val="CC0000"/>
                      </a:solidFill>
                      <a:latin typeface="Calibri" panose="020F0502020204030204"/>
                    </a:rPr>
                    <a:t>SMTP</a:t>
                  </a:r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435A4A2-2169-AF55-BE10-66A6A334E382}"/>
                </a:ext>
              </a:extLst>
            </p:cNvPr>
            <p:cNvGrpSpPr/>
            <p:nvPr/>
          </p:nvGrpSpPr>
          <p:grpSpPr>
            <a:xfrm>
              <a:off x="7004920" y="2601787"/>
              <a:ext cx="1079501" cy="1247775"/>
              <a:chOff x="7004920" y="2601787"/>
              <a:chExt cx="1079501" cy="1247775"/>
            </a:xfrm>
          </p:grpSpPr>
          <p:sp>
            <p:nvSpPr>
              <p:cNvPr id="175" name="Line 118">
                <a:extLst>
                  <a:ext uri="{FF2B5EF4-FFF2-40B4-BE49-F238E27FC236}">
                    <a16:creationId xmlns:a16="http://schemas.microsoft.com/office/drawing/2014/main" id="{A1488441-8D94-A0D5-528F-8F9B9AE5D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519267" y="2601787"/>
                <a:ext cx="0" cy="124777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76" name="Group 125">
                <a:extLst>
                  <a:ext uri="{FF2B5EF4-FFF2-40B4-BE49-F238E27FC236}">
                    <a16:creationId xmlns:a16="http://schemas.microsoft.com/office/drawing/2014/main" id="{0BC5E0DF-D3EF-787C-F873-1E8C53258E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04920" y="2809754"/>
                <a:ext cx="1079501" cy="554038"/>
                <a:chOff x="3750" y="2495"/>
                <a:chExt cx="680" cy="349"/>
              </a:xfrm>
            </p:grpSpPr>
            <p:sp>
              <p:nvSpPr>
                <p:cNvPr id="177" name="Rectangle 126">
                  <a:extLst>
                    <a:ext uri="{FF2B5EF4-FFF2-40B4-BE49-F238E27FC236}">
                      <a16:creationId xmlns:a16="http://schemas.microsoft.com/office/drawing/2014/main" id="{67753D3C-4E9F-7E14-BDA6-E1205DEBE4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8" name="Text Box 127">
                  <a:extLst>
                    <a:ext uri="{FF2B5EF4-FFF2-40B4-BE49-F238E27FC236}">
                      <a16:creationId xmlns:a16="http://schemas.microsoft.com/office/drawing/2014/main" id="{CED6463D-39CE-3E21-C76B-66EA59EC3E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50" y="2495"/>
                  <a:ext cx="680" cy="3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2100" kern="0" dirty="0">
                      <a:solidFill>
                        <a:srgbClr val="CC0000"/>
                      </a:solidFill>
                      <a:latin typeface="Calibri" panose="020F0502020204030204"/>
                    </a:rPr>
                    <a:t>SMTP</a:t>
                  </a:r>
                </a:p>
              </p:txBody>
            </p:sp>
          </p:grp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FA4380EA-C6CA-A762-5C1E-3B5830186D12}"/>
              </a:ext>
            </a:extLst>
          </p:cNvPr>
          <p:cNvGrpSpPr/>
          <p:nvPr/>
        </p:nvGrpSpPr>
        <p:grpSpPr>
          <a:xfrm>
            <a:off x="5733511" y="1550402"/>
            <a:ext cx="2774157" cy="3838575"/>
            <a:chOff x="7616107" y="801562"/>
            <a:chExt cx="3698876" cy="5118100"/>
          </a:xfrm>
        </p:grpSpPr>
        <p:grpSp>
          <p:nvGrpSpPr>
            <p:cNvPr id="188" name="Group 423">
              <a:extLst>
                <a:ext uri="{FF2B5EF4-FFF2-40B4-BE49-F238E27FC236}">
                  <a16:creationId xmlns:a16="http://schemas.microsoft.com/office/drawing/2014/main" id="{9835E281-AD89-FBDB-E209-555D57030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85995" y="801562"/>
              <a:ext cx="955676" cy="1054100"/>
              <a:chOff x="3547" y="550"/>
              <a:chExt cx="602" cy="664"/>
            </a:xfrm>
          </p:grpSpPr>
          <p:grpSp>
            <p:nvGrpSpPr>
              <p:cNvPr id="219" name="Group 353">
                <a:extLst>
                  <a:ext uri="{FF2B5EF4-FFF2-40B4-BE49-F238E27FC236}">
                    <a16:creationId xmlns:a16="http://schemas.microsoft.com/office/drawing/2014/main" id="{C43F7C6C-4EA3-903B-F7F2-EE9FD01DFE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22" name="Picture 354" descr="desktop_computer_stylized_medium">
                  <a:extLst>
                    <a:ext uri="{FF2B5EF4-FFF2-40B4-BE49-F238E27FC236}">
                      <a16:creationId xmlns:a16="http://schemas.microsoft.com/office/drawing/2014/main" id="{A106F1B9-1A46-F4BD-DA6E-811A72E1FBA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23" name="Freeform 355">
                  <a:extLst>
                    <a:ext uri="{FF2B5EF4-FFF2-40B4-BE49-F238E27FC236}">
                      <a16:creationId xmlns:a16="http://schemas.microsoft.com/office/drawing/2014/main" id="{A001F9FF-1F32-5DB8-69DB-311C1FDC3E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20" name="Rectangle 115">
                <a:extLst>
                  <a:ext uri="{FF2B5EF4-FFF2-40B4-BE49-F238E27FC236}">
                    <a16:creationId xmlns:a16="http://schemas.microsoft.com/office/drawing/2014/main" id="{8DA21079-F015-DE1C-D428-61613AA06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221" name="Text Box 116">
                <a:extLst>
                  <a:ext uri="{FF2B5EF4-FFF2-40B4-BE49-F238E27FC236}">
                    <a16:creationId xmlns:a16="http://schemas.microsoft.com/office/drawing/2014/main" id="{D8C1BE96-E179-E7EE-FE4D-E4374428BD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7" y="550"/>
                <a:ext cx="492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user</a:t>
                </a:r>
              </a:p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agent</a:t>
                </a: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89" name="Group 424">
              <a:extLst>
                <a:ext uri="{FF2B5EF4-FFF2-40B4-BE49-F238E27FC236}">
                  <a16:creationId xmlns:a16="http://schemas.microsoft.com/office/drawing/2014/main" id="{F3EBC416-E4A5-0049-5406-3B3BCC281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22757" y="1617537"/>
              <a:ext cx="955676" cy="1054100"/>
              <a:chOff x="3547" y="550"/>
              <a:chExt cx="602" cy="664"/>
            </a:xfrm>
          </p:grpSpPr>
          <p:grpSp>
            <p:nvGrpSpPr>
              <p:cNvPr id="214" name="Group 425">
                <a:extLst>
                  <a:ext uri="{FF2B5EF4-FFF2-40B4-BE49-F238E27FC236}">
                    <a16:creationId xmlns:a16="http://schemas.microsoft.com/office/drawing/2014/main" id="{AD6996B6-8FCB-1BAB-86A5-97C102124C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17" name="Picture 426" descr="desktop_computer_stylized_medium">
                  <a:extLst>
                    <a:ext uri="{FF2B5EF4-FFF2-40B4-BE49-F238E27FC236}">
                      <a16:creationId xmlns:a16="http://schemas.microsoft.com/office/drawing/2014/main" id="{BB10EB2F-A8B6-54EE-2816-207F7C1456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18" name="Freeform 427">
                  <a:extLst>
                    <a:ext uri="{FF2B5EF4-FFF2-40B4-BE49-F238E27FC236}">
                      <a16:creationId xmlns:a16="http://schemas.microsoft.com/office/drawing/2014/main" id="{C33D0C9F-C863-AB6E-ADE0-4B46E7F552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15" name="Rectangle 115">
                <a:extLst>
                  <a:ext uri="{FF2B5EF4-FFF2-40B4-BE49-F238E27FC236}">
                    <a16:creationId xmlns:a16="http://schemas.microsoft.com/office/drawing/2014/main" id="{47BF6741-E7A2-C73C-A28D-0AB846D83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216" name="Text Box 116">
                <a:extLst>
                  <a:ext uri="{FF2B5EF4-FFF2-40B4-BE49-F238E27FC236}">
                    <a16:creationId xmlns:a16="http://schemas.microsoft.com/office/drawing/2014/main" id="{67A12101-0ED3-8132-04C3-43501B91FC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7" y="550"/>
                <a:ext cx="492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user</a:t>
                </a:r>
              </a:p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agent</a:t>
                </a: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90" name="Group 430">
              <a:extLst>
                <a:ext uri="{FF2B5EF4-FFF2-40B4-BE49-F238E27FC236}">
                  <a16:creationId xmlns:a16="http://schemas.microsoft.com/office/drawing/2014/main" id="{F9B5DD89-E3F0-1A96-001B-08EC0BC5EA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59307" y="2379537"/>
              <a:ext cx="955676" cy="1054100"/>
              <a:chOff x="3547" y="550"/>
              <a:chExt cx="602" cy="664"/>
            </a:xfrm>
          </p:grpSpPr>
          <p:grpSp>
            <p:nvGrpSpPr>
              <p:cNvPr id="209" name="Group 431">
                <a:extLst>
                  <a:ext uri="{FF2B5EF4-FFF2-40B4-BE49-F238E27FC236}">
                    <a16:creationId xmlns:a16="http://schemas.microsoft.com/office/drawing/2014/main" id="{91D61331-9F3F-CA99-F72B-66C0779C97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12" name="Picture 432" descr="desktop_computer_stylized_medium">
                  <a:extLst>
                    <a:ext uri="{FF2B5EF4-FFF2-40B4-BE49-F238E27FC236}">
                      <a16:creationId xmlns:a16="http://schemas.microsoft.com/office/drawing/2014/main" id="{1A080D2D-9CB3-9037-75F1-0DEEBC1004A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13" name="Freeform 433">
                  <a:extLst>
                    <a:ext uri="{FF2B5EF4-FFF2-40B4-BE49-F238E27FC236}">
                      <a16:creationId xmlns:a16="http://schemas.microsoft.com/office/drawing/2014/main" id="{5F5E809F-0CD3-8C27-DA73-358025945B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10" name="Rectangle 115">
                <a:extLst>
                  <a:ext uri="{FF2B5EF4-FFF2-40B4-BE49-F238E27FC236}">
                    <a16:creationId xmlns:a16="http://schemas.microsoft.com/office/drawing/2014/main" id="{B4B156C4-2EFE-83AB-2581-ED1EDFE01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211" name="Text Box 116">
                <a:extLst>
                  <a:ext uri="{FF2B5EF4-FFF2-40B4-BE49-F238E27FC236}">
                    <a16:creationId xmlns:a16="http://schemas.microsoft.com/office/drawing/2014/main" id="{BAFB9D87-8C9E-B5EE-152A-5AAB995F55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7" y="550"/>
                <a:ext cx="492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user</a:t>
                </a:r>
              </a:p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agent</a:t>
                </a: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91" name="Group 436">
              <a:extLst>
                <a:ext uri="{FF2B5EF4-FFF2-40B4-BE49-F238E27FC236}">
                  <a16:creationId xmlns:a16="http://schemas.microsoft.com/office/drawing/2014/main" id="{27D7CDA8-60D8-145B-2742-6CF3FE3D80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27545" y="3427287"/>
              <a:ext cx="955676" cy="1054100"/>
              <a:chOff x="3547" y="550"/>
              <a:chExt cx="602" cy="664"/>
            </a:xfrm>
          </p:grpSpPr>
          <p:grpSp>
            <p:nvGrpSpPr>
              <p:cNvPr id="204" name="Group 437">
                <a:extLst>
                  <a:ext uri="{FF2B5EF4-FFF2-40B4-BE49-F238E27FC236}">
                    <a16:creationId xmlns:a16="http://schemas.microsoft.com/office/drawing/2014/main" id="{B627AAE4-DEAB-98F3-E359-D97FD9682E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07" name="Picture 438" descr="desktop_computer_stylized_medium">
                  <a:extLst>
                    <a:ext uri="{FF2B5EF4-FFF2-40B4-BE49-F238E27FC236}">
                      <a16:creationId xmlns:a16="http://schemas.microsoft.com/office/drawing/2014/main" id="{93AD05BF-092A-E528-E3FD-7B71C2771A1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8" name="Freeform 439">
                  <a:extLst>
                    <a:ext uri="{FF2B5EF4-FFF2-40B4-BE49-F238E27FC236}">
                      <a16:creationId xmlns:a16="http://schemas.microsoft.com/office/drawing/2014/main" id="{95D16338-C6BA-57C5-EAEF-3CE0F1C20A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05" name="Rectangle 115">
                <a:extLst>
                  <a:ext uri="{FF2B5EF4-FFF2-40B4-BE49-F238E27FC236}">
                    <a16:creationId xmlns:a16="http://schemas.microsoft.com/office/drawing/2014/main" id="{B99973E5-F0DA-69B2-7C44-A7FBF9AEB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206" name="Text Box 116">
                <a:extLst>
                  <a:ext uri="{FF2B5EF4-FFF2-40B4-BE49-F238E27FC236}">
                    <a16:creationId xmlns:a16="http://schemas.microsoft.com/office/drawing/2014/main" id="{6B75859A-A0CF-0526-7500-601C18EB2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7" y="550"/>
                <a:ext cx="492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user</a:t>
                </a:r>
              </a:p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agent</a:t>
                </a: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92" name="Group 442">
              <a:extLst>
                <a:ext uri="{FF2B5EF4-FFF2-40B4-BE49-F238E27FC236}">
                  <a16:creationId xmlns:a16="http://schemas.microsoft.com/office/drawing/2014/main" id="{FE318283-AFF9-71C6-091C-7B2A0AA0B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16107" y="4865562"/>
              <a:ext cx="955676" cy="1054100"/>
              <a:chOff x="3547" y="550"/>
              <a:chExt cx="602" cy="664"/>
            </a:xfrm>
          </p:grpSpPr>
          <p:grpSp>
            <p:nvGrpSpPr>
              <p:cNvPr id="199" name="Group 443">
                <a:extLst>
                  <a:ext uri="{FF2B5EF4-FFF2-40B4-BE49-F238E27FC236}">
                    <a16:creationId xmlns:a16="http://schemas.microsoft.com/office/drawing/2014/main" id="{0A292BB5-32C0-EDD7-9EAD-A2F5C0D206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02" name="Picture 444" descr="desktop_computer_stylized_medium">
                  <a:extLst>
                    <a:ext uri="{FF2B5EF4-FFF2-40B4-BE49-F238E27FC236}">
                      <a16:creationId xmlns:a16="http://schemas.microsoft.com/office/drawing/2014/main" id="{61FD274A-A785-CD5E-4A2C-AE53373A86D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3" name="Freeform 445">
                  <a:extLst>
                    <a:ext uri="{FF2B5EF4-FFF2-40B4-BE49-F238E27FC236}">
                      <a16:creationId xmlns:a16="http://schemas.microsoft.com/office/drawing/2014/main" id="{6850A1AA-AD28-989A-E925-296540BFCC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00" name="Rectangle 115">
                <a:extLst>
                  <a:ext uri="{FF2B5EF4-FFF2-40B4-BE49-F238E27FC236}">
                    <a16:creationId xmlns:a16="http://schemas.microsoft.com/office/drawing/2014/main" id="{076D0BAB-83DE-8264-E789-9F412DC740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201" name="Text Box 116">
                <a:extLst>
                  <a:ext uri="{FF2B5EF4-FFF2-40B4-BE49-F238E27FC236}">
                    <a16:creationId xmlns:a16="http://schemas.microsoft.com/office/drawing/2014/main" id="{1F21359C-DBCA-0F07-7ACA-821DFD1B21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7" y="550"/>
                <a:ext cx="492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user</a:t>
                </a:r>
              </a:p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agent</a:t>
                </a: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93" name="Group 448">
              <a:extLst>
                <a:ext uri="{FF2B5EF4-FFF2-40B4-BE49-F238E27FC236}">
                  <a16:creationId xmlns:a16="http://schemas.microsoft.com/office/drawing/2014/main" id="{88B9E70F-9C78-84C8-3136-DA0E583086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4770" y="4246437"/>
              <a:ext cx="955676" cy="1054100"/>
              <a:chOff x="3547" y="550"/>
              <a:chExt cx="602" cy="664"/>
            </a:xfrm>
          </p:grpSpPr>
          <p:grpSp>
            <p:nvGrpSpPr>
              <p:cNvPr id="194" name="Group 449">
                <a:extLst>
                  <a:ext uri="{FF2B5EF4-FFF2-40B4-BE49-F238E27FC236}">
                    <a16:creationId xmlns:a16="http://schemas.microsoft.com/office/drawing/2014/main" id="{CA3D8DEB-7AB7-B469-C87C-DDBCF9DDD7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7" name="Picture 450" descr="desktop_computer_stylized_medium">
                  <a:extLst>
                    <a:ext uri="{FF2B5EF4-FFF2-40B4-BE49-F238E27FC236}">
                      <a16:creationId xmlns:a16="http://schemas.microsoft.com/office/drawing/2014/main" id="{CB63E633-1A8D-7ECE-E4FB-58A01422C3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8" name="Freeform 451">
                  <a:extLst>
                    <a:ext uri="{FF2B5EF4-FFF2-40B4-BE49-F238E27FC236}">
                      <a16:creationId xmlns:a16="http://schemas.microsoft.com/office/drawing/2014/main" id="{32226540-14A4-8F0E-A4EC-60F5E73B15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195" name="Rectangle 115">
                <a:extLst>
                  <a:ext uri="{FF2B5EF4-FFF2-40B4-BE49-F238E27FC236}">
                    <a16:creationId xmlns:a16="http://schemas.microsoft.com/office/drawing/2014/main" id="{D9ABC737-985F-45DC-0970-3C4B70B8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96" name="Text Box 116">
                <a:extLst>
                  <a:ext uri="{FF2B5EF4-FFF2-40B4-BE49-F238E27FC236}">
                    <a16:creationId xmlns:a16="http://schemas.microsoft.com/office/drawing/2014/main" id="{394349B7-6E63-2DA7-3698-D68B04B70B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7" y="550"/>
                <a:ext cx="492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user</a:t>
                </a:r>
              </a:p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agent</a:t>
                </a: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289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E-mail -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E12A85F1-864A-FC71-FD3E-C5D7136DA3A6}"/>
              </a:ext>
            </a:extLst>
          </p:cNvPr>
          <p:cNvGrpSpPr/>
          <p:nvPr/>
        </p:nvGrpSpPr>
        <p:grpSpPr>
          <a:xfrm>
            <a:off x="5263627" y="1539950"/>
            <a:ext cx="3505959" cy="4132357"/>
            <a:chOff x="5253467" y="1529790"/>
            <a:chExt cx="3505959" cy="4132357"/>
          </a:xfrm>
        </p:grpSpPr>
        <p:grpSp>
          <p:nvGrpSpPr>
            <p:cNvPr id="671" name="Group 279">
              <a:extLst>
                <a:ext uri="{FF2B5EF4-FFF2-40B4-BE49-F238E27FC236}">
                  <a16:creationId xmlns:a16="http://schemas.microsoft.com/office/drawing/2014/main" id="{087AB32A-3D36-AC62-3BBC-7EB242E45B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56882" y="4909672"/>
              <a:ext cx="1302544" cy="752475"/>
              <a:chOff x="4458" y="3335"/>
              <a:chExt cx="1094" cy="632"/>
            </a:xfrm>
          </p:grpSpPr>
          <p:sp>
            <p:nvSpPr>
              <p:cNvPr id="882" name="Text Box 263">
                <a:extLst>
                  <a:ext uri="{FF2B5EF4-FFF2-40B4-BE49-F238E27FC236}">
                    <a16:creationId xmlns:a16="http://schemas.microsoft.com/office/drawing/2014/main" id="{8222AA79-524B-EB05-2850-17BDC895A7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8" y="3715"/>
                <a:ext cx="91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user mailbox</a:t>
                </a: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883" name="Group 278">
                <a:extLst>
                  <a:ext uri="{FF2B5EF4-FFF2-40B4-BE49-F238E27FC236}">
                    <a16:creationId xmlns:a16="http://schemas.microsoft.com/office/drawing/2014/main" id="{B2B279A2-03E6-2760-454A-E3C9FF6A2E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3408"/>
                <a:ext cx="450" cy="120"/>
                <a:chOff x="4314" y="3444"/>
                <a:chExt cx="450" cy="120"/>
              </a:xfrm>
            </p:grpSpPr>
            <p:sp>
              <p:nvSpPr>
                <p:cNvPr id="886" name="Rectangle 264">
                  <a:extLst>
                    <a:ext uri="{FF2B5EF4-FFF2-40B4-BE49-F238E27FC236}">
                      <a16:creationId xmlns:a16="http://schemas.microsoft.com/office/drawing/2014/main" id="{F60DC3ED-FAF0-C56C-8B48-72FDED2A99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3444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87" name="Line 265">
                  <a:extLst>
                    <a:ext uri="{FF2B5EF4-FFF2-40B4-BE49-F238E27FC236}">
                      <a16:creationId xmlns:a16="http://schemas.microsoft.com/office/drawing/2014/main" id="{CF71A0F6-2AF4-2110-9F54-B0BC178284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88" name="Line 266">
                  <a:extLst>
                    <a:ext uri="{FF2B5EF4-FFF2-40B4-BE49-F238E27FC236}">
                      <a16:creationId xmlns:a16="http://schemas.microsoft.com/office/drawing/2014/main" id="{64E34DD4-EC65-6659-82FA-1E63808705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72" y="3471"/>
                  <a:ext cx="6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89" name="Line 267">
                  <a:extLst>
                    <a:ext uri="{FF2B5EF4-FFF2-40B4-BE49-F238E27FC236}">
                      <a16:creationId xmlns:a16="http://schemas.microsoft.com/office/drawing/2014/main" id="{602D1E86-2463-E3A3-4AD4-048A85EE85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7" y="347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90" name="Line 268">
                  <a:extLst>
                    <a:ext uri="{FF2B5EF4-FFF2-40B4-BE49-F238E27FC236}">
                      <a16:creationId xmlns:a16="http://schemas.microsoft.com/office/drawing/2014/main" id="{389CE4CC-80D6-C33E-A420-6BE46C89E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4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91" name="Line 269">
                  <a:extLst>
                    <a:ext uri="{FF2B5EF4-FFF2-40B4-BE49-F238E27FC236}">
                      <a16:creationId xmlns:a16="http://schemas.microsoft.com/office/drawing/2014/main" id="{E02C853C-30FD-5AE6-E5A7-20CA5AF516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5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92" name="Line 270">
                  <a:extLst>
                    <a:ext uri="{FF2B5EF4-FFF2-40B4-BE49-F238E27FC236}">
                      <a16:creationId xmlns:a16="http://schemas.microsoft.com/office/drawing/2014/main" id="{6A139701-7EF2-00AA-BCF0-74111F59C7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1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93" name="Line 271">
                  <a:extLst>
                    <a:ext uri="{FF2B5EF4-FFF2-40B4-BE49-F238E27FC236}">
                      <a16:creationId xmlns:a16="http://schemas.microsoft.com/office/drawing/2014/main" id="{E89926C5-60A6-C32B-817F-2BA7684F1E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6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884" name="Rectangle 272">
                <a:extLst>
                  <a:ext uri="{FF2B5EF4-FFF2-40B4-BE49-F238E27FC236}">
                    <a16:creationId xmlns:a16="http://schemas.microsoft.com/office/drawing/2014/main" id="{25B6A54E-31C3-8B81-5FC0-7C851DBAD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3779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885" name="Text Box 277">
                <a:extLst>
                  <a:ext uri="{FF2B5EF4-FFF2-40B4-BE49-F238E27FC236}">
                    <a16:creationId xmlns:a16="http://schemas.microsoft.com/office/drawing/2014/main" id="{D16D1A47-3891-C446-C821-BB2F8284B5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6" y="3335"/>
                <a:ext cx="1076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outgoing </a:t>
                </a:r>
              </a:p>
              <a:p>
                <a:pPr algn="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  <a:latin typeface="Calibri" panose="020F0502020204030204"/>
                  </a:rPr>
                  <a:t>message queue</a:t>
                </a:r>
                <a:endParaRPr lang="en-US" altLang="en-US" sz="2100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672" name="Group 454">
              <a:extLst>
                <a:ext uri="{FF2B5EF4-FFF2-40B4-BE49-F238E27FC236}">
                  <a16:creationId xmlns:a16="http://schemas.microsoft.com/office/drawing/2014/main" id="{DEAE49C4-450D-85E6-E033-CA2D32B70E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5980" y="1529790"/>
              <a:ext cx="3232547" cy="3838575"/>
              <a:chOff x="2942" y="886"/>
              <a:chExt cx="2715" cy="3224"/>
            </a:xfrm>
          </p:grpSpPr>
          <p:grpSp>
            <p:nvGrpSpPr>
              <p:cNvPr id="687" name="Group 389">
                <a:extLst>
                  <a:ext uri="{FF2B5EF4-FFF2-40B4-BE49-F238E27FC236}">
                    <a16:creationId xmlns:a16="http://schemas.microsoft.com/office/drawing/2014/main" id="{1C7AE4BB-8E7E-2E3D-6765-33B28C9AA6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6" y="1756"/>
                <a:ext cx="301" cy="451"/>
                <a:chOff x="4140" y="429"/>
                <a:chExt cx="1425" cy="2396"/>
              </a:xfrm>
            </p:grpSpPr>
            <p:sp>
              <p:nvSpPr>
                <p:cNvPr id="850" name="Freeform 390">
                  <a:extLst>
                    <a:ext uri="{FF2B5EF4-FFF2-40B4-BE49-F238E27FC236}">
                      <a16:creationId xmlns:a16="http://schemas.microsoft.com/office/drawing/2014/main" id="{7413496A-6757-D629-C866-63D8046AE7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51" name="Rectangle 391">
                  <a:extLst>
                    <a:ext uri="{FF2B5EF4-FFF2-40B4-BE49-F238E27FC236}">
                      <a16:creationId xmlns:a16="http://schemas.microsoft.com/office/drawing/2014/main" id="{E99674D0-5513-2423-7158-F5B9192AF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52" name="Freeform 392">
                  <a:extLst>
                    <a:ext uri="{FF2B5EF4-FFF2-40B4-BE49-F238E27FC236}">
                      <a16:creationId xmlns:a16="http://schemas.microsoft.com/office/drawing/2014/main" id="{E56D54BE-93F1-0BA3-433E-B65A859977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53" name="Freeform 393">
                  <a:extLst>
                    <a:ext uri="{FF2B5EF4-FFF2-40B4-BE49-F238E27FC236}">
                      <a16:creationId xmlns:a16="http://schemas.microsoft.com/office/drawing/2014/main" id="{0042C470-A4DD-D765-682C-40DE5FE75D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54" name="Rectangle 394">
                  <a:extLst>
                    <a:ext uri="{FF2B5EF4-FFF2-40B4-BE49-F238E27FC236}">
                      <a16:creationId xmlns:a16="http://schemas.microsoft.com/office/drawing/2014/main" id="{E9EFA240-4797-DF79-F36C-3A04A3C704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855" name="Group 395">
                  <a:extLst>
                    <a:ext uri="{FF2B5EF4-FFF2-40B4-BE49-F238E27FC236}">
                      <a16:creationId xmlns:a16="http://schemas.microsoft.com/office/drawing/2014/main" id="{9CB88E19-2A81-20D2-EEE9-22507E9CA3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880" name="AutoShape 396">
                    <a:extLst>
                      <a:ext uri="{FF2B5EF4-FFF2-40B4-BE49-F238E27FC236}">
                        <a16:creationId xmlns:a16="http://schemas.microsoft.com/office/drawing/2014/main" id="{D01113E2-4A0F-BEA0-138B-012018EB39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81" name="AutoShape 397">
                    <a:extLst>
                      <a:ext uri="{FF2B5EF4-FFF2-40B4-BE49-F238E27FC236}">
                        <a16:creationId xmlns:a16="http://schemas.microsoft.com/office/drawing/2014/main" id="{5ED4FF22-0601-E39E-F805-BCFB544312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856" name="Rectangle 398">
                  <a:extLst>
                    <a:ext uri="{FF2B5EF4-FFF2-40B4-BE49-F238E27FC236}">
                      <a16:creationId xmlns:a16="http://schemas.microsoft.com/office/drawing/2014/main" id="{5A43045F-0EFB-28D5-833C-A4B1628415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857" name="Group 399">
                  <a:extLst>
                    <a:ext uri="{FF2B5EF4-FFF2-40B4-BE49-F238E27FC236}">
                      <a16:creationId xmlns:a16="http://schemas.microsoft.com/office/drawing/2014/main" id="{00EBE1A0-176D-2D19-B2B5-3595599B15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878" name="AutoShape 400">
                    <a:extLst>
                      <a:ext uri="{FF2B5EF4-FFF2-40B4-BE49-F238E27FC236}">
                        <a16:creationId xmlns:a16="http://schemas.microsoft.com/office/drawing/2014/main" id="{6094FD5C-41CF-4A31-8733-76A4D032FA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79" name="AutoShape 401">
                    <a:extLst>
                      <a:ext uri="{FF2B5EF4-FFF2-40B4-BE49-F238E27FC236}">
                        <a16:creationId xmlns:a16="http://schemas.microsoft.com/office/drawing/2014/main" id="{C9FEB8DE-3157-2DBC-BE7D-312C403FBD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858" name="Rectangle 402">
                  <a:extLst>
                    <a:ext uri="{FF2B5EF4-FFF2-40B4-BE49-F238E27FC236}">
                      <a16:creationId xmlns:a16="http://schemas.microsoft.com/office/drawing/2014/main" id="{33EB3972-D412-5E35-D264-9B0BDA140B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59" name="Rectangle 403">
                  <a:extLst>
                    <a:ext uri="{FF2B5EF4-FFF2-40B4-BE49-F238E27FC236}">
                      <a16:creationId xmlns:a16="http://schemas.microsoft.com/office/drawing/2014/main" id="{96E38486-C18E-727F-3169-6CCF2D7459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860" name="Group 404">
                  <a:extLst>
                    <a:ext uri="{FF2B5EF4-FFF2-40B4-BE49-F238E27FC236}">
                      <a16:creationId xmlns:a16="http://schemas.microsoft.com/office/drawing/2014/main" id="{12346DAF-283C-24F0-3DD8-8298567857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876" name="AutoShape 405">
                    <a:extLst>
                      <a:ext uri="{FF2B5EF4-FFF2-40B4-BE49-F238E27FC236}">
                        <a16:creationId xmlns:a16="http://schemas.microsoft.com/office/drawing/2014/main" id="{6F36448A-1C77-FD4D-7ACB-2DF724D971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77" name="AutoShape 406">
                    <a:extLst>
                      <a:ext uri="{FF2B5EF4-FFF2-40B4-BE49-F238E27FC236}">
                        <a16:creationId xmlns:a16="http://schemas.microsoft.com/office/drawing/2014/main" id="{4FE16FE8-C057-AC16-89A0-347BC006B8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861" name="Freeform 407">
                  <a:extLst>
                    <a:ext uri="{FF2B5EF4-FFF2-40B4-BE49-F238E27FC236}">
                      <a16:creationId xmlns:a16="http://schemas.microsoft.com/office/drawing/2014/main" id="{502A7B2E-E5D9-A0D1-5B36-284C691B16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grpSp>
              <p:nvGrpSpPr>
                <p:cNvPr id="862" name="Group 408">
                  <a:extLst>
                    <a:ext uri="{FF2B5EF4-FFF2-40B4-BE49-F238E27FC236}">
                      <a16:creationId xmlns:a16="http://schemas.microsoft.com/office/drawing/2014/main" id="{3C580CE6-E4B3-E446-9767-66A142840BD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874" name="AutoShape 409">
                    <a:extLst>
                      <a:ext uri="{FF2B5EF4-FFF2-40B4-BE49-F238E27FC236}">
                        <a16:creationId xmlns:a16="http://schemas.microsoft.com/office/drawing/2014/main" id="{CB9C1160-5DA2-B5D0-4CA2-FA2F229EF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75" name="AutoShape 410">
                    <a:extLst>
                      <a:ext uri="{FF2B5EF4-FFF2-40B4-BE49-F238E27FC236}">
                        <a16:creationId xmlns:a16="http://schemas.microsoft.com/office/drawing/2014/main" id="{33229DDB-8980-6A24-309C-F54F78F71A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863" name="Rectangle 862">
                  <a:extLst>
                    <a:ext uri="{FF2B5EF4-FFF2-40B4-BE49-F238E27FC236}">
                      <a16:creationId xmlns:a16="http://schemas.microsoft.com/office/drawing/2014/main" id="{30A9A216-172D-8C20-62B0-E4FAAE2D73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64" name="Freeform 412">
                  <a:extLst>
                    <a:ext uri="{FF2B5EF4-FFF2-40B4-BE49-F238E27FC236}">
                      <a16:creationId xmlns:a16="http://schemas.microsoft.com/office/drawing/2014/main" id="{A6070527-B51B-70A3-6800-41D18E6A8F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65" name="Freeform 413">
                  <a:extLst>
                    <a:ext uri="{FF2B5EF4-FFF2-40B4-BE49-F238E27FC236}">
                      <a16:creationId xmlns:a16="http://schemas.microsoft.com/office/drawing/2014/main" id="{9FD7A04D-1AFF-2663-82A5-B0B815B846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66" name="Oval 865">
                  <a:extLst>
                    <a:ext uri="{FF2B5EF4-FFF2-40B4-BE49-F238E27FC236}">
                      <a16:creationId xmlns:a16="http://schemas.microsoft.com/office/drawing/2014/main" id="{5CF9606F-CF7D-ECEE-FE80-1FCAA4A2FA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67" name="Freeform 415">
                  <a:extLst>
                    <a:ext uri="{FF2B5EF4-FFF2-40B4-BE49-F238E27FC236}">
                      <a16:creationId xmlns:a16="http://schemas.microsoft.com/office/drawing/2014/main" id="{6609E136-7B57-EFCD-69DC-BF27736618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68" name="AutoShape 416">
                  <a:extLst>
                    <a:ext uri="{FF2B5EF4-FFF2-40B4-BE49-F238E27FC236}">
                      <a16:creationId xmlns:a16="http://schemas.microsoft.com/office/drawing/2014/main" id="{464AFC01-E3E9-1129-A15F-AC460556A7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69" name="AutoShape 417">
                  <a:extLst>
                    <a:ext uri="{FF2B5EF4-FFF2-40B4-BE49-F238E27FC236}">
                      <a16:creationId xmlns:a16="http://schemas.microsoft.com/office/drawing/2014/main" id="{D23EE770-14A8-DFCD-7B37-C584D8DB5A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0" name="Oval 869">
                  <a:extLst>
                    <a:ext uri="{FF2B5EF4-FFF2-40B4-BE49-F238E27FC236}">
                      <a16:creationId xmlns:a16="http://schemas.microsoft.com/office/drawing/2014/main" id="{C43AA0A3-CAB8-5886-9229-69BFF819A6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1" name="Oval 870">
                  <a:extLst>
                    <a:ext uri="{FF2B5EF4-FFF2-40B4-BE49-F238E27FC236}">
                      <a16:creationId xmlns:a16="http://schemas.microsoft.com/office/drawing/2014/main" id="{524B81B8-BB24-8DF2-F70C-6F13642ACE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500" kern="0" dirty="0">
                    <a:solidFill>
                      <a:srgbClr val="FF0000"/>
                    </a:solidFill>
                    <a:latin typeface="Calibri" panose="020F0502020204030204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2" name="Oval 871">
                  <a:extLst>
                    <a:ext uri="{FF2B5EF4-FFF2-40B4-BE49-F238E27FC236}">
                      <a16:creationId xmlns:a16="http://schemas.microsoft.com/office/drawing/2014/main" id="{BA0C115C-0782-BC5F-9A1E-40CE968E7C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3" name="Rectangle 872">
                  <a:extLst>
                    <a:ext uri="{FF2B5EF4-FFF2-40B4-BE49-F238E27FC236}">
                      <a16:creationId xmlns:a16="http://schemas.microsoft.com/office/drawing/2014/main" id="{A062522F-BDD8-3A2C-B6D0-F109EFB982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688" name="Group 356">
                <a:extLst>
                  <a:ext uri="{FF2B5EF4-FFF2-40B4-BE49-F238E27FC236}">
                    <a16:creationId xmlns:a16="http://schemas.microsoft.com/office/drawing/2014/main" id="{DC32BDE2-16D2-7B23-A58B-1717F48FEE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1" y="2634"/>
                <a:ext cx="301" cy="451"/>
                <a:chOff x="4140" y="429"/>
                <a:chExt cx="1425" cy="2396"/>
              </a:xfrm>
            </p:grpSpPr>
            <p:sp>
              <p:nvSpPr>
                <p:cNvPr id="818" name="Freeform 357">
                  <a:extLst>
                    <a:ext uri="{FF2B5EF4-FFF2-40B4-BE49-F238E27FC236}">
                      <a16:creationId xmlns:a16="http://schemas.microsoft.com/office/drawing/2014/main" id="{AA82DCFC-2ACA-8BC1-FA3C-D7384CEFED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19" name="Rectangle 358">
                  <a:extLst>
                    <a:ext uri="{FF2B5EF4-FFF2-40B4-BE49-F238E27FC236}">
                      <a16:creationId xmlns:a16="http://schemas.microsoft.com/office/drawing/2014/main" id="{56AFB663-0E23-B2C0-5449-4FAD7F7AE4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20" name="Freeform 359">
                  <a:extLst>
                    <a:ext uri="{FF2B5EF4-FFF2-40B4-BE49-F238E27FC236}">
                      <a16:creationId xmlns:a16="http://schemas.microsoft.com/office/drawing/2014/main" id="{84C6126E-BD1A-F508-7F63-B7EA4F1309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21" name="Freeform 360">
                  <a:extLst>
                    <a:ext uri="{FF2B5EF4-FFF2-40B4-BE49-F238E27FC236}">
                      <a16:creationId xmlns:a16="http://schemas.microsoft.com/office/drawing/2014/main" id="{63830114-6592-E65E-8A74-4DA23BCFE4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22" name="Rectangle 361">
                  <a:extLst>
                    <a:ext uri="{FF2B5EF4-FFF2-40B4-BE49-F238E27FC236}">
                      <a16:creationId xmlns:a16="http://schemas.microsoft.com/office/drawing/2014/main" id="{D1A7CB0B-EFE7-8689-C046-972CB00105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823" name="Group 362">
                  <a:extLst>
                    <a:ext uri="{FF2B5EF4-FFF2-40B4-BE49-F238E27FC236}">
                      <a16:creationId xmlns:a16="http://schemas.microsoft.com/office/drawing/2014/main" id="{514F08E4-4E3C-D1FB-BB48-64B3E38C86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848" name="AutoShape 363">
                    <a:extLst>
                      <a:ext uri="{FF2B5EF4-FFF2-40B4-BE49-F238E27FC236}">
                        <a16:creationId xmlns:a16="http://schemas.microsoft.com/office/drawing/2014/main" id="{96D7EAD5-F637-3C6D-D3D6-B69BADEC0F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49" name="AutoShape 364">
                    <a:extLst>
                      <a:ext uri="{FF2B5EF4-FFF2-40B4-BE49-F238E27FC236}">
                        <a16:creationId xmlns:a16="http://schemas.microsoft.com/office/drawing/2014/main" id="{DF944D10-AB5E-74C4-7A7C-BD3E19FC0A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824" name="Rectangle 365">
                  <a:extLst>
                    <a:ext uri="{FF2B5EF4-FFF2-40B4-BE49-F238E27FC236}">
                      <a16:creationId xmlns:a16="http://schemas.microsoft.com/office/drawing/2014/main" id="{8E45D16E-331D-606D-F323-618212FDC3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825" name="Group 366">
                  <a:extLst>
                    <a:ext uri="{FF2B5EF4-FFF2-40B4-BE49-F238E27FC236}">
                      <a16:creationId xmlns:a16="http://schemas.microsoft.com/office/drawing/2014/main" id="{F27D2B6E-B31A-0FB1-F10E-EC774284BD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846" name="AutoShape 367">
                    <a:extLst>
                      <a:ext uri="{FF2B5EF4-FFF2-40B4-BE49-F238E27FC236}">
                        <a16:creationId xmlns:a16="http://schemas.microsoft.com/office/drawing/2014/main" id="{1E647F83-E136-54E0-41CB-2C17DE3402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47" name="AutoShape 368">
                    <a:extLst>
                      <a:ext uri="{FF2B5EF4-FFF2-40B4-BE49-F238E27FC236}">
                        <a16:creationId xmlns:a16="http://schemas.microsoft.com/office/drawing/2014/main" id="{0FDE5A6F-0048-7ADF-7158-D784689D70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826" name="Rectangle 369">
                  <a:extLst>
                    <a:ext uri="{FF2B5EF4-FFF2-40B4-BE49-F238E27FC236}">
                      <a16:creationId xmlns:a16="http://schemas.microsoft.com/office/drawing/2014/main" id="{62508B31-BE50-DD52-9929-2531BEC178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27" name="Rectangle 370">
                  <a:extLst>
                    <a:ext uri="{FF2B5EF4-FFF2-40B4-BE49-F238E27FC236}">
                      <a16:creationId xmlns:a16="http://schemas.microsoft.com/office/drawing/2014/main" id="{FD0CB9E6-3937-D64F-65C8-FD0E663BCE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828" name="Group 371">
                  <a:extLst>
                    <a:ext uri="{FF2B5EF4-FFF2-40B4-BE49-F238E27FC236}">
                      <a16:creationId xmlns:a16="http://schemas.microsoft.com/office/drawing/2014/main" id="{AD3D8CE9-DDF4-6F9B-88B4-3010E89F3B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844" name="AutoShape 372">
                    <a:extLst>
                      <a:ext uri="{FF2B5EF4-FFF2-40B4-BE49-F238E27FC236}">
                        <a16:creationId xmlns:a16="http://schemas.microsoft.com/office/drawing/2014/main" id="{27BCC418-AF30-09A8-282F-15F73D8FA5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45" name="AutoShape 373">
                    <a:extLst>
                      <a:ext uri="{FF2B5EF4-FFF2-40B4-BE49-F238E27FC236}">
                        <a16:creationId xmlns:a16="http://schemas.microsoft.com/office/drawing/2014/main" id="{90C26A17-3171-DF04-DC09-639DDEDADA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829" name="Freeform 374">
                  <a:extLst>
                    <a:ext uri="{FF2B5EF4-FFF2-40B4-BE49-F238E27FC236}">
                      <a16:creationId xmlns:a16="http://schemas.microsoft.com/office/drawing/2014/main" id="{317C7535-75D5-DDC8-FA46-4F7E55178C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grpSp>
              <p:nvGrpSpPr>
                <p:cNvPr id="830" name="Group 375">
                  <a:extLst>
                    <a:ext uri="{FF2B5EF4-FFF2-40B4-BE49-F238E27FC236}">
                      <a16:creationId xmlns:a16="http://schemas.microsoft.com/office/drawing/2014/main" id="{62B56176-F126-C03F-46DB-BB6EA35C64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842" name="AutoShape 376">
                    <a:extLst>
                      <a:ext uri="{FF2B5EF4-FFF2-40B4-BE49-F238E27FC236}">
                        <a16:creationId xmlns:a16="http://schemas.microsoft.com/office/drawing/2014/main" id="{4ABE38BE-43EC-CD3C-01CA-AF4C9FB133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43" name="AutoShape 377">
                    <a:extLst>
                      <a:ext uri="{FF2B5EF4-FFF2-40B4-BE49-F238E27FC236}">
                        <a16:creationId xmlns:a16="http://schemas.microsoft.com/office/drawing/2014/main" id="{8B1B7F39-58D4-EB07-4F20-354C54F3E1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831" name="Rectangle 378">
                  <a:extLst>
                    <a:ext uri="{FF2B5EF4-FFF2-40B4-BE49-F238E27FC236}">
                      <a16:creationId xmlns:a16="http://schemas.microsoft.com/office/drawing/2014/main" id="{C52BA1EE-C36C-9E92-E952-CE1166711B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32" name="Freeform 379">
                  <a:extLst>
                    <a:ext uri="{FF2B5EF4-FFF2-40B4-BE49-F238E27FC236}">
                      <a16:creationId xmlns:a16="http://schemas.microsoft.com/office/drawing/2014/main" id="{6158F0EE-AE1D-AACA-BA3A-8E60BFF021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33" name="Freeform 380">
                  <a:extLst>
                    <a:ext uri="{FF2B5EF4-FFF2-40B4-BE49-F238E27FC236}">
                      <a16:creationId xmlns:a16="http://schemas.microsoft.com/office/drawing/2014/main" id="{1C6039FD-DC09-0C22-BF27-F96AC3579E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34" name="Oval 381">
                  <a:extLst>
                    <a:ext uri="{FF2B5EF4-FFF2-40B4-BE49-F238E27FC236}">
                      <a16:creationId xmlns:a16="http://schemas.microsoft.com/office/drawing/2014/main" id="{E61874BD-C709-B19C-B852-53D5FA3473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35" name="Freeform 382">
                  <a:extLst>
                    <a:ext uri="{FF2B5EF4-FFF2-40B4-BE49-F238E27FC236}">
                      <a16:creationId xmlns:a16="http://schemas.microsoft.com/office/drawing/2014/main" id="{A7822AE6-805D-31FF-AB92-A378155D2F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36" name="AutoShape 383">
                  <a:extLst>
                    <a:ext uri="{FF2B5EF4-FFF2-40B4-BE49-F238E27FC236}">
                      <a16:creationId xmlns:a16="http://schemas.microsoft.com/office/drawing/2014/main" id="{39643427-1BCD-7F04-B5D8-ED4240179C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37" name="AutoShape 384">
                  <a:extLst>
                    <a:ext uri="{FF2B5EF4-FFF2-40B4-BE49-F238E27FC236}">
                      <a16:creationId xmlns:a16="http://schemas.microsoft.com/office/drawing/2014/main" id="{C5E37F07-72B7-4602-EF92-37FEEEAB01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38" name="Oval 385">
                  <a:extLst>
                    <a:ext uri="{FF2B5EF4-FFF2-40B4-BE49-F238E27FC236}">
                      <a16:creationId xmlns:a16="http://schemas.microsoft.com/office/drawing/2014/main" id="{573410AF-17E0-CB60-194B-C5E467E6CB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39" name="Oval 386">
                  <a:extLst>
                    <a:ext uri="{FF2B5EF4-FFF2-40B4-BE49-F238E27FC236}">
                      <a16:creationId xmlns:a16="http://schemas.microsoft.com/office/drawing/2014/main" id="{C8B70AB2-39AC-37CC-A1C0-BD76BE6FB5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500" kern="0" dirty="0">
                    <a:solidFill>
                      <a:srgbClr val="FF0000"/>
                    </a:solidFill>
                    <a:latin typeface="Calibri" panose="020F0502020204030204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0" name="Oval 387">
                  <a:extLst>
                    <a:ext uri="{FF2B5EF4-FFF2-40B4-BE49-F238E27FC236}">
                      <a16:creationId xmlns:a16="http://schemas.microsoft.com/office/drawing/2014/main" id="{B5EBB054-7A29-AA34-E849-7EA14DB11E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41" name="Rectangle 388">
                  <a:extLst>
                    <a:ext uri="{FF2B5EF4-FFF2-40B4-BE49-F238E27FC236}">
                      <a16:creationId xmlns:a16="http://schemas.microsoft.com/office/drawing/2014/main" id="{B3DEE07D-FEF2-B57F-AE50-560B642619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689" name="Group 320">
                <a:extLst>
                  <a:ext uri="{FF2B5EF4-FFF2-40B4-BE49-F238E27FC236}">
                    <a16:creationId xmlns:a16="http://schemas.microsoft.com/office/drawing/2014/main" id="{579C950F-F345-5162-02A5-BC773A59B9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5" y="1159"/>
                <a:ext cx="301" cy="451"/>
                <a:chOff x="4140" y="429"/>
                <a:chExt cx="1425" cy="2396"/>
              </a:xfrm>
            </p:grpSpPr>
            <p:sp>
              <p:nvSpPr>
                <p:cNvPr id="786" name="Freeform 321">
                  <a:extLst>
                    <a:ext uri="{FF2B5EF4-FFF2-40B4-BE49-F238E27FC236}">
                      <a16:creationId xmlns:a16="http://schemas.microsoft.com/office/drawing/2014/main" id="{BF141BE3-7A23-EB2E-E843-9EE4E13709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87" name="Rectangle 322">
                  <a:extLst>
                    <a:ext uri="{FF2B5EF4-FFF2-40B4-BE49-F238E27FC236}">
                      <a16:creationId xmlns:a16="http://schemas.microsoft.com/office/drawing/2014/main" id="{67E579F2-0E83-BA58-D7B6-8E8739B94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88" name="Freeform 323">
                  <a:extLst>
                    <a:ext uri="{FF2B5EF4-FFF2-40B4-BE49-F238E27FC236}">
                      <a16:creationId xmlns:a16="http://schemas.microsoft.com/office/drawing/2014/main" id="{F2EA95DA-E900-B2CA-B9A5-2DD5841808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89" name="Freeform 324">
                  <a:extLst>
                    <a:ext uri="{FF2B5EF4-FFF2-40B4-BE49-F238E27FC236}">
                      <a16:creationId xmlns:a16="http://schemas.microsoft.com/office/drawing/2014/main" id="{B1429DCE-F8DB-B68D-D15C-BD7446195C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90" name="Rectangle 325">
                  <a:extLst>
                    <a:ext uri="{FF2B5EF4-FFF2-40B4-BE49-F238E27FC236}">
                      <a16:creationId xmlns:a16="http://schemas.microsoft.com/office/drawing/2014/main" id="{49A32B75-5637-42CE-EF96-144C54091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791" name="Group 326">
                  <a:extLst>
                    <a:ext uri="{FF2B5EF4-FFF2-40B4-BE49-F238E27FC236}">
                      <a16:creationId xmlns:a16="http://schemas.microsoft.com/office/drawing/2014/main" id="{2A07D77F-53A7-BCCE-3514-23F607751B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816" name="AutoShape 327">
                    <a:extLst>
                      <a:ext uri="{FF2B5EF4-FFF2-40B4-BE49-F238E27FC236}">
                        <a16:creationId xmlns:a16="http://schemas.microsoft.com/office/drawing/2014/main" id="{B1AC4A0F-F2B7-4AD2-0C6A-5204DD0FED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17" name="AutoShape 328">
                    <a:extLst>
                      <a:ext uri="{FF2B5EF4-FFF2-40B4-BE49-F238E27FC236}">
                        <a16:creationId xmlns:a16="http://schemas.microsoft.com/office/drawing/2014/main" id="{49657B77-04C3-EC87-C5B6-F056D7185B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792" name="Rectangle 329">
                  <a:extLst>
                    <a:ext uri="{FF2B5EF4-FFF2-40B4-BE49-F238E27FC236}">
                      <a16:creationId xmlns:a16="http://schemas.microsoft.com/office/drawing/2014/main" id="{942359D9-352F-81A6-A840-4970E95E04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793" name="Group 330">
                  <a:extLst>
                    <a:ext uri="{FF2B5EF4-FFF2-40B4-BE49-F238E27FC236}">
                      <a16:creationId xmlns:a16="http://schemas.microsoft.com/office/drawing/2014/main" id="{25502A88-2FBF-257C-87BD-4951148DB1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814" name="AutoShape 331">
                    <a:extLst>
                      <a:ext uri="{FF2B5EF4-FFF2-40B4-BE49-F238E27FC236}">
                        <a16:creationId xmlns:a16="http://schemas.microsoft.com/office/drawing/2014/main" id="{5843A3B5-1C85-DF3D-B72C-EE79A31E5B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15" name="AutoShape 332">
                    <a:extLst>
                      <a:ext uri="{FF2B5EF4-FFF2-40B4-BE49-F238E27FC236}">
                        <a16:creationId xmlns:a16="http://schemas.microsoft.com/office/drawing/2014/main" id="{2353DF42-D9FD-EE43-B754-4E3E15E957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794" name="Rectangle 333">
                  <a:extLst>
                    <a:ext uri="{FF2B5EF4-FFF2-40B4-BE49-F238E27FC236}">
                      <a16:creationId xmlns:a16="http://schemas.microsoft.com/office/drawing/2014/main" id="{492B1F02-BC44-B4D0-2660-6C4C63145D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95" name="Rectangle 334">
                  <a:extLst>
                    <a:ext uri="{FF2B5EF4-FFF2-40B4-BE49-F238E27FC236}">
                      <a16:creationId xmlns:a16="http://schemas.microsoft.com/office/drawing/2014/main" id="{9048EC31-51B5-089F-4736-5908F2F6FA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796" name="Group 335">
                  <a:extLst>
                    <a:ext uri="{FF2B5EF4-FFF2-40B4-BE49-F238E27FC236}">
                      <a16:creationId xmlns:a16="http://schemas.microsoft.com/office/drawing/2014/main" id="{9B535D47-001A-1029-D42F-7B7D94EDD5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812" name="AutoShape 336">
                    <a:extLst>
                      <a:ext uri="{FF2B5EF4-FFF2-40B4-BE49-F238E27FC236}">
                        <a16:creationId xmlns:a16="http://schemas.microsoft.com/office/drawing/2014/main" id="{8C0FA1F1-B1E9-F6E9-B242-224489E896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13" name="AutoShape 337">
                    <a:extLst>
                      <a:ext uri="{FF2B5EF4-FFF2-40B4-BE49-F238E27FC236}">
                        <a16:creationId xmlns:a16="http://schemas.microsoft.com/office/drawing/2014/main" id="{414C0F58-F16B-6A22-3D3F-76BE1B840E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797" name="Freeform 338">
                  <a:extLst>
                    <a:ext uri="{FF2B5EF4-FFF2-40B4-BE49-F238E27FC236}">
                      <a16:creationId xmlns:a16="http://schemas.microsoft.com/office/drawing/2014/main" id="{CBC77182-692F-E934-F0D2-C85C9D7B5F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grpSp>
              <p:nvGrpSpPr>
                <p:cNvPr id="798" name="Group 339">
                  <a:extLst>
                    <a:ext uri="{FF2B5EF4-FFF2-40B4-BE49-F238E27FC236}">
                      <a16:creationId xmlns:a16="http://schemas.microsoft.com/office/drawing/2014/main" id="{A32524EE-778E-36B5-6896-743232C9AE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810" name="AutoShape 340">
                    <a:extLst>
                      <a:ext uri="{FF2B5EF4-FFF2-40B4-BE49-F238E27FC236}">
                        <a16:creationId xmlns:a16="http://schemas.microsoft.com/office/drawing/2014/main" id="{CE2C0649-9FA5-EE30-E2CB-BCD4864354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811" name="AutoShape 341">
                    <a:extLst>
                      <a:ext uri="{FF2B5EF4-FFF2-40B4-BE49-F238E27FC236}">
                        <a16:creationId xmlns:a16="http://schemas.microsoft.com/office/drawing/2014/main" id="{3E165ED3-37D5-B607-0789-BF6785BF9B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altLang="en-US" sz="1800" kern="0" dirty="0">
                      <a:solidFill>
                        <a:srgbClr val="00000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799" name="Rectangle 342">
                  <a:extLst>
                    <a:ext uri="{FF2B5EF4-FFF2-40B4-BE49-F238E27FC236}">
                      <a16:creationId xmlns:a16="http://schemas.microsoft.com/office/drawing/2014/main" id="{F855CCA3-A2D8-F422-6B1A-18DE408190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0" name="Freeform 343">
                  <a:extLst>
                    <a:ext uri="{FF2B5EF4-FFF2-40B4-BE49-F238E27FC236}">
                      <a16:creationId xmlns:a16="http://schemas.microsoft.com/office/drawing/2014/main" id="{D4EC804C-2F42-2B25-C320-18C0A58A38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01" name="Freeform 344">
                  <a:extLst>
                    <a:ext uri="{FF2B5EF4-FFF2-40B4-BE49-F238E27FC236}">
                      <a16:creationId xmlns:a16="http://schemas.microsoft.com/office/drawing/2014/main" id="{9494DF81-566B-7613-FC03-819238A153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02" name="Oval 345">
                  <a:extLst>
                    <a:ext uri="{FF2B5EF4-FFF2-40B4-BE49-F238E27FC236}">
                      <a16:creationId xmlns:a16="http://schemas.microsoft.com/office/drawing/2014/main" id="{BFC144AC-1B3E-6C6B-A74A-A85C7C6BD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3" name="Freeform 346">
                  <a:extLst>
                    <a:ext uri="{FF2B5EF4-FFF2-40B4-BE49-F238E27FC236}">
                      <a16:creationId xmlns:a16="http://schemas.microsoft.com/office/drawing/2014/main" id="{7DC0C2B8-3262-F810-DD14-1163B48110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804" name="AutoShape 347">
                  <a:extLst>
                    <a:ext uri="{FF2B5EF4-FFF2-40B4-BE49-F238E27FC236}">
                      <a16:creationId xmlns:a16="http://schemas.microsoft.com/office/drawing/2014/main" id="{19E7C7DA-2C49-9DC1-56E1-FFC4540643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5" name="AutoShape 348">
                  <a:extLst>
                    <a:ext uri="{FF2B5EF4-FFF2-40B4-BE49-F238E27FC236}">
                      <a16:creationId xmlns:a16="http://schemas.microsoft.com/office/drawing/2014/main" id="{EE1F32C3-95CC-FAE2-9C57-F53993DEAB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6" name="Oval 349">
                  <a:extLst>
                    <a:ext uri="{FF2B5EF4-FFF2-40B4-BE49-F238E27FC236}">
                      <a16:creationId xmlns:a16="http://schemas.microsoft.com/office/drawing/2014/main" id="{216EE72F-0E4F-432E-37F4-4B8F38DB01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7" name="Oval 350">
                  <a:extLst>
                    <a:ext uri="{FF2B5EF4-FFF2-40B4-BE49-F238E27FC236}">
                      <a16:creationId xmlns:a16="http://schemas.microsoft.com/office/drawing/2014/main" id="{8B7BC1E7-6F15-7336-30C8-FE0E751B48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500" kern="0" dirty="0">
                    <a:solidFill>
                      <a:srgbClr val="FF0000"/>
                    </a:solidFill>
                    <a:latin typeface="Calibri" panose="020F0502020204030204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08" name="Oval 351">
                  <a:extLst>
                    <a:ext uri="{FF2B5EF4-FFF2-40B4-BE49-F238E27FC236}">
                      <a16:creationId xmlns:a16="http://schemas.microsoft.com/office/drawing/2014/main" id="{CC868D05-D280-B559-8DFA-3585091171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9" name="Rectangle 352">
                  <a:extLst>
                    <a:ext uri="{FF2B5EF4-FFF2-40B4-BE49-F238E27FC236}">
                      <a16:creationId xmlns:a16="http://schemas.microsoft.com/office/drawing/2014/main" id="{02330203-3B14-74E3-F2BD-55EC01C966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8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690" name="Line 9">
                <a:extLst>
                  <a:ext uri="{FF2B5EF4-FFF2-40B4-BE49-F238E27FC236}">
                    <a16:creationId xmlns:a16="http://schemas.microsoft.com/office/drawing/2014/main" id="{5D2B9C99-2B97-14B5-DD9D-5EFA3AAE5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4" y="1642"/>
                <a:ext cx="708" cy="498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691" name="Group 19">
                <a:extLst>
                  <a:ext uri="{FF2B5EF4-FFF2-40B4-BE49-F238E27FC236}">
                    <a16:creationId xmlns:a16="http://schemas.microsoft.com/office/drawing/2014/main" id="{02882ECA-4CF8-F622-C035-0A577BB26D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47" y="1881"/>
                <a:ext cx="529" cy="661"/>
                <a:chOff x="4277" y="2627"/>
                <a:chExt cx="529" cy="661"/>
              </a:xfrm>
            </p:grpSpPr>
            <p:sp>
              <p:nvSpPr>
                <p:cNvPr id="771" name="Rectangle 20">
                  <a:extLst>
                    <a:ext uri="{FF2B5EF4-FFF2-40B4-BE49-F238E27FC236}">
                      <a16:creationId xmlns:a16="http://schemas.microsoft.com/office/drawing/2014/main" id="{552D47FE-F09B-0616-2026-2CD92FBAE3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72" name="Text Box 21">
                  <a:extLst>
                    <a:ext uri="{FF2B5EF4-FFF2-40B4-BE49-F238E27FC236}">
                      <a16:creationId xmlns:a16="http://schemas.microsoft.com/office/drawing/2014/main" id="{7E955B90-78D4-3575-E6F0-A059EB07F6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7" y="2627"/>
                  <a:ext cx="525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mail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server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73" name="Rectangle 22">
                  <a:extLst>
                    <a:ext uri="{FF2B5EF4-FFF2-40B4-BE49-F238E27FC236}">
                      <a16:creationId xmlns:a16="http://schemas.microsoft.com/office/drawing/2014/main" id="{BE1F947E-6892-5447-5441-841574E091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74" name="Line 23">
                  <a:extLst>
                    <a:ext uri="{FF2B5EF4-FFF2-40B4-BE49-F238E27FC236}">
                      <a16:creationId xmlns:a16="http://schemas.microsoft.com/office/drawing/2014/main" id="{08536FAC-C4A6-634B-9B64-BB9C59F732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75" name="Line 24">
                  <a:extLst>
                    <a:ext uri="{FF2B5EF4-FFF2-40B4-BE49-F238E27FC236}">
                      <a16:creationId xmlns:a16="http://schemas.microsoft.com/office/drawing/2014/main" id="{3E5974DC-D12A-9C00-F038-3CE6F92314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76" name="Line 25">
                  <a:extLst>
                    <a:ext uri="{FF2B5EF4-FFF2-40B4-BE49-F238E27FC236}">
                      <a16:creationId xmlns:a16="http://schemas.microsoft.com/office/drawing/2014/main" id="{87CB8CF6-E735-B11C-19CA-E214E85DCD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77" name="Line 26">
                  <a:extLst>
                    <a:ext uri="{FF2B5EF4-FFF2-40B4-BE49-F238E27FC236}">
                      <a16:creationId xmlns:a16="http://schemas.microsoft.com/office/drawing/2014/main" id="{931836F7-2306-0A82-1781-07687AFA1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78" name="Line 27">
                  <a:extLst>
                    <a:ext uri="{FF2B5EF4-FFF2-40B4-BE49-F238E27FC236}">
                      <a16:creationId xmlns:a16="http://schemas.microsoft.com/office/drawing/2014/main" id="{D4356F57-9A34-1B3C-5656-956F01A9E7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79" name="Line 28">
                  <a:extLst>
                    <a:ext uri="{FF2B5EF4-FFF2-40B4-BE49-F238E27FC236}">
                      <a16:creationId xmlns:a16="http://schemas.microsoft.com/office/drawing/2014/main" id="{37A10E5C-35C1-D036-B297-499E4C3A7B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80" name="Line 29">
                  <a:extLst>
                    <a:ext uri="{FF2B5EF4-FFF2-40B4-BE49-F238E27FC236}">
                      <a16:creationId xmlns:a16="http://schemas.microsoft.com/office/drawing/2014/main" id="{E50D4789-4886-B51C-3427-E274C9F349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81" name="Rectangle 30">
                  <a:extLst>
                    <a:ext uri="{FF2B5EF4-FFF2-40B4-BE49-F238E27FC236}">
                      <a16:creationId xmlns:a16="http://schemas.microsoft.com/office/drawing/2014/main" id="{79A1922B-7B43-F8D3-5680-903BD10AC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82" name="Rectangle 31">
                  <a:extLst>
                    <a:ext uri="{FF2B5EF4-FFF2-40B4-BE49-F238E27FC236}">
                      <a16:creationId xmlns:a16="http://schemas.microsoft.com/office/drawing/2014/main" id="{31EA767D-8526-39C4-8DBE-0B3730EB16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83" name="Rectangle 32">
                  <a:extLst>
                    <a:ext uri="{FF2B5EF4-FFF2-40B4-BE49-F238E27FC236}">
                      <a16:creationId xmlns:a16="http://schemas.microsoft.com/office/drawing/2014/main" id="{045F53DB-E9B1-BA3E-3BDD-BC863F472B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84" name="Rectangle 33">
                  <a:extLst>
                    <a:ext uri="{FF2B5EF4-FFF2-40B4-BE49-F238E27FC236}">
                      <a16:creationId xmlns:a16="http://schemas.microsoft.com/office/drawing/2014/main" id="{24CBDFF4-F773-0377-917C-583339D0D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85" name="Rectangle 34">
                  <a:extLst>
                    <a:ext uri="{FF2B5EF4-FFF2-40B4-BE49-F238E27FC236}">
                      <a16:creationId xmlns:a16="http://schemas.microsoft.com/office/drawing/2014/main" id="{198F36DC-74BE-0F0E-D7DA-00BAD6CF7B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692" name="Group 60">
                <a:extLst>
                  <a:ext uri="{FF2B5EF4-FFF2-40B4-BE49-F238E27FC236}">
                    <a16:creationId xmlns:a16="http://schemas.microsoft.com/office/drawing/2014/main" id="{1C81C23F-2B44-0EBA-3AB5-948C92D7C5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87" y="2763"/>
                <a:ext cx="529" cy="661"/>
                <a:chOff x="4277" y="2627"/>
                <a:chExt cx="529" cy="661"/>
              </a:xfrm>
            </p:grpSpPr>
            <p:sp>
              <p:nvSpPr>
                <p:cNvPr id="756" name="Rectangle 61">
                  <a:extLst>
                    <a:ext uri="{FF2B5EF4-FFF2-40B4-BE49-F238E27FC236}">
                      <a16:creationId xmlns:a16="http://schemas.microsoft.com/office/drawing/2014/main" id="{832DD904-51B2-2B8E-BB1E-C2CD1EC837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57" name="Text Box 62">
                  <a:extLst>
                    <a:ext uri="{FF2B5EF4-FFF2-40B4-BE49-F238E27FC236}">
                      <a16:creationId xmlns:a16="http://schemas.microsoft.com/office/drawing/2014/main" id="{DCC72FA9-A49E-59FA-82A4-DDE098B14F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7" y="2627"/>
                  <a:ext cx="525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mail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server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58" name="Rectangle 63">
                  <a:extLst>
                    <a:ext uri="{FF2B5EF4-FFF2-40B4-BE49-F238E27FC236}">
                      <a16:creationId xmlns:a16="http://schemas.microsoft.com/office/drawing/2014/main" id="{1BE14024-C3C5-7E77-1BD0-804B9507AC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59" name="Line 64">
                  <a:extLst>
                    <a:ext uri="{FF2B5EF4-FFF2-40B4-BE49-F238E27FC236}">
                      <a16:creationId xmlns:a16="http://schemas.microsoft.com/office/drawing/2014/main" id="{0ADF669E-5634-F54C-FF54-9EDB132CD7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60" name="Line 65">
                  <a:extLst>
                    <a:ext uri="{FF2B5EF4-FFF2-40B4-BE49-F238E27FC236}">
                      <a16:creationId xmlns:a16="http://schemas.microsoft.com/office/drawing/2014/main" id="{0182ACBA-39F5-4458-F543-C8EB12554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61" name="Line 66">
                  <a:extLst>
                    <a:ext uri="{FF2B5EF4-FFF2-40B4-BE49-F238E27FC236}">
                      <a16:creationId xmlns:a16="http://schemas.microsoft.com/office/drawing/2014/main" id="{DFE456B3-0DBE-5823-EADF-4E528C650C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62" name="Line 67">
                  <a:extLst>
                    <a:ext uri="{FF2B5EF4-FFF2-40B4-BE49-F238E27FC236}">
                      <a16:creationId xmlns:a16="http://schemas.microsoft.com/office/drawing/2014/main" id="{EA4445BC-1903-CEA0-B57E-494F144BA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63" name="Line 68">
                  <a:extLst>
                    <a:ext uri="{FF2B5EF4-FFF2-40B4-BE49-F238E27FC236}">
                      <a16:creationId xmlns:a16="http://schemas.microsoft.com/office/drawing/2014/main" id="{8A5B7F1E-B3BF-D6CF-3F8E-A79DF3A835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64" name="Line 69">
                  <a:extLst>
                    <a:ext uri="{FF2B5EF4-FFF2-40B4-BE49-F238E27FC236}">
                      <a16:creationId xmlns:a16="http://schemas.microsoft.com/office/drawing/2014/main" id="{B5F58F87-37C3-EBC5-7FDD-FB868FC239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65" name="Line 70">
                  <a:extLst>
                    <a:ext uri="{FF2B5EF4-FFF2-40B4-BE49-F238E27FC236}">
                      <a16:creationId xmlns:a16="http://schemas.microsoft.com/office/drawing/2014/main" id="{95E15E88-D033-665D-198B-BC887437A4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66" name="Rectangle 71">
                  <a:extLst>
                    <a:ext uri="{FF2B5EF4-FFF2-40B4-BE49-F238E27FC236}">
                      <a16:creationId xmlns:a16="http://schemas.microsoft.com/office/drawing/2014/main" id="{95468DCB-EDDD-0F82-60BA-74CAE12828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67" name="Rectangle 72">
                  <a:extLst>
                    <a:ext uri="{FF2B5EF4-FFF2-40B4-BE49-F238E27FC236}">
                      <a16:creationId xmlns:a16="http://schemas.microsoft.com/office/drawing/2014/main" id="{366AF177-18EC-4F6F-9666-EFA9B030B5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68" name="Rectangle 73">
                  <a:extLst>
                    <a:ext uri="{FF2B5EF4-FFF2-40B4-BE49-F238E27FC236}">
                      <a16:creationId xmlns:a16="http://schemas.microsoft.com/office/drawing/2014/main" id="{9A2B6091-D025-27B4-4F36-BF7DC46920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69" name="Rectangle 74">
                  <a:extLst>
                    <a:ext uri="{FF2B5EF4-FFF2-40B4-BE49-F238E27FC236}">
                      <a16:creationId xmlns:a16="http://schemas.microsoft.com/office/drawing/2014/main" id="{00C49012-C69C-4C59-FC5C-87FA6F8D04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70" name="Rectangle 75">
                  <a:extLst>
                    <a:ext uri="{FF2B5EF4-FFF2-40B4-BE49-F238E27FC236}">
                      <a16:creationId xmlns:a16="http://schemas.microsoft.com/office/drawing/2014/main" id="{597F8D8E-F3B0-A4E6-1EEA-059EF43EED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693" name="Group 96">
                <a:extLst>
                  <a:ext uri="{FF2B5EF4-FFF2-40B4-BE49-F238E27FC236}">
                    <a16:creationId xmlns:a16="http://schemas.microsoft.com/office/drawing/2014/main" id="{61F26488-3466-E5C2-609B-7FF87ABC8A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87" y="1347"/>
                <a:ext cx="529" cy="661"/>
                <a:chOff x="4277" y="2627"/>
                <a:chExt cx="529" cy="661"/>
              </a:xfrm>
            </p:grpSpPr>
            <p:sp>
              <p:nvSpPr>
                <p:cNvPr id="741" name="Rectangle 97">
                  <a:extLst>
                    <a:ext uri="{FF2B5EF4-FFF2-40B4-BE49-F238E27FC236}">
                      <a16:creationId xmlns:a16="http://schemas.microsoft.com/office/drawing/2014/main" id="{3AFBE458-0B78-6439-DCC3-1B5BFD612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42" name="Text Box 98">
                  <a:extLst>
                    <a:ext uri="{FF2B5EF4-FFF2-40B4-BE49-F238E27FC236}">
                      <a16:creationId xmlns:a16="http://schemas.microsoft.com/office/drawing/2014/main" id="{84126B9E-06BF-342B-B82E-345D5E3C16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7" y="2627"/>
                  <a:ext cx="525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mail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server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43" name="Rectangle 99">
                  <a:extLst>
                    <a:ext uri="{FF2B5EF4-FFF2-40B4-BE49-F238E27FC236}">
                      <a16:creationId xmlns:a16="http://schemas.microsoft.com/office/drawing/2014/main" id="{171061EA-9AFB-3A22-512C-8891191C71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44" name="Line 100">
                  <a:extLst>
                    <a:ext uri="{FF2B5EF4-FFF2-40B4-BE49-F238E27FC236}">
                      <a16:creationId xmlns:a16="http://schemas.microsoft.com/office/drawing/2014/main" id="{C715A742-EF75-0665-BC87-38C91D3E8C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45" name="Line 101">
                  <a:extLst>
                    <a:ext uri="{FF2B5EF4-FFF2-40B4-BE49-F238E27FC236}">
                      <a16:creationId xmlns:a16="http://schemas.microsoft.com/office/drawing/2014/main" id="{2BCD9F38-879A-94EC-CABE-2F1E3760A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46" name="Line 102">
                  <a:extLst>
                    <a:ext uri="{FF2B5EF4-FFF2-40B4-BE49-F238E27FC236}">
                      <a16:creationId xmlns:a16="http://schemas.microsoft.com/office/drawing/2014/main" id="{5D2AF92E-D5CF-F15A-263E-863E8AA67E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47" name="Line 103">
                  <a:extLst>
                    <a:ext uri="{FF2B5EF4-FFF2-40B4-BE49-F238E27FC236}">
                      <a16:creationId xmlns:a16="http://schemas.microsoft.com/office/drawing/2014/main" id="{EB39E840-493D-17C2-44F4-8B36B096EE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48" name="Line 104">
                  <a:extLst>
                    <a:ext uri="{FF2B5EF4-FFF2-40B4-BE49-F238E27FC236}">
                      <a16:creationId xmlns:a16="http://schemas.microsoft.com/office/drawing/2014/main" id="{FC82FCF4-10AA-ABCF-F9C8-F96BCD746B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49" name="Line 105">
                  <a:extLst>
                    <a:ext uri="{FF2B5EF4-FFF2-40B4-BE49-F238E27FC236}">
                      <a16:creationId xmlns:a16="http://schemas.microsoft.com/office/drawing/2014/main" id="{9A63611D-D50A-9E70-1CEE-1874B7AC94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50" name="Line 106">
                  <a:extLst>
                    <a:ext uri="{FF2B5EF4-FFF2-40B4-BE49-F238E27FC236}">
                      <a16:creationId xmlns:a16="http://schemas.microsoft.com/office/drawing/2014/main" id="{EA700F36-3482-8560-4346-451D270A63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751" name="Rectangle 107">
                  <a:extLst>
                    <a:ext uri="{FF2B5EF4-FFF2-40B4-BE49-F238E27FC236}">
                      <a16:creationId xmlns:a16="http://schemas.microsoft.com/office/drawing/2014/main" id="{2BFBD231-AF66-0EAD-C806-1D6F2A46C4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52" name="Rectangle 108">
                  <a:extLst>
                    <a:ext uri="{FF2B5EF4-FFF2-40B4-BE49-F238E27FC236}">
                      <a16:creationId xmlns:a16="http://schemas.microsoft.com/office/drawing/2014/main" id="{04C40D5B-7B22-1F5D-F67E-1A76F5589C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53" name="Rectangle 109">
                  <a:extLst>
                    <a:ext uri="{FF2B5EF4-FFF2-40B4-BE49-F238E27FC236}">
                      <a16:creationId xmlns:a16="http://schemas.microsoft.com/office/drawing/2014/main" id="{8A7DD9C8-165E-C5FA-76D2-D324B2CAB4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54" name="Rectangle 110">
                  <a:extLst>
                    <a:ext uri="{FF2B5EF4-FFF2-40B4-BE49-F238E27FC236}">
                      <a16:creationId xmlns:a16="http://schemas.microsoft.com/office/drawing/2014/main" id="{1FFDF3AF-5AB6-5F3F-9FF8-52FEC6B511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55" name="Rectangle 111">
                  <a:extLst>
                    <a:ext uri="{FF2B5EF4-FFF2-40B4-BE49-F238E27FC236}">
                      <a16:creationId xmlns:a16="http://schemas.microsoft.com/office/drawing/2014/main" id="{C6914C78-8DE8-91CE-B5D5-475F75A335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694" name="Line 117">
                <a:extLst>
                  <a:ext uri="{FF2B5EF4-FFF2-40B4-BE49-F238E27FC236}">
                    <a16:creationId xmlns:a16="http://schemas.microsoft.com/office/drawing/2014/main" id="{58A79ECA-6BBA-27BE-CCD4-5DBE38A9D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34" y="2350"/>
                <a:ext cx="708" cy="684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95" name="Line 118">
                <a:extLst>
                  <a:ext uri="{FF2B5EF4-FFF2-40B4-BE49-F238E27FC236}">
                    <a16:creationId xmlns:a16="http://schemas.microsoft.com/office/drawing/2014/main" id="{201839D4-409F-0347-BF8C-B697BE3770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66" y="2020"/>
                <a:ext cx="0" cy="786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696" name="Group 119">
                <a:extLst>
                  <a:ext uri="{FF2B5EF4-FFF2-40B4-BE49-F238E27FC236}">
                    <a16:creationId xmlns:a16="http://schemas.microsoft.com/office/drawing/2014/main" id="{0BA5212C-32A3-841F-B284-F8509BA0CB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9" y="2535"/>
                <a:ext cx="680" cy="349"/>
                <a:chOff x="3729" y="2537"/>
                <a:chExt cx="680" cy="349"/>
              </a:xfrm>
            </p:grpSpPr>
            <p:sp>
              <p:nvSpPr>
                <p:cNvPr id="739" name="Rectangle 120">
                  <a:extLst>
                    <a:ext uri="{FF2B5EF4-FFF2-40B4-BE49-F238E27FC236}">
                      <a16:creationId xmlns:a16="http://schemas.microsoft.com/office/drawing/2014/main" id="{C2378E4E-6F8A-9C3C-6180-2ED9239195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40" name="Text Box 121">
                  <a:extLst>
                    <a:ext uri="{FF2B5EF4-FFF2-40B4-BE49-F238E27FC236}">
                      <a16:creationId xmlns:a16="http://schemas.microsoft.com/office/drawing/2014/main" id="{C29AB962-C850-8CFA-236F-A201D66A49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29" y="2537"/>
                  <a:ext cx="680" cy="3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2100" kern="0" dirty="0">
                      <a:solidFill>
                        <a:srgbClr val="CC0000"/>
                      </a:solidFill>
                      <a:latin typeface="Calibri" panose="020F0502020204030204"/>
                    </a:rPr>
                    <a:t>SMTP</a:t>
                  </a:r>
                </a:p>
              </p:txBody>
            </p:sp>
          </p:grpSp>
          <p:grpSp>
            <p:nvGrpSpPr>
              <p:cNvPr id="697" name="Group 122">
                <a:extLst>
                  <a:ext uri="{FF2B5EF4-FFF2-40B4-BE49-F238E27FC236}">
                    <a16:creationId xmlns:a16="http://schemas.microsoft.com/office/drawing/2014/main" id="{03ADAADD-96B3-07D4-410F-3D759F4B7A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55" y="1743"/>
                <a:ext cx="680" cy="349"/>
                <a:chOff x="3729" y="2537"/>
                <a:chExt cx="680" cy="349"/>
              </a:xfrm>
            </p:grpSpPr>
            <p:sp>
              <p:nvSpPr>
                <p:cNvPr id="737" name="Rectangle 123">
                  <a:extLst>
                    <a:ext uri="{FF2B5EF4-FFF2-40B4-BE49-F238E27FC236}">
                      <a16:creationId xmlns:a16="http://schemas.microsoft.com/office/drawing/2014/main" id="{AC7A8EA8-5807-897A-F9F2-7289C812B4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38" name="Text Box 124">
                  <a:extLst>
                    <a:ext uri="{FF2B5EF4-FFF2-40B4-BE49-F238E27FC236}">
                      <a16:creationId xmlns:a16="http://schemas.microsoft.com/office/drawing/2014/main" id="{DDFD5C45-D769-8A60-5DFD-9D49B7F058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29" y="2537"/>
                  <a:ext cx="680" cy="3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2100" kern="0" dirty="0">
                      <a:solidFill>
                        <a:srgbClr val="CC0000"/>
                      </a:solidFill>
                      <a:latin typeface="Calibri" panose="020F0502020204030204"/>
                    </a:rPr>
                    <a:t>SMTP</a:t>
                  </a:r>
                </a:p>
              </p:txBody>
            </p:sp>
          </p:grpSp>
          <p:grpSp>
            <p:nvGrpSpPr>
              <p:cNvPr id="698" name="Group 125">
                <a:extLst>
                  <a:ext uri="{FF2B5EF4-FFF2-40B4-BE49-F238E27FC236}">
                    <a16:creationId xmlns:a16="http://schemas.microsoft.com/office/drawing/2014/main" id="{339DBB6B-372C-931C-6213-B2FFFF6B26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2" y="2151"/>
                <a:ext cx="680" cy="349"/>
                <a:chOff x="3750" y="2495"/>
                <a:chExt cx="680" cy="349"/>
              </a:xfrm>
            </p:grpSpPr>
            <p:sp>
              <p:nvSpPr>
                <p:cNvPr id="735" name="Rectangle 126">
                  <a:extLst>
                    <a:ext uri="{FF2B5EF4-FFF2-40B4-BE49-F238E27FC236}">
                      <a16:creationId xmlns:a16="http://schemas.microsoft.com/office/drawing/2014/main" id="{E952D185-2792-DA7F-C4E4-6590D08EB2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36" name="Text Box 127">
                  <a:extLst>
                    <a:ext uri="{FF2B5EF4-FFF2-40B4-BE49-F238E27FC236}">
                      <a16:creationId xmlns:a16="http://schemas.microsoft.com/office/drawing/2014/main" id="{2013A8C2-7316-9882-4B99-FE9EB04964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50" y="2495"/>
                  <a:ext cx="680" cy="3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2100" kern="0" dirty="0">
                      <a:solidFill>
                        <a:srgbClr val="CC0000"/>
                      </a:solidFill>
                      <a:latin typeface="Calibri" panose="020F0502020204030204"/>
                    </a:rPr>
                    <a:t>SMTP</a:t>
                  </a:r>
                </a:p>
              </p:txBody>
            </p:sp>
          </p:grpSp>
          <p:grpSp>
            <p:nvGrpSpPr>
              <p:cNvPr id="699" name="Group 423">
                <a:extLst>
                  <a:ext uri="{FF2B5EF4-FFF2-40B4-BE49-F238E27FC236}">
                    <a16:creationId xmlns:a16="http://schemas.microsoft.com/office/drawing/2014/main" id="{B0D89B5E-0DBD-65CE-3919-1BB45EE2B4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0" y="886"/>
                <a:ext cx="602" cy="664"/>
                <a:chOff x="3547" y="550"/>
                <a:chExt cx="602" cy="664"/>
              </a:xfrm>
            </p:grpSpPr>
            <p:grpSp>
              <p:nvGrpSpPr>
                <p:cNvPr id="730" name="Group 353">
                  <a:extLst>
                    <a:ext uri="{FF2B5EF4-FFF2-40B4-BE49-F238E27FC236}">
                      <a16:creationId xmlns:a16="http://schemas.microsoft.com/office/drawing/2014/main" id="{83DAFA6B-EFEA-40CE-8A26-06FBAE6149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88" y="692"/>
                  <a:ext cx="561" cy="522"/>
                  <a:chOff x="-44" y="1473"/>
                  <a:chExt cx="981" cy="1105"/>
                </a:xfrm>
              </p:grpSpPr>
              <p:pic>
                <p:nvPicPr>
                  <p:cNvPr id="733" name="Picture 354" descr="desktop_computer_stylized_medium">
                    <a:extLst>
                      <a:ext uri="{FF2B5EF4-FFF2-40B4-BE49-F238E27FC236}">
                        <a16:creationId xmlns:a16="http://schemas.microsoft.com/office/drawing/2014/main" id="{8BB7AB0D-1C14-77BC-07C0-EFF2196FED1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34" name="Freeform 355">
                    <a:extLst>
                      <a:ext uri="{FF2B5EF4-FFF2-40B4-BE49-F238E27FC236}">
                        <a16:creationId xmlns:a16="http://schemas.microsoft.com/office/drawing/2014/main" id="{DCF0B61B-C929-1DD4-4DC8-81D5787B46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24164 w 356"/>
                      <a:gd name="T3" fmla="*/ 1678 h 368"/>
                      <a:gd name="T4" fmla="*/ 28666 w 356"/>
                      <a:gd name="T5" fmla="*/ 34959 h 368"/>
                      <a:gd name="T6" fmla="*/ 6318 w 356"/>
                      <a:gd name="T7" fmla="*/ 43721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latin typeface="Calibri" panose="020F0502020204030204"/>
                      <a:ea typeface="ＭＳ Ｐゴシック" panose="020B0600070205080204" pitchFamily="34" charset="-128"/>
                    </a:endParaRPr>
                  </a:p>
                </p:txBody>
              </p:sp>
            </p:grpSp>
            <p:sp>
              <p:nvSpPr>
                <p:cNvPr id="731" name="Rectangle 115">
                  <a:extLst>
                    <a:ext uri="{FF2B5EF4-FFF2-40B4-BE49-F238E27FC236}">
                      <a16:creationId xmlns:a16="http://schemas.microsoft.com/office/drawing/2014/main" id="{F401BE96-6B1B-8396-E0A9-0D429B34E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1" y="576"/>
                  <a:ext cx="381" cy="330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32" name="Text Box 116">
                  <a:extLst>
                    <a:ext uri="{FF2B5EF4-FFF2-40B4-BE49-F238E27FC236}">
                      <a16:creationId xmlns:a16="http://schemas.microsoft.com/office/drawing/2014/main" id="{7E713647-F936-1C17-A870-C91FA4441D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7" y="550"/>
                  <a:ext cx="492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user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agent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700" name="Group 424">
                <a:extLst>
                  <a:ext uri="{FF2B5EF4-FFF2-40B4-BE49-F238E27FC236}">
                    <a16:creationId xmlns:a16="http://schemas.microsoft.com/office/drawing/2014/main" id="{546C8F58-36F3-034F-B102-35761CE70A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3" y="1400"/>
                <a:ext cx="602" cy="664"/>
                <a:chOff x="3547" y="550"/>
                <a:chExt cx="602" cy="664"/>
              </a:xfrm>
            </p:grpSpPr>
            <p:grpSp>
              <p:nvGrpSpPr>
                <p:cNvPr id="725" name="Group 425">
                  <a:extLst>
                    <a:ext uri="{FF2B5EF4-FFF2-40B4-BE49-F238E27FC236}">
                      <a16:creationId xmlns:a16="http://schemas.microsoft.com/office/drawing/2014/main" id="{80565076-3B2D-575D-8DFB-D2ACFE411D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88" y="692"/>
                  <a:ext cx="561" cy="522"/>
                  <a:chOff x="-44" y="1473"/>
                  <a:chExt cx="981" cy="1105"/>
                </a:xfrm>
              </p:grpSpPr>
              <p:pic>
                <p:nvPicPr>
                  <p:cNvPr id="728" name="Picture 426" descr="desktop_computer_stylized_medium">
                    <a:extLst>
                      <a:ext uri="{FF2B5EF4-FFF2-40B4-BE49-F238E27FC236}">
                        <a16:creationId xmlns:a16="http://schemas.microsoft.com/office/drawing/2014/main" id="{3B06223D-B297-A8BD-F257-9255AB1CC8D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29" name="Freeform 427">
                    <a:extLst>
                      <a:ext uri="{FF2B5EF4-FFF2-40B4-BE49-F238E27FC236}">
                        <a16:creationId xmlns:a16="http://schemas.microsoft.com/office/drawing/2014/main" id="{848B207F-494C-5BF7-DCE4-D5E55AD024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24164 w 356"/>
                      <a:gd name="T3" fmla="*/ 1678 h 368"/>
                      <a:gd name="T4" fmla="*/ 28666 w 356"/>
                      <a:gd name="T5" fmla="*/ 34959 h 368"/>
                      <a:gd name="T6" fmla="*/ 6318 w 356"/>
                      <a:gd name="T7" fmla="*/ 43721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latin typeface="Calibri" panose="020F0502020204030204"/>
                      <a:ea typeface="ＭＳ Ｐゴシック" panose="020B0600070205080204" pitchFamily="34" charset="-128"/>
                    </a:endParaRPr>
                  </a:p>
                </p:txBody>
              </p:sp>
            </p:grpSp>
            <p:sp>
              <p:nvSpPr>
                <p:cNvPr id="726" name="Rectangle 115">
                  <a:extLst>
                    <a:ext uri="{FF2B5EF4-FFF2-40B4-BE49-F238E27FC236}">
                      <a16:creationId xmlns:a16="http://schemas.microsoft.com/office/drawing/2014/main" id="{CE63639B-2ED2-C513-7E7A-61B1848CD8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1" y="576"/>
                  <a:ext cx="381" cy="330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27" name="Text Box 116">
                  <a:extLst>
                    <a:ext uri="{FF2B5EF4-FFF2-40B4-BE49-F238E27FC236}">
                      <a16:creationId xmlns:a16="http://schemas.microsoft.com/office/drawing/2014/main" id="{A6AFCA86-571D-8F24-B104-4C43FC3A43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7" y="550"/>
                  <a:ext cx="492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user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agent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701" name="Group 430">
                <a:extLst>
                  <a:ext uri="{FF2B5EF4-FFF2-40B4-BE49-F238E27FC236}">
                    <a16:creationId xmlns:a16="http://schemas.microsoft.com/office/drawing/2014/main" id="{078FD46C-0291-F514-8A7B-3B999B064F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5" y="1880"/>
                <a:ext cx="602" cy="664"/>
                <a:chOff x="3547" y="550"/>
                <a:chExt cx="602" cy="664"/>
              </a:xfrm>
            </p:grpSpPr>
            <p:grpSp>
              <p:nvGrpSpPr>
                <p:cNvPr id="720" name="Group 431">
                  <a:extLst>
                    <a:ext uri="{FF2B5EF4-FFF2-40B4-BE49-F238E27FC236}">
                      <a16:creationId xmlns:a16="http://schemas.microsoft.com/office/drawing/2014/main" id="{38CB9B09-8FC4-0F59-51AE-E315E511AD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88" y="692"/>
                  <a:ext cx="561" cy="522"/>
                  <a:chOff x="-44" y="1473"/>
                  <a:chExt cx="981" cy="1105"/>
                </a:xfrm>
              </p:grpSpPr>
              <p:pic>
                <p:nvPicPr>
                  <p:cNvPr id="723" name="Picture 432" descr="desktop_computer_stylized_medium">
                    <a:extLst>
                      <a:ext uri="{FF2B5EF4-FFF2-40B4-BE49-F238E27FC236}">
                        <a16:creationId xmlns:a16="http://schemas.microsoft.com/office/drawing/2014/main" id="{F681510C-8797-42B4-4511-5DE28D110EF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24" name="Freeform 433">
                    <a:extLst>
                      <a:ext uri="{FF2B5EF4-FFF2-40B4-BE49-F238E27FC236}">
                        <a16:creationId xmlns:a16="http://schemas.microsoft.com/office/drawing/2014/main" id="{9DED294C-2B4A-9B35-9982-7BC66D312F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24164 w 356"/>
                      <a:gd name="T3" fmla="*/ 1678 h 368"/>
                      <a:gd name="T4" fmla="*/ 28666 w 356"/>
                      <a:gd name="T5" fmla="*/ 34959 h 368"/>
                      <a:gd name="T6" fmla="*/ 6318 w 356"/>
                      <a:gd name="T7" fmla="*/ 43721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latin typeface="Calibri" panose="020F0502020204030204"/>
                      <a:ea typeface="ＭＳ Ｐゴシック" panose="020B0600070205080204" pitchFamily="34" charset="-128"/>
                    </a:endParaRPr>
                  </a:p>
                </p:txBody>
              </p:sp>
            </p:grpSp>
            <p:sp>
              <p:nvSpPr>
                <p:cNvPr id="721" name="Rectangle 115">
                  <a:extLst>
                    <a:ext uri="{FF2B5EF4-FFF2-40B4-BE49-F238E27FC236}">
                      <a16:creationId xmlns:a16="http://schemas.microsoft.com/office/drawing/2014/main" id="{ECD13042-F79D-7063-F551-BB714DDB24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1" y="576"/>
                  <a:ext cx="381" cy="330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22" name="Text Box 116">
                  <a:extLst>
                    <a:ext uri="{FF2B5EF4-FFF2-40B4-BE49-F238E27FC236}">
                      <a16:creationId xmlns:a16="http://schemas.microsoft.com/office/drawing/2014/main" id="{CC08758F-8679-4B20-528B-9E28AE3642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7" y="550"/>
                  <a:ext cx="492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user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agent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702" name="Group 436">
                <a:extLst>
                  <a:ext uri="{FF2B5EF4-FFF2-40B4-BE49-F238E27FC236}">
                    <a16:creationId xmlns:a16="http://schemas.microsoft.com/office/drawing/2014/main" id="{B5C83462-80F4-27B9-014B-46BC5ADA4C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72" y="2540"/>
                <a:ext cx="602" cy="664"/>
                <a:chOff x="3547" y="550"/>
                <a:chExt cx="602" cy="664"/>
              </a:xfrm>
            </p:grpSpPr>
            <p:grpSp>
              <p:nvGrpSpPr>
                <p:cNvPr id="715" name="Group 437">
                  <a:extLst>
                    <a:ext uri="{FF2B5EF4-FFF2-40B4-BE49-F238E27FC236}">
                      <a16:creationId xmlns:a16="http://schemas.microsoft.com/office/drawing/2014/main" id="{6957650B-E100-8108-E78C-79D9BAE2EC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88" y="692"/>
                  <a:ext cx="561" cy="522"/>
                  <a:chOff x="-44" y="1473"/>
                  <a:chExt cx="981" cy="1105"/>
                </a:xfrm>
              </p:grpSpPr>
              <p:pic>
                <p:nvPicPr>
                  <p:cNvPr id="718" name="Picture 438" descr="desktop_computer_stylized_medium">
                    <a:extLst>
                      <a:ext uri="{FF2B5EF4-FFF2-40B4-BE49-F238E27FC236}">
                        <a16:creationId xmlns:a16="http://schemas.microsoft.com/office/drawing/2014/main" id="{94A34B52-D86E-0859-4A65-474A30F40BB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19" name="Freeform 439">
                    <a:extLst>
                      <a:ext uri="{FF2B5EF4-FFF2-40B4-BE49-F238E27FC236}">
                        <a16:creationId xmlns:a16="http://schemas.microsoft.com/office/drawing/2014/main" id="{A5934D96-1AC7-00E9-55CA-3E9B81FC45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24164 w 356"/>
                      <a:gd name="T3" fmla="*/ 1678 h 368"/>
                      <a:gd name="T4" fmla="*/ 28666 w 356"/>
                      <a:gd name="T5" fmla="*/ 34959 h 368"/>
                      <a:gd name="T6" fmla="*/ 6318 w 356"/>
                      <a:gd name="T7" fmla="*/ 43721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latin typeface="Calibri" panose="020F0502020204030204"/>
                      <a:ea typeface="ＭＳ Ｐゴシック" panose="020B0600070205080204" pitchFamily="34" charset="-128"/>
                    </a:endParaRPr>
                  </a:p>
                </p:txBody>
              </p:sp>
            </p:grpSp>
            <p:sp>
              <p:nvSpPr>
                <p:cNvPr id="716" name="Rectangle 115">
                  <a:extLst>
                    <a:ext uri="{FF2B5EF4-FFF2-40B4-BE49-F238E27FC236}">
                      <a16:creationId xmlns:a16="http://schemas.microsoft.com/office/drawing/2014/main" id="{C8D75BB1-8159-437D-E6DE-C39D81B41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1" y="576"/>
                  <a:ext cx="381" cy="330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17" name="Text Box 116">
                  <a:extLst>
                    <a:ext uri="{FF2B5EF4-FFF2-40B4-BE49-F238E27FC236}">
                      <a16:creationId xmlns:a16="http://schemas.microsoft.com/office/drawing/2014/main" id="{605CCA1F-7820-2160-35DD-E44D2F08B4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7" y="550"/>
                  <a:ext cx="492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user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agent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703" name="Group 442">
                <a:extLst>
                  <a:ext uri="{FF2B5EF4-FFF2-40B4-BE49-F238E27FC236}">
                    <a16:creationId xmlns:a16="http://schemas.microsoft.com/office/drawing/2014/main" id="{F92A4272-2FAF-AE9F-DDA2-660B23CED5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7" y="3446"/>
                <a:ext cx="602" cy="664"/>
                <a:chOff x="3547" y="550"/>
                <a:chExt cx="602" cy="664"/>
              </a:xfrm>
            </p:grpSpPr>
            <p:grpSp>
              <p:nvGrpSpPr>
                <p:cNvPr id="710" name="Group 443">
                  <a:extLst>
                    <a:ext uri="{FF2B5EF4-FFF2-40B4-BE49-F238E27FC236}">
                      <a16:creationId xmlns:a16="http://schemas.microsoft.com/office/drawing/2014/main" id="{0505CAAA-053B-3CD4-043B-F1AB307D8E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88" y="692"/>
                  <a:ext cx="561" cy="522"/>
                  <a:chOff x="-44" y="1473"/>
                  <a:chExt cx="981" cy="1105"/>
                </a:xfrm>
              </p:grpSpPr>
              <p:pic>
                <p:nvPicPr>
                  <p:cNvPr id="713" name="Picture 444" descr="desktop_computer_stylized_medium">
                    <a:extLst>
                      <a:ext uri="{FF2B5EF4-FFF2-40B4-BE49-F238E27FC236}">
                        <a16:creationId xmlns:a16="http://schemas.microsoft.com/office/drawing/2014/main" id="{23886D46-31E9-1A74-3B34-87DE88FB2F4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14" name="Freeform 445">
                    <a:extLst>
                      <a:ext uri="{FF2B5EF4-FFF2-40B4-BE49-F238E27FC236}">
                        <a16:creationId xmlns:a16="http://schemas.microsoft.com/office/drawing/2014/main" id="{7990614B-B340-74D7-5D38-BE17B8B2F6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24164 w 356"/>
                      <a:gd name="T3" fmla="*/ 1678 h 368"/>
                      <a:gd name="T4" fmla="*/ 28666 w 356"/>
                      <a:gd name="T5" fmla="*/ 34959 h 368"/>
                      <a:gd name="T6" fmla="*/ 6318 w 356"/>
                      <a:gd name="T7" fmla="*/ 43721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latin typeface="Calibri" panose="020F0502020204030204"/>
                      <a:ea typeface="ＭＳ Ｐゴシック" panose="020B0600070205080204" pitchFamily="34" charset="-128"/>
                    </a:endParaRPr>
                  </a:p>
                </p:txBody>
              </p:sp>
            </p:grpSp>
            <p:sp>
              <p:nvSpPr>
                <p:cNvPr id="711" name="Rectangle 115">
                  <a:extLst>
                    <a:ext uri="{FF2B5EF4-FFF2-40B4-BE49-F238E27FC236}">
                      <a16:creationId xmlns:a16="http://schemas.microsoft.com/office/drawing/2014/main" id="{38F52424-6EDA-9F46-9222-9212BEA097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1" y="576"/>
                  <a:ext cx="381" cy="330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12" name="Text Box 116">
                  <a:extLst>
                    <a:ext uri="{FF2B5EF4-FFF2-40B4-BE49-F238E27FC236}">
                      <a16:creationId xmlns:a16="http://schemas.microsoft.com/office/drawing/2014/main" id="{EBCCAD1C-0ACC-947F-D2A6-E022FDC2F1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7" y="550"/>
                  <a:ext cx="492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user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agent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704" name="Group 448">
                <a:extLst>
                  <a:ext uri="{FF2B5EF4-FFF2-40B4-BE49-F238E27FC236}">
                    <a16:creationId xmlns:a16="http://schemas.microsoft.com/office/drawing/2014/main" id="{4F244190-0281-1DBE-FBCD-4411753D1F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6" y="3056"/>
                <a:ext cx="602" cy="664"/>
                <a:chOff x="3547" y="550"/>
                <a:chExt cx="602" cy="664"/>
              </a:xfrm>
            </p:grpSpPr>
            <p:grpSp>
              <p:nvGrpSpPr>
                <p:cNvPr id="705" name="Group 449">
                  <a:extLst>
                    <a:ext uri="{FF2B5EF4-FFF2-40B4-BE49-F238E27FC236}">
                      <a16:creationId xmlns:a16="http://schemas.microsoft.com/office/drawing/2014/main" id="{627A601F-61CE-EBB9-CBEA-56245822FD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88" y="692"/>
                  <a:ext cx="561" cy="522"/>
                  <a:chOff x="-44" y="1473"/>
                  <a:chExt cx="981" cy="1105"/>
                </a:xfrm>
              </p:grpSpPr>
              <p:pic>
                <p:nvPicPr>
                  <p:cNvPr id="708" name="Picture 450" descr="desktop_computer_stylized_medium">
                    <a:extLst>
                      <a:ext uri="{FF2B5EF4-FFF2-40B4-BE49-F238E27FC236}">
                        <a16:creationId xmlns:a16="http://schemas.microsoft.com/office/drawing/2014/main" id="{42F7BF82-EDEF-DE5A-96D0-3FC6CAE6D37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09" name="Freeform 451">
                    <a:extLst>
                      <a:ext uri="{FF2B5EF4-FFF2-40B4-BE49-F238E27FC236}">
                        <a16:creationId xmlns:a16="http://schemas.microsoft.com/office/drawing/2014/main" id="{FA7C8C6F-139E-A930-E030-CCDDDC4974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24164 w 356"/>
                      <a:gd name="T3" fmla="*/ 1678 h 368"/>
                      <a:gd name="T4" fmla="*/ 28666 w 356"/>
                      <a:gd name="T5" fmla="*/ 34959 h 368"/>
                      <a:gd name="T6" fmla="*/ 6318 w 356"/>
                      <a:gd name="T7" fmla="*/ 43721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latin typeface="Calibri" panose="020F0502020204030204"/>
                      <a:ea typeface="ＭＳ Ｐゴシック" panose="020B0600070205080204" pitchFamily="34" charset="-128"/>
                    </a:endParaRPr>
                  </a:p>
                </p:txBody>
              </p:sp>
            </p:grpSp>
            <p:sp>
              <p:nvSpPr>
                <p:cNvPr id="706" name="Rectangle 115">
                  <a:extLst>
                    <a:ext uri="{FF2B5EF4-FFF2-40B4-BE49-F238E27FC236}">
                      <a16:creationId xmlns:a16="http://schemas.microsoft.com/office/drawing/2014/main" id="{E5DA606C-DC8D-061E-FEA8-C80A76D84A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1" y="576"/>
                  <a:ext cx="381" cy="330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07" name="Text Box 116">
                  <a:extLst>
                    <a:ext uri="{FF2B5EF4-FFF2-40B4-BE49-F238E27FC236}">
                      <a16:creationId xmlns:a16="http://schemas.microsoft.com/office/drawing/2014/main" id="{20C3F106-95F5-6366-2CD7-F82FB6A27F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7" y="550"/>
                  <a:ext cx="492" cy="4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user</a:t>
                  </a:r>
                </a:p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en-US" sz="135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agent</a:t>
                  </a:r>
                  <a:endParaRPr lang="en-US" altLang="en-US" sz="2100" kern="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673" name="Group 672">
              <a:extLst>
                <a:ext uri="{FF2B5EF4-FFF2-40B4-BE49-F238E27FC236}">
                  <a16:creationId xmlns:a16="http://schemas.microsoft.com/office/drawing/2014/main" id="{C3E01394-12AB-7E36-B57A-089BF053651F}"/>
                </a:ext>
              </a:extLst>
            </p:cNvPr>
            <p:cNvGrpSpPr/>
            <p:nvPr/>
          </p:nvGrpSpPr>
          <p:grpSpPr>
            <a:xfrm>
              <a:off x="5390626" y="2424909"/>
              <a:ext cx="2782685" cy="2799309"/>
              <a:chOff x="7171111" y="1995054"/>
              <a:chExt cx="3710247" cy="3732412"/>
            </a:xfrm>
          </p:grpSpPr>
          <p:sp>
            <p:nvSpPr>
              <p:cNvPr id="683" name="Oval 682">
                <a:extLst>
                  <a:ext uri="{FF2B5EF4-FFF2-40B4-BE49-F238E27FC236}">
                    <a16:creationId xmlns:a16="http://schemas.microsoft.com/office/drawing/2014/main" id="{3047C935-679D-E744-2481-00BAE724166D}"/>
                  </a:ext>
                </a:extLst>
              </p:cNvPr>
              <p:cNvSpPr/>
              <p:nvPr/>
            </p:nvSpPr>
            <p:spPr>
              <a:xfrm>
                <a:off x="7215447" y="1995054"/>
                <a:ext cx="1230284" cy="432262"/>
              </a:xfrm>
              <a:prstGeom prst="ellipse">
                <a:avLst/>
              </a:prstGeom>
              <a:noFill/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4" name="Oval 683">
                <a:extLst>
                  <a:ext uri="{FF2B5EF4-FFF2-40B4-BE49-F238E27FC236}">
                    <a16:creationId xmlns:a16="http://schemas.microsoft.com/office/drawing/2014/main" id="{8422968A-F228-A9A4-9941-7C5BCF2D5EC7}"/>
                  </a:ext>
                </a:extLst>
              </p:cNvPr>
              <p:cNvSpPr/>
              <p:nvPr/>
            </p:nvSpPr>
            <p:spPr>
              <a:xfrm>
                <a:off x="9213272" y="2862348"/>
                <a:ext cx="1230284" cy="432262"/>
              </a:xfrm>
              <a:prstGeom prst="ellipse">
                <a:avLst/>
              </a:prstGeom>
              <a:noFill/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5" name="Oval 684">
                <a:extLst>
                  <a:ext uri="{FF2B5EF4-FFF2-40B4-BE49-F238E27FC236}">
                    <a16:creationId xmlns:a16="http://schemas.microsoft.com/office/drawing/2014/main" id="{AD92F83D-001E-C263-D44B-069837B5BA10}"/>
                  </a:ext>
                </a:extLst>
              </p:cNvPr>
              <p:cNvSpPr/>
              <p:nvPr/>
            </p:nvSpPr>
            <p:spPr>
              <a:xfrm>
                <a:off x="7171111" y="4261656"/>
                <a:ext cx="1230284" cy="432262"/>
              </a:xfrm>
              <a:prstGeom prst="ellipse">
                <a:avLst/>
              </a:prstGeom>
              <a:noFill/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6" name="Oval 685">
                <a:extLst>
                  <a:ext uri="{FF2B5EF4-FFF2-40B4-BE49-F238E27FC236}">
                    <a16:creationId xmlns:a16="http://schemas.microsoft.com/office/drawing/2014/main" id="{ADAEA594-2184-6CAD-5E75-22DDD4180310}"/>
                  </a:ext>
                </a:extLst>
              </p:cNvPr>
              <p:cNvSpPr/>
              <p:nvPr/>
            </p:nvSpPr>
            <p:spPr>
              <a:xfrm>
                <a:off x="9651074" y="5295204"/>
                <a:ext cx="1230284" cy="432262"/>
              </a:xfrm>
              <a:prstGeom prst="ellipse">
                <a:avLst/>
              </a:prstGeom>
              <a:noFill/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674" name="Group 673">
              <a:extLst>
                <a:ext uri="{FF2B5EF4-FFF2-40B4-BE49-F238E27FC236}">
                  <a16:creationId xmlns:a16="http://schemas.microsoft.com/office/drawing/2014/main" id="{6775798F-1C68-DE4A-104F-FEA1E2B7888B}"/>
                </a:ext>
              </a:extLst>
            </p:cNvPr>
            <p:cNvGrpSpPr/>
            <p:nvPr/>
          </p:nvGrpSpPr>
          <p:grpSpPr>
            <a:xfrm>
              <a:off x="5430111" y="2626492"/>
              <a:ext cx="2454334" cy="3023753"/>
              <a:chOff x="7171111" y="1995054"/>
              <a:chExt cx="3272445" cy="4031670"/>
            </a:xfrm>
          </p:grpSpPr>
          <p:sp>
            <p:nvSpPr>
              <p:cNvPr id="679" name="Oval 678">
                <a:extLst>
                  <a:ext uri="{FF2B5EF4-FFF2-40B4-BE49-F238E27FC236}">
                    <a16:creationId xmlns:a16="http://schemas.microsoft.com/office/drawing/2014/main" id="{0964405F-8431-0EBF-CEC8-BFCB3E62CC1F}"/>
                  </a:ext>
                </a:extLst>
              </p:cNvPr>
              <p:cNvSpPr/>
              <p:nvPr/>
            </p:nvSpPr>
            <p:spPr>
              <a:xfrm>
                <a:off x="7215447" y="1995054"/>
                <a:ext cx="1230284" cy="432262"/>
              </a:xfrm>
              <a:prstGeom prst="ellipse">
                <a:avLst/>
              </a:prstGeom>
              <a:noFill/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0" name="Oval 679">
                <a:extLst>
                  <a:ext uri="{FF2B5EF4-FFF2-40B4-BE49-F238E27FC236}">
                    <a16:creationId xmlns:a16="http://schemas.microsoft.com/office/drawing/2014/main" id="{FED368B5-EA59-575A-722C-7A3D0A3CAB64}"/>
                  </a:ext>
                </a:extLst>
              </p:cNvPr>
              <p:cNvSpPr/>
              <p:nvPr/>
            </p:nvSpPr>
            <p:spPr>
              <a:xfrm>
                <a:off x="9213272" y="2862348"/>
                <a:ext cx="1230284" cy="432262"/>
              </a:xfrm>
              <a:prstGeom prst="ellipse">
                <a:avLst/>
              </a:prstGeom>
              <a:noFill/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1" name="Oval 680">
                <a:extLst>
                  <a:ext uri="{FF2B5EF4-FFF2-40B4-BE49-F238E27FC236}">
                    <a16:creationId xmlns:a16="http://schemas.microsoft.com/office/drawing/2014/main" id="{CDD24E2B-A6B0-0599-11FD-9B3644EB16BB}"/>
                  </a:ext>
                </a:extLst>
              </p:cNvPr>
              <p:cNvSpPr/>
              <p:nvPr/>
            </p:nvSpPr>
            <p:spPr>
              <a:xfrm>
                <a:off x="7171111" y="4261656"/>
                <a:ext cx="1230284" cy="432262"/>
              </a:xfrm>
              <a:prstGeom prst="ellipse">
                <a:avLst/>
              </a:prstGeom>
              <a:noFill/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2" name="Oval 681">
                <a:extLst>
                  <a:ext uri="{FF2B5EF4-FFF2-40B4-BE49-F238E27FC236}">
                    <a16:creationId xmlns:a16="http://schemas.microsoft.com/office/drawing/2014/main" id="{F1DE4E61-B77B-A6FE-7309-51DB012F5A57}"/>
                  </a:ext>
                </a:extLst>
              </p:cNvPr>
              <p:cNvSpPr/>
              <p:nvPr/>
            </p:nvSpPr>
            <p:spPr>
              <a:xfrm>
                <a:off x="9590116" y="5594462"/>
                <a:ext cx="759227" cy="432262"/>
              </a:xfrm>
              <a:prstGeom prst="ellipse">
                <a:avLst/>
              </a:prstGeom>
              <a:noFill/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675" name="Group 674">
              <a:extLst>
                <a:ext uri="{FF2B5EF4-FFF2-40B4-BE49-F238E27FC236}">
                  <a16:creationId xmlns:a16="http://schemas.microsoft.com/office/drawing/2014/main" id="{0C7E0AD3-EE9F-07C1-818F-9387900A0E29}"/>
                </a:ext>
              </a:extLst>
            </p:cNvPr>
            <p:cNvGrpSpPr/>
            <p:nvPr/>
          </p:nvGrpSpPr>
          <p:grpSpPr>
            <a:xfrm>
              <a:off x="5253467" y="2524661"/>
              <a:ext cx="1793471" cy="1398617"/>
              <a:chOff x="6988233" y="2128058"/>
              <a:chExt cx="2391295" cy="1864822"/>
            </a:xfrm>
          </p:grpSpPr>
          <p:sp>
            <p:nvSpPr>
              <p:cNvPr id="676" name="Oval 675">
                <a:extLst>
                  <a:ext uri="{FF2B5EF4-FFF2-40B4-BE49-F238E27FC236}">
                    <a16:creationId xmlns:a16="http://schemas.microsoft.com/office/drawing/2014/main" id="{2A6A3657-5840-589A-15A1-FC6A9113E086}"/>
                  </a:ext>
                </a:extLst>
              </p:cNvPr>
              <p:cNvSpPr/>
              <p:nvPr/>
            </p:nvSpPr>
            <p:spPr>
              <a:xfrm>
                <a:off x="8262851" y="2128058"/>
                <a:ext cx="1080655" cy="615142"/>
              </a:xfrm>
              <a:prstGeom prst="ellipse">
                <a:avLst/>
              </a:prstGeom>
              <a:noFill/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77" name="Oval 676">
                <a:extLst>
                  <a:ext uri="{FF2B5EF4-FFF2-40B4-BE49-F238E27FC236}">
                    <a16:creationId xmlns:a16="http://schemas.microsoft.com/office/drawing/2014/main" id="{8646E2E8-1EA7-6F13-893C-1D92FBD4C135}"/>
                  </a:ext>
                </a:extLst>
              </p:cNvPr>
              <p:cNvSpPr/>
              <p:nvPr/>
            </p:nvSpPr>
            <p:spPr>
              <a:xfrm>
                <a:off x="8298873" y="3377738"/>
                <a:ext cx="1080655" cy="615142"/>
              </a:xfrm>
              <a:prstGeom prst="ellipse">
                <a:avLst/>
              </a:prstGeom>
              <a:noFill/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78" name="Oval 677">
                <a:extLst>
                  <a:ext uri="{FF2B5EF4-FFF2-40B4-BE49-F238E27FC236}">
                    <a16:creationId xmlns:a16="http://schemas.microsoft.com/office/drawing/2014/main" id="{7B82403B-8DC8-9033-6EFC-FCFD05148A36}"/>
                  </a:ext>
                </a:extLst>
              </p:cNvPr>
              <p:cNvSpPr/>
              <p:nvPr/>
            </p:nvSpPr>
            <p:spPr>
              <a:xfrm>
                <a:off x="6988233" y="2781993"/>
                <a:ext cx="1080655" cy="615142"/>
              </a:xfrm>
              <a:prstGeom prst="ellipse">
                <a:avLst/>
              </a:prstGeom>
              <a:noFill/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894" name="Rectangle 3">
            <a:extLst>
              <a:ext uri="{FF2B5EF4-FFF2-40B4-BE49-F238E27FC236}">
                <a16:creationId xmlns:a16="http://schemas.microsoft.com/office/drawing/2014/main" id="{552738CF-F658-1D58-3136-43C28676959D}"/>
              </a:ext>
            </a:extLst>
          </p:cNvPr>
          <p:cNvSpPr txBox="1">
            <a:spLocks noChangeArrowheads="1"/>
          </p:cNvSpPr>
          <p:nvPr/>
        </p:nvSpPr>
        <p:spPr>
          <a:xfrm>
            <a:off x="495199" y="1897610"/>
            <a:ext cx="4255525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mail servers: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0000A3"/>
                </a:solidFill>
                <a:latin typeface="Calibri" panose="020F0502020204030204"/>
                <a:ea typeface="ＭＳ Ｐゴシック" panose="020B0600070205080204" pitchFamily="34" charset="-128"/>
              </a:rPr>
              <a:t>mailbox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contains incoming messages for user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0000A3"/>
                </a:solidFill>
                <a:latin typeface="Calibri" panose="020F0502020204030204"/>
                <a:ea typeface="ＭＳ Ｐゴシック" panose="020B0600070205080204" pitchFamily="34" charset="-128"/>
              </a:rPr>
              <a:t>message queue</a:t>
            </a:r>
            <a:r>
              <a:rPr lang="en-US" altLang="en-US" sz="2100" dirty="0">
                <a:solidFill>
                  <a:srgbClr val="0000A3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of outgoing (to be sent) mail messages</a:t>
            </a:r>
          </a:p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SMTP protocol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between mail servers to send email messages</a:t>
            </a:r>
          </a:p>
          <a:p>
            <a:pPr marL="308372" indent="-172641" defTabSz="685800">
              <a:spcBef>
                <a:spcPts val="375"/>
              </a:spcBef>
              <a:buClr>
                <a:srgbClr val="0000A8"/>
              </a:buClr>
              <a:defRPr/>
            </a:pPr>
            <a:r>
              <a:rPr lang="en-US" altLang="en-US" sz="2100" dirty="0">
                <a:solidFill>
                  <a:srgbClr val="0000A3"/>
                </a:solidFill>
                <a:latin typeface="Calibri" panose="020F0502020204030204"/>
                <a:ea typeface="ＭＳ Ｐゴシック" panose="020B0600070205080204" pitchFamily="34" charset="-128"/>
              </a:rPr>
              <a:t>client: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sending mail server</a:t>
            </a:r>
          </a:p>
          <a:p>
            <a:pPr marL="308372" indent="-172641" defTabSz="685800">
              <a:spcBef>
                <a:spcPts val="375"/>
              </a:spcBef>
              <a:buClr>
                <a:srgbClr val="0000A8"/>
              </a:buClr>
              <a:defRPr/>
            </a:pPr>
            <a:r>
              <a:rPr lang="en-US" altLang="ja-JP" sz="2100" dirty="0">
                <a:solidFill>
                  <a:srgbClr val="0000A3"/>
                </a:solidFill>
                <a:latin typeface="Calibri" panose="020F0502020204030204"/>
                <a:ea typeface="ＭＳ Ｐゴシック" panose="020B0600070205080204" pitchFamily="34" charset="-128"/>
              </a:rPr>
              <a:t>“server”: 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receiving mail server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9687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SMTP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SMTP RFC </a:t>
            </a:r>
            <a:r>
              <a:rPr lang="en-US" altLang="en-US" sz="1800" dirty="0">
                <a:cs typeface="Calibri" panose="020F0502020204030204" pitchFamily="34" charset="0"/>
              </a:rPr>
              <a:t>(5321)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AB1892A-3D99-D07F-87FB-6457E6952A0D}"/>
              </a:ext>
            </a:extLst>
          </p:cNvPr>
          <p:cNvSpPr txBox="1">
            <a:spLocks noChangeArrowheads="1"/>
          </p:cNvSpPr>
          <p:nvPr/>
        </p:nvSpPr>
        <p:spPr>
          <a:xfrm>
            <a:off x="628648" y="2119772"/>
            <a:ext cx="4796792" cy="384388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4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uses TCP to reliably transfer email message from client (mail server initiating connection) to server, port </a:t>
            </a: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25</a:t>
            </a:r>
          </a:p>
          <a:p>
            <a:pPr marL="521494" lvl="1" indent="-166688" defTabSz="685800">
              <a:spcBef>
                <a:spcPts val="450"/>
              </a:spcBef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direct transfer: sending server (acting like client) to receiving server</a:t>
            </a:r>
          </a:p>
          <a:p>
            <a:pPr marL="264319" indent="-166688" defTabSz="685800">
              <a:spcBef>
                <a:spcPts val="4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three phases of transfer</a:t>
            </a:r>
          </a:p>
          <a:p>
            <a:pPr marL="521494" lvl="1" indent="-173831" defTabSz="685800">
              <a:spcBef>
                <a:spcPts val="4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SMTP handshaking (greeting)</a:t>
            </a:r>
          </a:p>
          <a:p>
            <a:pPr marL="521494" lvl="1" indent="-173831" defTabSz="685800">
              <a:spcBef>
                <a:spcPts val="4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SMTP transfer of messages</a:t>
            </a:r>
          </a:p>
          <a:p>
            <a:pPr marL="521494" lvl="1" indent="-173831" defTabSz="685800">
              <a:spcBef>
                <a:spcPts val="4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SMTP closure</a:t>
            </a:r>
          </a:p>
          <a:p>
            <a:pPr marL="264319" indent="-166688" defTabSz="685800">
              <a:spcBef>
                <a:spcPts val="4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command/response interaction (like HTTP)</a:t>
            </a:r>
            <a:endParaRPr lang="en-US" altLang="en-US" sz="2100" dirty="0">
              <a:solidFill>
                <a:srgbClr val="ED7D31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521494" lvl="1" indent="-173831" defTabSz="685800">
              <a:spcBef>
                <a:spcPts val="450"/>
              </a:spcBef>
              <a:defRPr/>
            </a:pPr>
            <a:r>
              <a:rPr lang="en-US" altLang="en-US" sz="1800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commands: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ASCII text</a:t>
            </a:r>
          </a:p>
          <a:p>
            <a:pPr marL="521494" lvl="1" indent="-173831" defTabSz="685800">
              <a:spcBef>
                <a:spcPts val="450"/>
              </a:spcBef>
              <a:defRPr/>
            </a:pPr>
            <a:r>
              <a:rPr lang="en-US" altLang="en-US" sz="1800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response: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status code and phrase</a:t>
            </a:r>
            <a:endParaRPr lang="en-US" altLang="en-US" sz="2100" dirty="0">
              <a:solidFill>
                <a:prstClr val="black"/>
              </a:solidFill>
              <a:latin typeface="Calibri"/>
              <a:ea typeface="ＭＳ Ｐゴシック" panose="020B0600070205080204" pitchFamily="34" charset="-128"/>
            </a:endParaRPr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60531AE4-9760-8B4C-83CF-A4349D7D4FB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9693" y="2657600"/>
            <a:ext cx="0" cy="3016383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Line 16">
            <a:extLst>
              <a:ext uri="{FF2B5EF4-FFF2-40B4-BE49-F238E27FC236}">
                <a16:creationId xmlns:a16="http://schemas.microsoft.com/office/drawing/2014/main" id="{1BAAC2FE-3557-5833-6790-C13020764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7708" y="2746500"/>
            <a:ext cx="0" cy="2890076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Line 17">
            <a:extLst>
              <a:ext uri="{FF2B5EF4-FFF2-40B4-BE49-F238E27FC236}">
                <a16:creationId xmlns:a16="http://schemas.microsoft.com/office/drawing/2014/main" id="{5FAF0A52-172A-42B3-A03E-FF5E0B8228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0408" y="3111573"/>
            <a:ext cx="1263254" cy="2928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Line 18">
            <a:extLst>
              <a:ext uri="{FF2B5EF4-FFF2-40B4-BE49-F238E27FC236}">
                <a16:creationId xmlns:a16="http://schemas.microsoft.com/office/drawing/2014/main" id="{BB4AB622-B516-4826-7B60-FE543DC907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2162" y="3415247"/>
            <a:ext cx="1254919" cy="3024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Line 23">
            <a:extLst>
              <a:ext uri="{FF2B5EF4-FFF2-40B4-BE49-F238E27FC236}">
                <a16:creationId xmlns:a16="http://schemas.microsoft.com/office/drawing/2014/main" id="{C9CB2CA0-A3A5-AD1A-137F-86ED60D3F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6799" y="3092523"/>
            <a:ext cx="292894" cy="1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Box 24">
            <a:extLst>
              <a:ext uri="{FF2B5EF4-FFF2-40B4-BE49-F238E27FC236}">
                <a16:creationId xmlns:a16="http://schemas.microsoft.com/office/drawing/2014/main" id="{0AAC6924-7D4F-6053-9098-C3202399A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453" y="2844067"/>
            <a:ext cx="1066510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initiate TCP</a:t>
            </a:r>
          </a:p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connection</a:t>
            </a:r>
          </a:p>
        </p:txBody>
      </p:sp>
      <p:sp>
        <p:nvSpPr>
          <p:cNvPr id="13" name="AutoShape 25">
            <a:extLst>
              <a:ext uri="{FF2B5EF4-FFF2-40B4-BE49-F238E27FC236}">
                <a16:creationId xmlns:a16="http://schemas.microsoft.com/office/drawing/2014/main" id="{DEBF2A0E-B363-5123-F9CB-5027AD0840ED}"/>
              </a:ext>
            </a:extLst>
          </p:cNvPr>
          <p:cNvSpPr>
            <a:spLocks/>
          </p:cNvSpPr>
          <p:nvPr/>
        </p:nvSpPr>
        <p:spPr bwMode="auto">
          <a:xfrm>
            <a:off x="7128002" y="3130623"/>
            <a:ext cx="96441" cy="602456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defRPr/>
            </a:pPr>
            <a:endParaRPr lang="en-US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Box 26">
            <a:extLst>
              <a:ext uri="{FF2B5EF4-FFF2-40B4-BE49-F238E27FC236}">
                <a16:creationId xmlns:a16="http://schemas.microsoft.com/office/drawing/2014/main" id="{58D11C77-3FF1-9F0C-74E3-5B2355B9B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522" y="3264037"/>
            <a:ext cx="47557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RTT</a:t>
            </a:r>
          </a:p>
        </p:txBody>
      </p:sp>
      <p:sp>
        <p:nvSpPr>
          <p:cNvPr id="15" name="Line 27">
            <a:extLst>
              <a:ext uri="{FF2B5EF4-FFF2-40B4-BE49-F238E27FC236}">
                <a16:creationId xmlns:a16="http://schemas.microsoft.com/office/drawing/2014/main" id="{B34275AA-2D4C-4C0F-621B-85A3AC00B5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6178" y="3746240"/>
            <a:ext cx="2655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Box 37">
            <a:extLst>
              <a:ext uri="{FF2B5EF4-FFF2-40B4-BE49-F238E27FC236}">
                <a16:creationId xmlns:a16="http://schemas.microsoft.com/office/drawing/2014/main" id="{96040863-2E6F-DCDA-FF3F-5BC5C2C5B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253" y="5435585"/>
            <a:ext cx="54373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time</a:t>
            </a:r>
          </a:p>
        </p:txBody>
      </p:sp>
      <p:grpSp>
        <p:nvGrpSpPr>
          <p:cNvPr id="17" name="Group 43">
            <a:extLst>
              <a:ext uri="{FF2B5EF4-FFF2-40B4-BE49-F238E27FC236}">
                <a16:creationId xmlns:a16="http://schemas.microsoft.com/office/drawing/2014/main" id="{1CFE1D8D-BD77-655E-F201-87BF858AD935}"/>
              </a:ext>
            </a:extLst>
          </p:cNvPr>
          <p:cNvGrpSpPr>
            <a:grpSpLocks/>
          </p:cNvGrpSpPr>
          <p:nvPr/>
        </p:nvGrpSpPr>
        <p:grpSpPr bwMode="auto">
          <a:xfrm>
            <a:off x="8491127" y="2118995"/>
            <a:ext cx="227052" cy="465435"/>
            <a:chOff x="4140" y="429"/>
            <a:chExt cx="1425" cy="2396"/>
          </a:xfrm>
        </p:grpSpPr>
        <p:sp>
          <p:nvSpPr>
            <p:cNvPr id="18" name="Freeform 44">
              <a:extLst>
                <a:ext uri="{FF2B5EF4-FFF2-40B4-BE49-F238E27FC236}">
                  <a16:creationId xmlns:a16="http://schemas.microsoft.com/office/drawing/2014/main" id="{C9470F8C-A132-B13A-131D-A90D6AF40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Rectangle 45">
              <a:extLst>
                <a:ext uri="{FF2B5EF4-FFF2-40B4-BE49-F238E27FC236}">
                  <a16:creationId xmlns:a16="http://schemas.microsoft.com/office/drawing/2014/main" id="{5A312E48-8AF4-1A97-0CB9-A8D194877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Freeform 46">
              <a:extLst>
                <a:ext uri="{FF2B5EF4-FFF2-40B4-BE49-F238E27FC236}">
                  <a16:creationId xmlns:a16="http://schemas.microsoft.com/office/drawing/2014/main" id="{FECE48B0-825A-B8A1-800D-99EB308AA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Freeform 47">
              <a:extLst>
                <a:ext uri="{FF2B5EF4-FFF2-40B4-BE49-F238E27FC236}">
                  <a16:creationId xmlns:a16="http://schemas.microsoft.com/office/drawing/2014/main" id="{F9A98FC2-C9D9-88EC-E140-F8385319B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" name="Rectangle 48">
              <a:extLst>
                <a:ext uri="{FF2B5EF4-FFF2-40B4-BE49-F238E27FC236}">
                  <a16:creationId xmlns:a16="http://schemas.microsoft.com/office/drawing/2014/main" id="{4FCB5C95-E4D3-8513-634B-4288A3757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3" name="Group 49">
              <a:extLst>
                <a:ext uri="{FF2B5EF4-FFF2-40B4-BE49-F238E27FC236}">
                  <a16:creationId xmlns:a16="http://schemas.microsoft.com/office/drawing/2014/main" id="{F0834589-A41A-9584-6688-2FA89C7034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8" name="AutoShape 50">
                <a:extLst>
                  <a:ext uri="{FF2B5EF4-FFF2-40B4-BE49-F238E27FC236}">
                    <a16:creationId xmlns:a16="http://schemas.microsoft.com/office/drawing/2014/main" id="{2C89ADDB-87D0-4338-A59F-314CD24485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9" name="AutoShape 51">
                <a:extLst>
                  <a:ext uri="{FF2B5EF4-FFF2-40B4-BE49-F238E27FC236}">
                    <a16:creationId xmlns:a16="http://schemas.microsoft.com/office/drawing/2014/main" id="{5AF9FD42-71A4-7645-DA9D-E45443557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4" name="Rectangle 52">
              <a:extLst>
                <a:ext uri="{FF2B5EF4-FFF2-40B4-BE49-F238E27FC236}">
                  <a16:creationId xmlns:a16="http://schemas.microsoft.com/office/drawing/2014/main" id="{43F83B18-8A9A-AE5E-AB03-509CAF3CB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5" name="Group 53">
              <a:extLst>
                <a:ext uri="{FF2B5EF4-FFF2-40B4-BE49-F238E27FC236}">
                  <a16:creationId xmlns:a16="http://schemas.microsoft.com/office/drawing/2014/main" id="{0F1D7EF2-B2F9-F72C-BA7A-A2342C93D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6" name="AutoShape 54">
                <a:extLst>
                  <a:ext uri="{FF2B5EF4-FFF2-40B4-BE49-F238E27FC236}">
                    <a16:creationId xmlns:a16="http://schemas.microsoft.com/office/drawing/2014/main" id="{C3FBCE79-2842-FC9C-9904-E203DE4F1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7" name="AutoShape 55">
                <a:extLst>
                  <a:ext uri="{FF2B5EF4-FFF2-40B4-BE49-F238E27FC236}">
                    <a16:creationId xmlns:a16="http://schemas.microsoft.com/office/drawing/2014/main" id="{4CA34F58-6F91-AD48-40CA-878A5432B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6" name="Rectangle 56">
              <a:extLst>
                <a:ext uri="{FF2B5EF4-FFF2-40B4-BE49-F238E27FC236}">
                  <a16:creationId xmlns:a16="http://schemas.microsoft.com/office/drawing/2014/main" id="{7856C418-6766-0438-D275-726B4CC61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" name="Rectangle 57">
              <a:extLst>
                <a:ext uri="{FF2B5EF4-FFF2-40B4-BE49-F238E27FC236}">
                  <a16:creationId xmlns:a16="http://schemas.microsoft.com/office/drawing/2014/main" id="{EF044EA2-746B-255F-AE09-7AF505B8F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8" name="Group 58">
              <a:extLst>
                <a:ext uri="{FF2B5EF4-FFF2-40B4-BE49-F238E27FC236}">
                  <a16:creationId xmlns:a16="http://schemas.microsoft.com/office/drawing/2014/main" id="{2784DCB3-E93D-44F3-B489-8CF4346465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" name="AutoShape 59">
                <a:extLst>
                  <a:ext uri="{FF2B5EF4-FFF2-40B4-BE49-F238E27FC236}">
                    <a16:creationId xmlns:a16="http://schemas.microsoft.com/office/drawing/2014/main" id="{64EAD614-246C-8706-6AE4-3A37AAB040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5" name="AutoShape 60">
                <a:extLst>
                  <a:ext uri="{FF2B5EF4-FFF2-40B4-BE49-F238E27FC236}">
                    <a16:creationId xmlns:a16="http://schemas.microsoft.com/office/drawing/2014/main" id="{91BEA720-2CD3-511B-48AC-5580785FE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9" name="Freeform 61">
              <a:extLst>
                <a:ext uri="{FF2B5EF4-FFF2-40B4-BE49-F238E27FC236}">
                  <a16:creationId xmlns:a16="http://schemas.microsoft.com/office/drawing/2014/main" id="{F8E5E87D-2875-B68E-5CCE-69E553624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0" name="Group 62">
              <a:extLst>
                <a:ext uri="{FF2B5EF4-FFF2-40B4-BE49-F238E27FC236}">
                  <a16:creationId xmlns:a16="http://schemas.microsoft.com/office/drawing/2014/main" id="{052F2E4F-2669-EF1A-768F-D2B55CD335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" name="AutoShape 63">
                <a:extLst>
                  <a:ext uri="{FF2B5EF4-FFF2-40B4-BE49-F238E27FC236}">
                    <a16:creationId xmlns:a16="http://schemas.microsoft.com/office/drawing/2014/main" id="{EF158A49-5E1E-A210-22E9-2E39BEEAA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3" name="AutoShape 64">
                <a:extLst>
                  <a:ext uri="{FF2B5EF4-FFF2-40B4-BE49-F238E27FC236}">
                    <a16:creationId xmlns:a16="http://schemas.microsoft.com/office/drawing/2014/main" id="{ECD87CBD-5F06-A40F-42C7-5D5A784C8F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3161EDC1-760D-8CB9-082E-1DD4E44D2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Freeform 66">
              <a:extLst>
                <a:ext uri="{FF2B5EF4-FFF2-40B4-BE49-F238E27FC236}">
                  <a16:creationId xmlns:a16="http://schemas.microsoft.com/office/drawing/2014/main" id="{BB67401E-C5D5-C8C7-2325-4878E4BC6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Freeform 67">
              <a:extLst>
                <a:ext uri="{FF2B5EF4-FFF2-40B4-BE49-F238E27FC236}">
                  <a16:creationId xmlns:a16="http://schemas.microsoft.com/office/drawing/2014/main" id="{E2B5E65B-778D-8088-1A8A-DDA9DF5E1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Oval 68">
              <a:extLst>
                <a:ext uri="{FF2B5EF4-FFF2-40B4-BE49-F238E27FC236}">
                  <a16:creationId xmlns:a16="http://schemas.microsoft.com/office/drawing/2014/main" id="{6CAEB695-90C4-F898-25C7-BA6037714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Freeform 69">
              <a:extLst>
                <a:ext uri="{FF2B5EF4-FFF2-40B4-BE49-F238E27FC236}">
                  <a16:creationId xmlns:a16="http://schemas.microsoft.com/office/drawing/2014/main" id="{2A99816A-BE36-F0CF-55B0-5EA737B4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AutoShape 70">
              <a:extLst>
                <a:ext uri="{FF2B5EF4-FFF2-40B4-BE49-F238E27FC236}">
                  <a16:creationId xmlns:a16="http://schemas.microsoft.com/office/drawing/2014/main" id="{44AD89AC-525B-EA87-65C6-C3EA04D46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AutoShape 71">
              <a:extLst>
                <a:ext uri="{FF2B5EF4-FFF2-40B4-BE49-F238E27FC236}">
                  <a16:creationId xmlns:a16="http://schemas.microsoft.com/office/drawing/2014/main" id="{8894162C-3FA9-89D0-995D-C6983951A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" name="Oval 72">
              <a:extLst>
                <a:ext uri="{FF2B5EF4-FFF2-40B4-BE49-F238E27FC236}">
                  <a16:creationId xmlns:a16="http://schemas.microsoft.com/office/drawing/2014/main" id="{63594FBC-A7A4-2AD2-B61C-6E306084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" name="Oval 73">
              <a:extLst>
                <a:ext uri="{FF2B5EF4-FFF2-40B4-BE49-F238E27FC236}">
                  <a16:creationId xmlns:a16="http://schemas.microsoft.com/office/drawing/2014/main" id="{30FA0ED8-FF56-1A4C-ECC1-E8AA6259A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endParaRPr lang="en-US" altLang="en-US" sz="180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40" name="Oval 74">
              <a:extLst>
                <a:ext uri="{FF2B5EF4-FFF2-40B4-BE49-F238E27FC236}">
                  <a16:creationId xmlns:a16="http://schemas.microsoft.com/office/drawing/2014/main" id="{FF5FADE3-86CD-411D-3646-E50617657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8AA9F90E-5114-31FD-3CA4-1F5448CEB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50" name="Group 43">
            <a:extLst>
              <a:ext uri="{FF2B5EF4-FFF2-40B4-BE49-F238E27FC236}">
                <a16:creationId xmlns:a16="http://schemas.microsoft.com/office/drawing/2014/main" id="{5397F7F4-5A82-1FFE-812E-CAC96004F734}"/>
              </a:ext>
            </a:extLst>
          </p:cNvPr>
          <p:cNvGrpSpPr>
            <a:grpSpLocks/>
          </p:cNvGrpSpPr>
          <p:nvPr/>
        </p:nvGrpSpPr>
        <p:grpSpPr bwMode="auto">
          <a:xfrm>
            <a:off x="7221357" y="2133542"/>
            <a:ext cx="227052" cy="465435"/>
            <a:chOff x="4140" y="429"/>
            <a:chExt cx="1425" cy="2396"/>
          </a:xfrm>
        </p:grpSpPr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BC37CCF2-67DE-D893-D9EB-962D597A7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Rectangle 45">
              <a:extLst>
                <a:ext uri="{FF2B5EF4-FFF2-40B4-BE49-F238E27FC236}">
                  <a16:creationId xmlns:a16="http://schemas.microsoft.com/office/drawing/2014/main" id="{0AB9E3CC-679D-0F92-99A6-29F94938D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41A451D1-0CD6-BAA2-6A84-835CACD4A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D3641836-5EE6-9953-8063-AF0C40C29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5" name="Rectangle 48">
              <a:extLst>
                <a:ext uri="{FF2B5EF4-FFF2-40B4-BE49-F238E27FC236}">
                  <a16:creationId xmlns:a16="http://schemas.microsoft.com/office/drawing/2014/main" id="{5E483A8E-E6C7-B3A1-52EE-16A1F9724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56" name="Group 49">
              <a:extLst>
                <a:ext uri="{FF2B5EF4-FFF2-40B4-BE49-F238E27FC236}">
                  <a16:creationId xmlns:a16="http://schemas.microsoft.com/office/drawing/2014/main" id="{60A50A63-4DBF-433B-CA16-8422793C7E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1" name="AutoShape 50">
                <a:extLst>
                  <a:ext uri="{FF2B5EF4-FFF2-40B4-BE49-F238E27FC236}">
                    <a16:creationId xmlns:a16="http://schemas.microsoft.com/office/drawing/2014/main" id="{B2C4C655-6F3B-157C-626F-9CE2EC0B1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2" name="AutoShape 51">
                <a:extLst>
                  <a:ext uri="{FF2B5EF4-FFF2-40B4-BE49-F238E27FC236}">
                    <a16:creationId xmlns:a16="http://schemas.microsoft.com/office/drawing/2014/main" id="{1DB7E8C3-27DE-F60C-2469-09E1173EE4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7" name="Rectangle 52">
              <a:extLst>
                <a:ext uri="{FF2B5EF4-FFF2-40B4-BE49-F238E27FC236}">
                  <a16:creationId xmlns:a16="http://schemas.microsoft.com/office/drawing/2014/main" id="{64B3EC27-EB03-AA1B-B9DD-027BA4B78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58" name="Group 53">
              <a:extLst>
                <a:ext uri="{FF2B5EF4-FFF2-40B4-BE49-F238E27FC236}">
                  <a16:creationId xmlns:a16="http://schemas.microsoft.com/office/drawing/2014/main" id="{945DFF87-437C-BD45-7C33-248AB38D26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" name="AutoShape 54">
                <a:extLst>
                  <a:ext uri="{FF2B5EF4-FFF2-40B4-BE49-F238E27FC236}">
                    <a16:creationId xmlns:a16="http://schemas.microsoft.com/office/drawing/2014/main" id="{A42E936A-0A39-61AD-3924-8269BECC9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0" name="AutoShape 55">
                <a:extLst>
                  <a:ext uri="{FF2B5EF4-FFF2-40B4-BE49-F238E27FC236}">
                    <a16:creationId xmlns:a16="http://schemas.microsoft.com/office/drawing/2014/main" id="{24E59320-367C-70CE-A39F-B0CB55091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1E14B28D-0A17-7E4B-6365-AE507F8D4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" name="Rectangle 57">
              <a:extLst>
                <a:ext uri="{FF2B5EF4-FFF2-40B4-BE49-F238E27FC236}">
                  <a16:creationId xmlns:a16="http://schemas.microsoft.com/office/drawing/2014/main" id="{90CE3EB0-8FE3-B865-362D-9564FD09A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61" name="Group 58">
              <a:extLst>
                <a:ext uri="{FF2B5EF4-FFF2-40B4-BE49-F238E27FC236}">
                  <a16:creationId xmlns:a16="http://schemas.microsoft.com/office/drawing/2014/main" id="{46372035-3CB9-C87E-F827-B0EC068A1F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7" name="AutoShape 59">
                <a:extLst>
                  <a:ext uri="{FF2B5EF4-FFF2-40B4-BE49-F238E27FC236}">
                    <a16:creationId xmlns:a16="http://schemas.microsoft.com/office/drawing/2014/main" id="{1E00169B-D19C-8D21-898E-71C64D92E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8" name="AutoShape 60">
                <a:extLst>
                  <a:ext uri="{FF2B5EF4-FFF2-40B4-BE49-F238E27FC236}">
                    <a16:creationId xmlns:a16="http://schemas.microsoft.com/office/drawing/2014/main" id="{9CA7AA56-A579-3A82-A30A-4BF030A0A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910C6B4F-BA4C-8AE8-80F8-0969BA7F5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B7B284A-0C53-8030-F146-98A37466C8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5" name="AutoShape 63">
                <a:extLst>
                  <a:ext uri="{FF2B5EF4-FFF2-40B4-BE49-F238E27FC236}">
                    <a16:creationId xmlns:a16="http://schemas.microsoft.com/office/drawing/2014/main" id="{41189CCC-D4EB-DBBB-96EB-05D78C8F2A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6" name="AutoShape 64">
                <a:extLst>
                  <a:ext uri="{FF2B5EF4-FFF2-40B4-BE49-F238E27FC236}">
                    <a16:creationId xmlns:a16="http://schemas.microsoft.com/office/drawing/2014/main" id="{352583A1-4EC6-E986-AE61-B12A45743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64" name="Rectangle 65">
              <a:extLst>
                <a:ext uri="{FF2B5EF4-FFF2-40B4-BE49-F238E27FC236}">
                  <a16:creationId xmlns:a16="http://schemas.microsoft.com/office/drawing/2014/main" id="{4F417CC2-6648-778C-56FC-47F5CDBA1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Freeform 66">
              <a:extLst>
                <a:ext uri="{FF2B5EF4-FFF2-40B4-BE49-F238E27FC236}">
                  <a16:creationId xmlns:a16="http://schemas.microsoft.com/office/drawing/2014/main" id="{B86AAF0F-67E9-D095-B12F-2EEAF901D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" name="Freeform 67">
              <a:extLst>
                <a:ext uri="{FF2B5EF4-FFF2-40B4-BE49-F238E27FC236}">
                  <a16:creationId xmlns:a16="http://schemas.microsoft.com/office/drawing/2014/main" id="{0E8754A7-245F-AF16-305F-50D63249C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" name="Oval 68">
              <a:extLst>
                <a:ext uri="{FF2B5EF4-FFF2-40B4-BE49-F238E27FC236}">
                  <a16:creationId xmlns:a16="http://schemas.microsoft.com/office/drawing/2014/main" id="{FAAFC585-847F-86D1-EF96-5727C8EA8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" name="Freeform 69">
              <a:extLst>
                <a:ext uri="{FF2B5EF4-FFF2-40B4-BE49-F238E27FC236}">
                  <a16:creationId xmlns:a16="http://schemas.microsoft.com/office/drawing/2014/main" id="{A8653F22-8587-5A31-577A-224500860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9" name="AutoShape 70">
              <a:extLst>
                <a:ext uri="{FF2B5EF4-FFF2-40B4-BE49-F238E27FC236}">
                  <a16:creationId xmlns:a16="http://schemas.microsoft.com/office/drawing/2014/main" id="{517A8EA4-0742-6F9C-624E-E8C931424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0" name="AutoShape 71">
              <a:extLst>
                <a:ext uri="{FF2B5EF4-FFF2-40B4-BE49-F238E27FC236}">
                  <a16:creationId xmlns:a16="http://schemas.microsoft.com/office/drawing/2014/main" id="{25B3B4FA-6411-0674-9DBB-BD45ABD54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1" name="Oval 72">
              <a:extLst>
                <a:ext uri="{FF2B5EF4-FFF2-40B4-BE49-F238E27FC236}">
                  <a16:creationId xmlns:a16="http://schemas.microsoft.com/office/drawing/2014/main" id="{106B9655-4231-3C40-8733-D4F1FA900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2" name="Oval 73">
              <a:extLst>
                <a:ext uri="{FF2B5EF4-FFF2-40B4-BE49-F238E27FC236}">
                  <a16:creationId xmlns:a16="http://schemas.microsoft.com/office/drawing/2014/main" id="{3367A572-AF0F-6470-EEFD-48925B3B6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endParaRPr lang="en-US" altLang="en-US" sz="180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73" name="Oval 74">
              <a:extLst>
                <a:ext uri="{FF2B5EF4-FFF2-40B4-BE49-F238E27FC236}">
                  <a16:creationId xmlns:a16="http://schemas.microsoft.com/office/drawing/2014/main" id="{6ADE5083-FE7B-521E-BFB1-4173107AE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4" name="Rectangle 75">
              <a:extLst>
                <a:ext uri="{FF2B5EF4-FFF2-40B4-BE49-F238E27FC236}">
                  <a16:creationId xmlns:a16="http://schemas.microsoft.com/office/drawing/2014/main" id="{193F55A8-4783-072D-A8AC-9141E5063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8051474-6CB8-8AB0-6972-F15A30AF9016}"/>
              </a:ext>
            </a:extLst>
          </p:cNvPr>
          <p:cNvGrpSpPr/>
          <p:nvPr/>
        </p:nvGrpSpPr>
        <p:grpSpPr>
          <a:xfrm>
            <a:off x="5972695" y="3427356"/>
            <a:ext cx="2630753" cy="1089905"/>
            <a:chOff x="7963592" y="3305543"/>
            <a:chExt cx="3507671" cy="1453206"/>
          </a:xfrm>
        </p:grpSpPr>
        <p:sp>
          <p:nvSpPr>
            <p:cNvPr id="85" name="Line 19">
              <a:extLst>
                <a:ext uri="{FF2B5EF4-FFF2-40B4-BE49-F238E27FC236}">
                  <a16:creationId xmlns:a16="http://schemas.microsoft.com/office/drawing/2014/main" id="{D39B1666-7AC2-9E55-E97D-C830C2305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86925" y="3835354"/>
              <a:ext cx="1684338" cy="390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" name="Line 18">
              <a:extLst>
                <a:ext uri="{FF2B5EF4-FFF2-40B4-BE49-F238E27FC236}">
                  <a16:creationId xmlns:a16="http://schemas.microsoft.com/office/drawing/2014/main" id="{EE2437CF-45D6-41B0-37A1-97038B1CA9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1759" y="4294399"/>
              <a:ext cx="1673225" cy="403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52E3C74-80DC-8061-3DC3-AF1372B6148A}"/>
                </a:ext>
              </a:extLst>
            </p:cNvPr>
            <p:cNvSpPr txBox="1"/>
            <p:nvPr/>
          </p:nvSpPr>
          <p:spPr>
            <a:xfrm>
              <a:off x="10274100" y="3305543"/>
              <a:ext cx="698697" cy="4001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220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A10AF14-7E48-0B40-09F6-34E96641A301}"/>
                </a:ext>
              </a:extLst>
            </p:cNvPr>
            <p:cNvSpPr txBox="1"/>
            <p:nvPr/>
          </p:nvSpPr>
          <p:spPr>
            <a:xfrm>
              <a:off x="10110616" y="4358640"/>
              <a:ext cx="1127759" cy="4001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250 Hello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5614317-93B5-047A-45CF-C241400173FB}"/>
                </a:ext>
              </a:extLst>
            </p:cNvPr>
            <p:cNvSpPr txBox="1"/>
            <p:nvPr/>
          </p:nvSpPr>
          <p:spPr>
            <a:xfrm>
              <a:off x="10228044" y="3853331"/>
              <a:ext cx="753777" cy="4001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HELO</a:t>
              </a:r>
            </a:p>
          </p:txBody>
        </p:sp>
        <p:sp>
          <p:nvSpPr>
            <p:cNvPr id="90" name="AutoShape 25">
              <a:extLst>
                <a:ext uri="{FF2B5EF4-FFF2-40B4-BE49-F238E27FC236}">
                  <a16:creationId xmlns:a16="http://schemas.microsoft.com/office/drawing/2014/main" id="{96EF82A0-315F-EA75-2D63-79F6449E0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9901" y="3750036"/>
              <a:ext cx="152184" cy="988218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ct val="85000"/>
                </a:lnSpc>
                <a:defRPr/>
              </a:pPr>
              <a:endParaRPr lang="en-US" alt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1" name="Text Box 26">
              <a:extLst>
                <a:ext uri="{FF2B5EF4-FFF2-40B4-BE49-F238E27FC236}">
                  <a16:creationId xmlns:a16="http://schemas.microsoft.com/office/drawing/2014/main" id="{79F6DF18-DBC7-14ED-1E62-A428F1F21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592" y="3757508"/>
              <a:ext cx="1662545" cy="6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>
                <a:lnSpc>
                  <a:spcPct val="85000"/>
                </a:lnSpc>
                <a:spcBef>
                  <a:spcPct val="0"/>
                </a:spcBef>
                <a:defRPr/>
              </a:pPr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SMTP handshaking</a:t>
              </a:r>
            </a:p>
          </p:txBody>
        </p:sp>
      </p:grpSp>
      <p:sp>
        <p:nvSpPr>
          <p:cNvPr id="92" name="Text Box 24">
            <a:extLst>
              <a:ext uri="{FF2B5EF4-FFF2-40B4-BE49-F238E27FC236}">
                <a16:creationId xmlns:a16="http://schemas.microsoft.com/office/drawing/2014/main" id="{A32181D2-6927-C4E3-234D-15551748B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4878" y="3469600"/>
            <a:ext cx="1644231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TCP connection</a:t>
            </a:r>
          </a:p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initiated</a:t>
            </a:r>
          </a:p>
        </p:txBody>
      </p:sp>
      <p:sp>
        <p:nvSpPr>
          <p:cNvPr id="93" name="Text Box 37">
            <a:extLst>
              <a:ext uri="{FF2B5EF4-FFF2-40B4-BE49-F238E27FC236}">
                <a16:creationId xmlns:a16="http://schemas.microsoft.com/office/drawing/2014/main" id="{E3A2BEFC-61EF-B65F-8258-4F01C93E3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769" y="1645762"/>
            <a:ext cx="1205715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“client”</a:t>
            </a:r>
          </a:p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 SMTP server</a:t>
            </a:r>
          </a:p>
        </p:txBody>
      </p:sp>
      <p:sp>
        <p:nvSpPr>
          <p:cNvPr id="94" name="Text Box 37">
            <a:extLst>
              <a:ext uri="{FF2B5EF4-FFF2-40B4-BE49-F238E27FC236}">
                <a16:creationId xmlns:a16="http://schemas.microsoft.com/office/drawing/2014/main" id="{C5F16DD9-466E-E931-8BFF-B8E1FA289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3843" y="1647840"/>
            <a:ext cx="1205715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“server”</a:t>
            </a:r>
          </a:p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 SMTP server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0752F9F-DB6B-1D76-6781-C3D5A336412F}"/>
              </a:ext>
            </a:extLst>
          </p:cNvPr>
          <p:cNvGrpSpPr/>
          <p:nvPr/>
        </p:nvGrpSpPr>
        <p:grpSpPr>
          <a:xfrm>
            <a:off x="5974772" y="4570176"/>
            <a:ext cx="1308932" cy="1043542"/>
            <a:chOff x="7966363" y="4829303"/>
            <a:chExt cx="1745242" cy="1391389"/>
          </a:xfrm>
        </p:grpSpPr>
        <p:sp>
          <p:nvSpPr>
            <p:cNvPr id="96" name="AutoShape 25">
              <a:extLst>
                <a:ext uri="{FF2B5EF4-FFF2-40B4-BE49-F238E27FC236}">
                  <a16:creationId xmlns:a16="http://schemas.microsoft.com/office/drawing/2014/main" id="{E42E1417-86BA-7AA9-46BB-E23AB067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9421" y="4829303"/>
              <a:ext cx="152184" cy="1391389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ct val="85000"/>
                </a:lnSpc>
                <a:defRPr/>
              </a:pPr>
              <a:endParaRPr lang="en-US" alt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" name="Text Box 26">
              <a:extLst>
                <a:ext uri="{FF2B5EF4-FFF2-40B4-BE49-F238E27FC236}">
                  <a16:creationId xmlns:a16="http://schemas.microsoft.com/office/drawing/2014/main" id="{B7E7902E-986A-3136-9098-72378417B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6363" y="5223320"/>
              <a:ext cx="1662545" cy="6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>
                <a:lnSpc>
                  <a:spcPct val="85000"/>
                </a:lnSpc>
                <a:spcBef>
                  <a:spcPct val="0"/>
                </a:spcBef>
                <a:defRPr/>
              </a:pPr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SMTP transfers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09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SMTP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Mail message format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angle 3">
            <a:extLst>
              <a:ext uri="{FF2B5EF4-FFF2-40B4-BE49-F238E27FC236}">
                <a16:creationId xmlns:a16="http://schemas.microsoft.com/office/drawing/2014/main" id="{20D6AF3D-9E98-937A-8432-0A72985BD595}"/>
              </a:ext>
            </a:extLst>
          </p:cNvPr>
          <p:cNvSpPr txBox="1">
            <a:spLocks noChangeArrowheads="1"/>
          </p:cNvSpPr>
          <p:nvPr/>
        </p:nvSpPr>
        <p:spPr>
          <a:xfrm>
            <a:off x="614966" y="1996085"/>
            <a:ext cx="8026114" cy="139239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16" indent="0" defTabSz="685800">
              <a:spcBef>
                <a:spcPts val="750"/>
              </a:spcBef>
              <a:buFont typeface="Wingdings" pitchFamily="2" charset="2"/>
              <a:buNone/>
              <a:defRPr/>
            </a:pPr>
            <a:r>
              <a:rPr lang="en-US" altLang="en-US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SMTP: protocol for exchanging e-mail messages, defined in RFC 5321 (like RFC 7231 defines HTTP)</a:t>
            </a:r>
          </a:p>
          <a:p>
            <a:pPr marL="10716" indent="0" defTabSz="685800">
              <a:spcBef>
                <a:spcPts val="750"/>
              </a:spcBef>
              <a:buFont typeface="Wingdings" pitchFamily="2" charset="2"/>
              <a:buNone/>
              <a:defRPr/>
            </a:pPr>
            <a:r>
              <a:rPr lang="en-US" altLang="en-US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RFC 2822 defines </a:t>
            </a:r>
            <a:r>
              <a:rPr lang="en-US" altLang="en-US" sz="21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syntax</a:t>
            </a:r>
            <a:r>
              <a:rPr lang="en-US" altLang="en-US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 for e-mail message itself (like HTML defines syntax for web documents)</a:t>
            </a:r>
          </a:p>
        </p:txBody>
      </p:sp>
      <p:sp>
        <p:nvSpPr>
          <p:cNvPr id="109" name="Rectangle 5">
            <a:extLst>
              <a:ext uri="{FF2B5EF4-FFF2-40B4-BE49-F238E27FC236}">
                <a16:creationId xmlns:a16="http://schemas.microsoft.com/office/drawing/2014/main" id="{500FF265-9FBC-75BD-3AA5-36EF187B3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654" y="3345053"/>
            <a:ext cx="2124075" cy="32385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header</a:t>
            </a:r>
          </a:p>
        </p:txBody>
      </p:sp>
      <p:sp>
        <p:nvSpPr>
          <p:cNvPr id="110" name="Rectangle 7">
            <a:extLst>
              <a:ext uri="{FF2B5EF4-FFF2-40B4-BE49-F238E27FC236}">
                <a16:creationId xmlns:a16="http://schemas.microsoft.com/office/drawing/2014/main" id="{120FD734-06A4-8536-4366-F0EEB8C75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654" y="3954653"/>
            <a:ext cx="2124075" cy="13049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body</a:t>
            </a:r>
          </a:p>
        </p:txBody>
      </p:sp>
      <p:sp>
        <p:nvSpPr>
          <p:cNvPr id="111" name="Rectangle 9">
            <a:extLst>
              <a:ext uri="{FF2B5EF4-FFF2-40B4-BE49-F238E27FC236}">
                <a16:creationId xmlns:a16="http://schemas.microsoft.com/office/drawing/2014/main" id="{E722567F-484E-E7AB-B51B-72946AD60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1254" y="3259328"/>
            <a:ext cx="2428875" cy="23050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6858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2" name="Line 11">
            <a:extLst>
              <a:ext uri="{FF2B5EF4-FFF2-40B4-BE49-F238E27FC236}">
                <a16:creationId xmlns:a16="http://schemas.microsoft.com/office/drawing/2014/main" id="{832F8ECB-1FB7-EA6D-D5B8-257F2FC4F5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8091" y="4678140"/>
            <a:ext cx="4835564" cy="75745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13" name="Text Box 13">
            <a:extLst>
              <a:ext uri="{FF2B5EF4-FFF2-40B4-BE49-F238E27FC236}">
                <a16:creationId xmlns:a16="http://schemas.microsoft.com/office/drawing/2014/main" id="{1DDAD94C-3F2B-CC98-35C8-92C071AC5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8084" y="3510550"/>
            <a:ext cx="64633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blank</a:t>
            </a:r>
          </a:p>
          <a:p>
            <a:pPr marL="0" marR="0" lvl="0" indent="0" algn="ctr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line</a:t>
            </a:r>
          </a:p>
        </p:txBody>
      </p:sp>
      <p:sp>
        <p:nvSpPr>
          <p:cNvPr id="114" name="Line 14">
            <a:extLst>
              <a:ext uri="{FF2B5EF4-FFF2-40B4-BE49-F238E27FC236}">
                <a16:creationId xmlns:a16="http://schemas.microsoft.com/office/drawing/2014/main" id="{C70599FA-7580-DA62-3948-8CC2199D7A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88629" y="3840353"/>
            <a:ext cx="7239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64FCAD3-0BA4-0D3B-8718-903D96AE908A}"/>
              </a:ext>
            </a:extLst>
          </p:cNvPr>
          <p:cNvCxnSpPr>
            <a:cxnSpLocks/>
          </p:cNvCxnSpPr>
          <p:nvPr/>
        </p:nvCxnSpPr>
        <p:spPr>
          <a:xfrm>
            <a:off x="2710543" y="3505621"/>
            <a:ext cx="3318684" cy="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6" name="Rectangle 3">
            <a:extLst>
              <a:ext uri="{FF2B5EF4-FFF2-40B4-BE49-F238E27FC236}">
                <a16:creationId xmlns:a16="http://schemas.microsoft.com/office/drawing/2014/main" id="{AEB5DC16-4397-0F6A-17C0-E201A15A5E2F}"/>
              </a:ext>
            </a:extLst>
          </p:cNvPr>
          <p:cNvSpPr txBox="1">
            <a:spLocks noChangeArrowheads="1"/>
          </p:cNvSpPr>
          <p:nvPr/>
        </p:nvSpPr>
        <p:spPr>
          <a:xfrm>
            <a:off x="666920" y="3332355"/>
            <a:ext cx="4784345" cy="2275619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9556" indent="-163116" defTabSz="685800"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header lines, e.g.,</a:t>
            </a:r>
          </a:p>
          <a:p>
            <a:pPr marL="476250" lvl="1" indent="-167879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To:</a:t>
            </a:r>
          </a:p>
          <a:p>
            <a:pPr marL="476250" lvl="1" indent="-167879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From:</a:t>
            </a:r>
          </a:p>
          <a:p>
            <a:pPr marL="476250" lvl="1" indent="-167879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Subject:</a:t>
            </a:r>
          </a:p>
          <a:p>
            <a:pPr marL="302419" lvl="1" indent="0" defTabSz="685800">
              <a:spcBef>
                <a:spcPts val="375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these lines, within the body of the email message area different from </a:t>
            </a:r>
            <a:r>
              <a:rPr lang="en-US" altLang="en-US" sz="165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SMTP MAIL FROM:, RCPT TO:</a:t>
            </a:r>
            <a:r>
              <a:rPr lang="en-US" altLang="en-US" sz="1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 commands!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Body: the “</a:t>
            </a:r>
            <a:r>
              <a:rPr lang="en-US" altLang="ja-JP" sz="1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message” , </a:t>
            </a:r>
            <a:r>
              <a:rPr lang="en-US" altLang="en-US" sz="1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ASCII characters only</a:t>
            </a:r>
            <a:endParaRPr lang="en-US" altLang="en-US" sz="1500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435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SMTP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Sample SMTP interaction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Rectangle 3">
            <a:extLst>
              <a:ext uri="{FF2B5EF4-FFF2-40B4-BE49-F238E27FC236}">
                <a16:creationId xmlns:a16="http://schemas.microsoft.com/office/drawing/2014/main" id="{654397E6-0284-FDE1-A7B9-4480AD24D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9828" y="2340931"/>
            <a:ext cx="7137701" cy="3901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S: 220 hamburger.edu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C: 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HELO</a:t>
            </a: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crepes.fr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S: 250  Hello crepes.fr, pleased to meet you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C: 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MAIL</a:t>
            </a: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FROM</a:t>
            </a: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: &lt;alice@crepes.fr&gt;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S: 250 alice@crepes.fr... Sender ok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C: 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RCPT TO</a:t>
            </a: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: &lt;bob@hamburger.edu&gt;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S: 250 bob@hamburger.edu ... Recipient ok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C: 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DATA</a:t>
            </a: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S: 354 Enter mail, end with "."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C: Do you like ketchup?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C: How about pickles?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C: .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S: 250 Message accepted for delivery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C: QUIT 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 S: 221 hamburger.edu closing connection</a:t>
            </a:r>
            <a:endParaRPr lang="en-US" altLang="en-US" sz="16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8" name="Line 15">
            <a:extLst>
              <a:ext uri="{FF2B5EF4-FFF2-40B4-BE49-F238E27FC236}">
                <a16:creationId xmlns:a16="http://schemas.microsoft.com/office/drawing/2014/main" id="{A7240EA8-721D-B00E-E95D-EC3CF36817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9693" y="2657600"/>
            <a:ext cx="0" cy="3016383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9" name="Line 16">
            <a:extLst>
              <a:ext uri="{FF2B5EF4-FFF2-40B4-BE49-F238E27FC236}">
                <a16:creationId xmlns:a16="http://schemas.microsoft.com/office/drawing/2014/main" id="{176EC68A-A569-1E38-3C04-3EA104469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7708" y="2746500"/>
            <a:ext cx="0" cy="2890076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0" name="Line 17">
            <a:extLst>
              <a:ext uri="{FF2B5EF4-FFF2-40B4-BE49-F238E27FC236}">
                <a16:creationId xmlns:a16="http://schemas.microsoft.com/office/drawing/2014/main" id="{893AE9C5-A01E-0415-F13B-91FF48DB8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0408" y="3111573"/>
            <a:ext cx="1263254" cy="2928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1" name="Line 18">
            <a:extLst>
              <a:ext uri="{FF2B5EF4-FFF2-40B4-BE49-F238E27FC236}">
                <a16:creationId xmlns:a16="http://schemas.microsoft.com/office/drawing/2014/main" id="{FE644E55-B141-F50F-B6E1-BD6C3F6146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2162" y="3415247"/>
            <a:ext cx="1254919" cy="3024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2" name="Line 23">
            <a:extLst>
              <a:ext uri="{FF2B5EF4-FFF2-40B4-BE49-F238E27FC236}">
                <a16:creationId xmlns:a16="http://schemas.microsoft.com/office/drawing/2014/main" id="{2357C456-EE21-7277-A0A1-C0ED6133A0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6799" y="3092523"/>
            <a:ext cx="292894" cy="1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3" name="Text Box 24">
            <a:extLst>
              <a:ext uri="{FF2B5EF4-FFF2-40B4-BE49-F238E27FC236}">
                <a16:creationId xmlns:a16="http://schemas.microsoft.com/office/drawing/2014/main" id="{3671CD5A-367A-3B1B-3138-C612ED29E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453" y="2844067"/>
            <a:ext cx="1066510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initiate TCP</a:t>
            </a:r>
          </a:p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connection</a:t>
            </a:r>
          </a:p>
        </p:txBody>
      </p:sp>
      <p:sp>
        <p:nvSpPr>
          <p:cNvPr id="194" name="AutoShape 25">
            <a:extLst>
              <a:ext uri="{FF2B5EF4-FFF2-40B4-BE49-F238E27FC236}">
                <a16:creationId xmlns:a16="http://schemas.microsoft.com/office/drawing/2014/main" id="{1AC9A365-BD72-E228-F7EB-6E212343C380}"/>
              </a:ext>
            </a:extLst>
          </p:cNvPr>
          <p:cNvSpPr>
            <a:spLocks/>
          </p:cNvSpPr>
          <p:nvPr/>
        </p:nvSpPr>
        <p:spPr bwMode="auto">
          <a:xfrm>
            <a:off x="7128002" y="3130623"/>
            <a:ext cx="96441" cy="602456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defRPr/>
            </a:pPr>
            <a:endParaRPr lang="en-US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5" name="Text Box 26">
            <a:extLst>
              <a:ext uri="{FF2B5EF4-FFF2-40B4-BE49-F238E27FC236}">
                <a16:creationId xmlns:a16="http://schemas.microsoft.com/office/drawing/2014/main" id="{AD727EBF-73DE-1960-8B68-A5E6D3DC7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522" y="3264037"/>
            <a:ext cx="47557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RTT</a:t>
            </a:r>
          </a:p>
        </p:txBody>
      </p:sp>
      <p:sp>
        <p:nvSpPr>
          <p:cNvPr id="196" name="Line 27">
            <a:extLst>
              <a:ext uri="{FF2B5EF4-FFF2-40B4-BE49-F238E27FC236}">
                <a16:creationId xmlns:a16="http://schemas.microsoft.com/office/drawing/2014/main" id="{17129C0A-7EA1-4025-B958-C14CBB4B3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6178" y="3746240"/>
            <a:ext cx="2655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7" name="Text Box 37">
            <a:extLst>
              <a:ext uri="{FF2B5EF4-FFF2-40B4-BE49-F238E27FC236}">
                <a16:creationId xmlns:a16="http://schemas.microsoft.com/office/drawing/2014/main" id="{85890826-70C9-CD27-6C4A-A8959CC26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253" y="5435585"/>
            <a:ext cx="54373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time</a:t>
            </a:r>
          </a:p>
        </p:txBody>
      </p:sp>
      <p:grpSp>
        <p:nvGrpSpPr>
          <p:cNvPr id="198" name="Group 43">
            <a:extLst>
              <a:ext uri="{FF2B5EF4-FFF2-40B4-BE49-F238E27FC236}">
                <a16:creationId xmlns:a16="http://schemas.microsoft.com/office/drawing/2014/main" id="{8F768055-9328-22CB-F557-F33F4941E937}"/>
              </a:ext>
            </a:extLst>
          </p:cNvPr>
          <p:cNvGrpSpPr>
            <a:grpSpLocks/>
          </p:cNvGrpSpPr>
          <p:nvPr/>
        </p:nvGrpSpPr>
        <p:grpSpPr bwMode="auto">
          <a:xfrm>
            <a:off x="8491127" y="2118995"/>
            <a:ext cx="227052" cy="465435"/>
            <a:chOff x="4140" y="429"/>
            <a:chExt cx="1425" cy="2396"/>
          </a:xfrm>
        </p:grpSpPr>
        <p:sp>
          <p:nvSpPr>
            <p:cNvPr id="199" name="Freeform 44">
              <a:extLst>
                <a:ext uri="{FF2B5EF4-FFF2-40B4-BE49-F238E27FC236}">
                  <a16:creationId xmlns:a16="http://schemas.microsoft.com/office/drawing/2014/main" id="{08760FE1-A1AA-9433-A92F-D5CC96635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9E36D478-B25F-D337-C2F7-46F2EA811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1" name="Freeform 46">
              <a:extLst>
                <a:ext uri="{FF2B5EF4-FFF2-40B4-BE49-F238E27FC236}">
                  <a16:creationId xmlns:a16="http://schemas.microsoft.com/office/drawing/2014/main" id="{10402C1C-9542-420D-DE35-C7899B382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2" name="Freeform 47">
              <a:extLst>
                <a:ext uri="{FF2B5EF4-FFF2-40B4-BE49-F238E27FC236}">
                  <a16:creationId xmlns:a16="http://schemas.microsoft.com/office/drawing/2014/main" id="{1A03945B-7187-F313-8020-C0B19F73D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5CCF34FE-98CD-3B3D-5030-F9FC751C4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04" name="Group 49">
              <a:extLst>
                <a:ext uri="{FF2B5EF4-FFF2-40B4-BE49-F238E27FC236}">
                  <a16:creationId xmlns:a16="http://schemas.microsoft.com/office/drawing/2014/main" id="{6CB48A14-D3EC-B850-9066-817263F839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9" name="AutoShape 50">
                <a:extLst>
                  <a:ext uri="{FF2B5EF4-FFF2-40B4-BE49-F238E27FC236}">
                    <a16:creationId xmlns:a16="http://schemas.microsoft.com/office/drawing/2014/main" id="{14224891-515A-C935-8B8C-AE40A60D6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0" name="AutoShape 51">
                <a:extLst>
                  <a:ext uri="{FF2B5EF4-FFF2-40B4-BE49-F238E27FC236}">
                    <a16:creationId xmlns:a16="http://schemas.microsoft.com/office/drawing/2014/main" id="{75263753-6455-C417-E146-64FC5098B3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05" name="Rectangle 52">
              <a:extLst>
                <a:ext uri="{FF2B5EF4-FFF2-40B4-BE49-F238E27FC236}">
                  <a16:creationId xmlns:a16="http://schemas.microsoft.com/office/drawing/2014/main" id="{B8C81CB5-8CDA-92DA-3A9A-82593F1C1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06" name="Group 53">
              <a:extLst>
                <a:ext uri="{FF2B5EF4-FFF2-40B4-BE49-F238E27FC236}">
                  <a16:creationId xmlns:a16="http://schemas.microsoft.com/office/drawing/2014/main" id="{3B688825-D8E4-682D-53F0-2B6AAC690E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7" name="AutoShape 54">
                <a:extLst>
                  <a:ext uri="{FF2B5EF4-FFF2-40B4-BE49-F238E27FC236}">
                    <a16:creationId xmlns:a16="http://schemas.microsoft.com/office/drawing/2014/main" id="{EC2B9EDF-0952-B3D4-3639-02ACB3ED5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8" name="AutoShape 55">
                <a:extLst>
                  <a:ext uri="{FF2B5EF4-FFF2-40B4-BE49-F238E27FC236}">
                    <a16:creationId xmlns:a16="http://schemas.microsoft.com/office/drawing/2014/main" id="{9DFC442D-EA2E-3AB8-D278-3B4D63BCE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07" name="Rectangle 56">
              <a:extLst>
                <a:ext uri="{FF2B5EF4-FFF2-40B4-BE49-F238E27FC236}">
                  <a16:creationId xmlns:a16="http://schemas.microsoft.com/office/drawing/2014/main" id="{7F457638-9D10-1E4A-9AD3-88A4693D1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8" name="Rectangle 57">
              <a:extLst>
                <a:ext uri="{FF2B5EF4-FFF2-40B4-BE49-F238E27FC236}">
                  <a16:creationId xmlns:a16="http://schemas.microsoft.com/office/drawing/2014/main" id="{97144505-BD25-5816-8377-9D345DC2D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09" name="Group 58">
              <a:extLst>
                <a:ext uri="{FF2B5EF4-FFF2-40B4-BE49-F238E27FC236}">
                  <a16:creationId xmlns:a16="http://schemas.microsoft.com/office/drawing/2014/main" id="{1F08A215-E846-7163-2145-B78A4B977B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5" name="AutoShape 59">
                <a:extLst>
                  <a:ext uri="{FF2B5EF4-FFF2-40B4-BE49-F238E27FC236}">
                    <a16:creationId xmlns:a16="http://schemas.microsoft.com/office/drawing/2014/main" id="{B990BBAC-732D-524D-D69C-90077AE4D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" name="AutoShape 60">
                <a:extLst>
                  <a:ext uri="{FF2B5EF4-FFF2-40B4-BE49-F238E27FC236}">
                    <a16:creationId xmlns:a16="http://schemas.microsoft.com/office/drawing/2014/main" id="{563952EE-D58B-F994-37A5-D62E33103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10" name="Freeform 61">
              <a:extLst>
                <a:ext uri="{FF2B5EF4-FFF2-40B4-BE49-F238E27FC236}">
                  <a16:creationId xmlns:a16="http://schemas.microsoft.com/office/drawing/2014/main" id="{C4FC6708-F141-7411-3086-90F3223DD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11" name="Group 62">
              <a:extLst>
                <a:ext uri="{FF2B5EF4-FFF2-40B4-BE49-F238E27FC236}">
                  <a16:creationId xmlns:a16="http://schemas.microsoft.com/office/drawing/2014/main" id="{A6FEB302-52B3-C341-08A0-EE14660E3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3" name="AutoShape 63">
                <a:extLst>
                  <a:ext uri="{FF2B5EF4-FFF2-40B4-BE49-F238E27FC236}">
                    <a16:creationId xmlns:a16="http://schemas.microsoft.com/office/drawing/2014/main" id="{73BC21CD-6718-0A81-FE72-111D11AAF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4" name="AutoShape 64">
                <a:extLst>
                  <a:ext uri="{FF2B5EF4-FFF2-40B4-BE49-F238E27FC236}">
                    <a16:creationId xmlns:a16="http://schemas.microsoft.com/office/drawing/2014/main" id="{2A11C3C3-56D4-8F38-C536-D01D800FA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12" name="Rectangle 65">
              <a:extLst>
                <a:ext uri="{FF2B5EF4-FFF2-40B4-BE49-F238E27FC236}">
                  <a16:creationId xmlns:a16="http://schemas.microsoft.com/office/drawing/2014/main" id="{F4C29876-7F3B-88CF-36F1-694F2FD12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3" name="Freeform 66">
              <a:extLst>
                <a:ext uri="{FF2B5EF4-FFF2-40B4-BE49-F238E27FC236}">
                  <a16:creationId xmlns:a16="http://schemas.microsoft.com/office/drawing/2014/main" id="{BEC545AD-2ACA-8480-A375-9528F64A6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4" name="Freeform 67">
              <a:extLst>
                <a:ext uri="{FF2B5EF4-FFF2-40B4-BE49-F238E27FC236}">
                  <a16:creationId xmlns:a16="http://schemas.microsoft.com/office/drawing/2014/main" id="{F4AC1F29-DBCA-B728-CB0D-EEAC823CE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5" name="Oval 68">
              <a:extLst>
                <a:ext uri="{FF2B5EF4-FFF2-40B4-BE49-F238E27FC236}">
                  <a16:creationId xmlns:a16="http://schemas.microsoft.com/office/drawing/2014/main" id="{700B8C0D-02BC-F76E-97EA-31FF5E271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6" name="Freeform 69">
              <a:extLst>
                <a:ext uri="{FF2B5EF4-FFF2-40B4-BE49-F238E27FC236}">
                  <a16:creationId xmlns:a16="http://schemas.microsoft.com/office/drawing/2014/main" id="{8F2308F6-CC05-39D0-8D3E-DFE1D6C77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7" name="AutoShape 70">
              <a:extLst>
                <a:ext uri="{FF2B5EF4-FFF2-40B4-BE49-F238E27FC236}">
                  <a16:creationId xmlns:a16="http://schemas.microsoft.com/office/drawing/2014/main" id="{19ECBB24-D11C-A8BE-D6BB-ED4BE125C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8" name="AutoShape 71">
              <a:extLst>
                <a:ext uri="{FF2B5EF4-FFF2-40B4-BE49-F238E27FC236}">
                  <a16:creationId xmlns:a16="http://schemas.microsoft.com/office/drawing/2014/main" id="{150073C6-BE82-9FBC-42A2-C693AB817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9" name="Oval 72">
              <a:extLst>
                <a:ext uri="{FF2B5EF4-FFF2-40B4-BE49-F238E27FC236}">
                  <a16:creationId xmlns:a16="http://schemas.microsoft.com/office/drawing/2014/main" id="{CA83B183-43F9-1F24-5609-F363A0E6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0" name="Oval 73">
              <a:extLst>
                <a:ext uri="{FF2B5EF4-FFF2-40B4-BE49-F238E27FC236}">
                  <a16:creationId xmlns:a16="http://schemas.microsoft.com/office/drawing/2014/main" id="{495016AA-4A46-0E16-B964-ECFFFEA48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endParaRPr lang="en-US" altLang="en-US" sz="180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221" name="Oval 74">
              <a:extLst>
                <a:ext uri="{FF2B5EF4-FFF2-40B4-BE49-F238E27FC236}">
                  <a16:creationId xmlns:a16="http://schemas.microsoft.com/office/drawing/2014/main" id="{CCCB9D15-C23B-7BF0-8C93-0A4C43F0E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2" name="Rectangle 75">
              <a:extLst>
                <a:ext uri="{FF2B5EF4-FFF2-40B4-BE49-F238E27FC236}">
                  <a16:creationId xmlns:a16="http://schemas.microsoft.com/office/drawing/2014/main" id="{388BA54E-5FB9-ADB4-4E9F-A12DF0340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31" name="Group 43">
            <a:extLst>
              <a:ext uri="{FF2B5EF4-FFF2-40B4-BE49-F238E27FC236}">
                <a16:creationId xmlns:a16="http://schemas.microsoft.com/office/drawing/2014/main" id="{4A04A740-21EC-B012-91AC-2D3126B9AAED}"/>
              </a:ext>
            </a:extLst>
          </p:cNvPr>
          <p:cNvGrpSpPr>
            <a:grpSpLocks/>
          </p:cNvGrpSpPr>
          <p:nvPr/>
        </p:nvGrpSpPr>
        <p:grpSpPr bwMode="auto">
          <a:xfrm>
            <a:off x="7221357" y="2133542"/>
            <a:ext cx="227052" cy="465435"/>
            <a:chOff x="4140" y="429"/>
            <a:chExt cx="1425" cy="2396"/>
          </a:xfrm>
        </p:grpSpPr>
        <p:sp>
          <p:nvSpPr>
            <p:cNvPr id="232" name="Freeform 44">
              <a:extLst>
                <a:ext uri="{FF2B5EF4-FFF2-40B4-BE49-F238E27FC236}">
                  <a16:creationId xmlns:a16="http://schemas.microsoft.com/office/drawing/2014/main" id="{AACBB5E8-4F91-0A20-255B-9AE1E34C9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3" name="Rectangle 45">
              <a:extLst>
                <a:ext uri="{FF2B5EF4-FFF2-40B4-BE49-F238E27FC236}">
                  <a16:creationId xmlns:a16="http://schemas.microsoft.com/office/drawing/2014/main" id="{53CAF9AC-9781-4848-2DCC-F21D11A2C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4" name="Freeform 46">
              <a:extLst>
                <a:ext uri="{FF2B5EF4-FFF2-40B4-BE49-F238E27FC236}">
                  <a16:creationId xmlns:a16="http://schemas.microsoft.com/office/drawing/2014/main" id="{A801449B-094A-FEFD-D189-30C636629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5" name="Freeform 47">
              <a:extLst>
                <a:ext uri="{FF2B5EF4-FFF2-40B4-BE49-F238E27FC236}">
                  <a16:creationId xmlns:a16="http://schemas.microsoft.com/office/drawing/2014/main" id="{5C913A54-8F47-D5FD-06F5-A28D66333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6" name="Rectangle 48">
              <a:extLst>
                <a:ext uri="{FF2B5EF4-FFF2-40B4-BE49-F238E27FC236}">
                  <a16:creationId xmlns:a16="http://schemas.microsoft.com/office/drawing/2014/main" id="{9471EC48-8189-F109-6618-78339BD76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37" name="Group 49">
              <a:extLst>
                <a:ext uri="{FF2B5EF4-FFF2-40B4-BE49-F238E27FC236}">
                  <a16:creationId xmlns:a16="http://schemas.microsoft.com/office/drawing/2014/main" id="{8CE383E3-61F4-2651-6B01-421AD36BE4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2" name="AutoShape 50">
                <a:extLst>
                  <a:ext uri="{FF2B5EF4-FFF2-40B4-BE49-F238E27FC236}">
                    <a16:creationId xmlns:a16="http://schemas.microsoft.com/office/drawing/2014/main" id="{06249E19-5821-64D8-40EB-D91039469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63" name="AutoShape 51">
                <a:extLst>
                  <a:ext uri="{FF2B5EF4-FFF2-40B4-BE49-F238E27FC236}">
                    <a16:creationId xmlns:a16="http://schemas.microsoft.com/office/drawing/2014/main" id="{B040D44A-4939-B225-13B2-29B1C1657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38" name="Rectangle 52">
              <a:extLst>
                <a:ext uri="{FF2B5EF4-FFF2-40B4-BE49-F238E27FC236}">
                  <a16:creationId xmlns:a16="http://schemas.microsoft.com/office/drawing/2014/main" id="{409E47D7-6FE4-F347-701D-BDACC6DD0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39" name="Group 53">
              <a:extLst>
                <a:ext uri="{FF2B5EF4-FFF2-40B4-BE49-F238E27FC236}">
                  <a16:creationId xmlns:a16="http://schemas.microsoft.com/office/drawing/2014/main" id="{87B3518C-584E-9F1F-7A8B-89B51FCE97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0" name="AutoShape 54">
                <a:extLst>
                  <a:ext uri="{FF2B5EF4-FFF2-40B4-BE49-F238E27FC236}">
                    <a16:creationId xmlns:a16="http://schemas.microsoft.com/office/drawing/2014/main" id="{2FA7ED3B-4C48-2C45-D9D8-DF3DDF3FA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61" name="AutoShape 55">
                <a:extLst>
                  <a:ext uri="{FF2B5EF4-FFF2-40B4-BE49-F238E27FC236}">
                    <a16:creationId xmlns:a16="http://schemas.microsoft.com/office/drawing/2014/main" id="{B5DFA947-9D89-4D3D-82A2-313C63D20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40" name="Rectangle 56">
              <a:extLst>
                <a:ext uri="{FF2B5EF4-FFF2-40B4-BE49-F238E27FC236}">
                  <a16:creationId xmlns:a16="http://schemas.microsoft.com/office/drawing/2014/main" id="{A9AEAA19-7185-3CED-C579-F92234705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1" name="Rectangle 57">
              <a:extLst>
                <a:ext uri="{FF2B5EF4-FFF2-40B4-BE49-F238E27FC236}">
                  <a16:creationId xmlns:a16="http://schemas.microsoft.com/office/drawing/2014/main" id="{5D46053A-4D2C-814F-ECFE-491236F62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42" name="Group 58">
              <a:extLst>
                <a:ext uri="{FF2B5EF4-FFF2-40B4-BE49-F238E27FC236}">
                  <a16:creationId xmlns:a16="http://schemas.microsoft.com/office/drawing/2014/main" id="{BB0241B2-6092-6150-7D8E-CC774B4D3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8" name="AutoShape 59">
                <a:extLst>
                  <a:ext uri="{FF2B5EF4-FFF2-40B4-BE49-F238E27FC236}">
                    <a16:creationId xmlns:a16="http://schemas.microsoft.com/office/drawing/2014/main" id="{1ED75AC3-FC85-D2DF-9674-C6B66942E3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9" name="AutoShape 60">
                <a:extLst>
                  <a:ext uri="{FF2B5EF4-FFF2-40B4-BE49-F238E27FC236}">
                    <a16:creationId xmlns:a16="http://schemas.microsoft.com/office/drawing/2014/main" id="{FE145DEB-6E74-6276-F454-A8C681C80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41B1527D-06E1-88ED-A951-83F80D766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2FBFE8CD-3D30-3F6B-ABD3-32D5EC0505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6" name="AutoShape 63">
                <a:extLst>
                  <a:ext uri="{FF2B5EF4-FFF2-40B4-BE49-F238E27FC236}">
                    <a16:creationId xmlns:a16="http://schemas.microsoft.com/office/drawing/2014/main" id="{B50B84B0-FA67-FC3C-4A6A-D2A502839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7" name="AutoShape 64">
                <a:extLst>
                  <a:ext uri="{FF2B5EF4-FFF2-40B4-BE49-F238E27FC236}">
                    <a16:creationId xmlns:a16="http://schemas.microsoft.com/office/drawing/2014/main" id="{24D49819-0475-06A6-8D19-DA67D48E7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45" name="Rectangle 65">
              <a:extLst>
                <a:ext uri="{FF2B5EF4-FFF2-40B4-BE49-F238E27FC236}">
                  <a16:creationId xmlns:a16="http://schemas.microsoft.com/office/drawing/2014/main" id="{CEB69C28-13C7-3AD5-A61C-3A66DEBD4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6" name="Freeform 66">
              <a:extLst>
                <a:ext uri="{FF2B5EF4-FFF2-40B4-BE49-F238E27FC236}">
                  <a16:creationId xmlns:a16="http://schemas.microsoft.com/office/drawing/2014/main" id="{6BB50846-6200-BBED-B560-58F15186B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7" name="Freeform 67">
              <a:extLst>
                <a:ext uri="{FF2B5EF4-FFF2-40B4-BE49-F238E27FC236}">
                  <a16:creationId xmlns:a16="http://schemas.microsoft.com/office/drawing/2014/main" id="{A4961929-ECED-FF3A-B7EB-8904078C8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8" name="Oval 68">
              <a:extLst>
                <a:ext uri="{FF2B5EF4-FFF2-40B4-BE49-F238E27FC236}">
                  <a16:creationId xmlns:a16="http://schemas.microsoft.com/office/drawing/2014/main" id="{F4B53CBF-D43E-6FF0-50CC-0C55E0B81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9" name="Freeform 69">
              <a:extLst>
                <a:ext uri="{FF2B5EF4-FFF2-40B4-BE49-F238E27FC236}">
                  <a16:creationId xmlns:a16="http://schemas.microsoft.com/office/drawing/2014/main" id="{FA850605-1195-8AC3-8948-54C533404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0" name="AutoShape 70">
              <a:extLst>
                <a:ext uri="{FF2B5EF4-FFF2-40B4-BE49-F238E27FC236}">
                  <a16:creationId xmlns:a16="http://schemas.microsoft.com/office/drawing/2014/main" id="{C7CA4AFF-AB4E-1943-016B-8D29F341A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1" name="AutoShape 71">
              <a:extLst>
                <a:ext uri="{FF2B5EF4-FFF2-40B4-BE49-F238E27FC236}">
                  <a16:creationId xmlns:a16="http://schemas.microsoft.com/office/drawing/2014/main" id="{B884ED82-BEB7-1D8F-BEBF-826A10361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2" name="Oval 72">
              <a:extLst>
                <a:ext uri="{FF2B5EF4-FFF2-40B4-BE49-F238E27FC236}">
                  <a16:creationId xmlns:a16="http://schemas.microsoft.com/office/drawing/2014/main" id="{E1D3F32F-D6E0-E642-4B79-5495A385F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3" name="Oval 73">
              <a:extLst>
                <a:ext uri="{FF2B5EF4-FFF2-40B4-BE49-F238E27FC236}">
                  <a16:creationId xmlns:a16="http://schemas.microsoft.com/office/drawing/2014/main" id="{ED450B62-45E5-EB9B-84C8-8E0D0E532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endParaRPr lang="en-US" altLang="en-US" sz="180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254" name="Oval 74">
              <a:extLst>
                <a:ext uri="{FF2B5EF4-FFF2-40B4-BE49-F238E27FC236}">
                  <a16:creationId xmlns:a16="http://schemas.microsoft.com/office/drawing/2014/main" id="{A1DB826E-A2A4-94E7-FB4F-305467DAD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5" name="Rectangle 75">
              <a:extLst>
                <a:ext uri="{FF2B5EF4-FFF2-40B4-BE49-F238E27FC236}">
                  <a16:creationId xmlns:a16="http://schemas.microsoft.com/office/drawing/2014/main" id="{68643517-817B-6C8D-1C0D-29E2878B1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5F38D5FF-8F49-E272-4073-A6E07669261C}"/>
              </a:ext>
            </a:extLst>
          </p:cNvPr>
          <p:cNvGrpSpPr/>
          <p:nvPr/>
        </p:nvGrpSpPr>
        <p:grpSpPr>
          <a:xfrm>
            <a:off x="5972695" y="3427356"/>
            <a:ext cx="2630753" cy="1089905"/>
            <a:chOff x="7963592" y="3305543"/>
            <a:chExt cx="3507671" cy="1453206"/>
          </a:xfrm>
        </p:grpSpPr>
        <p:sp>
          <p:nvSpPr>
            <p:cNvPr id="265" name="Line 19">
              <a:extLst>
                <a:ext uri="{FF2B5EF4-FFF2-40B4-BE49-F238E27FC236}">
                  <a16:creationId xmlns:a16="http://schemas.microsoft.com/office/drawing/2014/main" id="{76F59D25-C8BB-A681-8C32-EE23D6AB4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86925" y="3835354"/>
              <a:ext cx="1684338" cy="390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6" name="Line 18">
              <a:extLst>
                <a:ext uri="{FF2B5EF4-FFF2-40B4-BE49-F238E27FC236}">
                  <a16:creationId xmlns:a16="http://schemas.microsoft.com/office/drawing/2014/main" id="{785952E5-881D-D6A7-1239-08B580DEDE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1759" y="4294399"/>
              <a:ext cx="1673225" cy="403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FFACC71F-AD79-83B3-C7D3-A654535C9539}"/>
                </a:ext>
              </a:extLst>
            </p:cNvPr>
            <p:cNvSpPr txBox="1"/>
            <p:nvPr/>
          </p:nvSpPr>
          <p:spPr>
            <a:xfrm>
              <a:off x="10274100" y="3305543"/>
              <a:ext cx="698697" cy="4001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220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ECF474E8-6759-8C6E-09D7-82573AC7CB97}"/>
                </a:ext>
              </a:extLst>
            </p:cNvPr>
            <p:cNvSpPr txBox="1"/>
            <p:nvPr/>
          </p:nvSpPr>
          <p:spPr>
            <a:xfrm>
              <a:off x="10110616" y="4358640"/>
              <a:ext cx="1127759" cy="4001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250 Hello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8631D919-1380-6C67-DD49-A4F7CE89C300}"/>
                </a:ext>
              </a:extLst>
            </p:cNvPr>
            <p:cNvSpPr txBox="1"/>
            <p:nvPr/>
          </p:nvSpPr>
          <p:spPr>
            <a:xfrm>
              <a:off x="10228044" y="3853331"/>
              <a:ext cx="753777" cy="4001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HELO</a:t>
              </a:r>
            </a:p>
          </p:txBody>
        </p:sp>
        <p:sp>
          <p:nvSpPr>
            <p:cNvPr id="270" name="AutoShape 25">
              <a:extLst>
                <a:ext uri="{FF2B5EF4-FFF2-40B4-BE49-F238E27FC236}">
                  <a16:creationId xmlns:a16="http://schemas.microsoft.com/office/drawing/2014/main" id="{A10B3C5E-1DF4-F149-68B4-B51F20600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9901" y="3750036"/>
              <a:ext cx="152184" cy="988218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ct val="85000"/>
                </a:lnSpc>
                <a:defRPr/>
              </a:pPr>
              <a:endParaRPr lang="en-US" alt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1" name="Text Box 26">
              <a:extLst>
                <a:ext uri="{FF2B5EF4-FFF2-40B4-BE49-F238E27FC236}">
                  <a16:creationId xmlns:a16="http://schemas.microsoft.com/office/drawing/2014/main" id="{A4327090-83E0-FCFA-34AD-15AF0B064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592" y="3757508"/>
              <a:ext cx="1662545" cy="6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>
                <a:lnSpc>
                  <a:spcPct val="85000"/>
                </a:lnSpc>
                <a:spcBef>
                  <a:spcPct val="0"/>
                </a:spcBef>
                <a:defRPr/>
              </a:pPr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SMTP handshaking</a:t>
              </a:r>
            </a:p>
          </p:txBody>
        </p:sp>
      </p:grpSp>
      <p:sp>
        <p:nvSpPr>
          <p:cNvPr id="272" name="Text Box 24">
            <a:extLst>
              <a:ext uri="{FF2B5EF4-FFF2-40B4-BE49-F238E27FC236}">
                <a16:creationId xmlns:a16="http://schemas.microsoft.com/office/drawing/2014/main" id="{FFF65B8F-BCDE-BD6C-3EF5-96B774542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4878" y="3469600"/>
            <a:ext cx="1644231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TCP connection</a:t>
            </a:r>
          </a:p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initiated</a:t>
            </a:r>
          </a:p>
        </p:txBody>
      </p:sp>
      <p:sp>
        <p:nvSpPr>
          <p:cNvPr id="273" name="Text Box 37">
            <a:extLst>
              <a:ext uri="{FF2B5EF4-FFF2-40B4-BE49-F238E27FC236}">
                <a16:creationId xmlns:a16="http://schemas.microsoft.com/office/drawing/2014/main" id="{71B2FDD9-3D07-6AC8-66C6-6DB64CC57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769" y="1645762"/>
            <a:ext cx="1205715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“client”</a:t>
            </a:r>
          </a:p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 SMTP server</a:t>
            </a:r>
          </a:p>
        </p:txBody>
      </p:sp>
      <p:sp>
        <p:nvSpPr>
          <p:cNvPr id="274" name="Text Box 37">
            <a:extLst>
              <a:ext uri="{FF2B5EF4-FFF2-40B4-BE49-F238E27FC236}">
                <a16:creationId xmlns:a16="http://schemas.microsoft.com/office/drawing/2014/main" id="{25602E2A-87B6-D7FA-16D2-C5E92D9DD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3843" y="1647840"/>
            <a:ext cx="1205715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“server”</a:t>
            </a:r>
          </a:p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 SMTP server</a:t>
            </a:r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41E42593-0A7D-7D55-E530-21EE9B019E98}"/>
              </a:ext>
            </a:extLst>
          </p:cNvPr>
          <p:cNvGrpSpPr/>
          <p:nvPr/>
        </p:nvGrpSpPr>
        <p:grpSpPr>
          <a:xfrm>
            <a:off x="5974772" y="4570176"/>
            <a:ext cx="1308932" cy="1043542"/>
            <a:chOff x="7966363" y="4829303"/>
            <a:chExt cx="1745242" cy="1391389"/>
          </a:xfrm>
        </p:grpSpPr>
        <p:sp>
          <p:nvSpPr>
            <p:cNvPr id="276" name="AutoShape 25">
              <a:extLst>
                <a:ext uri="{FF2B5EF4-FFF2-40B4-BE49-F238E27FC236}">
                  <a16:creationId xmlns:a16="http://schemas.microsoft.com/office/drawing/2014/main" id="{5BD4FEB4-A91A-160D-FA53-35F73FB8C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9421" y="4829303"/>
              <a:ext cx="152184" cy="1391389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ct val="85000"/>
                </a:lnSpc>
                <a:defRPr/>
              </a:pPr>
              <a:endParaRPr lang="en-US" alt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7" name="Text Box 26">
              <a:extLst>
                <a:ext uri="{FF2B5EF4-FFF2-40B4-BE49-F238E27FC236}">
                  <a16:creationId xmlns:a16="http://schemas.microsoft.com/office/drawing/2014/main" id="{8CE7B6A3-DAA6-5479-7989-475F948D8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6363" y="5223320"/>
              <a:ext cx="1662545" cy="6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>
                <a:lnSpc>
                  <a:spcPct val="85000"/>
                </a:lnSpc>
                <a:spcBef>
                  <a:spcPct val="0"/>
                </a:spcBef>
                <a:defRPr/>
              </a:pPr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SMTP transfers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873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SMTP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it-IT" altLang="en-US" dirty="0">
                <a:cs typeface="Calibri" panose="020F0502020204030204" pitchFamily="34" charset="0"/>
              </a:rPr>
              <a:t>Scenario: Alice sends e-mail to Bob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E92C0A7-7BDA-1CFA-5FDC-3437BBA5F4EF}"/>
              </a:ext>
            </a:extLst>
          </p:cNvPr>
          <p:cNvSpPr txBox="1">
            <a:spLocks noChangeArrowheads="1"/>
          </p:cNvSpPr>
          <p:nvPr/>
        </p:nvSpPr>
        <p:spPr>
          <a:xfrm>
            <a:off x="530675" y="2100132"/>
            <a:ext cx="3803367" cy="8654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1) Alice uses UA to compose e-mail message “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to” bob@someschool.edu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endParaRPr lang="en-US" altLang="en-US" sz="165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99" name="Rectangle 4">
            <a:extLst>
              <a:ext uri="{FF2B5EF4-FFF2-40B4-BE49-F238E27FC236}">
                <a16:creationId xmlns:a16="http://schemas.microsoft.com/office/drawing/2014/main" id="{B7D188CE-3070-274D-D51B-438E2FE18347}"/>
              </a:ext>
            </a:extLst>
          </p:cNvPr>
          <p:cNvSpPr txBox="1">
            <a:spLocks noChangeArrowheads="1"/>
          </p:cNvSpPr>
          <p:nvPr/>
        </p:nvSpPr>
        <p:spPr>
          <a:xfrm>
            <a:off x="4978513" y="2118769"/>
            <a:ext cx="3803366" cy="70979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4) SMTP client sends Alice’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message over the TCP 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  <a:cs typeface="Calibri" panose="020F0502020204030204" pitchFamily="34" charset="0"/>
              </a:rPr>
              <a:t>connection</a:t>
            </a:r>
            <a:endParaRPr lang="en-US" altLang="en-US" sz="1800" dirty="0">
              <a:solidFill>
                <a:prstClr val="black"/>
              </a:solidFill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grpSp>
        <p:nvGrpSpPr>
          <p:cNvPr id="100" name="Group 163">
            <a:extLst>
              <a:ext uri="{FF2B5EF4-FFF2-40B4-BE49-F238E27FC236}">
                <a16:creationId xmlns:a16="http://schemas.microsoft.com/office/drawing/2014/main" id="{B85C8580-2273-748F-65F1-16E1DAFF7A7E}"/>
              </a:ext>
            </a:extLst>
          </p:cNvPr>
          <p:cNvGrpSpPr>
            <a:grpSpLocks/>
          </p:cNvGrpSpPr>
          <p:nvPr/>
        </p:nvGrpSpPr>
        <p:grpSpPr bwMode="auto">
          <a:xfrm>
            <a:off x="1704292" y="4807313"/>
            <a:ext cx="708422" cy="790575"/>
            <a:chOff x="3554" y="550"/>
            <a:chExt cx="595" cy="664"/>
          </a:xfrm>
        </p:grpSpPr>
        <p:grpSp>
          <p:nvGrpSpPr>
            <p:cNvPr id="101" name="Group 164">
              <a:extLst>
                <a:ext uri="{FF2B5EF4-FFF2-40B4-BE49-F238E27FC236}">
                  <a16:creationId xmlns:a16="http://schemas.microsoft.com/office/drawing/2014/main" id="{A79FFD74-06F2-F57D-CAF0-45558C52D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04" name="Picture 165" descr="desktop_computer_stylized_medium">
                <a:extLst>
                  <a:ext uri="{FF2B5EF4-FFF2-40B4-BE49-F238E27FC236}">
                    <a16:creationId xmlns:a16="http://schemas.microsoft.com/office/drawing/2014/main" id="{900186CF-CFBA-CE57-E4AA-14D1336B63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" name="Freeform 166">
                <a:extLst>
                  <a:ext uri="{FF2B5EF4-FFF2-40B4-BE49-F238E27FC236}">
                    <a16:creationId xmlns:a16="http://schemas.microsoft.com/office/drawing/2014/main" id="{E30264FF-689F-451C-9614-C5978333122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02" name="Rectangle 115">
              <a:extLst>
                <a:ext uri="{FF2B5EF4-FFF2-40B4-BE49-F238E27FC236}">
                  <a16:creationId xmlns:a16="http://schemas.microsoft.com/office/drawing/2014/main" id="{E85B2552-E58B-315D-336B-8E78641C0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03" name="Text Box 116">
              <a:extLst>
                <a:ext uri="{FF2B5EF4-FFF2-40B4-BE49-F238E27FC236}">
                  <a16:creationId xmlns:a16="http://schemas.microsoft.com/office/drawing/2014/main" id="{46705F4E-3A0B-5A8C-3549-5866B62D8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4" y="550"/>
              <a:ext cx="4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user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agent</a:t>
              </a: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06" name="Group 130">
            <a:extLst>
              <a:ext uri="{FF2B5EF4-FFF2-40B4-BE49-F238E27FC236}">
                <a16:creationId xmlns:a16="http://schemas.microsoft.com/office/drawing/2014/main" id="{45BE713B-3EB5-9C1E-6955-C654452A1E5D}"/>
              </a:ext>
            </a:extLst>
          </p:cNvPr>
          <p:cNvGrpSpPr>
            <a:grpSpLocks/>
          </p:cNvGrpSpPr>
          <p:nvPr/>
        </p:nvGrpSpPr>
        <p:grpSpPr bwMode="auto">
          <a:xfrm>
            <a:off x="4510598" y="4606097"/>
            <a:ext cx="383381" cy="520304"/>
            <a:chOff x="4140" y="429"/>
            <a:chExt cx="1425" cy="2396"/>
          </a:xfrm>
        </p:grpSpPr>
        <p:sp>
          <p:nvSpPr>
            <p:cNvPr id="107" name="Freeform 131">
              <a:extLst>
                <a:ext uri="{FF2B5EF4-FFF2-40B4-BE49-F238E27FC236}">
                  <a16:creationId xmlns:a16="http://schemas.microsoft.com/office/drawing/2014/main" id="{5BD64273-02A7-C31C-E5CF-D6F00DC6A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8" name="Rectangle 132">
              <a:extLst>
                <a:ext uri="{FF2B5EF4-FFF2-40B4-BE49-F238E27FC236}">
                  <a16:creationId xmlns:a16="http://schemas.microsoft.com/office/drawing/2014/main" id="{DEDAE692-B477-BC2D-1262-AF833E7B2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09" name="Freeform 133">
              <a:extLst>
                <a:ext uri="{FF2B5EF4-FFF2-40B4-BE49-F238E27FC236}">
                  <a16:creationId xmlns:a16="http://schemas.microsoft.com/office/drawing/2014/main" id="{658C20B7-AC27-89A3-E1B8-3D6513A96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0" name="Freeform 134">
              <a:extLst>
                <a:ext uri="{FF2B5EF4-FFF2-40B4-BE49-F238E27FC236}">
                  <a16:creationId xmlns:a16="http://schemas.microsoft.com/office/drawing/2014/main" id="{BA541B81-29D1-C285-C431-1BBEF6584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1" name="Rectangle 135">
              <a:extLst>
                <a:ext uri="{FF2B5EF4-FFF2-40B4-BE49-F238E27FC236}">
                  <a16:creationId xmlns:a16="http://schemas.microsoft.com/office/drawing/2014/main" id="{42F14150-9208-3E9B-843F-7FFED6D30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12" name="Group 136">
              <a:extLst>
                <a:ext uri="{FF2B5EF4-FFF2-40B4-BE49-F238E27FC236}">
                  <a16:creationId xmlns:a16="http://schemas.microsoft.com/office/drawing/2014/main" id="{3A6D5B93-3194-9684-8106-08BF198BCD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7" name="AutoShape 137">
                <a:extLst>
                  <a:ext uri="{FF2B5EF4-FFF2-40B4-BE49-F238E27FC236}">
                    <a16:creationId xmlns:a16="http://schemas.microsoft.com/office/drawing/2014/main" id="{316D6F93-67B4-DD8B-BEFA-C703F55E7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8" name="AutoShape 138">
                <a:extLst>
                  <a:ext uri="{FF2B5EF4-FFF2-40B4-BE49-F238E27FC236}">
                    <a16:creationId xmlns:a16="http://schemas.microsoft.com/office/drawing/2014/main" id="{38FAE9E6-A6C0-7C6C-04E9-A42C5FB0C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3" name="Rectangle 139">
              <a:extLst>
                <a:ext uri="{FF2B5EF4-FFF2-40B4-BE49-F238E27FC236}">
                  <a16:creationId xmlns:a16="http://schemas.microsoft.com/office/drawing/2014/main" id="{3B19026F-A8E5-5C71-F733-2F4DF8D09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14" name="Group 140">
              <a:extLst>
                <a:ext uri="{FF2B5EF4-FFF2-40B4-BE49-F238E27FC236}">
                  <a16:creationId xmlns:a16="http://schemas.microsoft.com/office/drawing/2014/main" id="{3AAD12A9-84B5-808F-D9F0-A3FB6C2B86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5" name="AutoShape 141">
                <a:extLst>
                  <a:ext uri="{FF2B5EF4-FFF2-40B4-BE49-F238E27FC236}">
                    <a16:creationId xmlns:a16="http://schemas.microsoft.com/office/drawing/2014/main" id="{03882183-A44F-5D20-45E0-0DEE7645CE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6" name="AutoShape 142">
                <a:extLst>
                  <a:ext uri="{FF2B5EF4-FFF2-40B4-BE49-F238E27FC236}">
                    <a16:creationId xmlns:a16="http://schemas.microsoft.com/office/drawing/2014/main" id="{882163CC-BD98-2A50-B2A6-26191ECB9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5" name="Rectangle 143">
              <a:extLst>
                <a:ext uri="{FF2B5EF4-FFF2-40B4-BE49-F238E27FC236}">
                  <a16:creationId xmlns:a16="http://schemas.microsoft.com/office/drawing/2014/main" id="{EDCBFC84-6489-A32E-9E3B-33EF5EABE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6" name="Rectangle 144">
              <a:extLst>
                <a:ext uri="{FF2B5EF4-FFF2-40B4-BE49-F238E27FC236}">
                  <a16:creationId xmlns:a16="http://schemas.microsoft.com/office/drawing/2014/main" id="{64D15284-B9BD-F869-73D8-AD07D1207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17" name="Group 145">
              <a:extLst>
                <a:ext uri="{FF2B5EF4-FFF2-40B4-BE49-F238E27FC236}">
                  <a16:creationId xmlns:a16="http://schemas.microsoft.com/office/drawing/2014/main" id="{D70CE24B-D2E9-4118-05C8-A757EF4FA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3" name="AutoShape 146">
                <a:extLst>
                  <a:ext uri="{FF2B5EF4-FFF2-40B4-BE49-F238E27FC236}">
                    <a16:creationId xmlns:a16="http://schemas.microsoft.com/office/drawing/2014/main" id="{A9626EBB-EE6E-A35C-D325-AF02953D7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4" name="AutoShape 147">
                <a:extLst>
                  <a:ext uri="{FF2B5EF4-FFF2-40B4-BE49-F238E27FC236}">
                    <a16:creationId xmlns:a16="http://schemas.microsoft.com/office/drawing/2014/main" id="{7FFB4425-8961-6202-B206-3AF13898A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8" name="Freeform 148">
              <a:extLst>
                <a:ext uri="{FF2B5EF4-FFF2-40B4-BE49-F238E27FC236}">
                  <a16:creationId xmlns:a16="http://schemas.microsoft.com/office/drawing/2014/main" id="{57541881-42AA-BC0C-0A0A-CD135D5BF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19" name="Group 149">
              <a:extLst>
                <a:ext uri="{FF2B5EF4-FFF2-40B4-BE49-F238E27FC236}">
                  <a16:creationId xmlns:a16="http://schemas.microsoft.com/office/drawing/2014/main" id="{BE60D62C-915D-8420-ABD2-BBFC0D089A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1" name="AutoShape 150">
                <a:extLst>
                  <a:ext uri="{FF2B5EF4-FFF2-40B4-BE49-F238E27FC236}">
                    <a16:creationId xmlns:a16="http://schemas.microsoft.com/office/drawing/2014/main" id="{BDA4F8EF-AD62-B787-04A4-AB6F34C4A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2" name="AutoShape 151">
                <a:extLst>
                  <a:ext uri="{FF2B5EF4-FFF2-40B4-BE49-F238E27FC236}">
                    <a16:creationId xmlns:a16="http://schemas.microsoft.com/office/drawing/2014/main" id="{53EBE242-081E-C473-C1E7-D819D9C6F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20" name="Rectangle 152">
              <a:extLst>
                <a:ext uri="{FF2B5EF4-FFF2-40B4-BE49-F238E27FC236}">
                  <a16:creationId xmlns:a16="http://schemas.microsoft.com/office/drawing/2014/main" id="{92BDCF9A-1100-E471-7A38-AE2BE31BA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1" name="Freeform 153">
              <a:extLst>
                <a:ext uri="{FF2B5EF4-FFF2-40B4-BE49-F238E27FC236}">
                  <a16:creationId xmlns:a16="http://schemas.microsoft.com/office/drawing/2014/main" id="{57B96CC2-2F0A-0ABE-F044-DEEA81F5C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2" name="Freeform 154">
              <a:extLst>
                <a:ext uri="{FF2B5EF4-FFF2-40B4-BE49-F238E27FC236}">
                  <a16:creationId xmlns:a16="http://schemas.microsoft.com/office/drawing/2014/main" id="{CF20BCA8-1EE7-B005-2E78-716B1ECD4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3" name="Oval 155">
              <a:extLst>
                <a:ext uri="{FF2B5EF4-FFF2-40B4-BE49-F238E27FC236}">
                  <a16:creationId xmlns:a16="http://schemas.microsoft.com/office/drawing/2014/main" id="{F6681146-9AFA-29F2-F493-3EC4FD4D9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4" name="Freeform 156">
              <a:extLst>
                <a:ext uri="{FF2B5EF4-FFF2-40B4-BE49-F238E27FC236}">
                  <a16:creationId xmlns:a16="http://schemas.microsoft.com/office/drawing/2014/main" id="{F0C15B30-ED68-D375-CDCD-8D1EFE1DE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5" name="AutoShape 157">
              <a:extLst>
                <a:ext uri="{FF2B5EF4-FFF2-40B4-BE49-F238E27FC236}">
                  <a16:creationId xmlns:a16="http://schemas.microsoft.com/office/drawing/2014/main" id="{70936299-EE44-AB98-3583-706C90AB1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6" name="AutoShape 158">
              <a:extLst>
                <a:ext uri="{FF2B5EF4-FFF2-40B4-BE49-F238E27FC236}">
                  <a16:creationId xmlns:a16="http://schemas.microsoft.com/office/drawing/2014/main" id="{F6F92250-97B8-26C5-9028-E91AC37BC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7" name="Oval 159">
              <a:extLst>
                <a:ext uri="{FF2B5EF4-FFF2-40B4-BE49-F238E27FC236}">
                  <a16:creationId xmlns:a16="http://schemas.microsoft.com/office/drawing/2014/main" id="{934F62D3-9BCA-9686-36F0-E9444AAD5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8" name="Oval 160">
              <a:extLst>
                <a:ext uri="{FF2B5EF4-FFF2-40B4-BE49-F238E27FC236}">
                  <a16:creationId xmlns:a16="http://schemas.microsoft.com/office/drawing/2014/main" id="{CF416A06-0C1B-C02F-01DD-0ADAF4626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9" name="Oval 161">
              <a:extLst>
                <a:ext uri="{FF2B5EF4-FFF2-40B4-BE49-F238E27FC236}">
                  <a16:creationId xmlns:a16="http://schemas.microsoft.com/office/drawing/2014/main" id="{D3D77E1C-12CA-853E-CD07-DED30AF31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30" name="Rectangle 162">
              <a:extLst>
                <a:ext uri="{FF2B5EF4-FFF2-40B4-BE49-F238E27FC236}">
                  <a16:creationId xmlns:a16="http://schemas.microsoft.com/office/drawing/2014/main" id="{9D3569EA-6ABE-D465-C55E-A37F7F79E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9" name="Group 97">
            <a:extLst>
              <a:ext uri="{FF2B5EF4-FFF2-40B4-BE49-F238E27FC236}">
                <a16:creationId xmlns:a16="http://schemas.microsoft.com/office/drawing/2014/main" id="{8E43FC0B-22E8-E701-910C-A59A3A1753EB}"/>
              </a:ext>
            </a:extLst>
          </p:cNvPr>
          <p:cNvGrpSpPr>
            <a:grpSpLocks/>
          </p:cNvGrpSpPr>
          <p:nvPr/>
        </p:nvGrpSpPr>
        <p:grpSpPr bwMode="auto">
          <a:xfrm>
            <a:off x="2877061" y="4647770"/>
            <a:ext cx="383381" cy="520303"/>
            <a:chOff x="4140" y="429"/>
            <a:chExt cx="1425" cy="2396"/>
          </a:xfrm>
        </p:grpSpPr>
        <p:sp>
          <p:nvSpPr>
            <p:cNvPr id="140" name="Freeform 98">
              <a:extLst>
                <a:ext uri="{FF2B5EF4-FFF2-40B4-BE49-F238E27FC236}">
                  <a16:creationId xmlns:a16="http://schemas.microsoft.com/office/drawing/2014/main" id="{2015B6C2-D602-5613-7480-31C5F75EB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1" name="Rectangle 99">
              <a:extLst>
                <a:ext uri="{FF2B5EF4-FFF2-40B4-BE49-F238E27FC236}">
                  <a16:creationId xmlns:a16="http://schemas.microsoft.com/office/drawing/2014/main" id="{AAD05F4F-D7E3-15E0-A39E-804B09205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42" name="Freeform 100">
              <a:extLst>
                <a:ext uri="{FF2B5EF4-FFF2-40B4-BE49-F238E27FC236}">
                  <a16:creationId xmlns:a16="http://schemas.microsoft.com/office/drawing/2014/main" id="{8830CB72-C6C2-B6EA-B99B-2B58D559A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3" name="Freeform 101">
              <a:extLst>
                <a:ext uri="{FF2B5EF4-FFF2-40B4-BE49-F238E27FC236}">
                  <a16:creationId xmlns:a16="http://schemas.microsoft.com/office/drawing/2014/main" id="{392210D3-10CB-B4E1-7ECF-FB245B562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4" name="Rectangle 102">
              <a:extLst>
                <a:ext uri="{FF2B5EF4-FFF2-40B4-BE49-F238E27FC236}">
                  <a16:creationId xmlns:a16="http://schemas.microsoft.com/office/drawing/2014/main" id="{591C27ED-5AFE-B8CA-C440-77033E967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45" name="Group 103">
              <a:extLst>
                <a:ext uri="{FF2B5EF4-FFF2-40B4-BE49-F238E27FC236}">
                  <a16:creationId xmlns:a16="http://schemas.microsoft.com/office/drawing/2014/main" id="{01AACE1A-2418-9B8C-2863-3E5B3D30E2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0" name="AutoShape 104">
                <a:extLst>
                  <a:ext uri="{FF2B5EF4-FFF2-40B4-BE49-F238E27FC236}">
                    <a16:creationId xmlns:a16="http://schemas.microsoft.com/office/drawing/2014/main" id="{1FE211A8-4601-2DE8-8889-4BA4BAE8B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1" name="AutoShape 105">
                <a:extLst>
                  <a:ext uri="{FF2B5EF4-FFF2-40B4-BE49-F238E27FC236}">
                    <a16:creationId xmlns:a16="http://schemas.microsoft.com/office/drawing/2014/main" id="{E7BCEA64-48D2-63A2-9B91-388929B70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6" name="Rectangle 106">
              <a:extLst>
                <a:ext uri="{FF2B5EF4-FFF2-40B4-BE49-F238E27FC236}">
                  <a16:creationId xmlns:a16="http://schemas.microsoft.com/office/drawing/2014/main" id="{020A6316-3C60-EBE6-3F02-DFA8F86C7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47" name="Group 107">
              <a:extLst>
                <a:ext uri="{FF2B5EF4-FFF2-40B4-BE49-F238E27FC236}">
                  <a16:creationId xmlns:a16="http://schemas.microsoft.com/office/drawing/2014/main" id="{52C163E8-23FB-0EBD-8CFA-D646A3419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8" name="AutoShape 108">
                <a:extLst>
                  <a:ext uri="{FF2B5EF4-FFF2-40B4-BE49-F238E27FC236}">
                    <a16:creationId xmlns:a16="http://schemas.microsoft.com/office/drawing/2014/main" id="{33235778-4D23-628F-B625-3D2484CD10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AutoShape 109">
                <a:extLst>
                  <a:ext uri="{FF2B5EF4-FFF2-40B4-BE49-F238E27FC236}">
                    <a16:creationId xmlns:a16="http://schemas.microsoft.com/office/drawing/2014/main" id="{0077FA40-E616-D0D3-0150-8C371A5CAD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8" name="Rectangle 110">
              <a:extLst>
                <a:ext uri="{FF2B5EF4-FFF2-40B4-BE49-F238E27FC236}">
                  <a16:creationId xmlns:a16="http://schemas.microsoft.com/office/drawing/2014/main" id="{A4F504B8-7284-FA09-93FE-CA6417C5E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49" name="Rectangle 111">
              <a:extLst>
                <a:ext uri="{FF2B5EF4-FFF2-40B4-BE49-F238E27FC236}">
                  <a16:creationId xmlns:a16="http://schemas.microsoft.com/office/drawing/2014/main" id="{441A18AC-B3C3-C626-5D38-19E54C191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50" name="Group 112">
              <a:extLst>
                <a:ext uri="{FF2B5EF4-FFF2-40B4-BE49-F238E27FC236}">
                  <a16:creationId xmlns:a16="http://schemas.microsoft.com/office/drawing/2014/main" id="{B8ACFBBA-781E-CA15-2385-CE5B5256D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6" name="AutoShape 113">
                <a:extLst>
                  <a:ext uri="{FF2B5EF4-FFF2-40B4-BE49-F238E27FC236}">
                    <a16:creationId xmlns:a16="http://schemas.microsoft.com/office/drawing/2014/main" id="{3539630B-B5DB-5378-353D-A135302A5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AutoShape 114">
                <a:extLst>
                  <a:ext uri="{FF2B5EF4-FFF2-40B4-BE49-F238E27FC236}">
                    <a16:creationId xmlns:a16="http://schemas.microsoft.com/office/drawing/2014/main" id="{53C97DBC-F3CF-6EF0-6B04-2C6BECBEC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51" name="Freeform 115">
              <a:extLst>
                <a:ext uri="{FF2B5EF4-FFF2-40B4-BE49-F238E27FC236}">
                  <a16:creationId xmlns:a16="http://schemas.microsoft.com/office/drawing/2014/main" id="{C49FD095-030E-0983-B833-0D76C59D2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52" name="Group 116">
              <a:extLst>
                <a:ext uri="{FF2B5EF4-FFF2-40B4-BE49-F238E27FC236}">
                  <a16:creationId xmlns:a16="http://schemas.microsoft.com/office/drawing/2014/main" id="{AB53D224-889D-4CEC-EAF0-FCEE970DC1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4" name="AutoShape 117">
                <a:extLst>
                  <a:ext uri="{FF2B5EF4-FFF2-40B4-BE49-F238E27FC236}">
                    <a16:creationId xmlns:a16="http://schemas.microsoft.com/office/drawing/2014/main" id="{D8D55AB1-B2A9-1131-C40A-24901ABDF6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AutoShape 118">
                <a:extLst>
                  <a:ext uri="{FF2B5EF4-FFF2-40B4-BE49-F238E27FC236}">
                    <a16:creationId xmlns:a16="http://schemas.microsoft.com/office/drawing/2014/main" id="{BBDABD1C-CEA9-DD96-A939-1D99A501D2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53" name="Rectangle 119">
              <a:extLst>
                <a:ext uri="{FF2B5EF4-FFF2-40B4-BE49-F238E27FC236}">
                  <a16:creationId xmlns:a16="http://schemas.microsoft.com/office/drawing/2014/main" id="{7CB7C9B5-E311-3348-EF9A-E355C7E13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54" name="Freeform 120">
              <a:extLst>
                <a:ext uri="{FF2B5EF4-FFF2-40B4-BE49-F238E27FC236}">
                  <a16:creationId xmlns:a16="http://schemas.microsoft.com/office/drawing/2014/main" id="{A29DAB07-4E4C-647B-248A-2E064EF1D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5" name="Freeform 121">
              <a:extLst>
                <a:ext uri="{FF2B5EF4-FFF2-40B4-BE49-F238E27FC236}">
                  <a16:creationId xmlns:a16="http://schemas.microsoft.com/office/drawing/2014/main" id="{CC62D82B-0901-9C04-776F-AB1149884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Oval 122">
              <a:extLst>
                <a:ext uri="{FF2B5EF4-FFF2-40B4-BE49-F238E27FC236}">
                  <a16:creationId xmlns:a16="http://schemas.microsoft.com/office/drawing/2014/main" id="{F363C10C-C0C7-9AD8-0CEA-8D35C10A0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57" name="Freeform 123">
              <a:extLst>
                <a:ext uri="{FF2B5EF4-FFF2-40B4-BE49-F238E27FC236}">
                  <a16:creationId xmlns:a16="http://schemas.microsoft.com/office/drawing/2014/main" id="{CBF03199-55C1-51FC-8946-BD91CCAED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8" name="AutoShape 124">
              <a:extLst>
                <a:ext uri="{FF2B5EF4-FFF2-40B4-BE49-F238E27FC236}">
                  <a16:creationId xmlns:a16="http://schemas.microsoft.com/office/drawing/2014/main" id="{FA41B056-139E-7F1F-2736-93B240574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59" name="AutoShape 125">
              <a:extLst>
                <a:ext uri="{FF2B5EF4-FFF2-40B4-BE49-F238E27FC236}">
                  <a16:creationId xmlns:a16="http://schemas.microsoft.com/office/drawing/2014/main" id="{246E6479-A5F6-1FA4-BDBC-A3FAD5DB2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60" name="Oval 126">
              <a:extLst>
                <a:ext uri="{FF2B5EF4-FFF2-40B4-BE49-F238E27FC236}">
                  <a16:creationId xmlns:a16="http://schemas.microsoft.com/office/drawing/2014/main" id="{0BF6860E-9F8F-F50C-E21C-8FA4ABEE9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61" name="Oval 127">
              <a:extLst>
                <a:ext uri="{FF2B5EF4-FFF2-40B4-BE49-F238E27FC236}">
                  <a16:creationId xmlns:a16="http://schemas.microsoft.com/office/drawing/2014/main" id="{C35425BE-22D8-F54A-B0A6-475FDEAFA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2" name="Oval 128">
              <a:extLst>
                <a:ext uri="{FF2B5EF4-FFF2-40B4-BE49-F238E27FC236}">
                  <a16:creationId xmlns:a16="http://schemas.microsoft.com/office/drawing/2014/main" id="{A63B3000-5D83-3635-F51E-F64794AE6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63" name="Rectangle 129">
              <a:extLst>
                <a:ext uri="{FF2B5EF4-FFF2-40B4-BE49-F238E27FC236}">
                  <a16:creationId xmlns:a16="http://schemas.microsoft.com/office/drawing/2014/main" id="{F588163D-FB71-EBBE-1C53-247FEBC9F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72" name="Group 20">
            <a:extLst>
              <a:ext uri="{FF2B5EF4-FFF2-40B4-BE49-F238E27FC236}">
                <a16:creationId xmlns:a16="http://schemas.microsoft.com/office/drawing/2014/main" id="{DE432519-9B17-8F80-D690-BEA7B97DE7DA}"/>
              </a:ext>
            </a:extLst>
          </p:cNvPr>
          <p:cNvGrpSpPr>
            <a:grpSpLocks/>
          </p:cNvGrpSpPr>
          <p:nvPr/>
        </p:nvGrpSpPr>
        <p:grpSpPr bwMode="auto">
          <a:xfrm>
            <a:off x="2962790" y="4863272"/>
            <a:ext cx="621507" cy="787004"/>
            <a:chOff x="4284" y="2627"/>
            <a:chExt cx="522" cy="661"/>
          </a:xfrm>
        </p:grpSpPr>
        <p:sp>
          <p:nvSpPr>
            <p:cNvPr id="173" name="Rectangle 21">
              <a:extLst>
                <a:ext uri="{FF2B5EF4-FFF2-40B4-BE49-F238E27FC236}">
                  <a16:creationId xmlns:a16="http://schemas.microsoft.com/office/drawing/2014/main" id="{9B584747-1644-8365-E4E6-49B0CCBD5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4" name="Text Box 22">
              <a:extLst>
                <a:ext uri="{FF2B5EF4-FFF2-40B4-BE49-F238E27FC236}">
                  <a16:creationId xmlns:a16="http://schemas.microsoft.com/office/drawing/2014/main" id="{1C62B906-0B79-0F21-C3E6-C689DA201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2627"/>
              <a:ext cx="5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mail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server</a:t>
              </a: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5" name="Rectangle 23">
              <a:extLst>
                <a:ext uri="{FF2B5EF4-FFF2-40B4-BE49-F238E27FC236}">
                  <a16:creationId xmlns:a16="http://schemas.microsoft.com/office/drawing/2014/main" id="{4C08F34F-2E15-405B-60BF-3190F9B14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6" name="Line 24">
              <a:extLst>
                <a:ext uri="{FF2B5EF4-FFF2-40B4-BE49-F238E27FC236}">
                  <a16:creationId xmlns:a16="http://schemas.microsoft.com/office/drawing/2014/main" id="{788AEB3A-56FA-BDF8-0385-92879B0DA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7" name="Line 25">
              <a:extLst>
                <a:ext uri="{FF2B5EF4-FFF2-40B4-BE49-F238E27FC236}">
                  <a16:creationId xmlns:a16="http://schemas.microsoft.com/office/drawing/2014/main" id="{48CA5377-1CDA-1826-D3D8-397EA08A2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8" name="Line 26">
              <a:extLst>
                <a:ext uri="{FF2B5EF4-FFF2-40B4-BE49-F238E27FC236}">
                  <a16:creationId xmlns:a16="http://schemas.microsoft.com/office/drawing/2014/main" id="{E4D29F7F-671E-FF23-5951-9F433C0C6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9" name="Line 27">
              <a:extLst>
                <a:ext uri="{FF2B5EF4-FFF2-40B4-BE49-F238E27FC236}">
                  <a16:creationId xmlns:a16="http://schemas.microsoft.com/office/drawing/2014/main" id="{4B1E2E1B-6680-4B10-46A0-5A9E286807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0" name="Line 28">
              <a:extLst>
                <a:ext uri="{FF2B5EF4-FFF2-40B4-BE49-F238E27FC236}">
                  <a16:creationId xmlns:a16="http://schemas.microsoft.com/office/drawing/2014/main" id="{04E5AB31-3306-D6D9-FB54-7BAB1688F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1" name="Line 29">
              <a:extLst>
                <a:ext uri="{FF2B5EF4-FFF2-40B4-BE49-F238E27FC236}">
                  <a16:creationId xmlns:a16="http://schemas.microsoft.com/office/drawing/2014/main" id="{32551313-7D6C-56DF-11A2-FE8EA7FDF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2" name="Line 30">
              <a:extLst>
                <a:ext uri="{FF2B5EF4-FFF2-40B4-BE49-F238E27FC236}">
                  <a16:creationId xmlns:a16="http://schemas.microsoft.com/office/drawing/2014/main" id="{DB412E1D-2595-1986-D152-CF5523068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3" name="Rectangle 31">
              <a:extLst>
                <a:ext uri="{FF2B5EF4-FFF2-40B4-BE49-F238E27FC236}">
                  <a16:creationId xmlns:a16="http://schemas.microsoft.com/office/drawing/2014/main" id="{326F85F6-3D76-FAA6-3E99-9A7CF6D1E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Rectangle 32">
              <a:extLst>
                <a:ext uri="{FF2B5EF4-FFF2-40B4-BE49-F238E27FC236}">
                  <a16:creationId xmlns:a16="http://schemas.microsoft.com/office/drawing/2014/main" id="{8726F869-64A4-4BB2-1CA6-94154ED4B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Rectangle 33">
              <a:extLst>
                <a:ext uri="{FF2B5EF4-FFF2-40B4-BE49-F238E27FC236}">
                  <a16:creationId xmlns:a16="http://schemas.microsoft.com/office/drawing/2014/main" id="{8F074AEE-29C3-BEA1-2BFA-C960A8E7F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Rectangle 34">
              <a:extLst>
                <a:ext uri="{FF2B5EF4-FFF2-40B4-BE49-F238E27FC236}">
                  <a16:creationId xmlns:a16="http://schemas.microsoft.com/office/drawing/2014/main" id="{E9EB517B-59AD-1FC3-A999-F074697D8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Rectangle 35">
              <a:extLst>
                <a:ext uri="{FF2B5EF4-FFF2-40B4-BE49-F238E27FC236}">
                  <a16:creationId xmlns:a16="http://schemas.microsoft.com/office/drawing/2014/main" id="{42040DCE-CF1C-8383-D96D-B4746F459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188" name="Picture 36" descr="Alice">
            <a:extLst>
              <a:ext uri="{FF2B5EF4-FFF2-40B4-BE49-F238E27FC236}">
                <a16:creationId xmlns:a16="http://schemas.microsoft.com/office/drawing/2014/main" id="{CDC49481-A08E-A3B6-6EA3-374E29BAB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276" y="4987097"/>
            <a:ext cx="421481" cy="52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9" name="Picture 37" descr="Bob">
            <a:extLst>
              <a:ext uri="{FF2B5EF4-FFF2-40B4-BE49-F238E27FC236}">
                <a16:creationId xmlns:a16="http://schemas.microsoft.com/office/drawing/2014/main" id="{9C1BB22C-89AC-259F-779F-F53427943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636" y="4915660"/>
            <a:ext cx="507206" cy="51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0" name="Group 48">
            <a:extLst>
              <a:ext uri="{FF2B5EF4-FFF2-40B4-BE49-F238E27FC236}">
                <a16:creationId xmlns:a16="http://schemas.microsoft.com/office/drawing/2014/main" id="{7597407F-1DB1-BE47-33F3-485B9FE54532}"/>
              </a:ext>
            </a:extLst>
          </p:cNvPr>
          <p:cNvGrpSpPr>
            <a:grpSpLocks/>
          </p:cNvGrpSpPr>
          <p:nvPr/>
        </p:nvGrpSpPr>
        <p:grpSpPr bwMode="auto">
          <a:xfrm>
            <a:off x="4605852" y="4822791"/>
            <a:ext cx="621507" cy="787004"/>
            <a:chOff x="4284" y="2627"/>
            <a:chExt cx="522" cy="661"/>
          </a:xfrm>
        </p:grpSpPr>
        <p:sp>
          <p:nvSpPr>
            <p:cNvPr id="191" name="Rectangle 49">
              <a:extLst>
                <a:ext uri="{FF2B5EF4-FFF2-40B4-BE49-F238E27FC236}">
                  <a16:creationId xmlns:a16="http://schemas.microsoft.com/office/drawing/2014/main" id="{4FA83376-9325-241D-AEAD-EA3836309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92" name="Text Box 50">
              <a:extLst>
                <a:ext uri="{FF2B5EF4-FFF2-40B4-BE49-F238E27FC236}">
                  <a16:creationId xmlns:a16="http://schemas.microsoft.com/office/drawing/2014/main" id="{264BF2C8-310B-D48A-11C4-D592A934B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2627"/>
              <a:ext cx="5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mail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server</a:t>
              </a: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93" name="Rectangle 51">
              <a:extLst>
                <a:ext uri="{FF2B5EF4-FFF2-40B4-BE49-F238E27FC236}">
                  <a16:creationId xmlns:a16="http://schemas.microsoft.com/office/drawing/2014/main" id="{5006C05C-1CFA-8A95-BD12-D648F4142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94" name="Line 52">
              <a:extLst>
                <a:ext uri="{FF2B5EF4-FFF2-40B4-BE49-F238E27FC236}">
                  <a16:creationId xmlns:a16="http://schemas.microsoft.com/office/drawing/2014/main" id="{40757418-D5C3-F729-2AF4-EDAB4B01E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" name="Line 53">
              <a:extLst>
                <a:ext uri="{FF2B5EF4-FFF2-40B4-BE49-F238E27FC236}">
                  <a16:creationId xmlns:a16="http://schemas.microsoft.com/office/drawing/2014/main" id="{69D04202-0CFC-0E5B-C05F-AEA766A16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6" name="Line 54">
              <a:extLst>
                <a:ext uri="{FF2B5EF4-FFF2-40B4-BE49-F238E27FC236}">
                  <a16:creationId xmlns:a16="http://schemas.microsoft.com/office/drawing/2014/main" id="{99E889A8-C1D6-6B4A-E115-C458E44EB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7" name="Line 55">
              <a:extLst>
                <a:ext uri="{FF2B5EF4-FFF2-40B4-BE49-F238E27FC236}">
                  <a16:creationId xmlns:a16="http://schemas.microsoft.com/office/drawing/2014/main" id="{3AF10615-B332-BDD4-C332-FF4069063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8" name="Line 56">
              <a:extLst>
                <a:ext uri="{FF2B5EF4-FFF2-40B4-BE49-F238E27FC236}">
                  <a16:creationId xmlns:a16="http://schemas.microsoft.com/office/drawing/2014/main" id="{E18AA4CD-A98B-2033-480C-8BCD2EA55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9" name="Line 57">
              <a:extLst>
                <a:ext uri="{FF2B5EF4-FFF2-40B4-BE49-F238E27FC236}">
                  <a16:creationId xmlns:a16="http://schemas.microsoft.com/office/drawing/2014/main" id="{64199C77-3FEA-BE8B-7E2D-EA2F28652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00" name="Line 58">
              <a:extLst>
                <a:ext uri="{FF2B5EF4-FFF2-40B4-BE49-F238E27FC236}">
                  <a16:creationId xmlns:a16="http://schemas.microsoft.com/office/drawing/2014/main" id="{E3BC9F71-27F3-CAF7-2827-5506C28CF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01" name="Rectangle 59">
              <a:extLst>
                <a:ext uri="{FF2B5EF4-FFF2-40B4-BE49-F238E27FC236}">
                  <a16:creationId xmlns:a16="http://schemas.microsoft.com/office/drawing/2014/main" id="{5D7AF29E-0F2E-23C2-5E51-72166D26C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02" name="Rectangle 60">
              <a:extLst>
                <a:ext uri="{FF2B5EF4-FFF2-40B4-BE49-F238E27FC236}">
                  <a16:creationId xmlns:a16="http://schemas.microsoft.com/office/drawing/2014/main" id="{7110C37D-0BFA-A189-1E14-9794ABC4F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03" name="Rectangle 61">
              <a:extLst>
                <a:ext uri="{FF2B5EF4-FFF2-40B4-BE49-F238E27FC236}">
                  <a16:creationId xmlns:a16="http://schemas.microsoft.com/office/drawing/2014/main" id="{42C00C13-89D7-619F-D1E3-63ECDEB0C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04" name="Rectangle 62">
              <a:extLst>
                <a:ext uri="{FF2B5EF4-FFF2-40B4-BE49-F238E27FC236}">
                  <a16:creationId xmlns:a16="http://schemas.microsoft.com/office/drawing/2014/main" id="{9E87C750-CC3A-757D-5B37-E2C902556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05" name="Rectangle 63">
              <a:extLst>
                <a:ext uri="{FF2B5EF4-FFF2-40B4-BE49-F238E27FC236}">
                  <a16:creationId xmlns:a16="http://schemas.microsoft.com/office/drawing/2014/main" id="{8940E60B-8461-89C7-8EA6-0707D17BB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206" name="Line 69">
            <a:extLst>
              <a:ext uri="{FF2B5EF4-FFF2-40B4-BE49-F238E27FC236}">
                <a16:creationId xmlns:a16="http://schemas.microsoft.com/office/drawing/2014/main" id="{E0B8274A-09BC-F50C-F15E-9C5D067EB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7467" y="5266894"/>
            <a:ext cx="669131" cy="10953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7" name="Line 70">
            <a:extLst>
              <a:ext uri="{FF2B5EF4-FFF2-40B4-BE49-F238E27FC236}">
                <a16:creationId xmlns:a16="http://schemas.microsoft.com/office/drawing/2014/main" id="{5CF78214-26AE-B174-A014-4ECD3CA0B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910" y="5368098"/>
            <a:ext cx="1034653" cy="164306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8" name="Line 71">
            <a:extLst>
              <a:ext uri="{FF2B5EF4-FFF2-40B4-BE49-F238E27FC236}">
                <a16:creationId xmlns:a16="http://schemas.microsoft.com/office/drawing/2014/main" id="{73B72AC2-D69E-CA19-49AA-9A53C4BF49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4738" y="5202601"/>
            <a:ext cx="770335" cy="32027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9" name="Oval 72">
            <a:extLst>
              <a:ext uri="{FF2B5EF4-FFF2-40B4-BE49-F238E27FC236}">
                <a16:creationId xmlns:a16="http://schemas.microsoft.com/office/drawing/2014/main" id="{ED1EF2C6-1F13-BE06-018E-C7EF61E61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5004" y="4853748"/>
            <a:ext cx="219075" cy="183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1</a:t>
            </a:r>
            <a:endParaRPr lang="en-US" altLang="en-US" sz="1800" kern="0" dirty="0">
              <a:solidFill>
                <a:srgbClr val="000000"/>
              </a:solidFill>
            </a:endParaRPr>
          </a:p>
        </p:txBody>
      </p:sp>
      <p:sp>
        <p:nvSpPr>
          <p:cNvPr id="210" name="Oval 74">
            <a:extLst>
              <a:ext uri="{FF2B5EF4-FFF2-40B4-BE49-F238E27FC236}">
                <a16:creationId xmlns:a16="http://schemas.microsoft.com/office/drawing/2014/main" id="{C7CDA223-3EC8-E58B-9677-20304902B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7250" y="5225223"/>
            <a:ext cx="219075" cy="183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2</a:t>
            </a:r>
            <a:endParaRPr lang="en-US" altLang="en-US" sz="1800" kern="0" dirty="0">
              <a:solidFill>
                <a:srgbClr val="000000"/>
              </a:solidFill>
            </a:endParaRPr>
          </a:p>
        </p:txBody>
      </p:sp>
      <p:sp>
        <p:nvSpPr>
          <p:cNvPr id="211" name="Oval 75">
            <a:extLst>
              <a:ext uri="{FF2B5EF4-FFF2-40B4-BE49-F238E27FC236}">
                <a16:creationId xmlns:a16="http://schemas.microsoft.com/office/drawing/2014/main" id="{C55F7150-B13A-9FA9-7C4F-47E7C71ED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0904" y="5284754"/>
            <a:ext cx="219075" cy="183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3</a:t>
            </a:r>
            <a:endParaRPr lang="en-US" altLang="en-US" sz="1800" kern="0" dirty="0">
              <a:solidFill>
                <a:srgbClr val="000000"/>
              </a:solidFill>
            </a:endParaRPr>
          </a:p>
        </p:txBody>
      </p:sp>
      <p:sp>
        <p:nvSpPr>
          <p:cNvPr id="212" name="Oval 76">
            <a:extLst>
              <a:ext uri="{FF2B5EF4-FFF2-40B4-BE49-F238E27FC236}">
                <a16:creationId xmlns:a16="http://schemas.microsoft.com/office/drawing/2014/main" id="{A46E5948-79BD-D9D1-7E8D-51B6A7F79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341" y="5349048"/>
            <a:ext cx="219075" cy="183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4</a:t>
            </a:r>
            <a:endParaRPr lang="en-US" altLang="en-US" sz="1800" kern="0" dirty="0">
              <a:solidFill>
                <a:srgbClr val="000000"/>
              </a:solidFill>
            </a:endParaRPr>
          </a:p>
        </p:txBody>
      </p:sp>
      <p:sp>
        <p:nvSpPr>
          <p:cNvPr id="213" name="Oval 77">
            <a:extLst>
              <a:ext uri="{FF2B5EF4-FFF2-40B4-BE49-F238E27FC236}">
                <a16:creationId xmlns:a16="http://schemas.microsoft.com/office/drawing/2014/main" id="{4D25AE65-2810-254E-B9F3-E7BF0688B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016" y="5597889"/>
            <a:ext cx="219075" cy="183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5</a:t>
            </a:r>
            <a:endParaRPr lang="en-US" altLang="en-US" sz="1800" kern="0" dirty="0">
              <a:solidFill>
                <a:srgbClr val="000000"/>
              </a:solidFill>
            </a:endParaRPr>
          </a:p>
        </p:txBody>
      </p:sp>
      <p:sp>
        <p:nvSpPr>
          <p:cNvPr id="214" name="Oval 78">
            <a:extLst>
              <a:ext uri="{FF2B5EF4-FFF2-40B4-BE49-F238E27FC236}">
                <a16:creationId xmlns:a16="http://schemas.microsoft.com/office/drawing/2014/main" id="{605A7BD1-F384-7561-3B8B-C413724FE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4769" y="5275229"/>
            <a:ext cx="219075" cy="183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6</a:t>
            </a:r>
            <a:endParaRPr lang="en-US" altLang="en-US" sz="1800" kern="0" dirty="0">
              <a:solidFill>
                <a:srgbClr val="000000"/>
              </a:solidFill>
            </a:endParaRPr>
          </a:p>
        </p:txBody>
      </p:sp>
      <p:sp>
        <p:nvSpPr>
          <p:cNvPr id="215" name="Text Box 95">
            <a:extLst>
              <a:ext uri="{FF2B5EF4-FFF2-40B4-BE49-F238E27FC236}">
                <a16:creationId xmlns:a16="http://schemas.microsoft.com/office/drawing/2014/main" id="{0D3C66FE-967A-54C3-EDB9-41766AA6B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931" y="5697901"/>
            <a:ext cx="14205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Alice</a:t>
            </a:r>
            <a:r>
              <a:rPr lang="en-US" altLang="ja-JP" sz="1200" kern="0" dirty="0">
                <a:solidFill>
                  <a:srgbClr val="000000"/>
                </a:solidFill>
              </a:rPr>
              <a:t>’s mail server</a:t>
            </a:r>
            <a:endParaRPr lang="en-US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216" name="Text Box 96">
            <a:extLst>
              <a:ext uri="{FF2B5EF4-FFF2-40B4-BE49-F238E27FC236}">
                <a16:creationId xmlns:a16="http://schemas.microsoft.com/office/drawing/2014/main" id="{48FC7CC8-7161-4C0E-8058-342319A24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097" y="5745526"/>
            <a:ext cx="13612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Bob</a:t>
            </a:r>
            <a:r>
              <a:rPr lang="en-US" altLang="ja-JP" sz="1200" kern="0" dirty="0">
                <a:solidFill>
                  <a:srgbClr val="000000"/>
                </a:solidFill>
              </a:rPr>
              <a:t>’s mail server</a:t>
            </a:r>
            <a:endParaRPr lang="en-US" altLang="en-US" sz="1200" kern="0" dirty="0">
              <a:solidFill>
                <a:srgbClr val="000000"/>
              </a:solidFill>
            </a:endParaRPr>
          </a:p>
        </p:txBody>
      </p:sp>
      <p:grpSp>
        <p:nvGrpSpPr>
          <p:cNvPr id="217" name="Group 169">
            <a:extLst>
              <a:ext uri="{FF2B5EF4-FFF2-40B4-BE49-F238E27FC236}">
                <a16:creationId xmlns:a16="http://schemas.microsoft.com/office/drawing/2014/main" id="{F386CD0B-6EE6-AB8C-E381-66B021F9014A}"/>
              </a:ext>
            </a:extLst>
          </p:cNvPr>
          <p:cNvGrpSpPr>
            <a:grpSpLocks/>
          </p:cNvGrpSpPr>
          <p:nvPr/>
        </p:nvGrpSpPr>
        <p:grpSpPr bwMode="auto">
          <a:xfrm>
            <a:off x="5851241" y="4752545"/>
            <a:ext cx="708421" cy="790575"/>
            <a:chOff x="3554" y="550"/>
            <a:chExt cx="595" cy="664"/>
          </a:xfrm>
        </p:grpSpPr>
        <p:grpSp>
          <p:nvGrpSpPr>
            <p:cNvPr id="218" name="Group 170">
              <a:extLst>
                <a:ext uri="{FF2B5EF4-FFF2-40B4-BE49-F238E27FC236}">
                  <a16:creationId xmlns:a16="http://schemas.microsoft.com/office/drawing/2014/main" id="{06A1F2C3-97E4-29F6-DB72-55B9CCA689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21" name="Picture 171" descr="desktop_computer_stylized_medium">
                <a:extLst>
                  <a:ext uri="{FF2B5EF4-FFF2-40B4-BE49-F238E27FC236}">
                    <a16:creationId xmlns:a16="http://schemas.microsoft.com/office/drawing/2014/main" id="{92D7D236-0A56-48C6-7B7A-BC5200B481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2" name="Freeform 172">
                <a:extLst>
                  <a:ext uri="{FF2B5EF4-FFF2-40B4-BE49-F238E27FC236}">
                    <a16:creationId xmlns:a16="http://schemas.microsoft.com/office/drawing/2014/main" id="{B2A3B635-504C-14A6-0D9B-FB3B7801FD1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19" name="Rectangle 115">
              <a:extLst>
                <a:ext uri="{FF2B5EF4-FFF2-40B4-BE49-F238E27FC236}">
                  <a16:creationId xmlns:a16="http://schemas.microsoft.com/office/drawing/2014/main" id="{ADF75AE8-6FA7-CB46-662D-E3E009981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20" name="Text Box 116">
              <a:extLst>
                <a:ext uri="{FF2B5EF4-FFF2-40B4-BE49-F238E27FC236}">
                  <a16:creationId xmlns:a16="http://schemas.microsoft.com/office/drawing/2014/main" id="{58DA47D3-8107-5650-CE1E-B39678FE4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4" y="550"/>
              <a:ext cx="4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user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agent</a:t>
              </a: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223" name="Rectangle 3">
            <a:extLst>
              <a:ext uri="{FF2B5EF4-FFF2-40B4-BE49-F238E27FC236}">
                <a16:creationId xmlns:a16="http://schemas.microsoft.com/office/drawing/2014/main" id="{8D053234-BE65-B98B-F719-CFEFCA79B021}"/>
              </a:ext>
            </a:extLst>
          </p:cNvPr>
          <p:cNvSpPr txBox="1">
            <a:spLocks noChangeArrowheads="1"/>
          </p:cNvSpPr>
          <p:nvPr/>
        </p:nvSpPr>
        <p:spPr>
          <a:xfrm>
            <a:off x="546664" y="2923648"/>
            <a:ext cx="3803367" cy="82752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2) Alice’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UA sends message to her mail server using SMTP; message placed in message queue</a:t>
            </a:r>
          </a:p>
        </p:txBody>
      </p:sp>
      <p:sp>
        <p:nvSpPr>
          <p:cNvPr id="224" name="Rectangle 3">
            <a:extLst>
              <a:ext uri="{FF2B5EF4-FFF2-40B4-BE49-F238E27FC236}">
                <a16:creationId xmlns:a16="http://schemas.microsoft.com/office/drawing/2014/main" id="{0540E505-C2FF-EEEF-6AAE-0B9F35A3B5A7}"/>
              </a:ext>
            </a:extLst>
          </p:cNvPr>
          <p:cNvSpPr txBox="1">
            <a:spLocks noChangeArrowheads="1"/>
          </p:cNvSpPr>
          <p:nvPr/>
        </p:nvSpPr>
        <p:spPr>
          <a:xfrm>
            <a:off x="554674" y="3787911"/>
            <a:ext cx="4086550" cy="81688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3) client side of SMTP at mail server opens TCP connection with Bob’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mail server</a:t>
            </a: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225" name="Rectangle 4">
            <a:extLst>
              <a:ext uri="{FF2B5EF4-FFF2-40B4-BE49-F238E27FC236}">
                <a16:creationId xmlns:a16="http://schemas.microsoft.com/office/drawing/2014/main" id="{8314AEA0-5DD9-A99E-1BC1-B618BC75FB85}"/>
              </a:ext>
            </a:extLst>
          </p:cNvPr>
          <p:cNvSpPr txBox="1">
            <a:spLocks noChangeArrowheads="1"/>
          </p:cNvSpPr>
          <p:nvPr/>
        </p:nvSpPr>
        <p:spPr>
          <a:xfrm>
            <a:off x="4975067" y="2828561"/>
            <a:ext cx="2857500" cy="6215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5) Bob’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mail server places the message in Bob’s mailbox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226" name="Rectangle 4">
            <a:extLst>
              <a:ext uri="{FF2B5EF4-FFF2-40B4-BE49-F238E27FC236}">
                <a16:creationId xmlns:a16="http://schemas.microsoft.com/office/drawing/2014/main" id="{A7303116-4EB9-CB55-9FF3-E3A3561316D1}"/>
              </a:ext>
            </a:extLst>
          </p:cNvPr>
          <p:cNvSpPr txBox="1">
            <a:spLocks noChangeArrowheads="1"/>
          </p:cNvSpPr>
          <p:nvPr/>
        </p:nvSpPr>
        <p:spPr>
          <a:xfrm>
            <a:off x="4973072" y="3716965"/>
            <a:ext cx="2857500" cy="6215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6) Bob invokes his user agent to read message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endParaRPr lang="en-US" altLang="en-US" sz="1650" dirty="0">
              <a:solidFill>
                <a:prstClr val="black"/>
              </a:solidFill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846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SMTP -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Retrieving email: mail access protocols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133">
            <a:extLst>
              <a:ext uri="{FF2B5EF4-FFF2-40B4-BE49-F238E27FC236}">
                <a16:creationId xmlns:a16="http://schemas.microsoft.com/office/drawing/2014/main" id="{FF168993-E5E8-98A6-5564-7946100278FB}"/>
              </a:ext>
            </a:extLst>
          </p:cNvPr>
          <p:cNvGrpSpPr>
            <a:grpSpLocks/>
          </p:cNvGrpSpPr>
          <p:nvPr/>
        </p:nvGrpSpPr>
        <p:grpSpPr bwMode="auto">
          <a:xfrm>
            <a:off x="3338647" y="2402031"/>
            <a:ext cx="383381" cy="520304"/>
            <a:chOff x="4140" y="429"/>
            <a:chExt cx="1425" cy="2396"/>
          </a:xfrm>
        </p:grpSpPr>
        <p:sp>
          <p:nvSpPr>
            <p:cNvPr id="7" name="Freeform 134">
              <a:extLst>
                <a:ext uri="{FF2B5EF4-FFF2-40B4-BE49-F238E27FC236}">
                  <a16:creationId xmlns:a16="http://schemas.microsoft.com/office/drawing/2014/main" id="{5A0788AC-3A53-F1A5-A94D-EF95D04CD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" name="Rectangle 135">
              <a:extLst>
                <a:ext uri="{FF2B5EF4-FFF2-40B4-BE49-F238E27FC236}">
                  <a16:creationId xmlns:a16="http://schemas.microsoft.com/office/drawing/2014/main" id="{1A9ACAF9-DF4B-EF93-09B9-DEBF60B15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9" name="Freeform 136">
              <a:extLst>
                <a:ext uri="{FF2B5EF4-FFF2-40B4-BE49-F238E27FC236}">
                  <a16:creationId xmlns:a16="http://schemas.microsoft.com/office/drawing/2014/main" id="{578E3393-000A-698D-83B8-5314409F2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" name="Freeform 137">
              <a:extLst>
                <a:ext uri="{FF2B5EF4-FFF2-40B4-BE49-F238E27FC236}">
                  <a16:creationId xmlns:a16="http://schemas.microsoft.com/office/drawing/2014/main" id="{F8587684-BE68-DB54-9976-36239F978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Rectangle 138">
              <a:extLst>
                <a:ext uri="{FF2B5EF4-FFF2-40B4-BE49-F238E27FC236}">
                  <a16:creationId xmlns:a16="http://schemas.microsoft.com/office/drawing/2014/main" id="{3F2EB777-EC48-DA22-00C4-50E74E402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2" name="Group 139">
              <a:extLst>
                <a:ext uri="{FF2B5EF4-FFF2-40B4-BE49-F238E27FC236}">
                  <a16:creationId xmlns:a16="http://schemas.microsoft.com/office/drawing/2014/main" id="{85F3429E-7AE1-D0B1-0F6E-178CB8766B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" name="AutoShape 140">
                <a:extLst>
                  <a:ext uri="{FF2B5EF4-FFF2-40B4-BE49-F238E27FC236}">
                    <a16:creationId xmlns:a16="http://schemas.microsoft.com/office/drawing/2014/main" id="{783DF527-BA42-920F-FE42-9F1544250E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AutoShape 141">
                <a:extLst>
                  <a:ext uri="{FF2B5EF4-FFF2-40B4-BE49-F238E27FC236}">
                    <a16:creationId xmlns:a16="http://schemas.microsoft.com/office/drawing/2014/main" id="{1F2EF93E-83AA-EF1B-9F2B-BF64769D5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3" name="Rectangle 142">
              <a:extLst>
                <a:ext uri="{FF2B5EF4-FFF2-40B4-BE49-F238E27FC236}">
                  <a16:creationId xmlns:a16="http://schemas.microsoft.com/office/drawing/2014/main" id="{CDCE2F16-53A0-AC13-A1B7-600594F87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4" name="Group 143">
              <a:extLst>
                <a:ext uri="{FF2B5EF4-FFF2-40B4-BE49-F238E27FC236}">
                  <a16:creationId xmlns:a16="http://schemas.microsoft.com/office/drawing/2014/main" id="{7A7879A8-9113-CAD2-4E5B-2617DAFF0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" name="AutoShape 144">
                <a:extLst>
                  <a:ext uri="{FF2B5EF4-FFF2-40B4-BE49-F238E27FC236}">
                    <a16:creationId xmlns:a16="http://schemas.microsoft.com/office/drawing/2014/main" id="{0F1EDD89-7465-8582-2E5F-CD4701A1D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AutoShape 145">
                <a:extLst>
                  <a:ext uri="{FF2B5EF4-FFF2-40B4-BE49-F238E27FC236}">
                    <a16:creationId xmlns:a16="http://schemas.microsoft.com/office/drawing/2014/main" id="{4E745652-14B3-9DDE-DA66-6A588A2BE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5" name="Rectangle 146">
              <a:extLst>
                <a:ext uri="{FF2B5EF4-FFF2-40B4-BE49-F238E27FC236}">
                  <a16:creationId xmlns:a16="http://schemas.microsoft.com/office/drawing/2014/main" id="{BD1F8239-52DB-BED3-C1A7-59EAAF20B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6" name="Rectangle 147">
              <a:extLst>
                <a:ext uri="{FF2B5EF4-FFF2-40B4-BE49-F238E27FC236}">
                  <a16:creationId xmlns:a16="http://schemas.microsoft.com/office/drawing/2014/main" id="{275287A0-50DE-BBB7-5B94-5990EC9F0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7" name="Group 148">
              <a:extLst>
                <a:ext uri="{FF2B5EF4-FFF2-40B4-BE49-F238E27FC236}">
                  <a16:creationId xmlns:a16="http://schemas.microsoft.com/office/drawing/2014/main" id="{9FE3CCB3-4114-B0EB-A7BC-A029EE816F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3" name="AutoShape 149">
                <a:extLst>
                  <a:ext uri="{FF2B5EF4-FFF2-40B4-BE49-F238E27FC236}">
                    <a16:creationId xmlns:a16="http://schemas.microsoft.com/office/drawing/2014/main" id="{407226A0-9D32-0BB7-727D-A991260C1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AutoShape 150">
                <a:extLst>
                  <a:ext uri="{FF2B5EF4-FFF2-40B4-BE49-F238E27FC236}">
                    <a16:creationId xmlns:a16="http://schemas.microsoft.com/office/drawing/2014/main" id="{9DE39F62-2A71-F4BB-276E-C9D48C83A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8" name="Freeform 151">
              <a:extLst>
                <a:ext uri="{FF2B5EF4-FFF2-40B4-BE49-F238E27FC236}">
                  <a16:creationId xmlns:a16="http://schemas.microsoft.com/office/drawing/2014/main" id="{322BA351-7CF5-88A0-9DBA-836D17173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9" name="Group 152">
              <a:extLst>
                <a:ext uri="{FF2B5EF4-FFF2-40B4-BE49-F238E27FC236}">
                  <a16:creationId xmlns:a16="http://schemas.microsoft.com/office/drawing/2014/main" id="{38157D28-CBE4-A343-2DAF-E109E8FF5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" name="AutoShape 153">
                <a:extLst>
                  <a:ext uri="{FF2B5EF4-FFF2-40B4-BE49-F238E27FC236}">
                    <a16:creationId xmlns:a16="http://schemas.microsoft.com/office/drawing/2014/main" id="{D8C8FC78-15D3-FCF0-258E-9C0E963F3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AutoShape 154">
                <a:extLst>
                  <a:ext uri="{FF2B5EF4-FFF2-40B4-BE49-F238E27FC236}">
                    <a16:creationId xmlns:a16="http://schemas.microsoft.com/office/drawing/2014/main" id="{5E285A75-30C3-4415-2BD1-4F944012E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Rectangle 155">
              <a:extLst>
                <a:ext uri="{FF2B5EF4-FFF2-40B4-BE49-F238E27FC236}">
                  <a16:creationId xmlns:a16="http://schemas.microsoft.com/office/drawing/2014/main" id="{40254E28-27EB-37D0-476B-3D8655C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1" name="Freeform 156">
              <a:extLst>
                <a:ext uri="{FF2B5EF4-FFF2-40B4-BE49-F238E27FC236}">
                  <a16:creationId xmlns:a16="http://schemas.microsoft.com/office/drawing/2014/main" id="{09D2105F-8030-FD62-B68E-892C4A24C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" name="Freeform 157">
              <a:extLst>
                <a:ext uri="{FF2B5EF4-FFF2-40B4-BE49-F238E27FC236}">
                  <a16:creationId xmlns:a16="http://schemas.microsoft.com/office/drawing/2014/main" id="{F4883F29-EF87-6B16-2F61-0647C65C2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" name="Oval 158">
              <a:extLst>
                <a:ext uri="{FF2B5EF4-FFF2-40B4-BE49-F238E27FC236}">
                  <a16:creationId xmlns:a16="http://schemas.microsoft.com/office/drawing/2014/main" id="{4FADE417-35A3-68E2-F281-17D668E7A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4" name="Freeform 159">
              <a:extLst>
                <a:ext uri="{FF2B5EF4-FFF2-40B4-BE49-F238E27FC236}">
                  <a16:creationId xmlns:a16="http://schemas.microsoft.com/office/drawing/2014/main" id="{4C28EBD3-CA37-FC16-9B1A-425D2B16F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" name="AutoShape 160">
              <a:extLst>
                <a:ext uri="{FF2B5EF4-FFF2-40B4-BE49-F238E27FC236}">
                  <a16:creationId xmlns:a16="http://schemas.microsoft.com/office/drawing/2014/main" id="{369A9935-66CB-9ACD-50A4-37467391D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6" name="AutoShape 161">
              <a:extLst>
                <a:ext uri="{FF2B5EF4-FFF2-40B4-BE49-F238E27FC236}">
                  <a16:creationId xmlns:a16="http://schemas.microsoft.com/office/drawing/2014/main" id="{FD555144-DB10-DD5E-48D4-1F0297D5B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7" name="Oval 162">
              <a:extLst>
                <a:ext uri="{FF2B5EF4-FFF2-40B4-BE49-F238E27FC236}">
                  <a16:creationId xmlns:a16="http://schemas.microsoft.com/office/drawing/2014/main" id="{2562F3E3-BDC2-CBFC-BA5A-721CE6466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8" name="Oval 163">
              <a:extLst>
                <a:ext uri="{FF2B5EF4-FFF2-40B4-BE49-F238E27FC236}">
                  <a16:creationId xmlns:a16="http://schemas.microsoft.com/office/drawing/2014/main" id="{CBFA16C5-7B59-9789-838C-2045D8ABA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Oval 164">
              <a:extLst>
                <a:ext uri="{FF2B5EF4-FFF2-40B4-BE49-F238E27FC236}">
                  <a16:creationId xmlns:a16="http://schemas.microsoft.com/office/drawing/2014/main" id="{53547259-C8CB-4967-2C0D-4F91BC377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" name="Rectangle 165">
              <a:extLst>
                <a:ext uri="{FF2B5EF4-FFF2-40B4-BE49-F238E27FC236}">
                  <a16:creationId xmlns:a16="http://schemas.microsoft.com/office/drawing/2014/main" id="{93BC73DB-9C68-4D35-BC69-C8680EDF4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9" name="Group 100">
            <a:extLst>
              <a:ext uri="{FF2B5EF4-FFF2-40B4-BE49-F238E27FC236}">
                <a16:creationId xmlns:a16="http://schemas.microsoft.com/office/drawing/2014/main" id="{38596016-4959-D810-6BC2-102E41AECB6B}"/>
              </a:ext>
            </a:extLst>
          </p:cNvPr>
          <p:cNvGrpSpPr>
            <a:grpSpLocks/>
          </p:cNvGrpSpPr>
          <p:nvPr/>
        </p:nvGrpSpPr>
        <p:grpSpPr bwMode="auto">
          <a:xfrm>
            <a:off x="4603090" y="2409174"/>
            <a:ext cx="383381" cy="520304"/>
            <a:chOff x="4140" y="429"/>
            <a:chExt cx="1425" cy="2396"/>
          </a:xfrm>
        </p:grpSpPr>
        <p:sp>
          <p:nvSpPr>
            <p:cNvPr id="40" name="Freeform 101">
              <a:extLst>
                <a:ext uri="{FF2B5EF4-FFF2-40B4-BE49-F238E27FC236}">
                  <a16:creationId xmlns:a16="http://schemas.microsoft.com/office/drawing/2014/main" id="{B1B49CD8-30B3-D1B0-19DA-63103B9B1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" name="Rectangle 102">
              <a:extLst>
                <a:ext uri="{FF2B5EF4-FFF2-40B4-BE49-F238E27FC236}">
                  <a16:creationId xmlns:a16="http://schemas.microsoft.com/office/drawing/2014/main" id="{51EA5CC6-357E-3D39-4626-226233DCE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2" name="Freeform 103">
              <a:extLst>
                <a:ext uri="{FF2B5EF4-FFF2-40B4-BE49-F238E27FC236}">
                  <a16:creationId xmlns:a16="http://schemas.microsoft.com/office/drawing/2014/main" id="{93D0B735-04EC-F741-DCCC-6F392956B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" name="Freeform 104">
              <a:extLst>
                <a:ext uri="{FF2B5EF4-FFF2-40B4-BE49-F238E27FC236}">
                  <a16:creationId xmlns:a16="http://schemas.microsoft.com/office/drawing/2014/main" id="{4140E3AD-5CC3-8030-479C-29AD2F377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" name="Rectangle 105">
              <a:extLst>
                <a:ext uri="{FF2B5EF4-FFF2-40B4-BE49-F238E27FC236}">
                  <a16:creationId xmlns:a16="http://schemas.microsoft.com/office/drawing/2014/main" id="{58CE4440-8EBD-AD1E-B0C9-BD193BB71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5" name="Group 106">
              <a:extLst>
                <a:ext uri="{FF2B5EF4-FFF2-40B4-BE49-F238E27FC236}">
                  <a16:creationId xmlns:a16="http://schemas.microsoft.com/office/drawing/2014/main" id="{A4A2DD0E-14B6-9BCA-437D-EE9D4D289D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" name="AutoShape 107">
                <a:extLst>
                  <a:ext uri="{FF2B5EF4-FFF2-40B4-BE49-F238E27FC236}">
                    <a16:creationId xmlns:a16="http://schemas.microsoft.com/office/drawing/2014/main" id="{BC84C90D-D25B-5007-25CA-1D72B70DD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" name="AutoShape 108">
                <a:extLst>
                  <a:ext uri="{FF2B5EF4-FFF2-40B4-BE49-F238E27FC236}">
                    <a16:creationId xmlns:a16="http://schemas.microsoft.com/office/drawing/2014/main" id="{C23FC77D-DA87-9172-1CC1-F9DCC41A4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6" name="Rectangle 109">
              <a:extLst>
                <a:ext uri="{FF2B5EF4-FFF2-40B4-BE49-F238E27FC236}">
                  <a16:creationId xmlns:a16="http://schemas.microsoft.com/office/drawing/2014/main" id="{DF7441E5-3FD4-496D-018F-061599907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7" name="Group 110">
              <a:extLst>
                <a:ext uri="{FF2B5EF4-FFF2-40B4-BE49-F238E27FC236}">
                  <a16:creationId xmlns:a16="http://schemas.microsoft.com/office/drawing/2014/main" id="{224019AE-6F7E-8437-D36E-626038A412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8" name="AutoShape 111">
                <a:extLst>
                  <a:ext uri="{FF2B5EF4-FFF2-40B4-BE49-F238E27FC236}">
                    <a16:creationId xmlns:a16="http://schemas.microsoft.com/office/drawing/2014/main" id="{AB4BB413-B32D-B184-607A-D82888A15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9" name="AutoShape 112">
                <a:extLst>
                  <a:ext uri="{FF2B5EF4-FFF2-40B4-BE49-F238E27FC236}">
                    <a16:creationId xmlns:a16="http://schemas.microsoft.com/office/drawing/2014/main" id="{D530CC5D-9415-A033-B480-0D300EAF6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8" name="Rectangle 113">
              <a:extLst>
                <a:ext uri="{FF2B5EF4-FFF2-40B4-BE49-F238E27FC236}">
                  <a16:creationId xmlns:a16="http://schemas.microsoft.com/office/drawing/2014/main" id="{311245BF-E777-D3B5-79BC-7F4137DAB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" name="Rectangle 114">
              <a:extLst>
                <a:ext uri="{FF2B5EF4-FFF2-40B4-BE49-F238E27FC236}">
                  <a16:creationId xmlns:a16="http://schemas.microsoft.com/office/drawing/2014/main" id="{8F6D7698-C89F-5422-6C5F-C0EFC8274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50" name="Group 115">
              <a:extLst>
                <a:ext uri="{FF2B5EF4-FFF2-40B4-BE49-F238E27FC236}">
                  <a16:creationId xmlns:a16="http://schemas.microsoft.com/office/drawing/2014/main" id="{B98CE52C-0070-3263-0B09-D2FAB6972B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6" name="AutoShape 116">
                <a:extLst>
                  <a:ext uri="{FF2B5EF4-FFF2-40B4-BE49-F238E27FC236}">
                    <a16:creationId xmlns:a16="http://schemas.microsoft.com/office/drawing/2014/main" id="{08CA4120-832B-4EA5-07F9-D3D25EF92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7" name="AutoShape 117">
                <a:extLst>
                  <a:ext uri="{FF2B5EF4-FFF2-40B4-BE49-F238E27FC236}">
                    <a16:creationId xmlns:a16="http://schemas.microsoft.com/office/drawing/2014/main" id="{4F0C4647-4707-5AEF-D70B-E27B7D954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1" name="Freeform 118">
              <a:extLst>
                <a:ext uri="{FF2B5EF4-FFF2-40B4-BE49-F238E27FC236}">
                  <a16:creationId xmlns:a16="http://schemas.microsoft.com/office/drawing/2014/main" id="{95AC8451-9E59-AEC6-8224-A7C44544A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2" name="Group 119">
              <a:extLst>
                <a:ext uri="{FF2B5EF4-FFF2-40B4-BE49-F238E27FC236}">
                  <a16:creationId xmlns:a16="http://schemas.microsoft.com/office/drawing/2014/main" id="{DD66D0F6-5726-8B14-AFCE-F40A851BE0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4" name="AutoShape 120">
                <a:extLst>
                  <a:ext uri="{FF2B5EF4-FFF2-40B4-BE49-F238E27FC236}">
                    <a16:creationId xmlns:a16="http://schemas.microsoft.com/office/drawing/2014/main" id="{2245E37C-FB40-FF3E-FB0C-EB6AA68C2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5" name="AutoShape 121">
                <a:extLst>
                  <a:ext uri="{FF2B5EF4-FFF2-40B4-BE49-F238E27FC236}">
                    <a16:creationId xmlns:a16="http://schemas.microsoft.com/office/drawing/2014/main" id="{281B980C-9449-F58E-E6DC-C57869756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3" name="Rectangle 122">
              <a:extLst>
                <a:ext uri="{FF2B5EF4-FFF2-40B4-BE49-F238E27FC236}">
                  <a16:creationId xmlns:a16="http://schemas.microsoft.com/office/drawing/2014/main" id="{0C99ED71-589B-F9E6-ED8B-FFA4788B9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54" name="Freeform 123">
              <a:extLst>
                <a:ext uri="{FF2B5EF4-FFF2-40B4-BE49-F238E27FC236}">
                  <a16:creationId xmlns:a16="http://schemas.microsoft.com/office/drawing/2014/main" id="{D9FF5ACA-68B0-A8B2-4AA1-55DC1E50E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" name="Freeform 124">
              <a:extLst>
                <a:ext uri="{FF2B5EF4-FFF2-40B4-BE49-F238E27FC236}">
                  <a16:creationId xmlns:a16="http://schemas.microsoft.com/office/drawing/2014/main" id="{9C669FCA-9BD7-6816-5280-234ECBFFF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DEA877E9-92AF-D6DF-FA65-EB533C401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57" name="Freeform 126">
              <a:extLst>
                <a:ext uri="{FF2B5EF4-FFF2-40B4-BE49-F238E27FC236}">
                  <a16:creationId xmlns:a16="http://schemas.microsoft.com/office/drawing/2014/main" id="{A7C07D4C-CF7B-2215-D725-4A17BE077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AutoShape 127">
              <a:extLst>
                <a:ext uri="{FF2B5EF4-FFF2-40B4-BE49-F238E27FC236}">
                  <a16:creationId xmlns:a16="http://schemas.microsoft.com/office/drawing/2014/main" id="{A05A4574-DB27-07A7-11B2-12BBACC6D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59" name="AutoShape 128">
              <a:extLst>
                <a:ext uri="{FF2B5EF4-FFF2-40B4-BE49-F238E27FC236}">
                  <a16:creationId xmlns:a16="http://schemas.microsoft.com/office/drawing/2014/main" id="{3C5B4F30-F09B-E69C-E60F-9AE93D260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60" name="Oval 129">
              <a:extLst>
                <a:ext uri="{FF2B5EF4-FFF2-40B4-BE49-F238E27FC236}">
                  <a16:creationId xmlns:a16="http://schemas.microsoft.com/office/drawing/2014/main" id="{1AF535DB-2C58-B927-F278-D057795E7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61" name="Oval 130">
              <a:extLst>
                <a:ext uri="{FF2B5EF4-FFF2-40B4-BE49-F238E27FC236}">
                  <a16:creationId xmlns:a16="http://schemas.microsoft.com/office/drawing/2014/main" id="{B918317D-E8CD-9D2C-EB06-DB6391AFB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2" name="Oval 131">
              <a:extLst>
                <a:ext uri="{FF2B5EF4-FFF2-40B4-BE49-F238E27FC236}">
                  <a16:creationId xmlns:a16="http://schemas.microsoft.com/office/drawing/2014/main" id="{8297E45E-4F6F-5A9C-1A07-B04EF1C13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63" name="Rectangle 132">
              <a:extLst>
                <a:ext uri="{FF2B5EF4-FFF2-40B4-BE49-F238E27FC236}">
                  <a16:creationId xmlns:a16="http://schemas.microsoft.com/office/drawing/2014/main" id="{4A02FDCB-3A75-FCF4-B73C-538C6953F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2" name="Group 158">
            <a:extLst>
              <a:ext uri="{FF2B5EF4-FFF2-40B4-BE49-F238E27FC236}">
                <a16:creationId xmlns:a16="http://schemas.microsoft.com/office/drawing/2014/main" id="{8A2166FA-C61E-C625-42DA-031CD3C17886}"/>
              </a:ext>
            </a:extLst>
          </p:cNvPr>
          <p:cNvGrpSpPr>
            <a:grpSpLocks/>
          </p:cNvGrpSpPr>
          <p:nvPr/>
        </p:nvGrpSpPr>
        <p:grpSpPr bwMode="auto">
          <a:xfrm>
            <a:off x="3096950" y="2709212"/>
            <a:ext cx="1309688" cy="873920"/>
            <a:chOff x="1697" y="1206"/>
            <a:chExt cx="1100" cy="734"/>
          </a:xfrm>
        </p:grpSpPr>
        <p:sp>
          <p:nvSpPr>
            <p:cNvPr id="73" name="Text Box 95">
              <a:extLst>
                <a:ext uri="{FF2B5EF4-FFF2-40B4-BE49-F238E27FC236}">
                  <a16:creationId xmlns:a16="http://schemas.microsoft.com/office/drawing/2014/main" id="{F4891C36-D761-4200-D6A0-4EA5DD5DC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7" y="1583"/>
              <a:ext cx="110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sender</a:t>
              </a:r>
              <a:r>
                <a:rPr lang="ja-JP" altLang="en-US" sz="1200" kern="0">
                  <a:solidFill>
                    <a:srgbClr val="000000"/>
                  </a:solidFill>
                </a:rPr>
                <a:t>’</a:t>
              </a:r>
              <a:r>
                <a:rPr lang="en-US" altLang="ja-JP" sz="1200" kern="0" dirty="0">
                  <a:solidFill>
                    <a:srgbClr val="000000"/>
                  </a:solidFill>
                </a:rPr>
                <a:t>s e-mail </a:t>
              </a:r>
            </a:p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server</a:t>
              </a: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74" name="Group 157">
              <a:extLst>
                <a:ext uri="{FF2B5EF4-FFF2-40B4-BE49-F238E27FC236}">
                  <a16:creationId xmlns:a16="http://schemas.microsoft.com/office/drawing/2014/main" id="{4CDC5E44-BE1F-019B-0DB0-515D0BF65A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75" name="Rectangle 94">
                <a:extLst>
                  <a:ext uri="{FF2B5EF4-FFF2-40B4-BE49-F238E27FC236}">
                    <a16:creationId xmlns:a16="http://schemas.microsoft.com/office/drawing/2014/main" id="{7EEABDF1-A149-3E7F-C70A-B755108E2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omic Sans MS" panose="030F0902030302020204" pitchFamily="66" charset="0"/>
                </a:endParaRPr>
              </a:p>
            </p:txBody>
          </p:sp>
          <p:sp>
            <p:nvSpPr>
              <p:cNvPr id="76" name="Rectangle 96">
                <a:extLst>
                  <a:ext uri="{FF2B5EF4-FFF2-40B4-BE49-F238E27FC236}">
                    <a16:creationId xmlns:a16="http://schemas.microsoft.com/office/drawing/2014/main" id="{1E1D6ED4-47C5-70E4-794F-6BAF9E06E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omic Sans MS" panose="030F0902030302020204" pitchFamily="66" charset="0"/>
                </a:endParaRPr>
              </a:p>
            </p:txBody>
          </p:sp>
          <p:sp>
            <p:nvSpPr>
              <p:cNvPr id="77" name="Line 97">
                <a:extLst>
                  <a:ext uri="{FF2B5EF4-FFF2-40B4-BE49-F238E27FC236}">
                    <a16:creationId xmlns:a16="http://schemas.microsoft.com/office/drawing/2014/main" id="{6C0CC3AA-25D4-5918-51F5-E4EC157B4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8" name="Line 98">
                <a:extLst>
                  <a:ext uri="{FF2B5EF4-FFF2-40B4-BE49-F238E27FC236}">
                    <a16:creationId xmlns:a16="http://schemas.microsoft.com/office/drawing/2014/main" id="{4856A7A2-41AB-2740-C7F6-510A5C515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9" name="Line 99">
                <a:extLst>
                  <a:ext uri="{FF2B5EF4-FFF2-40B4-BE49-F238E27FC236}">
                    <a16:creationId xmlns:a16="http://schemas.microsoft.com/office/drawing/2014/main" id="{734A838C-B819-DB85-7ABF-F2F0941438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0" name="Line 100">
                <a:extLst>
                  <a:ext uri="{FF2B5EF4-FFF2-40B4-BE49-F238E27FC236}">
                    <a16:creationId xmlns:a16="http://schemas.microsoft.com/office/drawing/2014/main" id="{2B9E0A76-EF6C-824E-9EE9-53F8568F0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1" name="Line 101">
                <a:extLst>
                  <a:ext uri="{FF2B5EF4-FFF2-40B4-BE49-F238E27FC236}">
                    <a16:creationId xmlns:a16="http://schemas.microsoft.com/office/drawing/2014/main" id="{64525D95-EB37-59F5-A621-0AC9F26725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2" name="Line 102">
                <a:extLst>
                  <a:ext uri="{FF2B5EF4-FFF2-40B4-BE49-F238E27FC236}">
                    <a16:creationId xmlns:a16="http://schemas.microsoft.com/office/drawing/2014/main" id="{96569C68-1FF5-71C4-ED51-07B274E83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3" name="Line 103">
                <a:extLst>
                  <a:ext uri="{FF2B5EF4-FFF2-40B4-BE49-F238E27FC236}">
                    <a16:creationId xmlns:a16="http://schemas.microsoft.com/office/drawing/2014/main" id="{642BFF76-C287-6EBF-49D0-D0A832AC7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4" name="Rectangle 104">
                <a:extLst>
                  <a:ext uri="{FF2B5EF4-FFF2-40B4-BE49-F238E27FC236}">
                    <a16:creationId xmlns:a16="http://schemas.microsoft.com/office/drawing/2014/main" id="{C39183FB-0BC0-449F-E540-5D16AE8AE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omic Sans MS" panose="030F0902030302020204" pitchFamily="66" charset="0"/>
                </a:endParaRPr>
              </a:p>
            </p:txBody>
          </p:sp>
          <p:sp>
            <p:nvSpPr>
              <p:cNvPr id="85" name="Rectangle 105">
                <a:extLst>
                  <a:ext uri="{FF2B5EF4-FFF2-40B4-BE49-F238E27FC236}">
                    <a16:creationId xmlns:a16="http://schemas.microsoft.com/office/drawing/2014/main" id="{A4129982-0DA9-B888-E787-52CD62A13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omic Sans MS" panose="030F0902030302020204" pitchFamily="66" charset="0"/>
                </a:endParaRPr>
              </a:p>
            </p:txBody>
          </p:sp>
          <p:sp>
            <p:nvSpPr>
              <p:cNvPr id="86" name="Rectangle 106">
                <a:extLst>
                  <a:ext uri="{FF2B5EF4-FFF2-40B4-BE49-F238E27FC236}">
                    <a16:creationId xmlns:a16="http://schemas.microsoft.com/office/drawing/2014/main" id="{A1B0D7FA-DE94-9407-1F90-DCB5B2CFA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omic Sans MS" panose="030F0902030302020204" pitchFamily="66" charset="0"/>
                </a:endParaRPr>
              </a:p>
            </p:txBody>
          </p:sp>
          <p:sp>
            <p:nvSpPr>
              <p:cNvPr id="87" name="Rectangle 107">
                <a:extLst>
                  <a:ext uri="{FF2B5EF4-FFF2-40B4-BE49-F238E27FC236}">
                    <a16:creationId xmlns:a16="http://schemas.microsoft.com/office/drawing/2014/main" id="{A39B1CA8-9DD9-A1D3-84DF-1B66B1632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omic Sans MS" panose="030F0902030302020204" pitchFamily="66" charset="0"/>
                </a:endParaRPr>
              </a:p>
            </p:txBody>
          </p:sp>
          <p:sp>
            <p:nvSpPr>
              <p:cNvPr id="88" name="Rectangle 108">
                <a:extLst>
                  <a:ext uri="{FF2B5EF4-FFF2-40B4-BE49-F238E27FC236}">
                    <a16:creationId xmlns:a16="http://schemas.microsoft.com/office/drawing/2014/main" id="{6F076668-6039-6BBB-01A1-AD631E1AB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Comic Sans MS" panose="030F0902030302020204" pitchFamily="66" charset="0"/>
                </a:endParaRPr>
              </a:p>
            </p:txBody>
          </p:sp>
        </p:grpSp>
      </p:grpSp>
      <p:sp>
        <p:nvSpPr>
          <p:cNvPr id="89" name="Text Box 121">
            <a:extLst>
              <a:ext uri="{FF2B5EF4-FFF2-40B4-BE49-F238E27FC236}">
                <a16:creationId xmlns:a16="http://schemas.microsoft.com/office/drawing/2014/main" id="{DEC68DC9-77A4-AD24-214A-03839145D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343" y="2318687"/>
            <a:ext cx="7184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CC0000"/>
                </a:solidFill>
              </a:rPr>
              <a:t>SMTP</a:t>
            </a:r>
          </a:p>
        </p:txBody>
      </p:sp>
      <p:sp>
        <p:nvSpPr>
          <p:cNvPr id="90" name="Rectangle 153">
            <a:extLst>
              <a:ext uri="{FF2B5EF4-FFF2-40B4-BE49-F238E27FC236}">
                <a16:creationId xmlns:a16="http://schemas.microsoft.com/office/drawing/2014/main" id="{C8E5F245-48DF-C806-4188-883BC4644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008" y="2311543"/>
            <a:ext cx="642938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altLang="en-US" sz="1800" kern="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91" name="Text Box 154">
            <a:extLst>
              <a:ext uri="{FF2B5EF4-FFF2-40B4-BE49-F238E27FC236}">
                <a16:creationId xmlns:a16="http://schemas.microsoft.com/office/drawing/2014/main" id="{04470F7C-F695-C5F4-6FC5-26AD1A806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684" y="2327022"/>
            <a:ext cx="7184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CC0000"/>
                </a:solidFill>
              </a:rPr>
              <a:t>SMTP</a:t>
            </a:r>
          </a:p>
        </p:txBody>
      </p:sp>
      <p:sp>
        <p:nvSpPr>
          <p:cNvPr id="92" name="Text Box 160">
            <a:extLst>
              <a:ext uri="{FF2B5EF4-FFF2-40B4-BE49-F238E27FC236}">
                <a16:creationId xmlns:a16="http://schemas.microsoft.com/office/drawing/2014/main" id="{ED523F6F-3476-EC40-C5F4-02CC48E58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320" y="3167603"/>
            <a:ext cx="1386919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receiver</a:t>
            </a:r>
            <a:r>
              <a:rPr lang="ja-JP" altLang="en-US" sz="1200" kern="0">
                <a:solidFill>
                  <a:srgbClr val="000000"/>
                </a:solidFill>
              </a:rPr>
              <a:t>’</a:t>
            </a:r>
            <a:r>
              <a:rPr lang="en-US" altLang="ja-JP" sz="1200" kern="0" dirty="0">
                <a:solidFill>
                  <a:srgbClr val="000000"/>
                </a:solidFill>
              </a:rPr>
              <a:t>s e-mail 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server</a:t>
            </a:r>
            <a:endParaRPr lang="en-US" altLang="en-US" sz="1800" kern="0" dirty="0">
              <a:solidFill>
                <a:srgbClr val="000000"/>
              </a:solidFill>
            </a:endParaRPr>
          </a:p>
        </p:txBody>
      </p:sp>
      <p:grpSp>
        <p:nvGrpSpPr>
          <p:cNvPr id="93" name="Group 161">
            <a:extLst>
              <a:ext uri="{FF2B5EF4-FFF2-40B4-BE49-F238E27FC236}">
                <a16:creationId xmlns:a16="http://schemas.microsoft.com/office/drawing/2014/main" id="{9960DC2C-1D38-B81A-A323-95651D7C2FFC}"/>
              </a:ext>
            </a:extLst>
          </p:cNvPr>
          <p:cNvGrpSpPr>
            <a:grpSpLocks/>
          </p:cNvGrpSpPr>
          <p:nvPr/>
        </p:nvGrpSpPr>
        <p:grpSpPr bwMode="auto">
          <a:xfrm>
            <a:off x="4717390" y="2718738"/>
            <a:ext cx="607219" cy="421481"/>
            <a:chOff x="2070" y="2004"/>
            <a:chExt cx="510" cy="354"/>
          </a:xfrm>
        </p:grpSpPr>
        <p:sp>
          <p:nvSpPr>
            <p:cNvPr id="94" name="Rectangle 162">
              <a:extLst>
                <a:ext uri="{FF2B5EF4-FFF2-40B4-BE49-F238E27FC236}">
                  <a16:creationId xmlns:a16="http://schemas.microsoft.com/office/drawing/2014/main" id="{EC4F15D6-75CA-5DA6-56A1-100024EC3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95" name="Rectangle 163">
              <a:extLst>
                <a:ext uri="{FF2B5EF4-FFF2-40B4-BE49-F238E27FC236}">
                  <a16:creationId xmlns:a16="http://schemas.microsoft.com/office/drawing/2014/main" id="{A0C5568F-CBEF-4C6B-1363-039EFC588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96" name="Line 164">
              <a:extLst>
                <a:ext uri="{FF2B5EF4-FFF2-40B4-BE49-F238E27FC236}">
                  <a16:creationId xmlns:a16="http://schemas.microsoft.com/office/drawing/2014/main" id="{991790DC-68C7-332F-C5C8-B6B925481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7" name="Line 165">
              <a:extLst>
                <a:ext uri="{FF2B5EF4-FFF2-40B4-BE49-F238E27FC236}">
                  <a16:creationId xmlns:a16="http://schemas.microsoft.com/office/drawing/2014/main" id="{DAD0C401-A23D-98D4-85B2-AC30B7927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8" name="Line 166">
              <a:extLst>
                <a:ext uri="{FF2B5EF4-FFF2-40B4-BE49-F238E27FC236}">
                  <a16:creationId xmlns:a16="http://schemas.microsoft.com/office/drawing/2014/main" id="{BCF00ACC-FA3F-4969-E5F4-8AB899F75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7" name="Line 167">
              <a:extLst>
                <a:ext uri="{FF2B5EF4-FFF2-40B4-BE49-F238E27FC236}">
                  <a16:creationId xmlns:a16="http://schemas.microsoft.com/office/drawing/2014/main" id="{DD275FD0-E6A3-CFE9-5C2D-BE37B4867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8" name="Line 168">
              <a:extLst>
                <a:ext uri="{FF2B5EF4-FFF2-40B4-BE49-F238E27FC236}">
                  <a16:creationId xmlns:a16="http://schemas.microsoft.com/office/drawing/2014/main" id="{FAD44A63-7D36-D49C-D77F-0209B95B2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9" name="Line 169">
              <a:extLst>
                <a:ext uri="{FF2B5EF4-FFF2-40B4-BE49-F238E27FC236}">
                  <a16:creationId xmlns:a16="http://schemas.microsoft.com/office/drawing/2014/main" id="{3511952C-DE4C-7EFE-F70A-0E0C81EEF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0" name="Line 170">
              <a:extLst>
                <a:ext uri="{FF2B5EF4-FFF2-40B4-BE49-F238E27FC236}">
                  <a16:creationId xmlns:a16="http://schemas.microsoft.com/office/drawing/2014/main" id="{2D942853-856B-D98F-B367-7F082D70A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1" name="Rectangle 171">
              <a:extLst>
                <a:ext uri="{FF2B5EF4-FFF2-40B4-BE49-F238E27FC236}">
                  <a16:creationId xmlns:a16="http://schemas.microsoft.com/office/drawing/2014/main" id="{A1AB1DA7-BEE5-95C6-FFDB-A0779257F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32" name="Rectangle 172">
              <a:extLst>
                <a:ext uri="{FF2B5EF4-FFF2-40B4-BE49-F238E27FC236}">
                  <a16:creationId xmlns:a16="http://schemas.microsoft.com/office/drawing/2014/main" id="{8F2E33C9-A265-DCA8-D439-D294ACAE4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33" name="Rectangle 173">
              <a:extLst>
                <a:ext uri="{FF2B5EF4-FFF2-40B4-BE49-F238E27FC236}">
                  <a16:creationId xmlns:a16="http://schemas.microsoft.com/office/drawing/2014/main" id="{ED829AB6-53EF-34C7-5C26-F32DBD5FA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34" name="Rectangle 174">
              <a:extLst>
                <a:ext uri="{FF2B5EF4-FFF2-40B4-BE49-F238E27FC236}">
                  <a16:creationId xmlns:a16="http://schemas.microsoft.com/office/drawing/2014/main" id="{630E2ADE-BDD0-4AF7-1142-56BCB517C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35" name="Rectangle 175">
              <a:extLst>
                <a:ext uri="{FF2B5EF4-FFF2-40B4-BE49-F238E27FC236}">
                  <a16:creationId xmlns:a16="http://schemas.microsoft.com/office/drawing/2014/main" id="{2A99BA2D-F6BF-14E1-E982-727825EC6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Comic Sans MS" panose="030F0902030302020204" pitchFamily="66" charset="0"/>
              </a:endParaRPr>
            </a:p>
          </p:txBody>
        </p:sp>
      </p:grpSp>
      <p:pic>
        <p:nvPicPr>
          <p:cNvPr id="236" name="Picture 176" descr="Alice">
            <a:extLst>
              <a:ext uri="{FF2B5EF4-FFF2-40B4-BE49-F238E27FC236}">
                <a16:creationId xmlns:a16="http://schemas.microsoft.com/office/drawing/2014/main" id="{E962CCAE-97AB-9A72-AFFB-DF23B2D69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315" y="2386553"/>
            <a:ext cx="421481" cy="52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7" name="Picture 179" descr="Bob">
            <a:extLst>
              <a:ext uri="{FF2B5EF4-FFF2-40B4-BE49-F238E27FC236}">
                <a16:creationId xmlns:a16="http://schemas.microsoft.com/office/drawing/2014/main" id="{3779D0FE-BAF5-27F4-31EC-D834FAC2E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215" y="2397269"/>
            <a:ext cx="507206" cy="51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8" name="Line 94">
            <a:extLst>
              <a:ext uri="{FF2B5EF4-FFF2-40B4-BE49-F238E27FC236}">
                <a16:creationId xmlns:a16="http://schemas.microsoft.com/office/drawing/2014/main" id="{A944BD11-B737-C8AB-4352-F66B88525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9509" y="2647300"/>
            <a:ext cx="677466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39" name="Line 95">
            <a:extLst>
              <a:ext uri="{FF2B5EF4-FFF2-40B4-BE49-F238E27FC236}">
                <a16:creationId xmlns:a16="http://schemas.microsoft.com/office/drawing/2014/main" id="{81592850-9752-5F00-AC95-25AD4DCE0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2281" y="2644918"/>
            <a:ext cx="67746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8A0F3DA0-43DD-2227-502F-F663E6EB01EC}"/>
              </a:ext>
            </a:extLst>
          </p:cNvPr>
          <p:cNvGrpSpPr/>
          <p:nvPr/>
        </p:nvGrpSpPr>
        <p:grpSpPr>
          <a:xfrm>
            <a:off x="5024439" y="2199626"/>
            <a:ext cx="1450531" cy="909851"/>
            <a:chOff x="6699251" y="1424214"/>
            <a:chExt cx="1934041" cy="1213134"/>
          </a:xfrm>
        </p:grpSpPr>
        <p:sp>
          <p:nvSpPr>
            <p:cNvPr id="241" name="Text Box 156">
              <a:extLst>
                <a:ext uri="{FF2B5EF4-FFF2-40B4-BE49-F238E27FC236}">
                  <a16:creationId xmlns:a16="http://schemas.microsoft.com/office/drawing/2014/main" id="{02F7F36F-C779-9D65-D0A3-6A65A8E93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9251" y="1424214"/>
              <a:ext cx="1934041" cy="646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i="1" kern="0" dirty="0">
                  <a:solidFill>
                    <a:srgbClr val="CC0000"/>
                  </a:solidFill>
                </a:rPr>
                <a:t>e-mail access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i="1" kern="0" dirty="0">
                  <a:solidFill>
                    <a:srgbClr val="CC0000"/>
                  </a:solidFill>
                </a:rPr>
                <a:t>protocol</a:t>
              </a:r>
              <a:endParaRPr lang="en-US" altLang="en-US" sz="1350" kern="0" dirty="0">
                <a:solidFill>
                  <a:srgbClr val="CC0000"/>
                </a:solidFill>
              </a:endParaRPr>
            </a:p>
          </p:txBody>
        </p:sp>
        <p:sp>
          <p:nvSpPr>
            <p:cNvPr id="242" name="Line 96">
              <a:extLst>
                <a:ext uri="{FF2B5EF4-FFF2-40B4-BE49-F238E27FC236}">
                  <a16:creationId xmlns:a16="http://schemas.microsoft.com/office/drawing/2014/main" id="{CD8FD2DC-45B5-FE8D-265B-6935F4766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2291" y="2014764"/>
              <a:ext cx="1697037" cy="158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3" name="Text Box 156">
              <a:extLst>
                <a:ext uri="{FF2B5EF4-FFF2-40B4-BE49-F238E27FC236}">
                  <a16:creationId xmlns:a16="http://schemas.microsoft.com/office/drawing/2014/main" id="{11AEB81E-FDF7-6EE3-6CC1-FA85D4F7A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4731" y="2043339"/>
              <a:ext cx="1450797" cy="594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i="1" kern="0" dirty="0">
                  <a:solidFill>
                    <a:srgbClr val="CC0000"/>
                  </a:solidFill>
                </a:rPr>
                <a:t>(e.g.,</a:t>
              </a:r>
              <a:r>
                <a:rPr lang="en-US" altLang="en-US" sz="1200" i="1" kern="0" dirty="0">
                  <a:solidFill>
                    <a:srgbClr val="CC0000"/>
                  </a:solidFill>
                </a:rPr>
                <a:t> IMAP, HTTP</a:t>
              </a:r>
              <a:r>
                <a:rPr lang="en-US" altLang="en-US" sz="1350" i="1" kern="0" dirty="0">
                  <a:solidFill>
                    <a:srgbClr val="CC0000"/>
                  </a:solidFill>
                </a:rPr>
                <a:t>)</a:t>
              </a:r>
            </a:p>
          </p:txBody>
        </p:sp>
      </p:grpSp>
      <p:grpSp>
        <p:nvGrpSpPr>
          <p:cNvPr id="244" name="Group 166">
            <a:extLst>
              <a:ext uri="{FF2B5EF4-FFF2-40B4-BE49-F238E27FC236}">
                <a16:creationId xmlns:a16="http://schemas.microsoft.com/office/drawing/2014/main" id="{64686979-1694-32D9-0344-F25251287334}"/>
              </a:ext>
            </a:extLst>
          </p:cNvPr>
          <p:cNvGrpSpPr>
            <a:grpSpLocks/>
          </p:cNvGrpSpPr>
          <p:nvPr/>
        </p:nvGrpSpPr>
        <p:grpSpPr bwMode="auto">
          <a:xfrm>
            <a:off x="1893226" y="2282968"/>
            <a:ext cx="708422" cy="790575"/>
            <a:chOff x="3554" y="550"/>
            <a:chExt cx="595" cy="664"/>
          </a:xfrm>
        </p:grpSpPr>
        <p:grpSp>
          <p:nvGrpSpPr>
            <p:cNvPr id="245" name="Group 167">
              <a:extLst>
                <a:ext uri="{FF2B5EF4-FFF2-40B4-BE49-F238E27FC236}">
                  <a16:creationId xmlns:a16="http://schemas.microsoft.com/office/drawing/2014/main" id="{2FAFDA25-5974-B1AE-8600-CB67939B00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48" name="Picture 168" descr="desktop_computer_stylized_medium">
                <a:extLst>
                  <a:ext uri="{FF2B5EF4-FFF2-40B4-BE49-F238E27FC236}">
                    <a16:creationId xmlns:a16="http://schemas.microsoft.com/office/drawing/2014/main" id="{7CC590F3-0233-47FE-8A88-284C5D04A7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9" name="Freeform 169">
                <a:extLst>
                  <a:ext uri="{FF2B5EF4-FFF2-40B4-BE49-F238E27FC236}">
                    <a16:creationId xmlns:a16="http://schemas.microsoft.com/office/drawing/2014/main" id="{0AB95E2B-1BF7-B290-03BB-97D0CC77F4A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6" name="Rectangle 115">
              <a:extLst>
                <a:ext uri="{FF2B5EF4-FFF2-40B4-BE49-F238E27FC236}">
                  <a16:creationId xmlns:a16="http://schemas.microsoft.com/office/drawing/2014/main" id="{2A7E77BC-CA6F-4DC7-6F61-2F10889EE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47" name="Text Box 116">
              <a:extLst>
                <a:ext uri="{FF2B5EF4-FFF2-40B4-BE49-F238E27FC236}">
                  <a16:creationId xmlns:a16="http://schemas.microsoft.com/office/drawing/2014/main" id="{5A074965-A3B4-3C56-FFAA-D5FCFA8B7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4" y="550"/>
              <a:ext cx="4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user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agent</a:t>
              </a: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50" name="Group 172">
            <a:extLst>
              <a:ext uri="{FF2B5EF4-FFF2-40B4-BE49-F238E27FC236}">
                <a16:creationId xmlns:a16="http://schemas.microsoft.com/office/drawing/2014/main" id="{13E051AC-4DBF-4BCE-3F54-282122C98543}"/>
              </a:ext>
            </a:extLst>
          </p:cNvPr>
          <p:cNvGrpSpPr>
            <a:grpSpLocks/>
          </p:cNvGrpSpPr>
          <p:nvPr/>
        </p:nvGrpSpPr>
        <p:grpSpPr bwMode="auto">
          <a:xfrm>
            <a:off x="6318781" y="2285350"/>
            <a:ext cx="708421" cy="790575"/>
            <a:chOff x="3554" y="550"/>
            <a:chExt cx="595" cy="664"/>
          </a:xfrm>
        </p:grpSpPr>
        <p:grpSp>
          <p:nvGrpSpPr>
            <p:cNvPr id="251" name="Group 173">
              <a:extLst>
                <a:ext uri="{FF2B5EF4-FFF2-40B4-BE49-F238E27FC236}">
                  <a16:creationId xmlns:a16="http://schemas.microsoft.com/office/drawing/2014/main" id="{BDFAA18C-5894-D74C-CE3B-A904D2443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54" name="Picture 174" descr="desktop_computer_stylized_medium">
                <a:extLst>
                  <a:ext uri="{FF2B5EF4-FFF2-40B4-BE49-F238E27FC236}">
                    <a16:creationId xmlns:a16="http://schemas.microsoft.com/office/drawing/2014/main" id="{21C2C70B-0E39-6B97-FB93-6D8CB275B5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5" name="Freeform 175">
                <a:extLst>
                  <a:ext uri="{FF2B5EF4-FFF2-40B4-BE49-F238E27FC236}">
                    <a16:creationId xmlns:a16="http://schemas.microsoft.com/office/drawing/2014/main" id="{D7689260-1449-ECDC-1085-809A2A4CD68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52" name="Rectangle 115">
              <a:extLst>
                <a:ext uri="{FF2B5EF4-FFF2-40B4-BE49-F238E27FC236}">
                  <a16:creationId xmlns:a16="http://schemas.microsoft.com/office/drawing/2014/main" id="{25A00008-A920-D451-6505-6613E45BC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53" name="Text Box 116">
              <a:extLst>
                <a:ext uri="{FF2B5EF4-FFF2-40B4-BE49-F238E27FC236}">
                  <a16:creationId xmlns:a16="http://schemas.microsoft.com/office/drawing/2014/main" id="{88C4D7AA-1A4C-61AD-67E8-007ACDC03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4" y="550"/>
              <a:ext cx="4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user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agent</a:t>
              </a: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256" name="Rectangle 3">
            <a:extLst>
              <a:ext uri="{FF2B5EF4-FFF2-40B4-BE49-F238E27FC236}">
                <a16:creationId xmlns:a16="http://schemas.microsoft.com/office/drawing/2014/main" id="{1389E582-C24D-A4A1-9803-B60242EBDC2D}"/>
              </a:ext>
            </a:extLst>
          </p:cNvPr>
          <p:cNvSpPr txBox="1">
            <a:spLocks noChangeArrowheads="1"/>
          </p:cNvSpPr>
          <p:nvPr/>
        </p:nvSpPr>
        <p:spPr>
          <a:xfrm>
            <a:off x="359229" y="3695432"/>
            <a:ext cx="8436428" cy="278654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lnSpc>
                <a:spcPct val="100000"/>
              </a:lnSpc>
              <a:spcBef>
                <a:spcPts val="750"/>
              </a:spcBef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SMTP: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delivery/storage of e-mail messages to receiver’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server</a:t>
            </a:r>
          </a:p>
          <a:p>
            <a:pPr marL="264319" indent="-166688" defTabSz="685800">
              <a:lnSpc>
                <a:spcPct val="100000"/>
              </a:lnSpc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mail access protocol: retrieval from server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altLang="en-US" sz="1800" b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IMAP</a:t>
            </a:r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: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Internet Mail Access Protocol [RFC 3501]: messages stored on server, IMAP provides retrieval, deletion, folders of stored messages on server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altLang="en-US" sz="1800" b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POP3</a:t>
            </a:r>
            <a:r>
              <a:rPr lang="en-US" altLang="en-US" sz="18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sz="1800" dirty="0">
                <a:ea typeface="ＭＳ Ｐゴシック" panose="020B0600070205080204" pitchFamily="34" charset="-128"/>
              </a:rPr>
              <a:t>Post Office Protocol—Version 3</a:t>
            </a:r>
          </a:p>
          <a:p>
            <a:pPr marL="259556" indent="-216694" defTabSz="685800">
              <a:lnSpc>
                <a:spcPct val="100000"/>
              </a:lnSpc>
              <a:spcBef>
                <a:spcPts val="750"/>
              </a:spcBef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HTTP: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gmail, Hotmail, Yahoo!Mail, etc. provides web-based interface on top of STMP (to send), </a:t>
            </a: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IMAP or POP or HTTP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to retrieve e-mail messages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165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122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1074244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SMTP: observations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77454B-F21D-4441-9BDE-50D84F4D93FA}"/>
              </a:ext>
            </a:extLst>
          </p:cNvPr>
          <p:cNvSpPr txBox="1">
            <a:spLocks noChangeArrowheads="1"/>
          </p:cNvSpPr>
          <p:nvPr/>
        </p:nvSpPr>
        <p:spPr>
          <a:xfrm>
            <a:off x="5339749" y="1996085"/>
            <a:ext cx="3145970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SMTP uses persistent connections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chemeClr val="bg1">
                    <a:lumMod val="65000"/>
                  </a:schemeClr>
                </a:solidFill>
                <a:latin typeface="Calibri" panose="020F0502020204030204"/>
                <a:ea typeface="ＭＳ Ｐゴシック" panose="020B0600070205080204" pitchFamily="34" charset="-128"/>
              </a:rPr>
              <a:t>SMTP requires message (header &amp; body) to be in 7-bit ASCII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chemeClr val="bg1">
                    <a:lumMod val="65000"/>
                  </a:schemeClr>
                </a:solidFill>
                <a:latin typeface="Calibri" panose="020F0502020204030204"/>
                <a:ea typeface="ＭＳ Ｐゴシック" panose="020B0600070205080204" pitchFamily="34" charset="-128"/>
              </a:rPr>
              <a:t>SMTP server uses CRLF.CRLF to determine end of message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E733DCA-2522-E341-8697-49ADE10A3FA3}"/>
              </a:ext>
            </a:extLst>
          </p:cNvPr>
          <p:cNvSpPr txBox="1">
            <a:spLocks noChangeArrowheads="1"/>
          </p:cNvSpPr>
          <p:nvPr/>
        </p:nvSpPr>
        <p:spPr>
          <a:xfrm>
            <a:off x="488498" y="1952543"/>
            <a:ext cx="4637313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comparison with HTTP:</a:t>
            </a:r>
          </a:p>
          <a:p>
            <a:pPr marL="432197" indent="-238125" defTabSz="685800">
              <a:spcBef>
                <a:spcPct val="500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HTTP: client pull (in most cases)</a:t>
            </a:r>
          </a:p>
          <a:p>
            <a:pPr marL="432197" indent="-238125" defTabSz="685800">
              <a:spcBef>
                <a:spcPts val="750"/>
              </a:spcBef>
              <a:spcAft>
                <a:spcPct val="50000"/>
              </a:spcAft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SMTP: client push</a:t>
            </a:r>
          </a:p>
          <a:p>
            <a:pPr marL="432197" indent="-238125" defTabSz="685800">
              <a:spcBef>
                <a:spcPts val="750"/>
              </a:spcBef>
              <a:spcAft>
                <a:spcPct val="50000"/>
              </a:spcAft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both have ASCII command/response interaction, status codes</a:t>
            </a:r>
          </a:p>
          <a:p>
            <a:pPr marL="432197" indent="-238125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chemeClr val="bg1">
                    <a:lumMod val="65000"/>
                  </a:schemeClr>
                </a:solidFill>
                <a:latin typeface="Calibri" panose="020F0502020204030204"/>
                <a:ea typeface="ＭＳ Ｐゴシック" panose="020B0600070205080204" pitchFamily="34" charset="-128"/>
              </a:rPr>
              <a:t>HTTP: each object encapsulated in its own response message</a:t>
            </a:r>
          </a:p>
          <a:p>
            <a:pPr marL="432197" indent="-238125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chemeClr val="bg1">
                    <a:lumMod val="65000"/>
                  </a:schemeClr>
                </a:solidFill>
                <a:latin typeface="Calibri" panose="020F0502020204030204"/>
                <a:ea typeface="ＭＳ Ｐゴシック" panose="020B0600070205080204" pitchFamily="34" charset="-128"/>
              </a:rPr>
              <a:t>SMTP: multiple objects sent in multipart message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0E309B1-D180-4349-82CA-F509C53B0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5689567"/>
            <a:ext cx="2057400" cy="273844"/>
          </a:xfrm>
        </p:spPr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Application Layer: 2-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31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75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5DE9-7171-ABE8-14FC-CDF4D427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469"/>
            <a:ext cx="7886700" cy="7450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CF3F-2EF3-BC1A-AE92-1417AE1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C41B36-6335-F546-90B9-E2121371E10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DBBE3-FC6B-25D4-1813-2EBD68F50C41}"/>
              </a:ext>
            </a:extLst>
          </p:cNvPr>
          <p:cNvSpPr txBox="1"/>
          <p:nvPr/>
        </p:nvSpPr>
        <p:spPr>
          <a:xfrm>
            <a:off x="628651" y="4626393"/>
            <a:ext cx="735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Acknowledgment</a:t>
            </a:r>
          </a:p>
          <a:p>
            <a:endParaRPr lang="en-US" sz="1200" dirty="0"/>
          </a:p>
          <a:p>
            <a:r>
              <a:rPr lang="en-US" sz="1200" dirty="0"/>
              <a:t>The materials for this course are in part based upon the materials from a number of people/sources,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Kurose and Ross text: Computer Networking: A Top-Down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Tanenbaum &amp; Wetherall text: Computer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Murat Yuksel: </a:t>
            </a:r>
            <a:r>
              <a:rPr lang="en-US" sz="1200" dirty="0">
                <a:hlinkClick r:id="rId2"/>
              </a:rPr>
              <a:t>https://www.ece.ucf.edu/~yuksem/teaching/EEL-4781-Fall-2020.html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Raj Jain: </a:t>
            </a:r>
            <a:r>
              <a:rPr lang="en-US" sz="1200" dirty="0">
                <a:hlinkClick r:id="rId3"/>
              </a:rPr>
              <a:t>https://www.cse.wustl.edu/~jain/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5795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6BF3A-4319-3A50-0DB8-18FAA8A2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8DE432-5D03-51CB-1AF1-C6EE4E9AB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Network Core</a:t>
            </a:r>
          </a:p>
          <a:p>
            <a:pPr lvl="1"/>
            <a:r>
              <a:rPr lang="en-US" dirty="0"/>
              <a:t>Two key functions:</a:t>
            </a:r>
          </a:p>
          <a:p>
            <a:pPr lvl="1"/>
            <a:r>
              <a:rPr lang="en-US" dirty="0"/>
              <a:t>Two ‘switching’ strategies:</a:t>
            </a:r>
          </a:p>
          <a:p>
            <a:pPr lvl="1"/>
            <a:r>
              <a:rPr lang="en-US" dirty="0"/>
              <a:t>Packet-switching: </a:t>
            </a:r>
          </a:p>
          <a:p>
            <a:pPr lvl="2"/>
            <a:r>
              <a:rPr lang="en-US" dirty="0"/>
              <a:t>store-and-?</a:t>
            </a:r>
          </a:p>
          <a:p>
            <a:pPr lvl="2"/>
            <a:r>
              <a:rPr lang="en-US" dirty="0"/>
              <a:t>an important example</a:t>
            </a:r>
          </a:p>
          <a:p>
            <a:pPr lvl="1"/>
            <a:r>
              <a:rPr lang="en-US" dirty="0"/>
              <a:t>Some terms: ISP, CPN</a:t>
            </a:r>
          </a:p>
          <a:p>
            <a:r>
              <a:rPr lang="en-US" altLang="zh-CN" dirty="0"/>
              <a:t>Protocols</a:t>
            </a:r>
          </a:p>
          <a:p>
            <a:pPr lvl="1"/>
            <a:r>
              <a:rPr lang="en-US" dirty="0"/>
              <a:t>Five layers</a:t>
            </a:r>
          </a:p>
          <a:p>
            <a:pPr lvl="1"/>
            <a:r>
              <a:rPr lang="en-US" dirty="0"/>
              <a:t>Encapsulation</a:t>
            </a:r>
          </a:p>
          <a:p>
            <a:pPr lvl="1"/>
            <a:r>
              <a:rPr lang="en-US" dirty="0"/>
              <a:t>Security</a:t>
            </a:r>
          </a:p>
          <a:p>
            <a:pPr lvl="2"/>
            <a:r>
              <a:rPr lang="en-US" dirty="0"/>
              <a:t>packet “sniffing”: </a:t>
            </a:r>
          </a:p>
          <a:p>
            <a:pPr lvl="2"/>
            <a:r>
              <a:rPr lang="en-US" dirty="0"/>
              <a:t>IP spoofing: send packet with false source address</a:t>
            </a:r>
          </a:p>
          <a:p>
            <a:pPr lvl="2"/>
            <a:r>
              <a:rPr lang="en-US" dirty="0"/>
              <a:t>Denial of Service (DoS)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EBCE4E-86A9-BA9C-BAE2-8CB3BA54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2DB45-AECA-6C15-C149-EDF978E79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96B305-E29D-2722-262E-1F26DDD15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27" y="2664185"/>
            <a:ext cx="2030707" cy="123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9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851970-46F5-C25B-7D23-915C30FF1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Network Core</a:t>
            </a:r>
          </a:p>
          <a:p>
            <a:pPr lvl="1"/>
            <a:r>
              <a:rPr lang="en-US" dirty="0"/>
              <a:t>Two key functions: Forwarding and Routing</a:t>
            </a:r>
          </a:p>
          <a:p>
            <a:pPr lvl="1"/>
            <a:r>
              <a:rPr lang="en-US" dirty="0"/>
              <a:t>Two ‘switching’ strategies: circuit-switching vs packet-switching</a:t>
            </a:r>
          </a:p>
          <a:p>
            <a:pPr lvl="1"/>
            <a:r>
              <a:rPr lang="en-US" dirty="0"/>
              <a:t>Packet-switching: </a:t>
            </a:r>
          </a:p>
          <a:p>
            <a:pPr lvl="2"/>
            <a:r>
              <a:rPr lang="en-US" dirty="0"/>
              <a:t>store-and-forward</a:t>
            </a:r>
          </a:p>
          <a:p>
            <a:pPr lvl="2"/>
            <a:r>
              <a:rPr lang="en-US" dirty="0"/>
              <a:t>an important example</a:t>
            </a:r>
          </a:p>
          <a:p>
            <a:pPr lvl="1"/>
            <a:r>
              <a:rPr lang="en-US" dirty="0"/>
              <a:t>Some terms: ISP, CPN</a:t>
            </a:r>
          </a:p>
          <a:p>
            <a:r>
              <a:rPr lang="en-US" altLang="zh-CN" dirty="0"/>
              <a:t>Protocols</a:t>
            </a:r>
          </a:p>
          <a:p>
            <a:pPr lvl="1"/>
            <a:r>
              <a:rPr lang="en-US" dirty="0"/>
              <a:t>Five layers</a:t>
            </a:r>
          </a:p>
          <a:p>
            <a:pPr lvl="1"/>
            <a:r>
              <a:rPr lang="en-US" dirty="0"/>
              <a:t>Encapsulation</a:t>
            </a:r>
          </a:p>
          <a:p>
            <a:pPr lvl="1"/>
            <a:r>
              <a:rPr lang="en-US" dirty="0"/>
              <a:t>Security</a:t>
            </a:r>
          </a:p>
          <a:p>
            <a:pPr lvl="2"/>
            <a:r>
              <a:rPr lang="en-US" dirty="0"/>
              <a:t>packet “sniffing”: </a:t>
            </a:r>
          </a:p>
          <a:p>
            <a:pPr lvl="2"/>
            <a:r>
              <a:rPr lang="en-US" dirty="0"/>
              <a:t>IP spoofing: send packet with false source address</a:t>
            </a:r>
          </a:p>
          <a:p>
            <a:pPr lvl="2"/>
            <a:r>
              <a:rPr lang="en-US" dirty="0"/>
              <a:t>Denial of Service (DoS)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C03CD4-BD65-6B46-5D7A-562A3E2D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C424B-94E2-4757-AE28-08B9CFDEA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E1F5D-4BE8-EC49-D9F8-4A6FF22A1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27" y="2664185"/>
            <a:ext cx="2030707" cy="123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81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8383A-E611-C533-3FF7-FDF1A8B69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90394-A1E7-CD9A-8A75-A82C33FFE1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33" t="25522" r="7265" b="16400"/>
          <a:stretch/>
        </p:blipFill>
        <p:spPr>
          <a:xfrm>
            <a:off x="6036773" y="2737823"/>
            <a:ext cx="1989145" cy="794148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2A890-FFFB-73A4-7BE0-1F398EB5E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Application Layer</a:t>
            </a:r>
          </a:p>
          <a:p>
            <a:pPr lvl="1"/>
            <a:r>
              <a:rPr lang="en-US" dirty="0"/>
              <a:t>Two paradigms:</a:t>
            </a:r>
          </a:p>
          <a:p>
            <a:pPr lvl="1"/>
            <a:r>
              <a:rPr lang="en-US" dirty="0"/>
              <a:t>3 dimensions:</a:t>
            </a:r>
          </a:p>
          <a:p>
            <a:pPr lvl="2"/>
            <a:r>
              <a:rPr lang="en-US" dirty="0"/>
              <a:t>Identifier:</a:t>
            </a:r>
          </a:p>
          <a:p>
            <a:pPr lvl="2"/>
            <a:r>
              <a:rPr lang="en-US" dirty="0"/>
              <a:t>Interface of services:</a:t>
            </a:r>
          </a:p>
          <a:p>
            <a:pPr lvl="2"/>
            <a:r>
              <a:rPr lang="en-US" dirty="0"/>
              <a:t>Protocol: HTTP, SMTP…</a:t>
            </a:r>
          </a:p>
          <a:p>
            <a:pPr lvl="1"/>
            <a:r>
              <a:rPr lang="en-US" dirty="0"/>
              <a:t>Two services:</a:t>
            </a:r>
          </a:p>
          <a:p>
            <a:r>
              <a:rPr lang="en-US" altLang="zh-CN" dirty="0"/>
              <a:t>HTTP (</a:t>
            </a:r>
            <a:r>
              <a:rPr lang="en-US" altLang="zh-CN" dirty="0" err="1"/>
              <a:t>HyperText</a:t>
            </a:r>
            <a:r>
              <a:rPr lang="en-US" altLang="zh-CN" dirty="0"/>
              <a:t> Transfer Protocol)</a:t>
            </a:r>
          </a:p>
          <a:p>
            <a:pPr lvl="1"/>
            <a:r>
              <a:rPr lang="en-US" dirty="0"/>
              <a:t>Paradigm:</a:t>
            </a:r>
          </a:p>
          <a:p>
            <a:pPr lvl="1"/>
            <a:r>
              <a:rPr lang="en-US" dirty="0"/>
              <a:t>Service: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Request: </a:t>
            </a:r>
          </a:p>
          <a:p>
            <a:pPr lvl="2"/>
            <a:r>
              <a:rPr lang="en-US" dirty="0"/>
              <a:t>Response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Non-persistent vs Persistent: how many RTTs</a:t>
            </a:r>
          </a:p>
          <a:p>
            <a:pPr lvl="2"/>
            <a:r>
              <a:rPr lang="en-US" dirty="0"/>
              <a:t>Stateless vs Stateful: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EB5AF39-56C1-353C-7BA9-6DC0FBD3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959F6F5-E3EF-F879-FF0A-E59F123BBC76}"/>
              </a:ext>
            </a:extLst>
          </p:cNvPr>
          <p:cNvSpPr txBox="1">
            <a:spLocks/>
          </p:cNvSpPr>
          <p:nvPr/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C15C34-63E5-24CD-7A28-587181C437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76" t="24690" r="52089" b="25631"/>
          <a:stretch/>
        </p:blipFill>
        <p:spPr>
          <a:xfrm>
            <a:off x="6641692" y="3911356"/>
            <a:ext cx="1659788" cy="67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8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E3BA-07A1-CDD3-513E-C925634B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374AA-9537-201D-ECB8-126BC098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0C852D-184D-56FD-75EA-534623241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391" y="3347645"/>
            <a:ext cx="4410315" cy="1367366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43A269F-BF7A-D5EB-1E05-EEA172EDC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Application Layer</a:t>
            </a:r>
          </a:p>
          <a:p>
            <a:pPr lvl="1"/>
            <a:r>
              <a:rPr lang="en-US" dirty="0"/>
              <a:t>Two paradigms: server-client, peer-to-peer</a:t>
            </a:r>
          </a:p>
          <a:p>
            <a:pPr lvl="1"/>
            <a:r>
              <a:rPr lang="en-US" dirty="0"/>
              <a:t>3 dimensions:</a:t>
            </a:r>
          </a:p>
          <a:p>
            <a:pPr lvl="2"/>
            <a:r>
              <a:rPr lang="en-US" dirty="0"/>
              <a:t>Identifier: IP address and port number</a:t>
            </a:r>
          </a:p>
          <a:p>
            <a:pPr lvl="2"/>
            <a:r>
              <a:rPr lang="en-US" dirty="0"/>
              <a:t>Interface of services: Socket </a:t>
            </a:r>
          </a:p>
          <a:p>
            <a:pPr lvl="2"/>
            <a:r>
              <a:rPr lang="en-US" dirty="0"/>
              <a:t>Protocol: HTTP, SMTP…</a:t>
            </a:r>
          </a:p>
          <a:p>
            <a:pPr lvl="1"/>
            <a:r>
              <a:rPr lang="en-US" dirty="0"/>
              <a:t>Two services: TCP, UDP</a:t>
            </a:r>
          </a:p>
          <a:p>
            <a:r>
              <a:rPr lang="en-US" altLang="zh-CN" dirty="0"/>
              <a:t>HTTP (</a:t>
            </a:r>
            <a:r>
              <a:rPr lang="en-US" altLang="zh-CN" dirty="0" err="1"/>
              <a:t>HyperText</a:t>
            </a:r>
            <a:r>
              <a:rPr lang="en-US" altLang="zh-CN" dirty="0"/>
              <a:t> Transfer Protocol)</a:t>
            </a:r>
          </a:p>
          <a:p>
            <a:pPr lvl="1"/>
            <a:r>
              <a:rPr lang="en-US" dirty="0"/>
              <a:t>Paradigm: S-C</a:t>
            </a:r>
          </a:p>
          <a:p>
            <a:pPr lvl="1"/>
            <a:r>
              <a:rPr lang="en-US" dirty="0"/>
              <a:t>Service: TCP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Request: GET, HEAD, POST, PUT (pull or push?)</a:t>
            </a:r>
          </a:p>
          <a:p>
            <a:pPr lvl="2"/>
            <a:r>
              <a:rPr lang="en-US" dirty="0"/>
              <a:t>Response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Non-persistent vs Persistent: how many RTTs</a:t>
            </a:r>
          </a:p>
          <a:p>
            <a:pPr lvl="2"/>
            <a:r>
              <a:rPr lang="en-US" dirty="0"/>
              <a:t>Stateless vs Stateful: cookies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4377839C-422C-5108-8DDC-B1069A31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9627EDC-5647-1615-70DB-247C76F79453}"/>
              </a:ext>
            </a:extLst>
          </p:cNvPr>
          <p:cNvSpPr txBox="1">
            <a:spLocks/>
          </p:cNvSpPr>
          <p:nvPr/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48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28242</TotalTime>
  <Words>3100</Words>
  <Application>Microsoft Office PowerPoint</Application>
  <PresentationFormat>On-screen Show (4:3)</PresentationFormat>
  <Paragraphs>723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Courier</vt:lpstr>
      <vt:lpstr>ＭＳ Ｐゴシック</vt:lpstr>
      <vt:lpstr>Arial</vt:lpstr>
      <vt:lpstr>Calibri</vt:lpstr>
      <vt:lpstr>Calibri Light</vt:lpstr>
      <vt:lpstr>Comic Sans MS</vt:lpstr>
      <vt:lpstr>Courier New</vt:lpstr>
      <vt:lpstr>Gill Sans MT</vt:lpstr>
      <vt:lpstr>Times New Roman</vt:lpstr>
      <vt:lpstr>Wingdings</vt:lpstr>
      <vt:lpstr>Office Theme</vt:lpstr>
      <vt:lpstr>2_Office Theme</vt:lpstr>
      <vt:lpstr>1_Office Theme</vt:lpstr>
      <vt:lpstr>EEL 4781 Computer Communication Networks Chapter 2-2: Application Layer</vt:lpstr>
      <vt:lpstr>Agenda </vt:lpstr>
      <vt:lpstr>HTTP (continued)</vt:lpstr>
      <vt:lpstr>HTTP - Protocol</vt:lpstr>
      <vt:lpstr>HTTP - Protocol</vt:lpstr>
      <vt:lpstr>HTTP - Protocol</vt:lpstr>
      <vt:lpstr>HTTP - Protocol</vt:lpstr>
      <vt:lpstr>HTTP - Protocol</vt:lpstr>
      <vt:lpstr>HTTP - Protocol</vt:lpstr>
      <vt:lpstr>HTTP - Improvement</vt:lpstr>
      <vt:lpstr>HTTP - Improvement</vt:lpstr>
      <vt:lpstr>HTTP - Improvement</vt:lpstr>
      <vt:lpstr>HTTP - Improvement</vt:lpstr>
      <vt:lpstr>HTTP - Improvement</vt:lpstr>
      <vt:lpstr>HTTP - Improvement</vt:lpstr>
      <vt:lpstr>HTTP - Improvement</vt:lpstr>
      <vt:lpstr>Web Caches</vt:lpstr>
      <vt:lpstr>Web Caches</vt:lpstr>
      <vt:lpstr>Caching example</vt:lpstr>
      <vt:lpstr>Option 1: buy a faster access link</vt:lpstr>
      <vt:lpstr>Option 2: install a web cache</vt:lpstr>
      <vt:lpstr>Calculating access link utilization, end-end delay with cache:</vt:lpstr>
      <vt:lpstr>Agenda </vt:lpstr>
      <vt:lpstr>E-mail - Overview</vt:lpstr>
      <vt:lpstr>E-mail - Overview</vt:lpstr>
      <vt:lpstr>SMTP - Protocol</vt:lpstr>
      <vt:lpstr>SMTP - Protocol</vt:lpstr>
      <vt:lpstr>SMTP - Protocol</vt:lpstr>
      <vt:lpstr>SMTP - Protocol</vt:lpstr>
      <vt:lpstr>SMTP - Protocol</vt:lpstr>
      <vt:lpstr>SMTP: observations</vt:lpstr>
      <vt:lpstr>PowerPoint Presentation</vt:lpstr>
      <vt:lpstr>Recap</vt:lpstr>
      <vt:lpstr>Recap</vt:lpstr>
      <vt:lpstr>Recap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Prolonged Restore Challenge in Further Scaling DRAMs</dc:title>
  <dc:creator>xw zhang</dc:creator>
  <cp:lastModifiedBy>Xin Xin</cp:lastModifiedBy>
  <cp:revision>571</cp:revision>
  <dcterms:created xsi:type="dcterms:W3CDTF">2017-06-28T02:53:02Z</dcterms:created>
  <dcterms:modified xsi:type="dcterms:W3CDTF">2025-01-27T16:22:26Z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1791174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D7.1.1</vt:lpwstr>
  </property>
</Properties>
</file>