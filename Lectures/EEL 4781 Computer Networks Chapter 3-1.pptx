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 bookmarkIdSeed="2">
  <p:sldMasterIdLst>
    <p:sldMasterId id="2147483851" r:id="rId1"/>
    <p:sldMasterId id="2147483868" r:id="rId2"/>
  </p:sldMasterIdLst>
  <p:notesMasterIdLst>
    <p:notesMasterId r:id="rId41"/>
  </p:notesMasterIdLst>
  <p:sldIdLst>
    <p:sldId id="256" r:id="rId3"/>
    <p:sldId id="1290" r:id="rId4"/>
    <p:sldId id="956" r:id="rId5"/>
    <p:sldId id="1047" r:id="rId6"/>
    <p:sldId id="1048" r:id="rId7"/>
    <p:sldId id="1217" r:id="rId8"/>
    <p:sldId id="1154" r:id="rId9"/>
    <p:sldId id="1086" r:id="rId10"/>
    <p:sldId id="1049" r:id="rId11"/>
    <p:sldId id="1288" r:id="rId12"/>
    <p:sldId id="1218" r:id="rId13"/>
    <p:sldId id="1155" r:id="rId14"/>
    <p:sldId id="1221" r:id="rId15"/>
    <p:sldId id="1224" r:id="rId16"/>
    <p:sldId id="1051" r:id="rId17"/>
    <p:sldId id="1052" r:id="rId18"/>
    <p:sldId id="1216" r:id="rId19"/>
    <p:sldId id="1054" r:id="rId20"/>
    <p:sldId id="1055" r:id="rId21"/>
    <p:sldId id="1160" r:id="rId22"/>
    <p:sldId id="1289" r:id="rId23"/>
    <p:sldId id="1161" r:id="rId24"/>
    <p:sldId id="1162" r:id="rId25"/>
    <p:sldId id="1163" r:id="rId26"/>
    <p:sldId id="1164" r:id="rId27"/>
    <p:sldId id="1165" r:id="rId28"/>
    <p:sldId id="1166" r:id="rId29"/>
    <p:sldId id="1167" r:id="rId30"/>
    <p:sldId id="1058" r:id="rId31"/>
    <p:sldId id="1294" r:id="rId32"/>
    <p:sldId id="1168" r:id="rId33"/>
    <p:sldId id="1169" r:id="rId34"/>
    <p:sldId id="1170" r:id="rId35"/>
    <p:sldId id="1292" r:id="rId36"/>
    <p:sldId id="1293" r:id="rId37"/>
    <p:sldId id="1291" r:id="rId38"/>
    <p:sldId id="1171" r:id="rId39"/>
    <p:sldId id="989" r:id="rId4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40" userDrawn="1">
          <p15:clr>
            <a:srgbClr val="A4A3A4"/>
          </p15:clr>
        </p15:guide>
        <p15:guide id="2" pos="2826" userDrawn="1">
          <p15:clr>
            <a:srgbClr val="A4A3A4"/>
          </p15:clr>
        </p15:guide>
        <p15:guide id="3" orient="horz" pos="4128" userDrawn="1">
          <p15:clr>
            <a:srgbClr val="A4A3A4"/>
          </p15:clr>
        </p15:guide>
        <p15:guide id="4" orient="horz" pos="2856" userDrawn="1">
          <p15:clr>
            <a:srgbClr val="A4A3A4"/>
          </p15:clr>
        </p15:guide>
        <p15:guide id="5" pos="1152" userDrawn="1">
          <p15:clr>
            <a:srgbClr val="A4A3A4"/>
          </p15:clr>
        </p15:guide>
        <p15:guide id="6" pos="3780" userDrawn="1">
          <p15:clr>
            <a:srgbClr val="A4A3A4"/>
          </p15:clr>
        </p15:guide>
        <p15:guide id="7" pos="174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87128"/>
    <a:srgbClr val="BA9B37"/>
    <a:srgbClr val="FFC904"/>
    <a:srgbClr val="C95B00"/>
    <a:srgbClr val="FF7C00"/>
    <a:srgbClr val="7F7F7F"/>
    <a:srgbClr val="4472C4"/>
    <a:srgbClr val="027D02"/>
    <a:srgbClr val="CFD5EA"/>
    <a:srgbClr val="0077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81B790A-5C99-4F86-88A6-D28020E6A371}" v="22" dt="2025-02-05T16:40:18.53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06" autoAdjust="0"/>
    <p:restoredTop sz="89072" autoAdjust="0"/>
  </p:normalViewPr>
  <p:slideViewPr>
    <p:cSldViewPr snapToGrid="0" snapToObjects="1">
      <p:cViewPr varScale="1">
        <p:scale>
          <a:sx n="143" d="100"/>
          <a:sy n="143" d="100"/>
        </p:scale>
        <p:origin x="2396" y="100"/>
      </p:cViewPr>
      <p:guideLst>
        <p:guide orient="horz" pos="1440"/>
        <p:guide pos="2826"/>
        <p:guide orient="horz" pos="4128"/>
        <p:guide orient="horz" pos="2856"/>
        <p:guide pos="1152"/>
        <p:guide pos="3780"/>
        <p:guide pos="174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presProps" Target="presProps.xml"/><Relationship Id="rId47" Type="http://schemas.microsoft.com/office/2015/10/relationships/revisionInfo" Target="revisionInfo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microsoft.com/office/2016/11/relationships/changesInfo" Target="changesInfos/changesInfo1.xml"/><Relationship Id="rId20" Type="http://schemas.openxmlformats.org/officeDocument/2006/relationships/slide" Target="slides/slide18.xml"/><Relationship Id="rId41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in Xin" userId="9ff0c946-7f3c-4192-98c1-6be932ce2bce" providerId="ADAL" clId="{A81B790A-5C99-4F86-88A6-D28020E6A371}"/>
    <pc:docChg chg="undo custSel addSld modSld">
      <pc:chgData name="Xin Xin" userId="9ff0c946-7f3c-4192-98c1-6be932ce2bce" providerId="ADAL" clId="{A81B790A-5C99-4F86-88A6-D28020E6A371}" dt="2025-02-05T16:40:18.534" v="334"/>
      <pc:docMkLst>
        <pc:docMk/>
      </pc:docMkLst>
      <pc:sldChg chg="addSp delSp modSp mod modAnim">
        <pc:chgData name="Xin Xin" userId="9ff0c946-7f3c-4192-98c1-6be932ce2bce" providerId="ADAL" clId="{A81B790A-5C99-4F86-88A6-D28020E6A371}" dt="2025-02-05T14:32:12.429" v="3" actId="21"/>
        <pc:sldMkLst>
          <pc:docMk/>
          <pc:sldMk cId="192764631" sldId="1048"/>
        </pc:sldMkLst>
        <pc:picChg chg="add mod">
          <ac:chgData name="Xin Xin" userId="9ff0c946-7f3c-4192-98c1-6be932ce2bce" providerId="ADAL" clId="{A81B790A-5C99-4F86-88A6-D28020E6A371}" dt="2025-02-05T14:32:05.918" v="0"/>
          <ac:picMkLst>
            <pc:docMk/>
            <pc:sldMk cId="192764631" sldId="1048"/>
            <ac:picMk id="8" creationId="{6AC71038-72CD-B5B6-9E82-3F684BE88133}"/>
          </ac:picMkLst>
        </pc:picChg>
        <pc:picChg chg="add del">
          <ac:chgData name="Xin Xin" userId="9ff0c946-7f3c-4192-98c1-6be932ce2bce" providerId="ADAL" clId="{A81B790A-5C99-4F86-88A6-D28020E6A371}" dt="2025-02-05T14:32:12.429" v="3" actId="21"/>
          <ac:picMkLst>
            <pc:docMk/>
            <pc:sldMk cId="192764631" sldId="1048"/>
            <ac:picMk id="9" creationId="{921B2CE3-7994-038D-63D9-50CEE9B06978}"/>
          </ac:picMkLst>
        </pc:picChg>
      </pc:sldChg>
      <pc:sldChg chg="modSp mod modAnim">
        <pc:chgData name="Xin Xin" userId="9ff0c946-7f3c-4192-98c1-6be932ce2bce" providerId="ADAL" clId="{A81B790A-5C99-4F86-88A6-D28020E6A371}" dt="2025-02-05T14:39:55.807" v="32"/>
        <pc:sldMkLst>
          <pc:docMk/>
          <pc:sldMk cId="2570528648" sldId="1049"/>
        </pc:sldMkLst>
        <pc:spChg chg="mod">
          <ac:chgData name="Xin Xin" userId="9ff0c946-7f3c-4192-98c1-6be932ce2bce" providerId="ADAL" clId="{A81B790A-5C99-4F86-88A6-D28020E6A371}" dt="2025-02-05T14:39:48.716" v="31" actId="20577"/>
          <ac:spMkLst>
            <pc:docMk/>
            <pc:sldMk cId="2570528648" sldId="1049"/>
            <ac:spMk id="517" creationId="{6893AA1C-B5CC-D446-9A4F-4636B0A87E22}"/>
          </ac:spMkLst>
        </pc:spChg>
      </pc:sldChg>
      <pc:sldChg chg="delSp modSp mod delAnim modAnim">
        <pc:chgData name="Xin Xin" userId="9ff0c946-7f3c-4192-98c1-6be932ce2bce" providerId="ADAL" clId="{A81B790A-5C99-4F86-88A6-D28020E6A371}" dt="2025-02-05T16:09:46.540" v="320" actId="20577"/>
        <pc:sldMkLst>
          <pc:docMk/>
          <pc:sldMk cId="169491351" sldId="1058"/>
        </pc:sldMkLst>
        <pc:spChg chg="mod">
          <ac:chgData name="Xin Xin" userId="9ff0c946-7f3c-4192-98c1-6be932ce2bce" providerId="ADAL" clId="{A81B790A-5C99-4F86-88A6-D28020E6A371}" dt="2025-02-05T16:05:52.542" v="166" actId="20577"/>
          <ac:spMkLst>
            <pc:docMk/>
            <pc:sldMk cId="169491351" sldId="1058"/>
            <ac:spMk id="2" creationId="{3B8CD900-19EC-824C-BF74-AADFBF5A172E}"/>
          </ac:spMkLst>
        </pc:spChg>
        <pc:spChg chg="del">
          <ac:chgData name="Xin Xin" userId="9ff0c946-7f3c-4192-98c1-6be932ce2bce" providerId="ADAL" clId="{A81B790A-5C99-4F86-88A6-D28020E6A371}" dt="2025-02-05T16:06:28.967" v="184" actId="478"/>
          <ac:spMkLst>
            <pc:docMk/>
            <pc:sldMk cId="169491351" sldId="1058"/>
            <ac:spMk id="5" creationId="{25D45AF0-1848-CC41-9B94-776A4F00467D}"/>
          </ac:spMkLst>
        </pc:spChg>
        <pc:spChg chg="del">
          <ac:chgData name="Xin Xin" userId="9ff0c946-7f3c-4192-98c1-6be932ce2bce" providerId="ADAL" clId="{A81B790A-5C99-4F86-88A6-D28020E6A371}" dt="2025-02-05T16:06:36.246" v="186" actId="478"/>
          <ac:spMkLst>
            <pc:docMk/>
            <pc:sldMk cId="169491351" sldId="1058"/>
            <ac:spMk id="6" creationId="{E6366BE9-1119-E949-B583-83377BE7B2FA}"/>
          </ac:spMkLst>
        </pc:spChg>
        <pc:spChg chg="mod">
          <ac:chgData name="Xin Xin" userId="9ff0c946-7f3c-4192-98c1-6be932ce2bce" providerId="ADAL" clId="{A81B790A-5C99-4F86-88A6-D28020E6A371}" dt="2025-02-05T16:09:46.540" v="320" actId="20577"/>
          <ac:spMkLst>
            <pc:docMk/>
            <pc:sldMk cId="169491351" sldId="1058"/>
            <ac:spMk id="19" creationId="{E44D293F-A688-0CE5-5730-1E6100DBC0D8}"/>
          </ac:spMkLst>
        </pc:spChg>
        <pc:spChg chg="del">
          <ac:chgData name="Xin Xin" userId="9ff0c946-7f3c-4192-98c1-6be932ce2bce" providerId="ADAL" clId="{A81B790A-5C99-4F86-88A6-D28020E6A371}" dt="2025-02-05T16:06:33.338" v="185" actId="478"/>
          <ac:spMkLst>
            <pc:docMk/>
            <pc:sldMk cId="169491351" sldId="1058"/>
            <ac:spMk id="48" creationId="{673A6B1C-AEDF-5947-AFDF-9232983233A4}"/>
          </ac:spMkLst>
        </pc:spChg>
        <pc:grpChg chg="del">
          <ac:chgData name="Xin Xin" userId="9ff0c946-7f3c-4192-98c1-6be932ce2bce" providerId="ADAL" clId="{A81B790A-5C99-4F86-88A6-D28020E6A371}" dt="2025-02-05T16:06:28.967" v="184" actId="478"/>
          <ac:grpSpMkLst>
            <pc:docMk/>
            <pc:sldMk cId="169491351" sldId="1058"/>
            <ac:grpSpMk id="11" creationId="{AED0B8C6-3F4F-D744-B0D5-012F7CCC8026}"/>
          </ac:grpSpMkLst>
        </pc:grpChg>
        <pc:grpChg chg="del">
          <ac:chgData name="Xin Xin" userId="9ff0c946-7f3c-4192-98c1-6be932ce2bce" providerId="ADAL" clId="{A81B790A-5C99-4F86-88A6-D28020E6A371}" dt="2025-02-05T16:06:28.967" v="184" actId="478"/>
          <ac:grpSpMkLst>
            <pc:docMk/>
            <pc:sldMk cId="169491351" sldId="1058"/>
            <ac:grpSpMk id="13" creationId="{5499C2F8-4129-1B44-8C70-BBDF08BD1536}"/>
          </ac:grpSpMkLst>
        </pc:grpChg>
        <pc:grpChg chg="del">
          <ac:chgData name="Xin Xin" userId="9ff0c946-7f3c-4192-98c1-6be932ce2bce" providerId="ADAL" clId="{A81B790A-5C99-4F86-88A6-D28020E6A371}" dt="2025-02-05T16:06:28.967" v="184" actId="478"/>
          <ac:grpSpMkLst>
            <pc:docMk/>
            <pc:sldMk cId="169491351" sldId="1058"/>
            <ac:grpSpMk id="17" creationId="{5F01925F-F602-844A-BEF4-A6395DF560AD}"/>
          </ac:grpSpMkLst>
        </pc:grpChg>
        <pc:grpChg chg="del">
          <ac:chgData name="Xin Xin" userId="9ff0c946-7f3c-4192-98c1-6be932ce2bce" providerId="ADAL" clId="{A81B790A-5C99-4F86-88A6-D28020E6A371}" dt="2025-02-05T16:06:28.967" v="184" actId="478"/>
          <ac:grpSpMkLst>
            <pc:docMk/>
            <pc:sldMk cId="169491351" sldId="1058"/>
            <ac:grpSpMk id="18" creationId="{E83263DD-30EB-3A47-BB43-1008E7B8EB3B}"/>
          </ac:grpSpMkLst>
        </pc:grpChg>
      </pc:sldChg>
      <pc:sldChg chg="modSp modAnim">
        <pc:chgData name="Xin Xin" userId="9ff0c946-7f3c-4192-98c1-6be932ce2bce" providerId="ADAL" clId="{A81B790A-5C99-4F86-88A6-D28020E6A371}" dt="2025-02-05T16:40:18.534" v="334"/>
        <pc:sldMkLst>
          <pc:docMk/>
          <pc:sldMk cId="2043992975" sldId="1216"/>
        </pc:sldMkLst>
        <pc:spChg chg="mod">
          <ac:chgData name="Xin Xin" userId="9ff0c946-7f3c-4192-98c1-6be932ce2bce" providerId="ADAL" clId="{A81B790A-5C99-4F86-88A6-D28020E6A371}" dt="2025-02-05T16:40:18.534" v="334"/>
          <ac:spMkLst>
            <pc:docMk/>
            <pc:sldMk cId="2043992975" sldId="1216"/>
            <ac:spMk id="127" creationId="{F1B64B39-C299-EC44-8493-F36F1F2A8CD8}"/>
          </ac:spMkLst>
        </pc:spChg>
        <pc:spChg chg="mod">
          <ac:chgData name="Xin Xin" userId="9ff0c946-7f3c-4192-98c1-6be932ce2bce" providerId="ADAL" clId="{A81B790A-5C99-4F86-88A6-D28020E6A371}" dt="2025-02-05T16:40:15.303" v="329"/>
          <ac:spMkLst>
            <pc:docMk/>
            <pc:sldMk cId="2043992975" sldId="1216"/>
            <ac:spMk id="194" creationId="{4C60141B-5E00-944A-9D60-A427659E8698}"/>
          </ac:spMkLst>
        </pc:spChg>
      </pc:sldChg>
      <pc:sldChg chg="addSp delSp modSp add mod modAnim">
        <pc:chgData name="Xin Xin" userId="9ff0c946-7f3c-4192-98c1-6be932ce2bce" providerId="ADAL" clId="{A81B790A-5C99-4F86-88A6-D28020E6A371}" dt="2025-02-05T16:20:22.851" v="326" actId="1076"/>
        <pc:sldMkLst>
          <pc:docMk/>
          <pc:sldMk cId="981542182" sldId="1291"/>
        </pc:sldMkLst>
        <pc:spChg chg="mod">
          <ac:chgData name="Xin Xin" userId="9ff0c946-7f3c-4192-98c1-6be932ce2bce" providerId="ADAL" clId="{A81B790A-5C99-4F86-88A6-D28020E6A371}" dt="2025-02-05T15:44:41.070" v="71" actId="20577"/>
          <ac:spMkLst>
            <pc:docMk/>
            <pc:sldMk cId="981542182" sldId="1291"/>
            <ac:spMk id="2" creationId="{FF49A231-DD30-F04C-8024-861B12ED4047}"/>
          </ac:spMkLst>
        </pc:spChg>
        <pc:spChg chg="del">
          <ac:chgData name="Xin Xin" userId="9ff0c946-7f3c-4192-98c1-6be932ce2bce" providerId="ADAL" clId="{A81B790A-5C99-4F86-88A6-D28020E6A371}" dt="2025-02-05T15:43:33.704" v="37" actId="478"/>
          <ac:spMkLst>
            <pc:docMk/>
            <pc:sldMk cId="981542182" sldId="1291"/>
            <ac:spMk id="3" creationId="{E0936C1D-CEDF-6861-5BAD-C50F9E3C6A6A}"/>
          </ac:spMkLst>
        </pc:spChg>
        <pc:spChg chg="del">
          <ac:chgData name="Xin Xin" userId="9ff0c946-7f3c-4192-98c1-6be932ce2bce" providerId="ADAL" clId="{A81B790A-5C99-4F86-88A6-D28020E6A371}" dt="2025-02-05T15:43:33.704" v="37" actId="478"/>
          <ac:spMkLst>
            <pc:docMk/>
            <pc:sldMk cId="981542182" sldId="1291"/>
            <ac:spMk id="4" creationId="{1BB73D1D-ADB8-616B-A836-F77B6B865BA0}"/>
          </ac:spMkLst>
        </pc:spChg>
        <pc:spChg chg="del">
          <ac:chgData name="Xin Xin" userId="9ff0c946-7f3c-4192-98c1-6be932ce2bce" providerId="ADAL" clId="{A81B790A-5C99-4F86-88A6-D28020E6A371}" dt="2025-02-05T15:43:33.704" v="37" actId="478"/>
          <ac:spMkLst>
            <pc:docMk/>
            <pc:sldMk cId="981542182" sldId="1291"/>
            <ac:spMk id="7" creationId="{518A7655-A468-86A1-4DC4-D0E0054546D2}"/>
          </ac:spMkLst>
        </pc:spChg>
        <pc:spChg chg="del">
          <ac:chgData name="Xin Xin" userId="9ff0c946-7f3c-4192-98c1-6be932ce2bce" providerId="ADAL" clId="{A81B790A-5C99-4F86-88A6-D28020E6A371}" dt="2025-02-05T15:43:33.704" v="37" actId="478"/>
          <ac:spMkLst>
            <pc:docMk/>
            <pc:sldMk cId="981542182" sldId="1291"/>
            <ac:spMk id="9" creationId="{56F8E8B2-1C97-129F-8AA7-3E9068CB831A}"/>
          </ac:spMkLst>
        </pc:spChg>
        <pc:spChg chg="del">
          <ac:chgData name="Xin Xin" userId="9ff0c946-7f3c-4192-98c1-6be932ce2bce" providerId="ADAL" clId="{A81B790A-5C99-4F86-88A6-D28020E6A371}" dt="2025-02-05T15:43:33.704" v="37" actId="478"/>
          <ac:spMkLst>
            <pc:docMk/>
            <pc:sldMk cId="981542182" sldId="1291"/>
            <ac:spMk id="12" creationId="{8A245006-5921-2ACA-97BF-18D516BD9E83}"/>
          </ac:spMkLst>
        </pc:spChg>
        <pc:spChg chg="del">
          <ac:chgData name="Xin Xin" userId="9ff0c946-7f3c-4192-98c1-6be932ce2bce" providerId="ADAL" clId="{A81B790A-5C99-4F86-88A6-D28020E6A371}" dt="2025-02-05T15:43:33.704" v="37" actId="478"/>
          <ac:spMkLst>
            <pc:docMk/>
            <pc:sldMk cId="981542182" sldId="1291"/>
            <ac:spMk id="13" creationId="{93C39956-81DE-0AAB-F481-53B52735B40A}"/>
          </ac:spMkLst>
        </pc:spChg>
        <pc:spChg chg="add mod ord">
          <ac:chgData name="Xin Xin" userId="9ff0c946-7f3c-4192-98c1-6be932ce2bce" providerId="ADAL" clId="{A81B790A-5C99-4F86-88A6-D28020E6A371}" dt="2025-02-05T15:44:17.868" v="65" actId="1076"/>
          <ac:spMkLst>
            <pc:docMk/>
            <pc:sldMk cId="981542182" sldId="1291"/>
            <ac:spMk id="16" creationId="{479E845F-B62F-E67B-AD35-25E170149C6B}"/>
          </ac:spMkLst>
        </pc:spChg>
        <pc:spChg chg="del">
          <ac:chgData name="Xin Xin" userId="9ff0c946-7f3c-4192-98c1-6be932ce2bce" providerId="ADAL" clId="{A81B790A-5C99-4F86-88A6-D28020E6A371}" dt="2025-02-05T15:43:33.704" v="37" actId="478"/>
          <ac:spMkLst>
            <pc:docMk/>
            <pc:sldMk cId="981542182" sldId="1291"/>
            <ac:spMk id="19" creationId="{8323168B-7EBA-B791-B0F2-BFB3C3197DA2}"/>
          </ac:spMkLst>
        </pc:spChg>
        <pc:spChg chg="del">
          <ac:chgData name="Xin Xin" userId="9ff0c946-7f3c-4192-98c1-6be932ce2bce" providerId="ADAL" clId="{A81B790A-5C99-4F86-88A6-D28020E6A371}" dt="2025-02-05T15:43:33.704" v="37" actId="478"/>
          <ac:spMkLst>
            <pc:docMk/>
            <pc:sldMk cId="981542182" sldId="1291"/>
            <ac:spMk id="20" creationId="{7DEB43E1-8797-5706-04D9-DF450D99F4B9}"/>
          </ac:spMkLst>
        </pc:spChg>
        <pc:spChg chg="del">
          <ac:chgData name="Xin Xin" userId="9ff0c946-7f3c-4192-98c1-6be932ce2bce" providerId="ADAL" clId="{A81B790A-5C99-4F86-88A6-D28020E6A371}" dt="2025-02-05T15:43:33.704" v="37" actId="478"/>
          <ac:spMkLst>
            <pc:docMk/>
            <pc:sldMk cId="981542182" sldId="1291"/>
            <ac:spMk id="22" creationId="{4C43F3A4-FC58-D709-205C-EF9B664B59BA}"/>
          </ac:spMkLst>
        </pc:spChg>
        <pc:spChg chg="add mod">
          <ac:chgData name="Xin Xin" userId="9ff0c946-7f3c-4192-98c1-6be932ce2bce" providerId="ADAL" clId="{A81B790A-5C99-4F86-88A6-D28020E6A371}" dt="2025-02-05T16:20:22.851" v="326" actId="1076"/>
          <ac:spMkLst>
            <pc:docMk/>
            <pc:sldMk cId="981542182" sldId="1291"/>
            <ac:spMk id="37" creationId="{25F8CB66-D782-3A6D-4B2C-710842CBA73C}"/>
          </ac:spMkLst>
        </pc:spChg>
        <pc:picChg chg="add mod">
          <ac:chgData name="Xin Xin" userId="9ff0c946-7f3c-4192-98c1-6be932ce2bce" providerId="ADAL" clId="{A81B790A-5C99-4F86-88A6-D28020E6A371}" dt="2025-02-05T15:44:17.868" v="65" actId="1076"/>
          <ac:picMkLst>
            <pc:docMk/>
            <pc:sldMk cId="981542182" sldId="1291"/>
            <ac:picMk id="24" creationId="{6D116121-8FAD-4B04-BE0F-85721EBDF45E}"/>
          </ac:picMkLst>
        </pc:picChg>
        <pc:picChg chg="add del">
          <ac:chgData name="Xin Xin" userId="9ff0c946-7f3c-4192-98c1-6be932ce2bce" providerId="ADAL" clId="{A81B790A-5C99-4F86-88A6-D28020E6A371}" dt="2025-02-05T15:44:21.066" v="67" actId="22"/>
          <ac:picMkLst>
            <pc:docMk/>
            <pc:sldMk cId="981542182" sldId="1291"/>
            <ac:picMk id="34" creationId="{56E6510C-A720-99D9-24A8-4D502FD9C496}"/>
          </ac:picMkLst>
        </pc:picChg>
        <pc:picChg chg="add mod">
          <ac:chgData name="Xin Xin" userId="9ff0c946-7f3c-4192-98c1-6be932ce2bce" providerId="ADAL" clId="{A81B790A-5C99-4F86-88A6-D28020E6A371}" dt="2025-02-05T16:05:23.856" v="133" actId="1076"/>
          <ac:picMkLst>
            <pc:docMk/>
            <pc:sldMk cId="981542182" sldId="1291"/>
            <ac:picMk id="35" creationId="{4843AA8B-7C55-D32A-9C90-DF976244B6DF}"/>
          </ac:picMkLst>
        </pc:picChg>
      </pc:sldChg>
      <pc:sldChg chg="modSp add mod">
        <pc:chgData name="Xin Xin" userId="9ff0c946-7f3c-4192-98c1-6be932ce2bce" providerId="ADAL" clId="{A81B790A-5C99-4F86-88A6-D28020E6A371}" dt="2025-02-05T16:04:21.708" v="117" actId="5793"/>
        <pc:sldMkLst>
          <pc:docMk/>
          <pc:sldMk cId="440460016" sldId="1292"/>
        </pc:sldMkLst>
        <pc:spChg chg="mod">
          <ac:chgData name="Xin Xin" userId="9ff0c946-7f3c-4192-98c1-6be932ce2bce" providerId="ADAL" clId="{A81B790A-5C99-4F86-88A6-D28020E6A371}" dt="2025-02-05T16:04:21.708" v="117" actId="5793"/>
          <ac:spMkLst>
            <pc:docMk/>
            <pc:sldMk cId="440460016" sldId="1292"/>
            <ac:spMk id="6" creationId="{8AECB38E-687E-C946-9EB7-A4D36B2DC890}"/>
          </ac:spMkLst>
        </pc:spChg>
      </pc:sldChg>
      <pc:sldChg chg="delSp modSp add mod delAnim">
        <pc:chgData name="Xin Xin" userId="9ff0c946-7f3c-4192-98c1-6be932ce2bce" providerId="ADAL" clId="{A81B790A-5C99-4F86-88A6-D28020E6A371}" dt="2025-02-05T16:04:59.017" v="124" actId="27636"/>
        <pc:sldMkLst>
          <pc:docMk/>
          <pc:sldMk cId="3800219063" sldId="1293"/>
        </pc:sldMkLst>
        <pc:spChg chg="mod">
          <ac:chgData name="Xin Xin" userId="9ff0c946-7f3c-4192-98c1-6be932ce2bce" providerId="ADAL" clId="{A81B790A-5C99-4F86-88A6-D28020E6A371}" dt="2025-02-05T16:04:59.017" v="124" actId="27636"/>
          <ac:spMkLst>
            <pc:docMk/>
            <pc:sldMk cId="3800219063" sldId="1293"/>
            <ac:spMk id="32" creationId="{B759CC00-BF06-854E-86A2-B83BD2F0473B}"/>
          </ac:spMkLst>
        </pc:spChg>
        <pc:spChg chg="del">
          <ac:chgData name="Xin Xin" userId="9ff0c946-7f3c-4192-98c1-6be932ce2bce" providerId="ADAL" clId="{A81B790A-5C99-4F86-88A6-D28020E6A371}" dt="2025-02-05T16:04:47.635" v="119" actId="21"/>
          <ac:spMkLst>
            <pc:docMk/>
            <pc:sldMk cId="3800219063" sldId="1293"/>
            <ac:spMk id="116" creationId="{7CE2820A-3665-2B4D-A5CA-35AFC4BC3720}"/>
          </ac:spMkLst>
        </pc:spChg>
        <pc:spChg chg="del">
          <ac:chgData name="Xin Xin" userId="9ff0c946-7f3c-4192-98c1-6be932ce2bce" providerId="ADAL" clId="{A81B790A-5C99-4F86-88A6-D28020E6A371}" dt="2025-02-05T16:04:47.635" v="119" actId="21"/>
          <ac:spMkLst>
            <pc:docMk/>
            <pc:sldMk cId="3800219063" sldId="1293"/>
            <ac:spMk id="117" creationId="{CE3B34AB-8291-AF4C-95AB-CD958EF54DB2}"/>
          </ac:spMkLst>
        </pc:spChg>
        <pc:spChg chg="del">
          <ac:chgData name="Xin Xin" userId="9ff0c946-7f3c-4192-98c1-6be932ce2bce" providerId="ADAL" clId="{A81B790A-5C99-4F86-88A6-D28020E6A371}" dt="2025-02-05T16:04:47.635" v="119" actId="21"/>
          <ac:spMkLst>
            <pc:docMk/>
            <pc:sldMk cId="3800219063" sldId="1293"/>
            <ac:spMk id="119" creationId="{A8D7C83E-1AF7-554B-AEBC-D0B417EC78D6}"/>
          </ac:spMkLst>
        </pc:spChg>
        <pc:spChg chg="del">
          <ac:chgData name="Xin Xin" userId="9ff0c946-7f3c-4192-98c1-6be932ce2bce" providerId="ADAL" clId="{A81B790A-5C99-4F86-88A6-D28020E6A371}" dt="2025-02-05T16:04:47.635" v="119" actId="21"/>
          <ac:spMkLst>
            <pc:docMk/>
            <pc:sldMk cId="3800219063" sldId="1293"/>
            <ac:spMk id="131" creationId="{8AA5CF5C-1769-FD4E-892C-DE8A33C74C01}"/>
          </ac:spMkLst>
        </pc:spChg>
        <pc:spChg chg="del">
          <ac:chgData name="Xin Xin" userId="9ff0c946-7f3c-4192-98c1-6be932ce2bce" providerId="ADAL" clId="{A81B790A-5C99-4F86-88A6-D28020E6A371}" dt="2025-02-05T16:04:47.635" v="119" actId="21"/>
          <ac:spMkLst>
            <pc:docMk/>
            <pc:sldMk cId="3800219063" sldId="1293"/>
            <ac:spMk id="132" creationId="{A5C44807-2247-784F-B540-295D00EBEC83}"/>
          </ac:spMkLst>
        </pc:spChg>
        <pc:spChg chg="del">
          <ac:chgData name="Xin Xin" userId="9ff0c946-7f3c-4192-98c1-6be932ce2bce" providerId="ADAL" clId="{A81B790A-5C99-4F86-88A6-D28020E6A371}" dt="2025-02-05T16:04:47.635" v="119" actId="21"/>
          <ac:spMkLst>
            <pc:docMk/>
            <pc:sldMk cId="3800219063" sldId="1293"/>
            <ac:spMk id="134" creationId="{1EA7DEF7-E301-BD4B-9C57-DFAFB6204A6F}"/>
          </ac:spMkLst>
        </pc:spChg>
        <pc:spChg chg="del">
          <ac:chgData name="Xin Xin" userId="9ff0c946-7f3c-4192-98c1-6be932ce2bce" providerId="ADAL" clId="{A81B790A-5C99-4F86-88A6-D28020E6A371}" dt="2025-02-05T16:04:47.635" v="119" actId="21"/>
          <ac:spMkLst>
            <pc:docMk/>
            <pc:sldMk cId="3800219063" sldId="1293"/>
            <ac:spMk id="135" creationId="{7B53CD48-3690-8946-A52D-ED09BA2D0443}"/>
          </ac:spMkLst>
        </pc:spChg>
        <pc:spChg chg="del">
          <ac:chgData name="Xin Xin" userId="9ff0c946-7f3c-4192-98c1-6be932ce2bce" providerId="ADAL" clId="{A81B790A-5C99-4F86-88A6-D28020E6A371}" dt="2025-02-05T16:04:47.635" v="119" actId="21"/>
          <ac:spMkLst>
            <pc:docMk/>
            <pc:sldMk cId="3800219063" sldId="1293"/>
            <ac:spMk id="136" creationId="{7BC69377-C795-514D-9135-191092B5D840}"/>
          </ac:spMkLst>
        </pc:spChg>
        <pc:spChg chg="del">
          <ac:chgData name="Xin Xin" userId="9ff0c946-7f3c-4192-98c1-6be932ce2bce" providerId="ADAL" clId="{A81B790A-5C99-4F86-88A6-D28020E6A371}" dt="2025-02-05T16:04:47.635" v="119" actId="21"/>
          <ac:spMkLst>
            <pc:docMk/>
            <pc:sldMk cId="3800219063" sldId="1293"/>
            <ac:spMk id="137" creationId="{C0DE5684-3F65-874B-8116-C643C79124D1}"/>
          </ac:spMkLst>
        </pc:spChg>
        <pc:spChg chg="del">
          <ac:chgData name="Xin Xin" userId="9ff0c946-7f3c-4192-98c1-6be932ce2bce" providerId="ADAL" clId="{A81B790A-5C99-4F86-88A6-D28020E6A371}" dt="2025-02-05T16:04:47.635" v="119" actId="21"/>
          <ac:spMkLst>
            <pc:docMk/>
            <pc:sldMk cId="3800219063" sldId="1293"/>
            <ac:spMk id="138" creationId="{6886DF09-4CAB-0A49-B8FB-6B0C7333B9BC}"/>
          </ac:spMkLst>
        </pc:spChg>
      </pc:sldChg>
      <pc:sldChg chg="add">
        <pc:chgData name="Xin Xin" userId="9ff0c946-7f3c-4192-98c1-6be932ce2bce" providerId="ADAL" clId="{A81B790A-5C99-4F86-88A6-D28020E6A371}" dt="2025-02-05T16:05:37.900" v="134"/>
        <pc:sldMkLst>
          <pc:docMk/>
          <pc:sldMk cId="420504339" sldId="1294"/>
        </pc:sldMkLst>
      </pc:sldChg>
    </pc:docChg>
  </pc:docChgLst>
  <pc:docChgLst>
    <pc:chgData name="Xin Xin" userId="9ff0c946-7f3c-4192-98c1-6be932ce2bce" providerId="ADAL" clId="{074D74E3-636C-4AD1-96C4-747270E8523C}"/>
    <pc:docChg chg="modSld">
      <pc:chgData name="Xin Xin" userId="9ff0c946-7f3c-4192-98c1-6be932ce2bce" providerId="ADAL" clId="{074D74E3-636C-4AD1-96C4-747270E8523C}" dt="2024-01-09T16:54:56.967" v="21" actId="20577"/>
      <pc:docMkLst>
        <pc:docMk/>
      </pc:docMkLst>
      <pc:sldChg chg="modSp mod">
        <pc:chgData name="Xin Xin" userId="9ff0c946-7f3c-4192-98c1-6be932ce2bce" providerId="ADAL" clId="{074D74E3-636C-4AD1-96C4-747270E8523C}" dt="2024-01-09T16:54:56.967" v="21" actId="20577"/>
        <pc:sldMkLst>
          <pc:docMk/>
          <pc:sldMk cId="962814019" sldId="561"/>
        </pc:sldMkLst>
      </pc:sldChg>
    </pc:docChg>
  </pc:docChgLst>
  <pc:docChgLst>
    <pc:chgData name="Xin Xin" userId="9ff0c946-7f3c-4192-98c1-6be932ce2bce" providerId="ADAL" clId="{EC370BB4-30E8-4AD9-890D-521920E8CA56}"/>
    <pc:docChg chg="undo redo custSel addSld delSld modSld sldOrd delMainMaster modMainMaster modNotesMaster">
      <pc:chgData name="Xin Xin" userId="9ff0c946-7f3c-4192-98c1-6be932ce2bce" providerId="ADAL" clId="{EC370BB4-30E8-4AD9-890D-521920E8CA56}" dt="2024-01-09T16:38:14.567" v="3218" actId="20577"/>
      <pc:docMkLst>
        <pc:docMk/>
      </pc:docMkLst>
      <pc:sldChg chg="addSp modSp mod modNotes">
        <pc:chgData name="Xin Xin" userId="9ff0c946-7f3c-4192-98c1-6be932ce2bce" providerId="ADAL" clId="{EC370BB4-30E8-4AD9-890D-521920E8CA56}" dt="2024-01-09T06:04:11.529" v="3169" actId="1076"/>
        <pc:sldMkLst>
          <pc:docMk/>
          <pc:sldMk cId="739737434" sldId="256"/>
        </pc:sldMkLst>
      </pc:sldChg>
      <pc:sldChg chg="addSp delSp modSp mod modNotes modNotesTx">
        <pc:chgData name="Xin Xin" userId="9ff0c946-7f3c-4192-98c1-6be932ce2bce" providerId="ADAL" clId="{EC370BB4-30E8-4AD9-890D-521920E8CA56}" dt="2024-01-09T16:38:08.626" v="3215" actId="21"/>
        <pc:sldMkLst>
          <pc:docMk/>
          <pc:sldMk cId="1954766533" sldId="257"/>
        </pc:sldMkLst>
      </pc:sldChg>
      <pc:sldChg chg="modSp del mod modNotes">
        <pc:chgData name="Xin Xin" userId="9ff0c946-7f3c-4192-98c1-6be932ce2bce" providerId="ADAL" clId="{EC370BB4-30E8-4AD9-890D-521920E8CA56}" dt="2024-01-08T07:21:24.237" v="1712" actId="47"/>
        <pc:sldMkLst>
          <pc:docMk/>
          <pc:sldMk cId="3664760038" sldId="547"/>
        </pc:sldMkLst>
      </pc:sldChg>
      <pc:sldChg chg="modSp add del mod">
        <pc:chgData name="Xin Xin" userId="9ff0c946-7f3c-4192-98c1-6be932ce2bce" providerId="ADAL" clId="{EC370BB4-30E8-4AD9-890D-521920E8CA56}" dt="2024-01-08T07:22:44.087" v="1769" actId="47"/>
        <pc:sldMkLst>
          <pc:docMk/>
          <pc:sldMk cId="255336568" sldId="548"/>
        </pc:sldMkLst>
      </pc:sldChg>
      <pc:sldChg chg="modSp del mod">
        <pc:chgData name="Xin Xin" userId="9ff0c946-7f3c-4192-98c1-6be932ce2bce" providerId="ADAL" clId="{EC370BB4-30E8-4AD9-890D-521920E8CA56}" dt="2024-01-08T07:21:57.517" v="1718" actId="47"/>
        <pc:sldMkLst>
          <pc:docMk/>
          <pc:sldMk cId="2247533387" sldId="549"/>
        </pc:sldMkLst>
      </pc:sldChg>
      <pc:sldChg chg="modSp del mod">
        <pc:chgData name="Xin Xin" userId="9ff0c946-7f3c-4192-98c1-6be932ce2bce" providerId="ADAL" clId="{EC370BB4-30E8-4AD9-890D-521920E8CA56}" dt="2024-01-08T07:21:55.150" v="1717" actId="47"/>
        <pc:sldMkLst>
          <pc:docMk/>
          <pc:sldMk cId="1631818884" sldId="550"/>
        </pc:sldMkLst>
      </pc:sldChg>
      <pc:sldChg chg="modSp del mod">
        <pc:chgData name="Xin Xin" userId="9ff0c946-7f3c-4192-98c1-6be932ce2bce" providerId="ADAL" clId="{EC370BB4-30E8-4AD9-890D-521920E8CA56}" dt="2024-01-08T07:21:55.150" v="1717" actId="47"/>
        <pc:sldMkLst>
          <pc:docMk/>
          <pc:sldMk cId="3166788806" sldId="551"/>
        </pc:sldMkLst>
      </pc:sldChg>
      <pc:sldChg chg="modSp del mod">
        <pc:chgData name="Xin Xin" userId="9ff0c946-7f3c-4192-98c1-6be932ce2bce" providerId="ADAL" clId="{EC370BB4-30E8-4AD9-890D-521920E8CA56}" dt="2024-01-08T07:21:55.150" v="1717" actId="47"/>
        <pc:sldMkLst>
          <pc:docMk/>
          <pc:sldMk cId="680557119" sldId="552"/>
        </pc:sldMkLst>
      </pc:sldChg>
      <pc:sldChg chg="modSp del mod">
        <pc:chgData name="Xin Xin" userId="9ff0c946-7f3c-4192-98c1-6be932ce2bce" providerId="ADAL" clId="{EC370BB4-30E8-4AD9-890D-521920E8CA56}" dt="2024-01-08T07:21:55.150" v="1717" actId="47"/>
        <pc:sldMkLst>
          <pc:docMk/>
          <pc:sldMk cId="1358710918" sldId="553"/>
        </pc:sldMkLst>
      </pc:sldChg>
      <pc:sldChg chg="addSp delSp modSp add del mod setBg">
        <pc:chgData name="Xin Xin" userId="9ff0c946-7f3c-4192-98c1-6be932ce2bce" providerId="ADAL" clId="{EC370BB4-30E8-4AD9-890D-521920E8CA56}" dt="2024-01-08T05:49:11.396" v="239" actId="47"/>
        <pc:sldMkLst>
          <pc:docMk/>
          <pc:sldMk cId="1799074194" sldId="554"/>
        </pc:sldMkLst>
      </pc:sldChg>
      <pc:sldChg chg="addSp delSp modSp mod modNotes modNotesTx">
        <pc:chgData name="Xin Xin" userId="9ff0c946-7f3c-4192-98c1-6be932ce2bce" providerId="ADAL" clId="{EC370BB4-30E8-4AD9-890D-521920E8CA56}" dt="2024-01-08T10:06:54.621" v="2701" actId="20577"/>
        <pc:sldMkLst>
          <pc:docMk/>
          <pc:sldMk cId="1500498090" sldId="555"/>
        </pc:sldMkLst>
      </pc:sldChg>
      <pc:sldChg chg="addSp delSp modSp mod modNotes modNotesTx">
        <pc:chgData name="Xin Xin" userId="9ff0c946-7f3c-4192-98c1-6be932ce2bce" providerId="ADAL" clId="{EC370BB4-30E8-4AD9-890D-521920E8CA56}" dt="2024-01-08T09:38:30.108" v="2676" actId="6549"/>
        <pc:sldMkLst>
          <pc:docMk/>
          <pc:sldMk cId="2191399085" sldId="556"/>
        </pc:sldMkLst>
      </pc:sldChg>
      <pc:sldChg chg="addSp delSp modSp mod setBg">
        <pc:chgData name="Xin Xin" userId="9ff0c946-7f3c-4192-98c1-6be932ce2bce" providerId="ADAL" clId="{EC370BB4-30E8-4AD9-890D-521920E8CA56}" dt="2024-01-08T09:09:41.385" v="2427" actId="554"/>
        <pc:sldMkLst>
          <pc:docMk/>
          <pc:sldMk cId="374124833" sldId="557"/>
        </pc:sldMkLst>
      </pc:sldChg>
      <pc:sldChg chg="addSp delSp modSp mod modAnim">
        <pc:chgData name="Xin Xin" userId="9ff0c946-7f3c-4192-98c1-6be932ce2bce" providerId="ADAL" clId="{EC370BB4-30E8-4AD9-890D-521920E8CA56}" dt="2024-01-08T07:28:05.140" v="1937" actId="1076"/>
        <pc:sldMkLst>
          <pc:docMk/>
          <pc:sldMk cId="1975299436" sldId="558"/>
        </pc:sldMkLst>
      </pc:sldChg>
      <pc:sldChg chg="modSp del mod modNotes">
        <pc:chgData name="Xin Xin" userId="9ff0c946-7f3c-4192-98c1-6be932ce2bce" providerId="ADAL" clId="{EC370BB4-30E8-4AD9-890D-521920E8CA56}" dt="2024-01-08T07:21:26.022" v="1713" actId="47"/>
        <pc:sldMkLst>
          <pc:docMk/>
          <pc:sldMk cId="1632253196" sldId="559"/>
        </pc:sldMkLst>
      </pc:sldChg>
      <pc:sldChg chg="modSp del mod">
        <pc:chgData name="Xin Xin" userId="9ff0c946-7f3c-4192-98c1-6be932ce2bce" providerId="ADAL" clId="{EC370BB4-30E8-4AD9-890D-521920E8CA56}" dt="2024-01-08T14:42:33.598" v="3088" actId="47"/>
        <pc:sldMkLst>
          <pc:docMk/>
          <pc:sldMk cId="886653827" sldId="560"/>
        </pc:sldMkLst>
      </pc:sldChg>
      <pc:sldChg chg="modSp new mod">
        <pc:chgData name="Xin Xin" userId="9ff0c946-7f3c-4192-98c1-6be932ce2bce" providerId="ADAL" clId="{EC370BB4-30E8-4AD9-890D-521920E8CA56}" dt="2024-01-08T10:31:03.105" v="2711"/>
        <pc:sldMkLst>
          <pc:docMk/>
          <pc:sldMk cId="962814019" sldId="561"/>
        </pc:sldMkLst>
      </pc:sldChg>
      <pc:sldChg chg="addSp delSp modSp add mod">
        <pc:chgData name="Xin Xin" userId="9ff0c946-7f3c-4192-98c1-6be932ce2bce" providerId="ADAL" clId="{EC370BB4-30E8-4AD9-890D-521920E8CA56}" dt="2024-01-08T06:24:12.033" v="871" actId="478"/>
        <pc:sldMkLst>
          <pc:docMk/>
          <pc:sldMk cId="548847966" sldId="562"/>
        </pc:sldMkLst>
      </pc:sldChg>
      <pc:sldChg chg="addSp modSp add mod">
        <pc:chgData name="Xin Xin" userId="9ff0c946-7f3c-4192-98c1-6be932ce2bce" providerId="ADAL" clId="{EC370BB4-30E8-4AD9-890D-521920E8CA56}" dt="2024-01-08T06:29:11.119" v="931" actId="14100"/>
        <pc:sldMkLst>
          <pc:docMk/>
          <pc:sldMk cId="3086478133" sldId="563"/>
        </pc:sldMkLst>
      </pc:sldChg>
      <pc:sldChg chg="addSp delSp modSp add mod modNotesTx">
        <pc:chgData name="Xin Xin" userId="9ff0c946-7f3c-4192-98c1-6be932ce2bce" providerId="ADAL" clId="{EC370BB4-30E8-4AD9-890D-521920E8CA56}" dt="2024-01-09T16:38:14.567" v="3218" actId="20577"/>
        <pc:sldMkLst>
          <pc:docMk/>
          <pc:sldMk cId="1864819173" sldId="564"/>
        </pc:sldMkLst>
      </pc:sldChg>
      <pc:sldChg chg="addSp delSp modSp add mod modNotesTx">
        <pc:chgData name="Xin Xin" userId="9ff0c946-7f3c-4192-98c1-6be932ce2bce" providerId="ADAL" clId="{EC370BB4-30E8-4AD9-890D-521920E8CA56}" dt="2024-01-08T09:38:45.145" v="2679" actId="6549"/>
        <pc:sldMkLst>
          <pc:docMk/>
          <pc:sldMk cId="4285583163" sldId="565"/>
        </pc:sldMkLst>
      </pc:sldChg>
      <pc:sldChg chg="new del">
        <pc:chgData name="Xin Xin" userId="9ff0c946-7f3c-4192-98c1-6be932ce2bce" providerId="ADAL" clId="{EC370BB4-30E8-4AD9-890D-521920E8CA56}" dt="2024-01-08T14:42:34.228" v="3089" actId="47"/>
        <pc:sldMkLst>
          <pc:docMk/>
          <pc:sldMk cId="1442343595" sldId="566"/>
        </pc:sldMkLst>
      </pc:sldChg>
      <pc:sldChg chg="modSp add del mod">
        <pc:chgData name="Xin Xin" userId="9ff0c946-7f3c-4192-98c1-6be932ce2bce" providerId="ADAL" clId="{EC370BB4-30E8-4AD9-890D-521920E8CA56}" dt="2024-01-08T07:25:40.919" v="1922" actId="47"/>
        <pc:sldMkLst>
          <pc:docMk/>
          <pc:sldMk cId="4215190468" sldId="956"/>
        </pc:sldMkLst>
      </pc:sldChg>
      <pc:sldChg chg="modSp add del mod">
        <pc:chgData name="Xin Xin" userId="9ff0c946-7f3c-4192-98c1-6be932ce2bce" providerId="ADAL" clId="{EC370BB4-30E8-4AD9-890D-521920E8CA56}" dt="2024-01-08T07:27:11.013" v="1931" actId="47"/>
        <pc:sldMkLst>
          <pc:docMk/>
          <pc:sldMk cId="2692581944" sldId="957"/>
        </pc:sldMkLst>
      </pc:sldChg>
      <pc:sldChg chg="modSp add del mod">
        <pc:chgData name="Xin Xin" userId="9ff0c946-7f3c-4192-98c1-6be932ce2bce" providerId="ADAL" clId="{EC370BB4-30E8-4AD9-890D-521920E8CA56}" dt="2024-01-08T07:27:19.684" v="1932" actId="47"/>
        <pc:sldMkLst>
          <pc:docMk/>
          <pc:sldMk cId="533023549" sldId="958"/>
        </pc:sldMkLst>
      </pc:sldChg>
      <pc:sldChg chg="modSp add del mod ord">
        <pc:chgData name="Xin Xin" userId="9ff0c946-7f3c-4192-98c1-6be932ce2bce" providerId="ADAL" clId="{EC370BB4-30E8-4AD9-890D-521920E8CA56}" dt="2024-01-08T14:42:31.718" v="3087" actId="47"/>
        <pc:sldMkLst>
          <pc:docMk/>
          <pc:sldMk cId="178774210" sldId="959"/>
        </pc:sldMkLst>
      </pc:sldChg>
      <pc:sldChg chg="modSp add del mod">
        <pc:chgData name="Xin Xin" userId="9ff0c946-7f3c-4192-98c1-6be932ce2bce" providerId="ADAL" clId="{EC370BB4-30E8-4AD9-890D-521920E8CA56}" dt="2024-01-08T07:31:26.416" v="1963" actId="47"/>
        <pc:sldMkLst>
          <pc:docMk/>
          <pc:sldMk cId="2955511339" sldId="961"/>
        </pc:sldMkLst>
      </pc:sldChg>
      <pc:sldChg chg="modSp add del mod">
        <pc:chgData name="Xin Xin" userId="9ff0c946-7f3c-4192-98c1-6be932ce2bce" providerId="ADAL" clId="{EC370BB4-30E8-4AD9-890D-521920E8CA56}" dt="2024-01-08T07:31:44.528" v="1964" actId="47"/>
        <pc:sldMkLst>
          <pc:docMk/>
          <pc:sldMk cId="2609794141" sldId="962"/>
        </pc:sldMkLst>
      </pc:sldChg>
      <pc:sldChg chg="modSp add del mod">
        <pc:chgData name="Xin Xin" userId="9ff0c946-7f3c-4192-98c1-6be932ce2bce" providerId="ADAL" clId="{EC370BB4-30E8-4AD9-890D-521920E8CA56}" dt="2024-01-08T07:31:44.528" v="1964" actId="47"/>
        <pc:sldMkLst>
          <pc:docMk/>
          <pc:sldMk cId="1958923006" sldId="963"/>
        </pc:sldMkLst>
      </pc:sldChg>
      <pc:sldChg chg="modSp add del mod">
        <pc:chgData name="Xin Xin" userId="9ff0c946-7f3c-4192-98c1-6be932ce2bce" providerId="ADAL" clId="{EC370BB4-30E8-4AD9-890D-521920E8CA56}" dt="2024-01-08T07:31:44.528" v="1964" actId="47"/>
        <pc:sldMkLst>
          <pc:docMk/>
          <pc:sldMk cId="2933442144" sldId="964"/>
        </pc:sldMkLst>
      </pc:sldChg>
      <pc:sldChg chg="modSp add mod modAnim">
        <pc:chgData name="Xin Xin" userId="9ff0c946-7f3c-4192-98c1-6be932ce2bce" providerId="ADAL" clId="{EC370BB4-30E8-4AD9-890D-521920E8CA56}" dt="2024-01-08T14:40:14.505" v="3080" actId="20577"/>
        <pc:sldMkLst>
          <pc:docMk/>
          <pc:sldMk cId="1246861303" sldId="965"/>
        </pc:sldMkLst>
      </pc:sldChg>
      <pc:sldChg chg="modSp add del">
        <pc:chgData name="Xin Xin" userId="9ff0c946-7f3c-4192-98c1-6be932ce2bce" providerId="ADAL" clId="{EC370BB4-30E8-4AD9-890D-521920E8CA56}" dt="2024-01-08T07:32:25.295" v="1965" actId="2696"/>
        <pc:sldMkLst>
          <pc:docMk/>
          <pc:sldMk cId="4133981228" sldId="965"/>
        </pc:sldMkLst>
      </pc:sldChg>
      <pc:sldChg chg="modSp add mod">
        <pc:chgData name="Xin Xin" userId="9ff0c946-7f3c-4192-98c1-6be932ce2bce" providerId="ADAL" clId="{EC370BB4-30E8-4AD9-890D-521920E8CA56}" dt="2024-01-08T09:40:37.055" v="2690" actId="14100"/>
        <pc:sldMkLst>
          <pc:docMk/>
          <pc:sldMk cId="107693820" sldId="966"/>
        </pc:sldMkLst>
      </pc:sldChg>
      <pc:sldChg chg="modSp add del mod">
        <pc:chgData name="Xin Xin" userId="9ff0c946-7f3c-4192-98c1-6be932ce2bce" providerId="ADAL" clId="{EC370BB4-30E8-4AD9-890D-521920E8CA56}" dt="2024-01-08T07:32:25.295" v="1965" actId="2696"/>
        <pc:sldMkLst>
          <pc:docMk/>
          <pc:sldMk cId="2647693326" sldId="966"/>
        </pc:sldMkLst>
      </pc:sldChg>
      <pc:sldChg chg="modSp add mod">
        <pc:chgData name="Xin Xin" userId="9ff0c946-7f3c-4192-98c1-6be932ce2bce" providerId="ADAL" clId="{EC370BB4-30E8-4AD9-890D-521920E8CA56}" dt="2024-01-08T07:32:28.388" v="1968" actId="27636"/>
        <pc:sldMkLst>
          <pc:docMk/>
          <pc:sldMk cId="1160441430" sldId="967"/>
        </pc:sldMkLst>
      </pc:sldChg>
      <pc:sldChg chg="modSp add del mod">
        <pc:chgData name="Xin Xin" userId="9ff0c946-7f3c-4192-98c1-6be932ce2bce" providerId="ADAL" clId="{EC370BB4-30E8-4AD9-890D-521920E8CA56}" dt="2024-01-08T07:32:25.295" v="1965" actId="2696"/>
        <pc:sldMkLst>
          <pc:docMk/>
          <pc:sldMk cId="2446553518" sldId="967"/>
        </pc:sldMkLst>
      </pc:sldChg>
      <pc:sldChg chg="modSp add del mod">
        <pc:chgData name="Xin Xin" userId="9ff0c946-7f3c-4192-98c1-6be932ce2bce" providerId="ADAL" clId="{EC370BB4-30E8-4AD9-890D-521920E8CA56}" dt="2024-01-08T14:42:31.718" v="3087" actId="47"/>
        <pc:sldMkLst>
          <pc:docMk/>
          <pc:sldMk cId="1251227092" sldId="968"/>
        </pc:sldMkLst>
      </pc:sldChg>
      <pc:sldChg chg="modSp add del mod">
        <pc:chgData name="Xin Xin" userId="9ff0c946-7f3c-4192-98c1-6be932ce2bce" providerId="ADAL" clId="{EC370BB4-30E8-4AD9-890D-521920E8CA56}" dt="2024-01-08T14:42:31.718" v="3087" actId="47"/>
        <pc:sldMkLst>
          <pc:docMk/>
          <pc:sldMk cId="4154648514" sldId="969"/>
        </pc:sldMkLst>
      </pc:sldChg>
      <pc:sldChg chg="modSp add del mod">
        <pc:chgData name="Xin Xin" userId="9ff0c946-7f3c-4192-98c1-6be932ce2bce" providerId="ADAL" clId="{EC370BB4-30E8-4AD9-890D-521920E8CA56}" dt="2024-01-08T14:42:31.718" v="3087" actId="47"/>
        <pc:sldMkLst>
          <pc:docMk/>
          <pc:sldMk cId="3346501482" sldId="970"/>
        </pc:sldMkLst>
      </pc:sldChg>
      <pc:sldChg chg="modSp add del mod">
        <pc:chgData name="Xin Xin" userId="9ff0c946-7f3c-4192-98c1-6be932ce2bce" providerId="ADAL" clId="{EC370BB4-30E8-4AD9-890D-521920E8CA56}" dt="2024-01-08T14:42:31.718" v="3087" actId="47"/>
        <pc:sldMkLst>
          <pc:docMk/>
          <pc:sldMk cId="1767517223" sldId="973"/>
        </pc:sldMkLst>
      </pc:sldChg>
      <pc:sldChg chg="modSp add del mod">
        <pc:chgData name="Xin Xin" userId="9ff0c946-7f3c-4192-98c1-6be932ce2bce" providerId="ADAL" clId="{EC370BB4-30E8-4AD9-890D-521920E8CA56}" dt="2024-01-08T14:42:31.718" v="3087" actId="47"/>
        <pc:sldMkLst>
          <pc:docMk/>
          <pc:sldMk cId="2067777870" sldId="974"/>
        </pc:sldMkLst>
      </pc:sldChg>
      <pc:sldChg chg="modSp add del mod">
        <pc:chgData name="Xin Xin" userId="9ff0c946-7f3c-4192-98c1-6be932ce2bce" providerId="ADAL" clId="{EC370BB4-30E8-4AD9-890D-521920E8CA56}" dt="2024-01-08T14:42:31.718" v="3087" actId="47"/>
        <pc:sldMkLst>
          <pc:docMk/>
          <pc:sldMk cId="2686971569" sldId="975"/>
        </pc:sldMkLst>
      </pc:sldChg>
      <pc:sldChg chg="modSp add del mod">
        <pc:chgData name="Xin Xin" userId="9ff0c946-7f3c-4192-98c1-6be932ce2bce" providerId="ADAL" clId="{EC370BB4-30E8-4AD9-890D-521920E8CA56}" dt="2024-01-08T14:42:31.718" v="3087" actId="47"/>
        <pc:sldMkLst>
          <pc:docMk/>
          <pc:sldMk cId="2576902241" sldId="976"/>
        </pc:sldMkLst>
      </pc:sldChg>
      <pc:sldChg chg="modSp add del mod">
        <pc:chgData name="Xin Xin" userId="9ff0c946-7f3c-4192-98c1-6be932ce2bce" providerId="ADAL" clId="{EC370BB4-30E8-4AD9-890D-521920E8CA56}" dt="2024-01-08T14:42:31.718" v="3087" actId="47"/>
        <pc:sldMkLst>
          <pc:docMk/>
          <pc:sldMk cId="386875326" sldId="977"/>
        </pc:sldMkLst>
      </pc:sldChg>
      <pc:sldChg chg="modSp add del mod">
        <pc:chgData name="Xin Xin" userId="9ff0c946-7f3c-4192-98c1-6be932ce2bce" providerId="ADAL" clId="{EC370BB4-30E8-4AD9-890D-521920E8CA56}" dt="2024-01-08T14:42:31.718" v="3087" actId="47"/>
        <pc:sldMkLst>
          <pc:docMk/>
          <pc:sldMk cId="3008086356" sldId="978"/>
        </pc:sldMkLst>
      </pc:sldChg>
      <pc:sldChg chg="modSp add del mod">
        <pc:chgData name="Xin Xin" userId="9ff0c946-7f3c-4192-98c1-6be932ce2bce" providerId="ADAL" clId="{EC370BB4-30E8-4AD9-890D-521920E8CA56}" dt="2024-01-08T14:42:31.718" v="3087" actId="47"/>
        <pc:sldMkLst>
          <pc:docMk/>
          <pc:sldMk cId="2227531169" sldId="979"/>
        </pc:sldMkLst>
      </pc:sldChg>
      <pc:sldChg chg="modSp add del mod">
        <pc:chgData name="Xin Xin" userId="9ff0c946-7f3c-4192-98c1-6be932ce2bce" providerId="ADAL" clId="{EC370BB4-30E8-4AD9-890D-521920E8CA56}" dt="2024-01-08T14:42:31.718" v="3087" actId="47"/>
        <pc:sldMkLst>
          <pc:docMk/>
          <pc:sldMk cId="4261154658" sldId="980"/>
        </pc:sldMkLst>
      </pc:sldChg>
      <pc:sldChg chg="modSp add del mod">
        <pc:chgData name="Xin Xin" userId="9ff0c946-7f3c-4192-98c1-6be932ce2bce" providerId="ADAL" clId="{EC370BB4-30E8-4AD9-890D-521920E8CA56}" dt="2024-01-08T14:42:31.718" v="3087" actId="47"/>
        <pc:sldMkLst>
          <pc:docMk/>
          <pc:sldMk cId="1389753227" sldId="981"/>
        </pc:sldMkLst>
      </pc:sldChg>
      <pc:sldChg chg="modSp add del mod">
        <pc:chgData name="Xin Xin" userId="9ff0c946-7f3c-4192-98c1-6be932ce2bce" providerId="ADAL" clId="{EC370BB4-30E8-4AD9-890D-521920E8CA56}" dt="2024-01-08T14:42:31.718" v="3087" actId="47"/>
        <pc:sldMkLst>
          <pc:docMk/>
          <pc:sldMk cId="3688356377" sldId="982"/>
        </pc:sldMkLst>
      </pc:sldChg>
      <pc:sldChg chg="modSp add del mod">
        <pc:chgData name="Xin Xin" userId="9ff0c946-7f3c-4192-98c1-6be932ce2bce" providerId="ADAL" clId="{EC370BB4-30E8-4AD9-890D-521920E8CA56}" dt="2024-01-08T14:42:31.718" v="3087" actId="47"/>
        <pc:sldMkLst>
          <pc:docMk/>
          <pc:sldMk cId="2598388145" sldId="983"/>
        </pc:sldMkLst>
      </pc:sldChg>
      <pc:sldChg chg="modSp add del mod">
        <pc:chgData name="Xin Xin" userId="9ff0c946-7f3c-4192-98c1-6be932ce2bce" providerId="ADAL" clId="{EC370BB4-30E8-4AD9-890D-521920E8CA56}" dt="2024-01-08T14:42:31.718" v="3087" actId="47"/>
        <pc:sldMkLst>
          <pc:docMk/>
          <pc:sldMk cId="1403095897" sldId="984"/>
        </pc:sldMkLst>
      </pc:sldChg>
      <pc:sldChg chg="modSp add del mod">
        <pc:chgData name="Xin Xin" userId="9ff0c946-7f3c-4192-98c1-6be932ce2bce" providerId="ADAL" clId="{EC370BB4-30E8-4AD9-890D-521920E8CA56}" dt="2024-01-08T14:42:31.718" v="3087" actId="47"/>
        <pc:sldMkLst>
          <pc:docMk/>
          <pc:sldMk cId="1192521579" sldId="985"/>
        </pc:sldMkLst>
      </pc:sldChg>
      <pc:sldChg chg="modSp add del mod">
        <pc:chgData name="Xin Xin" userId="9ff0c946-7f3c-4192-98c1-6be932ce2bce" providerId="ADAL" clId="{EC370BB4-30E8-4AD9-890D-521920E8CA56}" dt="2024-01-08T14:42:31.718" v="3087" actId="47"/>
        <pc:sldMkLst>
          <pc:docMk/>
          <pc:sldMk cId="3997576614" sldId="986"/>
        </pc:sldMkLst>
      </pc:sldChg>
      <pc:sldChg chg="modSp add del mod">
        <pc:chgData name="Xin Xin" userId="9ff0c946-7f3c-4192-98c1-6be932ce2bce" providerId="ADAL" clId="{EC370BB4-30E8-4AD9-890D-521920E8CA56}" dt="2024-01-08T14:42:31.718" v="3087" actId="47"/>
        <pc:sldMkLst>
          <pc:docMk/>
          <pc:sldMk cId="2188746582" sldId="987"/>
        </pc:sldMkLst>
      </pc:sldChg>
      <pc:sldChg chg="modSp add del mod">
        <pc:chgData name="Xin Xin" userId="9ff0c946-7f3c-4192-98c1-6be932ce2bce" providerId="ADAL" clId="{EC370BB4-30E8-4AD9-890D-521920E8CA56}" dt="2024-01-08T14:42:31.718" v="3087" actId="47"/>
        <pc:sldMkLst>
          <pc:docMk/>
          <pc:sldMk cId="2747047901" sldId="988"/>
        </pc:sldMkLst>
      </pc:sldChg>
      <pc:sldChg chg="addSp delSp modSp new add del mod">
        <pc:chgData name="Xin Xin" userId="9ff0c946-7f3c-4192-98c1-6be932ce2bce" providerId="ADAL" clId="{EC370BB4-30E8-4AD9-890D-521920E8CA56}" dt="2024-01-09T05:48:44.643" v="3158" actId="5793"/>
        <pc:sldMkLst>
          <pc:docMk/>
          <pc:sldMk cId="3052515236" sldId="989"/>
        </pc:sldMkLst>
      </pc:sldChg>
      <pc:sldChg chg="addSp delSp modSp add mod modAnim">
        <pc:chgData name="Xin Xin" userId="9ff0c946-7f3c-4192-98c1-6be932ce2bce" providerId="ADAL" clId="{EC370BB4-30E8-4AD9-890D-521920E8CA56}" dt="2024-01-08T07:31:18.893" v="1962"/>
        <pc:sldMkLst>
          <pc:docMk/>
          <pc:sldMk cId="2964609195" sldId="990"/>
        </pc:sldMkLst>
      </pc:sldChg>
      <pc:sldChg chg="modSp new del mod ord">
        <pc:chgData name="Xin Xin" userId="9ff0c946-7f3c-4192-98c1-6be932ce2bce" providerId="ADAL" clId="{EC370BB4-30E8-4AD9-890D-521920E8CA56}" dt="2024-01-08T14:42:35.678" v="3090" actId="47"/>
        <pc:sldMkLst>
          <pc:docMk/>
          <pc:sldMk cId="2746704462" sldId="991"/>
        </pc:sldMkLst>
      </pc:sldChg>
      <pc:sldChg chg="addSp delSp modSp add mod">
        <pc:chgData name="Xin Xin" userId="9ff0c946-7f3c-4192-98c1-6be932ce2bce" providerId="ADAL" clId="{EC370BB4-30E8-4AD9-890D-521920E8CA56}" dt="2024-01-08T09:33:30.974" v="2674" actId="1076"/>
        <pc:sldMkLst>
          <pc:docMk/>
          <pc:sldMk cId="2423250723" sldId="992"/>
        </pc:sldMkLst>
      </pc:sldChg>
      <pc:sldChg chg="addSp delSp add del setBg delDesignElem">
        <pc:chgData name="Xin Xin" userId="9ff0c946-7f3c-4192-98c1-6be932ce2bce" providerId="ADAL" clId="{EC370BB4-30E8-4AD9-890D-521920E8CA56}" dt="2024-01-08T09:09:54.362" v="2430"/>
        <pc:sldMkLst>
          <pc:docMk/>
          <pc:sldMk cId="3879548416" sldId="992"/>
        </pc:sldMkLst>
      </pc:sldChg>
      <pc:sldChg chg="addSp delSp modSp add del mod modAnim">
        <pc:chgData name="Xin Xin" userId="9ff0c946-7f3c-4192-98c1-6be932ce2bce" providerId="ADAL" clId="{EC370BB4-30E8-4AD9-890D-521920E8CA56}" dt="2024-01-08T14:35:34.723" v="2939" actId="47"/>
        <pc:sldMkLst>
          <pc:docMk/>
          <pc:sldMk cId="2796890472" sldId="993"/>
        </pc:sldMkLst>
      </pc:sldChg>
      <pc:sldChg chg="modSp add mod">
        <pc:chgData name="Xin Xin" userId="9ff0c946-7f3c-4192-98c1-6be932ce2bce" providerId="ADAL" clId="{EC370BB4-30E8-4AD9-890D-521920E8CA56}" dt="2024-01-08T14:41:08.409" v="3086" actId="20577"/>
        <pc:sldMkLst>
          <pc:docMk/>
          <pc:sldMk cId="1538176317" sldId="994"/>
        </pc:sldMkLst>
      </pc:sldChg>
      <pc:sldChg chg="modSp add del mod">
        <pc:chgData name="Xin Xin" userId="9ff0c946-7f3c-4192-98c1-6be932ce2bce" providerId="ADAL" clId="{EC370BB4-30E8-4AD9-890D-521920E8CA56}" dt="2024-01-08T14:30:55.789" v="2908" actId="47"/>
        <pc:sldMkLst>
          <pc:docMk/>
          <pc:sldMk cId="2980347387" sldId="995"/>
        </pc:sldMkLst>
      </pc:sldChg>
      <pc:sldChg chg="modSp add del mod">
        <pc:chgData name="Xin Xin" userId="9ff0c946-7f3c-4192-98c1-6be932ce2bce" providerId="ADAL" clId="{EC370BB4-30E8-4AD9-890D-521920E8CA56}" dt="2024-01-08T14:30:00.749" v="2905" actId="47"/>
        <pc:sldMkLst>
          <pc:docMk/>
          <pc:sldMk cId="2535701466" sldId="996"/>
        </pc:sldMkLst>
      </pc:sldChg>
      <pc:sldChg chg="delSp modSp add del mod ord">
        <pc:chgData name="Xin Xin" userId="9ff0c946-7f3c-4192-98c1-6be932ce2bce" providerId="ADAL" clId="{EC370BB4-30E8-4AD9-890D-521920E8CA56}" dt="2024-01-08T14:28:42.526" v="2892" actId="47"/>
        <pc:sldMkLst>
          <pc:docMk/>
          <pc:sldMk cId="2468515756" sldId="997"/>
        </pc:sldMkLst>
      </pc:sldChg>
      <pc:sldChg chg="delSp modSp add del mod modAnim">
        <pc:chgData name="Xin Xin" userId="9ff0c946-7f3c-4192-98c1-6be932ce2bce" providerId="ADAL" clId="{EC370BB4-30E8-4AD9-890D-521920E8CA56}" dt="2024-01-08T14:34:49.742" v="2932" actId="47"/>
        <pc:sldMkLst>
          <pc:docMk/>
          <pc:sldMk cId="344159879" sldId="998"/>
        </pc:sldMkLst>
      </pc:sldChg>
      <pc:sldChg chg="modSp add del mod">
        <pc:chgData name="Xin Xin" userId="9ff0c946-7f3c-4192-98c1-6be932ce2bce" providerId="ADAL" clId="{EC370BB4-30E8-4AD9-890D-521920E8CA56}" dt="2024-01-08T14:32:57.967" v="2914" actId="47"/>
        <pc:sldMkLst>
          <pc:docMk/>
          <pc:sldMk cId="1934115457" sldId="999"/>
        </pc:sldMkLst>
      </pc:sldChg>
      <pc:sldChg chg="delSp modSp add del mod">
        <pc:chgData name="Xin Xin" userId="9ff0c946-7f3c-4192-98c1-6be932ce2bce" providerId="ADAL" clId="{EC370BB4-30E8-4AD9-890D-521920E8CA56}" dt="2024-01-08T14:33:32.339" v="2918" actId="47"/>
        <pc:sldMkLst>
          <pc:docMk/>
          <pc:sldMk cId="103550941" sldId="1000"/>
        </pc:sldMkLst>
      </pc:sldChg>
      <pc:sldChg chg="delSp modSp add del mod ord modAnim">
        <pc:chgData name="Xin Xin" userId="9ff0c946-7f3c-4192-98c1-6be932ce2bce" providerId="ADAL" clId="{EC370BB4-30E8-4AD9-890D-521920E8CA56}" dt="2024-01-08T14:36:05.741" v="2947" actId="47"/>
        <pc:sldMkLst>
          <pc:docMk/>
          <pc:sldMk cId="1440061282" sldId="1001"/>
        </pc:sldMkLst>
      </pc:sldChg>
      <pc:sldChg chg="addSp delSp modSp new mod">
        <pc:chgData name="Xin Xin" userId="9ff0c946-7f3c-4192-98c1-6be932ce2bce" providerId="ADAL" clId="{EC370BB4-30E8-4AD9-890D-521920E8CA56}" dt="2024-01-08T14:28:33.969" v="2890" actId="1076"/>
        <pc:sldMkLst>
          <pc:docMk/>
          <pc:sldMk cId="3692251944" sldId="1002"/>
        </pc:sldMkLst>
      </pc:sldChg>
      <pc:sldChg chg="addSp delSp modSp add mod">
        <pc:chgData name="Xin Xin" userId="9ff0c946-7f3c-4192-98c1-6be932ce2bce" providerId="ADAL" clId="{EC370BB4-30E8-4AD9-890D-521920E8CA56}" dt="2024-01-08T14:29:52.802" v="2904" actId="1036"/>
        <pc:sldMkLst>
          <pc:docMk/>
          <pc:sldMk cId="1399360419" sldId="1003"/>
        </pc:sldMkLst>
      </pc:sldChg>
      <pc:sldChg chg="addSp delSp modSp add mod modAnim">
        <pc:chgData name="Xin Xin" userId="9ff0c946-7f3c-4192-98c1-6be932ce2bce" providerId="ADAL" clId="{EC370BB4-30E8-4AD9-890D-521920E8CA56}" dt="2024-01-08T14:33:03.364" v="2915"/>
        <pc:sldMkLst>
          <pc:docMk/>
          <pc:sldMk cId="1024578609" sldId="1004"/>
        </pc:sldMkLst>
      </pc:sldChg>
      <pc:sldChg chg="addSp delSp modSp add mod">
        <pc:chgData name="Xin Xin" userId="9ff0c946-7f3c-4192-98c1-6be932ce2bce" providerId="ADAL" clId="{EC370BB4-30E8-4AD9-890D-521920E8CA56}" dt="2024-01-08T14:33:46.135" v="2921" actId="1076"/>
        <pc:sldMkLst>
          <pc:docMk/>
          <pc:sldMk cId="647430869" sldId="1005"/>
        </pc:sldMkLst>
      </pc:sldChg>
      <pc:sldChg chg="addSp delSp modSp add mod ord modAnim">
        <pc:chgData name="Xin Xin" userId="9ff0c946-7f3c-4192-98c1-6be932ce2bce" providerId="ADAL" clId="{EC370BB4-30E8-4AD9-890D-521920E8CA56}" dt="2024-01-08T14:34:46.976" v="2931"/>
        <pc:sldMkLst>
          <pc:docMk/>
          <pc:sldMk cId="1030716104" sldId="1006"/>
        </pc:sldMkLst>
      </pc:sldChg>
      <pc:sldChg chg="addSp delSp modSp add del mod modAnim">
        <pc:chgData name="Xin Xin" userId="9ff0c946-7f3c-4192-98c1-6be932ce2bce" providerId="ADAL" clId="{EC370BB4-30E8-4AD9-890D-521920E8CA56}" dt="2024-01-08T14:36:12.930" v="2948" actId="2696"/>
        <pc:sldMkLst>
          <pc:docMk/>
          <pc:sldMk cId="3117008380" sldId="1007"/>
        </pc:sldMkLst>
      </pc:sldChg>
      <pc:sldChg chg="modSp add mod">
        <pc:chgData name="Xin Xin" userId="9ff0c946-7f3c-4192-98c1-6be932ce2bce" providerId="ADAL" clId="{EC370BB4-30E8-4AD9-890D-521920E8CA56}" dt="2024-01-08T14:36:41.487" v="2951"/>
        <pc:sldMkLst>
          <pc:docMk/>
          <pc:sldMk cId="3223531500" sldId="1007"/>
        </pc:sldMkLst>
      </pc:sldChg>
      <pc:sldChg chg="modSp add mod ord">
        <pc:chgData name="Xin Xin" userId="9ff0c946-7f3c-4192-98c1-6be932ce2bce" providerId="ADAL" clId="{EC370BB4-30E8-4AD9-890D-521920E8CA56}" dt="2024-01-08T14:36:56.759" v="2955"/>
        <pc:sldMkLst>
          <pc:docMk/>
          <pc:sldMk cId="2424516981" sldId="1008"/>
        </pc:sldMkLst>
      </pc:sldChg>
      <pc:sldChg chg="addSp delSp modSp add del mod modAnim">
        <pc:chgData name="Xin Xin" userId="9ff0c946-7f3c-4192-98c1-6be932ce2bce" providerId="ADAL" clId="{EC370BB4-30E8-4AD9-890D-521920E8CA56}" dt="2024-01-08T14:36:12.930" v="2948" actId="2696"/>
        <pc:sldMkLst>
          <pc:docMk/>
          <pc:sldMk cId="3444685122" sldId="1008"/>
        </pc:sldMkLst>
      </pc:sldChg>
      <pc:sldMasterChg chg="modSp modSldLayout">
        <pc:chgData name="Xin Xin" userId="9ff0c946-7f3c-4192-98c1-6be932ce2bce" providerId="ADAL" clId="{EC370BB4-30E8-4AD9-890D-521920E8CA56}" dt="2024-01-08T05:34:48.496" v="11"/>
        <pc:sldMasterMkLst>
          <pc:docMk/>
          <pc:sldMasterMk cId="1688907420" sldId="2147483839"/>
        </pc:sldMasterMkLst>
        <pc:sldLayoutChg chg="modSp">
          <pc:chgData name="Xin Xin" userId="9ff0c946-7f3c-4192-98c1-6be932ce2bce" providerId="ADAL" clId="{EC370BB4-30E8-4AD9-890D-521920E8CA56}" dt="2024-01-08T05:34:48.496" v="11"/>
          <pc:sldLayoutMkLst>
            <pc:docMk/>
            <pc:sldMasterMk cId="1688907420" sldId="2147483839"/>
            <pc:sldLayoutMk cId="0" sldId="2147483840"/>
          </pc:sldLayoutMkLst>
        </pc:sldLayoutChg>
        <pc:sldLayoutChg chg="modSp">
          <pc:chgData name="Xin Xin" userId="9ff0c946-7f3c-4192-98c1-6be932ce2bce" providerId="ADAL" clId="{EC370BB4-30E8-4AD9-890D-521920E8CA56}" dt="2024-01-08T05:34:48.496" v="11"/>
          <pc:sldLayoutMkLst>
            <pc:docMk/>
            <pc:sldMasterMk cId="1688907420" sldId="2147483839"/>
            <pc:sldLayoutMk cId="0" sldId="2147483841"/>
          </pc:sldLayoutMkLst>
        </pc:sldLayoutChg>
        <pc:sldLayoutChg chg="modSp">
          <pc:chgData name="Xin Xin" userId="9ff0c946-7f3c-4192-98c1-6be932ce2bce" providerId="ADAL" clId="{EC370BB4-30E8-4AD9-890D-521920E8CA56}" dt="2024-01-08T05:34:48.496" v="11"/>
          <pc:sldLayoutMkLst>
            <pc:docMk/>
            <pc:sldMasterMk cId="1688907420" sldId="2147483839"/>
            <pc:sldLayoutMk cId="0" sldId="2147483842"/>
          </pc:sldLayoutMkLst>
        </pc:sldLayoutChg>
        <pc:sldLayoutChg chg="modSp">
          <pc:chgData name="Xin Xin" userId="9ff0c946-7f3c-4192-98c1-6be932ce2bce" providerId="ADAL" clId="{EC370BB4-30E8-4AD9-890D-521920E8CA56}" dt="2024-01-08T05:34:48.496" v="11"/>
          <pc:sldLayoutMkLst>
            <pc:docMk/>
            <pc:sldMasterMk cId="1688907420" sldId="2147483839"/>
            <pc:sldLayoutMk cId="0" sldId="2147483843"/>
          </pc:sldLayoutMkLst>
        </pc:sldLayoutChg>
        <pc:sldLayoutChg chg="modSp">
          <pc:chgData name="Xin Xin" userId="9ff0c946-7f3c-4192-98c1-6be932ce2bce" providerId="ADAL" clId="{EC370BB4-30E8-4AD9-890D-521920E8CA56}" dt="2024-01-08T05:34:48.496" v="11"/>
          <pc:sldLayoutMkLst>
            <pc:docMk/>
            <pc:sldMasterMk cId="1688907420" sldId="2147483839"/>
            <pc:sldLayoutMk cId="0" sldId="2147483844"/>
          </pc:sldLayoutMkLst>
        </pc:sldLayoutChg>
        <pc:sldLayoutChg chg="modSp">
          <pc:chgData name="Xin Xin" userId="9ff0c946-7f3c-4192-98c1-6be932ce2bce" providerId="ADAL" clId="{EC370BB4-30E8-4AD9-890D-521920E8CA56}" dt="2024-01-08T05:34:48.496" v="11"/>
          <pc:sldLayoutMkLst>
            <pc:docMk/>
            <pc:sldMasterMk cId="1688907420" sldId="2147483839"/>
            <pc:sldLayoutMk cId="0" sldId="2147483847"/>
          </pc:sldLayoutMkLst>
        </pc:sldLayoutChg>
        <pc:sldLayoutChg chg="modSp">
          <pc:chgData name="Xin Xin" userId="9ff0c946-7f3c-4192-98c1-6be932ce2bce" providerId="ADAL" clId="{EC370BB4-30E8-4AD9-890D-521920E8CA56}" dt="2024-01-08T05:34:48.496" v="11"/>
          <pc:sldLayoutMkLst>
            <pc:docMk/>
            <pc:sldMasterMk cId="1688907420" sldId="2147483839"/>
            <pc:sldLayoutMk cId="0" sldId="2147483848"/>
          </pc:sldLayoutMkLst>
        </pc:sldLayoutChg>
        <pc:sldLayoutChg chg="modSp">
          <pc:chgData name="Xin Xin" userId="9ff0c946-7f3c-4192-98c1-6be932ce2bce" providerId="ADAL" clId="{EC370BB4-30E8-4AD9-890D-521920E8CA56}" dt="2024-01-08T05:34:48.496" v="11"/>
          <pc:sldLayoutMkLst>
            <pc:docMk/>
            <pc:sldMasterMk cId="1688907420" sldId="2147483839"/>
            <pc:sldLayoutMk cId="0" sldId="2147483850"/>
          </pc:sldLayoutMkLst>
        </pc:sldLayoutChg>
      </pc:sldMasterChg>
      <pc:sldMasterChg chg="modSldLayout">
        <pc:chgData name="Xin Xin" userId="9ff0c946-7f3c-4192-98c1-6be932ce2bce" providerId="ADAL" clId="{EC370BB4-30E8-4AD9-890D-521920E8CA56}" dt="2024-01-08T05:34:28.584" v="0"/>
        <pc:sldMasterMkLst>
          <pc:docMk/>
          <pc:sldMasterMk cId="637128036" sldId="2147483851"/>
        </pc:sldMasterMkLst>
        <pc:sldLayoutChg chg="addSp">
          <pc:chgData name="Xin Xin" userId="9ff0c946-7f3c-4192-98c1-6be932ce2bce" providerId="ADAL" clId="{EC370BB4-30E8-4AD9-890D-521920E8CA56}" dt="2024-01-08T05:34:28.584" v="0"/>
          <pc:sldLayoutMkLst>
            <pc:docMk/>
            <pc:sldMasterMk cId="637128036" sldId="2147483851"/>
            <pc:sldLayoutMk cId="1701856736" sldId="2147483853"/>
          </pc:sldLayoutMkLst>
        </pc:sldLayoutChg>
      </pc:sldMasterChg>
      <pc:sldMasterChg chg="modSldLayout">
        <pc:chgData name="Xin Xin" userId="9ff0c946-7f3c-4192-98c1-6be932ce2bce" providerId="ADAL" clId="{EC370BB4-30E8-4AD9-890D-521920E8CA56}" dt="2024-01-08T05:34:40.913" v="7"/>
        <pc:sldMasterMkLst>
          <pc:docMk/>
          <pc:sldMasterMk cId="1195836270" sldId="2147483851"/>
        </pc:sldMasterMkLst>
        <pc:sldLayoutChg chg="addSp">
          <pc:chgData name="Xin Xin" userId="9ff0c946-7f3c-4192-98c1-6be932ce2bce" providerId="ADAL" clId="{EC370BB4-30E8-4AD9-890D-521920E8CA56}" dt="2024-01-08T05:34:40.913" v="7"/>
          <pc:sldLayoutMkLst>
            <pc:docMk/>
            <pc:sldMasterMk cId="1195836270" sldId="2147483851"/>
            <pc:sldLayoutMk cId="3481299259" sldId="2147483853"/>
          </pc:sldLayoutMkLst>
        </pc:sldLayoutChg>
      </pc:sldMasterChg>
      <pc:sldMasterChg chg="modSldLayout">
        <pc:chgData name="Xin Xin" userId="9ff0c946-7f3c-4192-98c1-6be932ce2bce" providerId="ADAL" clId="{EC370BB4-30E8-4AD9-890D-521920E8CA56}" dt="2024-01-08T06:31:03.338" v="943" actId="14100"/>
        <pc:sldMasterMkLst>
          <pc:docMk/>
          <pc:sldMasterMk cId="3304735552" sldId="2147483851"/>
        </pc:sldMasterMkLst>
        <pc:sldLayoutChg chg="addSp modSp mod">
          <pc:chgData name="Xin Xin" userId="9ff0c946-7f3c-4192-98c1-6be932ce2bce" providerId="ADAL" clId="{EC370BB4-30E8-4AD9-890D-521920E8CA56}" dt="2024-01-08T06:31:03.338" v="943" actId="14100"/>
          <pc:sldLayoutMkLst>
            <pc:docMk/>
            <pc:sldMasterMk cId="3304735552" sldId="2147483851"/>
            <pc:sldLayoutMk cId="2121042803" sldId="2147483853"/>
          </pc:sldLayoutMkLst>
        </pc:sldLayoutChg>
      </pc:sldMasterChg>
      <pc:sldMasterChg chg="del delSldLayout">
        <pc:chgData name="Xin Xin" userId="9ff0c946-7f3c-4192-98c1-6be932ce2bce" providerId="ADAL" clId="{EC370BB4-30E8-4AD9-890D-521920E8CA56}" dt="2024-01-08T14:42:31.718" v="3087" actId="47"/>
        <pc:sldMasterMkLst>
          <pc:docMk/>
          <pc:sldMasterMk cId="132506679" sldId="2147483863"/>
        </pc:sldMasterMkLst>
        <pc:sldLayoutChg chg="del">
          <pc:chgData name="Xin Xin" userId="9ff0c946-7f3c-4192-98c1-6be932ce2bce" providerId="ADAL" clId="{EC370BB4-30E8-4AD9-890D-521920E8CA56}" dt="2024-01-08T14:42:31.718" v="3087" actId="47"/>
          <pc:sldLayoutMkLst>
            <pc:docMk/>
            <pc:sldMasterMk cId="132506679" sldId="2147483863"/>
            <pc:sldLayoutMk cId="3353663624" sldId="2147483864"/>
          </pc:sldLayoutMkLst>
        </pc:sldLayoutChg>
        <pc:sldLayoutChg chg="del">
          <pc:chgData name="Xin Xin" userId="9ff0c946-7f3c-4192-98c1-6be932ce2bce" providerId="ADAL" clId="{EC370BB4-30E8-4AD9-890D-521920E8CA56}" dt="2024-01-08T14:42:31.718" v="3087" actId="47"/>
          <pc:sldLayoutMkLst>
            <pc:docMk/>
            <pc:sldMasterMk cId="132506679" sldId="2147483863"/>
            <pc:sldLayoutMk cId="872515940" sldId="2147483865"/>
          </pc:sldLayoutMkLst>
        </pc:sldLayoutChg>
        <pc:sldLayoutChg chg="del">
          <pc:chgData name="Xin Xin" userId="9ff0c946-7f3c-4192-98c1-6be932ce2bce" providerId="ADAL" clId="{EC370BB4-30E8-4AD9-890D-521920E8CA56}" dt="2024-01-08T14:42:31.718" v="3087" actId="47"/>
          <pc:sldLayoutMkLst>
            <pc:docMk/>
            <pc:sldMasterMk cId="132506679" sldId="2147483863"/>
            <pc:sldLayoutMk cId="4087818356" sldId="2147483866"/>
          </pc:sldLayoutMkLst>
        </pc:sldLayoutChg>
        <pc:sldLayoutChg chg="del">
          <pc:chgData name="Xin Xin" userId="9ff0c946-7f3c-4192-98c1-6be932ce2bce" providerId="ADAL" clId="{EC370BB4-30E8-4AD9-890D-521920E8CA56}" dt="2024-01-08T14:42:31.718" v="3087" actId="47"/>
          <pc:sldLayoutMkLst>
            <pc:docMk/>
            <pc:sldMasterMk cId="132506679" sldId="2147483863"/>
            <pc:sldLayoutMk cId="424052134" sldId="2147483867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F21601-8810-E544-9D11-46F00C4F0696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7B5A7F-9579-BB49-881B-29290E4973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9848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7B5A7F-9579-BB49-881B-29290E49739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0593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B5A7F-9579-BB49-881B-29290E49739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2948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162359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By logical communication , we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mean that from an application’s perspective, it is as if the hosts running the processes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were directly connected; in reality, the hosts may be on opposite sides of the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planet, connected via numerous routers and a wide range of link types. Application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processes use the logical communication provided by the transport layer to send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messages to each other, free from the worry of the details of the physical infrastructure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used to carry these messages.</a:t>
            </a:r>
          </a:p>
          <a:p>
            <a:endParaRPr lang="en-US" dirty="0"/>
          </a:p>
          <a:p>
            <a:r>
              <a:rPr lang="en-US" dirty="0"/>
              <a:t>Let’s look at each of these three (logical communications, actions,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42145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253362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259287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46198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143544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08775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B5A7F-9579-BB49-881B-29290E49739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7347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973841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15137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325405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2255795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733330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3146227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530641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515908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5879425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8534106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B5A7F-9579-BB49-881B-29290E49739F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06366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536947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152538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this RFC – it’s only 2.5 pages!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8782351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0386960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679220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7205751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406907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738175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3AFD42-CEC1-6FAE-381B-48E759251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D83968-8CD5-5D6C-6B8B-FDD7029F2F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99F67E-1003-AF96-53E2-19C32BADAB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2BF8C5-0A62-7AB0-E394-76D1BC3825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144245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5244337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4807692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1933898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EF65B5-CA89-946D-5590-C4116B107E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EA1AD-6EA3-1049-AB4E-FC15F4DC35F9}" type="slidenum">
              <a:rPr lang="en-US" smtClean="0"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868897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6C4E93-BFD4-BDBA-5B10-B0120C1860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EA1AD-6EA3-1049-AB4E-FC15F4DC35F9}" type="slidenum">
              <a:rPr lang="en-US" smtClean="0"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948025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6B5E92-628F-1564-FB02-2976480EF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8A1730-E4DF-C991-D6E4-4CBD977708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40F3FE-97A9-550C-73E7-7C8A7ECA7C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033EF2-7232-13A3-606A-2E51647297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5688723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819652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7/14/2017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9327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36525"/>
            <a:ext cx="7250430" cy="772796"/>
          </a:xfrm>
        </p:spPr>
        <p:txBody>
          <a:bodyPr/>
          <a:lstStyle>
            <a:lvl1pPr>
              <a:defRPr b="1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98603"/>
            <a:ext cx="7886700" cy="5795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961E220-D336-D8EA-6239-8C05D2C08EBC}"/>
              </a:ext>
            </a:extLst>
          </p:cNvPr>
          <p:cNvCxnSpPr/>
          <p:nvPr userDrawn="1"/>
        </p:nvCxnSpPr>
        <p:spPr>
          <a:xfrm>
            <a:off x="9525" y="955002"/>
            <a:ext cx="9121140" cy="0"/>
          </a:xfrm>
          <a:prstGeom prst="line">
            <a:avLst/>
          </a:prstGeom>
          <a:ln w="38100">
            <a:solidFill>
              <a:srgbClr val="C95B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Home - UCF College of Engineering and Computer Science">
            <a:extLst>
              <a:ext uri="{FF2B5EF4-FFF2-40B4-BE49-F238E27FC236}">
                <a16:creationId xmlns:a16="http://schemas.microsoft.com/office/drawing/2014/main" id="{9F1B4091-87B5-7363-19C4-89F41293F646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4252" b="28112"/>
          <a:stretch/>
        </p:blipFill>
        <p:spPr bwMode="auto">
          <a:xfrm>
            <a:off x="8238773" y="84380"/>
            <a:ext cx="707107" cy="772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10428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7/14/2017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170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7/14/2017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3954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7/14/2017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8581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7/14/2017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5976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7/14/2017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6261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7/14/2017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7575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7/14/2017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890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7/14/2017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0770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7/14/2017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1377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EC686-8429-2E40-81FA-5EC9C4AB3C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C2C238-9334-5D47-BE46-7DBB933E48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7F1199A-45E4-9E4D-95C0-396A8A9C6F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14712" y="644309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2384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2846C-3DC3-2A4C-84E1-3E3C50231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724027"/>
            <a:ext cx="78867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32235DD-B99A-7744-92BB-36CB49B43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3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1717D89-2D64-4E49-A8B8-D7B9326607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14712" y="644309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6265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48D4C-6954-CC4D-A491-4B78BF548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3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E2032-3F11-1945-8A1D-25EC80CF91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DCF1CB-5DBA-8B49-A839-F079E4BF43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2E873D4E-4EDA-1349-AB14-5DC995BFCD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14712" y="644309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4904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B102D-EC4F-B64D-BB0A-3CBBCEE21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3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0DCD8E0-36D6-2D43-9C3A-92DC921E1D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14712" y="644309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6610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7/14/2017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C41B36-6335-F546-90B9-E2121371E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735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2" r:id="rId1"/>
    <p:sldLayoutId id="2147483853" r:id="rId2"/>
    <p:sldLayoutId id="2147483854" r:id="rId3"/>
    <p:sldLayoutId id="2147483855" r:id="rId4"/>
    <p:sldLayoutId id="2147483856" r:id="rId5"/>
    <p:sldLayoutId id="2147483857" r:id="rId6"/>
    <p:sldLayoutId id="2147483858" r:id="rId7"/>
    <p:sldLayoutId id="2147483859" r:id="rId8"/>
    <p:sldLayoutId id="2147483860" r:id="rId9"/>
    <p:sldLayoutId id="2147483861" r:id="rId10"/>
    <p:sldLayoutId id="2147483862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6D5FD2-E0BC-9B4A-8B69-BFD8F956C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51821"/>
            <a:ext cx="7886700" cy="8946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987CFD-1EF3-634C-B854-216A26AC23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7C6EBB-9D5E-E84A-9BCA-EA7E05FD1C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14712" y="644309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Introduction: 1-</a:t>
            </a:r>
            <a:fld id="{C4204591-24BD-A542-B9D5-F8D8A88D2FE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7686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9" r:id="rId1"/>
    <p:sldLayoutId id="2147483870" r:id="rId2"/>
    <p:sldLayoutId id="2147483871" r:id="rId3"/>
    <p:sldLayoutId id="2147483872" r:id="rId4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000" b="1" kern="1200">
          <a:solidFill>
            <a:srgbClr val="0000A3"/>
          </a:solidFill>
          <a:latin typeface="+mn-lt"/>
          <a:ea typeface="+mj-ea"/>
          <a:cs typeface="+mj-cs"/>
        </a:defRPr>
      </a:lvl1pPr>
    </p:titleStyle>
    <p:bodyStyle>
      <a:lvl1pPr marL="264319" indent="-166688" algn="l" defTabSz="685800" rtl="0" eaLnBrk="1" latinLnBrk="0" hangingPunct="1">
        <a:lnSpc>
          <a:spcPct val="90000"/>
        </a:lnSpc>
        <a:spcBef>
          <a:spcPts val="750"/>
        </a:spcBef>
        <a:buClr>
          <a:srgbClr val="0000A3"/>
        </a:buClr>
        <a:buFont typeface="Wingdings" pitchFamily="2" charset="2"/>
        <a:buChar char="§"/>
        <a:tabLst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21494" indent="-173831" algn="l" defTabSz="685800" rtl="0" eaLnBrk="1" latinLnBrk="0" hangingPunct="1">
        <a:lnSpc>
          <a:spcPct val="90000"/>
        </a:lnSpc>
        <a:spcBef>
          <a:spcPts val="375"/>
        </a:spcBef>
        <a:buClr>
          <a:srgbClr val="0000A8"/>
        </a:buClr>
        <a:buFont typeface="Arial" panose="020B0604020202020204" pitchFamily="34" charset="0"/>
        <a:buChar char="•"/>
        <a:tabLst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jpeg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jpeg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wustl.edu/~jain/" TargetMode="External"/><Relationship Id="rId2" Type="http://schemas.openxmlformats.org/officeDocument/2006/relationships/hyperlink" Target="https://www.ece.ucf.edu/~yuksem/teaching/EEL-4781-Fall-2020.html" TargetMode="Externa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FF67056-1534-47E2-83BE-08A2B9441FDC}"/>
              </a:ext>
            </a:extLst>
          </p:cNvPr>
          <p:cNvSpPr/>
          <p:nvPr/>
        </p:nvSpPr>
        <p:spPr>
          <a:xfrm>
            <a:off x="0" y="1951615"/>
            <a:ext cx="9144000" cy="1750979"/>
          </a:xfrm>
          <a:prstGeom prst="rect">
            <a:avLst/>
          </a:prstGeom>
          <a:solidFill>
            <a:srgbClr val="887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336103"/>
            <a:ext cx="9144000" cy="1014108"/>
          </a:xfrm>
        </p:spPr>
        <p:txBody>
          <a:bodyPr>
            <a:noAutofit/>
          </a:bodyPr>
          <a:lstStyle/>
          <a:p>
            <a:r>
              <a:rPr lang="en-US" altLang="zh-CN" sz="3600" dirty="0">
                <a:solidFill>
                  <a:schemeClr val="bg1"/>
                </a:solidFill>
                <a:latin typeface="+mn-lt"/>
              </a:rPr>
              <a:t>EEL 4781 Computer Communication Networks</a:t>
            </a:r>
            <a:br>
              <a:rPr lang="en-US" altLang="zh-CN" sz="4800" dirty="0">
                <a:solidFill>
                  <a:schemeClr val="bg1"/>
                </a:solidFill>
                <a:latin typeface="+mn-lt"/>
              </a:rPr>
            </a:br>
            <a:r>
              <a:rPr lang="en-US" altLang="zh-CN" sz="3200" dirty="0">
                <a:solidFill>
                  <a:schemeClr val="bg1"/>
                </a:solidFill>
                <a:latin typeface="+mn-lt"/>
              </a:rPr>
              <a:t>Chapter 3-1: Transport Layer</a:t>
            </a:r>
            <a:endParaRPr lang="en-US" sz="48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87026" y="4647913"/>
            <a:ext cx="6858000" cy="581315"/>
          </a:xfrm>
        </p:spPr>
        <p:txBody>
          <a:bodyPr wrap="none">
            <a:noAutofit/>
          </a:bodyPr>
          <a:lstStyle/>
          <a:p>
            <a:r>
              <a:rPr lang="en-US" sz="2400" b="1" dirty="0"/>
              <a:t>Xin </a:t>
            </a:r>
            <a:r>
              <a:rPr lang="en-US" sz="2400" b="1" dirty="0" err="1"/>
              <a:t>Xin</a:t>
            </a:r>
            <a:endParaRPr lang="en-US" sz="2400" b="1" dirty="0"/>
          </a:p>
          <a:p>
            <a:r>
              <a:rPr lang="en-US" b="1" dirty="0"/>
              <a:t>Department of Electrical and </a:t>
            </a:r>
            <a:r>
              <a:rPr lang="en-US" altLang="zh-CN" b="1" dirty="0"/>
              <a:t>Computer Engineering</a:t>
            </a:r>
          </a:p>
          <a:p>
            <a:r>
              <a:rPr lang="en-US" sz="2400" b="1" dirty="0"/>
              <a:t>University of Central F</a:t>
            </a:r>
            <a:r>
              <a:rPr lang="en-US" b="1" dirty="0"/>
              <a:t>lorida</a:t>
            </a:r>
            <a:endParaRPr lang="en-US" sz="2400" b="1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C9DF276-5B0A-4972-9653-037F6D8B3C68}"/>
              </a:ext>
            </a:extLst>
          </p:cNvPr>
          <p:cNvSpPr/>
          <p:nvPr/>
        </p:nvSpPr>
        <p:spPr>
          <a:xfrm>
            <a:off x="1" y="3790141"/>
            <a:ext cx="6774656" cy="116732"/>
          </a:xfrm>
          <a:prstGeom prst="rect">
            <a:avLst/>
          </a:prstGeom>
          <a:gradFill flip="none" rotWithShape="1">
            <a:gsLst>
              <a:gs pos="69000">
                <a:srgbClr val="887128"/>
              </a:gs>
              <a:gs pos="47000">
                <a:srgbClr val="FFC904">
                  <a:alpha val="40784"/>
                </a:srgbClr>
              </a:gs>
              <a:gs pos="21000">
                <a:srgbClr val="887128"/>
              </a:gs>
              <a:gs pos="0">
                <a:srgbClr val="887128"/>
              </a:gs>
            </a:gsLst>
            <a:lin ang="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F1411FC-0199-4C18-B757-D96B9FBEC12C}"/>
              </a:ext>
            </a:extLst>
          </p:cNvPr>
          <p:cNvSpPr/>
          <p:nvPr/>
        </p:nvSpPr>
        <p:spPr>
          <a:xfrm>
            <a:off x="6880860" y="3790142"/>
            <a:ext cx="2263140" cy="116732"/>
          </a:xfrm>
          <a:prstGeom prst="rect">
            <a:avLst/>
          </a:prstGeom>
          <a:solidFill>
            <a:srgbClr val="887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Home - UCF College of Engineering and Computer Science">
            <a:extLst>
              <a:ext uri="{FF2B5EF4-FFF2-40B4-BE49-F238E27FC236}">
                <a16:creationId xmlns:a16="http://schemas.microsoft.com/office/drawing/2014/main" id="{8E0F3A9D-0085-8B62-1898-2721C3D1D1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9844" y="337185"/>
            <a:ext cx="2794835" cy="669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97374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5E6AC-FD5F-025B-33E7-8799CF203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1719AE-B1B9-90B4-C7A9-C40C5C5D0F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98603"/>
            <a:ext cx="7886700" cy="4857748"/>
          </a:xfrm>
        </p:spPr>
        <p:txBody>
          <a:bodyPr>
            <a:normAutofit/>
          </a:bodyPr>
          <a:lstStyle/>
          <a:p>
            <a:r>
              <a:rPr lang="en-US" altLang="zh-CN" dirty="0"/>
              <a:t>Transport layer: overview</a:t>
            </a:r>
          </a:p>
          <a:p>
            <a:pPr lvl="1"/>
            <a:endParaRPr lang="en-US" altLang="zh-CN" dirty="0"/>
          </a:p>
          <a:p>
            <a:r>
              <a:rPr lang="en-US" altLang="zh-CN" dirty="0"/>
              <a:t>Multiplexing and demultiplexing</a:t>
            </a:r>
          </a:p>
          <a:p>
            <a:pPr lvl="1"/>
            <a:endParaRPr lang="en-US" altLang="zh-CN" dirty="0"/>
          </a:p>
          <a:p>
            <a:r>
              <a:rPr lang="en-US" altLang="zh-CN" dirty="0"/>
              <a:t>Connectionless transport: UDP</a:t>
            </a:r>
          </a:p>
          <a:p>
            <a:pPr lvl="1"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UDP Protocol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Checksum</a:t>
            </a:r>
          </a:p>
          <a:p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C09955-B883-EB1B-CA00-1FE33C432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06320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>
                <a:cs typeface="Calibri" panose="020F0502020204030204" pitchFamily="34" charset="0"/>
              </a:rPr>
              <a:t>Transport layer: overview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E2ACD2-5E28-0840-A1E8-F9AB901FE8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150" y="2219324"/>
            <a:ext cx="4019550" cy="3852862"/>
          </a:xfrm>
        </p:spPr>
        <p:txBody>
          <a:bodyPr>
            <a:noAutofit/>
          </a:bodyPr>
          <a:lstStyle/>
          <a:p>
            <a:pPr marL="300038" indent="-214313">
              <a:buFont typeface="Wingdings" charset="2"/>
              <a:buChar char="§"/>
              <a:defRPr/>
            </a:pPr>
            <a:r>
              <a:rPr lang="en-US" sz="2400" dirty="0"/>
              <a:t>understand principles behind transport layer services:</a:t>
            </a:r>
          </a:p>
          <a:p>
            <a:pPr lvl="1">
              <a:buFont typeface="Arial"/>
              <a:buChar char="•"/>
              <a:defRPr/>
            </a:pPr>
            <a:r>
              <a:rPr lang="en-US" sz="2100" dirty="0"/>
              <a:t>multiplexing, demultiplexing</a:t>
            </a:r>
          </a:p>
          <a:p>
            <a:pPr lvl="1">
              <a:buFont typeface="Arial"/>
              <a:buChar char="•"/>
              <a:defRPr/>
            </a:pPr>
            <a:r>
              <a:rPr lang="en-US" sz="2100" dirty="0"/>
              <a:t>reliable data transfer</a:t>
            </a:r>
          </a:p>
          <a:p>
            <a:pPr lvl="1">
              <a:buFont typeface="Arial"/>
              <a:buChar char="•"/>
              <a:defRPr/>
            </a:pPr>
            <a:r>
              <a:rPr lang="en-US" sz="2100" dirty="0"/>
              <a:t>flow control</a:t>
            </a:r>
          </a:p>
          <a:p>
            <a:pPr lvl="1">
              <a:buFont typeface="Arial"/>
              <a:buChar char="•"/>
              <a:defRPr/>
            </a:pPr>
            <a:r>
              <a:rPr lang="en-US" sz="2100" dirty="0"/>
              <a:t>congestion control</a:t>
            </a:r>
            <a:endParaRPr lang="en-US" sz="2400" dirty="0"/>
          </a:p>
          <a:p>
            <a:endParaRPr lang="en-US" dirty="0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55AB9D8D-7F05-094B-8DA6-3095A7A7A096}"/>
              </a:ext>
            </a:extLst>
          </p:cNvPr>
          <p:cNvSpPr>
            <a:spLocks noGrp="1" noChangeArrowheads="1"/>
          </p:cNvSpPr>
          <p:nvPr>
            <p:ph sz="half" idx="4294967295"/>
          </p:nvPr>
        </p:nvSpPr>
        <p:spPr>
          <a:xfrm>
            <a:off x="4368800" y="2219324"/>
            <a:ext cx="4495800" cy="3598863"/>
          </a:xfrm>
        </p:spPr>
        <p:txBody>
          <a:bodyPr>
            <a:normAutofit/>
          </a:bodyPr>
          <a:lstStyle/>
          <a:p>
            <a:pPr marL="342900" indent="-214313">
              <a:buFont typeface="Wingdings" charset="2"/>
              <a:buChar char="§"/>
              <a:defRPr/>
            </a:pPr>
            <a:r>
              <a:rPr lang="en-US" sz="2400" dirty="0"/>
              <a:t>learn about Internet transport layer protocols:</a:t>
            </a:r>
          </a:p>
          <a:p>
            <a:pPr lvl="1">
              <a:buFont typeface="Arial"/>
              <a:buChar char="•"/>
              <a:defRPr/>
            </a:pPr>
            <a:r>
              <a:rPr lang="en-US" sz="2100" dirty="0"/>
              <a:t>UDP: connectionless transport</a:t>
            </a:r>
          </a:p>
          <a:p>
            <a:pPr lvl="1">
              <a:buFont typeface="Arial"/>
              <a:buChar char="•"/>
              <a:defRPr/>
            </a:pPr>
            <a:r>
              <a:rPr lang="en-US" sz="2100" dirty="0"/>
              <a:t>TCP: connection-oriented reliable transport</a:t>
            </a:r>
          </a:p>
          <a:p>
            <a:pPr lvl="1">
              <a:buFont typeface="Arial"/>
              <a:buChar char="•"/>
              <a:defRPr/>
            </a:pPr>
            <a:r>
              <a:rPr lang="en-US" sz="2100" dirty="0"/>
              <a:t>TCP congestion control</a:t>
            </a:r>
            <a:endParaRPr lang="en-US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18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DB076F1-FE8F-88E4-877B-526D84F76E32}"/>
              </a:ext>
            </a:extLst>
          </p:cNvPr>
          <p:cNvSpPr txBox="1">
            <a:spLocks/>
          </p:cNvSpPr>
          <p:nvPr/>
        </p:nvSpPr>
        <p:spPr>
          <a:xfrm>
            <a:off x="628650" y="1422403"/>
            <a:ext cx="7886700" cy="6959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Our goals: </a:t>
            </a:r>
            <a:endParaRPr lang="en-US" dirty="0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C16A990B-E39E-4BC1-E0C9-546345A12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0BC41B36-6335-F546-90B9-E2121371E10D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51904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>
                <a:cs typeface="Calibri" panose="020F0502020204030204" pitchFamily="34" charset="0"/>
              </a:rPr>
              <a:t>Transport layer: overview</a:t>
            </a:r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B81DCC24-3FE7-E745-BC17-3886FB241095}"/>
              </a:ext>
            </a:extLst>
          </p:cNvPr>
          <p:cNvSpPr txBox="1">
            <a:spLocks noChangeArrowheads="1"/>
          </p:cNvSpPr>
          <p:nvPr/>
        </p:nvSpPr>
        <p:spPr>
          <a:xfrm>
            <a:off x="510914" y="1940124"/>
            <a:ext cx="4361777" cy="1216460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4319" indent="-166688" defTabSz="685800">
              <a:spcBef>
                <a:spcPts val="750"/>
              </a:spcBef>
              <a:buFont typeface="Wingdings" charset="2"/>
              <a:buChar char="§"/>
              <a:defRPr/>
            </a:pPr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provide</a:t>
            </a:r>
            <a:r>
              <a:rPr lang="en-US" sz="2100" i="1" dirty="0">
                <a:solidFill>
                  <a:srgbClr val="FF0000"/>
                </a:solidFill>
                <a:latin typeface="Calibri" panose="020F0502020204030204"/>
              </a:rPr>
              <a:t> </a:t>
            </a:r>
            <a:r>
              <a:rPr lang="en-US" sz="2100" i="1" dirty="0">
                <a:solidFill>
                  <a:srgbClr val="CC0000"/>
                </a:solidFill>
                <a:latin typeface="Calibri" panose="020F0502020204030204"/>
              </a:rPr>
              <a:t>logical communication</a:t>
            </a:r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 between application processes running on different hosts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7FC4FF92-130F-BB41-8C2E-AD6E35A5EFB3}"/>
              </a:ext>
            </a:extLst>
          </p:cNvPr>
          <p:cNvSpPr/>
          <p:nvPr/>
        </p:nvSpPr>
        <p:spPr>
          <a:xfrm>
            <a:off x="6738892" y="3156584"/>
            <a:ext cx="843605" cy="1003436"/>
          </a:xfrm>
          <a:custGeom>
            <a:avLst/>
            <a:gdLst>
              <a:gd name="connsiteX0" fmla="*/ 434989 w 1523031"/>
              <a:gd name="connsiteY0" fmla="*/ 253346 h 1763594"/>
              <a:gd name="connsiteX1" fmla="*/ 488 w 1523031"/>
              <a:gd name="connsiteY1" fmla="*/ 921706 h 1763594"/>
              <a:gd name="connsiteX2" fmla="*/ 368142 w 1523031"/>
              <a:gd name="connsiteY2" fmla="*/ 1489812 h 1763594"/>
              <a:gd name="connsiteX3" fmla="*/ 1187008 w 1523031"/>
              <a:gd name="connsiteY3" fmla="*/ 1757156 h 1763594"/>
              <a:gd name="connsiteX4" fmla="*/ 1521239 w 1523031"/>
              <a:gd name="connsiteY4" fmla="*/ 1239177 h 1763594"/>
              <a:gd name="connsiteX5" fmla="*/ 1320700 w 1523031"/>
              <a:gd name="connsiteY5" fmla="*/ 654362 h 1763594"/>
              <a:gd name="connsiteX6" fmla="*/ 1337412 w 1523031"/>
              <a:gd name="connsiteY6" fmla="*/ 136383 h 1763594"/>
              <a:gd name="connsiteX7" fmla="*/ 1086739 w 1523031"/>
              <a:gd name="connsiteY7" fmla="*/ 2711 h 1763594"/>
              <a:gd name="connsiteX8" fmla="*/ 434989 w 1523031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1086739 w 1537226"/>
              <a:gd name="connsiteY7" fmla="*/ 2711 h 1763594"/>
              <a:gd name="connsiteX8" fmla="*/ 434989 w 1537226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839572 w 1537226"/>
              <a:gd name="connsiteY7" fmla="*/ 2711 h 1763594"/>
              <a:gd name="connsiteX8" fmla="*/ 434989 w 1537226"/>
              <a:gd name="connsiteY8" fmla="*/ 253346 h 1763594"/>
              <a:gd name="connsiteX0" fmla="*/ 360357 w 1536743"/>
              <a:gd name="connsiteY0" fmla="*/ 534641 h 1782088"/>
              <a:gd name="connsiteX1" fmla="*/ 5 w 1536743"/>
              <a:gd name="connsiteY1" fmla="*/ 940200 h 1782088"/>
              <a:gd name="connsiteX2" fmla="*/ 367659 w 1536743"/>
              <a:gd name="connsiteY2" fmla="*/ 1508306 h 1782088"/>
              <a:gd name="connsiteX3" fmla="*/ 1186525 w 1536743"/>
              <a:gd name="connsiteY3" fmla="*/ 1775650 h 1782088"/>
              <a:gd name="connsiteX4" fmla="*/ 1520756 w 1536743"/>
              <a:gd name="connsiteY4" fmla="*/ 1257671 h 1782088"/>
              <a:gd name="connsiteX5" fmla="*/ 1468515 w 1536743"/>
              <a:gd name="connsiteY5" fmla="*/ 672856 h 1782088"/>
              <a:gd name="connsiteX6" fmla="*/ 1336929 w 1536743"/>
              <a:gd name="connsiteY6" fmla="*/ 154877 h 1782088"/>
              <a:gd name="connsiteX7" fmla="*/ 839089 w 1536743"/>
              <a:gd name="connsiteY7" fmla="*/ 21205 h 1782088"/>
              <a:gd name="connsiteX8" fmla="*/ 360357 w 1536743"/>
              <a:gd name="connsiteY8" fmla="*/ 534641 h 1782088"/>
              <a:gd name="connsiteX0" fmla="*/ 360355 w 1536741"/>
              <a:gd name="connsiteY0" fmla="*/ 534641 h 1782088"/>
              <a:gd name="connsiteX1" fmla="*/ 3 w 1536741"/>
              <a:gd name="connsiteY1" fmla="*/ 940200 h 1782088"/>
              <a:gd name="connsiteX2" fmla="*/ 367657 w 1536741"/>
              <a:gd name="connsiteY2" fmla="*/ 1508306 h 1782088"/>
              <a:gd name="connsiteX3" fmla="*/ 1186523 w 1536741"/>
              <a:gd name="connsiteY3" fmla="*/ 1775650 h 1782088"/>
              <a:gd name="connsiteX4" fmla="*/ 1520754 w 1536741"/>
              <a:gd name="connsiteY4" fmla="*/ 1257671 h 1782088"/>
              <a:gd name="connsiteX5" fmla="*/ 1468513 w 1536741"/>
              <a:gd name="connsiteY5" fmla="*/ 672856 h 1782088"/>
              <a:gd name="connsiteX6" fmla="*/ 1336927 w 1536741"/>
              <a:gd name="connsiteY6" fmla="*/ 154877 h 1782088"/>
              <a:gd name="connsiteX7" fmla="*/ 839087 w 1536741"/>
              <a:gd name="connsiteY7" fmla="*/ 21205 h 1782088"/>
              <a:gd name="connsiteX8" fmla="*/ 360355 w 1536741"/>
              <a:gd name="connsiteY8" fmla="*/ 534641 h 1782088"/>
              <a:gd name="connsiteX0" fmla="*/ 382604 w 1558990"/>
              <a:gd name="connsiteY0" fmla="*/ 534641 h 1810599"/>
              <a:gd name="connsiteX1" fmla="*/ 22252 w 1558990"/>
              <a:gd name="connsiteY1" fmla="*/ 940200 h 1810599"/>
              <a:gd name="connsiteX2" fmla="*/ 167457 w 1558990"/>
              <a:gd name="connsiteY2" fmla="*/ 1672556 h 1810599"/>
              <a:gd name="connsiteX3" fmla="*/ 1208772 w 1558990"/>
              <a:gd name="connsiteY3" fmla="*/ 1775650 h 1810599"/>
              <a:gd name="connsiteX4" fmla="*/ 1543003 w 1558990"/>
              <a:gd name="connsiteY4" fmla="*/ 1257671 h 1810599"/>
              <a:gd name="connsiteX5" fmla="*/ 1490762 w 1558990"/>
              <a:gd name="connsiteY5" fmla="*/ 672856 h 1810599"/>
              <a:gd name="connsiteX6" fmla="*/ 1359176 w 1558990"/>
              <a:gd name="connsiteY6" fmla="*/ 154877 h 1810599"/>
              <a:gd name="connsiteX7" fmla="*/ 861336 w 1558990"/>
              <a:gd name="connsiteY7" fmla="*/ 21205 h 1810599"/>
              <a:gd name="connsiteX8" fmla="*/ 382604 w 1558990"/>
              <a:gd name="connsiteY8" fmla="*/ 534641 h 1810599"/>
              <a:gd name="connsiteX0" fmla="*/ 393458 w 1593840"/>
              <a:gd name="connsiteY0" fmla="*/ 534641 h 1793264"/>
              <a:gd name="connsiteX1" fmla="*/ 33106 w 1593840"/>
              <a:gd name="connsiteY1" fmla="*/ 940200 h 1793264"/>
              <a:gd name="connsiteX2" fmla="*/ 178311 w 1593840"/>
              <a:gd name="connsiteY2" fmla="*/ 1672556 h 1793264"/>
              <a:gd name="connsiteX3" fmla="*/ 1464139 w 1593840"/>
              <a:gd name="connsiteY3" fmla="*/ 1752440 h 1793264"/>
              <a:gd name="connsiteX4" fmla="*/ 1553857 w 1593840"/>
              <a:gd name="connsiteY4" fmla="*/ 1257671 h 1793264"/>
              <a:gd name="connsiteX5" fmla="*/ 1501616 w 1593840"/>
              <a:gd name="connsiteY5" fmla="*/ 672856 h 1793264"/>
              <a:gd name="connsiteX6" fmla="*/ 1370030 w 1593840"/>
              <a:gd name="connsiteY6" fmla="*/ 154877 h 1793264"/>
              <a:gd name="connsiteX7" fmla="*/ 872190 w 1593840"/>
              <a:gd name="connsiteY7" fmla="*/ 21205 h 1793264"/>
              <a:gd name="connsiteX8" fmla="*/ 393458 w 1593840"/>
              <a:gd name="connsiteY8" fmla="*/ 534641 h 1793264"/>
              <a:gd name="connsiteX0" fmla="*/ 393458 w 1566550"/>
              <a:gd name="connsiteY0" fmla="*/ 534641 h 1840341"/>
              <a:gd name="connsiteX1" fmla="*/ 33106 w 1566550"/>
              <a:gd name="connsiteY1" fmla="*/ 940200 h 1840341"/>
              <a:gd name="connsiteX2" fmla="*/ 178311 w 1566550"/>
              <a:gd name="connsiteY2" fmla="*/ 1672556 h 1840341"/>
              <a:gd name="connsiteX3" fmla="*/ 1464139 w 1566550"/>
              <a:gd name="connsiteY3" fmla="*/ 1752440 h 1840341"/>
              <a:gd name="connsiteX4" fmla="*/ 1553857 w 1566550"/>
              <a:gd name="connsiteY4" fmla="*/ 1257671 h 1840341"/>
              <a:gd name="connsiteX5" fmla="*/ 1501616 w 1566550"/>
              <a:gd name="connsiteY5" fmla="*/ 672856 h 1840341"/>
              <a:gd name="connsiteX6" fmla="*/ 1370030 w 1566550"/>
              <a:gd name="connsiteY6" fmla="*/ 154877 h 1840341"/>
              <a:gd name="connsiteX7" fmla="*/ 872190 w 1566550"/>
              <a:gd name="connsiteY7" fmla="*/ 21205 h 1840341"/>
              <a:gd name="connsiteX8" fmla="*/ 393458 w 1566550"/>
              <a:gd name="connsiteY8" fmla="*/ 534641 h 1840341"/>
              <a:gd name="connsiteX0" fmla="*/ 393458 w 1555557"/>
              <a:gd name="connsiteY0" fmla="*/ 534641 h 1787187"/>
              <a:gd name="connsiteX1" fmla="*/ 33106 w 1555557"/>
              <a:gd name="connsiteY1" fmla="*/ 940200 h 1787187"/>
              <a:gd name="connsiteX2" fmla="*/ 178311 w 1555557"/>
              <a:gd name="connsiteY2" fmla="*/ 1672556 h 1787187"/>
              <a:gd name="connsiteX3" fmla="*/ 1464139 w 1555557"/>
              <a:gd name="connsiteY3" fmla="*/ 1752440 h 1787187"/>
              <a:gd name="connsiteX4" fmla="*/ 1553857 w 1555557"/>
              <a:gd name="connsiteY4" fmla="*/ 1257671 h 1787187"/>
              <a:gd name="connsiteX5" fmla="*/ 1501616 w 1555557"/>
              <a:gd name="connsiteY5" fmla="*/ 672856 h 1787187"/>
              <a:gd name="connsiteX6" fmla="*/ 1370030 w 1555557"/>
              <a:gd name="connsiteY6" fmla="*/ 154877 h 1787187"/>
              <a:gd name="connsiteX7" fmla="*/ 872190 w 1555557"/>
              <a:gd name="connsiteY7" fmla="*/ 21205 h 1787187"/>
              <a:gd name="connsiteX8" fmla="*/ 393458 w 1555557"/>
              <a:gd name="connsiteY8" fmla="*/ 534641 h 1787187"/>
              <a:gd name="connsiteX0" fmla="*/ 401126 w 1664928"/>
              <a:gd name="connsiteY0" fmla="*/ 534641 h 1783934"/>
              <a:gd name="connsiteX1" fmla="*/ 40774 w 1664928"/>
              <a:gd name="connsiteY1" fmla="*/ 940200 h 1783934"/>
              <a:gd name="connsiteX2" fmla="*/ 185979 w 1664928"/>
              <a:gd name="connsiteY2" fmla="*/ 1672556 h 1783934"/>
              <a:gd name="connsiteX3" fmla="*/ 1618513 w 1664928"/>
              <a:gd name="connsiteY3" fmla="*/ 1747798 h 1783934"/>
              <a:gd name="connsiteX4" fmla="*/ 1561525 w 1664928"/>
              <a:gd name="connsiteY4" fmla="*/ 1257671 h 1783934"/>
              <a:gd name="connsiteX5" fmla="*/ 1509284 w 1664928"/>
              <a:gd name="connsiteY5" fmla="*/ 672856 h 1783934"/>
              <a:gd name="connsiteX6" fmla="*/ 1377698 w 1664928"/>
              <a:gd name="connsiteY6" fmla="*/ 154877 h 1783934"/>
              <a:gd name="connsiteX7" fmla="*/ 879858 w 1664928"/>
              <a:gd name="connsiteY7" fmla="*/ 21205 h 1783934"/>
              <a:gd name="connsiteX8" fmla="*/ 401126 w 1664928"/>
              <a:gd name="connsiteY8" fmla="*/ 534641 h 1783934"/>
              <a:gd name="connsiteX0" fmla="*/ 408119 w 1718774"/>
              <a:gd name="connsiteY0" fmla="*/ 534641 h 1826522"/>
              <a:gd name="connsiteX1" fmla="*/ 47767 w 1718774"/>
              <a:gd name="connsiteY1" fmla="*/ 940200 h 1826522"/>
              <a:gd name="connsiteX2" fmla="*/ 179001 w 1718774"/>
              <a:gd name="connsiteY2" fmla="*/ 1742186 h 1826522"/>
              <a:gd name="connsiteX3" fmla="*/ 1625506 w 1718774"/>
              <a:gd name="connsiteY3" fmla="*/ 1747798 h 1826522"/>
              <a:gd name="connsiteX4" fmla="*/ 1568518 w 1718774"/>
              <a:gd name="connsiteY4" fmla="*/ 1257671 h 1826522"/>
              <a:gd name="connsiteX5" fmla="*/ 1516277 w 1718774"/>
              <a:gd name="connsiteY5" fmla="*/ 672856 h 1826522"/>
              <a:gd name="connsiteX6" fmla="*/ 1384691 w 1718774"/>
              <a:gd name="connsiteY6" fmla="*/ 154877 h 1826522"/>
              <a:gd name="connsiteX7" fmla="*/ 886851 w 1718774"/>
              <a:gd name="connsiteY7" fmla="*/ 21205 h 1826522"/>
              <a:gd name="connsiteX8" fmla="*/ 408119 w 1718774"/>
              <a:gd name="connsiteY8" fmla="*/ 534641 h 1826522"/>
              <a:gd name="connsiteX0" fmla="*/ 477759 w 1796623"/>
              <a:gd name="connsiteY0" fmla="*/ 534641 h 1818043"/>
              <a:gd name="connsiteX1" fmla="*/ 117407 w 1796623"/>
              <a:gd name="connsiteY1" fmla="*/ 940200 h 1818043"/>
              <a:gd name="connsiteX2" fmla="*/ 136864 w 1796623"/>
              <a:gd name="connsiteY2" fmla="*/ 1728260 h 1818043"/>
              <a:gd name="connsiteX3" fmla="*/ 1695146 w 1796623"/>
              <a:gd name="connsiteY3" fmla="*/ 1747798 h 1818043"/>
              <a:gd name="connsiteX4" fmla="*/ 1638158 w 1796623"/>
              <a:gd name="connsiteY4" fmla="*/ 1257671 h 1818043"/>
              <a:gd name="connsiteX5" fmla="*/ 1585917 w 1796623"/>
              <a:gd name="connsiteY5" fmla="*/ 672856 h 1818043"/>
              <a:gd name="connsiteX6" fmla="*/ 1454331 w 1796623"/>
              <a:gd name="connsiteY6" fmla="*/ 154877 h 1818043"/>
              <a:gd name="connsiteX7" fmla="*/ 956491 w 1796623"/>
              <a:gd name="connsiteY7" fmla="*/ 21205 h 1818043"/>
              <a:gd name="connsiteX8" fmla="*/ 477759 w 1796623"/>
              <a:gd name="connsiteY8" fmla="*/ 534641 h 1818043"/>
              <a:gd name="connsiteX0" fmla="*/ 396783 w 1688820"/>
              <a:gd name="connsiteY0" fmla="*/ 534641 h 1815615"/>
              <a:gd name="connsiteX1" fmla="*/ 36431 w 1688820"/>
              <a:gd name="connsiteY1" fmla="*/ 940200 h 1815615"/>
              <a:gd name="connsiteX2" fmla="*/ 55888 w 1688820"/>
              <a:gd name="connsiteY2" fmla="*/ 1728260 h 1815615"/>
              <a:gd name="connsiteX3" fmla="*/ 421834 w 1688820"/>
              <a:gd name="connsiteY3" fmla="*/ 1798118 h 1815615"/>
              <a:gd name="connsiteX4" fmla="*/ 1614170 w 1688820"/>
              <a:gd name="connsiteY4" fmla="*/ 1747798 h 1815615"/>
              <a:gd name="connsiteX5" fmla="*/ 1557182 w 1688820"/>
              <a:gd name="connsiteY5" fmla="*/ 1257671 h 1815615"/>
              <a:gd name="connsiteX6" fmla="*/ 1504941 w 1688820"/>
              <a:gd name="connsiteY6" fmla="*/ 672856 h 1815615"/>
              <a:gd name="connsiteX7" fmla="*/ 1373355 w 1688820"/>
              <a:gd name="connsiteY7" fmla="*/ 154877 h 1815615"/>
              <a:gd name="connsiteX8" fmla="*/ 875515 w 1688820"/>
              <a:gd name="connsiteY8" fmla="*/ 21205 h 1815615"/>
              <a:gd name="connsiteX9" fmla="*/ 396783 w 1688820"/>
              <a:gd name="connsiteY9" fmla="*/ 534641 h 1815615"/>
              <a:gd name="connsiteX0" fmla="*/ 394951 w 1689541"/>
              <a:gd name="connsiteY0" fmla="*/ 534641 h 1877271"/>
              <a:gd name="connsiteX1" fmla="*/ 34599 w 1689541"/>
              <a:gd name="connsiteY1" fmla="*/ 940200 h 1877271"/>
              <a:gd name="connsiteX2" fmla="*/ 54056 w 1689541"/>
              <a:gd name="connsiteY2" fmla="*/ 1728260 h 1877271"/>
              <a:gd name="connsiteX3" fmla="*/ 385071 w 1689541"/>
              <a:gd name="connsiteY3" fmla="*/ 1877032 h 1877271"/>
              <a:gd name="connsiteX4" fmla="*/ 1612338 w 1689541"/>
              <a:gd name="connsiteY4" fmla="*/ 1747798 h 1877271"/>
              <a:gd name="connsiteX5" fmla="*/ 1555350 w 1689541"/>
              <a:gd name="connsiteY5" fmla="*/ 1257671 h 1877271"/>
              <a:gd name="connsiteX6" fmla="*/ 1503109 w 1689541"/>
              <a:gd name="connsiteY6" fmla="*/ 672856 h 1877271"/>
              <a:gd name="connsiteX7" fmla="*/ 1371523 w 1689541"/>
              <a:gd name="connsiteY7" fmla="*/ 154877 h 1877271"/>
              <a:gd name="connsiteX8" fmla="*/ 873683 w 1689541"/>
              <a:gd name="connsiteY8" fmla="*/ 21205 h 1877271"/>
              <a:gd name="connsiteX9" fmla="*/ 394951 w 1689541"/>
              <a:gd name="connsiteY9" fmla="*/ 534641 h 1877271"/>
              <a:gd name="connsiteX0" fmla="*/ 394949 w 1689541"/>
              <a:gd name="connsiteY0" fmla="*/ 534641 h 1877032"/>
              <a:gd name="connsiteX1" fmla="*/ 34597 w 1689541"/>
              <a:gd name="connsiteY1" fmla="*/ 940200 h 1877032"/>
              <a:gd name="connsiteX2" fmla="*/ 54054 w 1689541"/>
              <a:gd name="connsiteY2" fmla="*/ 1728260 h 1877032"/>
              <a:gd name="connsiteX3" fmla="*/ 385069 w 1689541"/>
              <a:gd name="connsiteY3" fmla="*/ 1877032 h 1877032"/>
              <a:gd name="connsiteX4" fmla="*/ 1612336 w 1689541"/>
              <a:gd name="connsiteY4" fmla="*/ 1747798 h 1877032"/>
              <a:gd name="connsiteX5" fmla="*/ 1555348 w 1689541"/>
              <a:gd name="connsiteY5" fmla="*/ 1257671 h 1877032"/>
              <a:gd name="connsiteX6" fmla="*/ 1503107 w 1689541"/>
              <a:gd name="connsiteY6" fmla="*/ 672856 h 1877032"/>
              <a:gd name="connsiteX7" fmla="*/ 1371521 w 1689541"/>
              <a:gd name="connsiteY7" fmla="*/ 154877 h 1877032"/>
              <a:gd name="connsiteX8" fmla="*/ 873681 w 1689541"/>
              <a:gd name="connsiteY8" fmla="*/ 21205 h 1877032"/>
              <a:gd name="connsiteX9" fmla="*/ 394949 w 1689541"/>
              <a:gd name="connsiteY9" fmla="*/ 534641 h 1877032"/>
              <a:gd name="connsiteX0" fmla="*/ 394949 w 1683795"/>
              <a:gd name="connsiteY0" fmla="*/ 534641 h 1877032"/>
              <a:gd name="connsiteX1" fmla="*/ 34597 w 1683795"/>
              <a:gd name="connsiteY1" fmla="*/ 940200 h 1877032"/>
              <a:gd name="connsiteX2" fmla="*/ 54054 w 1683795"/>
              <a:gd name="connsiteY2" fmla="*/ 1728260 h 1877032"/>
              <a:gd name="connsiteX3" fmla="*/ 385069 w 1683795"/>
              <a:gd name="connsiteY3" fmla="*/ 1877032 h 1877032"/>
              <a:gd name="connsiteX4" fmla="*/ 1605349 w 1683795"/>
              <a:gd name="connsiteY4" fmla="*/ 1798860 h 1877032"/>
              <a:gd name="connsiteX5" fmla="*/ 1555348 w 1683795"/>
              <a:gd name="connsiteY5" fmla="*/ 1257671 h 1877032"/>
              <a:gd name="connsiteX6" fmla="*/ 1503107 w 1683795"/>
              <a:gd name="connsiteY6" fmla="*/ 672856 h 1877032"/>
              <a:gd name="connsiteX7" fmla="*/ 1371521 w 1683795"/>
              <a:gd name="connsiteY7" fmla="*/ 154877 h 1877032"/>
              <a:gd name="connsiteX8" fmla="*/ 873681 w 1683795"/>
              <a:gd name="connsiteY8" fmla="*/ 21205 h 1877032"/>
              <a:gd name="connsiteX9" fmla="*/ 394949 w 1683795"/>
              <a:gd name="connsiteY9" fmla="*/ 534641 h 1877032"/>
              <a:gd name="connsiteX0" fmla="*/ 394949 w 1720794"/>
              <a:gd name="connsiteY0" fmla="*/ 534641 h 1877032"/>
              <a:gd name="connsiteX1" fmla="*/ 34597 w 1720794"/>
              <a:gd name="connsiteY1" fmla="*/ 940200 h 1877032"/>
              <a:gd name="connsiteX2" fmla="*/ 54054 w 1720794"/>
              <a:gd name="connsiteY2" fmla="*/ 1728260 h 1877032"/>
              <a:gd name="connsiteX3" fmla="*/ 385069 w 1720794"/>
              <a:gd name="connsiteY3" fmla="*/ 1877032 h 1877032"/>
              <a:gd name="connsiteX4" fmla="*/ 1605349 w 1720794"/>
              <a:gd name="connsiteY4" fmla="*/ 1798860 h 1877032"/>
              <a:gd name="connsiteX5" fmla="*/ 1555348 w 1720794"/>
              <a:gd name="connsiteY5" fmla="*/ 1257671 h 1877032"/>
              <a:gd name="connsiteX6" fmla="*/ 1503107 w 1720794"/>
              <a:gd name="connsiteY6" fmla="*/ 672856 h 1877032"/>
              <a:gd name="connsiteX7" fmla="*/ 1371521 w 1720794"/>
              <a:gd name="connsiteY7" fmla="*/ 154877 h 1877032"/>
              <a:gd name="connsiteX8" fmla="*/ 873681 w 1720794"/>
              <a:gd name="connsiteY8" fmla="*/ 21205 h 1877032"/>
              <a:gd name="connsiteX9" fmla="*/ 394949 w 1720794"/>
              <a:gd name="connsiteY9" fmla="*/ 534641 h 1877032"/>
              <a:gd name="connsiteX0" fmla="*/ 394949 w 1720794"/>
              <a:gd name="connsiteY0" fmla="*/ 534641 h 1877032"/>
              <a:gd name="connsiteX1" fmla="*/ 34597 w 1720794"/>
              <a:gd name="connsiteY1" fmla="*/ 940200 h 1877032"/>
              <a:gd name="connsiteX2" fmla="*/ 54054 w 1720794"/>
              <a:gd name="connsiteY2" fmla="*/ 1728260 h 1877032"/>
              <a:gd name="connsiteX3" fmla="*/ 385069 w 1720794"/>
              <a:gd name="connsiteY3" fmla="*/ 1877032 h 1877032"/>
              <a:gd name="connsiteX4" fmla="*/ 1605349 w 1720794"/>
              <a:gd name="connsiteY4" fmla="*/ 1798860 h 1877032"/>
              <a:gd name="connsiteX5" fmla="*/ 1555348 w 1720794"/>
              <a:gd name="connsiteY5" fmla="*/ 1257671 h 1877032"/>
              <a:gd name="connsiteX6" fmla="*/ 1503107 w 1720794"/>
              <a:gd name="connsiteY6" fmla="*/ 672856 h 1877032"/>
              <a:gd name="connsiteX7" fmla="*/ 1371521 w 1720794"/>
              <a:gd name="connsiteY7" fmla="*/ 154877 h 1877032"/>
              <a:gd name="connsiteX8" fmla="*/ 873681 w 1720794"/>
              <a:gd name="connsiteY8" fmla="*/ 21205 h 1877032"/>
              <a:gd name="connsiteX9" fmla="*/ 394949 w 1720794"/>
              <a:gd name="connsiteY9" fmla="*/ 534641 h 1877032"/>
              <a:gd name="connsiteX0" fmla="*/ 394949 w 1671512"/>
              <a:gd name="connsiteY0" fmla="*/ 534641 h 1877032"/>
              <a:gd name="connsiteX1" fmla="*/ 34597 w 1671512"/>
              <a:gd name="connsiteY1" fmla="*/ 940200 h 1877032"/>
              <a:gd name="connsiteX2" fmla="*/ 54054 w 1671512"/>
              <a:gd name="connsiteY2" fmla="*/ 1728260 h 1877032"/>
              <a:gd name="connsiteX3" fmla="*/ 385069 w 1671512"/>
              <a:gd name="connsiteY3" fmla="*/ 1877032 h 1877032"/>
              <a:gd name="connsiteX4" fmla="*/ 1605349 w 1671512"/>
              <a:gd name="connsiteY4" fmla="*/ 1798860 h 1877032"/>
              <a:gd name="connsiteX5" fmla="*/ 1555348 w 1671512"/>
              <a:gd name="connsiteY5" fmla="*/ 1257671 h 1877032"/>
              <a:gd name="connsiteX6" fmla="*/ 1503107 w 1671512"/>
              <a:gd name="connsiteY6" fmla="*/ 672856 h 1877032"/>
              <a:gd name="connsiteX7" fmla="*/ 1371521 w 1671512"/>
              <a:gd name="connsiteY7" fmla="*/ 154877 h 1877032"/>
              <a:gd name="connsiteX8" fmla="*/ 873681 w 1671512"/>
              <a:gd name="connsiteY8" fmla="*/ 21205 h 1877032"/>
              <a:gd name="connsiteX9" fmla="*/ 394949 w 1671512"/>
              <a:gd name="connsiteY9" fmla="*/ 534641 h 1877032"/>
              <a:gd name="connsiteX0" fmla="*/ 394949 w 1677296"/>
              <a:gd name="connsiteY0" fmla="*/ 534641 h 1877032"/>
              <a:gd name="connsiteX1" fmla="*/ 34597 w 1677296"/>
              <a:gd name="connsiteY1" fmla="*/ 940200 h 1877032"/>
              <a:gd name="connsiteX2" fmla="*/ 54054 w 1677296"/>
              <a:gd name="connsiteY2" fmla="*/ 1728260 h 1877032"/>
              <a:gd name="connsiteX3" fmla="*/ 385069 w 1677296"/>
              <a:gd name="connsiteY3" fmla="*/ 1877032 h 1877032"/>
              <a:gd name="connsiteX4" fmla="*/ 1612334 w 1677296"/>
              <a:gd name="connsiteY4" fmla="*/ 1840637 h 1877032"/>
              <a:gd name="connsiteX5" fmla="*/ 1555348 w 1677296"/>
              <a:gd name="connsiteY5" fmla="*/ 1257671 h 1877032"/>
              <a:gd name="connsiteX6" fmla="*/ 1503107 w 1677296"/>
              <a:gd name="connsiteY6" fmla="*/ 672856 h 1877032"/>
              <a:gd name="connsiteX7" fmla="*/ 1371521 w 1677296"/>
              <a:gd name="connsiteY7" fmla="*/ 154877 h 1877032"/>
              <a:gd name="connsiteX8" fmla="*/ 873681 w 1677296"/>
              <a:gd name="connsiteY8" fmla="*/ 21205 h 1877032"/>
              <a:gd name="connsiteX9" fmla="*/ 394949 w 1677296"/>
              <a:gd name="connsiteY9" fmla="*/ 534641 h 1877032"/>
              <a:gd name="connsiteX0" fmla="*/ 394949 w 1677298"/>
              <a:gd name="connsiteY0" fmla="*/ 534641 h 1877032"/>
              <a:gd name="connsiteX1" fmla="*/ 34597 w 1677298"/>
              <a:gd name="connsiteY1" fmla="*/ 940200 h 1877032"/>
              <a:gd name="connsiteX2" fmla="*/ 54054 w 1677298"/>
              <a:gd name="connsiteY2" fmla="*/ 1728260 h 1877032"/>
              <a:gd name="connsiteX3" fmla="*/ 385069 w 1677298"/>
              <a:gd name="connsiteY3" fmla="*/ 1877032 h 1877032"/>
              <a:gd name="connsiteX4" fmla="*/ 1612334 w 1677298"/>
              <a:gd name="connsiteY4" fmla="*/ 1840637 h 1877032"/>
              <a:gd name="connsiteX5" fmla="*/ 1555348 w 1677298"/>
              <a:gd name="connsiteY5" fmla="*/ 1257671 h 1877032"/>
              <a:gd name="connsiteX6" fmla="*/ 1503107 w 1677298"/>
              <a:gd name="connsiteY6" fmla="*/ 672856 h 1877032"/>
              <a:gd name="connsiteX7" fmla="*/ 1371521 w 1677298"/>
              <a:gd name="connsiteY7" fmla="*/ 154877 h 1877032"/>
              <a:gd name="connsiteX8" fmla="*/ 873681 w 1677298"/>
              <a:gd name="connsiteY8" fmla="*/ 21205 h 1877032"/>
              <a:gd name="connsiteX9" fmla="*/ 394949 w 1677298"/>
              <a:gd name="connsiteY9" fmla="*/ 534641 h 1877032"/>
              <a:gd name="connsiteX0" fmla="*/ 394949 w 1677296"/>
              <a:gd name="connsiteY0" fmla="*/ 534641 h 1904936"/>
              <a:gd name="connsiteX1" fmla="*/ 34597 w 1677296"/>
              <a:gd name="connsiteY1" fmla="*/ 940200 h 1904936"/>
              <a:gd name="connsiteX2" fmla="*/ 54054 w 1677296"/>
              <a:gd name="connsiteY2" fmla="*/ 1728260 h 1904936"/>
              <a:gd name="connsiteX3" fmla="*/ 385069 w 1677296"/>
              <a:gd name="connsiteY3" fmla="*/ 1877032 h 1904936"/>
              <a:gd name="connsiteX4" fmla="*/ 1612334 w 1677296"/>
              <a:gd name="connsiteY4" fmla="*/ 1840637 h 1904936"/>
              <a:gd name="connsiteX5" fmla="*/ 1555348 w 1677296"/>
              <a:gd name="connsiteY5" fmla="*/ 1257671 h 1904936"/>
              <a:gd name="connsiteX6" fmla="*/ 1503107 w 1677296"/>
              <a:gd name="connsiteY6" fmla="*/ 672856 h 1904936"/>
              <a:gd name="connsiteX7" fmla="*/ 1371521 w 1677296"/>
              <a:gd name="connsiteY7" fmla="*/ 154877 h 1904936"/>
              <a:gd name="connsiteX8" fmla="*/ 873681 w 1677296"/>
              <a:gd name="connsiteY8" fmla="*/ 21205 h 1904936"/>
              <a:gd name="connsiteX9" fmla="*/ 394949 w 1677296"/>
              <a:gd name="connsiteY9" fmla="*/ 534641 h 1904936"/>
              <a:gd name="connsiteX0" fmla="*/ 461539 w 1743887"/>
              <a:gd name="connsiteY0" fmla="*/ 534641 h 1904936"/>
              <a:gd name="connsiteX1" fmla="*/ 101187 w 1743887"/>
              <a:gd name="connsiteY1" fmla="*/ 940200 h 1904936"/>
              <a:gd name="connsiteX2" fmla="*/ 22840 w 1743887"/>
              <a:gd name="connsiteY2" fmla="*/ 1737812 h 1904936"/>
              <a:gd name="connsiteX3" fmla="*/ 451659 w 1743887"/>
              <a:gd name="connsiteY3" fmla="*/ 1877032 h 1904936"/>
              <a:gd name="connsiteX4" fmla="*/ 1678924 w 1743887"/>
              <a:gd name="connsiteY4" fmla="*/ 1840637 h 1904936"/>
              <a:gd name="connsiteX5" fmla="*/ 1621938 w 1743887"/>
              <a:gd name="connsiteY5" fmla="*/ 1257671 h 1904936"/>
              <a:gd name="connsiteX6" fmla="*/ 1569697 w 1743887"/>
              <a:gd name="connsiteY6" fmla="*/ 672856 h 1904936"/>
              <a:gd name="connsiteX7" fmla="*/ 1438111 w 1743887"/>
              <a:gd name="connsiteY7" fmla="*/ 154877 h 1904936"/>
              <a:gd name="connsiteX8" fmla="*/ 940271 w 1743887"/>
              <a:gd name="connsiteY8" fmla="*/ 21205 h 1904936"/>
              <a:gd name="connsiteX9" fmla="*/ 461539 w 1743887"/>
              <a:gd name="connsiteY9" fmla="*/ 534641 h 1904936"/>
              <a:gd name="connsiteX0" fmla="*/ 452050 w 1756359"/>
              <a:gd name="connsiteY0" fmla="*/ 534641 h 1891359"/>
              <a:gd name="connsiteX1" fmla="*/ 91698 w 1756359"/>
              <a:gd name="connsiteY1" fmla="*/ 940200 h 1891359"/>
              <a:gd name="connsiteX2" fmla="*/ 13351 w 1756359"/>
              <a:gd name="connsiteY2" fmla="*/ 1737812 h 1891359"/>
              <a:gd name="connsiteX3" fmla="*/ 309435 w 1756359"/>
              <a:gd name="connsiteY3" fmla="*/ 1891359 h 1891359"/>
              <a:gd name="connsiteX4" fmla="*/ 1669435 w 1756359"/>
              <a:gd name="connsiteY4" fmla="*/ 1840637 h 1891359"/>
              <a:gd name="connsiteX5" fmla="*/ 1612449 w 1756359"/>
              <a:gd name="connsiteY5" fmla="*/ 1257671 h 1891359"/>
              <a:gd name="connsiteX6" fmla="*/ 1560208 w 1756359"/>
              <a:gd name="connsiteY6" fmla="*/ 672856 h 1891359"/>
              <a:gd name="connsiteX7" fmla="*/ 1428622 w 1756359"/>
              <a:gd name="connsiteY7" fmla="*/ 154877 h 1891359"/>
              <a:gd name="connsiteX8" fmla="*/ 930782 w 1756359"/>
              <a:gd name="connsiteY8" fmla="*/ 21205 h 1891359"/>
              <a:gd name="connsiteX9" fmla="*/ 452050 w 1756359"/>
              <a:gd name="connsiteY9" fmla="*/ 534641 h 1891359"/>
              <a:gd name="connsiteX0" fmla="*/ 452050 w 1756257"/>
              <a:gd name="connsiteY0" fmla="*/ 534641 h 1891359"/>
              <a:gd name="connsiteX1" fmla="*/ 91698 w 1756257"/>
              <a:gd name="connsiteY1" fmla="*/ 940200 h 1891359"/>
              <a:gd name="connsiteX2" fmla="*/ 13351 w 1756257"/>
              <a:gd name="connsiteY2" fmla="*/ 1737812 h 1891359"/>
              <a:gd name="connsiteX3" fmla="*/ 309435 w 1756257"/>
              <a:gd name="connsiteY3" fmla="*/ 1891359 h 1891359"/>
              <a:gd name="connsiteX4" fmla="*/ 1669435 w 1756257"/>
              <a:gd name="connsiteY4" fmla="*/ 1840637 h 1891359"/>
              <a:gd name="connsiteX5" fmla="*/ 1612449 w 1756257"/>
              <a:gd name="connsiteY5" fmla="*/ 1257671 h 1891359"/>
              <a:gd name="connsiteX6" fmla="*/ 1563496 w 1756257"/>
              <a:gd name="connsiteY6" fmla="*/ 959631 h 1891359"/>
              <a:gd name="connsiteX7" fmla="*/ 1560208 w 1756257"/>
              <a:gd name="connsiteY7" fmla="*/ 672856 h 1891359"/>
              <a:gd name="connsiteX8" fmla="*/ 1428622 w 1756257"/>
              <a:gd name="connsiteY8" fmla="*/ 154877 h 1891359"/>
              <a:gd name="connsiteX9" fmla="*/ 930782 w 1756257"/>
              <a:gd name="connsiteY9" fmla="*/ 21205 h 1891359"/>
              <a:gd name="connsiteX10" fmla="*/ 452050 w 1756257"/>
              <a:gd name="connsiteY10" fmla="*/ 534641 h 1891359"/>
              <a:gd name="connsiteX0" fmla="*/ 452050 w 1764590"/>
              <a:gd name="connsiteY0" fmla="*/ 534641 h 1891359"/>
              <a:gd name="connsiteX1" fmla="*/ 91698 w 1764590"/>
              <a:gd name="connsiteY1" fmla="*/ 940200 h 1891359"/>
              <a:gd name="connsiteX2" fmla="*/ 13351 w 1764590"/>
              <a:gd name="connsiteY2" fmla="*/ 1737812 h 1891359"/>
              <a:gd name="connsiteX3" fmla="*/ 309435 w 1764590"/>
              <a:gd name="connsiteY3" fmla="*/ 1891359 h 1891359"/>
              <a:gd name="connsiteX4" fmla="*/ 1669435 w 1764590"/>
              <a:gd name="connsiteY4" fmla="*/ 1840637 h 1891359"/>
              <a:gd name="connsiteX5" fmla="*/ 1612449 w 1764590"/>
              <a:gd name="connsiteY5" fmla="*/ 1257671 h 1891359"/>
              <a:gd name="connsiteX6" fmla="*/ 1309780 w 1764590"/>
              <a:gd name="connsiteY6" fmla="*/ 1046341 h 1891359"/>
              <a:gd name="connsiteX7" fmla="*/ 1560208 w 1764590"/>
              <a:gd name="connsiteY7" fmla="*/ 672856 h 1891359"/>
              <a:gd name="connsiteX8" fmla="*/ 1428622 w 1764590"/>
              <a:gd name="connsiteY8" fmla="*/ 154877 h 1891359"/>
              <a:gd name="connsiteX9" fmla="*/ 930782 w 1764590"/>
              <a:gd name="connsiteY9" fmla="*/ 21205 h 1891359"/>
              <a:gd name="connsiteX10" fmla="*/ 452050 w 1764590"/>
              <a:gd name="connsiteY10" fmla="*/ 534641 h 1891359"/>
              <a:gd name="connsiteX0" fmla="*/ 452050 w 1764592"/>
              <a:gd name="connsiteY0" fmla="*/ 534641 h 1891359"/>
              <a:gd name="connsiteX1" fmla="*/ 91698 w 1764592"/>
              <a:gd name="connsiteY1" fmla="*/ 940200 h 1891359"/>
              <a:gd name="connsiteX2" fmla="*/ 13351 w 1764592"/>
              <a:gd name="connsiteY2" fmla="*/ 1737812 h 1891359"/>
              <a:gd name="connsiteX3" fmla="*/ 309435 w 1764592"/>
              <a:gd name="connsiteY3" fmla="*/ 1891359 h 1891359"/>
              <a:gd name="connsiteX4" fmla="*/ 1669435 w 1764592"/>
              <a:gd name="connsiteY4" fmla="*/ 1840637 h 1891359"/>
              <a:gd name="connsiteX5" fmla="*/ 1612449 w 1764592"/>
              <a:gd name="connsiteY5" fmla="*/ 1257671 h 1891359"/>
              <a:gd name="connsiteX6" fmla="*/ 1309780 w 1764592"/>
              <a:gd name="connsiteY6" fmla="*/ 1046341 h 1891359"/>
              <a:gd name="connsiteX7" fmla="*/ 1560208 w 1764592"/>
              <a:gd name="connsiteY7" fmla="*/ 672856 h 1891359"/>
              <a:gd name="connsiteX8" fmla="*/ 1428622 w 1764592"/>
              <a:gd name="connsiteY8" fmla="*/ 154877 h 1891359"/>
              <a:gd name="connsiteX9" fmla="*/ 930782 w 1764592"/>
              <a:gd name="connsiteY9" fmla="*/ 21205 h 1891359"/>
              <a:gd name="connsiteX10" fmla="*/ 452050 w 1764592"/>
              <a:gd name="connsiteY10" fmla="*/ 534641 h 1891359"/>
              <a:gd name="connsiteX0" fmla="*/ 452050 w 1764590"/>
              <a:gd name="connsiteY0" fmla="*/ 534641 h 1891359"/>
              <a:gd name="connsiteX1" fmla="*/ 91698 w 1764590"/>
              <a:gd name="connsiteY1" fmla="*/ 940200 h 1891359"/>
              <a:gd name="connsiteX2" fmla="*/ 13351 w 1764590"/>
              <a:gd name="connsiteY2" fmla="*/ 1737812 h 1891359"/>
              <a:gd name="connsiteX3" fmla="*/ 309435 w 1764590"/>
              <a:gd name="connsiteY3" fmla="*/ 1891359 h 1891359"/>
              <a:gd name="connsiteX4" fmla="*/ 1669435 w 1764590"/>
              <a:gd name="connsiteY4" fmla="*/ 1840637 h 1891359"/>
              <a:gd name="connsiteX5" fmla="*/ 1612449 w 1764590"/>
              <a:gd name="connsiteY5" fmla="*/ 1257671 h 1891359"/>
              <a:gd name="connsiteX6" fmla="*/ 1309780 w 1764590"/>
              <a:gd name="connsiteY6" fmla="*/ 1046341 h 1891359"/>
              <a:gd name="connsiteX7" fmla="*/ 1560208 w 1764590"/>
              <a:gd name="connsiteY7" fmla="*/ 672856 h 1891359"/>
              <a:gd name="connsiteX8" fmla="*/ 1428622 w 1764590"/>
              <a:gd name="connsiteY8" fmla="*/ 154877 h 1891359"/>
              <a:gd name="connsiteX9" fmla="*/ 930782 w 1764590"/>
              <a:gd name="connsiteY9" fmla="*/ 21205 h 1891359"/>
              <a:gd name="connsiteX10" fmla="*/ 452050 w 1764590"/>
              <a:gd name="connsiteY10" fmla="*/ 534641 h 1891359"/>
              <a:gd name="connsiteX0" fmla="*/ 452050 w 1792731"/>
              <a:gd name="connsiteY0" fmla="*/ 534641 h 1891359"/>
              <a:gd name="connsiteX1" fmla="*/ 91698 w 1792731"/>
              <a:gd name="connsiteY1" fmla="*/ 940200 h 1891359"/>
              <a:gd name="connsiteX2" fmla="*/ 13351 w 1792731"/>
              <a:gd name="connsiteY2" fmla="*/ 1737812 h 1891359"/>
              <a:gd name="connsiteX3" fmla="*/ 309435 w 1792731"/>
              <a:gd name="connsiteY3" fmla="*/ 1891359 h 1891359"/>
              <a:gd name="connsiteX4" fmla="*/ 1669435 w 1792731"/>
              <a:gd name="connsiteY4" fmla="*/ 1840637 h 1891359"/>
              <a:gd name="connsiteX5" fmla="*/ 1688563 w 1792731"/>
              <a:gd name="connsiteY5" fmla="*/ 1292355 h 1891359"/>
              <a:gd name="connsiteX6" fmla="*/ 1309780 w 1792731"/>
              <a:gd name="connsiteY6" fmla="*/ 1046341 h 1891359"/>
              <a:gd name="connsiteX7" fmla="*/ 1560208 w 1792731"/>
              <a:gd name="connsiteY7" fmla="*/ 672856 h 1891359"/>
              <a:gd name="connsiteX8" fmla="*/ 1428622 w 1792731"/>
              <a:gd name="connsiteY8" fmla="*/ 154877 h 1891359"/>
              <a:gd name="connsiteX9" fmla="*/ 930782 w 1792731"/>
              <a:gd name="connsiteY9" fmla="*/ 21205 h 1891359"/>
              <a:gd name="connsiteX10" fmla="*/ 452050 w 1792731"/>
              <a:gd name="connsiteY10" fmla="*/ 534641 h 1891359"/>
              <a:gd name="connsiteX0" fmla="*/ 452050 w 1814809"/>
              <a:gd name="connsiteY0" fmla="*/ 534641 h 1891359"/>
              <a:gd name="connsiteX1" fmla="*/ 91698 w 1814809"/>
              <a:gd name="connsiteY1" fmla="*/ 940200 h 1891359"/>
              <a:gd name="connsiteX2" fmla="*/ 13351 w 1814809"/>
              <a:gd name="connsiteY2" fmla="*/ 1737812 h 1891359"/>
              <a:gd name="connsiteX3" fmla="*/ 309435 w 1814809"/>
              <a:gd name="connsiteY3" fmla="*/ 1891359 h 1891359"/>
              <a:gd name="connsiteX4" fmla="*/ 1669435 w 1814809"/>
              <a:gd name="connsiteY4" fmla="*/ 1840637 h 1891359"/>
              <a:gd name="connsiteX5" fmla="*/ 1688563 w 1814809"/>
              <a:gd name="connsiteY5" fmla="*/ 1292355 h 1891359"/>
              <a:gd name="connsiteX6" fmla="*/ 1309780 w 1814809"/>
              <a:gd name="connsiteY6" fmla="*/ 1046341 h 1891359"/>
              <a:gd name="connsiteX7" fmla="*/ 1560208 w 1814809"/>
              <a:gd name="connsiteY7" fmla="*/ 672856 h 1891359"/>
              <a:gd name="connsiteX8" fmla="*/ 1428622 w 1814809"/>
              <a:gd name="connsiteY8" fmla="*/ 154877 h 1891359"/>
              <a:gd name="connsiteX9" fmla="*/ 930782 w 1814809"/>
              <a:gd name="connsiteY9" fmla="*/ 21205 h 1891359"/>
              <a:gd name="connsiteX10" fmla="*/ 452050 w 1814809"/>
              <a:gd name="connsiteY10" fmla="*/ 534641 h 1891359"/>
              <a:gd name="connsiteX0" fmla="*/ 452050 w 1814809"/>
              <a:gd name="connsiteY0" fmla="*/ 534641 h 1891359"/>
              <a:gd name="connsiteX1" fmla="*/ 91698 w 1814809"/>
              <a:gd name="connsiteY1" fmla="*/ 940200 h 1891359"/>
              <a:gd name="connsiteX2" fmla="*/ 13351 w 1814809"/>
              <a:gd name="connsiteY2" fmla="*/ 1737812 h 1891359"/>
              <a:gd name="connsiteX3" fmla="*/ 309435 w 1814809"/>
              <a:gd name="connsiteY3" fmla="*/ 1891359 h 1891359"/>
              <a:gd name="connsiteX4" fmla="*/ 1669435 w 1814809"/>
              <a:gd name="connsiteY4" fmla="*/ 1840637 h 1891359"/>
              <a:gd name="connsiteX5" fmla="*/ 1688563 w 1814809"/>
              <a:gd name="connsiteY5" fmla="*/ 1292355 h 1891359"/>
              <a:gd name="connsiteX6" fmla="*/ 1309780 w 1814809"/>
              <a:gd name="connsiteY6" fmla="*/ 1046341 h 1891359"/>
              <a:gd name="connsiteX7" fmla="*/ 1619996 w 1814809"/>
              <a:gd name="connsiteY7" fmla="*/ 526399 h 1891359"/>
              <a:gd name="connsiteX8" fmla="*/ 1428622 w 1814809"/>
              <a:gd name="connsiteY8" fmla="*/ 154877 h 1891359"/>
              <a:gd name="connsiteX9" fmla="*/ 930782 w 1814809"/>
              <a:gd name="connsiteY9" fmla="*/ 21205 h 1891359"/>
              <a:gd name="connsiteX10" fmla="*/ 452050 w 1814809"/>
              <a:gd name="connsiteY10" fmla="*/ 534641 h 1891359"/>
              <a:gd name="connsiteX0" fmla="*/ 452050 w 1814809"/>
              <a:gd name="connsiteY0" fmla="*/ 542872 h 1899590"/>
              <a:gd name="connsiteX1" fmla="*/ 91698 w 1814809"/>
              <a:gd name="connsiteY1" fmla="*/ 948431 h 1899590"/>
              <a:gd name="connsiteX2" fmla="*/ 13351 w 1814809"/>
              <a:gd name="connsiteY2" fmla="*/ 1746043 h 1899590"/>
              <a:gd name="connsiteX3" fmla="*/ 309435 w 1814809"/>
              <a:gd name="connsiteY3" fmla="*/ 1899590 h 1899590"/>
              <a:gd name="connsiteX4" fmla="*/ 1669435 w 1814809"/>
              <a:gd name="connsiteY4" fmla="*/ 1848868 h 1899590"/>
              <a:gd name="connsiteX5" fmla="*/ 1688563 w 1814809"/>
              <a:gd name="connsiteY5" fmla="*/ 1300586 h 1899590"/>
              <a:gd name="connsiteX6" fmla="*/ 1309780 w 1814809"/>
              <a:gd name="connsiteY6" fmla="*/ 1054572 h 1899590"/>
              <a:gd name="connsiteX7" fmla="*/ 1619996 w 1814809"/>
              <a:gd name="connsiteY7" fmla="*/ 534630 h 1899590"/>
              <a:gd name="connsiteX8" fmla="*/ 1488411 w 1814809"/>
              <a:gd name="connsiteY8" fmla="*/ 129049 h 1899590"/>
              <a:gd name="connsiteX9" fmla="*/ 930782 w 1814809"/>
              <a:gd name="connsiteY9" fmla="*/ 29436 h 1899590"/>
              <a:gd name="connsiteX10" fmla="*/ 452050 w 1814809"/>
              <a:gd name="connsiteY10" fmla="*/ 542872 h 1899590"/>
              <a:gd name="connsiteX0" fmla="*/ 452050 w 1814809"/>
              <a:gd name="connsiteY0" fmla="*/ 540513 h 1897231"/>
              <a:gd name="connsiteX1" fmla="*/ 91698 w 1814809"/>
              <a:gd name="connsiteY1" fmla="*/ 946072 h 1897231"/>
              <a:gd name="connsiteX2" fmla="*/ 13351 w 1814809"/>
              <a:gd name="connsiteY2" fmla="*/ 1743684 h 1897231"/>
              <a:gd name="connsiteX3" fmla="*/ 309435 w 1814809"/>
              <a:gd name="connsiteY3" fmla="*/ 1897231 h 1897231"/>
              <a:gd name="connsiteX4" fmla="*/ 1669435 w 1814809"/>
              <a:gd name="connsiteY4" fmla="*/ 1846509 h 1897231"/>
              <a:gd name="connsiteX5" fmla="*/ 1688563 w 1814809"/>
              <a:gd name="connsiteY5" fmla="*/ 1298227 h 1897231"/>
              <a:gd name="connsiteX6" fmla="*/ 1309780 w 1814809"/>
              <a:gd name="connsiteY6" fmla="*/ 1052213 h 1897231"/>
              <a:gd name="connsiteX7" fmla="*/ 1619996 w 1814809"/>
              <a:gd name="connsiteY7" fmla="*/ 532271 h 1897231"/>
              <a:gd name="connsiteX8" fmla="*/ 1488411 w 1814809"/>
              <a:gd name="connsiteY8" fmla="*/ 126690 h 1897231"/>
              <a:gd name="connsiteX9" fmla="*/ 930782 w 1814809"/>
              <a:gd name="connsiteY9" fmla="*/ 27077 h 1897231"/>
              <a:gd name="connsiteX10" fmla="*/ 452050 w 1814809"/>
              <a:gd name="connsiteY10" fmla="*/ 540513 h 1897231"/>
              <a:gd name="connsiteX0" fmla="*/ 452050 w 1814809"/>
              <a:gd name="connsiteY0" fmla="*/ 540513 h 1897231"/>
              <a:gd name="connsiteX1" fmla="*/ 91698 w 1814809"/>
              <a:gd name="connsiteY1" fmla="*/ 946072 h 1897231"/>
              <a:gd name="connsiteX2" fmla="*/ 13351 w 1814809"/>
              <a:gd name="connsiteY2" fmla="*/ 1743684 h 1897231"/>
              <a:gd name="connsiteX3" fmla="*/ 309435 w 1814809"/>
              <a:gd name="connsiteY3" fmla="*/ 1897231 h 1897231"/>
              <a:gd name="connsiteX4" fmla="*/ 1669435 w 1814809"/>
              <a:gd name="connsiteY4" fmla="*/ 1846509 h 1897231"/>
              <a:gd name="connsiteX5" fmla="*/ 1688563 w 1814809"/>
              <a:gd name="connsiteY5" fmla="*/ 1298227 h 1897231"/>
              <a:gd name="connsiteX6" fmla="*/ 1309780 w 1814809"/>
              <a:gd name="connsiteY6" fmla="*/ 1052213 h 1897231"/>
              <a:gd name="connsiteX7" fmla="*/ 1619996 w 1814809"/>
              <a:gd name="connsiteY7" fmla="*/ 532271 h 1897231"/>
              <a:gd name="connsiteX8" fmla="*/ 1488411 w 1814809"/>
              <a:gd name="connsiteY8" fmla="*/ 126690 h 1897231"/>
              <a:gd name="connsiteX9" fmla="*/ 930782 w 1814809"/>
              <a:gd name="connsiteY9" fmla="*/ 27077 h 1897231"/>
              <a:gd name="connsiteX10" fmla="*/ 452050 w 1814809"/>
              <a:gd name="connsiteY10" fmla="*/ 540513 h 1897231"/>
              <a:gd name="connsiteX0" fmla="*/ 288567 w 1811701"/>
              <a:gd name="connsiteY0" fmla="*/ 555674 h 1898251"/>
              <a:gd name="connsiteX1" fmla="*/ 88590 w 1811701"/>
              <a:gd name="connsiteY1" fmla="*/ 947092 h 1898251"/>
              <a:gd name="connsiteX2" fmla="*/ 10243 w 1811701"/>
              <a:gd name="connsiteY2" fmla="*/ 1744704 h 1898251"/>
              <a:gd name="connsiteX3" fmla="*/ 306327 w 1811701"/>
              <a:gd name="connsiteY3" fmla="*/ 1898251 h 1898251"/>
              <a:gd name="connsiteX4" fmla="*/ 1666327 w 1811701"/>
              <a:gd name="connsiteY4" fmla="*/ 1847529 h 1898251"/>
              <a:gd name="connsiteX5" fmla="*/ 1685455 w 1811701"/>
              <a:gd name="connsiteY5" fmla="*/ 1299247 h 1898251"/>
              <a:gd name="connsiteX6" fmla="*/ 1306672 w 1811701"/>
              <a:gd name="connsiteY6" fmla="*/ 1053233 h 1898251"/>
              <a:gd name="connsiteX7" fmla="*/ 1616888 w 1811701"/>
              <a:gd name="connsiteY7" fmla="*/ 533291 h 1898251"/>
              <a:gd name="connsiteX8" fmla="*/ 1485303 w 1811701"/>
              <a:gd name="connsiteY8" fmla="*/ 127710 h 1898251"/>
              <a:gd name="connsiteX9" fmla="*/ 927674 w 1811701"/>
              <a:gd name="connsiteY9" fmla="*/ 28097 h 1898251"/>
              <a:gd name="connsiteX10" fmla="*/ 288567 w 1811701"/>
              <a:gd name="connsiteY10" fmla="*/ 555674 h 1898251"/>
              <a:gd name="connsiteX0" fmla="*/ 288567 w 1811701"/>
              <a:gd name="connsiteY0" fmla="*/ 479828 h 1822405"/>
              <a:gd name="connsiteX1" fmla="*/ 88590 w 1811701"/>
              <a:gd name="connsiteY1" fmla="*/ 871246 h 1822405"/>
              <a:gd name="connsiteX2" fmla="*/ 10243 w 1811701"/>
              <a:gd name="connsiteY2" fmla="*/ 1668858 h 1822405"/>
              <a:gd name="connsiteX3" fmla="*/ 306327 w 1811701"/>
              <a:gd name="connsiteY3" fmla="*/ 1822405 h 1822405"/>
              <a:gd name="connsiteX4" fmla="*/ 1666327 w 1811701"/>
              <a:gd name="connsiteY4" fmla="*/ 1771683 h 1822405"/>
              <a:gd name="connsiteX5" fmla="*/ 1685455 w 1811701"/>
              <a:gd name="connsiteY5" fmla="*/ 1223401 h 1822405"/>
              <a:gd name="connsiteX6" fmla="*/ 1306672 w 1811701"/>
              <a:gd name="connsiteY6" fmla="*/ 977387 h 1822405"/>
              <a:gd name="connsiteX7" fmla="*/ 1616888 w 1811701"/>
              <a:gd name="connsiteY7" fmla="*/ 457445 h 1822405"/>
              <a:gd name="connsiteX8" fmla="*/ 1485303 w 1811701"/>
              <a:gd name="connsiteY8" fmla="*/ 51864 h 1822405"/>
              <a:gd name="connsiteX9" fmla="*/ 895599 w 1811701"/>
              <a:gd name="connsiteY9" fmla="*/ 79530 h 1822405"/>
              <a:gd name="connsiteX10" fmla="*/ 288567 w 1811701"/>
              <a:gd name="connsiteY10" fmla="*/ 479828 h 1822405"/>
              <a:gd name="connsiteX0" fmla="*/ 288567 w 1811701"/>
              <a:gd name="connsiteY0" fmla="*/ 419258 h 1761835"/>
              <a:gd name="connsiteX1" fmla="*/ 88590 w 1811701"/>
              <a:gd name="connsiteY1" fmla="*/ 810676 h 1761835"/>
              <a:gd name="connsiteX2" fmla="*/ 10243 w 1811701"/>
              <a:gd name="connsiteY2" fmla="*/ 1608288 h 1761835"/>
              <a:gd name="connsiteX3" fmla="*/ 306327 w 1811701"/>
              <a:gd name="connsiteY3" fmla="*/ 1761835 h 1761835"/>
              <a:gd name="connsiteX4" fmla="*/ 1666327 w 1811701"/>
              <a:gd name="connsiteY4" fmla="*/ 1711113 h 1761835"/>
              <a:gd name="connsiteX5" fmla="*/ 1685455 w 1811701"/>
              <a:gd name="connsiteY5" fmla="*/ 1162831 h 1761835"/>
              <a:gd name="connsiteX6" fmla="*/ 1306672 w 1811701"/>
              <a:gd name="connsiteY6" fmla="*/ 916817 h 1761835"/>
              <a:gd name="connsiteX7" fmla="*/ 1616888 w 1811701"/>
              <a:gd name="connsiteY7" fmla="*/ 396875 h 1761835"/>
              <a:gd name="connsiteX8" fmla="*/ 1373040 w 1811701"/>
              <a:gd name="connsiteY8" fmla="*/ 118574 h 1761835"/>
              <a:gd name="connsiteX9" fmla="*/ 895599 w 1811701"/>
              <a:gd name="connsiteY9" fmla="*/ 18960 h 1761835"/>
              <a:gd name="connsiteX10" fmla="*/ 288567 w 1811701"/>
              <a:gd name="connsiteY10" fmla="*/ 419258 h 1761835"/>
              <a:gd name="connsiteX0" fmla="*/ 288567 w 1811701"/>
              <a:gd name="connsiteY0" fmla="*/ 419258 h 1761835"/>
              <a:gd name="connsiteX1" fmla="*/ 88590 w 1811701"/>
              <a:gd name="connsiteY1" fmla="*/ 810676 h 1761835"/>
              <a:gd name="connsiteX2" fmla="*/ 10243 w 1811701"/>
              <a:gd name="connsiteY2" fmla="*/ 1608288 h 1761835"/>
              <a:gd name="connsiteX3" fmla="*/ 306327 w 1811701"/>
              <a:gd name="connsiteY3" fmla="*/ 1761835 h 1761835"/>
              <a:gd name="connsiteX4" fmla="*/ 1666327 w 1811701"/>
              <a:gd name="connsiteY4" fmla="*/ 1711113 h 1761835"/>
              <a:gd name="connsiteX5" fmla="*/ 1685455 w 1811701"/>
              <a:gd name="connsiteY5" fmla="*/ 1162831 h 1761835"/>
              <a:gd name="connsiteX6" fmla="*/ 1306672 w 1811701"/>
              <a:gd name="connsiteY6" fmla="*/ 916817 h 1761835"/>
              <a:gd name="connsiteX7" fmla="*/ 1584814 w 1811701"/>
              <a:gd name="connsiteY7" fmla="*/ 510012 h 1761835"/>
              <a:gd name="connsiteX8" fmla="*/ 1373040 w 1811701"/>
              <a:gd name="connsiteY8" fmla="*/ 118574 h 1761835"/>
              <a:gd name="connsiteX9" fmla="*/ 895599 w 1811701"/>
              <a:gd name="connsiteY9" fmla="*/ 18960 h 1761835"/>
              <a:gd name="connsiteX10" fmla="*/ 288567 w 1811701"/>
              <a:gd name="connsiteY10" fmla="*/ 419258 h 1761835"/>
              <a:gd name="connsiteX0" fmla="*/ 288567 w 1770444"/>
              <a:gd name="connsiteY0" fmla="*/ 419258 h 1761835"/>
              <a:gd name="connsiteX1" fmla="*/ 88590 w 1770444"/>
              <a:gd name="connsiteY1" fmla="*/ 810676 h 1761835"/>
              <a:gd name="connsiteX2" fmla="*/ 10243 w 1770444"/>
              <a:gd name="connsiteY2" fmla="*/ 1608288 h 1761835"/>
              <a:gd name="connsiteX3" fmla="*/ 306327 w 1770444"/>
              <a:gd name="connsiteY3" fmla="*/ 1761835 h 1761835"/>
              <a:gd name="connsiteX4" fmla="*/ 1666327 w 1770444"/>
              <a:gd name="connsiteY4" fmla="*/ 1711113 h 1761835"/>
              <a:gd name="connsiteX5" fmla="*/ 1589229 w 1770444"/>
              <a:gd name="connsiteY5" fmla="*/ 1176973 h 1761835"/>
              <a:gd name="connsiteX6" fmla="*/ 1306672 w 1770444"/>
              <a:gd name="connsiteY6" fmla="*/ 916817 h 1761835"/>
              <a:gd name="connsiteX7" fmla="*/ 1584814 w 1770444"/>
              <a:gd name="connsiteY7" fmla="*/ 510012 h 1761835"/>
              <a:gd name="connsiteX8" fmla="*/ 1373040 w 1770444"/>
              <a:gd name="connsiteY8" fmla="*/ 118574 h 1761835"/>
              <a:gd name="connsiteX9" fmla="*/ 895599 w 1770444"/>
              <a:gd name="connsiteY9" fmla="*/ 18960 h 1761835"/>
              <a:gd name="connsiteX10" fmla="*/ 288567 w 1770444"/>
              <a:gd name="connsiteY10" fmla="*/ 419258 h 1761835"/>
              <a:gd name="connsiteX0" fmla="*/ 288567 w 1592514"/>
              <a:gd name="connsiteY0" fmla="*/ 419258 h 1863058"/>
              <a:gd name="connsiteX1" fmla="*/ 88590 w 1592514"/>
              <a:gd name="connsiteY1" fmla="*/ 810676 h 1863058"/>
              <a:gd name="connsiteX2" fmla="*/ 10243 w 1592514"/>
              <a:gd name="connsiteY2" fmla="*/ 1608288 h 1863058"/>
              <a:gd name="connsiteX3" fmla="*/ 306327 w 1592514"/>
              <a:gd name="connsiteY3" fmla="*/ 1761835 h 1863058"/>
              <a:gd name="connsiteX4" fmla="*/ 1377650 w 1592514"/>
              <a:gd name="connsiteY4" fmla="*/ 1838393 h 1863058"/>
              <a:gd name="connsiteX5" fmla="*/ 1589229 w 1592514"/>
              <a:gd name="connsiteY5" fmla="*/ 1176973 h 1863058"/>
              <a:gd name="connsiteX6" fmla="*/ 1306672 w 1592514"/>
              <a:gd name="connsiteY6" fmla="*/ 916817 h 1863058"/>
              <a:gd name="connsiteX7" fmla="*/ 1584814 w 1592514"/>
              <a:gd name="connsiteY7" fmla="*/ 510012 h 1863058"/>
              <a:gd name="connsiteX8" fmla="*/ 1373040 w 1592514"/>
              <a:gd name="connsiteY8" fmla="*/ 118574 h 1863058"/>
              <a:gd name="connsiteX9" fmla="*/ 895599 w 1592514"/>
              <a:gd name="connsiteY9" fmla="*/ 18960 h 1863058"/>
              <a:gd name="connsiteX10" fmla="*/ 288567 w 1592514"/>
              <a:gd name="connsiteY10" fmla="*/ 419258 h 1863058"/>
              <a:gd name="connsiteX0" fmla="*/ 421322 w 1594935"/>
              <a:gd name="connsiteY0" fmla="*/ 616342 h 1876292"/>
              <a:gd name="connsiteX1" fmla="*/ 91011 w 1594935"/>
              <a:gd name="connsiteY1" fmla="*/ 823910 h 1876292"/>
              <a:gd name="connsiteX2" fmla="*/ 12664 w 1594935"/>
              <a:gd name="connsiteY2" fmla="*/ 1621522 h 1876292"/>
              <a:gd name="connsiteX3" fmla="*/ 308748 w 1594935"/>
              <a:gd name="connsiteY3" fmla="*/ 1775069 h 1876292"/>
              <a:gd name="connsiteX4" fmla="*/ 1380071 w 1594935"/>
              <a:gd name="connsiteY4" fmla="*/ 1851627 h 1876292"/>
              <a:gd name="connsiteX5" fmla="*/ 1591650 w 1594935"/>
              <a:gd name="connsiteY5" fmla="*/ 1190207 h 1876292"/>
              <a:gd name="connsiteX6" fmla="*/ 1309093 w 1594935"/>
              <a:gd name="connsiteY6" fmla="*/ 930051 h 1876292"/>
              <a:gd name="connsiteX7" fmla="*/ 1587235 w 1594935"/>
              <a:gd name="connsiteY7" fmla="*/ 523246 h 1876292"/>
              <a:gd name="connsiteX8" fmla="*/ 1375461 w 1594935"/>
              <a:gd name="connsiteY8" fmla="*/ 131808 h 1876292"/>
              <a:gd name="connsiteX9" fmla="*/ 898020 w 1594935"/>
              <a:gd name="connsiteY9" fmla="*/ 32194 h 1876292"/>
              <a:gd name="connsiteX10" fmla="*/ 421322 w 1594935"/>
              <a:gd name="connsiteY10" fmla="*/ 616342 h 1876292"/>
              <a:gd name="connsiteX0" fmla="*/ 413257 w 1586870"/>
              <a:gd name="connsiteY0" fmla="*/ 616342 h 1876292"/>
              <a:gd name="connsiteX1" fmla="*/ 140873 w 1586870"/>
              <a:gd name="connsiteY1" fmla="*/ 993617 h 1876292"/>
              <a:gd name="connsiteX2" fmla="*/ 4599 w 1586870"/>
              <a:gd name="connsiteY2" fmla="*/ 1621522 h 1876292"/>
              <a:gd name="connsiteX3" fmla="*/ 300683 w 1586870"/>
              <a:gd name="connsiteY3" fmla="*/ 1775069 h 1876292"/>
              <a:gd name="connsiteX4" fmla="*/ 1372006 w 1586870"/>
              <a:gd name="connsiteY4" fmla="*/ 1851627 h 1876292"/>
              <a:gd name="connsiteX5" fmla="*/ 1583585 w 1586870"/>
              <a:gd name="connsiteY5" fmla="*/ 1190207 h 1876292"/>
              <a:gd name="connsiteX6" fmla="*/ 1301028 w 1586870"/>
              <a:gd name="connsiteY6" fmla="*/ 930051 h 1876292"/>
              <a:gd name="connsiteX7" fmla="*/ 1579170 w 1586870"/>
              <a:gd name="connsiteY7" fmla="*/ 523246 h 1876292"/>
              <a:gd name="connsiteX8" fmla="*/ 1367396 w 1586870"/>
              <a:gd name="connsiteY8" fmla="*/ 131808 h 1876292"/>
              <a:gd name="connsiteX9" fmla="*/ 889955 w 1586870"/>
              <a:gd name="connsiteY9" fmla="*/ 32194 h 1876292"/>
              <a:gd name="connsiteX10" fmla="*/ 413257 w 1586870"/>
              <a:gd name="connsiteY10" fmla="*/ 616342 h 1876292"/>
              <a:gd name="connsiteX0" fmla="*/ 284962 w 1458575"/>
              <a:gd name="connsiteY0" fmla="*/ 616342 h 1908017"/>
              <a:gd name="connsiteX1" fmla="*/ 12578 w 1458575"/>
              <a:gd name="connsiteY1" fmla="*/ 993617 h 1908017"/>
              <a:gd name="connsiteX2" fmla="*/ 172388 w 1458575"/>
              <a:gd name="connsiteY2" fmla="*/ 1775069 h 1908017"/>
              <a:gd name="connsiteX3" fmla="*/ 1243711 w 1458575"/>
              <a:gd name="connsiteY3" fmla="*/ 1851627 h 1908017"/>
              <a:gd name="connsiteX4" fmla="*/ 1455290 w 1458575"/>
              <a:gd name="connsiteY4" fmla="*/ 1190207 h 1908017"/>
              <a:gd name="connsiteX5" fmla="*/ 1172733 w 1458575"/>
              <a:gd name="connsiteY5" fmla="*/ 930051 h 1908017"/>
              <a:gd name="connsiteX6" fmla="*/ 1450875 w 1458575"/>
              <a:gd name="connsiteY6" fmla="*/ 523246 h 1908017"/>
              <a:gd name="connsiteX7" fmla="*/ 1239101 w 1458575"/>
              <a:gd name="connsiteY7" fmla="*/ 131808 h 1908017"/>
              <a:gd name="connsiteX8" fmla="*/ 761660 w 1458575"/>
              <a:gd name="connsiteY8" fmla="*/ 32194 h 1908017"/>
              <a:gd name="connsiteX9" fmla="*/ 284962 w 1458575"/>
              <a:gd name="connsiteY9" fmla="*/ 616342 h 1908017"/>
              <a:gd name="connsiteX0" fmla="*/ 343858 w 1519131"/>
              <a:gd name="connsiteY0" fmla="*/ 616342 h 1885036"/>
              <a:gd name="connsiteX1" fmla="*/ 71474 w 1519131"/>
              <a:gd name="connsiteY1" fmla="*/ 993617 h 1885036"/>
              <a:gd name="connsiteX2" fmla="*/ 115432 w 1519131"/>
              <a:gd name="connsiteY2" fmla="*/ 1704358 h 1885036"/>
              <a:gd name="connsiteX3" fmla="*/ 1302607 w 1519131"/>
              <a:gd name="connsiteY3" fmla="*/ 1851627 h 1885036"/>
              <a:gd name="connsiteX4" fmla="*/ 1514186 w 1519131"/>
              <a:gd name="connsiteY4" fmla="*/ 1190207 h 1885036"/>
              <a:gd name="connsiteX5" fmla="*/ 1231629 w 1519131"/>
              <a:gd name="connsiteY5" fmla="*/ 930051 h 1885036"/>
              <a:gd name="connsiteX6" fmla="*/ 1509771 w 1519131"/>
              <a:gd name="connsiteY6" fmla="*/ 523246 h 1885036"/>
              <a:gd name="connsiteX7" fmla="*/ 1297997 w 1519131"/>
              <a:gd name="connsiteY7" fmla="*/ 131808 h 1885036"/>
              <a:gd name="connsiteX8" fmla="*/ 820556 w 1519131"/>
              <a:gd name="connsiteY8" fmla="*/ 32194 h 1885036"/>
              <a:gd name="connsiteX9" fmla="*/ 343858 w 1519131"/>
              <a:gd name="connsiteY9" fmla="*/ 616342 h 1885036"/>
              <a:gd name="connsiteX0" fmla="*/ 343858 w 1549812"/>
              <a:gd name="connsiteY0" fmla="*/ 616342 h 1800235"/>
              <a:gd name="connsiteX1" fmla="*/ 71474 w 1549812"/>
              <a:gd name="connsiteY1" fmla="*/ 993617 h 1800235"/>
              <a:gd name="connsiteX2" fmla="*/ 115432 w 1549812"/>
              <a:gd name="connsiteY2" fmla="*/ 1704358 h 1800235"/>
              <a:gd name="connsiteX3" fmla="*/ 1389496 w 1549812"/>
              <a:gd name="connsiteY3" fmla="*/ 1724347 h 1800235"/>
              <a:gd name="connsiteX4" fmla="*/ 1514186 w 1549812"/>
              <a:gd name="connsiteY4" fmla="*/ 1190207 h 1800235"/>
              <a:gd name="connsiteX5" fmla="*/ 1231629 w 1549812"/>
              <a:gd name="connsiteY5" fmla="*/ 930051 h 1800235"/>
              <a:gd name="connsiteX6" fmla="*/ 1509771 w 1549812"/>
              <a:gd name="connsiteY6" fmla="*/ 523246 h 1800235"/>
              <a:gd name="connsiteX7" fmla="*/ 1297997 w 1549812"/>
              <a:gd name="connsiteY7" fmla="*/ 131808 h 1800235"/>
              <a:gd name="connsiteX8" fmla="*/ 820556 w 1549812"/>
              <a:gd name="connsiteY8" fmla="*/ 32194 h 1800235"/>
              <a:gd name="connsiteX9" fmla="*/ 343858 w 1549812"/>
              <a:gd name="connsiteY9" fmla="*/ 616342 h 18002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49812" h="1800235">
                <a:moveTo>
                  <a:pt x="343858" y="616342"/>
                </a:moveTo>
                <a:cubicBezTo>
                  <a:pt x="219011" y="776579"/>
                  <a:pt x="109545" y="812281"/>
                  <a:pt x="71474" y="993617"/>
                </a:cubicBezTo>
                <a:cubicBezTo>
                  <a:pt x="33403" y="1174953"/>
                  <a:pt x="-89757" y="1561356"/>
                  <a:pt x="115432" y="1704358"/>
                </a:cubicBezTo>
                <a:cubicBezTo>
                  <a:pt x="320621" y="1847360"/>
                  <a:pt x="1156371" y="1810039"/>
                  <a:pt x="1389496" y="1724347"/>
                </a:cubicBezTo>
                <a:cubicBezTo>
                  <a:pt x="1622621" y="1638655"/>
                  <a:pt x="1540497" y="1322590"/>
                  <a:pt x="1514186" y="1190207"/>
                </a:cubicBezTo>
                <a:cubicBezTo>
                  <a:pt x="1487875" y="1057824"/>
                  <a:pt x="1240336" y="1148914"/>
                  <a:pt x="1231629" y="930051"/>
                </a:cubicBezTo>
                <a:cubicBezTo>
                  <a:pt x="1248292" y="693847"/>
                  <a:pt x="1498710" y="656286"/>
                  <a:pt x="1509771" y="523246"/>
                </a:cubicBezTo>
                <a:cubicBezTo>
                  <a:pt x="1520832" y="390206"/>
                  <a:pt x="1431655" y="305130"/>
                  <a:pt x="1297997" y="131808"/>
                </a:cubicBezTo>
                <a:cubicBezTo>
                  <a:pt x="1189251" y="36824"/>
                  <a:pt x="979579" y="-48562"/>
                  <a:pt x="820556" y="32194"/>
                </a:cubicBezTo>
                <a:cubicBezTo>
                  <a:pt x="661533" y="112950"/>
                  <a:pt x="468705" y="456105"/>
                  <a:pt x="343858" y="61634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>
              <a:defRPr/>
            </a:pPr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1" name="Freeform 417">
            <a:extLst>
              <a:ext uri="{FF2B5EF4-FFF2-40B4-BE49-F238E27FC236}">
                <a16:creationId xmlns:a16="http://schemas.microsoft.com/office/drawing/2014/main" id="{86D46BE4-B0DC-6447-9B19-4A15963D6107}"/>
              </a:ext>
            </a:extLst>
          </p:cNvPr>
          <p:cNvSpPr>
            <a:spLocks/>
          </p:cNvSpPr>
          <p:nvPr/>
        </p:nvSpPr>
        <p:spPr bwMode="auto">
          <a:xfrm>
            <a:off x="5455557" y="2226776"/>
            <a:ext cx="1302544" cy="988278"/>
          </a:xfrm>
          <a:custGeom>
            <a:avLst/>
            <a:gdLst>
              <a:gd name="T0" fmla="*/ 2147483646 w 1036"/>
              <a:gd name="T1" fmla="*/ 2147483646 h 675"/>
              <a:gd name="T2" fmla="*/ 2147483646 w 1036"/>
              <a:gd name="T3" fmla="*/ 2147483646 h 675"/>
              <a:gd name="T4" fmla="*/ 2147483646 w 1036"/>
              <a:gd name="T5" fmla="*/ 2147483646 h 675"/>
              <a:gd name="T6" fmla="*/ 2147483646 w 1036"/>
              <a:gd name="T7" fmla="*/ 2147483646 h 675"/>
              <a:gd name="T8" fmla="*/ 2147483646 w 1036"/>
              <a:gd name="T9" fmla="*/ 2147483646 h 675"/>
              <a:gd name="T10" fmla="*/ 2147483646 w 1036"/>
              <a:gd name="T11" fmla="*/ 2147483646 h 675"/>
              <a:gd name="T12" fmla="*/ 2147483646 w 1036"/>
              <a:gd name="T13" fmla="*/ 2147483646 h 675"/>
              <a:gd name="T14" fmla="*/ 2147483646 w 1036"/>
              <a:gd name="T15" fmla="*/ 2147483646 h 675"/>
              <a:gd name="T16" fmla="*/ 2147483646 w 1036"/>
              <a:gd name="T17" fmla="*/ 2147483646 h 675"/>
              <a:gd name="T18" fmla="*/ 2147483646 w 1036"/>
              <a:gd name="T19" fmla="*/ 2147483646 h 675"/>
              <a:gd name="T20" fmla="*/ 2147483646 w 1036"/>
              <a:gd name="T21" fmla="*/ 2147483646 h 675"/>
              <a:gd name="T22" fmla="*/ 2147483646 w 1036"/>
              <a:gd name="T23" fmla="*/ 2147483646 h 675"/>
              <a:gd name="T24" fmla="*/ 2147483646 w 1036"/>
              <a:gd name="T25" fmla="*/ 2147483646 h 675"/>
              <a:gd name="T26" fmla="*/ 2147483646 w 1036"/>
              <a:gd name="T27" fmla="*/ 2147483646 h 675"/>
              <a:gd name="T28" fmla="*/ 2147483646 w 1036"/>
              <a:gd name="T29" fmla="*/ 2147483646 h 675"/>
              <a:gd name="T30" fmla="*/ 2147483646 w 1036"/>
              <a:gd name="T31" fmla="*/ 2147483646 h 675"/>
              <a:gd name="T32" fmla="*/ 2147483646 w 1036"/>
              <a:gd name="T33" fmla="*/ 2147483646 h 675"/>
              <a:gd name="T34" fmla="*/ 2147483646 w 1036"/>
              <a:gd name="T35" fmla="*/ 2147483646 h 675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w 1036"/>
              <a:gd name="T55" fmla="*/ 0 h 675"/>
              <a:gd name="T56" fmla="*/ 1036 w 1036"/>
              <a:gd name="T57" fmla="*/ 675 h 675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T54" t="T55" r="T56" b="T57"/>
            <a:pathLst>
              <a:path w="1036" h="675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/>
          <a:lstStyle/>
          <a:p>
            <a:pPr defTabSz="685800">
              <a:defRPr/>
            </a:pPr>
            <a:endParaRPr lang="en-US" sz="1350" dirty="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12" name="Group 418">
            <a:extLst>
              <a:ext uri="{FF2B5EF4-FFF2-40B4-BE49-F238E27FC236}">
                <a16:creationId xmlns:a16="http://schemas.microsoft.com/office/drawing/2014/main" id="{B6EA0447-3C72-2546-A182-B18B3204742F}"/>
              </a:ext>
            </a:extLst>
          </p:cNvPr>
          <p:cNvGrpSpPr>
            <a:grpSpLocks/>
          </p:cNvGrpSpPr>
          <p:nvPr/>
        </p:nvGrpSpPr>
        <p:grpSpPr bwMode="auto">
          <a:xfrm>
            <a:off x="5404013" y="3324188"/>
            <a:ext cx="1094184" cy="700088"/>
            <a:chOff x="2889" y="1631"/>
            <a:chExt cx="980" cy="743"/>
          </a:xfrm>
        </p:grpSpPr>
        <p:sp>
          <p:nvSpPr>
            <p:cNvPr id="13" name="Rectangle 419">
              <a:extLst>
                <a:ext uri="{FF2B5EF4-FFF2-40B4-BE49-F238E27FC236}">
                  <a16:creationId xmlns:a16="http://schemas.microsoft.com/office/drawing/2014/main" id="{BE021C30-4F59-6844-AF0D-B5AB853A3B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6" y="1841"/>
              <a:ext cx="663" cy="533"/>
            </a:xfrm>
            <a:prstGeom prst="rect">
              <a:avLst/>
            </a:prstGeom>
            <a:solidFill>
              <a:srgbClr val="9CDF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4" name="AutoShape 420">
              <a:extLst>
                <a:ext uri="{FF2B5EF4-FFF2-40B4-BE49-F238E27FC236}">
                  <a16:creationId xmlns:a16="http://schemas.microsoft.com/office/drawing/2014/main" id="{27AA7BFA-EEE4-4140-B9E6-23FEE52ACC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9" y="1631"/>
              <a:ext cx="980" cy="253"/>
            </a:xfrm>
            <a:prstGeom prst="triangle">
              <a:avLst>
                <a:gd name="adj" fmla="val 50000"/>
              </a:avLst>
            </a:prstGeom>
            <a:solidFill>
              <a:srgbClr val="9CDF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algn="ctr"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srgbClr val="00CCFF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15" name="Freeform 427">
            <a:extLst>
              <a:ext uri="{FF2B5EF4-FFF2-40B4-BE49-F238E27FC236}">
                <a16:creationId xmlns:a16="http://schemas.microsoft.com/office/drawing/2014/main" id="{50383F63-A1BE-EE40-9A4A-9521B5B39A87}"/>
              </a:ext>
            </a:extLst>
          </p:cNvPr>
          <p:cNvSpPr>
            <a:spLocks/>
          </p:cNvSpPr>
          <p:nvPr/>
        </p:nvSpPr>
        <p:spPr bwMode="auto">
          <a:xfrm>
            <a:off x="5784301" y="4369601"/>
            <a:ext cx="2309813" cy="1248966"/>
          </a:xfrm>
          <a:custGeom>
            <a:avLst/>
            <a:gdLst>
              <a:gd name="T0" fmla="*/ 2147483646 w 1940"/>
              <a:gd name="T1" fmla="*/ 2147483646 h 1049"/>
              <a:gd name="T2" fmla="*/ 2147483646 w 1940"/>
              <a:gd name="T3" fmla="*/ 2147483646 h 1049"/>
              <a:gd name="T4" fmla="*/ 2147483646 w 1940"/>
              <a:gd name="T5" fmla="*/ 2147483646 h 1049"/>
              <a:gd name="T6" fmla="*/ 2147483646 w 1940"/>
              <a:gd name="T7" fmla="*/ 2147483646 h 1049"/>
              <a:gd name="T8" fmla="*/ 2147483646 w 1940"/>
              <a:gd name="T9" fmla="*/ 2147483646 h 1049"/>
              <a:gd name="T10" fmla="*/ 2147483646 w 1940"/>
              <a:gd name="T11" fmla="*/ 2147483646 h 1049"/>
              <a:gd name="T12" fmla="*/ 2147483646 w 1940"/>
              <a:gd name="T13" fmla="*/ 2147483646 h 1049"/>
              <a:gd name="T14" fmla="*/ 2147483646 w 1940"/>
              <a:gd name="T15" fmla="*/ 2147483646 h 1049"/>
              <a:gd name="T16" fmla="*/ 2147483646 w 1940"/>
              <a:gd name="T17" fmla="*/ 2147483646 h 1049"/>
              <a:gd name="T18" fmla="*/ 2147483646 w 1940"/>
              <a:gd name="T19" fmla="*/ 2147483646 h 1049"/>
              <a:gd name="T20" fmla="*/ 2147483646 w 1940"/>
              <a:gd name="T21" fmla="*/ 2147483646 h 1049"/>
              <a:gd name="T22" fmla="*/ 2147483646 w 1940"/>
              <a:gd name="T23" fmla="*/ 2147483646 h 1049"/>
              <a:gd name="T24" fmla="*/ 2147483646 w 1940"/>
              <a:gd name="T25" fmla="*/ 2147483646 h 1049"/>
              <a:gd name="T26" fmla="*/ 2147483646 w 1940"/>
              <a:gd name="T27" fmla="*/ 2147483646 h 1049"/>
              <a:gd name="T28" fmla="*/ 2147483646 w 1940"/>
              <a:gd name="T29" fmla="*/ 2147483646 h 1049"/>
              <a:gd name="T30" fmla="*/ 2147483646 w 1940"/>
              <a:gd name="T31" fmla="*/ 2147483646 h 1049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940"/>
              <a:gd name="T49" fmla="*/ 0 h 1049"/>
              <a:gd name="T50" fmla="*/ 1940 w 1940"/>
              <a:gd name="T51" fmla="*/ 1049 h 1049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940" h="1049">
                <a:moveTo>
                  <a:pt x="952" y="26"/>
                </a:moveTo>
                <a:cubicBezTo>
                  <a:pt x="867" y="45"/>
                  <a:pt x="832" y="118"/>
                  <a:pt x="755" y="125"/>
                </a:cubicBezTo>
                <a:cubicBezTo>
                  <a:pt x="678" y="132"/>
                  <a:pt x="587" y="72"/>
                  <a:pt x="488" y="68"/>
                </a:cubicBezTo>
                <a:cubicBezTo>
                  <a:pt x="389" y="64"/>
                  <a:pt x="237" y="48"/>
                  <a:pt x="158" y="101"/>
                </a:cubicBezTo>
                <a:cubicBezTo>
                  <a:pt x="79" y="154"/>
                  <a:pt x="28" y="298"/>
                  <a:pt x="14" y="389"/>
                </a:cubicBezTo>
                <a:cubicBezTo>
                  <a:pt x="0" y="480"/>
                  <a:pt x="25" y="595"/>
                  <a:pt x="71" y="648"/>
                </a:cubicBezTo>
                <a:cubicBezTo>
                  <a:pt x="117" y="701"/>
                  <a:pt x="205" y="665"/>
                  <a:pt x="288" y="706"/>
                </a:cubicBezTo>
                <a:cubicBezTo>
                  <a:pt x="371" y="747"/>
                  <a:pt x="450" y="842"/>
                  <a:pt x="568" y="893"/>
                </a:cubicBezTo>
                <a:cubicBezTo>
                  <a:pt x="686" y="944"/>
                  <a:pt x="852" y="991"/>
                  <a:pt x="996" y="1014"/>
                </a:cubicBezTo>
                <a:cubicBezTo>
                  <a:pt x="1140" y="1036"/>
                  <a:pt x="1309" y="1049"/>
                  <a:pt x="1433" y="1031"/>
                </a:cubicBezTo>
                <a:cubicBezTo>
                  <a:pt x="1557" y="1012"/>
                  <a:pt x="1657" y="960"/>
                  <a:pt x="1739" y="907"/>
                </a:cubicBezTo>
                <a:cubicBezTo>
                  <a:pt x="1821" y="855"/>
                  <a:pt x="1906" y="824"/>
                  <a:pt x="1923" y="714"/>
                </a:cubicBezTo>
                <a:cubicBezTo>
                  <a:pt x="1940" y="604"/>
                  <a:pt x="1898" y="350"/>
                  <a:pt x="1839" y="251"/>
                </a:cubicBezTo>
                <a:cubicBezTo>
                  <a:pt x="1780" y="151"/>
                  <a:pt x="1662" y="153"/>
                  <a:pt x="1566" y="114"/>
                </a:cubicBezTo>
                <a:cubicBezTo>
                  <a:pt x="1470" y="76"/>
                  <a:pt x="1365" y="30"/>
                  <a:pt x="1263" y="15"/>
                </a:cubicBezTo>
                <a:cubicBezTo>
                  <a:pt x="1161" y="0"/>
                  <a:pt x="1037" y="8"/>
                  <a:pt x="952" y="26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/>
          <a:lstStyle/>
          <a:p>
            <a:pPr defTabSz="685800">
              <a:defRPr/>
            </a:pPr>
            <a:endParaRPr lang="en-US" sz="13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Box 580">
            <a:extLst>
              <a:ext uri="{FF2B5EF4-FFF2-40B4-BE49-F238E27FC236}">
                <a16:creationId xmlns:a16="http://schemas.microsoft.com/office/drawing/2014/main" id="{68F39DC6-82AA-494B-BF8C-3328A3504C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9456" y="1973596"/>
            <a:ext cx="1048685" cy="253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defTabSz="685800">
              <a:lnSpc>
                <a:spcPct val="100000"/>
              </a:lnSpc>
              <a:spcBef>
                <a:spcPct val="0"/>
              </a:spcBef>
              <a:buClrTx/>
              <a:buSzTx/>
              <a:buNone/>
              <a:defRPr/>
            </a:pPr>
            <a:r>
              <a:rPr lang="en-US" altLang="en-US" sz="1050" dirty="0">
                <a:solidFill>
                  <a:prstClr val="black"/>
                </a:solidFill>
                <a:latin typeface="Calibri" panose="020F0502020204030204"/>
              </a:rPr>
              <a:t>mobile network</a:t>
            </a:r>
          </a:p>
        </p:txBody>
      </p:sp>
      <p:sp>
        <p:nvSpPr>
          <p:cNvPr id="17" name="Text Box 580">
            <a:extLst>
              <a:ext uri="{FF2B5EF4-FFF2-40B4-BE49-F238E27FC236}">
                <a16:creationId xmlns:a16="http://schemas.microsoft.com/office/drawing/2014/main" id="{4FAF1075-A726-A74C-A102-E55EF3041A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8126" y="4001192"/>
            <a:ext cx="1466735" cy="224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defTabSz="685800">
              <a:lnSpc>
                <a:spcPct val="80000"/>
              </a:lnSpc>
              <a:spcBef>
                <a:spcPct val="0"/>
              </a:spcBef>
              <a:buClrTx/>
              <a:buSzTx/>
              <a:buNone/>
              <a:defRPr/>
            </a:pPr>
            <a:r>
              <a:rPr lang="en-US" altLang="en-US" sz="1050" dirty="0">
                <a:solidFill>
                  <a:prstClr val="black"/>
                </a:solidFill>
                <a:latin typeface="Calibri" panose="020F0502020204030204"/>
              </a:rPr>
              <a:t>home network</a:t>
            </a:r>
          </a:p>
        </p:txBody>
      </p:sp>
      <p:sp>
        <p:nvSpPr>
          <p:cNvPr id="19" name="Text Box 580">
            <a:extLst>
              <a:ext uri="{FF2B5EF4-FFF2-40B4-BE49-F238E27FC236}">
                <a16:creationId xmlns:a16="http://schemas.microsoft.com/office/drawing/2014/main" id="{18D63BA9-A80C-3C4E-951E-EC3E6277A6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0181" y="5192082"/>
            <a:ext cx="946093" cy="3540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defTabSz="685800">
              <a:lnSpc>
                <a:spcPct val="80000"/>
              </a:lnSpc>
              <a:spcBef>
                <a:spcPct val="0"/>
              </a:spcBef>
              <a:buClrTx/>
              <a:buSzTx/>
              <a:buNone/>
              <a:defRPr/>
            </a:pPr>
            <a:r>
              <a:rPr lang="en-US" altLang="en-US" sz="1050" dirty="0">
                <a:solidFill>
                  <a:prstClr val="black"/>
                </a:solidFill>
                <a:latin typeface="Calibri" panose="020F0502020204030204"/>
              </a:rPr>
              <a:t>enterprise</a:t>
            </a:r>
          </a:p>
          <a:p>
            <a:pPr defTabSz="685800">
              <a:lnSpc>
                <a:spcPct val="80000"/>
              </a:lnSpc>
              <a:spcBef>
                <a:spcPct val="0"/>
              </a:spcBef>
              <a:buClrTx/>
              <a:buSzTx/>
              <a:buNone/>
              <a:defRPr/>
            </a:pPr>
            <a:r>
              <a:rPr lang="en-US" altLang="en-US" sz="1050" dirty="0">
                <a:solidFill>
                  <a:prstClr val="black"/>
                </a:solidFill>
                <a:latin typeface="Calibri" panose="020F0502020204030204"/>
              </a:rPr>
              <a:t>          network</a:t>
            </a:r>
          </a:p>
        </p:txBody>
      </p:sp>
      <p:sp>
        <p:nvSpPr>
          <p:cNvPr id="20" name="Freeform 19">
            <a:extLst>
              <a:ext uri="{FF2B5EF4-FFF2-40B4-BE49-F238E27FC236}">
                <a16:creationId xmlns:a16="http://schemas.microsoft.com/office/drawing/2014/main" id="{21C1BA4F-9694-604C-B41C-E527BFD0B4FC}"/>
              </a:ext>
            </a:extLst>
          </p:cNvPr>
          <p:cNvSpPr/>
          <p:nvPr/>
        </p:nvSpPr>
        <p:spPr>
          <a:xfrm>
            <a:off x="7666610" y="3241905"/>
            <a:ext cx="954875" cy="1451811"/>
          </a:xfrm>
          <a:custGeom>
            <a:avLst/>
            <a:gdLst>
              <a:gd name="connsiteX0" fmla="*/ 434989 w 1523031"/>
              <a:gd name="connsiteY0" fmla="*/ 253346 h 1763594"/>
              <a:gd name="connsiteX1" fmla="*/ 488 w 1523031"/>
              <a:gd name="connsiteY1" fmla="*/ 921706 h 1763594"/>
              <a:gd name="connsiteX2" fmla="*/ 368142 w 1523031"/>
              <a:gd name="connsiteY2" fmla="*/ 1489812 h 1763594"/>
              <a:gd name="connsiteX3" fmla="*/ 1187008 w 1523031"/>
              <a:gd name="connsiteY3" fmla="*/ 1757156 h 1763594"/>
              <a:gd name="connsiteX4" fmla="*/ 1521239 w 1523031"/>
              <a:gd name="connsiteY4" fmla="*/ 1239177 h 1763594"/>
              <a:gd name="connsiteX5" fmla="*/ 1320700 w 1523031"/>
              <a:gd name="connsiteY5" fmla="*/ 654362 h 1763594"/>
              <a:gd name="connsiteX6" fmla="*/ 1337412 w 1523031"/>
              <a:gd name="connsiteY6" fmla="*/ 136383 h 1763594"/>
              <a:gd name="connsiteX7" fmla="*/ 1086739 w 1523031"/>
              <a:gd name="connsiteY7" fmla="*/ 2711 h 1763594"/>
              <a:gd name="connsiteX8" fmla="*/ 434989 w 1523031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1086739 w 1537226"/>
              <a:gd name="connsiteY7" fmla="*/ 2711 h 1763594"/>
              <a:gd name="connsiteX8" fmla="*/ 434989 w 1537226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839572 w 1537226"/>
              <a:gd name="connsiteY7" fmla="*/ 2711 h 1763594"/>
              <a:gd name="connsiteX8" fmla="*/ 434989 w 1537226"/>
              <a:gd name="connsiteY8" fmla="*/ 253346 h 1763594"/>
              <a:gd name="connsiteX0" fmla="*/ 360357 w 1536743"/>
              <a:gd name="connsiteY0" fmla="*/ 534641 h 1782088"/>
              <a:gd name="connsiteX1" fmla="*/ 5 w 1536743"/>
              <a:gd name="connsiteY1" fmla="*/ 940200 h 1782088"/>
              <a:gd name="connsiteX2" fmla="*/ 367659 w 1536743"/>
              <a:gd name="connsiteY2" fmla="*/ 1508306 h 1782088"/>
              <a:gd name="connsiteX3" fmla="*/ 1186525 w 1536743"/>
              <a:gd name="connsiteY3" fmla="*/ 1775650 h 1782088"/>
              <a:gd name="connsiteX4" fmla="*/ 1520756 w 1536743"/>
              <a:gd name="connsiteY4" fmla="*/ 1257671 h 1782088"/>
              <a:gd name="connsiteX5" fmla="*/ 1468515 w 1536743"/>
              <a:gd name="connsiteY5" fmla="*/ 672856 h 1782088"/>
              <a:gd name="connsiteX6" fmla="*/ 1336929 w 1536743"/>
              <a:gd name="connsiteY6" fmla="*/ 154877 h 1782088"/>
              <a:gd name="connsiteX7" fmla="*/ 839089 w 1536743"/>
              <a:gd name="connsiteY7" fmla="*/ 21205 h 1782088"/>
              <a:gd name="connsiteX8" fmla="*/ 360357 w 1536743"/>
              <a:gd name="connsiteY8" fmla="*/ 534641 h 1782088"/>
              <a:gd name="connsiteX0" fmla="*/ 360355 w 1536741"/>
              <a:gd name="connsiteY0" fmla="*/ 534641 h 1782088"/>
              <a:gd name="connsiteX1" fmla="*/ 3 w 1536741"/>
              <a:gd name="connsiteY1" fmla="*/ 940200 h 1782088"/>
              <a:gd name="connsiteX2" fmla="*/ 367657 w 1536741"/>
              <a:gd name="connsiteY2" fmla="*/ 1508306 h 1782088"/>
              <a:gd name="connsiteX3" fmla="*/ 1186523 w 1536741"/>
              <a:gd name="connsiteY3" fmla="*/ 1775650 h 1782088"/>
              <a:gd name="connsiteX4" fmla="*/ 1520754 w 1536741"/>
              <a:gd name="connsiteY4" fmla="*/ 1257671 h 1782088"/>
              <a:gd name="connsiteX5" fmla="*/ 1468513 w 1536741"/>
              <a:gd name="connsiteY5" fmla="*/ 672856 h 1782088"/>
              <a:gd name="connsiteX6" fmla="*/ 1336927 w 1536741"/>
              <a:gd name="connsiteY6" fmla="*/ 154877 h 1782088"/>
              <a:gd name="connsiteX7" fmla="*/ 839087 w 1536741"/>
              <a:gd name="connsiteY7" fmla="*/ 21205 h 1782088"/>
              <a:gd name="connsiteX8" fmla="*/ 360355 w 1536741"/>
              <a:gd name="connsiteY8" fmla="*/ 534641 h 1782088"/>
              <a:gd name="connsiteX0" fmla="*/ 360355 w 1534770"/>
              <a:gd name="connsiteY0" fmla="*/ 553225 h 1800672"/>
              <a:gd name="connsiteX1" fmla="*/ 3 w 1534770"/>
              <a:gd name="connsiteY1" fmla="*/ 958784 h 1800672"/>
              <a:gd name="connsiteX2" fmla="*/ 367657 w 1534770"/>
              <a:gd name="connsiteY2" fmla="*/ 1526890 h 1800672"/>
              <a:gd name="connsiteX3" fmla="*/ 1186523 w 1534770"/>
              <a:gd name="connsiteY3" fmla="*/ 1794234 h 1800672"/>
              <a:gd name="connsiteX4" fmla="*/ 1520754 w 1534770"/>
              <a:gd name="connsiteY4" fmla="*/ 1276255 h 1800672"/>
              <a:gd name="connsiteX5" fmla="*/ 1468513 w 1534770"/>
              <a:gd name="connsiteY5" fmla="*/ 691440 h 1800672"/>
              <a:gd name="connsiteX6" fmla="*/ 1435794 w 1534770"/>
              <a:gd name="connsiteY6" fmla="*/ 107761 h 1800672"/>
              <a:gd name="connsiteX7" fmla="*/ 839087 w 1534770"/>
              <a:gd name="connsiteY7" fmla="*/ 39789 h 1800672"/>
              <a:gd name="connsiteX8" fmla="*/ 360355 w 1534770"/>
              <a:gd name="connsiteY8" fmla="*/ 553225 h 1800672"/>
              <a:gd name="connsiteX0" fmla="*/ 360355 w 1580585"/>
              <a:gd name="connsiteY0" fmla="*/ 553225 h 1880420"/>
              <a:gd name="connsiteX1" fmla="*/ 3 w 1580585"/>
              <a:gd name="connsiteY1" fmla="*/ 958784 h 1880420"/>
              <a:gd name="connsiteX2" fmla="*/ 367657 w 1580585"/>
              <a:gd name="connsiteY2" fmla="*/ 1526890 h 1880420"/>
              <a:gd name="connsiteX3" fmla="*/ 1186523 w 1580585"/>
              <a:gd name="connsiteY3" fmla="*/ 1794234 h 1880420"/>
              <a:gd name="connsiteX4" fmla="*/ 1570188 w 1580585"/>
              <a:gd name="connsiteY4" fmla="*/ 1785433 h 1880420"/>
              <a:gd name="connsiteX5" fmla="*/ 1468513 w 1580585"/>
              <a:gd name="connsiteY5" fmla="*/ 691440 h 1880420"/>
              <a:gd name="connsiteX6" fmla="*/ 1435794 w 1580585"/>
              <a:gd name="connsiteY6" fmla="*/ 107761 h 1880420"/>
              <a:gd name="connsiteX7" fmla="*/ 839087 w 1580585"/>
              <a:gd name="connsiteY7" fmla="*/ 39789 h 1880420"/>
              <a:gd name="connsiteX8" fmla="*/ 360355 w 1580585"/>
              <a:gd name="connsiteY8" fmla="*/ 553225 h 1880420"/>
              <a:gd name="connsiteX0" fmla="*/ 316588 w 1580732"/>
              <a:gd name="connsiteY0" fmla="*/ 359285 h 1867156"/>
              <a:gd name="connsiteX1" fmla="*/ 150 w 1580732"/>
              <a:gd name="connsiteY1" fmla="*/ 945520 h 1867156"/>
              <a:gd name="connsiteX2" fmla="*/ 367804 w 1580732"/>
              <a:gd name="connsiteY2" fmla="*/ 1513626 h 1867156"/>
              <a:gd name="connsiteX3" fmla="*/ 1186670 w 1580732"/>
              <a:gd name="connsiteY3" fmla="*/ 1780970 h 1867156"/>
              <a:gd name="connsiteX4" fmla="*/ 1570335 w 1580732"/>
              <a:gd name="connsiteY4" fmla="*/ 1772169 h 1867156"/>
              <a:gd name="connsiteX5" fmla="*/ 1468660 w 1580732"/>
              <a:gd name="connsiteY5" fmla="*/ 678176 h 1867156"/>
              <a:gd name="connsiteX6" fmla="*/ 1435941 w 1580732"/>
              <a:gd name="connsiteY6" fmla="*/ 94497 h 1867156"/>
              <a:gd name="connsiteX7" fmla="*/ 839234 w 1580732"/>
              <a:gd name="connsiteY7" fmla="*/ 26525 h 1867156"/>
              <a:gd name="connsiteX8" fmla="*/ 316588 w 1580732"/>
              <a:gd name="connsiteY8" fmla="*/ 359285 h 1867156"/>
              <a:gd name="connsiteX0" fmla="*/ 163575 w 1427719"/>
              <a:gd name="connsiteY0" fmla="*/ 359285 h 1867156"/>
              <a:gd name="connsiteX1" fmla="*/ 836 w 1427719"/>
              <a:gd name="connsiteY1" fmla="*/ 1076921 h 1867156"/>
              <a:gd name="connsiteX2" fmla="*/ 214791 w 1427719"/>
              <a:gd name="connsiteY2" fmla="*/ 1513626 h 1867156"/>
              <a:gd name="connsiteX3" fmla="*/ 1033657 w 1427719"/>
              <a:gd name="connsiteY3" fmla="*/ 1780970 h 1867156"/>
              <a:gd name="connsiteX4" fmla="*/ 1417322 w 1427719"/>
              <a:gd name="connsiteY4" fmla="*/ 1772169 h 1867156"/>
              <a:gd name="connsiteX5" fmla="*/ 1315647 w 1427719"/>
              <a:gd name="connsiteY5" fmla="*/ 678176 h 1867156"/>
              <a:gd name="connsiteX6" fmla="*/ 1282928 w 1427719"/>
              <a:gd name="connsiteY6" fmla="*/ 94497 h 1867156"/>
              <a:gd name="connsiteX7" fmla="*/ 686221 w 1427719"/>
              <a:gd name="connsiteY7" fmla="*/ 26525 h 1867156"/>
              <a:gd name="connsiteX8" fmla="*/ 163575 w 1427719"/>
              <a:gd name="connsiteY8" fmla="*/ 359285 h 1867156"/>
              <a:gd name="connsiteX0" fmla="*/ 163575 w 1426632"/>
              <a:gd name="connsiteY0" fmla="*/ 394322 h 1902193"/>
              <a:gd name="connsiteX1" fmla="*/ 836 w 1426632"/>
              <a:gd name="connsiteY1" fmla="*/ 1111958 h 1902193"/>
              <a:gd name="connsiteX2" fmla="*/ 214791 w 1426632"/>
              <a:gd name="connsiteY2" fmla="*/ 1548663 h 1902193"/>
              <a:gd name="connsiteX3" fmla="*/ 1033657 w 1426632"/>
              <a:gd name="connsiteY3" fmla="*/ 1816007 h 1902193"/>
              <a:gd name="connsiteX4" fmla="*/ 1417322 w 1426632"/>
              <a:gd name="connsiteY4" fmla="*/ 1807206 h 1902193"/>
              <a:gd name="connsiteX5" fmla="*/ 1315647 w 1426632"/>
              <a:gd name="connsiteY5" fmla="*/ 713213 h 1902193"/>
              <a:gd name="connsiteX6" fmla="*/ 1401843 w 1426632"/>
              <a:gd name="connsiteY6" fmla="*/ 63834 h 1902193"/>
              <a:gd name="connsiteX7" fmla="*/ 686221 w 1426632"/>
              <a:gd name="connsiteY7" fmla="*/ 61562 h 1902193"/>
              <a:gd name="connsiteX8" fmla="*/ 163575 w 1426632"/>
              <a:gd name="connsiteY8" fmla="*/ 394322 h 1902193"/>
              <a:gd name="connsiteX0" fmla="*/ 163575 w 1435249"/>
              <a:gd name="connsiteY0" fmla="*/ 394322 h 1885560"/>
              <a:gd name="connsiteX1" fmla="*/ 836 w 1435249"/>
              <a:gd name="connsiteY1" fmla="*/ 1111958 h 1885560"/>
              <a:gd name="connsiteX2" fmla="*/ 214791 w 1435249"/>
              <a:gd name="connsiteY2" fmla="*/ 1548663 h 1885560"/>
              <a:gd name="connsiteX3" fmla="*/ 1033657 w 1435249"/>
              <a:gd name="connsiteY3" fmla="*/ 1816007 h 1885560"/>
              <a:gd name="connsiteX4" fmla="*/ 1417322 w 1435249"/>
              <a:gd name="connsiteY4" fmla="*/ 1807206 h 1885560"/>
              <a:gd name="connsiteX5" fmla="*/ 1375103 w 1435249"/>
              <a:gd name="connsiteY5" fmla="*/ 943164 h 1885560"/>
              <a:gd name="connsiteX6" fmla="*/ 1401843 w 1435249"/>
              <a:gd name="connsiteY6" fmla="*/ 63834 h 1885560"/>
              <a:gd name="connsiteX7" fmla="*/ 686221 w 1435249"/>
              <a:gd name="connsiteY7" fmla="*/ 61562 h 1885560"/>
              <a:gd name="connsiteX8" fmla="*/ 163575 w 1435249"/>
              <a:gd name="connsiteY8" fmla="*/ 394322 h 1885560"/>
              <a:gd name="connsiteX0" fmla="*/ 128947 w 1438213"/>
              <a:gd name="connsiteY0" fmla="*/ 345176 h 1883146"/>
              <a:gd name="connsiteX1" fmla="*/ 3802 w 1438213"/>
              <a:gd name="connsiteY1" fmla="*/ 1109544 h 1883146"/>
              <a:gd name="connsiteX2" fmla="*/ 217757 w 1438213"/>
              <a:gd name="connsiteY2" fmla="*/ 1546249 h 1883146"/>
              <a:gd name="connsiteX3" fmla="*/ 1036623 w 1438213"/>
              <a:gd name="connsiteY3" fmla="*/ 1813593 h 1883146"/>
              <a:gd name="connsiteX4" fmla="*/ 1420288 w 1438213"/>
              <a:gd name="connsiteY4" fmla="*/ 1804792 h 1883146"/>
              <a:gd name="connsiteX5" fmla="*/ 1378069 w 1438213"/>
              <a:gd name="connsiteY5" fmla="*/ 940750 h 1883146"/>
              <a:gd name="connsiteX6" fmla="*/ 1404809 w 1438213"/>
              <a:gd name="connsiteY6" fmla="*/ 61420 h 1883146"/>
              <a:gd name="connsiteX7" fmla="*/ 689187 w 1438213"/>
              <a:gd name="connsiteY7" fmla="*/ 59148 h 1883146"/>
              <a:gd name="connsiteX8" fmla="*/ 128947 w 1438213"/>
              <a:gd name="connsiteY8" fmla="*/ 345176 h 1883146"/>
              <a:gd name="connsiteX0" fmla="*/ 126587 w 1435854"/>
              <a:gd name="connsiteY0" fmla="*/ 353278 h 1891248"/>
              <a:gd name="connsiteX1" fmla="*/ 1442 w 1435854"/>
              <a:gd name="connsiteY1" fmla="*/ 1117646 h 1891248"/>
              <a:gd name="connsiteX2" fmla="*/ 215397 w 1435854"/>
              <a:gd name="connsiteY2" fmla="*/ 1554351 h 1891248"/>
              <a:gd name="connsiteX3" fmla="*/ 1034263 w 1435854"/>
              <a:gd name="connsiteY3" fmla="*/ 1821695 h 1891248"/>
              <a:gd name="connsiteX4" fmla="*/ 1417928 w 1435854"/>
              <a:gd name="connsiteY4" fmla="*/ 1812894 h 1891248"/>
              <a:gd name="connsiteX5" fmla="*/ 1375709 w 1435854"/>
              <a:gd name="connsiteY5" fmla="*/ 948852 h 1891248"/>
              <a:gd name="connsiteX6" fmla="*/ 1402449 w 1435854"/>
              <a:gd name="connsiteY6" fmla="*/ 69522 h 1891248"/>
              <a:gd name="connsiteX7" fmla="*/ 221605 w 1435854"/>
              <a:gd name="connsiteY7" fmla="*/ 47778 h 1891248"/>
              <a:gd name="connsiteX8" fmla="*/ 126587 w 1435854"/>
              <a:gd name="connsiteY8" fmla="*/ 353278 h 1891248"/>
              <a:gd name="connsiteX0" fmla="*/ 35803 w 1453152"/>
              <a:gd name="connsiteY0" fmla="*/ 439993 h 1896181"/>
              <a:gd name="connsiteX1" fmla="*/ 18740 w 1453152"/>
              <a:gd name="connsiteY1" fmla="*/ 1122579 h 1896181"/>
              <a:gd name="connsiteX2" fmla="*/ 232695 w 1453152"/>
              <a:gd name="connsiteY2" fmla="*/ 1559284 h 1896181"/>
              <a:gd name="connsiteX3" fmla="*/ 1051561 w 1453152"/>
              <a:gd name="connsiteY3" fmla="*/ 1826628 h 1896181"/>
              <a:gd name="connsiteX4" fmla="*/ 1435226 w 1453152"/>
              <a:gd name="connsiteY4" fmla="*/ 1817827 h 1896181"/>
              <a:gd name="connsiteX5" fmla="*/ 1393007 w 1453152"/>
              <a:gd name="connsiteY5" fmla="*/ 953785 h 1896181"/>
              <a:gd name="connsiteX6" fmla="*/ 1419747 w 1453152"/>
              <a:gd name="connsiteY6" fmla="*/ 74455 h 1896181"/>
              <a:gd name="connsiteX7" fmla="*/ 238903 w 1453152"/>
              <a:gd name="connsiteY7" fmla="*/ 52711 h 1896181"/>
              <a:gd name="connsiteX8" fmla="*/ 35803 w 1453152"/>
              <a:gd name="connsiteY8" fmla="*/ 439993 h 1896181"/>
              <a:gd name="connsiteX0" fmla="*/ 35803 w 1447873"/>
              <a:gd name="connsiteY0" fmla="*/ 439993 h 1952840"/>
              <a:gd name="connsiteX1" fmla="*/ 18740 w 1447873"/>
              <a:gd name="connsiteY1" fmla="*/ 1122579 h 1952840"/>
              <a:gd name="connsiteX2" fmla="*/ 232695 w 1447873"/>
              <a:gd name="connsiteY2" fmla="*/ 1559284 h 1952840"/>
              <a:gd name="connsiteX3" fmla="*/ 1130848 w 1447873"/>
              <a:gd name="connsiteY3" fmla="*/ 1925181 h 1952840"/>
              <a:gd name="connsiteX4" fmla="*/ 1435226 w 1447873"/>
              <a:gd name="connsiteY4" fmla="*/ 1817827 h 1952840"/>
              <a:gd name="connsiteX5" fmla="*/ 1393007 w 1447873"/>
              <a:gd name="connsiteY5" fmla="*/ 953785 h 1952840"/>
              <a:gd name="connsiteX6" fmla="*/ 1419747 w 1447873"/>
              <a:gd name="connsiteY6" fmla="*/ 74455 h 1952840"/>
              <a:gd name="connsiteX7" fmla="*/ 238903 w 1447873"/>
              <a:gd name="connsiteY7" fmla="*/ 52711 h 1952840"/>
              <a:gd name="connsiteX8" fmla="*/ 35803 w 1447873"/>
              <a:gd name="connsiteY8" fmla="*/ 439993 h 1952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47873" h="1952840">
                <a:moveTo>
                  <a:pt x="35803" y="439993"/>
                </a:moveTo>
                <a:cubicBezTo>
                  <a:pt x="-891" y="618304"/>
                  <a:pt x="-14075" y="936031"/>
                  <a:pt x="18740" y="1122579"/>
                </a:cubicBezTo>
                <a:cubicBezTo>
                  <a:pt x="51555" y="1309127"/>
                  <a:pt x="47344" y="1425517"/>
                  <a:pt x="232695" y="1559284"/>
                </a:cubicBezTo>
                <a:cubicBezTo>
                  <a:pt x="418046" y="1693051"/>
                  <a:pt x="930426" y="1882091"/>
                  <a:pt x="1130848" y="1925181"/>
                </a:cubicBezTo>
                <a:cubicBezTo>
                  <a:pt x="1331270" y="1968271"/>
                  <a:pt x="1391533" y="1979726"/>
                  <a:pt x="1435226" y="1817827"/>
                </a:cubicBezTo>
                <a:cubicBezTo>
                  <a:pt x="1478919" y="1655928"/>
                  <a:pt x="1395587" y="1244347"/>
                  <a:pt x="1393007" y="953785"/>
                </a:cubicBezTo>
                <a:cubicBezTo>
                  <a:pt x="1390427" y="663223"/>
                  <a:pt x="1458740" y="183063"/>
                  <a:pt x="1419747" y="74455"/>
                </a:cubicBezTo>
                <a:cubicBezTo>
                  <a:pt x="1380754" y="-34153"/>
                  <a:pt x="469560" y="-8212"/>
                  <a:pt x="238903" y="52711"/>
                </a:cubicBezTo>
                <a:cubicBezTo>
                  <a:pt x="8246" y="113634"/>
                  <a:pt x="72497" y="261682"/>
                  <a:pt x="35803" y="439993"/>
                </a:cubicBezTo>
                <a:close/>
              </a:path>
            </a:pathLst>
          </a:custGeom>
          <a:gradFill flip="none" rotWithShape="1">
            <a:gsLst>
              <a:gs pos="0">
                <a:srgbClr val="9CDFF9"/>
              </a:gs>
              <a:gs pos="100000">
                <a:schemeClr val="bg1"/>
              </a:gs>
              <a:gs pos="59000">
                <a:schemeClr val="accent5">
                  <a:lumMod val="20000"/>
                  <a:lumOff val="8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>
              <a:defRPr/>
            </a:pPr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9D929D7-3426-7545-8640-DC8E2ED95FB9}"/>
              </a:ext>
            </a:extLst>
          </p:cNvPr>
          <p:cNvGrpSpPr/>
          <p:nvPr/>
        </p:nvGrpSpPr>
        <p:grpSpPr>
          <a:xfrm>
            <a:off x="8128275" y="3803288"/>
            <a:ext cx="515545" cy="541161"/>
            <a:chOff x="5203089" y="1751190"/>
            <a:chExt cx="858331" cy="662414"/>
          </a:xfrm>
        </p:grpSpPr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32949C6B-70A2-0C41-96B1-4A94F8B7F80B}"/>
                </a:ext>
              </a:extLst>
            </p:cNvPr>
            <p:cNvSpPr/>
            <p:nvPr/>
          </p:nvSpPr>
          <p:spPr>
            <a:xfrm>
              <a:off x="5536769" y="1751190"/>
              <a:ext cx="524651" cy="662124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  <a:gd name="connsiteX0" fmla="*/ 3618 w 651290"/>
                <a:gd name="connsiteY0" fmla="*/ 593378 h 593378"/>
                <a:gd name="connsiteX1" fmla="*/ 0 w 651290"/>
                <a:gd name="connsiteY1" fmla="*/ 242416 h 593378"/>
                <a:gd name="connsiteX2" fmla="*/ 423338 w 651290"/>
                <a:gd name="connsiteY2" fmla="*/ 101308 h 593378"/>
                <a:gd name="connsiteX3" fmla="*/ 647672 w 651290"/>
                <a:gd name="connsiteY3" fmla="*/ 0 h 593378"/>
                <a:gd name="connsiteX4" fmla="*/ 651290 w 651290"/>
                <a:gd name="connsiteY4" fmla="*/ 593378 h 593378"/>
                <a:gd name="connsiteX5" fmla="*/ 3618 w 651290"/>
                <a:gd name="connsiteY5" fmla="*/ 593378 h 593378"/>
                <a:gd name="connsiteX0" fmla="*/ 3618 w 651290"/>
                <a:gd name="connsiteY0" fmla="*/ 662124 h 662124"/>
                <a:gd name="connsiteX1" fmla="*/ 0 w 651290"/>
                <a:gd name="connsiteY1" fmla="*/ 311162 h 662124"/>
                <a:gd name="connsiteX2" fmla="*/ 376300 w 651290"/>
                <a:gd name="connsiteY2" fmla="*/ 0 h 662124"/>
                <a:gd name="connsiteX3" fmla="*/ 647672 w 651290"/>
                <a:gd name="connsiteY3" fmla="*/ 68746 h 662124"/>
                <a:gd name="connsiteX4" fmla="*/ 651290 w 651290"/>
                <a:gd name="connsiteY4" fmla="*/ 662124 h 662124"/>
                <a:gd name="connsiteX5" fmla="*/ 3618 w 651290"/>
                <a:gd name="connsiteY5" fmla="*/ 662124 h 662124"/>
                <a:gd name="connsiteX0" fmla="*/ 0 w 647672"/>
                <a:gd name="connsiteY0" fmla="*/ 662124 h 662124"/>
                <a:gd name="connsiteX1" fmla="*/ 123021 w 647672"/>
                <a:gd name="connsiteY1" fmla="*/ 83217 h 662124"/>
                <a:gd name="connsiteX2" fmla="*/ 372682 w 647672"/>
                <a:gd name="connsiteY2" fmla="*/ 0 h 662124"/>
                <a:gd name="connsiteX3" fmla="*/ 644054 w 647672"/>
                <a:gd name="connsiteY3" fmla="*/ 68746 h 662124"/>
                <a:gd name="connsiteX4" fmla="*/ 647672 w 647672"/>
                <a:gd name="connsiteY4" fmla="*/ 662124 h 662124"/>
                <a:gd name="connsiteX5" fmla="*/ 0 w 647672"/>
                <a:gd name="connsiteY5" fmla="*/ 662124 h 662124"/>
                <a:gd name="connsiteX0" fmla="*/ 7238 w 524651"/>
                <a:gd name="connsiteY0" fmla="*/ 669360 h 669360"/>
                <a:gd name="connsiteX1" fmla="*/ 0 w 524651"/>
                <a:gd name="connsiteY1" fmla="*/ 83217 h 669360"/>
                <a:gd name="connsiteX2" fmla="*/ 249661 w 524651"/>
                <a:gd name="connsiteY2" fmla="*/ 0 h 669360"/>
                <a:gd name="connsiteX3" fmla="*/ 521033 w 524651"/>
                <a:gd name="connsiteY3" fmla="*/ 68746 h 669360"/>
                <a:gd name="connsiteX4" fmla="*/ 524651 w 524651"/>
                <a:gd name="connsiteY4" fmla="*/ 662124 h 669360"/>
                <a:gd name="connsiteX5" fmla="*/ 7238 w 524651"/>
                <a:gd name="connsiteY5" fmla="*/ 669360 h 669360"/>
                <a:gd name="connsiteX0" fmla="*/ 438 w 528706"/>
                <a:gd name="connsiteY0" fmla="*/ 665742 h 665742"/>
                <a:gd name="connsiteX1" fmla="*/ 4055 w 528706"/>
                <a:gd name="connsiteY1" fmla="*/ 83217 h 665742"/>
                <a:gd name="connsiteX2" fmla="*/ 253716 w 528706"/>
                <a:gd name="connsiteY2" fmla="*/ 0 h 665742"/>
                <a:gd name="connsiteX3" fmla="*/ 525088 w 528706"/>
                <a:gd name="connsiteY3" fmla="*/ 68746 h 665742"/>
                <a:gd name="connsiteX4" fmla="*/ 528706 w 528706"/>
                <a:gd name="connsiteY4" fmla="*/ 662124 h 665742"/>
                <a:gd name="connsiteX5" fmla="*/ 438 w 528706"/>
                <a:gd name="connsiteY5" fmla="*/ 665742 h 665742"/>
                <a:gd name="connsiteX0" fmla="*/ 155 w 546514"/>
                <a:gd name="connsiteY0" fmla="*/ 662124 h 662124"/>
                <a:gd name="connsiteX1" fmla="*/ 21863 w 546514"/>
                <a:gd name="connsiteY1" fmla="*/ 83217 h 662124"/>
                <a:gd name="connsiteX2" fmla="*/ 271524 w 546514"/>
                <a:gd name="connsiteY2" fmla="*/ 0 h 662124"/>
                <a:gd name="connsiteX3" fmla="*/ 542896 w 546514"/>
                <a:gd name="connsiteY3" fmla="*/ 68746 h 662124"/>
                <a:gd name="connsiteX4" fmla="*/ 546514 w 546514"/>
                <a:gd name="connsiteY4" fmla="*/ 662124 h 662124"/>
                <a:gd name="connsiteX5" fmla="*/ 155 w 546514"/>
                <a:gd name="connsiteY5" fmla="*/ 662124 h 662124"/>
                <a:gd name="connsiteX0" fmla="*/ 10856 w 524651"/>
                <a:gd name="connsiteY0" fmla="*/ 658506 h 662124"/>
                <a:gd name="connsiteX1" fmla="*/ 0 w 524651"/>
                <a:gd name="connsiteY1" fmla="*/ 83217 h 662124"/>
                <a:gd name="connsiteX2" fmla="*/ 249661 w 524651"/>
                <a:gd name="connsiteY2" fmla="*/ 0 h 662124"/>
                <a:gd name="connsiteX3" fmla="*/ 521033 w 524651"/>
                <a:gd name="connsiteY3" fmla="*/ 68746 h 662124"/>
                <a:gd name="connsiteX4" fmla="*/ 524651 w 524651"/>
                <a:gd name="connsiteY4" fmla="*/ 662124 h 662124"/>
                <a:gd name="connsiteX5" fmla="*/ 10856 w 524651"/>
                <a:gd name="connsiteY5" fmla="*/ 658506 h 662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4651" h="662124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6A42A8C1-0A52-8944-BCD0-7C3E1000F6A9}"/>
                </a:ext>
              </a:extLst>
            </p:cNvPr>
            <p:cNvSpPr/>
            <p:nvPr/>
          </p:nvSpPr>
          <p:spPr>
            <a:xfrm>
              <a:off x="5203089" y="1921244"/>
              <a:ext cx="651290" cy="492070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51290" h="49207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801E422-A8CB-5D4B-8A53-10BB1CC241B4}"/>
                </a:ext>
              </a:extLst>
            </p:cNvPr>
            <p:cNvCxnSpPr/>
            <p:nvPr/>
          </p:nvCxnSpPr>
          <p:spPr>
            <a:xfrm flipV="1">
              <a:off x="5270526" y="2029553"/>
              <a:ext cx="295249" cy="73468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A70776E-060B-774C-AF87-577276BCDEDB}"/>
                </a:ext>
              </a:extLst>
            </p:cNvPr>
            <p:cNvCxnSpPr/>
            <p:nvPr/>
          </p:nvCxnSpPr>
          <p:spPr>
            <a:xfrm flipV="1">
              <a:off x="5275406" y="2261710"/>
              <a:ext cx="290369" cy="1675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04F15741-4E5D-2C40-AA55-B8A92FB5641B}"/>
                </a:ext>
              </a:extLst>
            </p:cNvPr>
            <p:cNvCxnSpPr/>
            <p:nvPr/>
          </p:nvCxnSpPr>
          <p:spPr>
            <a:xfrm flipV="1">
              <a:off x="5275406" y="2151772"/>
              <a:ext cx="290369" cy="4840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C116124-6B0D-0A48-9748-70E0EE10E0B8}"/>
                </a:ext>
              </a:extLst>
            </p:cNvPr>
            <p:cNvCxnSpPr/>
            <p:nvPr/>
          </p:nvCxnSpPr>
          <p:spPr>
            <a:xfrm>
              <a:off x="5270094" y="2354086"/>
              <a:ext cx="295681" cy="0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1A80C21-FB20-4F42-A016-94A2E068D917}"/>
                </a:ext>
              </a:extLst>
            </p:cNvPr>
            <p:cNvCxnSpPr/>
            <p:nvPr/>
          </p:nvCxnSpPr>
          <p:spPr>
            <a:xfrm flipV="1">
              <a:off x="5950242" y="1866900"/>
              <a:ext cx="0" cy="465273"/>
            </a:xfrm>
            <a:prstGeom prst="line">
              <a:avLst/>
            </a:prstGeom>
            <a:ln w="44450">
              <a:solidFill>
                <a:schemeClr val="bg1"/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D96746B7-2DA8-C14F-A27C-643C5FAB1AF2}"/>
                </a:ext>
              </a:extLst>
            </p:cNvPr>
            <p:cNvCxnSpPr/>
            <p:nvPr/>
          </p:nvCxnSpPr>
          <p:spPr>
            <a:xfrm>
              <a:off x="5628589" y="1936750"/>
              <a:ext cx="0" cy="476854"/>
            </a:xfrm>
            <a:prstGeom prst="line">
              <a:avLst/>
            </a:prstGeom>
            <a:ln w="15875">
              <a:solidFill>
                <a:srgbClr val="0000A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02066780-DE5E-6740-8BBA-01C995D1619B}"/>
              </a:ext>
            </a:extLst>
          </p:cNvPr>
          <p:cNvGrpSpPr/>
          <p:nvPr/>
        </p:nvGrpSpPr>
        <p:grpSpPr>
          <a:xfrm>
            <a:off x="8078379" y="3252878"/>
            <a:ext cx="445960" cy="486252"/>
            <a:chOff x="5203089" y="1751190"/>
            <a:chExt cx="858331" cy="662414"/>
          </a:xfrm>
        </p:grpSpPr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F49A9BF7-5D60-2C4D-AF1F-F5F5F46EB76B}"/>
                </a:ext>
              </a:extLst>
            </p:cNvPr>
            <p:cNvSpPr/>
            <p:nvPr/>
          </p:nvSpPr>
          <p:spPr>
            <a:xfrm>
              <a:off x="5536769" y="1751190"/>
              <a:ext cx="524651" cy="662124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  <a:gd name="connsiteX0" fmla="*/ 3618 w 651290"/>
                <a:gd name="connsiteY0" fmla="*/ 593378 h 593378"/>
                <a:gd name="connsiteX1" fmla="*/ 0 w 651290"/>
                <a:gd name="connsiteY1" fmla="*/ 242416 h 593378"/>
                <a:gd name="connsiteX2" fmla="*/ 423338 w 651290"/>
                <a:gd name="connsiteY2" fmla="*/ 101308 h 593378"/>
                <a:gd name="connsiteX3" fmla="*/ 647672 w 651290"/>
                <a:gd name="connsiteY3" fmla="*/ 0 h 593378"/>
                <a:gd name="connsiteX4" fmla="*/ 651290 w 651290"/>
                <a:gd name="connsiteY4" fmla="*/ 593378 h 593378"/>
                <a:gd name="connsiteX5" fmla="*/ 3618 w 651290"/>
                <a:gd name="connsiteY5" fmla="*/ 593378 h 593378"/>
                <a:gd name="connsiteX0" fmla="*/ 3618 w 651290"/>
                <a:gd name="connsiteY0" fmla="*/ 662124 h 662124"/>
                <a:gd name="connsiteX1" fmla="*/ 0 w 651290"/>
                <a:gd name="connsiteY1" fmla="*/ 311162 h 662124"/>
                <a:gd name="connsiteX2" fmla="*/ 376300 w 651290"/>
                <a:gd name="connsiteY2" fmla="*/ 0 h 662124"/>
                <a:gd name="connsiteX3" fmla="*/ 647672 w 651290"/>
                <a:gd name="connsiteY3" fmla="*/ 68746 h 662124"/>
                <a:gd name="connsiteX4" fmla="*/ 651290 w 651290"/>
                <a:gd name="connsiteY4" fmla="*/ 662124 h 662124"/>
                <a:gd name="connsiteX5" fmla="*/ 3618 w 651290"/>
                <a:gd name="connsiteY5" fmla="*/ 662124 h 662124"/>
                <a:gd name="connsiteX0" fmla="*/ 0 w 647672"/>
                <a:gd name="connsiteY0" fmla="*/ 662124 h 662124"/>
                <a:gd name="connsiteX1" fmla="*/ 123021 w 647672"/>
                <a:gd name="connsiteY1" fmla="*/ 83217 h 662124"/>
                <a:gd name="connsiteX2" fmla="*/ 372682 w 647672"/>
                <a:gd name="connsiteY2" fmla="*/ 0 h 662124"/>
                <a:gd name="connsiteX3" fmla="*/ 644054 w 647672"/>
                <a:gd name="connsiteY3" fmla="*/ 68746 h 662124"/>
                <a:gd name="connsiteX4" fmla="*/ 647672 w 647672"/>
                <a:gd name="connsiteY4" fmla="*/ 662124 h 662124"/>
                <a:gd name="connsiteX5" fmla="*/ 0 w 647672"/>
                <a:gd name="connsiteY5" fmla="*/ 662124 h 662124"/>
                <a:gd name="connsiteX0" fmla="*/ 7238 w 524651"/>
                <a:gd name="connsiteY0" fmla="*/ 669360 h 669360"/>
                <a:gd name="connsiteX1" fmla="*/ 0 w 524651"/>
                <a:gd name="connsiteY1" fmla="*/ 83217 h 669360"/>
                <a:gd name="connsiteX2" fmla="*/ 249661 w 524651"/>
                <a:gd name="connsiteY2" fmla="*/ 0 h 669360"/>
                <a:gd name="connsiteX3" fmla="*/ 521033 w 524651"/>
                <a:gd name="connsiteY3" fmla="*/ 68746 h 669360"/>
                <a:gd name="connsiteX4" fmla="*/ 524651 w 524651"/>
                <a:gd name="connsiteY4" fmla="*/ 662124 h 669360"/>
                <a:gd name="connsiteX5" fmla="*/ 7238 w 524651"/>
                <a:gd name="connsiteY5" fmla="*/ 669360 h 669360"/>
                <a:gd name="connsiteX0" fmla="*/ 438 w 528706"/>
                <a:gd name="connsiteY0" fmla="*/ 665742 h 665742"/>
                <a:gd name="connsiteX1" fmla="*/ 4055 w 528706"/>
                <a:gd name="connsiteY1" fmla="*/ 83217 h 665742"/>
                <a:gd name="connsiteX2" fmla="*/ 253716 w 528706"/>
                <a:gd name="connsiteY2" fmla="*/ 0 h 665742"/>
                <a:gd name="connsiteX3" fmla="*/ 525088 w 528706"/>
                <a:gd name="connsiteY3" fmla="*/ 68746 h 665742"/>
                <a:gd name="connsiteX4" fmla="*/ 528706 w 528706"/>
                <a:gd name="connsiteY4" fmla="*/ 662124 h 665742"/>
                <a:gd name="connsiteX5" fmla="*/ 438 w 528706"/>
                <a:gd name="connsiteY5" fmla="*/ 665742 h 665742"/>
                <a:gd name="connsiteX0" fmla="*/ 155 w 546514"/>
                <a:gd name="connsiteY0" fmla="*/ 662124 h 662124"/>
                <a:gd name="connsiteX1" fmla="*/ 21863 w 546514"/>
                <a:gd name="connsiteY1" fmla="*/ 83217 h 662124"/>
                <a:gd name="connsiteX2" fmla="*/ 271524 w 546514"/>
                <a:gd name="connsiteY2" fmla="*/ 0 h 662124"/>
                <a:gd name="connsiteX3" fmla="*/ 542896 w 546514"/>
                <a:gd name="connsiteY3" fmla="*/ 68746 h 662124"/>
                <a:gd name="connsiteX4" fmla="*/ 546514 w 546514"/>
                <a:gd name="connsiteY4" fmla="*/ 662124 h 662124"/>
                <a:gd name="connsiteX5" fmla="*/ 155 w 546514"/>
                <a:gd name="connsiteY5" fmla="*/ 662124 h 662124"/>
                <a:gd name="connsiteX0" fmla="*/ 10856 w 524651"/>
                <a:gd name="connsiteY0" fmla="*/ 658506 h 662124"/>
                <a:gd name="connsiteX1" fmla="*/ 0 w 524651"/>
                <a:gd name="connsiteY1" fmla="*/ 83217 h 662124"/>
                <a:gd name="connsiteX2" fmla="*/ 249661 w 524651"/>
                <a:gd name="connsiteY2" fmla="*/ 0 h 662124"/>
                <a:gd name="connsiteX3" fmla="*/ 521033 w 524651"/>
                <a:gd name="connsiteY3" fmla="*/ 68746 h 662124"/>
                <a:gd name="connsiteX4" fmla="*/ 524651 w 524651"/>
                <a:gd name="connsiteY4" fmla="*/ 662124 h 662124"/>
                <a:gd name="connsiteX5" fmla="*/ 10856 w 524651"/>
                <a:gd name="connsiteY5" fmla="*/ 658506 h 662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4651" h="662124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F8935E55-D83F-F74C-A0C3-358E8FF3E7CE}"/>
                </a:ext>
              </a:extLst>
            </p:cNvPr>
            <p:cNvSpPr/>
            <p:nvPr/>
          </p:nvSpPr>
          <p:spPr>
            <a:xfrm>
              <a:off x="5203089" y="1921244"/>
              <a:ext cx="651290" cy="492070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51290" h="49207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3FFB49DC-1122-2D42-9C83-51C0E0469DF6}"/>
                </a:ext>
              </a:extLst>
            </p:cNvPr>
            <p:cNvCxnSpPr/>
            <p:nvPr/>
          </p:nvCxnSpPr>
          <p:spPr>
            <a:xfrm flipV="1">
              <a:off x="5270526" y="2029553"/>
              <a:ext cx="295249" cy="73468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FB4DFA1B-BDC0-0547-BA3C-F5988DF09577}"/>
                </a:ext>
              </a:extLst>
            </p:cNvPr>
            <p:cNvCxnSpPr/>
            <p:nvPr/>
          </p:nvCxnSpPr>
          <p:spPr>
            <a:xfrm flipV="1">
              <a:off x="5275406" y="2261710"/>
              <a:ext cx="290369" cy="1675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734898AC-622F-264A-9A7D-E5817715A6AD}"/>
                </a:ext>
              </a:extLst>
            </p:cNvPr>
            <p:cNvCxnSpPr/>
            <p:nvPr/>
          </p:nvCxnSpPr>
          <p:spPr>
            <a:xfrm flipV="1">
              <a:off x="5275406" y="2151772"/>
              <a:ext cx="290369" cy="4840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01C8AF5-125A-4746-96BD-BF09BC7DDE9B}"/>
                </a:ext>
              </a:extLst>
            </p:cNvPr>
            <p:cNvCxnSpPr/>
            <p:nvPr/>
          </p:nvCxnSpPr>
          <p:spPr>
            <a:xfrm>
              <a:off x="5270094" y="2354086"/>
              <a:ext cx="295681" cy="0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53662089-AD1C-A64B-9B48-0369C502239D}"/>
                </a:ext>
              </a:extLst>
            </p:cNvPr>
            <p:cNvCxnSpPr/>
            <p:nvPr/>
          </p:nvCxnSpPr>
          <p:spPr>
            <a:xfrm flipV="1">
              <a:off x="5950242" y="1866900"/>
              <a:ext cx="0" cy="465273"/>
            </a:xfrm>
            <a:prstGeom prst="line">
              <a:avLst/>
            </a:prstGeom>
            <a:ln w="44450">
              <a:solidFill>
                <a:schemeClr val="bg1"/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B0D9A8F3-9F56-D642-96B2-51A352E9864D}"/>
                </a:ext>
              </a:extLst>
            </p:cNvPr>
            <p:cNvCxnSpPr/>
            <p:nvPr/>
          </p:nvCxnSpPr>
          <p:spPr>
            <a:xfrm>
              <a:off x="5628589" y="1936750"/>
              <a:ext cx="0" cy="476854"/>
            </a:xfrm>
            <a:prstGeom prst="line">
              <a:avLst/>
            </a:prstGeom>
            <a:ln w="15875">
              <a:solidFill>
                <a:srgbClr val="0000A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Freeform 38">
            <a:extLst>
              <a:ext uri="{FF2B5EF4-FFF2-40B4-BE49-F238E27FC236}">
                <a16:creationId xmlns:a16="http://schemas.microsoft.com/office/drawing/2014/main" id="{717B1C14-4D36-EF4F-A926-BBBD98456BEE}"/>
              </a:ext>
            </a:extLst>
          </p:cNvPr>
          <p:cNvSpPr/>
          <p:nvPr/>
        </p:nvSpPr>
        <p:spPr>
          <a:xfrm>
            <a:off x="7155610" y="2193782"/>
            <a:ext cx="1123398" cy="1039841"/>
          </a:xfrm>
          <a:custGeom>
            <a:avLst/>
            <a:gdLst>
              <a:gd name="connsiteX0" fmla="*/ 434989 w 1523031"/>
              <a:gd name="connsiteY0" fmla="*/ 253346 h 1763594"/>
              <a:gd name="connsiteX1" fmla="*/ 488 w 1523031"/>
              <a:gd name="connsiteY1" fmla="*/ 921706 h 1763594"/>
              <a:gd name="connsiteX2" fmla="*/ 368142 w 1523031"/>
              <a:gd name="connsiteY2" fmla="*/ 1489812 h 1763594"/>
              <a:gd name="connsiteX3" fmla="*/ 1187008 w 1523031"/>
              <a:gd name="connsiteY3" fmla="*/ 1757156 h 1763594"/>
              <a:gd name="connsiteX4" fmla="*/ 1521239 w 1523031"/>
              <a:gd name="connsiteY4" fmla="*/ 1239177 h 1763594"/>
              <a:gd name="connsiteX5" fmla="*/ 1320700 w 1523031"/>
              <a:gd name="connsiteY5" fmla="*/ 654362 h 1763594"/>
              <a:gd name="connsiteX6" fmla="*/ 1337412 w 1523031"/>
              <a:gd name="connsiteY6" fmla="*/ 136383 h 1763594"/>
              <a:gd name="connsiteX7" fmla="*/ 1086739 w 1523031"/>
              <a:gd name="connsiteY7" fmla="*/ 2711 h 1763594"/>
              <a:gd name="connsiteX8" fmla="*/ 434989 w 1523031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1086739 w 1537226"/>
              <a:gd name="connsiteY7" fmla="*/ 2711 h 1763594"/>
              <a:gd name="connsiteX8" fmla="*/ 434989 w 1537226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839572 w 1537226"/>
              <a:gd name="connsiteY7" fmla="*/ 2711 h 1763594"/>
              <a:gd name="connsiteX8" fmla="*/ 434989 w 1537226"/>
              <a:gd name="connsiteY8" fmla="*/ 253346 h 1763594"/>
              <a:gd name="connsiteX0" fmla="*/ 360357 w 1536743"/>
              <a:gd name="connsiteY0" fmla="*/ 534641 h 1782088"/>
              <a:gd name="connsiteX1" fmla="*/ 5 w 1536743"/>
              <a:gd name="connsiteY1" fmla="*/ 940200 h 1782088"/>
              <a:gd name="connsiteX2" fmla="*/ 367659 w 1536743"/>
              <a:gd name="connsiteY2" fmla="*/ 1508306 h 1782088"/>
              <a:gd name="connsiteX3" fmla="*/ 1186525 w 1536743"/>
              <a:gd name="connsiteY3" fmla="*/ 1775650 h 1782088"/>
              <a:gd name="connsiteX4" fmla="*/ 1520756 w 1536743"/>
              <a:gd name="connsiteY4" fmla="*/ 1257671 h 1782088"/>
              <a:gd name="connsiteX5" fmla="*/ 1468515 w 1536743"/>
              <a:gd name="connsiteY5" fmla="*/ 672856 h 1782088"/>
              <a:gd name="connsiteX6" fmla="*/ 1336929 w 1536743"/>
              <a:gd name="connsiteY6" fmla="*/ 154877 h 1782088"/>
              <a:gd name="connsiteX7" fmla="*/ 839089 w 1536743"/>
              <a:gd name="connsiteY7" fmla="*/ 21205 h 1782088"/>
              <a:gd name="connsiteX8" fmla="*/ 360357 w 1536743"/>
              <a:gd name="connsiteY8" fmla="*/ 534641 h 1782088"/>
              <a:gd name="connsiteX0" fmla="*/ 360355 w 1536741"/>
              <a:gd name="connsiteY0" fmla="*/ 534641 h 1782088"/>
              <a:gd name="connsiteX1" fmla="*/ 3 w 1536741"/>
              <a:gd name="connsiteY1" fmla="*/ 940200 h 1782088"/>
              <a:gd name="connsiteX2" fmla="*/ 367657 w 1536741"/>
              <a:gd name="connsiteY2" fmla="*/ 1508306 h 1782088"/>
              <a:gd name="connsiteX3" fmla="*/ 1186523 w 1536741"/>
              <a:gd name="connsiteY3" fmla="*/ 1775650 h 1782088"/>
              <a:gd name="connsiteX4" fmla="*/ 1520754 w 1536741"/>
              <a:gd name="connsiteY4" fmla="*/ 1257671 h 1782088"/>
              <a:gd name="connsiteX5" fmla="*/ 1468513 w 1536741"/>
              <a:gd name="connsiteY5" fmla="*/ 672856 h 1782088"/>
              <a:gd name="connsiteX6" fmla="*/ 1336927 w 1536741"/>
              <a:gd name="connsiteY6" fmla="*/ 154877 h 1782088"/>
              <a:gd name="connsiteX7" fmla="*/ 839087 w 1536741"/>
              <a:gd name="connsiteY7" fmla="*/ 21205 h 1782088"/>
              <a:gd name="connsiteX8" fmla="*/ 360355 w 1536741"/>
              <a:gd name="connsiteY8" fmla="*/ 534641 h 1782088"/>
              <a:gd name="connsiteX0" fmla="*/ 360355 w 1494463"/>
              <a:gd name="connsiteY0" fmla="*/ 534641 h 1775651"/>
              <a:gd name="connsiteX1" fmla="*/ 3 w 1494463"/>
              <a:gd name="connsiteY1" fmla="*/ 940200 h 1775651"/>
              <a:gd name="connsiteX2" fmla="*/ 367657 w 1494463"/>
              <a:gd name="connsiteY2" fmla="*/ 1508306 h 1775651"/>
              <a:gd name="connsiteX3" fmla="*/ 1186523 w 1494463"/>
              <a:gd name="connsiteY3" fmla="*/ 1775650 h 1775651"/>
              <a:gd name="connsiteX4" fmla="*/ 1467465 w 1494463"/>
              <a:gd name="connsiteY4" fmla="*/ 1510813 h 1775651"/>
              <a:gd name="connsiteX5" fmla="*/ 1468513 w 1494463"/>
              <a:gd name="connsiteY5" fmla="*/ 672856 h 1775651"/>
              <a:gd name="connsiteX6" fmla="*/ 1336927 w 1494463"/>
              <a:gd name="connsiteY6" fmla="*/ 154877 h 1775651"/>
              <a:gd name="connsiteX7" fmla="*/ 839087 w 1494463"/>
              <a:gd name="connsiteY7" fmla="*/ 21205 h 1775651"/>
              <a:gd name="connsiteX8" fmla="*/ 360355 w 1494463"/>
              <a:gd name="connsiteY8" fmla="*/ 534641 h 1775651"/>
              <a:gd name="connsiteX0" fmla="*/ 360355 w 1491064"/>
              <a:gd name="connsiteY0" fmla="*/ 552327 h 1793337"/>
              <a:gd name="connsiteX1" fmla="*/ 3 w 1491064"/>
              <a:gd name="connsiteY1" fmla="*/ 957886 h 1793337"/>
              <a:gd name="connsiteX2" fmla="*/ 367657 w 1491064"/>
              <a:gd name="connsiteY2" fmla="*/ 1525992 h 1793337"/>
              <a:gd name="connsiteX3" fmla="*/ 1186523 w 1491064"/>
              <a:gd name="connsiteY3" fmla="*/ 1793336 h 1793337"/>
              <a:gd name="connsiteX4" fmla="*/ 1467465 w 1491064"/>
              <a:gd name="connsiteY4" fmla="*/ 1528499 h 1793337"/>
              <a:gd name="connsiteX5" fmla="*/ 1468513 w 1491064"/>
              <a:gd name="connsiteY5" fmla="*/ 690542 h 1793337"/>
              <a:gd name="connsiteX6" fmla="*/ 1407977 w 1491064"/>
              <a:gd name="connsiteY6" fmla="*/ 109278 h 1793337"/>
              <a:gd name="connsiteX7" fmla="*/ 839087 w 1491064"/>
              <a:gd name="connsiteY7" fmla="*/ 38891 h 1793337"/>
              <a:gd name="connsiteX8" fmla="*/ 360355 w 1491064"/>
              <a:gd name="connsiteY8" fmla="*/ 552327 h 1793337"/>
              <a:gd name="connsiteX0" fmla="*/ 360355 w 1502818"/>
              <a:gd name="connsiteY0" fmla="*/ 552327 h 1612281"/>
              <a:gd name="connsiteX1" fmla="*/ 3 w 1502818"/>
              <a:gd name="connsiteY1" fmla="*/ 957886 h 1612281"/>
              <a:gd name="connsiteX2" fmla="*/ 367657 w 1502818"/>
              <a:gd name="connsiteY2" fmla="*/ 1525992 h 1612281"/>
              <a:gd name="connsiteX3" fmla="*/ 1026659 w 1502818"/>
              <a:gd name="connsiteY3" fmla="*/ 1582385 h 1612281"/>
              <a:gd name="connsiteX4" fmla="*/ 1467465 w 1502818"/>
              <a:gd name="connsiteY4" fmla="*/ 1528499 h 1612281"/>
              <a:gd name="connsiteX5" fmla="*/ 1468513 w 1502818"/>
              <a:gd name="connsiteY5" fmla="*/ 690542 h 1612281"/>
              <a:gd name="connsiteX6" fmla="*/ 1407977 w 1502818"/>
              <a:gd name="connsiteY6" fmla="*/ 109278 h 1612281"/>
              <a:gd name="connsiteX7" fmla="*/ 839087 w 1502818"/>
              <a:gd name="connsiteY7" fmla="*/ 38891 h 1612281"/>
              <a:gd name="connsiteX8" fmla="*/ 360355 w 1502818"/>
              <a:gd name="connsiteY8" fmla="*/ 552327 h 1612281"/>
              <a:gd name="connsiteX0" fmla="*/ 360384 w 1502847"/>
              <a:gd name="connsiteY0" fmla="*/ 552327 h 1803602"/>
              <a:gd name="connsiteX1" fmla="*/ 32 w 1502847"/>
              <a:gd name="connsiteY1" fmla="*/ 957886 h 1803602"/>
              <a:gd name="connsiteX2" fmla="*/ 385448 w 1502847"/>
              <a:gd name="connsiteY2" fmla="*/ 1779134 h 1803602"/>
              <a:gd name="connsiteX3" fmla="*/ 1026688 w 1502847"/>
              <a:gd name="connsiteY3" fmla="*/ 1582385 h 1803602"/>
              <a:gd name="connsiteX4" fmla="*/ 1467494 w 1502847"/>
              <a:gd name="connsiteY4" fmla="*/ 1528499 h 1803602"/>
              <a:gd name="connsiteX5" fmla="*/ 1468542 w 1502847"/>
              <a:gd name="connsiteY5" fmla="*/ 690542 h 1803602"/>
              <a:gd name="connsiteX6" fmla="*/ 1408006 w 1502847"/>
              <a:gd name="connsiteY6" fmla="*/ 109278 h 1803602"/>
              <a:gd name="connsiteX7" fmla="*/ 839116 w 1502847"/>
              <a:gd name="connsiteY7" fmla="*/ 38891 h 1803602"/>
              <a:gd name="connsiteX8" fmla="*/ 360384 w 1502847"/>
              <a:gd name="connsiteY8" fmla="*/ 552327 h 1803602"/>
              <a:gd name="connsiteX0" fmla="*/ 360384 w 1502847"/>
              <a:gd name="connsiteY0" fmla="*/ 552327 h 1826319"/>
              <a:gd name="connsiteX1" fmla="*/ 32 w 1502847"/>
              <a:gd name="connsiteY1" fmla="*/ 957886 h 1826319"/>
              <a:gd name="connsiteX2" fmla="*/ 385448 w 1502847"/>
              <a:gd name="connsiteY2" fmla="*/ 1779134 h 1826319"/>
              <a:gd name="connsiteX3" fmla="*/ 1026688 w 1502847"/>
              <a:gd name="connsiteY3" fmla="*/ 1582385 h 1826319"/>
              <a:gd name="connsiteX4" fmla="*/ 1467494 w 1502847"/>
              <a:gd name="connsiteY4" fmla="*/ 1528499 h 1826319"/>
              <a:gd name="connsiteX5" fmla="*/ 1468542 w 1502847"/>
              <a:gd name="connsiteY5" fmla="*/ 690542 h 1826319"/>
              <a:gd name="connsiteX6" fmla="*/ 1408006 w 1502847"/>
              <a:gd name="connsiteY6" fmla="*/ 109278 h 1826319"/>
              <a:gd name="connsiteX7" fmla="*/ 839116 w 1502847"/>
              <a:gd name="connsiteY7" fmla="*/ 38891 h 1826319"/>
              <a:gd name="connsiteX8" fmla="*/ 360384 w 1502847"/>
              <a:gd name="connsiteY8" fmla="*/ 552327 h 1826319"/>
              <a:gd name="connsiteX0" fmla="*/ 289852 w 1503366"/>
              <a:gd name="connsiteY0" fmla="*/ 461730 h 1820101"/>
              <a:gd name="connsiteX1" fmla="*/ 551 w 1503366"/>
              <a:gd name="connsiteY1" fmla="*/ 951668 h 1820101"/>
              <a:gd name="connsiteX2" fmla="*/ 385967 w 1503366"/>
              <a:gd name="connsiteY2" fmla="*/ 1772916 h 1820101"/>
              <a:gd name="connsiteX3" fmla="*/ 1027207 w 1503366"/>
              <a:gd name="connsiteY3" fmla="*/ 1576167 h 1820101"/>
              <a:gd name="connsiteX4" fmla="*/ 1468013 w 1503366"/>
              <a:gd name="connsiteY4" fmla="*/ 1522281 h 1820101"/>
              <a:gd name="connsiteX5" fmla="*/ 1469061 w 1503366"/>
              <a:gd name="connsiteY5" fmla="*/ 684324 h 1820101"/>
              <a:gd name="connsiteX6" fmla="*/ 1408525 w 1503366"/>
              <a:gd name="connsiteY6" fmla="*/ 103060 h 1820101"/>
              <a:gd name="connsiteX7" fmla="*/ 839635 w 1503366"/>
              <a:gd name="connsiteY7" fmla="*/ 32673 h 1820101"/>
              <a:gd name="connsiteX8" fmla="*/ 289852 w 1503366"/>
              <a:gd name="connsiteY8" fmla="*/ 461730 h 1820101"/>
              <a:gd name="connsiteX0" fmla="*/ 293376 w 1506890"/>
              <a:gd name="connsiteY0" fmla="*/ 461730 h 1820101"/>
              <a:gd name="connsiteX1" fmla="*/ 4075 w 1506890"/>
              <a:gd name="connsiteY1" fmla="*/ 951668 h 1820101"/>
              <a:gd name="connsiteX2" fmla="*/ 389491 w 1506890"/>
              <a:gd name="connsiteY2" fmla="*/ 1772916 h 1820101"/>
              <a:gd name="connsiteX3" fmla="*/ 1030731 w 1506890"/>
              <a:gd name="connsiteY3" fmla="*/ 1576167 h 1820101"/>
              <a:gd name="connsiteX4" fmla="*/ 1471537 w 1506890"/>
              <a:gd name="connsiteY4" fmla="*/ 1522281 h 1820101"/>
              <a:gd name="connsiteX5" fmla="*/ 1472585 w 1506890"/>
              <a:gd name="connsiteY5" fmla="*/ 684324 h 1820101"/>
              <a:gd name="connsiteX6" fmla="*/ 1412049 w 1506890"/>
              <a:gd name="connsiteY6" fmla="*/ 103060 h 1820101"/>
              <a:gd name="connsiteX7" fmla="*/ 843159 w 1506890"/>
              <a:gd name="connsiteY7" fmla="*/ 32673 h 1820101"/>
              <a:gd name="connsiteX8" fmla="*/ 293376 w 1506890"/>
              <a:gd name="connsiteY8" fmla="*/ 461730 h 1820101"/>
              <a:gd name="connsiteX0" fmla="*/ 203955 w 1545103"/>
              <a:gd name="connsiteY0" fmla="*/ 206126 h 1802639"/>
              <a:gd name="connsiteX1" fmla="*/ 42288 w 1545103"/>
              <a:gd name="connsiteY1" fmla="*/ 934206 h 1802639"/>
              <a:gd name="connsiteX2" fmla="*/ 427704 w 1545103"/>
              <a:gd name="connsiteY2" fmla="*/ 1755454 h 1802639"/>
              <a:gd name="connsiteX3" fmla="*/ 1068944 w 1545103"/>
              <a:gd name="connsiteY3" fmla="*/ 1558705 h 1802639"/>
              <a:gd name="connsiteX4" fmla="*/ 1509750 w 1545103"/>
              <a:gd name="connsiteY4" fmla="*/ 1504819 h 1802639"/>
              <a:gd name="connsiteX5" fmla="*/ 1510798 w 1545103"/>
              <a:gd name="connsiteY5" fmla="*/ 666862 h 1802639"/>
              <a:gd name="connsiteX6" fmla="*/ 1450262 w 1545103"/>
              <a:gd name="connsiteY6" fmla="*/ 85598 h 1802639"/>
              <a:gd name="connsiteX7" fmla="*/ 881372 w 1545103"/>
              <a:gd name="connsiteY7" fmla="*/ 15211 h 1802639"/>
              <a:gd name="connsiteX8" fmla="*/ 203955 w 1545103"/>
              <a:gd name="connsiteY8" fmla="*/ 206126 h 1802639"/>
              <a:gd name="connsiteX0" fmla="*/ 147252 w 1634267"/>
              <a:gd name="connsiteY0" fmla="*/ 113266 h 1796376"/>
              <a:gd name="connsiteX1" fmla="*/ 131452 w 1634267"/>
              <a:gd name="connsiteY1" fmla="*/ 927943 h 1796376"/>
              <a:gd name="connsiteX2" fmla="*/ 516868 w 1634267"/>
              <a:gd name="connsiteY2" fmla="*/ 1749191 h 1796376"/>
              <a:gd name="connsiteX3" fmla="*/ 1158108 w 1634267"/>
              <a:gd name="connsiteY3" fmla="*/ 1552442 h 1796376"/>
              <a:gd name="connsiteX4" fmla="*/ 1598914 w 1634267"/>
              <a:gd name="connsiteY4" fmla="*/ 1498556 h 1796376"/>
              <a:gd name="connsiteX5" fmla="*/ 1599962 w 1634267"/>
              <a:gd name="connsiteY5" fmla="*/ 660599 h 1796376"/>
              <a:gd name="connsiteX6" fmla="*/ 1539426 w 1634267"/>
              <a:gd name="connsiteY6" fmla="*/ 79335 h 1796376"/>
              <a:gd name="connsiteX7" fmla="*/ 970536 w 1634267"/>
              <a:gd name="connsiteY7" fmla="*/ 8948 h 1796376"/>
              <a:gd name="connsiteX8" fmla="*/ 147252 w 1634267"/>
              <a:gd name="connsiteY8" fmla="*/ 113266 h 1796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34267" h="1796376">
                <a:moveTo>
                  <a:pt x="147252" y="113266"/>
                </a:moveTo>
                <a:cubicBezTo>
                  <a:pt x="-139307" y="245497"/>
                  <a:pt x="69849" y="655289"/>
                  <a:pt x="131452" y="927943"/>
                </a:cubicBezTo>
                <a:cubicBezTo>
                  <a:pt x="193055" y="1200597"/>
                  <a:pt x="345759" y="1645108"/>
                  <a:pt x="516868" y="1749191"/>
                </a:cubicBezTo>
                <a:cubicBezTo>
                  <a:pt x="687977" y="1853274"/>
                  <a:pt x="1013294" y="1784070"/>
                  <a:pt x="1158108" y="1552442"/>
                </a:cubicBezTo>
                <a:cubicBezTo>
                  <a:pt x="1302922" y="1320814"/>
                  <a:pt x="1525272" y="1647197"/>
                  <a:pt x="1598914" y="1498556"/>
                </a:cubicBezTo>
                <a:cubicBezTo>
                  <a:pt x="1672556" y="1349916"/>
                  <a:pt x="1609877" y="897136"/>
                  <a:pt x="1599962" y="660599"/>
                </a:cubicBezTo>
                <a:cubicBezTo>
                  <a:pt x="1590047" y="424062"/>
                  <a:pt x="1578419" y="187943"/>
                  <a:pt x="1539426" y="79335"/>
                </a:cubicBezTo>
                <a:cubicBezTo>
                  <a:pt x="1500433" y="-29273"/>
                  <a:pt x="1202565" y="3293"/>
                  <a:pt x="970536" y="8948"/>
                </a:cubicBezTo>
                <a:cubicBezTo>
                  <a:pt x="738507" y="14603"/>
                  <a:pt x="433811" y="-18965"/>
                  <a:pt x="147252" y="113266"/>
                </a:cubicBezTo>
                <a:close/>
              </a:path>
            </a:pathLst>
          </a:custGeom>
          <a:gradFill flip="none" rotWithShape="1">
            <a:gsLst>
              <a:gs pos="0">
                <a:srgbClr val="9CDFF9"/>
              </a:gs>
              <a:gs pos="100000">
                <a:schemeClr val="bg1"/>
              </a:gs>
              <a:gs pos="57000">
                <a:schemeClr val="accent5">
                  <a:lumMod val="20000"/>
                  <a:lumOff val="8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>
              <a:defRPr/>
            </a:pPr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13F2107-1C9A-0C41-B24A-0671CC60D47A}"/>
              </a:ext>
            </a:extLst>
          </p:cNvPr>
          <p:cNvSpPr txBox="1"/>
          <p:nvPr/>
        </p:nvSpPr>
        <p:spPr>
          <a:xfrm>
            <a:off x="7070401" y="2245647"/>
            <a:ext cx="1334020" cy="2377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lnSpc>
                <a:spcPct val="90000"/>
              </a:lnSpc>
              <a:defRPr/>
            </a:pPr>
            <a:r>
              <a:rPr lang="en-US" sz="1050" dirty="0">
                <a:solidFill>
                  <a:prstClr val="black"/>
                </a:solidFill>
                <a:latin typeface="Calibri" panose="020F0502020204030204"/>
              </a:rPr>
              <a:t>national or global ISP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E6D405D-F88D-A643-A8DA-87BCB5348C5C}"/>
              </a:ext>
            </a:extLst>
          </p:cNvPr>
          <p:cNvSpPr/>
          <p:nvPr/>
        </p:nvSpPr>
        <p:spPr>
          <a:xfrm>
            <a:off x="6959301" y="3615682"/>
            <a:ext cx="229312" cy="148385"/>
          </a:xfrm>
          <a:prstGeom prst="rect">
            <a:avLst/>
          </a:prstGeom>
          <a:solidFill>
            <a:srgbClr val="9CDF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D05228A-100C-D643-BB8E-545E51741FBA}"/>
              </a:ext>
            </a:extLst>
          </p:cNvPr>
          <p:cNvSpPr txBox="1"/>
          <p:nvPr/>
        </p:nvSpPr>
        <p:spPr>
          <a:xfrm>
            <a:off x="6574622" y="3443189"/>
            <a:ext cx="780479" cy="528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>
              <a:lnSpc>
                <a:spcPct val="90000"/>
              </a:lnSpc>
              <a:defRPr/>
            </a:pPr>
            <a:r>
              <a:rPr lang="en-US" sz="1050" dirty="0">
                <a:solidFill>
                  <a:prstClr val="black"/>
                </a:solidFill>
                <a:latin typeface="Calibri" panose="020F0502020204030204"/>
              </a:rPr>
              <a:t>local or regional ISP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95F625F-E4CA-A14C-BDB7-680FDFE6EE1F}"/>
              </a:ext>
            </a:extLst>
          </p:cNvPr>
          <p:cNvSpPr txBox="1"/>
          <p:nvPr/>
        </p:nvSpPr>
        <p:spPr>
          <a:xfrm>
            <a:off x="8188325" y="4365703"/>
            <a:ext cx="654346" cy="3105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lnSpc>
                <a:spcPct val="90000"/>
              </a:lnSpc>
              <a:defRPr/>
            </a:pPr>
            <a:r>
              <a:rPr lang="en-US" sz="788" dirty="0">
                <a:solidFill>
                  <a:prstClr val="black"/>
                </a:solidFill>
                <a:latin typeface="Calibri" panose="020F0502020204030204"/>
              </a:rPr>
              <a:t>datacenter </a:t>
            </a:r>
          </a:p>
          <a:p>
            <a:pPr defTabSz="685800">
              <a:lnSpc>
                <a:spcPct val="90000"/>
              </a:lnSpc>
              <a:defRPr/>
            </a:pPr>
            <a:r>
              <a:rPr lang="en-US" sz="788" dirty="0">
                <a:solidFill>
                  <a:prstClr val="black"/>
                </a:solidFill>
                <a:latin typeface="Calibri" panose="020F0502020204030204"/>
              </a:rPr>
              <a:t>network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5188F4C-A928-8F4F-9205-FD6C4D77CC8D}"/>
              </a:ext>
            </a:extLst>
          </p:cNvPr>
          <p:cNvSpPr txBox="1"/>
          <p:nvPr/>
        </p:nvSpPr>
        <p:spPr>
          <a:xfrm>
            <a:off x="7547264" y="4028436"/>
            <a:ext cx="678391" cy="5286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lnSpc>
                <a:spcPct val="90000"/>
              </a:lnSpc>
              <a:defRPr/>
            </a:pPr>
            <a:r>
              <a:rPr lang="en-US" sz="1050" dirty="0">
                <a:solidFill>
                  <a:prstClr val="black"/>
                </a:solidFill>
                <a:latin typeface="Calibri" panose="020F0502020204030204"/>
              </a:rPr>
              <a:t>content </a:t>
            </a:r>
          </a:p>
          <a:p>
            <a:pPr defTabSz="685800">
              <a:lnSpc>
                <a:spcPct val="90000"/>
              </a:lnSpc>
              <a:defRPr/>
            </a:pPr>
            <a:r>
              <a:rPr lang="en-US" sz="1050" dirty="0">
                <a:solidFill>
                  <a:prstClr val="black"/>
                </a:solidFill>
                <a:latin typeface="Calibri" panose="020F0502020204030204"/>
              </a:rPr>
              <a:t>provider </a:t>
            </a:r>
          </a:p>
          <a:p>
            <a:pPr defTabSz="685800">
              <a:lnSpc>
                <a:spcPct val="90000"/>
              </a:lnSpc>
              <a:defRPr/>
            </a:pPr>
            <a:r>
              <a:rPr lang="en-US" sz="1050" dirty="0">
                <a:solidFill>
                  <a:prstClr val="black"/>
                </a:solidFill>
                <a:latin typeface="Calibri" panose="020F0502020204030204"/>
              </a:rPr>
              <a:t>network</a:t>
            </a:r>
            <a:endParaRPr lang="en-US" sz="750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959284F2-2C3E-6B49-83BE-150EADA93824}"/>
              </a:ext>
            </a:extLst>
          </p:cNvPr>
          <p:cNvCxnSpPr>
            <a:cxnSpLocks/>
          </p:cNvCxnSpPr>
          <p:nvPr/>
        </p:nvCxnSpPr>
        <p:spPr>
          <a:xfrm flipH="1" flipV="1">
            <a:off x="7919940" y="3542344"/>
            <a:ext cx="309723" cy="4778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1AEFAB6-4248-8846-A79A-BF9D6164DE76}"/>
              </a:ext>
            </a:extLst>
          </p:cNvPr>
          <p:cNvCxnSpPr>
            <a:cxnSpLocks/>
          </p:cNvCxnSpPr>
          <p:nvPr/>
        </p:nvCxnSpPr>
        <p:spPr>
          <a:xfrm flipH="1" flipV="1">
            <a:off x="7995626" y="3587764"/>
            <a:ext cx="259400" cy="55423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ED0D3269-0EC2-2640-AC07-B881868275F8}"/>
              </a:ext>
            </a:extLst>
          </p:cNvPr>
          <p:cNvCxnSpPr>
            <a:cxnSpLocks/>
          </p:cNvCxnSpPr>
          <p:nvPr/>
        </p:nvCxnSpPr>
        <p:spPr>
          <a:xfrm flipV="1">
            <a:off x="7977673" y="3582316"/>
            <a:ext cx="251990" cy="2965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F63C34A0-4725-C44D-9514-4F74B2157D8C}"/>
              </a:ext>
            </a:extLst>
          </p:cNvPr>
          <p:cNvCxnSpPr>
            <a:cxnSpLocks/>
          </p:cNvCxnSpPr>
          <p:nvPr/>
        </p:nvCxnSpPr>
        <p:spPr>
          <a:xfrm flipH="1" flipV="1">
            <a:off x="7928081" y="3553422"/>
            <a:ext cx="1" cy="3643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DD0311E5-76D3-2C44-A6A8-22CB01ADCF02}"/>
              </a:ext>
            </a:extLst>
          </p:cNvPr>
          <p:cNvCxnSpPr>
            <a:cxnSpLocks/>
          </p:cNvCxnSpPr>
          <p:nvPr/>
        </p:nvCxnSpPr>
        <p:spPr>
          <a:xfrm flipH="1" flipV="1">
            <a:off x="7912966" y="3910982"/>
            <a:ext cx="381407" cy="2614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1939BF82-EFED-E140-BFC2-23D3688C2CB7}"/>
              </a:ext>
            </a:extLst>
          </p:cNvPr>
          <p:cNvCxnSpPr>
            <a:cxnSpLocks/>
          </p:cNvCxnSpPr>
          <p:nvPr/>
        </p:nvCxnSpPr>
        <p:spPr>
          <a:xfrm flipH="1">
            <a:off x="7421397" y="3923057"/>
            <a:ext cx="49156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56E47AF2-94A8-0243-8795-936020048815}"/>
              </a:ext>
            </a:extLst>
          </p:cNvPr>
          <p:cNvCxnSpPr>
            <a:cxnSpLocks/>
          </p:cNvCxnSpPr>
          <p:nvPr/>
        </p:nvCxnSpPr>
        <p:spPr>
          <a:xfrm flipH="1">
            <a:off x="6914712" y="3923057"/>
            <a:ext cx="49156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AD648A8C-238E-7045-A29E-EDD4DA54C3A4}"/>
              </a:ext>
            </a:extLst>
          </p:cNvPr>
          <p:cNvCxnSpPr>
            <a:cxnSpLocks/>
          </p:cNvCxnSpPr>
          <p:nvPr/>
        </p:nvCxnSpPr>
        <p:spPr>
          <a:xfrm flipH="1">
            <a:off x="6957651" y="3488004"/>
            <a:ext cx="286818" cy="3877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F8AD327-3BC9-7D46-A7E7-D0F90B60A252}"/>
              </a:ext>
            </a:extLst>
          </p:cNvPr>
          <p:cNvCxnSpPr>
            <a:cxnSpLocks/>
          </p:cNvCxnSpPr>
          <p:nvPr/>
        </p:nvCxnSpPr>
        <p:spPr>
          <a:xfrm>
            <a:off x="7299802" y="3488004"/>
            <a:ext cx="0" cy="40522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217C26C3-84F1-C149-AC22-6F1EB6629DA9}"/>
              </a:ext>
            </a:extLst>
          </p:cNvPr>
          <p:cNvCxnSpPr/>
          <p:nvPr/>
        </p:nvCxnSpPr>
        <p:spPr>
          <a:xfrm>
            <a:off x="7603251" y="2923269"/>
            <a:ext cx="366131" cy="6295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E0F05EFE-FD3D-3C4D-8F4F-0AC6B112D1A2}"/>
              </a:ext>
            </a:extLst>
          </p:cNvPr>
          <p:cNvCxnSpPr>
            <a:cxnSpLocks/>
          </p:cNvCxnSpPr>
          <p:nvPr/>
        </p:nvCxnSpPr>
        <p:spPr>
          <a:xfrm flipH="1">
            <a:off x="7349039" y="2878510"/>
            <a:ext cx="285324" cy="521105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6" name="Group 55">
            <a:extLst>
              <a:ext uri="{FF2B5EF4-FFF2-40B4-BE49-F238E27FC236}">
                <a16:creationId xmlns:a16="http://schemas.microsoft.com/office/drawing/2014/main" id="{CCC39A38-643E-1841-84E4-48B68DB2ED03}"/>
              </a:ext>
            </a:extLst>
          </p:cNvPr>
          <p:cNvGrpSpPr/>
          <p:nvPr/>
        </p:nvGrpSpPr>
        <p:grpSpPr>
          <a:xfrm>
            <a:off x="5671679" y="2452744"/>
            <a:ext cx="2684150" cy="2730212"/>
            <a:chOff x="7562238" y="2127325"/>
            <a:chExt cx="3578867" cy="3640283"/>
          </a:xfrm>
        </p:grpSpPr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479EF77B-B7F5-D441-A37D-7AC14D43B519}"/>
                </a:ext>
              </a:extLst>
            </p:cNvPr>
            <p:cNvGrpSpPr/>
            <p:nvPr/>
          </p:nvGrpSpPr>
          <p:grpSpPr>
            <a:xfrm>
              <a:off x="7857253" y="2127325"/>
              <a:ext cx="3283852" cy="3640283"/>
              <a:chOff x="7881336" y="2104198"/>
              <a:chExt cx="3283852" cy="3640283"/>
            </a:xfrm>
          </p:grpSpPr>
          <p:sp>
            <p:nvSpPr>
              <p:cNvPr id="62" name="Line 428">
                <a:extLst>
                  <a:ext uri="{FF2B5EF4-FFF2-40B4-BE49-F238E27FC236}">
                    <a16:creationId xmlns:a16="http://schemas.microsoft.com/office/drawing/2014/main" id="{16F1973E-A8F0-6E4E-9510-49D75998F4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9813692" y="5228612"/>
                <a:ext cx="388062" cy="75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63" name="Line 430">
                <a:extLst>
                  <a:ext uri="{FF2B5EF4-FFF2-40B4-BE49-F238E27FC236}">
                    <a16:creationId xmlns:a16="http://schemas.microsoft.com/office/drawing/2014/main" id="{CAB72423-2D43-1046-869C-9EDAEA5E40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>
                <a:off x="10234009" y="5382159"/>
                <a:ext cx="0" cy="1143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64" name="Line 431">
                <a:extLst>
                  <a:ext uri="{FF2B5EF4-FFF2-40B4-BE49-F238E27FC236}">
                    <a16:creationId xmlns:a16="http://schemas.microsoft.com/office/drawing/2014/main" id="{99BD1088-D56F-3A42-8E44-483A32BEDA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457042" y="4815390"/>
                <a:ext cx="524483" cy="26153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65" name="Line 432">
                <a:extLst>
                  <a:ext uri="{FF2B5EF4-FFF2-40B4-BE49-F238E27FC236}">
                    <a16:creationId xmlns:a16="http://schemas.microsoft.com/office/drawing/2014/main" id="{8A75CF99-7455-B74F-8BAD-3AD43E03F4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874149" y="4815390"/>
                <a:ext cx="569255" cy="24626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66" name="Line 433">
                <a:extLst>
                  <a:ext uri="{FF2B5EF4-FFF2-40B4-BE49-F238E27FC236}">
                    <a16:creationId xmlns:a16="http://schemas.microsoft.com/office/drawing/2014/main" id="{FC542B29-675E-3D46-80C8-75565CBAE2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845827" y="5085749"/>
                <a:ext cx="103050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67" name="Line 435">
                <a:extLst>
                  <a:ext uri="{FF2B5EF4-FFF2-40B4-BE49-F238E27FC236}">
                    <a16:creationId xmlns:a16="http://schemas.microsoft.com/office/drawing/2014/main" id="{2B974C3D-5280-D849-8D04-7FDDEF66CF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234290" y="5094207"/>
                <a:ext cx="226800" cy="127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68" name="Line 436">
                <a:extLst>
                  <a:ext uri="{FF2B5EF4-FFF2-40B4-BE49-F238E27FC236}">
                    <a16:creationId xmlns:a16="http://schemas.microsoft.com/office/drawing/2014/main" id="{05391238-AE6D-D14C-8C1F-CD07E40328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972450" y="5267343"/>
                <a:ext cx="412750" cy="127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69" name="Line 439">
                <a:extLst>
                  <a:ext uri="{FF2B5EF4-FFF2-40B4-BE49-F238E27FC236}">
                    <a16:creationId xmlns:a16="http://schemas.microsoft.com/office/drawing/2014/main" id="{F0B33890-F38E-9948-851E-64C7E965F0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8397900" y="5259125"/>
                <a:ext cx="68080" cy="2939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70" name="Line 440">
                <a:extLst>
                  <a:ext uri="{FF2B5EF4-FFF2-40B4-BE49-F238E27FC236}">
                    <a16:creationId xmlns:a16="http://schemas.microsoft.com/office/drawing/2014/main" id="{A6F6A7F9-E45C-124D-AC6C-F4101DAE4B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8512814" y="5284804"/>
                <a:ext cx="280374" cy="2698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71" name="Line 441">
                <a:extLst>
                  <a:ext uri="{FF2B5EF4-FFF2-40B4-BE49-F238E27FC236}">
                    <a16:creationId xmlns:a16="http://schemas.microsoft.com/office/drawing/2014/main" id="{AD8346D7-6C40-1348-A196-CC99EDB76C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512814" y="5234921"/>
                <a:ext cx="914184" cy="4686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72" name="Line 443">
                <a:extLst>
                  <a:ext uri="{FF2B5EF4-FFF2-40B4-BE49-F238E27FC236}">
                    <a16:creationId xmlns:a16="http://schemas.microsoft.com/office/drawing/2014/main" id="{E2DA8AD7-F617-354E-B5AE-47F97541A8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271861" y="3806843"/>
                <a:ext cx="0" cy="13176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73" name="Line 449">
                <a:extLst>
                  <a:ext uri="{FF2B5EF4-FFF2-40B4-BE49-F238E27FC236}">
                    <a16:creationId xmlns:a16="http://schemas.microsoft.com/office/drawing/2014/main" id="{E873DD89-2DB7-304C-ADED-170F1F4E1A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881336" y="4017980"/>
                <a:ext cx="168275" cy="317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74" name="Line 428">
                <a:extLst>
                  <a:ext uri="{FF2B5EF4-FFF2-40B4-BE49-F238E27FC236}">
                    <a16:creationId xmlns:a16="http://schemas.microsoft.com/office/drawing/2014/main" id="{56AC483A-3972-5540-9E9F-AE1FE25660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9909628" y="5560344"/>
                <a:ext cx="366793" cy="148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75" name="Line 440">
                <a:extLst>
                  <a:ext uri="{FF2B5EF4-FFF2-40B4-BE49-F238E27FC236}">
                    <a16:creationId xmlns:a16="http://schemas.microsoft.com/office/drawing/2014/main" id="{B0224379-0B0C-1343-B0E2-E62DFA482C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483508" y="5013435"/>
                <a:ext cx="404236" cy="20777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1DFBDA95-16CE-D146-A4C5-C45EDEC8D34E}"/>
                  </a:ext>
                </a:extLst>
              </p:cNvPr>
              <p:cNvCxnSpPr/>
              <p:nvPr/>
            </p:nvCxnSpPr>
            <p:spPr>
              <a:xfrm flipH="1">
                <a:off x="10124718" y="2146305"/>
                <a:ext cx="761467" cy="57735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A282E722-916E-234E-AC0B-E2B36A0049E1}"/>
                  </a:ext>
                </a:extLst>
              </p:cNvPr>
              <p:cNvCxnSpPr/>
              <p:nvPr/>
            </p:nvCxnSpPr>
            <p:spPr>
              <a:xfrm flipH="1">
                <a:off x="10124718" y="2245186"/>
                <a:ext cx="3970" cy="51846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>
                <a:extLst>
                  <a:ext uri="{FF2B5EF4-FFF2-40B4-BE49-F238E27FC236}">
                    <a16:creationId xmlns:a16="http://schemas.microsoft.com/office/drawing/2014/main" id="{F691F242-AF67-1B42-8D8E-F09C1EB27D39}"/>
                  </a:ext>
                </a:extLst>
              </p:cNvPr>
              <p:cNvCxnSpPr/>
              <p:nvPr/>
            </p:nvCxnSpPr>
            <p:spPr>
              <a:xfrm flipH="1">
                <a:off x="10696218" y="2177379"/>
                <a:ext cx="149360" cy="51846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EFE49F46-6C78-A640-A53B-1F2DCAE49B5E}"/>
                  </a:ext>
                </a:extLst>
              </p:cNvPr>
              <p:cNvCxnSpPr/>
              <p:nvPr/>
            </p:nvCxnSpPr>
            <p:spPr>
              <a:xfrm flipH="1">
                <a:off x="10166249" y="2695840"/>
                <a:ext cx="574283" cy="2782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81454C82-BE7E-874F-AA28-09F795395B3E}"/>
                  </a:ext>
                </a:extLst>
              </p:cNvPr>
              <p:cNvCxnSpPr/>
              <p:nvPr/>
            </p:nvCxnSpPr>
            <p:spPr>
              <a:xfrm flipH="1">
                <a:off x="10093625" y="2146305"/>
                <a:ext cx="788589" cy="9888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42F00AE0-2163-514F-B52E-CFE0592CCF07}"/>
                  </a:ext>
                </a:extLst>
              </p:cNvPr>
              <p:cNvCxnSpPr/>
              <p:nvPr/>
            </p:nvCxnSpPr>
            <p:spPr>
              <a:xfrm flipH="1">
                <a:off x="10886186" y="2104198"/>
                <a:ext cx="279002" cy="4210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9E38317B-7455-F04C-9FB3-A47169171585}"/>
                  </a:ext>
                </a:extLst>
              </p:cNvPr>
              <p:cNvCxnSpPr/>
              <p:nvPr/>
            </p:nvCxnSpPr>
            <p:spPr>
              <a:xfrm flipH="1" flipV="1">
                <a:off x="10706077" y="2695840"/>
                <a:ext cx="353541" cy="6780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>
                <a:extLst>
                  <a:ext uri="{FF2B5EF4-FFF2-40B4-BE49-F238E27FC236}">
                    <a16:creationId xmlns:a16="http://schemas.microsoft.com/office/drawing/2014/main" id="{18CD097C-75DA-B84B-B03E-371F3044C3BB}"/>
                  </a:ext>
                </a:extLst>
              </p:cNvPr>
              <p:cNvCxnSpPr/>
              <p:nvPr/>
            </p:nvCxnSpPr>
            <p:spPr>
              <a:xfrm flipH="1">
                <a:off x="8793306" y="2245186"/>
                <a:ext cx="1300319" cy="606622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4" name="Line 541">
                <a:extLst>
                  <a:ext uri="{FF2B5EF4-FFF2-40B4-BE49-F238E27FC236}">
                    <a16:creationId xmlns:a16="http://schemas.microsoft.com/office/drawing/2014/main" id="{3EE4D6D5-1F58-604E-926E-B12AF198F9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9402788" y="4090252"/>
                <a:ext cx="429324" cy="70560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85" name="Line 424">
                <a:extLst>
                  <a:ext uri="{FF2B5EF4-FFF2-40B4-BE49-F238E27FC236}">
                    <a16:creationId xmlns:a16="http://schemas.microsoft.com/office/drawing/2014/main" id="{69D11C97-9A2A-6F4A-BEC2-192440539B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268637" y="4024329"/>
                <a:ext cx="969051" cy="317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  <p:pic>
          <p:nvPicPr>
            <p:cNvPr id="58" name="Picture 778" descr="antenna_radiation_stylized">
              <a:extLst>
                <a:ext uri="{FF2B5EF4-FFF2-40B4-BE49-F238E27FC236}">
                  <a16:creationId xmlns:a16="http://schemas.microsoft.com/office/drawing/2014/main" id="{AE641E33-5C90-9C48-B6C0-B2DA38E6B4B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62238" y="3813930"/>
              <a:ext cx="506412" cy="1060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9" name="Picture 781" descr="antenna_radiation_stylized">
              <a:extLst>
                <a:ext uri="{FF2B5EF4-FFF2-40B4-BE49-F238E27FC236}">
                  <a16:creationId xmlns:a16="http://schemas.microsoft.com/office/drawing/2014/main" id="{58D0D77F-41BF-B141-99CC-7444770200B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42073" y="5480938"/>
              <a:ext cx="452014" cy="95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0" name="Picture 799" descr="cell_tower_radiation copy">
              <a:extLst>
                <a:ext uri="{FF2B5EF4-FFF2-40B4-BE49-F238E27FC236}">
                  <a16:creationId xmlns:a16="http://schemas.microsoft.com/office/drawing/2014/main" id="{B93FCB1A-5588-5743-82CC-8E52ADEAD1E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80866" y="2158167"/>
              <a:ext cx="457200" cy="3327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1" name="Oval 800">
              <a:extLst>
                <a:ext uri="{FF2B5EF4-FFF2-40B4-BE49-F238E27FC236}">
                  <a16:creationId xmlns:a16="http://schemas.microsoft.com/office/drawing/2014/main" id="{029C7FDD-ABE9-EB40-A1C5-64FF9B2F93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74541" y="2292995"/>
              <a:ext cx="52388" cy="49485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86" name="Line 426">
            <a:extLst>
              <a:ext uri="{FF2B5EF4-FFF2-40B4-BE49-F238E27FC236}">
                <a16:creationId xmlns:a16="http://schemas.microsoft.com/office/drawing/2014/main" id="{390C81B6-E64F-6D4C-8D06-8F1804B7F591}"/>
              </a:ext>
            </a:extLst>
          </p:cNvPr>
          <p:cNvSpPr>
            <a:spLocks noChangeShapeType="1"/>
          </p:cNvSpPr>
          <p:nvPr/>
        </p:nvSpPr>
        <p:spPr bwMode="auto">
          <a:xfrm>
            <a:off x="6155895" y="2882519"/>
            <a:ext cx="170973" cy="13076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685800">
              <a:defRPr/>
            </a:pPr>
            <a:endParaRPr lang="en-US" sz="1350" dirty="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87" name="Group 783">
            <a:extLst>
              <a:ext uri="{FF2B5EF4-FFF2-40B4-BE49-F238E27FC236}">
                <a16:creationId xmlns:a16="http://schemas.microsoft.com/office/drawing/2014/main" id="{D14ED3CD-0929-5445-B9CD-FC1AEB08F0F0}"/>
              </a:ext>
            </a:extLst>
          </p:cNvPr>
          <p:cNvGrpSpPr>
            <a:grpSpLocks/>
          </p:cNvGrpSpPr>
          <p:nvPr/>
        </p:nvGrpSpPr>
        <p:grpSpPr bwMode="auto">
          <a:xfrm>
            <a:off x="6038023" y="2589282"/>
            <a:ext cx="223838" cy="348006"/>
            <a:chOff x="3130" y="3288"/>
            <a:chExt cx="410" cy="742"/>
          </a:xfrm>
        </p:grpSpPr>
        <p:sp>
          <p:nvSpPr>
            <p:cNvPr id="88" name="Line 270">
              <a:extLst>
                <a:ext uri="{FF2B5EF4-FFF2-40B4-BE49-F238E27FC236}">
                  <a16:creationId xmlns:a16="http://schemas.microsoft.com/office/drawing/2014/main" id="{7ABD4004-114C-724F-BAC3-6F9DA6DE1F0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30" y="3288"/>
              <a:ext cx="205" cy="6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89" name="Line 271">
              <a:extLst>
                <a:ext uri="{FF2B5EF4-FFF2-40B4-BE49-F238E27FC236}">
                  <a16:creationId xmlns:a16="http://schemas.microsoft.com/office/drawing/2014/main" id="{1A244344-E514-B64F-9963-6369BD9BE1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5" y="3288"/>
              <a:ext cx="205" cy="6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90" name="Line 272">
              <a:extLst>
                <a:ext uri="{FF2B5EF4-FFF2-40B4-BE49-F238E27FC236}">
                  <a16:creationId xmlns:a16="http://schemas.microsoft.com/office/drawing/2014/main" id="{EB3A4111-A6F1-154E-9274-6BFFCDBAB6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30" y="3957"/>
              <a:ext cx="205" cy="7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91" name="Line 273">
              <a:extLst>
                <a:ext uri="{FF2B5EF4-FFF2-40B4-BE49-F238E27FC236}">
                  <a16:creationId xmlns:a16="http://schemas.microsoft.com/office/drawing/2014/main" id="{714583CC-4366-B448-8BCD-BEB3688ECA7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35" y="3957"/>
              <a:ext cx="205" cy="7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92" name="Line 274">
              <a:extLst>
                <a:ext uri="{FF2B5EF4-FFF2-40B4-BE49-F238E27FC236}">
                  <a16:creationId xmlns:a16="http://schemas.microsoft.com/office/drawing/2014/main" id="{06696B02-1354-964A-892D-7D1A072DD3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5" y="3303"/>
              <a:ext cx="0" cy="7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93" name="Line 275">
              <a:extLst>
                <a:ext uri="{FF2B5EF4-FFF2-40B4-BE49-F238E27FC236}">
                  <a16:creationId xmlns:a16="http://schemas.microsoft.com/office/drawing/2014/main" id="{C744D6E3-66B2-4349-A4C7-A96CCC72720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30" y="3888"/>
              <a:ext cx="205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94" name="Line 276">
              <a:extLst>
                <a:ext uri="{FF2B5EF4-FFF2-40B4-BE49-F238E27FC236}">
                  <a16:creationId xmlns:a16="http://schemas.microsoft.com/office/drawing/2014/main" id="{9AD49573-21B8-594C-A124-75FF6787F57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335" y="3888"/>
              <a:ext cx="205" cy="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95" name="Line 277">
              <a:extLst>
                <a:ext uri="{FF2B5EF4-FFF2-40B4-BE49-F238E27FC236}">
                  <a16:creationId xmlns:a16="http://schemas.microsoft.com/office/drawing/2014/main" id="{F5B9977B-7FCA-934E-8672-B6E02820BA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7" y="3668"/>
              <a:ext cx="118" cy="5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96" name="Line 278">
              <a:extLst>
                <a:ext uri="{FF2B5EF4-FFF2-40B4-BE49-F238E27FC236}">
                  <a16:creationId xmlns:a16="http://schemas.microsoft.com/office/drawing/2014/main" id="{90BBE456-8113-E140-9697-13DE1099C42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668"/>
              <a:ext cx="124" cy="5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97" name="Line 279">
              <a:extLst>
                <a:ext uri="{FF2B5EF4-FFF2-40B4-BE49-F238E27FC236}">
                  <a16:creationId xmlns:a16="http://schemas.microsoft.com/office/drawing/2014/main" id="{8B179862-B59B-0340-81D5-D6460EDA62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8" y="3766"/>
              <a:ext cx="152" cy="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98" name="Line 280">
              <a:extLst>
                <a:ext uri="{FF2B5EF4-FFF2-40B4-BE49-F238E27FC236}">
                  <a16:creationId xmlns:a16="http://schemas.microsoft.com/office/drawing/2014/main" id="{5E3E4AF0-3A1E-634F-B106-0E1BAE93263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781"/>
              <a:ext cx="153" cy="6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99" name="Line 281">
              <a:extLst>
                <a:ext uri="{FF2B5EF4-FFF2-40B4-BE49-F238E27FC236}">
                  <a16:creationId xmlns:a16="http://schemas.microsoft.com/office/drawing/2014/main" id="{51EBD3A2-D943-F443-A868-FD6059B0D77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567"/>
              <a:ext cx="78" cy="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00" name="Line 282">
              <a:extLst>
                <a:ext uri="{FF2B5EF4-FFF2-40B4-BE49-F238E27FC236}">
                  <a16:creationId xmlns:a16="http://schemas.microsoft.com/office/drawing/2014/main" id="{CE35DACD-3834-3A4F-BF5D-05FD16494C1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428"/>
              <a:ext cx="49" cy="2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01" name="Line 283">
              <a:extLst>
                <a:ext uri="{FF2B5EF4-FFF2-40B4-BE49-F238E27FC236}">
                  <a16:creationId xmlns:a16="http://schemas.microsoft.com/office/drawing/2014/main" id="{F225C514-F00F-374D-A3A6-0E00BBF2AB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47" y="3558"/>
              <a:ext cx="95" cy="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02" name="Line 284">
              <a:extLst>
                <a:ext uri="{FF2B5EF4-FFF2-40B4-BE49-F238E27FC236}">
                  <a16:creationId xmlns:a16="http://schemas.microsoft.com/office/drawing/2014/main" id="{5AB5EE34-E853-4349-982D-7BA8A0223A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89" y="3422"/>
              <a:ext cx="55" cy="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pic>
        <p:nvPicPr>
          <p:cNvPr id="103" name="Picture 777" descr="access_point_stylized_small">
            <a:extLst>
              <a:ext uri="{FF2B5EF4-FFF2-40B4-BE49-F238E27FC236}">
                <a16:creationId xmlns:a16="http://schemas.microsoft.com/office/drawing/2014/main" id="{B5B19229-5990-4C46-B116-F6E2FC9344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0412" y="3753675"/>
            <a:ext cx="277627" cy="23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4" name="Picture 780" descr="access_point_stylized_small">
            <a:extLst>
              <a:ext uri="{FF2B5EF4-FFF2-40B4-BE49-F238E27FC236}">
                <a16:creationId xmlns:a16="http://schemas.microsoft.com/office/drawing/2014/main" id="{615B9139-7B73-FE46-A7A9-D06CDC313A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7958" y="5000424"/>
            <a:ext cx="285701" cy="2380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5" name="Group 104">
            <a:extLst>
              <a:ext uri="{FF2B5EF4-FFF2-40B4-BE49-F238E27FC236}">
                <a16:creationId xmlns:a16="http://schemas.microsoft.com/office/drawing/2014/main" id="{EEFE641A-589B-7942-BC31-34CA4265ECA8}"/>
              </a:ext>
            </a:extLst>
          </p:cNvPr>
          <p:cNvGrpSpPr/>
          <p:nvPr/>
        </p:nvGrpSpPr>
        <p:grpSpPr>
          <a:xfrm>
            <a:off x="7337669" y="4599737"/>
            <a:ext cx="295320" cy="163934"/>
            <a:chOff x="7493876" y="2774731"/>
            <a:chExt cx="1481958" cy="894622"/>
          </a:xfrm>
        </p:grpSpPr>
        <p:sp>
          <p:nvSpPr>
            <p:cNvPr id="106" name="Freeform 105">
              <a:extLst>
                <a:ext uri="{FF2B5EF4-FFF2-40B4-BE49-F238E27FC236}">
                  <a16:creationId xmlns:a16="http://schemas.microsoft.com/office/drawing/2014/main" id="{236DE3EE-811C-674F-9142-302E5E9C5593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1800B155-CF25-D24C-9B92-B08AAAB8313B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B0AEF1A2-025A-BC41-A84F-2DC3E058332F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09" name="Freeform 108">
                <a:extLst>
                  <a:ext uri="{FF2B5EF4-FFF2-40B4-BE49-F238E27FC236}">
                    <a16:creationId xmlns:a16="http://schemas.microsoft.com/office/drawing/2014/main" id="{8D3F6F1A-FE14-8948-A78A-73AA88A44A7B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10" name="Freeform 109">
                <a:extLst>
                  <a:ext uri="{FF2B5EF4-FFF2-40B4-BE49-F238E27FC236}">
                    <a16:creationId xmlns:a16="http://schemas.microsoft.com/office/drawing/2014/main" id="{B90EE21A-C2A8-0D42-B6A5-6C7D12BEBF0A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11" name="Freeform 110">
                <a:extLst>
                  <a:ext uri="{FF2B5EF4-FFF2-40B4-BE49-F238E27FC236}">
                    <a16:creationId xmlns:a16="http://schemas.microsoft.com/office/drawing/2014/main" id="{8A5097ED-FFBF-4544-860B-3817BA811B2C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12" name="Freeform 111">
                <a:extLst>
                  <a:ext uri="{FF2B5EF4-FFF2-40B4-BE49-F238E27FC236}">
                    <a16:creationId xmlns:a16="http://schemas.microsoft.com/office/drawing/2014/main" id="{6DF62723-77FE-9247-98F5-987E793C56FB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827C4B55-0BAE-0949-8777-F3099C171813}"/>
              </a:ext>
            </a:extLst>
          </p:cNvPr>
          <p:cNvGrpSpPr/>
          <p:nvPr/>
        </p:nvGrpSpPr>
        <p:grpSpPr>
          <a:xfrm>
            <a:off x="7387024" y="4861528"/>
            <a:ext cx="232305" cy="143129"/>
            <a:chOff x="3668110" y="2448910"/>
            <a:chExt cx="3794234" cy="2165130"/>
          </a:xfrm>
        </p:grpSpPr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CEC32CAA-AFF2-A34D-8E74-D6E2F0308798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15" name="Freeform 114">
              <a:extLst>
                <a:ext uri="{FF2B5EF4-FFF2-40B4-BE49-F238E27FC236}">
                  <a16:creationId xmlns:a16="http://schemas.microsoft.com/office/drawing/2014/main" id="{A1675819-8BAA-AB4F-BBAA-A405C6E76216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73F9E373-4875-744C-970D-E5EB77A5E340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17" name="Freeform 116">
                <a:extLst>
                  <a:ext uri="{FF2B5EF4-FFF2-40B4-BE49-F238E27FC236}">
                    <a16:creationId xmlns:a16="http://schemas.microsoft.com/office/drawing/2014/main" id="{FFDA189D-222C-1443-856D-7A608CA88C95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18" name="Freeform 117">
                <a:extLst>
                  <a:ext uri="{FF2B5EF4-FFF2-40B4-BE49-F238E27FC236}">
                    <a16:creationId xmlns:a16="http://schemas.microsoft.com/office/drawing/2014/main" id="{642BB264-137D-E643-AE9B-8AA6D9E21B0C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19" name="Freeform 118">
                <a:extLst>
                  <a:ext uri="{FF2B5EF4-FFF2-40B4-BE49-F238E27FC236}">
                    <a16:creationId xmlns:a16="http://schemas.microsoft.com/office/drawing/2014/main" id="{786FF02A-1562-3745-ABB9-0D40C7DEF61E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20" name="Freeform 119">
                <a:extLst>
                  <a:ext uri="{FF2B5EF4-FFF2-40B4-BE49-F238E27FC236}">
                    <a16:creationId xmlns:a16="http://schemas.microsoft.com/office/drawing/2014/main" id="{DEC12CCB-8331-9F49-BF6A-94DF11B7CB19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9932E1A1-9866-4149-B71C-D56584CCE488}"/>
              </a:ext>
            </a:extLst>
          </p:cNvPr>
          <p:cNvGrpSpPr/>
          <p:nvPr/>
        </p:nvGrpSpPr>
        <p:grpSpPr>
          <a:xfrm>
            <a:off x="6507464" y="4582815"/>
            <a:ext cx="295320" cy="163934"/>
            <a:chOff x="7493876" y="2774731"/>
            <a:chExt cx="1481958" cy="894622"/>
          </a:xfrm>
        </p:grpSpPr>
        <p:sp>
          <p:nvSpPr>
            <p:cNvPr id="122" name="Freeform 121">
              <a:extLst>
                <a:ext uri="{FF2B5EF4-FFF2-40B4-BE49-F238E27FC236}">
                  <a16:creationId xmlns:a16="http://schemas.microsoft.com/office/drawing/2014/main" id="{A60DF978-36B3-2D47-A16A-0D97C01CAFE0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123" name="Oval 122">
              <a:extLst>
                <a:ext uri="{FF2B5EF4-FFF2-40B4-BE49-F238E27FC236}">
                  <a16:creationId xmlns:a16="http://schemas.microsoft.com/office/drawing/2014/main" id="{8656B286-5B4C-0D4F-9AF0-6A6CFC0099D8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CE4349E7-CC12-8D4C-8CFA-829CDA082037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25" name="Freeform 124">
                <a:extLst>
                  <a:ext uri="{FF2B5EF4-FFF2-40B4-BE49-F238E27FC236}">
                    <a16:creationId xmlns:a16="http://schemas.microsoft.com/office/drawing/2014/main" id="{AD86C2F1-D4F0-7948-9E05-62E1C42CC8F0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26" name="Freeform 125">
                <a:extLst>
                  <a:ext uri="{FF2B5EF4-FFF2-40B4-BE49-F238E27FC236}">
                    <a16:creationId xmlns:a16="http://schemas.microsoft.com/office/drawing/2014/main" id="{6224715B-0FC5-9E49-B361-2A29A286F3CE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27" name="Freeform 126">
                <a:extLst>
                  <a:ext uri="{FF2B5EF4-FFF2-40B4-BE49-F238E27FC236}">
                    <a16:creationId xmlns:a16="http://schemas.microsoft.com/office/drawing/2014/main" id="{7CA2DA9C-2B13-214E-ACD2-0EA76BA83013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28" name="Freeform 127">
                <a:extLst>
                  <a:ext uri="{FF2B5EF4-FFF2-40B4-BE49-F238E27FC236}">
                    <a16:creationId xmlns:a16="http://schemas.microsoft.com/office/drawing/2014/main" id="{8C4A6B5C-46E6-5E4D-96C8-1C3F87F03876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0E1D7EA0-6DA2-8D43-8279-78C750CFC172}"/>
              </a:ext>
            </a:extLst>
          </p:cNvPr>
          <p:cNvGrpSpPr/>
          <p:nvPr/>
        </p:nvGrpSpPr>
        <p:grpSpPr>
          <a:xfrm>
            <a:off x="6233640" y="4753075"/>
            <a:ext cx="232305" cy="143129"/>
            <a:chOff x="3668110" y="2448910"/>
            <a:chExt cx="3794234" cy="2165130"/>
          </a:xfrm>
        </p:grpSpPr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3632348E-CBF0-8F4E-B1C0-FA5E7B140362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31" name="Freeform 130">
              <a:extLst>
                <a:ext uri="{FF2B5EF4-FFF2-40B4-BE49-F238E27FC236}">
                  <a16:creationId xmlns:a16="http://schemas.microsoft.com/office/drawing/2014/main" id="{9E6F91D8-1A83-2A42-AC0B-AD8F10B7EF35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grpSp>
          <p:nvGrpSpPr>
            <p:cNvPr id="132" name="Group 131">
              <a:extLst>
                <a:ext uri="{FF2B5EF4-FFF2-40B4-BE49-F238E27FC236}">
                  <a16:creationId xmlns:a16="http://schemas.microsoft.com/office/drawing/2014/main" id="{941E3EF0-51B2-C349-B41E-2A6C5F46D905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33" name="Freeform 132">
                <a:extLst>
                  <a:ext uri="{FF2B5EF4-FFF2-40B4-BE49-F238E27FC236}">
                    <a16:creationId xmlns:a16="http://schemas.microsoft.com/office/drawing/2014/main" id="{C7403B7C-7FA1-3F40-B91E-B9311B3831C3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34" name="Freeform 133">
                <a:extLst>
                  <a:ext uri="{FF2B5EF4-FFF2-40B4-BE49-F238E27FC236}">
                    <a16:creationId xmlns:a16="http://schemas.microsoft.com/office/drawing/2014/main" id="{2456F695-074E-CC4D-8221-531E7EA3A74D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35" name="Freeform 134">
                <a:extLst>
                  <a:ext uri="{FF2B5EF4-FFF2-40B4-BE49-F238E27FC236}">
                    <a16:creationId xmlns:a16="http://schemas.microsoft.com/office/drawing/2014/main" id="{224A04C3-C296-1C4B-BBD4-CDE7083CB1D5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36" name="Freeform 135">
                <a:extLst>
                  <a:ext uri="{FF2B5EF4-FFF2-40B4-BE49-F238E27FC236}">
                    <a16:creationId xmlns:a16="http://schemas.microsoft.com/office/drawing/2014/main" id="{5BBAC641-21BF-8B45-BB54-F143F77A1556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93BC347E-C394-3042-B2F7-B3F23FAEAB95}"/>
              </a:ext>
            </a:extLst>
          </p:cNvPr>
          <p:cNvGrpSpPr/>
          <p:nvPr/>
        </p:nvGrpSpPr>
        <p:grpSpPr>
          <a:xfrm>
            <a:off x="6329870" y="2966482"/>
            <a:ext cx="265259" cy="126206"/>
            <a:chOff x="7493876" y="2774731"/>
            <a:chExt cx="1481958" cy="894622"/>
          </a:xfrm>
        </p:grpSpPr>
        <p:sp>
          <p:nvSpPr>
            <p:cNvPr id="138" name="Freeform 137">
              <a:extLst>
                <a:ext uri="{FF2B5EF4-FFF2-40B4-BE49-F238E27FC236}">
                  <a16:creationId xmlns:a16="http://schemas.microsoft.com/office/drawing/2014/main" id="{E2A87F28-E662-7843-88D6-0813EE7C9C70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139" name="Oval 138">
              <a:extLst>
                <a:ext uri="{FF2B5EF4-FFF2-40B4-BE49-F238E27FC236}">
                  <a16:creationId xmlns:a16="http://schemas.microsoft.com/office/drawing/2014/main" id="{7F5A88D5-7F33-C641-91D0-89A14D0320A3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140" name="Group 139">
              <a:extLst>
                <a:ext uri="{FF2B5EF4-FFF2-40B4-BE49-F238E27FC236}">
                  <a16:creationId xmlns:a16="http://schemas.microsoft.com/office/drawing/2014/main" id="{F27C385B-C23A-9D47-A881-792955281F4B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41" name="Freeform 140">
                <a:extLst>
                  <a:ext uri="{FF2B5EF4-FFF2-40B4-BE49-F238E27FC236}">
                    <a16:creationId xmlns:a16="http://schemas.microsoft.com/office/drawing/2014/main" id="{1AAAA0E5-7CFA-D644-ADAB-E7BF68F3D3B3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42" name="Freeform 141">
                <a:extLst>
                  <a:ext uri="{FF2B5EF4-FFF2-40B4-BE49-F238E27FC236}">
                    <a16:creationId xmlns:a16="http://schemas.microsoft.com/office/drawing/2014/main" id="{751DAA20-67FB-F046-A058-83AEFE0E26C0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43" name="Freeform 142">
                <a:extLst>
                  <a:ext uri="{FF2B5EF4-FFF2-40B4-BE49-F238E27FC236}">
                    <a16:creationId xmlns:a16="http://schemas.microsoft.com/office/drawing/2014/main" id="{0C03FD79-9BD7-DD42-AC59-6C4F96612ACE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44" name="Freeform 143">
                <a:extLst>
                  <a:ext uri="{FF2B5EF4-FFF2-40B4-BE49-F238E27FC236}">
                    <a16:creationId xmlns:a16="http://schemas.microsoft.com/office/drawing/2014/main" id="{A4610651-9548-304A-8A63-B930DF62228F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8ECEC947-F5C8-414B-A56E-EBE5DFFEDB1C}"/>
              </a:ext>
            </a:extLst>
          </p:cNvPr>
          <p:cNvGrpSpPr/>
          <p:nvPr/>
        </p:nvGrpSpPr>
        <p:grpSpPr>
          <a:xfrm>
            <a:off x="6037552" y="3831746"/>
            <a:ext cx="266240" cy="131751"/>
            <a:chOff x="7493876" y="2774731"/>
            <a:chExt cx="1481958" cy="894622"/>
          </a:xfrm>
        </p:grpSpPr>
        <p:sp>
          <p:nvSpPr>
            <p:cNvPr id="146" name="Freeform 145">
              <a:extLst>
                <a:ext uri="{FF2B5EF4-FFF2-40B4-BE49-F238E27FC236}">
                  <a16:creationId xmlns:a16="http://schemas.microsoft.com/office/drawing/2014/main" id="{86294923-1C02-5240-95DE-EA2186392E22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2AB3674D-1CCE-274D-BF8E-CEFECF766B32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148" name="Group 147">
              <a:extLst>
                <a:ext uri="{FF2B5EF4-FFF2-40B4-BE49-F238E27FC236}">
                  <a16:creationId xmlns:a16="http://schemas.microsoft.com/office/drawing/2014/main" id="{86166535-C584-C14C-9137-7498CC96E8FD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49" name="Freeform 148">
                <a:extLst>
                  <a:ext uri="{FF2B5EF4-FFF2-40B4-BE49-F238E27FC236}">
                    <a16:creationId xmlns:a16="http://schemas.microsoft.com/office/drawing/2014/main" id="{17514CA1-86B8-BA44-B4A0-0CEB1F62C266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50" name="Freeform 149">
                <a:extLst>
                  <a:ext uri="{FF2B5EF4-FFF2-40B4-BE49-F238E27FC236}">
                    <a16:creationId xmlns:a16="http://schemas.microsoft.com/office/drawing/2014/main" id="{8D28E726-BB5D-5644-9E9D-DEEB2E0B1FFC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51" name="Freeform 150">
                <a:extLst>
                  <a:ext uri="{FF2B5EF4-FFF2-40B4-BE49-F238E27FC236}">
                    <a16:creationId xmlns:a16="http://schemas.microsoft.com/office/drawing/2014/main" id="{BDE8E149-5BA9-CB4C-9AC6-1EED7308D871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52" name="Freeform 151">
                <a:extLst>
                  <a:ext uri="{FF2B5EF4-FFF2-40B4-BE49-F238E27FC236}">
                    <a16:creationId xmlns:a16="http://schemas.microsoft.com/office/drawing/2014/main" id="{BAF1B228-D777-8846-8B1B-6476F6C2AA6C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419BFD2C-DE5F-0C45-B636-6597FE43775F}"/>
              </a:ext>
            </a:extLst>
          </p:cNvPr>
          <p:cNvGrpSpPr/>
          <p:nvPr/>
        </p:nvGrpSpPr>
        <p:grpSpPr>
          <a:xfrm>
            <a:off x="8163064" y="3558274"/>
            <a:ext cx="128242" cy="72789"/>
            <a:chOff x="7493876" y="2774731"/>
            <a:chExt cx="1481958" cy="894622"/>
          </a:xfrm>
        </p:grpSpPr>
        <p:sp>
          <p:nvSpPr>
            <p:cNvPr id="154" name="Freeform 153">
              <a:extLst>
                <a:ext uri="{FF2B5EF4-FFF2-40B4-BE49-F238E27FC236}">
                  <a16:creationId xmlns:a16="http://schemas.microsoft.com/office/drawing/2014/main" id="{58D0A013-957C-4B4E-8B83-D6592094AC10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155" name="Oval 154">
              <a:extLst>
                <a:ext uri="{FF2B5EF4-FFF2-40B4-BE49-F238E27FC236}">
                  <a16:creationId xmlns:a16="http://schemas.microsoft.com/office/drawing/2014/main" id="{F7DC0323-148A-714F-A6FC-9ADB6FB12895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156" name="Group 155">
              <a:extLst>
                <a:ext uri="{FF2B5EF4-FFF2-40B4-BE49-F238E27FC236}">
                  <a16:creationId xmlns:a16="http://schemas.microsoft.com/office/drawing/2014/main" id="{2B6897F2-F6E6-A049-A1D9-17378B713B31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57" name="Freeform 156">
                <a:extLst>
                  <a:ext uri="{FF2B5EF4-FFF2-40B4-BE49-F238E27FC236}">
                    <a16:creationId xmlns:a16="http://schemas.microsoft.com/office/drawing/2014/main" id="{0F6ACC7A-4B31-AF42-A472-F972FEE81396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58" name="Freeform 157">
                <a:extLst>
                  <a:ext uri="{FF2B5EF4-FFF2-40B4-BE49-F238E27FC236}">
                    <a16:creationId xmlns:a16="http://schemas.microsoft.com/office/drawing/2014/main" id="{0CE6B10E-CA3E-D444-AB50-17DAB7CAD2C8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59" name="Freeform 158">
                <a:extLst>
                  <a:ext uri="{FF2B5EF4-FFF2-40B4-BE49-F238E27FC236}">
                    <a16:creationId xmlns:a16="http://schemas.microsoft.com/office/drawing/2014/main" id="{E3B2228D-5BAA-EC47-BEFB-CB31458923DB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60" name="Freeform 159">
                <a:extLst>
                  <a:ext uri="{FF2B5EF4-FFF2-40B4-BE49-F238E27FC236}">
                    <a16:creationId xmlns:a16="http://schemas.microsoft.com/office/drawing/2014/main" id="{B7729E0C-173F-C14A-AEF0-A4EC382A5215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0F65CB9E-D1E1-5348-9E59-69DA1CEF2123}"/>
              </a:ext>
            </a:extLst>
          </p:cNvPr>
          <p:cNvGrpSpPr/>
          <p:nvPr/>
        </p:nvGrpSpPr>
        <p:grpSpPr>
          <a:xfrm>
            <a:off x="7807957" y="3479354"/>
            <a:ext cx="265259" cy="148758"/>
            <a:chOff x="7493876" y="2774731"/>
            <a:chExt cx="1481958" cy="894622"/>
          </a:xfrm>
        </p:grpSpPr>
        <p:sp>
          <p:nvSpPr>
            <p:cNvPr id="162" name="Freeform 161">
              <a:extLst>
                <a:ext uri="{FF2B5EF4-FFF2-40B4-BE49-F238E27FC236}">
                  <a16:creationId xmlns:a16="http://schemas.microsoft.com/office/drawing/2014/main" id="{21DBEC0A-03A5-5849-AD80-43903CE8F98A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163" name="Oval 162">
              <a:extLst>
                <a:ext uri="{FF2B5EF4-FFF2-40B4-BE49-F238E27FC236}">
                  <a16:creationId xmlns:a16="http://schemas.microsoft.com/office/drawing/2014/main" id="{093155A2-B6DA-E04B-931F-EAE90D032943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164" name="Group 163">
              <a:extLst>
                <a:ext uri="{FF2B5EF4-FFF2-40B4-BE49-F238E27FC236}">
                  <a16:creationId xmlns:a16="http://schemas.microsoft.com/office/drawing/2014/main" id="{3931AF15-7062-194D-9D41-4344D0DE6CAC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65" name="Freeform 164">
                <a:extLst>
                  <a:ext uri="{FF2B5EF4-FFF2-40B4-BE49-F238E27FC236}">
                    <a16:creationId xmlns:a16="http://schemas.microsoft.com/office/drawing/2014/main" id="{FDC26AF1-24F2-5D45-AB87-61683E4E2529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66" name="Freeform 165">
                <a:extLst>
                  <a:ext uri="{FF2B5EF4-FFF2-40B4-BE49-F238E27FC236}">
                    <a16:creationId xmlns:a16="http://schemas.microsoft.com/office/drawing/2014/main" id="{4EC90C20-8D53-0646-9F93-F00306B71CA1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67" name="Freeform 166">
                <a:extLst>
                  <a:ext uri="{FF2B5EF4-FFF2-40B4-BE49-F238E27FC236}">
                    <a16:creationId xmlns:a16="http://schemas.microsoft.com/office/drawing/2014/main" id="{49493643-4525-FD45-A56C-AE765396C567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68" name="Freeform 167">
                <a:extLst>
                  <a:ext uri="{FF2B5EF4-FFF2-40B4-BE49-F238E27FC236}">
                    <a16:creationId xmlns:a16="http://schemas.microsoft.com/office/drawing/2014/main" id="{0824CC9D-76C8-2749-A791-F65C4F3ACA43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CFBE87F9-CE91-5943-9D77-D8B9227384AC}"/>
              </a:ext>
            </a:extLst>
          </p:cNvPr>
          <p:cNvGrpSpPr/>
          <p:nvPr/>
        </p:nvGrpSpPr>
        <p:grpSpPr>
          <a:xfrm>
            <a:off x="7461543" y="2508969"/>
            <a:ext cx="265259" cy="148758"/>
            <a:chOff x="7493876" y="2774731"/>
            <a:chExt cx="1481958" cy="894622"/>
          </a:xfrm>
        </p:grpSpPr>
        <p:sp>
          <p:nvSpPr>
            <p:cNvPr id="170" name="Freeform 169">
              <a:extLst>
                <a:ext uri="{FF2B5EF4-FFF2-40B4-BE49-F238E27FC236}">
                  <a16:creationId xmlns:a16="http://schemas.microsoft.com/office/drawing/2014/main" id="{4F167397-FDB8-4A4D-A599-63F4111F1811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171" name="Oval 170">
              <a:extLst>
                <a:ext uri="{FF2B5EF4-FFF2-40B4-BE49-F238E27FC236}">
                  <a16:creationId xmlns:a16="http://schemas.microsoft.com/office/drawing/2014/main" id="{08DCFDBA-4FB5-AE49-968D-A9F0C84D1CA6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172" name="Group 171">
              <a:extLst>
                <a:ext uri="{FF2B5EF4-FFF2-40B4-BE49-F238E27FC236}">
                  <a16:creationId xmlns:a16="http://schemas.microsoft.com/office/drawing/2014/main" id="{185146B5-C4CC-CF42-8938-46F3C689B49E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73" name="Freeform 172">
                <a:extLst>
                  <a:ext uri="{FF2B5EF4-FFF2-40B4-BE49-F238E27FC236}">
                    <a16:creationId xmlns:a16="http://schemas.microsoft.com/office/drawing/2014/main" id="{A7227274-32EF-074A-9791-2B53B212E4BB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74" name="Freeform 173">
                <a:extLst>
                  <a:ext uri="{FF2B5EF4-FFF2-40B4-BE49-F238E27FC236}">
                    <a16:creationId xmlns:a16="http://schemas.microsoft.com/office/drawing/2014/main" id="{201B35B0-4270-0A43-B1CB-1EA6DEBA0A34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75" name="Freeform 174">
                <a:extLst>
                  <a:ext uri="{FF2B5EF4-FFF2-40B4-BE49-F238E27FC236}">
                    <a16:creationId xmlns:a16="http://schemas.microsoft.com/office/drawing/2014/main" id="{F7956E94-C156-C749-894C-3962EFA64DC4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76" name="Freeform 175">
                <a:extLst>
                  <a:ext uri="{FF2B5EF4-FFF2-40B4-BE49-F238E27FC236}">
                    <a16:creationId xmlns:a16="http://schemas.microsoft.com/office/drawing/2014/main" id="{30545111-AB10-544C-A7FB-8905D7E84A0C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6D2B1BF7-15E3-B642-B1ED-14A585EC5A4E}"/>
              </a:ext>
            </a:extLst>
          </p:cNvPr>
          <p:cNvGrpSpPr/>
          <p:nvPr/>
        </p:nvGrpSpPr>
        <p:grpSpPr>
          <a:xfrm>
            <a:off x="7895410" y="2817275"/>
            <a:ext cx="265259" cy="148758"/>
            <a:chOff x="7493876" y="2774731"/>
            <a:chExt cx="1481958" cy="894622"/>
          </a:xfrm>
        </p:grpSpPr>
        <p:sp>
          <p:nvSpPr>
            <p:cNvPr id="178" name="Freeform 177">
              <a:extLst>
                <a:ext uri="{FF2B5EF4-FFF2-40B4-BE49-F238E27FC236}">
                  <a16:creationId xmlns:a16="http://schemas.microsoft.com/office/drawing/2014/main" id="{FC3BC896-EAF3-B44C-A223-0B61ADD448AF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179" name="Oval 178">
              <a:extLst>
                <a:ext uri="{FF2B5EF4-FFF2-40B4-BE49-F238E27FC236}">
                  <a16:creationId xmlns:a16="http://schemas.microsoft.com/office/drawing/2014/main" id="{A1FDE8F7-458E-F043-99FF-74BB3A940405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180" name="Group 179">
              <a:extLst>
                <a:ext uri="{FF2B5EF4-FFF2-40B4-BE49-F238E27FC236}">
                  <a16:creationId xmlns:a16="http://schemas.microsoft.com/office/drawing/2014/main" id="{FF87486C-C62D-A04E-BD6D-5E7B286D0987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81" name="Freeform 180">
                <a:extLst>
                  <a:ext uri="{FF2B5EF4-FFF2-40B4-BE49-F238E27FC236}">
                    <a16:creationId xmlns:a16="http://schemas.microsoft.com/office/drawing/2014/main" id="{DEDB6C40-CF6A-E547-8BC1-635D2DC438F1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82" name="Freeform 181">
                <a:extLst>
                  <a:ext uri="{FF2B5EF4-FFF2-40B4-BE49-F238E27FC236}">
                    <a16:creationId xmlns:a16="http://schemas.microsoft.com/office/drawing/2014/main" id="{B7776C1D-06CD-5245-AF82-92665409A005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83" name="Freeform 182">
                <a:extLst>
                  <a:ext uri="{FF2B5EF4-FFF2-40B4-BE49-F238E27FC236}">
                    <a16:creationId xmlns:a16="http://schemas.microsoft.com/office/drawing/2014/main" id="{2D893366-435F-C043-8ADD-35A96EC80B1E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84" name="Freeform 183">
                <a:extLst>
                  <a:ext uri="{FF2B5EF4-FFF2-40B4-BE49-F238E27FC236}">
                    <a16:creationId xmlns:a16="http://schemas.microsoft.com/office/drawing/2014/main" id="{5246B375-EFFF-874C-BA50-6516A502F0CE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F0711763-C567-4040-ABFB-F5C34597A154}"/>
              </a:ext>
            </a:extLst>
          </p:cNvPr>
          <p:cNvGrpSpPr/>
          <p:nvPr/>
        </p:nvGrpSpPr>
        <p:grpSpPr>
          <a:xfrm>
            <a:off x="7982869" y="2438222"/>
            <a:ext cx="265259" cy="148758"/>
            <a:chOff x="7493876" y="2774731"/>
            <a:chExt cx="1481958" cy="894622"/>
          </a:xfrm>
        </p:grpSpPr>
        <p:sp>
          <p:nvSpPr>
            <p:cNvPr id="186" name="Freeform 185">
              <a:extLst>
                <a:ext uri="{FF2B5EF4-FFF2-40B4-BE49-F238E27FC236}">
                  <a16:creationId xmlns:a16="http://schemas.microsoft.com/office/drawing/2014/main" id="{7F38627D-7A2B-A841-8C69-850F7253A2D4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187" name="Oval 186">
              <a:extLst>
                <a:ext uri="{FF2B5EF4-FFF2-40B4-BE49-F238E27FC236}">
                  <a16:creationId xmlns:a16="http://schemas.microsoft.com/office/drawing/2014/main" id="{8FB71122-C2F0-3B40-A94F-7E95B02A39D4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188" name="Group 187">
              <a:extLst>
                <a:ext uri="{FF2B5EF4-FFF2-40B4-BE49-F238E27FC236}">
                  <a16:creationId xmlns:a16="http://schemas.microsoft.com/office/drawing/2014/main" id="{3A5D9C3E-2D7E-A54F-9A93-7708DD147DB1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89" name="Freeform 188">
                <a:extLst>
                  <a:ext uri="{FF2B5EF4-FFF2-40B4-BE49-F238E27FC236}">
                    <a16:creationId xmlns:a16="http://schemas.microsoft.com/office/drawing/2014/main" id="{2B3C3A91-863F-E54F-BCBF-83530898F04D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90" name="Freeform 189">
                <a:extLst>
                  <a:ext uri="{FF2B5EF4-FFF2-40B4-BE49-F238E27FC236}">
                    <a16:creationId xmlns:a16="http://schemas.microsoft.com/office/drawing/2014/main" id="{E03CE2E4-33A0-7443-968B-028BF2FEAFC6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91" name="Freeform 190">
                <a:extLst>
                  <a:ext uri="{FF2B5EF4-FFF2-40B4-BE49-F238E27FC236}">
                    <a16:creationId xmlns:a16="http://schemas.microsoft.com/office/drawing/2014/main" id="{92376DD9-E3A6-0B4A-97CB-7FDA6023E448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92" name="Freeform 191">
                <a:extLst>
                  <a:ext uri="{FF2B5EF4-FFF2-40B4-BE49-F238E27FC236}">
                    <a16:creationId xmlns:a16="http://schemas.microsoft.com/office/drawing/2014/main" id="{18E42DD9-0888-4A41-A186-22087D773FCC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E38FF4C3-D0A2-D548-89C0-C35D3E53032F}"/>
              </a:ext>
            </a:extLst>
          </p:cNvPr>
          <p:cNvGrpSpPr/>
          <p:nvPr/>
        </p:nvGrpSpPr>
        <p:grpSpPr>
          <a:xfrm>
            <a:off x="6824091" y="3824718"/>
            <a:ext cx="275418" cy="180228"/>
            <a:chOff x="7493876" y="2774731"/>
            <a:chExt cx="1481958" cy="894622"/>
          </a:xfrm>
        </p:grpSpPr>
        <p:sp>
          <p:nvSpPr>
            <p:cNvPr id="194" name="Freeform 193">
              <a:extLst>
                <a:ext uri="{FF2B5EF4-FFF2-40B4-BE49-F238E27FC236}">
                  <a16:creationId xmlns:a16="http://schemas.microsoft.com/office/drawing/2014/main" id="{027716F5-6A2D-404B-ADB2-50CDACB02062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195" name="Oval 194">
              <a:extLst>
                <a:ext uri="{FF2B5EF4-FFF2-40B4-BE49-F238E27FC236}">
                  <a16:creationId xmlns:a16="http://schemas.microsoft.com/office/drawing/2014/main" id="{C3297389-072E-FE41-B64F-4D54440AB368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196" name="Group 195">
              <a:extLst>
                <a:ext uri="{FF2B5EF4-FFF2-40B4-BE49-F238E27FC236}">
                  <a16:creationId xmlns:a16="http://schemas.microsoft.com/office/drawing/2014/main" id="{36323224-311B-EE47-BE36-F2BE4EA6BC7F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97" name="Freeform 196">
                <a:extLst>
                  <a:ext uri="{FF2B5EF4-FFF2-40B4-BE49-F238E27FC236}">
                    <a16:creationId xmlns:a16="http://schemas.microsoft.com/office/drawing/2014/main" id="{BD802D6F-DAFD-DC41-83D1-DF0F4A2A7948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98" name="Freeform 197">
                <a:extLst>
                  <a:ext uri="{FF2B5EF4-FFF2-40B4-BE49-F238E27FC236}">
                    <a16:creationId xmlns:a16="http://schemas.microsoft.com/office/drawing/2014/main" id="{2CE211BA-1FF8-2548-A6C8-5CD1E12C3E1A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99" name="Freeform 198">
                <a:extLst>
                  <a:ext uri="{FF2B5EF4-FFF2-40B4-BE49-F238E27FC236}">
                    <a16:creationId xmlns:a16="http://schemas.microsoft.com/office/drawing/2014/main" id="{D363DDD6-C621-F146-B8DA-4A9DDE186BE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00" name="Freeform 199">
                <a:extLst>
                  <a:ext uri="{FF2B5EF4-FFF2-40B4-BE49-F238E27FC236}">
                    <a16:creationId xmlns:a16="http://schemas.microsoft.com/office/drawing/2014/main" id="{BB3402A2-EE9C-A240-899D-8BDF14CF4322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201" name="Group 200">
            <a:extLst>
              <a:ext uri="{FF2B5EF4-FFF2-40B4-BE49-F238E27FC236}">
                <a16:creationId xmlns:a16="http://schemas.microsoft.com/office/drawing/2014/main" id="{F6C05161-17CC-4047-8DD1-B9901ECF6386}"/>
              </a:ext>
            </a:extLst>
          </p:cNvPr>
          <p:cNvGrpSpPr/>
          <p:nvPr/>
        </p:nvGrpSpPr>
        <p:grpSpPr>
          <a:xfrm>
            <a:off x="7485094" y="2853424"/>
            <a:ext cx="265259" cy="148758"/>
            <a:chOff x="7493876" y="2774731"/>
            <a:chExt cx="1481958" cy="894622"/>
          </a:xfrm>
        </p:grpSpPr>
        <p:sp>
          <p:nvSpPr>
            <p:cNvPr id="202" name="Freeform 201">
              <a:extLst>
                <a:ext uri="{FF2B5EF4-FFF2-40B4-BE49-F238E27FC236}">
                  <a16:creationId xmlns:a16="http://schemas.microsoft.com/office/drawing/2014/main" id="{947827F3-EDEA-7A42-9B1D-083327F8DECB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203" name="Oval 202">
              <a:extLst>
                <a:ext uri="{FF2B5EF4-FFF2-40B4-BE49-F238E27FC236}">
                  <a16:creationId xmlns:a16="http://schemas.microsoft.com/office/drawing/2014/main" id="{34CC4598-569C-8B40-92BA-1D2FBE3E50FD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204" name="Group 203">
              <a:extLst>
                <a:ext uri="{FF2B5EF4-FFF2-40B4-BE49-F238E27FC236}">
                  <a16:creationId xmlns:a16="http://schemas.microsoft.com/office/drawing/2014/main" id="{FC8B6594-03D2-024C-9EA4-C0C60D628F1D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05" name="Freeform 204">
                <a:extLst>
                  <a:ext uri="{FF2B5EF4-FFF2-40B4-BE49-F238E27FC236}">
                    <a16:creationId xmlns:a16="http://schemas.microsoft.com/office/drawing/2014/main" id="{1FDE0324-11E3-5145-88E9-DE61B49F2A38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06" name="Freeform 205">
                <a:extLst>
                  <a:ext uri="{FF2B5EF4-FFF2-40B4-BE49-F238E27FC236}">
                    <a16:creationId xmlns:a16="http://schemas.microsoft.com/office/drawing/2014/main" id="{C131568C-F5A3-DB44-94E2-7B887CDB2644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07" name="Freeform 206">
                <a:extLst>
                  <a:ext uri="{FF2B5EF4-FFF2-40B4-BE49-F238E27FC236}">
                    <a16:creationId xmlns:a16="http://schemas.microsoft.com/office/drawing/2014/main" id="{A7EDAE1E-6998-2048-ADF9-12AD17B25B3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08" name="Freeform 207">
                <a:extLst>
                  <a:ext uri="{FF2B5EF4-FFF2-40B4-BE49-F238E27FC236}">
                    <a16:creationId xmlns:a16="http://schemas.microsoft.com/office/drawing/2014/main" id="{8FC26428-BCB7-1047-B128-BD12A87F81FA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209" name="Group 208">
            <a:extLst>
              <a:ext uri="{FF2B5EF4-FFF2-40B4-BE49-F238E27FC236}">
                <a16:creationId xmlns:a16="http://schemas.microsoft.com/office/drawing/2014/main" id="{198EE3F8-E7C6-7742-BDAE-10EEB3BA9601}"/>
              </a:ext>
            </a:extLst>
          </p:cNvPr>
          <p:cNvGrpSpPr/>
          <p:nvPr/>
        </p:nvGrpSpPr>
        <p:grpSpPr>
          <a:xfrm>
            <a:off x="7122854" y="3402774"/>
            <a:ext cx="275418" cy="180228"/>
            <a:chOff x="7493876" y="2774731"/>
            <a:chExt cx="1481958" cy="894622"/>
          </a:xfrm>
        </p:grpSpPr>
        <p:sp>
          <p:nvSpPr>
            <p:cNvPr id="210" name="Freeform 209">
              <a:extLst>
                <a:ext uri="{FF2B5EF4-FFF2-40B4-BE49-F238E27FC236}">
                  <a16:creationId xmlns:a16="http://schemas.microsoft.com/office/drawing/2014/main" id="{7A2B8EB1-241A-C04E-9EA1-495DCDBCB17E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211" name="Oval 210">
              <a:extLst>
                <a:ext uri="{FF2B5EF4-FFF2-40B4-BE49-F238E27FC236}">
                  <a16:creationId xmlns:a16="http://schemas.microsoft.com/office/drawing/2014/main" id="{0B3245D7-5441-9648-A36A-661C2ACB5721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212" name="Group 211">
              <a:extLst>
                <a:ext uri="{FF2B5EF4-FFF2-40B4-BE49-F238E27FC236}">
                  <a16:creationId xmlns:a16="http://schemas.microsoft.com/office/drawing/2014/main" id="{86F28103-141B-154E-A362-409B3111D184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13" name="Freeform 212">
                <a:extLst>
                  <a:ext uri="{FF2B5EF4-FFF2-40B4-BE49-F238E27FC236}">
                    <a16:creationId xmlns:a16="http://schemas.microsoft.com/office/drawing/2014/main" id="{2F7A2BEC-77A9-6D41-8098-B64A792EA0B9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14" name="Freeform 213">
                <a:extLst>
                  <a:ext uri="{FF2B5EF4-FFF2-40B4-BE49-F238E27FC236}">
                    <a16:creationId xmlns:a16="http://schemas.microsoft.com/office/drawing/2014/main" id="{7DED57CD-47F8-9D45-9600-A0BEEC976821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15" name="Freeform 214">
                <a:extLst>
                  <a:ext uri="{FF2B5EF4-FFF2-40B4-BE49-F238E27FC236}">
                    <a16:creationId xmlns:a16="http://schemas.microsoft.com/office/drawing/2014/main" id="{210D30D1-E5F0-E44B-A795-D0F4E795F9A3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16" name="Freeform 215">
                <a:extLst>
                  <a:ext uri="{FF2B5EF4-FFF2-40B4-BE49-F238E27FC236}">
                    <a16:creationId xmlns:a16="http://schemas.microsoft.com/office/drawing/2014/main" id="{AC7488D5-7B56-8944-802F-C2691C362324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217" name="Group 216">
            <a:extLst>
              <a:ext uri="{FF2B5EF4-FFF2-40B4-BE49-F238E27FC236}">
                <a16:creationId xmlns:a16="http://schemas.microsoft.com/office/drawing/2014/main" id="{5123C752-3FFB-E84D-9E48-DBC9A9F48F37}"/>
              </a:ext>
            </a:extLst>
          </p:cNvPr>
          <p:cNvGrpSpPr/>
          <p:nvPr/>
        </p:nvGrpSpPr>
        <p:grpSpPr>
          <a:xfrm>
            <a:off x="7201166" y="3857072"/>
            <a:ext cx="275418" cy="180228"/>
            <a:chOff x="7493876" y="2774731"/>
            <a:chExt cx="1481958" cy="894622"/>
          </a:xfrm>
        </p:grpSpPr>
        <p:sp>
          <p:nvSpPr>
            <p:cNvPr id="218" name="Freeform 217">
              <a:extLst>
                <a:ext uri="{FF2B5EF4-FFF2-40B4-BE49-F238E27FC236}">
                  <a16:creationId xmlns:a16="http://schemas.microsoft.com/office/drawing/2014/main" id="{D524F684-301C-7542-A0A4-37573182739D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219" name="Oval 218">
              <a:extLst>
                <a:ext uri="{FF2B5EF4-FFF2-40B4-BE49-F238E27FC236}">
                  <a16:creationId xmlns:a16="http://schemas.microsoft.com/office/drawing/2014/main" id="{9BF20040-D9C8-B74E-BC0D-F15797752EA9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220" name="Group 219">
              <a:extLst>
                <a:ext uri="{FF2B5EF4-FFF2-40B4-BE49-F238E27FC236}">
                  <a16:creationId xmlns:a16="http://schemas.microsoft.com/office/drawing/2014/main" id="{79553B03-2EF0-1445-BD4E-875D98E58492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21" name="Freeform 220">
                <a:extLst>
                  <a:ext uri="{FF2B5EF4-FFF2-40B4-BE49-F238E27FC236}">
                    <a16:creationId xmlns:a16="http://schemas.microsoft.com/office/drawing/2014/main" id="{DAB927EA-DECF-FE4A-BE5D-802F016FB194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22" name="Freeform 221">
                <a:extLst>
                  <a:ext uri="{FF2B5EF4-FFF2-40B4-BE49-F238E27FC236}">
                    <a16:creationId xmlns:a16="http://schemas.microsoft.com/office/drawing/2014/main" id="{8F1EA0F6-ACA7-C443-A514-F770A3836883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23" name="Freeform 222">
                <a:extLst>
                  <a:ext uri="{FF2B5EF4-FFF2-40B4-BE49-F238E27FC236}">
                    <a16:creationId xmlns:a16="http://schemas.microsoft.com/office/drawing/2014/main" id="{2414339B-8AC7-2444-AC70-285A203D116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24" name="Freeform 223">
                <a:extLst>
                  <a:ext uri="{FF2B5EF4-FFF2-40B4-BE49-F238E27FC236}">
                    <a16:creationId xmlns:a16="http://schemas.microsoft.com/office/drawing/2014/main" id="{AEF6DCDC-2F65-B349-B551-DC3FACF6D577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225" name="Group 224">
            <a:extLst>
              <a:ext uri="{FF2B5EF4-FFF2-40B4-BE49-F238E27FC236}">
                <a16:creationId xmlns:a16="http://schemas.microsoft.com/office/drawing/2014/main" id="{9F5D0807-95F5-B242-9940-2134E3CE864D}"/>
              </a:ext>
            </a:extLst>
          </p:cNvPr>
          <p:cNvGrpSpPr/>
          <p:nvPr/>
        </p:nvGrpSpPr>
        <p:grpSpPr>
          <a:xfrm>
            <a:off x="7781444" y="3851494"/>
            <a:ext cx="265259" cy="148758"/>
            <a:chOff x="7493876" y="2774731"/>
            <a:chExt cx="1481958" cy="894622"/>
          </a:xfrm>
        </p:grpSpPr>
        <p:sp>
          <p:nvSpPr>
            <p:cNvPr id="226" name="Freeform 225">
              <a:extLst>
                <a:ext uri="{FF2B5EF4-FFF2-40B4-BE49-F238E27FC236}">
                  <a16:creationId xmlns:a16="http://schemas.microsoft.com/office/drawing/2014/main" id="{65E7C622-0E2D-F247-B71E-DB43805F13C1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227" name="Oval 226">
              <a:extLst>
                <a:ext uri="{FF2B5EF4-FFF2-40B4-BE49-F238E27FC236}">
                  <a16:creationId xmlns:a16="http://schemas.microsoft.com/office/drawing/2014/main" id="{E1DDDBA8-9328-FF4B-A036-4A8C314BC34A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228" name="Group 227">
              <a:extLst>
                <a:ext uri="{FF2B5EF4-FFF2-40B4-BE49-F238E27FC236}">
                  <a16:creationId xmlns:a16="http://schemas.microsoft.com/office/drawing/2014/main" id="{FE4053D3-C37C-B247-AABC-ACB5431A3328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29" name="Freeform 228">
                <a:extLst>
                  <a:ext uri="{FF2B5EF4-FFF2-40B4-BE49-F238E27FC236}">
                    <a16:creationId xmlns:a16="http://schemas.microsoft.com/office/drawing/2014/main" id="{9B8C5BFF-F366-864D-9DDD-AD0F594855F9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30" name="Freeform 229">
                <a:extLst>
                  <a:ext uri="{FF2B5EF4-FFF2-40B4-BE49-F238E27FC236}">
                    <a16:creationId xmlns:a16="http://schemas.microsoft.com/office/drawing/2014/main" id="{E52E2636-7B29-8B4F-A9E7-0A019FB12336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31" name="Freeform 230">
                <a:extLst>
                  <a:ext uri="{FF2B5EF4-FFF2-40B4-BE49-F238E27FC236}">
                    <a16:creationId xmlns:a16="http://schemas.microsoft.com/office/drawing/2014/main" id="{81B96CBC-D09D-8A44-A7F4-460A6FE268AE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32" name="Freeform 231">
                <a:extLst>
                  <a:ext uri="{FF2B5EF4-FFF2-40B4-BE49-F238E27FC236}">
                    <a16:creationId xmlns:a16="http://schemas.microsoft.com/office/drawing/2014/main" id="{AB72586A-2BC3-AD40-8068-98E191DFFEF1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233" name="Group 232">
            <a:extLst>
              <a:ext uri="{FF2B5EF4-FFF2-40B4-BE49-F238E27FC236}">
                <a16:creationId xmlns:a16="http://schemas.microsoft.com/office/drawing/2014/main" id="{A8973B1E-A991-8E45-9FF7-7AF7F179E328}"/>
              </a:ext>
            </a:extLst>
          </p:cNvPr>
          <p:cNvGrpSpPr/>
          <p:nvPr/>
        </p:nvGrpSpPr>
        <p:grpSpPr>
          <a:xfrm>
            <a:off x="6935920" y="4439014"/>
            <a:ext cx="295320" cy="163934"/>
            <a:chOff x="7493876" y="2774731"/>
            <a:chExt cx="1481958" cy="894622"/>
          </a:xfrm>
        </p:grpSpPr>
        <p:sp>
          <p:nvSpPr>
            <p:cNvPr id="234" name="Freeform 233">
              <a:extLst>
                <a:ext uri="{FF2B5EF4-FFF2-40B4-BE49-F238E27FC236}">
                  <a16:creationId xmlns:a16="http://schemas.microsoft.com/office/drawing/2014/main" id="{5A098E30-A66F-FA4D-9EE8-C0C83DE6D506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235" name="Oval 234">
              <a:extLst>
                <a:ext uri="{FF2B5EF4-FFF2-40B4-BE49-F238E27FC236}">
                  <a16:creationId xmlns:a16="http://schemas.microsoft.com/office/drawing/2014/main" id="{051367D4-C1D9-AF45-9A24-031126A62943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236" name="Group 235">
              <a:extLst>
                <a:ext uri="{FF2B5EF4-FFF2-40B4-BE49-F238E27FC236}">
                  <a16:creationId xmlns:a16="http://schemas.microsoft.com/office/drawing/2014/main" id="{8C4167F2-26A6-0A41-9F23-581BB1D6E53B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37" name="Freeform 236">
                <a:extLst>
                  <a:ext uri="{FF2B5EF4-FFF2-40B4-BE49-F238E27FC236}">
                    <a16:creationId xmlns:a16="http://schemas.microsoft.com/office/drawing/2014/main" id="{8AABD328-91C1-C94D-8CB5-66F9CC0DC001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38" name="Freeform 237">
                <a:extLst>
                  <a:ext uri="{FF2B5EF4-FFF2-40B4-BE49-F238E27FC236}">
                    <a16:creationId xmlns:a16="http://schemas.microsoft.com/office/drawing/2014/main" id="{23CBCA43-9398-E043-A20B-00567B73DB89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39" name="Freeform 238">
                <a:extLst>
                  <a:ext uri="{FF2B5EF4-FFF2-40B4-BE49-F238E27FC236}">
                    <a16:creationId xmlns:a16="http://schemas.microsoft.com/office/drawing/2014/main" id="{06C3D6EF-A0CB-F34C-9C57-9FA040350289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40" name="Freeform 239">
                <a:extLst>
                  <a:ext uri="{FF2B5EF4-FFF2-40B4-BE49-F238E27FC236}">
                    <a16:creationId xmlns:a16="http://schemas.microsoft.com/office/drawing/2014/main" id="{66D08B47-1DCF-994C-84EE-6C7E588A1D24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241" name="Group 240">
            <a:extLst>
              <a:ext uri="{FF2B5EF4-FFF2-40B4-BE49-F238E27FC236}">
                <a16:creationId xmlns:a16="http://schemas.microsoft.com/office/drawing/2014/main" id="{23665DDF-4A56-E24C-9D9B-557EA2031298}"/>
              </a:ext>
            </a:extLst>
          </p:cNvPr>
          <p:cNvGrpSpPr/>
          <p:nvPr/>
        </p:nvGrpSpPr>
        <p:grpSpPr>
          <a:xfrm>
            <a:off x="8194487" y="4134094"/>
            <a:ext cx="171221" cy="90300"/>
            <a:chOff x="7493876" y="2774731"/>
            <a:chExt cx="1481958" cy="894622"/>
          </a:xfrm>
        </p:grpSpPr>
        <p:sp>
          <p:nvSpPr>
            <p:cNvPr id="242" name="Freeform 241">
              <a:extLst>
                <a:ext uri="{FF2B5EF4-FFF2-40B4-BE49-F238E27FC236}">
                  <a16:creationId xmlns:a16="http://schemas.microsoft.com/office/drawing/2014/main" id="{31441261-7107-C940-87CC-EC4FA053449C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243" name="Oval 242">
              <a:extLst>
                <a:ext uri="{FF2B5EF4-FFF2-40B4-BE49-F238E27FC236}">
                  <a16:creationId xmlns:a16="http://schemas.microsoft.com/office/drawing/2014/main" id="{5F5B546A-49AB-9042-B43E-5F11C688F25E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244" name="Group 243">
              <a:extLst>
                <a:ext uri="{FF2B5EF4-FFF2-40B4-BE49-F238E27FC236}">
                  <a16:creationId xmlns:a16="http://schemas.microsoft.com/office/drawing/2014/main" id="{E8DF2468-3557-AD4F-8E6A-2FD993E8CF5C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45" name="Freeform 244">
                <a:extLst>
                  <a:ext uri="{FF2B5EF4-FFF2-40B4-BE49-F238E27FC236}">
                    <a16:creationId xmlns:a16="http://schemas.microsoft.com/office/drawing/2014/main" id="{9E3ADAA4-12C2-404E-917C-5A2F54CCDF6B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46" name="Freeform 245">
                <a:extLst>
                  <a:ext uri="{FF2B5EF4-FFF2-40B4-BE49-F238E27FC236}">
                    <a16:creationId xmlns:a16="http://schemas.microsoft.com/office/drawing/2014/main" id="{7A728ED3-C05E-B44A-9C86-A753D22F76A6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47" name="Freeform 246">
                <a:extLst>
                  <a:ext uri="{FF2B5EF4-FFF2-40B4-BE49-F238E27FC236}">
                    <a16:creationId xmlns:a16="http://schemas.microsoft.com/office/drawing/2014/main" id="{63D4F443-59AA-0D4F-BA7D-32F6068E7994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48" name="Freeform 247">
                <a:extLst>
                  <a:ext uri="{FF2B5EF4-FFF2-40B4-BE49-F238E27FC236}">
                    <a16:creationId xmlns:a16="http://schemas.microsoft.com/office/drawing/2014/main" id="{205AEAD2-2A18-2D4A-91B3-368B52FA7C58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249" name="Group 248">
            <a:extLst>
              <a:ext uri="{FF2B5EF4-FFF2-40B4-BE49-F238E27FC236}">
                <a16:creationId xmlns:a16="http://schemas.microsoft.com/office/drawing/2014/main" id="{931C36A9-E761-0148-9032-D81ACCB48A29}"/>
              </a:ext>
            </a:extLst>
          </p:cNvPr>
          <p:cNvGrpSpPr/>
          <p:nvPr/>
        </p:nvGrpSpPr>
        <p:grpSpPr>
          <a:xfrm>
            <a:off x="5579306" y="2624710"/>
            <a:ext cx="401240" cy="305991"/>
            <a:chOff x="7432700" y="2327293"/>
            <a:chExt cx="534987" cy="407988"/>
          </a:xfrm>
        </p:grpSpPr>
        <p:pic>
          <p:nvPicPr>
            <p:cNvPr id="250" name="Picture 1017" descr="antenna_stylized">
              <a:extLst>
                <a:ext uri="{FF2B5EF4-FFF2-40B4-BE49-F238E27FC236}">
                  <a16:creationId xmlns:a16="http://schemas.microsoft.com/office/drawing/2014/main" id="{A1B3AFF0-514E-1142-A2F6-8BE3FF21744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32700" y="2327293"/>
              <a:ext cx="530702" cy="223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51" name="Picture 1018" descr="laptop_keyboard">
              <a:extLst>
                <a:ext uri="{FF2B5EF4-FFF2-40B4-BE49-F238E27FC236}">
                  <a16:creationId xmlns:a16="http://schemas.microsoft.com/office/drawing/2014/main" id="{F72A8B16-D68A-BE43-A9DC-2099F128817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7458407" y="2575770"/>
              <a:ext cx="437221" cy="159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52" name="Freeform 1019">
              <a:extLst>
                <a:ext uri="{FF2B5EF4-FFF2-40B4-BE49-F238E27FC236}">
                  <a16:creationId xmlns:a16="http://schemas.microsoft.com/office/drawing/2014/main" id="{8BD550C1-DB66-1D43-B0FF-2194D6CE59D3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3304" y="2420984"/>
              <a:ext cx="351919" cy="208167"/>
            </a:xfrm>
            <a:custGeom>
              <a:avLst/>
              <a:gdLst>
                <a:gd name="T0" fmla="*/ 775798119 w 2982"/>
                <a:gd name="T1" fmla="*/ 0 h 2442"/>
                <a:gd name="T2" fmla="*/ 0 w 2982"/>
                <a:gd name="T3" fmla="*/ 211226083 h 2442"/>
                <a:gd name="T4" fmla="*/ 2147483646 w 2982"/>
                <a:gd name="T5" fmla="*/ 263880059 h 2442"/>
                <a:gd name="T6" fmla="*/ 2147483646 w 2982"/>
                <a:gd name="T7" fmla="*/ 52653891 h 2442"/>
                <a:gd name="T8" fmla="*/ 775798119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pic>
          <p:nvPicPr>
            <p:cNvPr id="253" name="Picture 1020" descr="screen">
              <a:extLst>
                <a:ext uri="{FF2B5EF4-FFF2-40B4-BE49-F238E27FC236}">
                  <a16:creationId xmlns:a16="http://schemas.microsoft.com/office/drawing/2014/main" id="{5B7A4293-9090-2C47-A5F9-1484B3E8E43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20637" y="2426338"/>
              <a:ext cx="319785" cy="1894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54" name="Freeform 1021">
              <a:extLst>
                <a:ext uri="{FF2B5EF4-FFF2-40B4-BE49-F238E27FC236}">
                  <a16:creationId xmlns:a16="http://schemas.microsoft.com/office/drawing/2014/main" id="{66A9E8A3-089D-144F-8C74-780D0252320C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7378" y="2414843"/>
              <a:ext cx="298167" cy="38736"/>
            </a:xfrm>
            <a:custGeom>
              <a:avLst/>
              <a:gdLst>
                <a:gd name="T0" fmla="*/ 193616298 w 2528"/>
                <a:gd name="T1" fmla="*/ 0 h 455"/>
                <a:gd name="T2" fmla="*/ 2147483646 w 2528"/>
                <a:gd name="T3" fmla="*/ 52445139 h 455"/>
                <a:gd name="T4" fmla="*/ 2147483646 w 2528"/>
                <a:gd name="T5" fmla="*/ 52445139 h 455"/>
                <a:gd name="T6" fmla="*/ 0 w 2528"/>
                <a:gd name="T7" fmla="*/ 52445139 h 455"/>
                <a:gd name="T8" fmla="*/ 193616298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55" name="Freeform 1022">
              <a:extLst>
                <a:ext uri="{FF2B5EF4-FFF2-40B4-BE49-F238E27FC236}">
                  <a16:creationId xmlns:a16="http://schemas.microsoft.com/office/drawing/2014/main" id="{2DEB5F56-4F04-4A4C-B2A9-7F75D7610902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0188" y="2414528"/>
              <a:ext cx="82770" cy="161243"/>
            </a:xfrm>
            <a:custGeom>
              <a:avLst/>
              <a:gdLst>
                <a:gd name="T0" fmla="*/ 773664160 w 702"/>
                <a:gd name="T1" fmla="*/ 0 h 1893"/>
                <a:gd name="T2" fmla="*/ 0 w 702"/>
                <a:gd name="T3" fmla="*/ 210739916 h 1893"/>
                <a:gd name="T4" fmla="*/ 193416040 w 702"/>
                <a:gd name="T5" fmla="*/ 210739916 h 1893"/>
                <a:gd name="T6" fmla="*/ 967080200 w 702"/>
                <a:gd name="T7" fmla="*/ 52529017 h 1893"/>
                <a:gd name="T8" fmla="*/ 773664160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56" name="Freeform 1023">
              <a:extLst>
                <a:ext uri="{FF2B5EF4-FFF2-40B4-BE49-F238E27FC236}">
                  <a16:creationId xmlns:a16="http://schemas.microsoft.com/office/drawing/2014/main" id="{264AB736-6181-DD49-9CF8-34CDC3C98A87}"/>
                </a:ext>
              </a:extLst>
            </p:cNvPr>
            <p:cNvSpPr>
              <a:spLocks/>
            </p:cNvSpPr>
            <p:nvPr/>
          </p:nvSpPr>
          <p:spPr bwMode="auto">
            <a:xfrm>
              <a:off x="7874205" y="2443344"/>
              <a:ext cx="89197" cy="186122"/>
            </a:xfrm>
            <a:custGeom>
              <a:avLst/>
              <a:gdLst>
                <a:gd name="T0" fmla="*/ 969024527 w 756"/>
                <a:gd name="T1" fmla="*/ 0 h 2184"/>
                <a:gd name="T2" fmla="*/ 193802074 w 756"/>
                <a:gd name="T3" fmla="*/ 263660221 h 2184"/>
                <a:gd name="T4" fmla="*/ 0 w 756"/>
                <a:gd name="T5" fmla="*/ 263660221 h 2184"/>
                <a:gd name="T6" fmla="*/ 775222454 w 756"/>
                <a:gd name="T7" fmla="*/ 52610059 h 2184"/>
                <a:gd name="T8" fmla="*/ 969024527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57" name="Freeform 1024">
              <a:extLst>
                <a:ext uri="{FF2B5EF4-FFF2-40B4-BE49-F238E27FC236}">
                  <a16:creationId xmlns:a16="http://schemas.microsoft.com/office/drawing/2014/main" id="{B30F467B-7CAE-E14D-A3A5-8BE8EC571FCC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9214" y="2567582"/>
              <a:ext cx="327185" cy="62828"/>
            </a:xfrm>
            <a:custGeom>
              <a:avLst/>
              <a:gdLst>
                <a:gd name="T0" fmla="*/ 193829444 w 2773"/>
                <a:gd name="T1" fmla="*/ 0 h 738"/>
                <a:gd name="T2" fmla="*/ 0 w 2773"/>
                <a:gd name="T3" fmla="*/ 52443587 h 738"/>
                <a:gd name="T4" fmla="*/ 2147483646 w 2773"/>
                <a:gd name="T5" fmla="*/ 104894411 h 738"/>
                <a:gd name="T6" fmla="*/ 2147483646 w 2773"/>
                <a:gd name="T7" fmla="*/ 52443587 h 738"/>
                <a:gd name="T8" fmla="*/ 193829444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58" name="Freeform 1025">
              <a:extLst>
                <a:ext uri="{FF2B5EF4-FFF2-40B4-BE49-F238E27FC236}">
                  <a16:creationId xmlns:a16="http://schemas.microsoft.com/office/drawing/2014/main" id="{714DEECF-C2B9-3646-8D8C-520B14AFF2A3}"/>
                </a:ext>
              </a:extLst>
            </p:cNvPr>
            <p:cNvSpPr>
              <a:spLocks/>
            </p:cNvSpPr>
            <p:nvPr/>
          </p:nvSpPr>
          <p:spPr bwMode="auto">
            <a:xfrm>
              <a:off x="7884138" y="2444918"/>
              <a:ext cx="83549" cy="186909"/>
            </a:xfrm>
            <a:custGeom>
              <a:avLst/>
              <a:gdLst>
                <a:gd name="T0" fmla="*/ 2147483646 w 637"/>
                <a:gd name="T1" fmla="*/ 0 h 1659"/>
                <a:gd name="T2" fmla="*/ 2147483646 w 637"/>
                <a:gd name="T3" fmla="*/ 0 h 1659"/>
                <a:gd name="T4" fmla="*/ 295581541 w 637"/>
                <a:gd name="T5" fmla="*/ 2147483646 h 1659"/>
                <a:gd name="T6" fmla="*/ 0 w 637"/>
                <a:gd name="T7" fmla="*/ 2147483646 h 1659"/>
                <a:gd name="T8" fmla="*/ 2147483646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59" name="Freeform 1026">
              <a:extLst>
                <a:ext uri="{FF2B5EF4-FFF2-40B4-BE49-F238E27FC236}">
                  <a16:creationId xmlns:a16="http://schemas.microsoft.com/office/drawing/2014/main" id="{434760BE-7A82-7348-8C26-8BB88B73F057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9603" y="2575928"/>
              <a:ext cx="290961" cy="62041"/>
            </a:xfrm>
            <a:custGeom>
              <a:avLst/>
              <a:gdLst>
                <a:gd name="T0" fmla="*/ 0 w 2216"/>
                <a:gd name="T1" fmla="*/ 0 h 550"/>
                <a:gd name="T2" fmla="*/ 296523134 w 2216"/>
                <a:gd name="T3" fmla="*/ 324379338 h 550"/>
                <a:gd name="T4" fmla="*/ 2147483646 w 2216"/>
                <a:gd name="T5" fmla="*/ 2147483646 h 550"/>
                <a:gd name="T6" fmla="*/ 2147483646 w 2216"/>
                <a:gd name="T7" fmla="*/ 2147483646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grpSp>
          <p:nvGrpSpPr>
            <p:cNvPr id="260" name="Group 1027">
              <a:extLst>
                <a:ext uri="{FF2B5EF4-FFF2-40B4-BE49-F238E27FC236}">
                  <a16:creationId xmlns:a16="http://schemas.microsoft.com/office/drawing/2014/main" id="{A3D737A2-33B2-B843-993D-3954163D2F8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94735" y="2642220"/>
              <a:ext cx="98740" cy="36846"/>
              <a:chOff x="1740" y="2642"/>
              <a:chExt cx="752" cy="327"/>
            </a:xfrm>
          </p:grpSpPr>
          <p:sp>
            <p:nvSpPr>
              <p:cNvPr id="267" name="Freeform 1028">
                <a:extLst>
                  <a:ext uri="{FF2B5EF4-FFF2-40B4-BE49-F238E27FC236}">
                    <a16:creationId xmlns:a16="http://schemas.microsoft.com/office/drawing/2014/main" id="{2B8D95DD-AA07-CA46-8938-5982463E0F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268" name="Freeform 1029">
                <a:extLst>
                  <a:ext uri="{FF2B5EF4-FFF2-40B4-BE49-F238E27FC236}">
                    <a16:creationId xmlns:a16="http://schemas.microsoft.com/office/drawing/2014/main" id="{F36872DC-490B-E041-B789-63AE7E7ACD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269" name="Freeform 1030">
                <a:extLst>
                  <a:ext uri="{FF2B5EF4-FFF2-40B4-BE49-F238E27FC236}">
                    <a16:creationId xmlns:a16="http://schemas.microsoft.com/office/drawing/2014/main" id="{97C01B49-8BEB-1A42-A62D-556A20AEDC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270" name="Freeform 1031">
                <a:extLst>
                  <a:ext uri="{FF2B5EF4-FFF2-40B4-BE49-F238E27FC236}">
                    <a16:creationId xmlns:a16="http://schemas.microsoft.com/office/drawing/2014/main" id="{FDC4BA15-39D3-CD4E-97DA-6107F8C4DF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271" name="Freeform 1032">
                <a:extLst>
                  <a:ext uri="{FF2B5EF4-FFF2-40B4-BE49-F238E27FC236}">
                    <a16:creationId xmlns:a16="http://schemas.microsoft.com/office/drawing/2014/main" id="{B4ED9D93-7953-574C-B8DB-E31647E538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272" name="Freeform 1033">
                <a:extLst>
                  <a:ext uri="{FF2B5EF4-FFF2-40B4-BE49-F238E27FC236}">
                    <a16:creationId xmlns:a16="http://schemas.microsoft.com/office/drawing/2014/main" id="{9040F4DE-59D9-0446-9953-D7CF4E6052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  <p:sp>
          <p:nvSpPr>
            <p:cNvPr id="261" name="Freeform 1034">
              <a:extLst>
                <a:ext uri="{FF2B5EF4-FFF2-40B4-BE49-F238E27FC236}">
                  <a16:creationId xmlns:a16="http://schemas.microsoft.com/office/drawing/2014/main" id="{2C7F706E-3A83-E04B-96B6-0DFA0DD19559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780" y="2647731"/>
              <a:ext cx="119578" cy="80936"/>
            </a:xfrm>
            <a:custGeom>
              <a:avLst/>
              <a:gdLst>
                <a:gd name="T0" fmla="*/ 213221464 w 990"/>
                <a:gd name="T1" fmla="*/ 1090686587 h 792"/>
                <a:gd name="T2" fmla="*/ 1915477586 w 990"/>
                <a:gd name="T3" fmla="*/ 0 h 792"/>
                <a:gd name="T4" fmla="*/ 1915477586 w 990"/>
                <a:gd name="T5" fmla="*/ 108859840 h 792"/>
                <a:gd name="T6" fmla="*/ 0 w 990"/>
                <a:gd name="T7" fmla="*/ 1090686587 h 792"/>
                <a:gd name="T8" fmla="*/ 213221464 w 990"/>
                <a:gd name="T9" fmla="*/ 1090686587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62" name="Freeform 1035">
              <a:extLst>
                <a:ext uri="{FF2B5EF4-FFF2-40B4-BE49-F238E27FC236}">
                  <a16:creationId xmlns:a16="http://schemas.microsoft.com/office/drawing/2014/main" id="{60E14294-2508-FB4A-AE0F-000AF5BCFC85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602" y="2654187"/>
              <a:ext cx="305957" cy="73850"/>
            </a:xfrm>
            <a:custGeom>
              <a:avLst/>
              <a:gdLst>
                <a:gd name="T0" fmla="*/ 213486572 w 2532"/>
                <a:gd name="T1" fmla="*/ 0 h 723"/>
                <a:gd name="T2" fmla="*/ 213486572 w 2532"/>
                <a:gd name="T3" fmla="*/ 0 h 723"/>
                <a:gd name="T4" fmla="*/ 2147483646 w 2532"/>
                <a:gd name="T5" fmla="*/ 979380008 h 723"/>
                <a:gd name="T6" fmla="*/ 2147483646 w 2532"/>
                <a:gd name="T7" fmla="*/ 1088085165 h 723"/>
                <a:gd name="T8" fmla="*/ 0 w 2532"/>
                <a:gd name="T9" fmla="*/ 108705259 h 723"/>
                <a:gd name="T10" fmla="*/ 213486572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63" name="Freeform 1036">
              <a:extLst>
                <a:ext uri="{FF2B5EF4-FFF2-40B4-BE49-F238E27FC236}">
                  <a16:creationId xmlns:a16="http://schemas.microsoft.com/office/drawing/2014/main" id="{6816A6AE-0883-4D48-8DF3-05A4914E713B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797" y="2640645"/>
              <a:ext cx="3311" cy="14959"/>
            </a:xfrm>
            <a:custGeom>
              <a:avLst/>
              <a:gdLst>
                <a:gd name="T0" fmla="*/ 262278191 w 26"/>
                <a:gd name="T1" fmla="*/ 107489981 h 147"/>
                <a:gd name="T2" fmla="*/ 262278191 w 26"/>
                <a:gd name="T3" fmla="*/ 214969480 h 147"/>
                <a:gd name="T4" fmla="*/ 0 w 26"/>
                <a:gd name="T5" fmla="*/ 214969480 h 147"/>
                <a:gd name="T6" fmla="*/ 262278191 w 26"/>
                <a:gd name="T7" fmla="*/ 0 h 147"/>
                <a:gd name="T8" fmla="*/ 262278191 w 26"/>
                <a:gd name="T9" fmla="*/ 10748998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64" name="Freeform 1037">
              <a:extLst>
                <a:ext uri="{FF2B5EF4-FFF2-40B4-BE49-F238E27FC236}">
                  <a16:creationId xmlns:a16="http://schemas.microsoft.com/office/drawing/2014/main" id="{0C4F2B5B-D9EF-F242-A282-CB6CB4D90EE9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992" y="2579707"/>
              <a:ext cx="142170" cy="61883"/>
            </a:xfrm>
            <a:custGeom>
              <a:avLst/>
              <a:gdLst>
                <a:gd name="T0" fmla="*/ 2136125890 w 1176"/>
                <a:gd name="T1" fmla="*/ 0 h 606"/>
                <a:gd name="T2" fmla="*/ 0 w 1176"/>
                <a:gd name="T3" fmla="*/ 870000945 h 606"/>
                <a:gd name="T4" fmla="*/ 213789467 w 1176"/>
                <a:gd name="T5" fmla="*/ 870000945 h 606"/>
                <a:gd name="T6" fmla="*/ 2136125890 w 1176"/>
                <a:gd name="T7" fmla="*/ 108617123 h 606"/>
                <a:gd name="T8" fmla="*/ 2136125890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65" name="Freeform 1038">
              <a:extLst>
                <a:ext uri="{FF2B5EF4-FFF2-40B4-BE49-F238E27FC236}">
                  <a16:creationId xmlns:a16="http://schemas.microsoft.com/office/drawing/2014/main" id="{CA94116C-A643-F041-BE08-F16F1FF3EF9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68535" y="2643795"/>
              <a:ext cx="290182" cy="71016"/>
            </a:xfrm>
            <a:custGeom>
              <a:avLst/>
              <a:gdLst>
                <a:gd name="T0" fmla="*/ 173112702 w 2532"/>
                <a:gd name="T1" fmla="*/ 0 h 723"/>
                <a:gd name="T2" fmla="*/ 173112702 w 2532"/>
                <a:gd name="T3" fmla="*/ 0 h 723"/>
                <a:gd name="T4" fmla="*/ 2069773885 w 2532"/>
                <a:gd name="T5" fmla="*/ 558173482 h 723"/>
                <a:gd name="T6" fmla="*/ 2069773885 w 2532"/>
                <a:gd name="T7" fmla="*/ 558173482 h 723"/>
                <a:gd name="T8" fmla="*/ 0 w 2532"/>
                <a:gd name="T9" fmla="*/ 92871346 h 723"/>
                <a:gd name="T10" fmla="*/ 173112702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66" name="Freeform 1039">
              <a:extLst>
                <a:ext uri="{FF2B5EF4-FFF2-40B4-BE49-F238E27FC236}">
                  <a16:creationId xmlns:a16="http://schemas.microsoft.com/office/drawing/2014/main" id="{EBBEB869-CEFF-3B4D-8790-DF10B6E9EDC0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7758327" y="2638756"/>
              <a:ext cx="118410" cy="73535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962694895 h 723"/>
                <a:gd name="T6" fmla="*/ 0 w 2532"/>
                <a:gd name="T7" fmla="*/ 962694895 h 723"/>
                <a:gd name="T8" fmla="*/ 0 w 2532"/>
                <a:gd name="T9" fmla="*/ 107314314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273" name="Group 272">
            <a:extLst>
              <a:ext uri="{FF2B5EF4-FFF2-40B4-BE49-F238E27FC236}">
                <a16:creationId xmlns:a16="http://schemas.microsoft.com/office/drawing/2014/main" id="{7BE84195-0460-B24A-9BFA-64009B70F0D4}"/>
              </a:ext>
            </a:extLst>
          </p:cNvPr>
          <p:cNvGrpSpPr/>
          <p:nvPr/>
        </p:nvGrpSpPr>
        <p:grpSpPr>
          <a:xfrm>
            <a:off x="6478336" y="2597046"/>
            <a:ext cx="398027" cy="358507"/>
            <a:chOff x="8631407" y="2290407"/>
            <a:chExt cx="530702" cy="478009"/>
          </a:xfrm>
        </p:grpSpPr>
        <p:pic>
          <p:nvPicPr>
            <p:cNvPr id="274" name="Picture 568" descr="light2.png">
              <a:extLst>
                <a:ext uri="{FF2B5EF4-FFF2-40B4-BE49-F238E27FC236}">
                  <a16:creationId xmlns:a16="http://schemas.microsoft.com/office/drawing/2014/main" id="{9C2ABCA4-2AB6-604A-BAF1-3DCCB40F3CF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8825293" y="2362969"/>
              <a:ext cx="92772" cy="4054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75" name="Picture 1017" descr="antenna_stylized">
              <a:extLst>
                <a:ext uri="{FF2B5EF4-FFF2-40B4-BE49-F238E27FC236}">
                  <a16:creationId xmlns:a16="http://schemas.microsoft.com/office/drawing/2014/main" id="{650AA1D1-0ECD-3E4A-81DB-CC97A96B57C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31407" y="2290407"/>
              <a:ext cx="530702" cy="223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76" name="Group 275">
            <a:extLst>
              <a:ext uri="{FF2B5EF4-FFF2-40B4-BE49-F238E27FC236}">
                <a16:creationId xmlns:a16="http://schemas.microsoft.com/office/drawing/2014/main" id="{EFF79B51-BA03-584F-A0CE-2E5C3CDBD9C8}"/>
              </a:ext>
            </a:extLst>
          </p:cNvPr>
          <p:cNvGrpSpPr/>
          <p:nvPr/>
        </p:nvGrpSpPr>
        <p:grpSpPr>
          <a:xfrm>
            <a:off x="6374654" y="2401593"/>
            <a:ext cx="636984" cy="169582"/>
            <a:chOff x="8493165" y="2029804"/>
            <a:chExt cx="849312" cy="226109"/>
          </a:xfrm>
        </p:grpSpPr>
        <p:pic>
          <p:nvPicPr>
            <p:cNvPr id="277" name="Picture 603" descr="car_icon_small">
              <a:extLst>
                <a:ext uri="{FF2B5EF4-FFF2-40B4-BE49-F238E27FC236}">
                  <a16:creationId xmlns:a16="http://schemas.microsoft.com/office/drawing/2014/main" id="{A16178BF-CE10-DF42-8C1F-E2AAFB94BBE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93165" y="2087638"/>
              <a:ext cx="849312" cy="168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78" name="Picture 1017" descr="antenna_stylized">
              <a:extLst>
                <a:ext uri="{FF2B5EF4-FFF2-40B4-BE49-F238E27FC236}">
                  <a16:creationId xmlns:a16="http://schemas.microsoft.com/office/drawing/2014/main" id="{BF73CD36-5E1A-D143-A3EA-8721982417D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04645" y="2029804"/>
              <a:ext cx="530702" cy="223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79" name="Group 278">
            <a:extLst>
              <a:ext uri="{FF2B5EF4-FFF2-40B4-BE49-F238E27FC236}">
                <a16:creationId xmlns:a16="http://schemas.microsoft.com/office/drawing/2014/main" id="{053CF7AA-EEE7-E849-8975-45A554C35F5B}"/>
              </a:ext>
            </a:extLst>
          </p:cNvPr>
          <p:cNvGrpSpPr/>
          <p:nvPr/>
        </p:nvGrpSpPr>
        <p:grpSpPr>
          <a:xfrm>
            <a:off x="5620139" y="3351318"/>
            <a:ext cx="643304" cy="437823"/>
            <a:chOff x="7487144" y="3296104"/>
            <a:chExt cx="857739" cy="583764"/>
          </a:xfrm>
        </p:grpSpPr>
        <p:grpSp>
          <p:nvGrpSpPr>
            <p:cNvPr id="280" name="Group 279">
              <a:extLst>
                <a:ext uri="{FF2B5EF4-FFF2-40B4-BE49-F238E27FC236}">
                  <a16:creationId xmlns:a16="http://schemas.microsoft.com/office/drawing/2014/main" id="{90508AE9-865D-844C-B2E1-CAED9E70CF88}"/>
                </a:ext>
              </a:extLst>
            </p:cNvPr>
            <p:cNvGrpSpPr/>
            <p:nvPr/>
          </p:nvGrpSpPr>
          <p:grpSpPr>
            <a:xfrm>
              <a:off x="7487144" y="3389820"/>
              <a:ext cx="350807" cy="305517"/>
              <a:chOff x="7487144" y="3389820"/>
              <a:chExt cx="350807" cy="305517"/>
            </a:xfrm>
          </p:grpSpPr>
          <p:pic>
            <p:nvPicPr>
              <p:cNvPr id="287" name="Picture 1115" descr="antenna_stylized">
                <a:extLst>
                  <a:ext uri="{FF2B5EF4-FFF2-40B4-BE49-F238E27FC236}">
                    <a16:creationId xmlns:a16="http://schemas.microsoft.com/office/drawing/2014/main" id="{AD910864-C9F4-C94B-9B97-60E50CF30AC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87144" y="3389820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88" name="Picture 1116" descr="laptop_keyboard">
                <a:extLst>
                  <a:ext uri="{FF2B5EF4-FFF2-40B4-BE49-F238E27FC236}">
                    <a16:creationId xmlns:a16="http://schemas.microsoft.com/office/drawing/2014/main" id="{89C482D5-7199-3040-A39E-C983C7E76CD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7504001" y="3575889"/>
                <a:ext cx="286699" cy="1194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89" name="Freeform 1117">
                <a:extLst>
                  <a:ext uri="{FF2B5EF4-FFF2-40B4-BE49-F238E27FC236}">
                    <a16:creationId xmlns:a16="http://schemas.microsoft.com/office/drawing/2014/main" id="{0D17FA05-6DB9-CE4E-8353-3DB3EF64CE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9014" y="3459979"/>
                <a:ext cx="230764" cy="155883"/>
              </a:xfrm>
              <a:custGeom>
                <a:avLst/>
                <a:gdLst>
                  <a:gd name="T0" fmla="*/ 143665061 w 2982"/>
                  <a:gd name="T1" fmla="*/ 0 h 2442"/>
                  <a:gd name="T2" fmla="*/ 0 w 2982"/>
                  <a:gd name="T3" fmla="*/ 66329557 h 2442"/>
                  <a:gd name="T4" fmla="*/ 573719931 w 2982"/>
                  <a:gd name="T5" fmla="*/ 82975142 h 2442"/>
                  <a:gd name="T6" fmla="*/ 717384993 w 2982"/>
                  <a:gd name="T7" fmla="*/ 16645585 h 2442"/>
                  <a:gd name="T8" fmla="*/ 143665061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pic>
            <p:nvPicPr>
              <p:cNvPr id="290" name="Picture 1118" descr="screen">
                <a:extLst>
                  <a:ext uri="{FF2B5EF4-FFF2-40B4-BE49-F238E27FC236}">
                    <a16:creationId xmlns:a16="http://schemas.microsoft.com/office/drawing/2014/main" id="{4A4B2A13-447B-ED4B-A13F-5489BEAC9BE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610380" y="3463988"/>
                <a:ext cx="209692" cy="14185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91" name="Freeform 1119">
                <a:extLst>
                  <a:ext uri="{FF2B5EF4-FFF2-40B4-BE49-F238E27FC236}">
                    <a16:creationId xmlns:a16="http://schemas.microsoft.com/office/drawing/2014/main" id="{02BC84AC-7149-BD45-BC93-E0DD4ADF91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41029" y="3455381"/>
                <a:ext cx="195517" cy="29007"/>
              </a:xfrm>
              <a:custGeom>
                <a:avLst/>
                <a:gdLst>
                  <a:gd name="T0" fmla="*/ 35620212 w 2528"/>
                  <a:gd name="T1" fmla="*/ 0 h 455"/>
                  <a:gd name="T2" fmla="*/ 608343257 w 2528"/>
                  <a:gd name="T3" fmla="*/ 16582250 h 455"/>
                  <a:gd name="T4" fmla="*/ 572256449 w 2528"/>
                  <a:gd name="T5" fmla="*/ 16582250 h 455"/>
                  <a:gd name="T6" fmla="*/ 0 w 2528"/>
                  <a:gd name="T7" fmla="*/ 16582250 h 455"/>
                  <a:gd name="T8" fmla="*/ 35620212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292" name="Freeform 1120">
                <a:extLst>
                  <a:ext uri="{FF2B5EF4-FFF2-40B4-BE49-F238E27FC236}">
                    <a16:creationId xmlns:a16="http://schemas.microsoft.com/office/drawing/2014/main" id="{43377E2E-A43C-E048-A432-F337E7B5EE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6971" y="3455145"/>
                <a:ext cx="54275" cy="120745"/>
              </a:xfrm>
              <a:custGeom>
                <a:avLst/>
                <a:gdLst>
                  <a:gd name="T0" fmla="*/ 142804406 w 702"/>
                  <a:gd name="T1" fmla="*/ 0 h 1893"/>
                  <a:gd name="T2" fmla="*/ 0 w 702"/>
                  <a:gd name="T3" fmla="*/ 66174575 h 1893"/>
                  <a:gd name="T4" fmla="*/ 35584530 w 702"/>
                  <a:gd name="T5" fmla="*/ 66174575 h 1893"/>
                  <a:gd name="T6" fmla="*/ 178855222 w 702"/>
                  <a:gd name="T7" fmla="*/ 16607700 h 1893"/>
                  <a:gd name="T8" fmla="*/ 142804406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293" name="Freeform 1121">
                <a:extLst>
                  <a:ext uri="{FF2B5EF4-FFF2-40B4-BE49-F238E27FC236}">
                    <a16:creationId xmlns:a16="http://schemas.microsoft.com/office/drawing/2014/main" id="{268349DA-55F4-ED45-92D9-0389907B3C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76652" y="3476723"/>
                <a:ext cx="58489" cy="139375"/>
              </a:xfrm>
              <a:custGeom>
                <a:avLst/>
                <a:gdLst>
                  <a:gd name="T0" fmla="*/ 179213623 w 756"/>
                  <a:gd name="T1" fmla="*/ 0 h 2184"/>
                  <a:gd name="T2" fmla="*/ 35656008 w 756"/>
                  <a:gd name="T3" fmla="*/ 82904513 h 2184"/>
                  <a:gd name="T4" fmla="*/ 0 w 756"/>
                  <a:gd name="T5" fmla="*/ 82904513 h 2184"/>
                  <a:gd name="T6" fmla="*/ 143090785 w 756"/>
                  <a:gd name="T7" fmla="*/ 16632211 h 2184"/>
                  <a:gd name="T8" fmla="*/ 179213623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294" name="Freeform 1122">
                <a:extLst>
                  <a:ext uri="{FF2B5EF4-FFF2-40B4-BE49-F238E27FC236}">
                    <a16:creationId xmlns:a16="http://schemas.microsoft.com/office/drawing/2014/main" id="{EB4B31C8-34A6-6D47-B6E1-260958CFBD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6332" y="3569758"/>
                <a:ext cx="214545" cy="47048"/>
              </a:xfrm>
              <a:custGeom>
                <a:avLst/>
                <a:gdLst>
                  <a:gd name="T0" fmla="*/ 35658648 w 2773"/>
                  <a:gd name="T1" fmla="*/ 0 h 738"/>
                  <a:gd name="T2" fmla="*/ 0 w 2773"/>
                  <a:gd name="T3" fmla="*/ 16581742 h 738"/>
                  <a:gd name="T4" fmla="*/ 573357470 w 2773"/>
                  <a:gd name="T5" fmla="*/ 33163485 h 738"/>
                  <a:gd name="T6" fmla="*/ 573357470 w 2773"/>
                  <a:gd name="T7" fmla="*/ 16581742 h 738"/>
                  <a:gd name="T8" fmla="*/ 35658648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295" name="Freeform 1123">
                <a:extLst>
                  <a:ext uri="{FF2B5EF4-FFF2-40B4-BE49-F238E27FC236}">
                    <a16:creationId xmlns:a16="http://schemas.microsoft.com/office/drawing/2014/main" id="{91DE791A-C87B-7849-8B6A-CB3B398F11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83165" y="3477902"/>
                <a:ext cx="54786" cy="139965"/>
              </a:xfrm>
              <a:custGeom>
                <a:avLst/>
                <a:gdLst>
                  <a:gd name="T0" fmla="*/ 656550006 w 637"/>
                  <a:gd name="T1" fmla="*/ 0 h 1659"/>
                  <a:gd name="T2" fmla="*/ 656550006 w 637"/>
                  <a:gd name="T3" fmla="*/ 0 h 1659"/>
                  <a:gd name="T4" fmla="*/ 54716163 w 637"/>
                  <a:gd name="T5" fmla="*/ 2147483646 h 1659"/>
                  <a:gd name="T6" fmla="*/ 0 w 637"/>
                  <a:gd name="T7" fmla="*/ 2147483646 h 1659"/>
                  <a:gd name="T8" fmla="*/ 656550006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296" name="Freeform 1124">
                <a:extLst>
                  <a:ext uri="{FF2B5EF4-FFF2-40B4-BE49-F238E27FC236}">
                    <a16:creationId xmlns:a16="http://schemas.microsoft.com/office/drawing/2014/main" id="{A02AA6E2-5FD6-D14F-9923-83771333B1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6588" y="3576007"/>
                <a:ext cx="190792" cy="46458"/>
              </a:xfrm>
              <a:custGeom>
                <a:avLst/>
                <a:gdLst>
                  <a:gd name="T0" fmla="*/ 0 w 2216"/>
                  <a:gd name="T1" fmla="*/ 0 h 550"/>
                  <a:gd name="T2" fmla="*/ 54884212 w 2216"/>
                  <a:gd name="T3" fmla="*/ 101852492 h 550"/>
                  <a:gd name="T4" fmla="*/ 2147483646 w 2216"/>
                  <a:gd name="T5" fmla="*/ 1017940055 h 550"/>
                  <a:gd name="T6" fmla="*/ 2147483646 w 2216"/>
                  <a:gd name="T7" fmla="*/ 865464562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grpSp>
            <p:nvGrpSpPr>
              <p:cNvPr id="297" name="Group 1125">
                <a:extLst>
                  <a:ext uri="{FF2B5EF4-FFF2-40B4-BE49-F238E27FC236}">
                    <a16:creationId xmlns:a16="http://schemas.microsoft.com/office/drawing/2014/main" id="{7117A071-F66A-A547-B2A3-FDEC2347463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593395" y="3625649"/>
                <a:ext cx="64747" cy="27592"/>
                <a:chOff x="1740" y="2642"/>
                <a:chExt cx="752" cy="327"/>
              </a:xfrm>
            </p:grpSpPr>
            <p:sp>
              <p:nvSpPr>
                <p:cNvPr id="304" name="Freeform 1126">
                  <a:extLst>
                    <a:ext uri="{FF2B5EF4-FFF2-40B4-BE49-F238E27FC236}">
                      <a16:creationId xmlns:a16="http://schemas.microsoft.com/office/drawing/2014/main" id="{C6A05ABF-09D5-204F-A863-798CDA488AB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defTabSz="685800">
                    <a:defRPr/>
                  </a:pPr>
                  <a:endParaRPr lang="en-US" sz="1350" dirty="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305" name="Freeform 1127">
                  <a:extLst>
                    <a:ext uri="{FF2B5EF4-FFF2-40B4-BE49-F238E27FC236}">
                      <a16:creationId xmlns:a16="http://schemas.microsoft.com/office/drawing/2014/main" id="{5CAC6B94-A95D-C842-8436-C6DF872191F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defTabSz="685800">
                    <a:defRPr/>
                  </a:pPr>
                  <a:endParaRPr lang="en-US" sz="1350" dirty="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306" name="Freeform 1128">
                  <a:extLst>
                    <a:ext uri="{FF2B5EF4-FFF2-40B4-BE49-F238E27FC236}">
                      <a16:creationId xmlns:a16="http://schemas.microsoft.com/office/drawing/2014/main" id="{A944E62C-7CE5-5840-927D-ABB2F8B5C2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defTabSz="685800">
                    <a:defRPr/>
                  </a:pPr>
                  <a:endParaRPr lang="en-US" sz="1350" dirty="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307" name="Freeform 1129">
                  <a:extLst>
                    <a:ext uri="{FF2B5EF4-FFF2-40B4-BE49-F238E27FC236}">
                      <a16:creationId xmlns:a16="http://schemas.microsoft.com/office/drawing/2014/main" id="{5E333F33-6B42-F449-BD09-5F8DBBA551C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defTabSz="685800">
                    <a:defRPr/>
                  </a:pPr>
                  <a:endParaRPr lang="en-US" sz="1350" dirty="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308" name="Freeform 1130">
                  <a:extLst>
                    <a:ext uri="{FF2B5EF4-FFF2-40B4-BE49-F238E27FC236}">
                      <a16:creationId xmlns:a16="http://schemas.microsoft.com/office/drawing/2014/main" id="{A3DB0786-C2BD-4E43-9012-01938AED5F1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defTabSz="685800">
                    <a:defRPr/>
                  </a:pPr>
                  <a:endParaRPr lang="en-US" sz="1350" dirty="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309" name="Freeform 1131">
                  <a:extLst>
                    <a:ext uri="{FF2B5EF4-FFF2-40B4-BE49-F238E27FC236}">
                      <a16:creationId xmlns:a16="http://schemas.microsoft.com/office/drawing/2014/main" id="{36DD7204-13F9-8C4B-ADCB-9CEF387EE71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defTabSz="685800">
                    <a:defRPr/>
                  </a:pPr>
                  <a:endParaRPr lang="en-US" sz="1350" dirty="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</p:grpSp>
          <p:sp>
            <p:nvSpPr>
              <p:cNvPr id="298" name="Freeform 1132">
                <a:extLst>
                  <a:ext uri="{FF2B5EF4-FFF2-40B4-BE49-F238E27FC236}">
                    <a16:creationId xmlns:a16="http://schemas.microsoft.com/office/drawing/2014/main" id="{8DD637FC-2617-F14C-8226-2FC83A2DC1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04243" y="3629776"/>
                <a:ext cx="78411" cy="60608"/>
              </a:xfrm>
              <a:custGeom>
                <a:avLst/>
                <a:gdLst>
                  <a:gd name="T0" fmla="*/ 39250883 w 990"/>
                  <a:gd name="T1" fmla="*/ 342828616 h 792"/>
                  <a:gd name="T2" fmla="*/ 354255671 w 990"/>
                  <a:gd name="T3" fmla="*/ 0 h 792"/>
                  <a:gd name="T4" fmla="*/ 354255671 w 990"/>
                  <a:gd name="T5" fmla="*/ 34504242 h 792"/>
                  <a:gd name="T6" fmla="*/ 0 w 990"/>
                  <a:gd name="T7" fmla="*/ 342828616 h 792"/>
                  <a:gd name="T8" fmla="*/ 39250883 w 990"/>
                  <a:gd name="T9" fmla="*/ 342828616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299" name="Freeform 1133">
                <a:extLst>
                  <a:ext uri="{FF2B5EF4-FFF2-40B4-BE49-F238E27FC236}">
                    <a16:creationId xmlns:a16="http://schemas.microsoft.com/office/drawing/2014/main" id="{DD3D6FA8-3859-DC44-8888-8CB70CFB17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04129" y="3634611"/>
                <a:ext cx="200625" cy="55302"/>
              </a:xfrm>
              <a:custGeom>
                <a:avLst/>
                <a:gdLst>
                  <a:gd name="T0" fmla="*/ 39302216 w 2532"/>
                  <a:gd name="T1" fmla="*/ 0 h 723"/>
                  <a:gd name="T2" fmla="*/ 39302216 w 2532"/>
                  <a:gd name="T3" fmla="*/ 0 h 723"/>
                  <a:gd name="T4" fmla="*/ 867084690 w 2532"/>
                  <a:gd name="T5" fmla="*/ 307891170 h 723"/>
                  <a:gd name="T6" fmla="*/ 867084690 w 2532"/>
                  <a:gd name="T7" fmla="*/ 342351506 h 723"/>
                  <a:gd name="T8" fmla="*/ 0 w 2532"/>
                  <a:gd name="T9" fmla="*/ 34009889 h 723"/>
                  <a:gd name="T10" fmla="*/ 39302216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300" name="Freeform 1134">
                <a:extLst>
                  <a:ext uri="{FF2B5EF4-FFF2-40B4-BE49-F238E27FC236}">
                    <a16:creationId xmlns:a16="http://schemas.microsoft.com/office/drawing/2014/main" id="{C236FB39-37F7-B848-9AD5-F22CFFE062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04257" y="3624470"/>
                <a:ext cx="2171" cy="11202"/>
              </a:xfrm>
              <a:custGeom>
                <a:avLst/>
                <a:gdLst>
                  <a:gd name="T0" fmla="*/ 48903362 w 26"/>
                  <a:gd name="T1" fmla="*/ 33634500 h 147"/>
                  <a:gd name="T2" fmla="*/ 48903362 w 26"/>
                  <a:gd name="T3" fmla="*/ 67263209 h 147"/>
                  <a:gd name="T4" fmla="*/ 0 w 26"/>
                  <a:gd name="T5" fmla="*/ 67263209 h 147"/>
                  <a:gd name="T6" fmla="*/ 48903362 w 26"/>
                  <a:gd name="T7" fmla="*/ 0 h 147"/>
                  <a:gd name="T8" fmla="*/ 48903362 w 26"/>
                  <a:gd name="T9" fmla="*/ 33634500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301" name="Freeform 1135">
                <a:extLst>
                  <a:ext uri="{FF2B5EF4-FFF2-40B4-BE49-F238E27FC236}">
                    <a16:creationId xmlns:a16="http://schemas.microsoft.com/office/drawing/2014/main" id="{0FC27225-99A5-B741-A309-ECBEFBCA7E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04384" y="3578837"/>
                <a:ext cx="93225" cy="46340"/>
              </a:xfrm>
              <a:custGeom>
                <a:avLst/>
                <a:gdLst>
                  <a:gd name="T0" fmla="*/ 395043791 w 1176"/>
                  <a:gd name="T1" fmla="*/ 0 h 606"/>
                  <a:gd name="T2" fmla="*/ 0 w 1176"/>
                  <a:gd name="T3" fmla="*/ 273654982 h 606"/>
                  <a:gd name="T4" fmla="*/ 39357994 w 1176"/>
                  <a:gd name="T5" fmla="*/ 273654982 h 606"/>
                  <a:gd name="T6" fmla="*/ 395043791 w 1176"/>
                  <a:gd name="T7" fmla="*/ 33985420 h 606"/>
                  <a:gd name="T8" fmla="*/ 395043791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302" name="Freeform 1136">
                <a:extLst>
                  <a:ext uri="{FF2B5EF4-FFF2-40B4-BE49-F238E27FC236}">
                    <a16:creationId xmlns:a16="http://schemas.microsoft.com/office/drawing/2014/main" id="{E2FC0D41-6288-E741-A785-A83E6CED2A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10642" y="3626829"/>
                <a:ext cx="190281" cy="53180"/>
              </a:xfrm>
              <a:custGeom>
                <a:avLst/>
                <a:gdLst>
                  <a:gd name="T0" fmla="*/ 31829833 w 2532"/>
                  <a:gd name="T1" fmla="*/ 0 h 723"/>
                  <a:gd name="T2" fmla="*/ 31829833 w 2532"/>
                  <a:gd name="T3" fmla="*/ 0 h 723"/>
                  <a:gd name="T4" fmla="*/ 382827787 w 2532"/>
                  <a:gd name="T5" fmla="*/ 175498781 h 723"/>
                  <a:gd name="T6" fmla="*/ 382827787 w 2532"/>
                  <a:gd name="T7" fmla="*/ 175498781 h 723"/>
                  <a:gd name="T8" fmla="*/ 0 w 2532"/>
                  <a:gd name="T9" fmla="*/ 29448186 h 723"/>
                  <a:gd name="T10" fmla="*/ 31829833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303" name="Freeform 1137">
                <a:extLst>
                  <a:ext uri="{FF2B5EF4-FFF2-40B4-BE49-F238E27FC236}">
                    <a16:creationId xmlns:a16="http://schemas.microsoft.com/office/drawing/2014/main" id="{CA6DB5BC-B521-B849-B156-91FAF531CEC8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7700668" y="3623055"/>
                <a:ext cx="77645" cy="55066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302641137 h 723"/>
                  <a:gd name="T6" fmla="*/ 0 w 2532"/>
                  <a:gd name="T7" fmla="*/ 302641137 h 723"/>
                  <a:gd name="T8" fmla="*/ 0 w 2532"/>
                  <a:gd name="T9" fmla="*/ 33575256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  <p:grpSp>
          <p:nvGrpSpPr>
            <p:cNvPr id="281" name="Group 1139">
              <a:extLst>
                <a:ext uri="{FF2B5EF4-FFF2-40B4-BE49-F238E27FC236}">
                  <a16:creationId xmlns:a16="http://schemas.microsoft.com/office/drawing/2014/main" id="{88F41A8A-CF3F-494E-9A2F-B26D7CA16434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7985622" y="3537823"/>
              <a:ext cx="359261" cy="342045"/>
              <a:chOff x="2839" y="3501"/>
              <a:chExt cx="755" cy="803"/>
            </a:xfrm>
          </p:grpSpPr>
          <p:pic>
            <p:nvPicPr>
              <p:cNvPr id="285" name="Picture 1140" descr="desktop_computer_stylized_medium">
                <a:extLst>
                  <a:ext uri="{FF2B5EF4-FFF2-40B4-BE49-F238E27FC236}">
                    <a16:creationId xmlns:a16="http://schemas.microsoft.com/office/drawing/2014/main" id="{DF6CF23B-627F-354F-9A8F-4AC37674F07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86" name="Freeform 1141">
                <a:extLst>
                  <a:ext uri="{FF2B5EF4-FFF2-40B4-BE49-F238E27FC236}">
                    <a16:creationId xmlns:a16="http://schemas.microsoft.com/office/drawing/2014/main" id="{5B53917A-96FB-2B49-82B9-6BB3BB16C4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  <p:grpSp>
          <p:nvGrpSpPr>
            <p:cNvPr id="282" name="Group 281">
              <a:extLst>
                <a:ext uri="{FF2B5EF4-FFF2-40B4-BE49-F238E27FC236}">
                  <a16:creationId xmlns:a16="http://schemas.microsoft.com/office/drawing/2014/main" id="{685FF657-B3CE-E945-BB86-D18EC9B7226A}"/>
                </a:ext>
              </a:extLst>
            </p:cNvPr>
            <p:cNvGrpSpPr/>
            <p:nvPr/>
          </p:nvGrpSpPr>
          <p:grpSpPr>
            <a:xfrm>
              <a:off x="7797061" y="3296104"/>
              <a:ext cx="347997" cy="396620"/>
              <a:chOff x="7797061" y="3296104"/>
              <a:chExt cx="347997" cy="396620"/>
            </a:xfrm>
          </p:grpSpPr>
          <p:pic>
            <p:nvPicPr>
              <p:cNvPr id="283" name="Picture 571" descr="fridge2.png">
                <a:extLst>
                  <a:ext uri="{FF2B5EF4-FFF2-40B4-BE49-F238E27FC236}">
                    <a16:creationId xmlns:a16="http://schemas.microsoft.com/office/drawing/2014/main" id="{52D49911-07F8-3343-8A41-1B2AC79DBF2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896825" y="3355697"/>
                <a:ext cx="189578" cy="3370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84" name="Picture 1115" descr="antenna_stylized">
                <a:extLst>
                  <a:ext uri="{FF2B5EF4-FFF2-40B4-BE49-F238E27FC236}">
                    <a16:creationId xmlns:a16="http://schemas.microsoft.com/office/drawing/2014/main" id="{E5CB4C1D-6CCE-AD42-A805-75067034C0A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797061" y="3296104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grpSp>
        <p:nvGrpSpPr>
          <p:cNvPr id="310" name="Group 309">
            <a:extLst>
              <a:ext uri="{FF2B5EF4-FFF2-40B4-BE49-F238E27FC236}">
                <a16:creationId xmlns:a16="http://schemas.microsoft.com/office/drawing/2014/main" id="{09017FE0-34A3-FC43-92EF-C44FBDE65EF6}"/>
              </a:ext>
            </a:extLst>
          </p:cNvPr>
          <p:cNvGrpSpPr/>
          <p:nvPr/>
        </p:nvGrpSpPr>
        <p:grpSpPr>
          <a:xfrm>
            <a:off x="8298710" y="3428614"/>
            <a:ext cx="388836" cy="909182"/>
            <a:chOff x="11058573" y="3399165"/>
            <a:chExt cx="518448" cy="1212242"/>
          </a:xfrm>
        </p:grpSpPr>
        <p:grpSp>
          <p:nvGrpSpPr>
            <p:cNvPr id="311" name="Group 310">
              <a:extLst>
                <a:ext uri="{FF2B5EF4-FFF2-40B4-BE49-F238E27FC236}">
                  <a16:creationId xmlns:a16="http://schemas.microsoft.com/office/drawing/2014/main" id="{1D2297AB-8C1D-774F-89FF-8EBF734EB162}"/>
                </a:ext>
              </a:extLst>
            </p:cNvPr>
            <p:cNvGrpSpPr/>
            <p:nvPr/>
          </p:nvGrpSpPr>
          <p:grpSpPr>
            <a:xfrm>
              <a:off x="11087182" y="4159591"/>
              <a:ext cx="489839" cy="451816"/>
              <a:chOff x="5103720" y="2693365"/>
              <a:chExt cx="611650" cy="414788"/>
            </a:xfrm>
          </p:grpSpPr>
          <p:cxnSp>
            <p:nvCxnSpPr>
              <p:cNvPr id="318" name="Straight Connector 317">
                <a:extLst>
                  <a:ext uri="{FF2B5EF4-FFF2-40B4-BE49-F238E27FC236}">
                    <a16:creationId xmlns:a16="http://schemas.microsoft.com/office/drawing/2014/main" id="{8983DA81-C479-F849-AB06-EDCD924EF8B3}"/>
                  </a:ext>
                </a:extLst>
              </p:cNvPr>
              <p:cNvCxnSpPr/>
              <p:nvPr/>
            </p:nvCxnSpPr>
            <p:spPr>
              <a:xfrm>
                <a:off x="5103720" y="2914214"/>
                <a:ext cx="232559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19" name="Group 318">
                <a:extLst>
                  <a:ext uri="{FF2B5EF4-FFF2-40B4-BE49-F238E27FC236}">
                    <a16:creationId xmlns:a16="http://schemas.microsoft.com/office/drawing/2014/main" id="{B934C059-B2C0-5D4F-95BD-4B77D403B522}"/>
                  </a:ext>
                </a:extLst>
              </p:cNvPr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id="320" name="Picture 319" descr="server_rack.png">
                  <a:extLst>
                    <a:ext uri="{FF2B5EF4-FFF2-40B4-BE49-F238E27FC236}">
                      <a16:creationId xmlns:a16="http://schemas.microsoft.com/office/drawing/2014/main" id="{764A46D5-D344-3246-B4CA-E1BF2CFDEEF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321" name="Picture 320" descr="server_rack.png">
                  <a:extLst>
                    <a:ext uri="{FF2B5EF4-FFF2-40B4-BE49-F238E27FC236}">
                      <a16:creationId xmlns:a16="http://schemas.microsoft.com/office/drawing/2014/main" id="{90C1BE08-C428-E74E-B929-C6D1271BFE1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322" name="Picture 321" descr="server_rack.png">
                  <a:extLst>
                    <a:ext uri="{FF2B5EF4-FFF2-40B4-BE49-F238E27FC236}">
                      <a16:creationId xmlns:a16="http://schemas.microsoft.com/office/drawing/2014/main" id="{35FFED4D-9863-0F4E-8222-43556469342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312" name="Group 311">
              <a:extLst>
                <a:ext uri="{FF2B5EF4-FFF2-40B4-BE49-F238E27FC236}">
                  <a16:creationId xmlns:a16="http://schemas.microsoft.com/office/drawing/2014/main" id="{57017C35-5A73-C341-95B3-2D62C8998FD7}"/>
                </a:ext>
              </a:extLst>
            </p:cNvPr>
            <p:cNvGrpSpPr/>
            <p:nvPr/>
          </p:nvGrpSpPr>
          <p:grpSpPr>
            <a:xfrm>
              <a:off x="11058573" y="3399165"/>
              <a:ext cx="423724" cy="405973"/>
              <a:chOff x="5103720" y="2693365"/>
              <a:chExt cx="611650" cy="414788"/>
            </a:xfrm>
          </p:grpSpPr>
          <p:cxnSp>
            <p:nvCxnSpPr>
              <p:cNvPr id="313" name="Straight Connector 312">
                <a:extLst>
                  <a:ext uri="{FF2B5EF4-FFF2-40B4-BE49-F238E27FC236}">
                    <a16:creationId xmlns:a16="http://schemas.microsoft.com/office/drawing/2014/main" id="{0B18831A-9F50-FF4A-B278-F70615A9BC25}"/>
                  </a:ext>
                </a:extLst>
              </p:cNvPr>
              <p:cNvCxnSpPr/>
              <p:nvPr/>
            </p:nvCxnSpPr>
            <p:spPr>
              <a:xfrm>
                <a:off x="5103720" y="2914214"/>
                <a:ext cx="232559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14" name="Group 313">
                <a:extLst>
                  <a:ext uri="{FF2B5EF4-FFF2-40B4-BE49-F238E27FC236}">
                    <a16:creationId xmlns:a16="http://schemas.microsoft.com/office/drawing/2014/main" id="{DFC7A0EC-A9C9-974E-928E-28DD6455D09A}"/>
                  </a:ext>
                </a:extLst>
              </p:cNvPr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id="315" name="Picture 314" descr="server_rack.png">
                  <a:extLst>
                    <a:ext uri="{FF2B5EF4-FFF2-40B4-BE49-F238E27FC236}">
                      <a16:creationId xmlns:a16="http://schemas.microsoft.com/office/drawing/2014/main" id="{E480D9A5-8FB7-3647-AB54-42D9700E645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316" name="Picture 315" descr="server_rack.png">
                  <a:extLst>
                    <a:ext uri="{FF2B5EF4-FFF2-40B4-BE49-F238E27FC236}">
                      <a16:creationId xmlns:a16="http://schemas.microsoft.com/office/drawing/2014/main" id="{C17EE074-02D0-4143-8ED9-E4D2205689F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317" name="Picture 316" descr="server_rack.png">
                  <a:extLst>
                    <a:ext uri="{FF2B5EF4-FFF2-40B4-BE49-F238E27FC236}">
                      <a16:creationId xmlns:a16="http://schemas.microsoft.com/office/drawing/2014/main" id="{589F8E4F-69B9-FA46-8D10-90FC7573C77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356" name="Group 590">
            <a:extLst>
              <a:ext uri="{FF2B5EF4-FFF2-40B4-BE49-F238E27FC236}">
                <a16:creationId xmlns:a16="http://schemas.microsoft.com/office/drawing/2014/main" id="{002C44D5-1F60-7447-A1D2-6EE5F802021D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5985641" y="4532371"/>
            <a:ext cx="259223" cy="240227"/>
            <a:chOff x="2839" y="3501"/>
            <a:chExt cx="755" cy="803"/>
          </a:xfrm>
        </p:grpSpPr>
        <p:pic>
          <p:nvPicPr>
            <p:cNvPr id="357" name="Picture 591" descr="desktop_computer_stylized_medium">
              <a:extLst>
                <a:ext uri="{FF2B5EF4-FFF2-40B4-BE49-F238E27FC236}">
                  <a16:creationId xmlns:a16="http://schemas.microsoft.com/office/drawing/2014/main" id="{7F433925-7699-B34E-88C0-C818C4963B3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58" name="Freeform 592">
              <a:extLst>
                <a:ext uri="{FF2B5EF4-FFF2-40B4-BE49-F238E27FC236}">
                  <a16:creationId xmlns:a16="http://schemas.microsoft.com/office/drawing/2014/main" id="{0D0F51BD-6356-DE48-89F6-A645151C0C3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359" name="Group 1064">
            <a:extLst>
              <a:ext uri="{FF2B5EF4-FFF2-40B4-BE49-F238E27FC236}">
                <a16:creationId xmlns:a16="http://schemas.microsoft.com/office/drawing/2014/main" id="{CF2DB679-9CD3-5148-94F7-225CE8489122}"/>
              </a:ext>
            </a:extLst>
          </p:cNvPr>
          <p:cNvGrpSpPr>
            <a:grpSpLocks/>
          </p:cNvGrpSpPr>
          <p:nvPr/>
        </p:nvGrpSpPr>
        <p:grpSpPr bwMode="auto">
          <a:xfrm>
            <a:off x="6901261" y="5246857"/>
            <a:ext cx="232640" cy="230856"/>
            <a:chOff x="877" y="1008"/>
            <a:chExt cx="2747" cy="2591"/>
          </a:xfrm>
        </p:grpSpPr>
        <p:pic>
          <p:nvPicPr>
            <p:cNvPr id="360" name="Picture 1065" descr="antenna_stylized">
              <a:extLst>
                <a:ext uri="{FF2B5EF4-FFF2-40B4-BE49-F238E27FC236}">
                  <a16:creationId xmlns:a16="http://schemas.microsoft.com/office/drawing/2014/main" id="{9C0613C0-FBB7-284C-AA40-5548C7D21D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61" name="Picture 1066" descr="laptop_keyboard">
              <a:extLst>
                <a:ext uri="{FF2B5EF4-FFF2-40B4-BE49-F238E27FC236}">
                  <a16:creationId xmlns:a16="http://schemas.microsoft.com/office/drawing/2014/main" id="{4AC7E45E-9572-044A-9C56-FC7ECFA5552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62" name="Freeform 1067">
              <a:extLst>
                <a:ext uri="{FF2B5EF4-FFF2-40B4-BE49-F238E27FC236}">
                  <a16:creationId xmlns:a16="http://schemas.microsoft.com/office/drawing/2014/main" id="{F03C1D3B-84C4-D14D-85A1-78A65057D89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3" y="1603"/>
              <a:ext cx="1807" cy="1322"/>
            </a:xfrm>
            <a:custGeom>
              <a:avLst/>
              <a:gdLst>
                <a:gd name="T0" fmla="*/ 1 w 2982"/>
                <a:gd name="T1" fmla="*/ 0 h 2442"/>
                <a:gd name="T2" fmla="*/ 0 w 2982"/>
                <a:gd name="T3" fmla="*/ 1 h 2442"/>
                <a:gd name="T4" fmla="*/ 2 w 2982"/>
                <a:gd name="T5" fmla="*/ 1 h 2442"/>
                <a:gd name="T6" fmla="*/ 2 w 2982"/>
                <a:gd name="T7" fmla="*/ 1 h 2442"/>
                <a:gd name="T8" fmla="*/ 1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pic>
          <p:nvPicPr>
            <p:cNvPr id="363" name="Picture 1068" descr="screen">
              <a:extLst>
                <a:ext uri="{FF2B5EF4-FFF2-40B4-BE49-F238E27FC236}">
                  <a16:creationId xmlns:a16="http://schemas.microsoft.com/office/drawing/2014/main" id="{F1045CBD-A537-1447-9CC0-AA3BBA3EFD1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64" name="Freeform 1069">
              <a:extLst>
                <a:ext uri="{FF2B5EF4-FFF2-40B4-BE49-F238E27FC236}">
                  <a16:creationId xmlns:a16="http://schemas.microsoft.com/office/drawing/2014/main" id="{76BB7C6D-EEEF-2649-B828-0A9E5351AEAE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2" y="1564"/>
              <a:ext cx="1531" cy="246"/>
            </a:xfrm>
            <a:custGeom>
              <a:avLst/>
              <a:gdLst>
                <a:gd name="T0" fmla="*/ 1 w 2528"/>
                <a:gd name="T1" fmla="*/ 0 h 455"/>
                <a:gd name="T2" fmla="*/ 2 w 2528"/>
                <a:gd name="T3" fmla="*/ 1 h 455"/>
                <a:gd name="T4" fmla="*/ 2 w 2528"/>
                <a:gd name="T5" fmla="*/ 1 h 455"/>
                <a:gd name="T6" fmla="*/ 0 w 2528"/>
                <a:gd name="T7" fmla="*/ 1 h 455"/>
                <a:gd name="T8" fmla="*/ 1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65" name="Freeform 1070">
              <a:extLst>
                <a:ext uri="{FF2B5EF4-FFF2-40B4-BE49-F238E27FC236}">
                  <a16:creationId xmlns:a16="http://schemas.microsoft.com/office/drawing/2014/main" id="{3EACCABC-F6A7-9342-BDAE-E9A2DF204C0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7" y="1562"/>
              <a:ext cx="425" cy="1024"/>
            </a:xfrm>
            <a:custGeom>
              <a:avLst/>
              <a:gdLst>
                <a:gd name="T0" fmla="*/ 1 w 702"/>
                <a:gd name="T1" fmla="*/ 0 h 1893"/>
                <a:gd name="T2" fmla="*/ 0 w 702"/>
                <a:gd name="T3" fmla="*/ 1 h 1893"/>
                <a:gd name="T4" fmla="*/ 1 w 702"/>
                <a:gd name="T5" fmla="*/ 1 h 1893"/>
                <a:gd name="T6" fmla="*/ 1 w 702"/>
                <a:gd name="T7" fmla="*/ 1 h 1893"/>
                <a:gd name="T8" fmla="*/ 1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66" name="Freeform 1071">
              <a:extLst>
                <a:ext uri="{FF2B5EF4-FFF2-40B4-BE49-F238E27FC236}">
                  <a16:creationId xmlns:a16="http://schemas.microsoft.com/office/drawing/2014/main" id="{D720BF6A-08AA-AD41-9F98-FEEAF38FA2C7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4" y="1745"/>
              <a:ext cx="458" cy="1182"/>
            </a:xfrm>
            <a:custGeom>
              <a:avLst/>
              <a:gdLst>
                <a:gd name="T0" fmla="*/ 1 w 756"/>
                <a:gd name="T1" fmla="*/ 0 h 2184"/>
                <a:gd name="T2" fmla="*/ 1 w 756"/>
                <a:gd name="T3" fmla="*/ 1 h 2184"/>
                <a:gd name="T4" fmla="*/ 0 w 756"/>
                <a:gd name="T5" fmla="*/ 1 h 2184"/>
                <a:gd name="T6" fmla="*/ 1 w 756"/>
                <a:gd name="T7" fmla="*/ 1 h 2184"/>
                <a:gd name="T8" fmla="*/ 1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67" name="Freeform 1072">
              <a:extLst>
                <a:ext uri="{FF2B5EF4-FFF2-40B4-BE49-F238E27FC236}">
                  <a16:creationId xmlns:a16="http://schemas.microsoft.com/office/drawing/2014/main" id="{EBF545D7-85F7-654E-89B4-82A30829C94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2" y="2534"/>
              <a:ext cx="1680" cy="399"/>
            </a:xfrm>
            <a:custGeom>
              <a:avLst/>
              <a:gdLst>
                <a:gd name="T0" fmla="*/ 1 w 2773"/>
                <a:gd name="T1" fmla="*/ 0 h 738"/>
                <a:gd name="T2" fmla="*/ 0 w 2773"/>
                <a:gd name="T3" fmla="*/ 1 h 738"/>
                <a:gd name="T4" fmla="*/ 2 w 2773"/>
                <a:gd name="T5" fmla="*/ 1 h 738"/>
                <a:gd name="T6" fmla="*/ 2 w 2773"/>
                <a:gd name="T7" fmla="*/ 1 h 738"/>
                <a:gd name="T8" fmla="*/ 1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68" name="Freeform 1073">
              <a:extLst>
                <a:ext uri="{FF2B5EF4-FFF2-40B4-BE49-F238E27FC236}">
                  <a16:creationId xmlns:a16="http://schemas.microsoft.com/office/drawing/2014/main" id="{6EF35D5A-3DBA-4D49-BA09-E93CEA361840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5" y="1755"/>
              <a:ext cx="429" cy="1187"/>
            </a:xfrm>
            <a:custGeom>
              <a:avLst/>
              <a:gdLst>
                <a:gd name="T0" fmla="*/ 2 w 637"/>
                <a:gd name="T1" fmla="*/ 0 h 1659"/>
                <a:gd name="T2" fmla="*/ 2 w 637"/>
                <a:gd name="T3" fmla="*/ 0 h 1659"/>
                <a:gd name="T4" fmla="*/ 1 w 637"/>
                <a:gd name="T5" fmla="*/ 15 h 1659"/>
                <a:gd name="T6" fmla="*/ 0 w 637"/>
                <a:gd name="T7" fmla="*/ 15 h 1659"/>
                <a:gd name="T8" fmla="*/ 2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69" name="Freeform 1074">
              <a:extLst>
                <a:ext uri="{FF2B5EF4-FFF2-40B4-BE49-F238E27FC236}">
                  <a16:creationId xmlns:a16="http://schemas.microsoft.com/office/drawing/2014/main" id="{B6F9A7A1-3455-6E4B-9C84-C9854E64B32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4" y="2587"/>
              <a:ext cx="1494" cy="394"/>
            </a:xfrm>
            <a:custGeom>
              <a:avLst/>
              <a:gdLst>
                <a:gd name="T0" fmla="*/ 0 w 2216"/>
                <a:gd name="T1" fmla="*/ 0 h 550"/>
                <a:gd name="T2" fmla="*/ 1 w 2216"/>
                <a:gd name="T3" fmla="*/ 1 h 550"/>
                <a:gd name="T4" fmla="*/ 9 w 2216"/>
                <a:gd name="T5" fmla="*/ 5 h 550"/>
                <a:gd name="T6" fmla="*/ 9 w 2216"/>
                <a:gd name="T7" fmla="*/ 4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grpSp>
          <p:nvGrpSpPr>
            <p:cNvPr id="370" name="Group 1075">
              <a:extLst>
                <a:ext uri="{FF2B5EF4-FFF2-40B4-BE49-F238E27FC236}">
                  <a16:creationId xmlns:a16="http://schemas.microsoft.com/office/drawing/2014/main" id="{EE846B91-FBCE-4D4F-98BC-92FA6506F51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377" name="Freeform 1076">
                <a:extLst>
                  <a:ext uri="{FF2B5EF4-FFF2-40B4-BE49-F238E27FC236}">
                    <a16:creationId xmlns:a16="http://schemas.microsoft.com/office/drawing/2014/main" id="{446AF9FA-9A2B-6646-8305-E78C2A20B6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378" name="Freeform 1077">
                <a:extLst>
                  <a:ext uri="{FF2B5EF4-FFF2-40B4-BE49-F238E27FC236}">
                    <a16:creationId xmlns:a16="http://schemas.microsoft.com/office/drawing/2014/main" id="{032C23DF-A006-EC41-8986-D3A29EAAEE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379" name="Freeform 1078">
                <a:extLst>
                  <a:ext uri="{FF2B5EF4-FFF2-40B4-BE49-F238E27FC236}">
                    <a16:creationId xmlns:a16="http://schemas.microsoft.com/office/drawing/2014/main" id="{12058F0B-8516-DB42-97C6-166A9AB8DD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380" name="Freeform 1079">
                <a:extLst>
                  <a:ext uri="{FF2B5EF4-FFF2-40B4-BE49-F238E27FC236}">
                    <a16:creationId xmlns:a16="http://schemas.microsoft.com/office/drawing/2014/main" id="{E56484E4-7DE8-5D40-A604-ADBF9CAC6C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381" name="Freeform 1080">
                <a:extLst>
                  <a:ext uri="{FF2B5EF4-FFF2-40B4-BE49-F238E27FC236}">
                    <a16:creationId xmlns:a16="http://schemas.microsoft.com/office/drawing/2014/main" id="{F26D0989-3D25-C44A-99EB-C0C43C9CAD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382" name="Freeform 1081">
                <a:extLst>
                  <a:ext uri="{FF2B5EF4-FFF2-40B4-BE49-F238E27FC236}">
                    <a16:creationId xmlns:a16="http://schemas.microsoft.com/office/drawing/2014/main" id="{F72E0F31-1D88-144B-BBDB-07D0278D19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  <p:sp>
          <p:nvSpPr>
            <p:cNvPr id="371" name="Freeform 1082">
              <a:extLst>
                <a:ext uri="{FF2B5EF4-FFF2-40B4-BE49-F238E27FC236}">
                  <a16:creationId xmlns:a16="http://schemas.microsoft.com/office/drawing/2014/main" id="{ACBC1450-C521-8449-9515-C8DD92D5665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7" y="3043"/>
              <a:ext cx="614" cy="514"/>
            </a:xfrm>
            <a:custGeom>
              <a:avLst/>
              <a:gdLst>
                <a:gd name="T0" fmla="*/ 1 w 990"/>
                <a:gd name="T1" fmla="*/ 2 h 792"/>
                <a:gd name="T2" fmla="*/ 1 w 990"/>
                <a:gd name="T3" fmla="*/ 0 h 792"/>
                <a:gd name="T4" fmla="*/ 1 w 990"/>
                <a:gd name="T5" fmla="*/ 1 h 792"/>
                <a:gd name="T6" fmla="*/ 0 w 990"/>
                <a:gd name="T7" fmla="*/ 2 h 792"/>
                <a:gd name="T8" fmla="*/ 1 w 990"/>
                <a:gd name="T9" fmla="*/ 2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72" name="Freeform 1083">
              <a:extLst>
                <a:ext uri="{FF2B5EF4-FFF2-40B4-BE49-F238E27FC236}">
                  <a16:creationId xmlns:a16="http://schemas.microsoft.com/office/drawing/2014/main" id="{FF494D13-5944-0E4F-BD7D-0B76A1DAD74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0" y="3084"/>
              <a:ext cx="1571" cy="469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4 w 2532"/>
                <a:gd name="T5" fmla="*/ 2 h 723"/>
                <a:gd name="T6" fmla="*/ 4 w 2532"/>
                <a:gd name="T7" fmla="*/ 2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73" name="Freeform 1084">
              <a:extLst>
                <a:ext uri="{FF2B5EF4-FFF2-40B4-BE49-F238E27FC236}">
                  <a16:creationId xmlns:a16="http://schemas.microsoft.com/office/drawing/2014/main" id="{9558A80C-37DE-F248-8BD6-AB3D92B2976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1" y="2998"/>
              <a:ext cx="17" cy="95"/>
            </a:xfrm>
            <a:custGeom>
              <a:avLst/>
              <a:gdLst>
                <a:gd name="T0" fmla="*/ 1 w 26"/>
                <a:gd name="T1" fmla="*/ 1 h 147"/>
                <a:gd name="T2" fmla="*/ 1 w 26"/>
                <a:gd name="T3" fmla="*/ 1 h 147"/>
                <a:gd name="T4" fmla="*/ 0 w 26"/>
                <a:gd name="T5" fmla="*/ 1 h 147"/>
                <a:gd name="T6" fmla="*/ 1 w 26"/>
                <a:gd name="T7" fmla="*/ 0 h 147"/>
                <a:gd name="T8" fmla="*/ 1 w 26"/>
                <a:gd name="T9" fmla="*/ 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74" name="Freeform 1085">
              <a:extLst>
                <a:ext uri="{FF2B5EF4-FFF2-40B4-BE49-F238E27FC236}">
                  <a16:creationId xmlns:a16="http://schemas.microsoft.com/office/drawing/2014/main" id="{B4C7A048-5EFA-F841-8C13-E26E13A6AE6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2" y="2611"/>
              <a:ext cx="730" cy="393"/>
            </a:xfrm>
            <a:custGeom>
              <a:avLst/>
              <a:gdLst>
                <a:gd name="T0" fmla="*/ 1 w 1176"/>
                <a:gd name="T1" fmla="*/ 0 h 606"/>
                <a:gd name="T2" fmla="*/ 0 w 1176"/>
                <a:gd name="T3" fmla="*/ 1 h 606"/>
                <a:gd name="T4" fmla="*/ 1 w 1176"/>
                <a:gd name="T5" fmla="*/ 1 h 606"/>
                <a:gd name="T6" fmla="*/ 1 w 1176"/>
                <a:gd name="T7" fmla="*/ 1 h 606"/>
                <a:gd name="T8" fmla="*/ 1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75" name="Freeform 1086">
              <a:extLst>
                <a:ext uri="{FF2B5EF4-FFF2-40B4-BE49-F238E27FC236}">
                  <a16:creationId xmlns:a16="http://schemas.microsoft.com/office/drawing/2014/main" id="{AEB574AA-8683-A443-B9F7-0D254045C3F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1" y="3018"/>
              <a:ext cx="1490" cy="451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1 w 2532"/>
                <a:gd name="T5" fmla="*/ 1 h 723"/>
                <a:gd name="T6" fmla="*/ 1 w 2532"/>
                <a:gd name="T7" fmla="*/ 1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76" name="Freeform 1087">
              <a:extLst>
                <a:ext uri="{FF2B5EF4-FFF2-40B4-BE49-F238E27FC236}">
                  <a16:creationId xmlns:a16="http://schemas.microsoft.com/office/drawing/2014/main" id="{F9C1D164-EACB-FA4C-A7B6-9E26AB4B776C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549" y="2986"/>
              <a:ext cx="608" cy="46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2 h 723"/>
                <a:gd name="T6" fmla="*/ 0 w 2532"/>
                <a:gd name="T7" fmla="*/ 2 h 723"/>
                <a:gd name="T8" fmla="*/ 0 w 2532"/>
                <a:gd name="T9" fmla="*/ 1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383" name="Group 590">
            <a:extLst>
              <a:ext uri="{FF2B5EF4-FFF2-40B4-BE49-F238E27FC236}">
                <a16:creationId xmlns:a16="http://schemas.microsoft.com/office/drawing/2014/main" id="{0E70B6A3-FE5E-A44E-9290-B5AD07E8CD4C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6115432" y="4985743"/>
            <a:ext cx="259223" cy="240227"/>
            <a:chOff x="2839" y="3501"/>
            <a:chExt cx="755" cy="803"/>
          </a:xfrm>
        </p:grpSpPr>
        <p:pic>
          <p:nvPicPr>
            <p:cNvPr id="384" name="Picture 591" descr="desktop_computer_stylized_medium">
              <a:extLst>
                <a:ext uri="{FF2B5EF4-FFF2-40B4-BE49-F238E27FC236}">
                  <a16:creationId xmlns:a16="http://schemas.microsoft.com/office/drawing/2014/main" id="{F2BC7D5E-BF7D-1249-AFC8-B8B0E8165A3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85" name="Freeform 592">
              <a:extLst>
                <a:ext uri="{FF2B5EF4-FFF2-40B4-BE49-F238E27FC236}">
                  <a16:creationId xmlns:a16="http://schemas.microsoft.com/office/drawing/2014/main" id="{5BDC8880-AD2D-4C4E-B14E-AAED9CDF1B4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386" name="Group 590">
            <a:extLst>
              <a:ext uri="{FF2B5EF4-FFF2-40B4-BE49-F238E27FC236}">
                <a16:creationId xmlns:a16="http://schemas.microsoft.com/office/drawing/2014/main" id="{F4D03415-B38F-5B44-9B13-ABF6FE4BB199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6414100" y="5001847"/>
            <a:ext cx="259223" cy="240227"/>
            <a:chOff x="2839" y="3501"/>
            <a:chExt cx="755" cy="803"/>
          </a:xfrm>
        </p:grpSpPr>
        <p:pic>
          <p:nvPicPr>
            <p:cNvPr id="387" name="Picture 591" descr="desktop_computer_stylized_medium">
              <a:extLst>
                <a:ext uri="{FF2B5EF4-FFF2-40B4-BE49-F238E27FC236}">
                  <a16:creationId xmlns:a16="http://schemas.microsoft.com/office/drawing/2014/main" id="{32EA6117-AAC5-C94D-B49B-C43DF16E600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88" name="Freeform 592">
              <a:extLst>
                <a:ext uri="{FF2B5EF4-FFF2-40B4-BE49-F238E27FC236}">
                  <a16:creationId xmlns:a16="http://schemas.microsoft.com/office/drawing/2014/main" id="{3508017E-8AA9-D647-891A-276887DA9B4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389" name="Group 1064">
            <a:extLst>
              <a:ext uri="{FF2B5EF4-FFF2-40B4-BE49-F238E27FC236}">
                <a16:creationId xmlns:a16="http://schemas.microsoft.com/office/drawing/2014/main" id="{8D491387-EBC3-2D40-9285-1F06C1D72E08}"/>
              </a:ext>
            </a:extLst>
          </p:cNvPr>
          <p:cNvGrpSpPr>
            <a:grpSpLocks/>
          </p:cNvGrpSpPr>
          <p:nvPr/>
        </p:nvGrpSpPr>
        <p:grpSpPr bwMode="auto">
          <a:xfrm>
            <a:off x="7151060" y="5203604"/>
            <a:ext cx="239448" cy="190034"/>
            <a:chOff x="877" y="1008"/>
            <a:chExt cx="2747" cy="2591"/>
          </a:xfrm>
        </p:grpSpPr>
        <p:pic>
          <p:nvPicPr>
            <p:cNvPr id="390" name="Picture 1065" descr="antenna_stylized">
              <a:extLst>
                <a:ext uri="{FF2B5EF4-FFF2-40B4-BE49-F238E27FC236}">
                  <a16:creationId xmlns:a16="http://schemas.microsoft.com/office/drawing/2014/main" id="{E1605A46-E7E7-DA4D-A7B1-3F2BF5D0E03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91" name="Picture 1066" descr="laptop_keyboard">
              <a:extLst>
                <a:ext uri="{FF2B5EF4-FFF2-40B4-BE49-F238E27FC236}">
                  <a16:creationId xmlns:a16="http://schemas.microsoft.com/office/drawing/2014/main" id="{E538A48B-7DCF-524B-8A59-631429692CB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92" name="Freeform 1067">
              <a:extLst>
                <a:ext uri="{FF2B5EF4-FFF2-40B4-BE49-F238E27FC236}">
                  <a16:creationId xmlns:a16="http://schemas.microsoft.com/office/drawing/2014/main" id="{0DF72841-010E-EF4C-BF8A-912117577CB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3" y="1603"/>
              <a:ext cx="1807" cy="1322"/>
            </a:xfrm>
            <a:custGeom>
              <a:avLst/>
              <a:gdLst>
                <a:gd name="T0" fmla="*/ 1 w 2982"/>
                <a:gd name="T1" fmla="*/ 0 h 2442"/>
                <a:gd name="T2" fmla="*/ 0 w 2982"/>
                <a:gd name="T3" fmla="*/ 1 h 2442"/>
                <a:gd name="T4" fmla="*/ 2 w 2982"/>
                <a:gd name="T5" fmla="*/ 1 h 2442"/>
                <a:gd name="T6" fmla="*/ 2 w 2982"/>
                <a:gd name="T7" fmla="*/ 1 h 2442"/>
                <a:gd name="T8" fmla="*/ 1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pic>
          <p:nvPicPr>
            <p:cNvPr id="393" name="Picture 1068" descr="screen">
              <a:extLst>
                <a:ext uri="{FF2B5EF4-FFF2-40B4-BE49-F238E27FC236}">
                  <a16:creationId xmlns:a16="http://schemas.microsoft.com/office/drawing/2014/main" id="{05FB75E6-02C0-C749-B8C1-6EE94751EFE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94" name="Freeform 1069">
              <a:extLst>
                <a:ext uri="{FF2B5EF4-FFF2-40B4-BE49-F238E27FC236}">
                  <a16:creationId xmlns:a16="http://schemas.microsoft.com/office/drawing/2014/main" id="{2C42E210-EA7A-7243-97B1-C77EE2476096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2" y="1564"/>
              <a:ext cx="1531" cy="246"/>
            </a:xfrm>
            <a:custGeom>
              <a:avLst/>
              <a:gdLst>
                <a:gd name="T0" fmla="*/ 1 w 2528"/>
                <a:gd name="T1" fmla="*/ 0 h 455"/>
                <a:gd name="T2" fmla="*/ 2 w 2528"/>
                <a:gd name="T3" fmla="*/ 1 h 455"/>
                <a:gd name="T4" fmla="*/ 2 w 2528"/>
                <a:gd name="T5" fmla="*/ 1 h 455"/>
                <a:gd name="T6" fmla="*/ 0 w 2528"/>
                <a:gd name="T7" fmla="*/ 1 h 455"/>
                <a:gd name="T8" fmla="*/ 1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95" name="Freeform 1070">
              <a:extLst>
                <a:ext uri="{FF2B5EF4-FFF2-40B4-BE49-F238E27FC236}">
                  <a16:creationId xmlns:a16="http://schemas.microsoft.com/office/drawing/2014/main" id="{020C16FB-B47C-5A40-8613-E3DA0F01335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7" y="1562"/>
              <a:ext cx="425" cy="1024"/>
            </a:xfrm>
            <a:custGeom>
              <a:avLst/>
              <a:gdLst>
                <a:gd name="T0" fmla="*/ 1 w 702"/>
                <a:gd name="T1" fmla="*/ 0 h 1893"/>
                <a:gd name="T2" fmla="*/ 0 w 702"/>
                <a:gd name="T3" fmla="*/ 1 h 1893"/>
                <a:gd name="T4" fmla="*/ 1 w 702"/>
                <a:gd name="T5" fmla="*/ 1 h 1893"/>
                <a:gd name="T6" fmla="*/ 1 w 702"/>
                <a:gd name="T7" fmla="*/ 1 h 1893"/>
                <a:gd name="T8" fmla="*/ 1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96" name="Freeform 1071">
              <a:extLst>
                <a:ext uri="{FF2B5EF4-FFF2-40B4-BE49-F238E27FC236}">
                  <a16:creationId xmlns:a16="http://schemas.microsoft.com/office/drawing/2014/main" id="{B6AF1532-CB13-784D-8AF3-B5F865952BA8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4" y="1745"/>
              <a:ext cx="458" cy="1182"/>
            </a:xfrm>
            <a:custGeom>
              <a:avLst/>
              <a:gdLst>
                <a:gd name="T0" fmla="*/ 1 w 756"/>
                <a:gd name="T1" fmla="*/ 0 h 2184"/>
                <a:gd name="T2" fmla="*/ 1 w 756"/>
                <a:gd name="T3" fmla="*/ 1 h 2184"/>
                <a:gd name="T4" fmla="*/ 0 w 756"/>
                <a:gd name="T5" fmla="*/ 1 h 2184"/>
                <a:gd name="T6" fmla="*/ 1 w 756"/>
                <a:gd name="T7" fmla="*/ 1 h 2184"/>
                <a:gd name="T8" fmla="*/ 1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97" name="Freeform 1072">
              <a:extLst>
                <a:ext uri="{FF2B5EF4-FFF2-40B4-BE49-F238E27FC236}">
                  <a16:creationId xmlns:a16="http://schemas.microsoft.com/office/drawing/2014/main" id="{A71AE470-9F14-D044-93DB-3DCB5DBEBD9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2" y="2534"/>
              <a:ext cx="1680" cy="399"/>
            </a:xfrm>
            <a:custGeom>
              <a:avLst/>
              <a:gdLst>
                <a:gd name="T0" fmla="*/ 1 w 2773"/>
                <a:gd name="T1" fmla="*/ 0 h 738"/>
                <a:gd name="T2" fmla="*/ 0 w 2773"/>
                <a:gd name="T3" fmla="*/ 1 h 738"/>
                <a:gd name="T4" fmla="*/ 2 w 2773"/>
                <a:gd name="T5" fmla="*/ 1 h 738"/>
                <a:gd name="T6" fmla="*/ 2 w 2773"/>
                <a:gd name="T7" fmla="*/ 1 h 738"/>
                <a:gd name="T8" fmla="*/ 1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98" name="Freeform 1073">
              <a:extLst>
                <a:ext uri="{FF2B5EF4-FFF2-40B4-BE49-F238E27FC236}">
                  <a16:creationId xmlns:a16="http://schemas.microsoft.com/office/drawing/2014/main" id="{7753045D-9842-CC41-9B0D-EB58149EA7D3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5" y="1755"/>
              <a:ext cx="429" cy="1187"/>
            </a:xfrm>
            <a:custGeom>
              <a:avLst/>
              <a:gdLst>
                <a:gd name="T0" fmla="*/ 2 w 637"/>
                <a:gd name="T1" fmla="*/ 0 h 1659"/>
                <a:gd name="T2" fmla="*/ 2 w 637"/>
                <a:gd name="T3" fmla="*/ 0 h 1659"/>
                <a:gd name="T4" fmla="*/ 1 w 637"/>
                <a:gd name="T5" fmla="*/ 15 h 1659"/>
                <a:gd name="T6" fmla="*/ 0 w 637"/>
                <a:gd name="T7" fmla="*/ 15 h 1659"/>
                <a:gd name="T8" fmla="*/ 2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99" name="Freeform 1074">
              <a:extLst>
                <a:ext uri="{FF2B5EF4-FFF2-40B4-BE49-F238E27FC236}">
                  <a16:creationId xmlns:a16="http://schemas.microsoft.com/office/drawing/2014/main" id="{FB62560B-8A1D-1D4A-9C7F-3D1ED4E8CED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4" y="2587"/>
              <a:ext cx="1494" cy="394"/>
            </a:xfrm>
            <a:custGeom>
              <a:avLst/>
              <a:gdLst>
                <a:gd name="T0" fmla="*/ 0 w 2216"/>
                <a:gd name="T1" fmla="*/ 0 h 550"/>
                <a:gd name="T2" fmla="*/ 1 w 2216"/>
                <a:gd name="T3" fmla="*/ 1 h 550"/>
                <a:gd name="T4" fmla="*/ 9 w 2216"/>
                <a:gd name="T5" fmla="*/ 5 h 550"/>
                <a:gd name="T6" fmla="*/ 9 w 2216"/>
                <a:gd name="T7" fmla="*/ 4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grpSp>
          <p:nvGrpSpPr>
            <p:cNvPr id="400" name="Group 1075">
              <a:extLst>
                <a:ext uri="{FF2B5EF4-FFF2-40B4-BE49-F238E27FC236}">
                  <a16:creationId xmlns:a16="http://schemas.microsoft.com/office/drawing/2014/main" id="{954A64CB-1C45-324C-8CBE-16624C1A0B8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407" name="Freeform 1076">
                <a:extLst>
                  <a:ext uri="{FF2B5EF4-FFF2-40B4-BE49-F238E27FC236}">
                    <a16:creationId xmlns:a16="http://schemas.microsoft.com/office/drawing/2014/main" id="{69DEB18E-BA65-9043-A426-C13F767151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408" name="Freeform 1077">
                <a:extLst>
                  <a:ext uri="{FF2B5EF4-FFF2-40B4-BE49-F238E27FC236}">
                    <a16:creationId xmlns:a16="http://schemas.microsoft.com/office/drawing/2014/main" id="{4DE24D51-7581-B14D-B3B6-84A6870832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409" name="Freeform 1078">
                <a:extLst>
                  <a:ext uri="{FF2B5EF4-FFF2-40B4-BE49-F238E27FC236}">
                    <a16:creationId xmlns:a16="http://schemas.microsoft.com/office/drawing/2014/main" id="{EFD736A0-861B-7C41-B7C6-101FA03763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410" name="Freeform 1079">
                <a:extLst>
                  <a:ext uri="{FF2B5EF4-FFF2-40B4-BE49-F238E27FC236}">
                    <a16:creationId xmlns:a16="http://schemas.microsoft.com/office/drawing/2014/main" id="{8BD7163E-D90B-7647-AEF5-5CECAFA59C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411" name="Freeform 1080">
                <a:extLst>
                  <a:ext uri="{FF2B5EF4-FFF2-40B4-BE49-F238E27FC236}">
                    <a16:creationId xmlns:a16="http://schemas.microsoft.com/office/drawing/2014/main" id="{FC877D4D-D065-104D-8CA3-E0607A9B3F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412" name="Freeform 1081">
                <a:extLst>
                  <a:ext uri="{FF2B5EF4-FFF2-40B4-BE49-F238E27FC236}">
                    <a16:creationId xmlns:a16="http://schemas.microsoft.com/office/drawing/2014/main" id="{BA9728F5-6BD1-104C-9953-C37CCA79F5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  <p:sp>
          <p:nvSpPr>
            <p:cNvPr id="401" name="Freeform 1082">
              <a:extLst>
                <a:ext uri="{FF2B5EF4-FFF2-40B4-BE49-F238E27FC236}">
                  <a16:creationId xmlns:a16="http://schemas.microsoft.com/office/drawing/2014/main" id="{D3A627E4-20E1-094F-91E7-9E62C1D73A8B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7" y="3043"/>
              <a:ext cx="614" cy="514"/>
            </a:xfrm>
            <a:custGeom>
              <a:avLst/>
              <a:gdLst>
                <a:gd name="T0" fmla="*/ 1 w 990"/>
                <a:gd name="T1" fmla="*/ 2 h 792"/>
                <a:gd name="T2" fmla="*/ 1 w 990"/>
                <a:gd name="T3" fmla="*/ 0 h 792"/>
                <a:gd name="T4" fmla="*/ 1 w 990"/>
                <a:gd name="T5" fmla="*/ 1 h 792"/>
                <a:gd name="T6" fmla="*/ 0 w 990"/>
                <a:gd name="T7" fmla="*/ 2 h 792"/>
                <a:gd name="T8" fmla="*/ 1 w 990"/>
                <a:gd name="T9" fmla="*/ 2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402" name="Freeform 1083">
              <a:extLst>
                <a:ext uri="{FF2B5EF4-FFF2-40B4-BE49-F238E27FC236}">
                  <a16:creationId xmlns:a16="http://schemas.microsoft.com/office/drawing/2014/main" id="{DE5062C9-C70B-B74E-90B7-8B999FB4955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0" y="3084"/>
              <a:ext cx="1571" cy="469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4 w 2532"/>
                <a:gd name="T5" fmla="*/ 2 h 723"/>
                <a:gd name="T6" fmla="*/ 4 w 2532"/>
                <a:gd name="T7" fmla="*/ 2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403" name="Freeform 1084">
              <a:extLst>
                <a:ext uri="{FF2B5EF4-FFF2-40B4-BE49-F238E27FC236}">
                  <a16:creationId xmlns:a16="http://schemas.microsoft.com/office/drawing/2014/main" id="{60A19E6B-9711-D44A-9A86-78531884592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1" y="2998"/>
              <a:ext cx="17" cy="95"/>
            </a:xfrm>
            <a:custGeom>
              <a:avLst/>
              <a:gdLst>
                <a:gd name="T0" fmla="*/ 1 w 26"/>
                <a:gd name="T1" fmla="*/ 1 h 147"/>
                <a:gd name="T2" fmla="*/ 1 w 26"/>
                <a:gd name="T3" fmla="*/ 1 h 147"/>
                <a:gd name="T4" fmla="*/ 0 w 26"/>
                <a:gd name="T5" fmla="*/ 1 h 147"/>
                <a:gd name="T6" fmla="*/ 1 w 26"/>
                <a:gd name="T7" fmla="*/ 0 h 147"/>
                <a:gd name="T8" fmla="*/ 1 w 26"/>
                <a:gd name="T9" fmla="*/ 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404" name="Freeform 1085">
              <a:extLst>
                <a:ext uri="{FF2B5EF4-FFF2-40B4-BE49-F238E27FC236}">
                  <a16:creationId xmlns:a16="http://schemas.microsoft.com/office/drawing/2014/main" id="{DABF2084-7101-4A42-808E-03169821851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2" y="2611"/>
              <a:ext cx="730" cy="393"/>
            </a:xfrm>
            <a:custGeom>
              <a:avLst/>
              <a:gdLst>
                <a:gd name="T0" fmla="*/ 1 w 1176"/>
                <a:gd name="T1" fmla="*/ 0 h 606"/>
                <a:gd name="T2" fmla="*/ 0 w 1176"/>
                <a:gd name="T3" fmla="*/ 1 h 606"/>
                <a:gd name="T4" fmla="*/ 1 w 1176"/>
                <a:gd name="T5" fmla="*/ 1 h 606"/>
                <a:gd name="T6" fmla="*/ 1 w 1176"/>
                <a:gd name="T7" fmla="*/ 1 h 606"/>
                <a:gd name="T8" fmla="*/ 1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405" name="Freeform 1086">
              <a:extLst>
                <a:ext uri="{FF2B5EF4-FFF2-40B4-BE49-F238E27FC236}">
                  <a16:creationId xmlns:a16="http://schemas.microsoft.com/office/drawing/2014/main" id="{3BECAB59-402D-C44C-8F0A-AC630F6F2AA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1" y="3018"/>
              <a:ext cx="1490" cy="451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1 w 2532"/>
                <a:gd name="T5" fmla="*/ 1 h 723"/>
                <a:gd name="T6" fmla="*/ 1 w 2532"/>
                <a:gd name="T7" fmla="*/ 1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406" name="Freeform 1087">
              <a:extLst>
                <a:ext uri="{FF2B5EF4-FFF2-40B4-BE49-F238E27FC236}">
                  <a16:creationId xmlns:a16="http://schemas.microsoft.com/office/drawing/2014/main" id="{C431D1EA-39CA-5549-B407-D7CBF12DC371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549" y="2986"/>
              <a:ext cx="608" cy="46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2 h 723"/>
                <a:gd name="T6" fmla="*/ 0 w 2532"/>
                <a:gd name="T7" fmla="*/ 2 h 723"/>
                <a:gd name="T8" fmla="*/ 0 w 2532"/>
                <a:gd name="T9" fmla="*/ 1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413" name="Freeform 984">
            <a:extLst>
              <a:ext uri="{FF2B5EF4-FFF2-40B4-BE49-F238E27FC236}">
                <a16:creationId xmlns:a16="http://schemas.microsoft.com/office/drawing/2014/main" id="{EF28E360-D52F-294F-97A4-5B43A7D60CE3}"/>
              </a:ext>
            </a:extLst>
          </p:cNvPr>
          <p:cNvSpPr>
            <a:spLocks/>
          </p:cNvSpPr>
          <p:nvPr/>
        </p:nvSpPr>
        <p:spPr bwMode="auto">
          <a:xfrm>
            <a:off x="7615195" y="5084978"/>
            <a:ext cx="25537" cy="249693"/>
          </a:xfrm>
          <a:custGeom>
            <a:avLst/>
            <a:gdLst>
              <a:gd name="T0" fmla="*/ 3 w 354"/>
              <a:gd name="T1" fmla="*/ 0 h 2742"/>
              <a:gd name="T2" fmla="*/ 15 w 354"/>
              <a:gd name="T3" fmla="*/ 27 h 2742"/>
              <a:gd name="T4" fmla="*/ 15 w 354"/>
              <a:gd name="T5" fmla="*/ 205 h 2742"/>
              <a:gd name="T6" fmla="*/ 0 w 354"/>
              <a:gd name="T7" fmla="*/ 215 h 2742"/>
              <a:gd name="T8" fmla="*/ 3 w 354"/>
              <a:gd name="T9" fmla="*/ 0 h 27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54"/>
              <a:gd name="T16" fmla="*/ 0 h 2742"/>
              <a:gd name="T17" fmla="*/ 354 w 354"/>
              <a:gd name="T18" fmla="*/ 2742 h 274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54" h="2742">
                <a:moveTo>
                  <a:pt x="63" y="0"/>
                </a:moveTo>
                <a:lnTo>
                  <a:pt x="354" y="339"/>
                </a:lnTo>
                <a:lnTo>
                  <a:pt x="346" y="2624"/>
                </a:lnTo>
                <a:lnTo>
                  <a:pt x="0" y="2742"/>
                </a:lnTo>
                <a:lnTo>
                  <a:pt x="63" y="0"/>
                </a:lnTo>
                <a:close/>
              </a:path>
            </a:pathLst>
          </a:custGeom>
          <a:gradFill rotWithShape="1">
            <a:gsLst>
              <a:gs pos="0">
                <a:srgbClr val="DDDDDD"/>
              </a:gs>
              <a:gs pos="100000">
                <a:srgbClr val="333333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defTabSz="685800">
              <a:defRPr/>
            </a:pPr>
            <a:endParaRPr lang="en-US" sz="13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14" name="Freeform 986">
            <a:extLst>
              <a:ext uri="{FF2B5EF4-FFF2-40B4-BE49-F238E27FC236}">
                <a16:creationId xmlns:a16="http://schemas.microsoft.com/office/drawing/2014/main" id="{9D5E80B1-F637-9E4D-BFD5-5F5ADB827A42}"/>
              </a:ext>
            </a:extLst>
          </p:cNvPr>
          <p:cNvSpPr>
            <a:spLocks/>
          </p:cNvSpPr>
          <p:nvPr/>
        </p:nvSpPr>
        <p:spPr bwMode="auto">
          <a:xfrm>
            <a:off x="7619978" y="5099942"/>
            <a:ext cx="15250" cy="231015"/>
          </a:xfrm>
          <a:custGeom>
            <a:avLst/>
            <a:gdLst>
              <a:gd name="T0" fmla="*/ 2 w 211"/>
              <a:gd name="T1" fmla="*/ 0 h 2537"/>
              <a:gd name="T2" fmla="*/ 9 w 211"/>
              <a:gd name="T3" fmla="*/ 18 h 2537"/>
              <a:gd name="T4" fmla="*/ 2 w 211"/>
              <a:gd name="T5" fmla="*/ 196 h 2537"/>
              <a:gd name="T6" fmla="*/ 2 w 211"/>
              <a:gd name="T7" fmla="*/ 0 h 2537"/>
              <a:gd name="T8" fmla="*/ 0 60000 65536"/>
              <a:gd name="T9" fmla="*/ 0 60000 65536"/>
              <a:gd name="T10" fmla="*/ 0 60000 65536"/>
              <a:gd name="T11" fmla="*/ 0 60000 65536"/>
              <a:gd name="T12" fmla="*/ 0 w 211"/>
              <a:gd name="T13" fmla="*/ 0 h 2537"/>
              <a:gd name="T14" fmla="*/ 211 w 211"/>
              <a:gd name="T15" fmla="*/ 2537 h 253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1" h="2537">
                <a:moveTo>
                  <a:pt x="7" y="0"/>
                </a:moveTo>
                <a:cubicBezTo>
                  <a:pt x="7" y="0"/>
                  <a:pt x="57" y="28"/>
                  <a:pt x="211" y="218"/>
                </a:cubicBezTo>
                <a:cubicBezTo>
                  <a:pt x="0" y="1229"/>
                  <a:pt x="41" y="2537"/>
                  <a:pt x="7" y="2501"/>
                </a:cubicBezTo>
                <a:lnTo>
                  <a:pt x="7" y="0"/>
                </a:lnTo>
                <a:close/>
              </a:path>
            </a:pathLst>
          </a:custGeom>
          <a:gradFill rotWithShape="1">
            <a:gsLst>
              <a:gs pos="0">
                <a:srgbClr val="808080"/>
              </a:gs>
              <a:gs pos="100000">
                <a:srgbClr val="F8F8F8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defTabSz="685800">
              <a:defRPr/>
            </a:pPr>
            <a:endParaRPr lang="en-US" sz="13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15" name="Freeform 987">
            <a:extLst>
              <a:ext uri="{FF2B5EF4-FFF2-40B4-BE49-F238E27FC236}">
                <a16:creationId xmlns:a16="http://schemas.microsoft.com/office/drawing/2014/main" id="{F21D56DB-F5E9-8D44-92D9-C4770361B950}"/>
              </a:ext>
            </a:extLst>
          </p:cNvPr>
          <p:cNvSpPr>
            <a:spLocks/>
          </p:cNvSpPr>
          <p:nvPr/>
        </p:nvSpPr>
        <p:spPr bwMode="auto">
          <a:xfrm>
            <a:off x="7616639" y="5216815"/>
            <a:ext cx="23732" cy="20644"/>
          </a:xfrm>
          <a:custGeom>
            <a:avLst/>
            <a:gdLst>
              <a:gd name="T0" fmla="*/ 2 w 328"/>
              <a:gd name="T1" fmla="*/ 0 h 226"/>
              <a:gd name="T2" fmla="*/ 14 w 328"/>
              <a:gd name="T3" fmla="*/ 11 h 226"/>
              <a:gd name="T4" fmla="*/ 14 w 328"/>
              <a:gd name="T5" fmla="*/ 19 h 226"/>
              <a:gd name="T6" fmla="*/ 0 w 328"/>
              <a:gd name="T7" fmla="*/ 8 h 226"/>
              <a:gd name="T8" fmla="*/ 2 w 328"/>
              <a:gd name="T9" fmla="*/ 0 h 22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28"/>
              <a:gd name="T16" fmla="*/ 0 h 226"/>
              <a:gd name="T17" fmla="*/ 328 w 328"/>
              <a:gd name="T18" fmla="*/ 226 h 22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28" h="226">
                <a:moveTo>
                  <a:pt x="4" y="0"/>
                </a:moveTo>
                <a:cubicBezTo>
                  <a:pt x="60" y="10"/>
                  <a:pt x="182" y="74"/>
                  <a:pt x="328" y="128"/>
                </a:cubicBezTo>
                <a:cubicBezTo>
                  <a:pt x="326" y="162"/>
                  <a:pt x="326" y="158"/>
                  <a:pt x="326" y="226"/>
                </a:cubicBezTo>
                <a:cubicBezTo>
                  <a:pt x="326" y="226"/>
                  <a:pt x="169" y="155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defTabSz="685800">
              <a:defRPr/>
            </a:pPr>
            <a:endParaRPr lang="en-US" sz="13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16" name="Rectangle 988">
            <a:extLst>
              <a:ext uri="{FF2B5EF4-FFF2-40B4-BE49-F238E27FC236}">
                <a16:creationId xmlns:a16="http://schemas.microsoft.com/office/drawing/2014/main" id="{0447DE90-707A-1F42-8981-9A87D22C1D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19725" y="5113050"/>
            <a:ext cx="53962" cy="5134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defTabSz="685800">
              <a:lnSpc>
                <a:spcPct val="100000"/>
              </a:lnSpc>
              <a:spcBef>
                <a:spcPct val="0"/>
              </a:spcBef>
              <a:buClrTx/>
              <a:buSzTx/>
              <a:buNone/>
              <a:defRPr/>
            </a:pPr>
            <a:endParaRPr lang="en-US" altLang="en-US" sz="1800" dirty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grpSp>
        <p:nvGrpSpPr>
          <p:cNvPr id="417" name="Group 989">
            <a:extLst>
              <a:ext uri="{FF2B5EF4-FFF2-40B4-BE49-F238E27FC236}">
                <a16:creationId xmlns:a16="http://schemas.microsoft.com/office/drawing/2014/main" id="{A6C8AE16-7445-9845-8F83-A3F851D4F042}"/>
              </a:ext>
            </a:extLst>
          </p:cNvPr>
          <p:cNvGrpSpPr>
            <a:grpSpLocks/>
          </p:cNvGrpSpPr>
          <p:nvPr/>
        </p:nvGrpSpPr>
        <p:grpSpPr bwMode="auto">
          <a:xfrm>
            <a:off x="7568362" y="5110647"/>
            <a:ext cx="52427" cy="15838"/>
            <a:chOff x="614" y="2568"/>
            <a:chExt cx="725" cy="139"/>
          </a:xfrm>
        </p:grpSpPr>
        <p:sp>
          <p:nvSpPr>
            <p:cNvPr id="418" name="AutoShape 990">
              <a:extLst>
                <a:ext uri="{FF2B5EF4-FFF2-40B4-BE49-F238E27FC236}">
                  <a16:creationId xmlns:a16="http://schemas.microsoft.com/office/drawing/2014/main" id="{5E1B1032-2F46-EF4A-B472-E7BC9E83CB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" y="2566"/>
              <a:ext cx="721" cy="144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19" name="AutoShape 991">
              <a:extLst>
                <a:ext uri="{FF2B5EF4-FFF2-40B4-BE49-F238E27FC236}">
                  <a16:creationId xmlns:a16="http://schemas.microsoft.com/office/drawing/2014/main" id="{F24B042A-2483-8545-A723-0074F55A1D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5" y="2581"/>
              <a:ext cx="696" cy="114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420" name="Rectangle 992">
            <a:extLst>
              <a:ext uri="{FF2B5EF4-FFF2-40B4-BE49-F238E27FC236}">
                <a16:creationId xmlns:a16="http://schemas.microsoft.com/office/drawing/2014/main" id="{E881C066-69A3-D649-893B-A3C4CB9FAE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0627" y="5149313"/>
            <a:ext cx="53962" cy="5134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defTabSz="685800">
              <a:lnSpc>
                <a:spcPct val="100000"/>
              </a:lnSpc>
              <a:spcBef>
                <a:spcPct val="0"/>
              </a:spcBef>
              <a:buClrTx/>
              <a:buSzTx/>
              <a:buNone/>
              <a:defRPr/>
            </a:pPr>
            <a:endParaRPr lang="en-US" altLang="en-US" sz="1800" dirty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grpSp>
        <p:nvGrpSpPr>
          <p:cNvPr id="421" name="Group 993">
            <a:extLst>
              <a:ext uri="{FF2B5EF4-FFF2-40B4-BE49-F238E27FC236}">
                <a16:creationId xmlns:a16="http://schemas.microsoft.com/office/drawing/2014/main" id="{2B8081F4-DBFC-C442-BDEE-DF67BF3817BC}"/>
              </a:ext>
            </a:extLst>
          </p:cNvPr>
          <p:cNvGrpSpPr>
            <a:grpSpLocks/>
          </p:cNvGrpSpPr>
          <p:nvPr/>
        </p:nvGrpSpPr>
        <p:grpSpPr bwMode="auto">
          <a:xfrm>
            <a:off x="7568182" y="5146255"/>
            <a:ext cx="52427" cy="14636"/>
            <a:chOff x="614" y="2568"/>
            <a:chExt cx="725" cy="139"/>
          </a:xfrm>
        </p:grpSpPr>
        <p:sp>
          <p:nvSpPr>
            <p:cNvPr id="422" name="AutoShape 994">
              <a:extLst>
                <a:ext uri="{FF2B5EF4-FFF2-40B4-BE49-F238E27FC236}">
                  <a16:creationId xmlns:a16="http://schemas.microsoft.com/office/drawing/2014/main" id="{B9A9624E-B9DF-9A46-B31E-DD7EFD0F21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5" y="2564"/>
              <a:ext cx="721" cy="139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23" name="AutoShape 995">
              <a:extLst>
                <a:ext uri="{FF2B5EF4-FFF2-40B4-BE49-F238E27FC236}">
                  <a16:creationId xmlns:a16="http://schemas.microsoft.com/office/drawing/2014/main" id="{642F554B-5A88-A44B-AAB6-61F7D5A17F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8" y="2581"/>
              <a:ext cx="696" cy="107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424" name="Rectangle 996">
            <a:extLst>
              <a:ext uri="{FF2B5EF4-FFF2-40B4-BE49-F238E27FC236}">
                <a16:creationId xmlns:a16="http://schemas.microsoft.com/office/drawing/2014/main" id="{2F7E8752-11E5-3642-90E6-5285D40EA4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0627" y="5185576"/>
            <a:ext cx="53962" cy="5134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defTabSz="685800">
              <a:lnSpc>
                <a:spcPct val="100000"/>
              </a:lnSpc>
              <a:spcBef>
                <a:spcPct val="0"/>
              </a:spcBef>
              <a:buClrTx/>
              <a:buSzTx/>
              <a:buNone/>
              <a:defRPr/>
            </a:pPr>
            <a:endParaRPr lang="en-US" altLang="en-US" sz="1800" dirty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425" name="Rectangle 997">
            <a:extLst>
              <a:ext uri="{FF2B5EF4-FFF2-40B4-BE49-F238E27FC236}">
                <a16:creationId xmlns:a16="http://schemas.microsoft.com/office/drawing/2014/main" id="{C884D5C3-FF18-F04A-B4E2-7E02117C03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1529" y="5218454"/>
            <a:ext cx="53962" cy="5134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defTabSz="685800">
              <a:lnSpc>
                <a:spcPct val="100000"/>
              </a:lnSpc>
              <a:spcBef>
                <a:spcPct val="0"/>
              </a:spcBef>
              <a:buClrTx/>
              <a:buSzTx/>
              <a:buNone/>
              <a:defRPr/>
            </a:pPr>
            <a:endParaRPr lang="en-US" altLang="en-US" sz="1800" dirty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grpSp>
        <p:nvGrpSpPr>
          <p:cNvPr id="426" name="Group 998">
            <a:extLst>
              <a:ext uri="{FF2B5EF4-FFF2-40B4-BE49-F238E27FC236}">
                <a16:creationId xmlns:a16="http://schemas.microsoft.com/office/drawing/2014/main" id="{D321F228-396F-C44B-AA64-15D0F1B6CEFB}"/>
              </a:ext>
            </a:extLst>
          </p:cNvPr>
          <p:cNvGrpSpPr>
            <a:grpSpLocks/>
          </p:cNvGrpSpPr>
          <p:nvPr/>
        </p:nvGrpSpPr>
        <p:grpSpPr bwMode="auto">
          <a:xfrm>
            <a:off x="7567099" y="5215396"/>
            <a:ext cx="52518" cy="16493"/>
            <a:chOff x="614" y="2568"/>
            <a:chExt cx="725" cy="139"/>
          </a:xfrm>
        </p:grpSpPr>
        <p:sp>
          <p:nvSpPr>
            <p:cNvPr id="427" name="AutoShape 999">
              <a:extLst>
                <a:ext uri="{FF2B5EF4-FFF2-40B4-BE49-F238E27FC236}">
                  <a16:creationId xmlns:a16="http://schemas.microsoft.com/office/drawing/2014/main" id="{849EBD72-C779-B442-B144-4C92B9E79F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8" y="2586"/>
              <a:ext cx="720" cy="124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28" name="AutoShape 1000">
              <a:extLst>
                <a:ext uri="{FF2B5EF4-FFF2-40B4-BE49-F238E27FC236}">
                  <a16:creationId xmlns:a16="http://schemas.microsoft.com/office/drawing/2014/main" id="{D93FB61F-FF29-F24D-8788-4165F50831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0" y="2586"/>
              <a:ext cx="695" cy="10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429" name="Freeform 1001">
            <a:extLst>
              <a:ext uri="{FF2B5EF4-FFF2-40B4-BE49-F238E27FC236}">
                <a16:creationId xmlns:a16="http://schemas.microsoft.com/office/drawing/2014/main" id="{A40EEA2E-A801-414B-8FBC-BBC009ECE19B}"/>
              </a:ext>
            </a:extLst>
          </p:cNvPr>
          <p:cNvSpPr>
            <a:spLocks/>
          </p:cNvSpPr>
          <p:nvPr/>
        </p:nvSpPr>
        <p:spPr bwMode="auto">
          <a:xfrm>
            <a:off x="7617001" y="5185576"/>
            <a:ext cx="23732" cy="20535"/>
          </a:xfrm>
          <a:custGeom>
            <a:avLst/>
            <a:gdLst>
              <a:gd name="T0" fmla="*/ 2 w 328"/>
              <a:gd name="T1" fmla="*/ 0 h 226"/>
              <a:gd name="T2" fmla="*/ 14 w 328"/>
              <a:gd name="T3" fmla="*/ 10 h 226"/>
              <a:gd name="T4" fmla="*/ 14 w 328"/>
              <a:gd name="T5" fmla="*/ 17 h 226"/>
              <a:gd name="T6" fmla="*/ 0 w 328"/>
              <a:gd name="T7" fmla="*/ 7 h 226"/>
              <a:gd name="T8" fmla="*/ 2 w 328"/>
              <a:gd name="T9" fmla="*/ 0 h 22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28"/>
              <a:gd name="T16" fmla="*/ 0 h 226"/>
              <a:gd name="T17" fmla="*/ 328 w 328"/>
              <a:gd name="T18" fmla="*/ 226 h 22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28" h="226">
                <a:moveTo>
                  <a:pt x="4" y="0"/>
                </a:moveTo>
                <a:cubicBezTo>
                  <a:pt x="60" y="10"/>
                  <a:pt x="182" y="74"/>
                  <a:pt x="328" y="128"/>
                </a:cubicBezTo>
                <a:cubicBezTo>
                  <a:pt x="326" y="162"/>
                  <a:pt x="326" y="158"/>
                  <a:pt x="326" y="226"/>
                </a:cubicBezTo>
                <a:cubicBezTo>
                  <a:pt x="326" y="226"/>
                  <a:pt x="169" y="155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defTabSz="685800">
              <a:defRPr/>
            </a:pPr>
            <a:endParaRPr lang="en-US" sz="1350" dirty="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430" name="Group 1002">
            <a:extLst>
              <a:ext uri="{FF2B5EF4-FFF2-40B4-BE49-F238E27FC236}">
                <a16:creationId xmlns:a16="http://schemas.microsoft.com/office/drawing/2014/main" id="{F068EC4B-78B0-B24C-99A7-F96D6C86A2B9}"/>
              </a:ext>
            </a:extLst>
          </p:cNvPr>
          <p:cNvGrpSpPr>
            <a:grpSpLocks/>
          </p:cNvGrpSpPr>
          <p:nvPr/>
        </p:nvGrpSpPr>
        <p:grpSpPr bwMode="auto">
          <a:xfrm>
            <a:off x="7567460" y="5182627"/>
            <a:ext cx="52518" cy="15182"/>
            <a:chOff x="614" y="2568"/>
            <a:chExt cx="725" cy="139"/>
          </a:xfrm>
        </p:grpSpPr>
        <p:sp>
          <p:nvSpPr>
            <p:cNvPr id="431" name="AutoShape 1003">
              <a:extLst>
                <a:ext uri="{FF2B5EF4-FFF2-40B4-BE49-F238E27FC236}">
                  <a16:creationId xmlns:a16="http://schemas.microsoft.com/office/drawing/2014/main" id="{76307DFD-7DBD-DD4D-8615-A8A8D15D82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" y="2571"/>
              <a:ext cx="732" cy="134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32" name="AutoShape 1004">
              <a:extLst>
                <a:ext uri="{FF2B5EF4-FFF2-40B4-BE49-F238E27FC236}">
                  <a16:creationId xmlns:a16="http://schemas.microsoft.com/office/drawing/2014/main" id="{B5EA7410-FCB5-3C42-A74F-F566ABFADD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5" y="2587"/>
              <a:ext cx="720" cy="10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433" name="Rectangle 1005">
            <a:extLst>
              <a:ext uri="{FF2B5EF4-FFF2-40B4-BE49-F238E27FC236}">
                <a16:creationId xmlns:a16="http://schemas.microsoft.com/office/drawing/2014/main" id="{10238275-C02A-F74A-A765-B593C055F7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13209" y="5084541"/>
            <a:ext cx="6317" cy="249584"/>
          </a:xfrm>
          <a:prstGeom prst="rect">
            <a:avLst/>
          </a:prstGeom>
          <a:gradFill rotWithShape="1">
            <a:gsLst>
              <a:gs pos="0">
                <a:srgbClr val="333333"/>
              </a:gs>
              <a:gs pos="50000">
                <a:srgbClr val="DDDDDD"/>
              </a:gs>
              <a:gs pos="100000">
                <a:srgbClr val="333333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defTabSz="685800">
              <a:lnSpc>
                <a:spcPct val="100000"/>
              </a:lnSpc>
              <a:spcBef>
                <a:spcPct val="0"/>
              </a:spcBef>
              <a:buClrTx/>
              <a:buSzTx/>
              <a:buNone/>
              <a:defRPr/>
            </a:pPr>
            <a:endParaRPr lang="en-US" altLang="en-US" sz="1800" dirty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434" name="Freeform 1006">
            <a:extLst>
              <a:ext uri="{FF2B5EF4-FFF2-40B4-BE49-F238E27FC236}">
                <a16:creationId xmlns:a16="http://schemas.microsoft.com/office/drawing/2014/main" id="{81D6D301-6C77-C64B-B2D0-382D840AA7FC}"/>
              </a:ext>
            </a:extLst>
          </p:cNvPr>
          <p:cNvSpPr>
            <a:spLocks/>
          </p:cNvSpPr>
          <p:nvPr/>
        </p:nvSpPr>
        <p:spPr bwMode="auto">
          <a:xfrm>
            <a:off x="7619166" y="5147675"/>
            <a:ext cx="21386" cy="23265"/>
          </a:xfrm>
          <a:custGeom>
            <a:avLst/>
            <a:gdLst>
              <a:gd name="T0" fmla="*/ 2 w 296"/>
              <a:gd name="T1" fmla="*/ 0 h 256"/>
              <a:gd name="T2" fmla="*/ 14 w 296"/>
              <a:gd name="T3" fmla="*/ 10 h 256"/>
              <a:gd name="T4" fmla="*/ 14 w 296"/>
              <a:gd name="T5" fmla="*/ 19 h 256"/>
              <a:gd name="T6" fmla="*/ 0 w 296"/>
              <a:gd name="T7" fmla="*/ 7 h 256"/>
              <a:gd name="T8" fmla="*/ 2 w 296"/>
              <a:gd name="T9" fmla="*/ 0 h 25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96"/>
              <a:gd name="T16" fmla="*/ 0 h 256"/>
              <a:gd name="T17" fmla="*/ 296 w 296"/>
              <a:gd name="T18" fmla="*/ 256 h 25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96" h="256">
                <a:moveTo>
                  <a:pt x="4" y="0"/>
                </a:moveTo>
                <a:cubicBezTo>
                  <a:pt x="55" y="10"/>
                  <a:pt x="144" y="68"/>
                  <a:pt x="292" y="144"/>
                </a:cubicBezTo>
                <a:cubicBezTo>
                  <a:pt x="290" y="178"/>
                  <a:pt x="296" y="188"/>
                  <a:pt x="296" y="256"/>
                </a:cubicBezTo>
                <a:cubicBezTo>
                  <a:pt x="296" y="256"/>
                  <a:pt x="160" y="176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defTabSz="685800">
              <a:defRPr/>
            </a:pPr>
            <a:endParaRPr lang="en-US" sz="13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35" name="Freeform 1007">
            <a:extLst>
              <a:ext uri="{FF2B5EF4-FFF2-40B4-BE49-F238E27FC236}">
                <a16:creationId xmlns:a16="http://schemas.microsoft.com/office/drawing/2014/main" id="{6966CA35-6F7B-6C4F-AEE3-078FED56DF20}"/>
              </a:ext>
            </a:extLst>
          </p:cNvPr>
          <p:cNvSpPr>
            <a:spLocks/>
          </p:cNvSpPr>
          <p:nvPr/>
        </p:nvSpPr>
        <p:spPr bwMode="auto">
          <a:xfrm>
            <a:off x="7619436" y="5111958"/>
            <a:ext cx="22018" cy="26215"/>
          </a:xfrm>
          <a:custGeom>
            <a:avLst/>
            <a:gdLst>
              <a:gd name="T0" fmla="*/ 0 w 304"/>
              <a:gd name="T1" fmla="*/ 0 h 288"/>
              <a:gd name="T2" fmla="*/ 14 w 304"/>
              <a:gd name="T3" fmla="*/ 13 h 288"/>
              <a:gd name="T4" fmla="*/ 13 w 304"/>
              <a:gd name="T5" fmla="*/ 23 h 288"/>
              <a:gd name="T6" fmla="*/ 2 w 304"/>
              <a:gd name="T7" fmla="*/ 10 h 288"/>
              <a:gd name="T8" fmla="*/ 0 w 304"/>
              <a:gd name="T9" fmla="*/ 0 h 28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4"/>
              <a:gd name="T16" fmla="*/ 0 h 288"/>
              <a:gd name="T17" fmla="*/ 304 w 304"/>
              <a:gd name="T18" fmla="*/ 288 h 28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4" h="288">
                <a:moveTo>
                  <a:pt x="0" y="0"/>
                </a:moveTo>
                <a:cubicBezTo>
                  <a:pt x="51" y="10"/>
                  <a:pt x="148" y="76"/>
                  <a:pt x="304" y="164"/>
                </a:cubicBezTo>
                <a:cubicBezTo>
                  <a:pt x="302" y="198"/>
                  <a:pt x="284" y="220"/>
                  <a:pt x="284" y="288"/>
                </a:cubicBezTo>
                <a:cubicBezTo>
                  <a:pt x="284" y="288"/>
                  <a:pt x="163" y="179"/>
                  <a:pt x="8" y="124"/>
                </a:cubicBezTo>
                <a:cubicBezTo>
                  <a:pt x="8" y="72"/>
                  <a:pt x="0" y="17"/>
                  <a:pt x="0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defTabSz="685800">
              <a:defRPr/>
            </a:pPr>
            <a:endParaRPr lang="en-US" sz="13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36" name="Oval 1008">
            <a:extLst>
              <a:ext uri="{FF2B5EF4-FFF2-40B4-BE49-F238E27FC236}">
                <a16:creationId xmlns:a16="http://schemas.microsoft.com/office/drawing/2014/main" id="{2CFA9381-C4F6-8A4A-BCBB-3123886567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7483" y="5322875"/>
            <a:ext cx="4512" cy="10376"/>
          </a:xfrm>
          <a:prstGeom prst="ellipse">
            <a:avLst/>
          </a:prstGeom>
          <a:solidFill>
            <a:srgbClr val="3333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defTabSz="685800">
              <a:lnSpc>
                <a:spcPct val="100000"/>
              </a:lnSpc>
              <a:spcBef>
                <a:spcPct val="0"/>
              </a:spcBef>
              <a:buClrTx/>
              <a:buSzTx/>
              <a:buNone/>
              <a:defRPr/>
            </a:pPr>
            <a:endParaRPr lang="en-US" altLang="en-US" sz="1800" dirty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437" name="Freeform 1009">
            <a:extLst>
              <a:ext uri="{FF2B5EF4-FFF2-40B4-BE49-F238E27FC236}">
                <a16:creationId xmlns:a16="http://schemas.microsoft.com/office/drawing/2014/main" id="{B30AEBEB-78E1-754E-BA64-FEE706BFF392}"/>
              </a:ext>
            </a:extLst>
          </p:cNvPr>
          <p:cNvSpPr>
            <a:spLocks/>
          </p:cNvSpPr>
          <p:nvPr/>
        </p:nvSpPr>
        <p:spPr bwMode="auto">
          <a:xfrm>
            <a:off x="7618263" y="5323203"/>
            <a:ext cx="22108" cy="21845"/>
          </a:xfrm>
          <a:custGeom>
            <a:avLst/>
            <a:gdLst>
              <a:gd name="T0" fmla="*/ 0 w 306"/>
              <a:gd name="T1" fmla="*/ 9 h 240"/>
              <a:gd name="T2" fmla="*/ 2 w 306"/>
              <a:gd name="T3" fmla="*/ 19 h 240"/>
              <a:gd name="T4" fmla="*/ 14 w 306"/>
              <a:gd name="T5" fmla="*/ 9 h 240"/>
              <a:gd name="T6" fmla="*/ 14 w 306"/>
              <a:gd name="T7" fmla="*/ 0 h 240"/>
              <a:gd name="T8" fmla="*/ 0 w 306"/>
              <a:gd name="T9" fmla="*/ 9 h 2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6"/>
              <a:gd name="T16" fmla="*/ 0 h 240"/>
              <a:gd name="T17" fmla="*/ 306 w 306"/>
              <a:gd name="T18" fmla="*/ 240 h 24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6" h="240">
                <a:moveTo>
                  <a:pt x="0" y="106"/>
                </a:moveTo>
                <a:lnTo>
                  <a:pt x="2" y="240"/>
                </a:lnTo>
                <a:lnTo>
                  <a:pt x="306" y="110"/>
                </a:lnTo>
                <a:lnTo>
                  <a:pt x="300" y="0"/>
                </a:lnTo>
                <a:lnTo>
                  <a:pt x="0" y="106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defTabSz="685800">
              <a:defRPr/>
            </a:pPr>
            <a:endParaRPr lang="en-US" sz="13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38" name="AutoShape 1010">
            <a:extLst>
              <a:ext uri="{FF2B5EF4-FFF2-40B4-BE49-F238E27FC236}">
                <a16:creationId xmlns:a16="http://schemas.microsoft.com/office/drawing/2014/main" id="{F2779901-7D8F-784A-8E8D-397036700A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13408" y="5329866"/>
            <a:ext cx="107924" cy="16384"/>
          </a:xfrm>
          <a:prstGeom prst="roundRect">
            <a:avLst>
              <a:gd name="adj" fmla="val 50000"/>
            </a:avLst>
          </a:prstGeom>
          <a:solidFill>
            <a:srgbClr val="DDDDDD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defTabSz="685800">
              <a:lnSpc>
                <a:spcPct val="100000"/>
              </a:lnSpc>
              <a:spcBef>
                <a:spcPct val="0"/>
              </a:spcBef>
              <a:buClrTx/>
              <a:buSzTx/>
              <a:buNone/>
              <a:defRPr/>
            </a:pPr>
            <a:endParaRPr lang="en-US" altLang="en-US" sz="1800" dirty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439" name="AutoShape 1011">
            <a:extLst>
              <a:ext uri="{FF2B5EF4-FFF2-40B4-BE49-F238E27FC236}">
                <a16:creationId xmlns:a16="http://schemas.microsoft.com/office/drawing/2014/main" id="{87A8BD55-4166-4643-A7DA-52B9D36F38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19725" y="5334125"/>
            <a:ext cx="96193" cy="862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chemeClr val="tx2"/>
              </a:gs>
              <a:gs pos="100000">
                <a:schemeClr val="bg2"/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defTabSz="685800">
              <a:lnSpc>
                <a:spcPct val="100000"/>
              </a:lnSpc>
              <a:spcBef>
                <a:spcPct val="0"/>
              </a:spcBef>
              <a:buClrTx/>
              <a:buSzTx/>
              <a:buNone/>
              <a:defRPr/>
            </a:pPr>
            <a:endParaRPr lang="en-US" altLang="en-US" sz="1800" dirty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440" name="Oval 1012">
            <a:extLst>
              <a:ext uri="{FF2B5EF4-FFF2-40B4-BE49-F238E27FC236}">
                <a16:creationId xmlns:a16="http://schemas.microsoft.com/office/drawing/2014/main" id="{0F991E83-25F4-2549-B34F-7A98472010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8657" y="5297861"/>
            <a:ext cx="14348" cy="15510"/>
          </a:xfrm>
          <a:prstGeom prst="ellipse">
            <a:avLst/>
          </a:prstGeom>
          <a:solidFill>
            <a:srgbClr val="33CC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defTabSz="685800">
              <a:lnSpc>
                <a:spcPct val="100000"/>
              </a:lnSpc>
              <a:spcBef>
                <a:spcPct val="0"/>
              </a:spcBef>
              <a:buClrTx/>
              <a:buSzTx/>
              <a:buNone/>
              <a:defRPr/>
            </a:pPr>
            <a:endParaRPr lang="en-US" altLang="en-US" sz="1800" dirty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441" name="Oval 1013">
            <a:extLst>
              <a:ext uri="{FF2B5EF4-FFF2-40B4-BE49-F238E27FC236}">
                <a16:creationId xmlns:a16="http://schemas.microsoft.com/office/drawing/2014/main" id="{01F6513A-F015-D94A-929C-75D48673F7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4900" y="5297861"/>
            <a:ext cx="14348" cy="1551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algn="ctr" defTabSz="685800">
              <a:lnSpc>
                <a:spcPct val="100000"/>
              </a:lnSpc>
              <a:spcBef>
                <a:spcPct val="0"/>
              </a:spcBef>
              <a:buClrTx/>
              <a:buSzTx/>
              <a:buNone/>
              <a:defRPr/>
            </a:pPr>
            <a:endParaRPr lang="en-US" altLang="en-US" sz="135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442" name="Oval 1014">
            <a:extLst>
              <a:ext uri="{FF2B5EF4-FFF2-40B4-BE49-F238E27FC236}">
                <a16:creationId xmlns:a16="http://schemas.microsoft.com/office/drawing/2014/main" id="{DF2F1710-E7DF-7E48-A534-44E42CD005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60151" y="5297861"/>
            <a:ext cx="14348" cy="15510"/>
          </a:xfrm>
          <a:prstGeom prst="ellipse">
            <a:avLst/>
          </a:prstGeom>
          <a:solidFill>
            <a:srgbClr val="33CC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defTabSz="685800">
              <a:lnSpc>
                <a:spcPct val="100000"/>
              </a:lnSpc>
              <a:spcBef>
                <a:spcPct val="0"/>
              </a:spcBef>
              <a:buClrTx/>
              <a:buSzTx/>
              <a:buNone/>
              <a:defRPr/>
            </a:pPr>
            <a:endParaRPr lang="en-US" altLang="en-US" sz="1800" dirty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443" name="Rectangle 1015">
            <a:extLst>
              <a:ext uri="{FF2B5EF4-FFF2-40B4-BE49-F238E27FC236}">
                <a16:creationId xmlns:a16="http://schemas.microsoft.com/office/drawing/2014/main" id="{328DCBC9-32E9-FD44-B2CF-3BC801D59B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7058" y="5238333"/>
            <a:ext cx="7219" cy="82904"/>
          </a:xfrm>
          <a:prstGeom prst="rect">
            <a:avLst/>
          </a:prstGeom>
          <a:solidFill>
            <a:srgbClr val="29292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defTabSz="685800">
              <a:lnSpc>
                <a:spcPct val="100000"/>
              </a:lnSpc>
              <a:spcBef>
                <a:spcPct val="0"/>
              </a:spcBef>
              <a:buClrTx/>
              <a:buSzTx/>
              <a:buNone/>
              <a:defRPr/>
            </a:pPr>
            <a:endParaRPr lang="en-US" altLang="en-US" sz="1800" dirty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grpSp>
        <p:nvGrpSpPr>
          <p:cNvPr id="447" name="Group 590">
            <a:extLst>
              <a:ext uri="{FF2B5EF4-FFF2-40B4-BE49-F238E27FC236}">
                <a16:creationId xmlns:a16="http://schemas.microsoft.com/office/drawing/2014/main" id="{CCAB7625-FEE3-BB4A-97C1-EF1CC2679904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5830486" y="4818045"/>
            <a:ext cx="259223" cy="240227"/>
            <a:chOff x="2839" y="3501"/>
            <a:chExt cx="755" cy="803"/>
          </a:xfrm>
        </p:grpSpPr>
        <p:pic>
          <p:nvPicPr>
            <p:cNvPr id="451" name="Picture 591" descr="desktop_computer_stylized_medium">
              <a:extLst>
                <a:ext uri="{FF2B5EF4-FFF2-40B4-BE49-F238E27FC236}">
                  <a16:creationId xmlns:a16="http://schemas.microsoft.com/office/drawing/2014/main" id="{FC71EB74-5BE7-7A48-B637-5058D84946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52" name="Freeform 592">
              <a:extLst>
                <a:ext uri="{FF2B5EF4-FFF2-40B4-BE49-F238E27FC236}">
                  <a16:creationId xmlns:a16="http://schemas.microsoft.com/office/drawing/2014/main" id="{B9007CC0-7362-AE4E-9B5B-742E3046FEF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444" name="Rectangle 443">
            <a:extLst>
              <a:ext uri="{FF2B5EF4-FFF2-40B4-BE49-F238E27FC236}">
                <a16:creationId xmlns:a16="http://schemas.microsoft.com/office/drawing/2014/main" id="{C47118FD-7A98-6943-B3A3-B578E5FB9F06}"/>
              </a:ext>
            </a:extLst>
          </p:cNvPr>
          <p:cNvSpPr/>
          <p:nvPr/>
        </p:nvSpPr>
        <p:spPr>
          <a:xfrm>
            <a:off x="4804700" y="1886623"/>
            <a:ext cx="4019550" cy="3715971"/>
          </a:xfrm>
          <a:prstGeom prst="rect">
            <a:avLst/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446" name="Group 652">
            <a:extLst>
              <a:ext uri="{FF2B5EF4-FFF2-40B4-BE49-F238E27FC236}">
                <a16:creationId xmlns:a16="http://schemas.microsoft.com/office/drawing/2014/main" id="{84B474B2-2AC4-EC40-9EA0-B5E48CE68CBD}"/>
              </a:ext>
            </a:extLst>
          </p:cNvPr>
          <p:cNvGrpSpPr>
            <a:grpSpLocks/>
          </p:cNvGrpSpPr>
          <p:nvPr/>
        </p:nvGrpSpPr>
        <p:grpSpPr bwMode="auto">
          <a:xfrm>
            <a:off x="5812668" y="2252044"/>
            <a:ext cx="311944" cy="289322"/>
            <a:chOff x="2751" y="1851"/>
            <a:chExt cx="462" cy="478"/>
          </a:xfrm>
        </p:grpSpPr>
        <p:pic>
          <p:nvPicPr>
            <p:cNvPr id="453" name="Picture 653" descr="iphone_stylized_small">
              <a:extLst>
                <a:ext uri="{FF2B5EF4-FFF2-40B4-BE49-F238E27FC236}">
                  <a16:creationId xmlns:a16="http://schemas.microsoft.com/office/drawing/2014/main" id="{34A94CEC-DE5F-E64D-A5B4-F04DB32319E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54" name="Picture 654" descr="antenna_radiation_stylized">
              <a:extLst>
                <a:ext uri="{FF2B5EF4-FFF2-40B4-BE49-F238E27FC236}">
                  <a16:creationId xmlns:a16="http://schemas.microsoft.com/office/drawing/2014/main" id="{67C4AABE-F80E-F846-A0E8-D555DE64EBB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484" name="Group 950">
            <a:extLst>
              <a:ext uri="{FF2B5EF4-FFF2-40B4-BE49-F238E27FC236}">
                <a16:creationId xmlns:a16="http://schemas.microsoft.com/office/drawing/2014/main" id="{7CEBBAF6-579E-3943-B1EB-BB883618D6D9}"/>
              </a:ext>
            </a:extLst>
          </p:cNvPr>
          <p:cNvGrpSpPr>
            <a:grpSpLocks/>
          </p:cNvGrpSpPr>
          <p:nvPr/>
        </p:nvGrpSpPr>
        <p:grpSpPr bwMode="auto">
          <a:xfrm>
            <a:off x="7501881" y="5069550"/>
            <a:ext cx="161231" cy="302940"/>
            <a:chOff x="4140" y="429"/>
            <a:chExt cx="1425" cy="2396"/>
          </a:xfrm>
        </p:grpSpPr>
        <p:sp>
          <p:nvSpPr>
            <p:cNvPr id="485" name="Freeform 951">
              <a:extLst>
                <a:ext uri="{FF2B5EF4-FFF2-40B4-BE49-F238E27FC236}">
                  <a16:creationId xmlns:a16="http://schemas.microsoft.com/office/drawing/2014/main" id="{984581C6-7CED-A042-809F-11066F04B55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3 w 354"/>
                <a:gd name="T1" fmla="*/ 0 h 2742"/>
                <a:gd name="T2" fmla="*/ 15 w 354"/>
                <a:gd name="T3" fmla="*/ 27 h 2742"/>
                <a:gd name="T4" fmla="*/ 15 w 354"/>
                <a:gd name="T5" fmla="*/ 205 h 2742"/>
                <a:gd name="T6" fmla="*/ 0 w 354"/>
                <a:gd name="T7" fmla="*/ 215 h 2742"/>
                <a:gd name="T8" fmla="*/ 3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486" name="Rectangle 952">
              <a:extLst>
                <a:ext uri="{FF2B5EF4-FFF2-40B4-BE49-F238E27FC236}">
                  <a16:creationId xmlns:a16="http://schemas.microsoft.com/office/drawing/2014/main" id="{0E0A78D4-7C3B-2143-AE69-FA504AD75E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429"/>
              <a:ext cx="1046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87" name="Freeform 953">
              <a:extLst>
                <a:ext uri="{FF2B5EF4-FFF2-40B4-BE49-F238E27FC236}">
                  <a16:creationId xmlns:a16="http://schemas.microsoft.com/office/drawing/2014/main" id="{B0C7F238-A8B7-7443-8BA5-8939FF6B557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9 w 211"/>
                <a:gd name="T3" fmla="*/ 18 h 2537"/>
                <a:gd name="T4" fmla="*/ 2 w 211"/>
                <a:gd name="T5" fmla="*/ 19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488" name="Freeform 954">
              <a:extLst>
                <a:ext uri="{FF2B5EF4-FFF2-40B4-BE49-F238E27FC236}">
                  <a16:creationId xmlns:a16="http://schemas.microsoft.com/office/drawing/2014/main" id="{6F90FD17-11E4-EE4F-AF2F-7122C053E0C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1 h 226"/>
                <a:gd name="T4" fmla="*/ 14 w 328"/>
                <a:gd name="T5" fmla="*/ 19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489" name="Rectangle 955">
              <a:extLst>
                <a:ext uri="{FF2B5EF4-FFF2-40B4-BE49-F238E27FC236}">
                  <a16:creationId xmlns:a16="http://schemas.microsoft.com/office/drawing/2014/main" id="{53A75298-B138-094F-9787-1B231F4806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0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490" name="Group 956">
              <a:extLst>
                <a:ext uri="{FF2B5EF4-FFF2-40B4-BE49-F238E27FC236}">
                  <a16:creationId xmlns:a16="http://schemas.microsoft.com/office/drawing/2014/main" id="{AD456B50-CD82-6F4C-9CF1-09ABBC571C8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515" name="AutoShape 957">
                <a:extLst>
                  <a:ext uri="{FF2B5EF4-FFF2-40B4-BE49-F238E27FC236}">
                    <a16:creationId xmlns:a16="http://schemas.microsoft.com/office/drawing/2014/main" id="{4C074F81-A723-5F4E-9479-CE1CDCFBCB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1" cy="14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defTabSz="68580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None/>
                  <a:defRPr/>
                </a:pPr>
                <a:endParaRPr lang="en-US" altLang="en-US" sz="1800" dirty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516" name="AutoShape 958">
                <a:extLst>
                  <a:ext uri="{FF2B5EF4-FFF2-40B4-BE49-F238E27FC236}">
                    <a16:creationId xmlns:a16="http://schemas.microsoft.com/office/drawing/2014/main" id="{4DE71513-1E1D-B644-992C-AE6AB0DB11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6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defTabSz="68580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None/>
                  <a:defRPr/>
                </a:pPr>
                <a:endParaRPr lang="en-US" altLang="en-US" sz="1800" dirty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491" name="Rectangle 959">
              <a:extLst>
                <a:ext uri="{FF2B5EF4-FFF2-40B4-BE49-F238E27FC236}">
                  <a16:creationId xmlns:a16="http://schemas.microsoft.com/office/drawing/2014/main" id="{05D448DB-B3CB-C64D-8C4B-72D790DFFD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022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492" name="Group 960">
              <a:extLst>
                <a:ext uri="{FF2B5EF4-FFF2-40B4-BE49-F238E27FC236}">
                  <a16:creationId xmlns:a16="http://schemas.microsoft.com/office/drawing/2014/main" id="{9CDEBDA5-A066-D749-B9E9-47DB05253D3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513" name="AutoShape 961">
                <a:extLst>
                  <a:ext uri="{FF2B5EF4-FFF2-40B4-BE49-F238E27FC236}">
                    <a16:creationId xmlns:a16="http://schemas.microsoft.com/office/drawing/2014/main" id="{8E73CA32-EF58-EA45-A4FE-37E560EBE8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4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defTabSz="68580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None/>
                  <a:defRPr/>
                </a:pPr>
                <a:endParaRPr lang="en-US" altLang="en-US" sz="1800" dirty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514" name="AutoShape 962">
                <a:extLst>
                  <a:ext uri="{FF2B5EF4-FFF2-40B4-BE49-F238E27FC236}">
                    <a16:creationId xmlns:a16="http://schemas.microsoft.com/office/drawing/2014/main" id="{2E2C05F9-1F42-CF46-83F8-339E874CF6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1"/>
                <a:ext cx="69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defTabSz="68580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None/>
                  <a:defRPr/>
                </a:pPr>
                <a:endParaRPr lang="en-US" altLang="en-US" sz="1800" dirty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493" name="Rectangle 963">
              <a:extLst>
                <a:ext uri="{FF2B5EF4-FFF2-40B4-BE49-F238E27FC236}">
                  <a16:creationId xmlns:a16="http://schemas.microsoft.com/office/drawing/2014/main" id="{D2B5715C-9E55-D04D-BD32-A700B9DCC1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354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94" name="Rectangle 964">
              <a:extLst>
                <a:ext uri="{FF2B5EF4-FFF2-40B4-BE49-F238E27FC236}">
                  <a16:creationId xmlns:a16="http://schemas.microsoft.com/office/drawing/2014/main" id="{3A8FF8A7-C248-1B42-80FA-051974D952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5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495" name="Group 965">
              <a:extLst>
                <a:ext uri="{FF2B5EF4-FFF2-40B4-BE49-F238E27FC236}">
                  <a16:creationId xmlns:a16="http://schemas.microsoft.com/office/drawing/2014/main" id="{8E71E5B0-A3F5-D344-B255-99112EB195F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511" name="AutoShape 966">
                <a:extLst>
                  <a:ext uri="{FF2B5EF4-FFF2-40B4-BE49-F238E27FC236}">
                    <a16:creationId xmlns:a16="http://schemas.microsoft.com/office/drawing/2014/main" id="{A2F22898-EA39-FB4D-B255-ABCB1B7C16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8" y="2586"/>
                <a:ext cx="720" cy="12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defTabSz="68580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None/>
                  <a:defRPr/>
                </a:pPr>
                <a:endParaRPr lang="en-US" altLang="en-US" sz="1800" dirty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512" name="AutoShape 967">
                <a:extLst>
                  <a:ext uri="{FF2B5EF4-FFF2-40B4-BE49-F238E27FC236}">
                    <a16:creationId xmlns:a16="http://schemas.microsoft.com/office/drawing/2014/main" id="{FBF034BA-270B-6F40-B57B-8A19ABF281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6"/>
                <a:ext cx="695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defTabSz="68580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None/>
                  <a:defRPr/>
                </a:pPr>
                <a:endParaRPr lang="en-US" altLang="en-US" sz="1800" dirty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496" name="Freeform 968">
              <a:extLst>
                <a:ext uri="{FF2B5EF4-FFF2-40B4-BE49-F238E27FC236}">
                  <a16:creationId xmlns:a16="http://schemas.microsoft.com/office/drawing/2014/main" id="{C6616798-D999-124B-8365-0FF6B1AC6B2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0 h 226"/>
                <a:gd name="T4" fmla="*/ 14 w 328"/>
                <a:gd name="T5" fmla="*/ 17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grpSp>
          <p:nvGrpSpPr>
            <p:cNvPr id="497" name="Group 969">
              <a:extLst>
                <a:ext uri="{FF2B5EF4-FFF2-40B4-BE49-F238E27FC236}">
                  <a16:creationId xmlns:a16="http://schemas.microsoft.com/office/drawing/2014/main" id="{0D2B7299-399C-9748-80B1-8B82EA57084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509" name="AutoShape 970">
                <a:extLst>
                  <a:ext uri="{FF2B5EF4-FFF2-40B4-BE49-F238E27FC236}">
                    <a16:creationId xmlns:a16="http://schemas.microsoft.com/office/drawing/2014/main" id="{791F8FFE-36CE-5D47-899C-7B6F5471D9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71"/>
                <a:ext cx="732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defTabSz="68580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None/>
                  <a:defRPr/>
                </a:pPr>
                <a:endParaRPr lang="en-US" altLang="en-US" sz="1800" dirty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510" name="AutoShape 971">
                <a:extLst>
                  <a:ext uri="{FF2B5EF4-FFF2-40B4-BE49-F238E27FC236}">
                    <a16:creationId xmlns:a16="http://schemas.microsoft.com/office/drawing/2014/main" id="{96614370-C84C-644E-AF93-94853FD47A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7"/>
                <a:ext cx="720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defTabSz="68580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None/>
                  <a:defRPr/>
                </a:pPr>
                <a:endParaRPr lang="en-US" altLang="en-US" sz="1800" dirty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498" name="Rectangle 972">
              <a:extLst>
                <a:ext uri="{FF2B5EF4-FFF2-40B4-BE49-F238E27FC236}">
                  <a16:creationId xmlns:a16="http://schemas.microsoft.com/office/drawing/2014/main" id="{3024E21F-4580-974D-A923-DBF7106EF1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6" y="429"/>
              <a:ext cx="70" cy="2285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99" name="Freeform 973">
              <a:extLst>
                <a:ext uri="{FF2B5EF4-FFF2-40B4-BE49-F238E27FC236}">
                  <a16:creationId xmlns:a16="http://schemas.microsoft.com/office/drawing/2014/main" id="{355CC750-A436-114A-B13D-15B18BE0099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4 w 296"/>
                <a:gd name="T3" fmla="*/ 10 h 256"/>
                <a:gd name="T4" fmla="*/ 14 w 296"/>
                <a:gd name="T5" fmla="*/ 19 h 256"/>
                <a:gd name="T6" fmla="*/ 0 w 296"/>
                <a:gd name="T7" fmla="*/ 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00" name="Freeform 974">
              <a:extLst>
                <a:ext uri="{FF2B5EF4-FFF2-40B4-BE49-F238E27FC236}">
                  <a16:creationId xmlns:a16="http://schemas.microsoft.com/office/drawing/2014/main" id="{D88AEB08-419C-994D-B9AF-2D260494D17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4 w 304"/>
                <a:gd name="T3" fmla="*/ 13 h 288"/>
                <a:gd name="T4" fmla="*/ 13 w 304"/>
                <a:gd name="T5" fmla="*/ 23 h 288"/>
                <a:gd name="T6" fmla="*/ 2 w 304"/>
                <a:gd name="T7" fmla="*/ 1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01" name="Oval 975">
              <a:extLst>
                <a:ext uri="{FF2B5EF4-FFF2-40B4-BE49-F238E27FC236}">
                  <a16:creationId xmlns:a16="http://schemas.microsoft.com/office/drawing/2014/main" id="{A70DC3D0-7F41-FB4E-BF25-4A8051E0D9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02" name="Freeform 976">
              <a:extLst>
                <a:ext uri="{FF2B5EF4-FFF2-40B4-BE49-F238E27FC236}">
                  <a16:creationId xmlns:a16="http://schemas.microsoft.com/office/drawing/2014/main" id="{00011472-61BE-7D4E-BF36-C4C4F0A5D72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9 h 240"/>
                <a:gd name="T2" fmla="*/ 2 w 306"/>
                <a:gd name="T3" fmla="*/ 19 h 240"/>
                <a:gd name="T4" fmla="*/ 14 w 306"/>
                <a:gd name="T5" fmla="*/ 9 h 240"/>
                <a:gd name="T6" fmla="*/ 14 w 306"/>
                <a:gd name="T7" fmla="*/ 0 h 240"/>
                <a:gd name="T8" fmla="*/ 0 w 306"/>
                <a:gd name="T9" fmla="*/ 9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03" name="AutoShape 977">
              <a:extLst>
                <a:ext uri="{FF2B5EF4-FFF2-40B4-BE49-F238E27FC236}">
                  <a16:creationId xmlns:a16="http://schemas.microsoft.com/office/drawing/2014/main" id="{369D2889-1BFC-A340-B67F-54F258D6F1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5"/>
              <a:ext cx="1196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04" name="AutoShape 978">
              <a:extLst>
                <a:ext uri="{FF2B5EF4-FFF2-40B4-BE49-F238E27FC236}">
                  <a16:creationId xmlns:a16="http://schemas.microsoft.com/office/drawing/2014/main" id="{CEFA09E5-3186-4445-AD94-60C0E15196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2714"/>
              <a:ext cx="1066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05" name="Oval 979">
              <a:extLst>
                <a:ext uri="{FF2B5EF4-FFF2-40B4-BE49-F238E27FC236}">
                  <a16:creationId xmlns:a16="http://schemas.microsoft.com/office/drawing/2014/main" id="{9AFADA62-C3CB-594F-8048-8871064276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06" name="Oval 980">
              <a:extLst>
                <a:ext uri="{FF2B5EF4-FFF2-40B4-BE49-F238E27FC236}">
                  <a16:creationId xmlns:a16="http://schemas.microsoft.com/office/drawing/2014/main" id="{C82FFABC-4C4C-6243-9D2D-3C99FBC518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algn="ctr"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350" dirty="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07" name="Oval 981">
              <a:extLst>
                <a:ext uri="{FF2B5EF4-FFF2-40B4-BE49-F238E27FC236}">
                  <a16:creationId xmlns:a16="http://schemas.microsoft.com/office/drawing/2014/main" id="{C0EFDD4D-FB5A-6D4E-97DD-CFA89D4A96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08" name="Rectangle 982">
              <a:extLst>
                <a:ext uri="{FF2B5EF4-FFF2-40B4-BE49-F238E27FC236}">
                  <a16:creationId xmlns:a16="http://schemas.microsoft.com/office/drawing/2014/main" id="{99A1B872-581F-BE49-AADF-3A6775C166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ECB1C97D-3768-4242-9FE4-DEE44A32C22B}"/>
              </a:ext>
            </a:extLst>
          </p:cNvPr>
          <p:cNvGrpSpPr/>
          <p:nvPr/>
        </p:nvGrpSpPr>
        <p:grpSpPr>
          <a:xfrm>
            <a:off x="5760243" y="1710650"/>
            <a:ext cx="2616910" cy="3695231"/>
            <a:chOff x="7680324" y="1137866"/>
            <a:chExt cx="3489213" cy="4926975"/>
          </a:xfrm>
        </p:grpSpPr>
        <p:sp>
          <p:nvSpPr>
            <p:cNvPr id="463" name="Freeform 917">
              <a:extLst>
                <a:ext uri="{FF2B5EF4-FFF2-40B4-BE49-F238E27FC236}">
                  <a16:creationId xmlns:a16="http://schemas.microsoft.com/office/drawing/2014/main" id="{ADACC4C8-123A-0642-ADC2-DC6E1D927429}"/>
                </a:ext>
              </a:extLst>
            </p:cNvPr>
            <p:cNvSpPr>
              <a:spLocks/>
            </p:cNvSpPr>
            <p:nvPr/>
          </p:nvSpPr>
          <p:spPr bwMode="auto">
            <a:xfrm>
              <a:off x="8005845" y="1190714"/>
              <a:ext cx="304800" cy="942975"/>
            </a:xfrm>
            <a:custGeom>
              <a:avLst/>
              <a:gdLst>
                <a:gd name="T0" fmla="*/ 0 w 192"/>
                <a:gd name="T1" fmla="*/ 594 h 594"/>
                <a:gd name="T2" fmla="*/ 192 w 192"/>
                <a:gd name="T3" fmla="*/ 0 h 594"/>
                <a:gd name="T4" fmla="*/ 192 w 192"/>
                <a:gd name="T5" fmla="*/ 515 h 594"/>
                <a:gd name="T6" fmla="*/ 0 w 192"/>
                <a:gd name="T7" fmla="*/ 594 h 59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2"/>
                <a:gd name="T13" fmla="*/ 0 h 594"/>
                <a:gd name="T14" fmla="*/ 192 w 192"/>
                <a:gd name="T15" fmla="*/ 594 h 59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2" h="594">
                  <a:moveTo>
                    <a:pt x="0" y="594"/>
                  </a:moveTo>
                  <a:lnTo>
                    <a:pt x="192" y="0"/>
                  </a:lnTo>
                  <a:lnTo>
                    <a:pt x="192" y="515"/>
                  </a:lnTo>
                  <a:lnTo>
                    <a:pt x="0" y="594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CC000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472" name="Freeform 917">
              <a:extLst>
                <a:ext uri="{FF2B5EF4-FFF2-40B4-BE49-F238E27FC236}">
                  <a16:creationId xmlns:a16="http://schemas.microsoft.com/office/drawing/2014/main" id="{831FA212-BCFB-1F40-96A0-1C871E9EF3A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04523" y="4775289"/>
              <a:ext cx="304800" cy="942975"/>
            </a:xfrm>
            <a:custGeom>
              <a:avLst/>
              <a:gdLst>
                <a:gd name="T0" fmla="*/ 0 w 192"/>
                <a:gd name="T1" fmla="*/ 594 h 594"/>
                <a:gd name="T2" fmla="*/ 192 w 192"/>
                <a:gd name="T3" fmla="*/ 0 h 594"/>
                <a:gd name="T4" fmla="*/ 192 w 192"/>
                <a:gd name="T5" fmla="*/ 515 h 594"/>
                <a:gd name="T6" fmla="*/ 0 w 192"/>
                <a:gd name="T7" fmla="*/ 594 h 59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2"/>
                <a:gd name="T13" fmla="*/ 0 h 594"/>
                <a:gd name="T14" fmla="*/ 192 w 192"/>
                <a:gd name="T15" fmla="*/ 594 h 59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2" h="594">
                  <a:moveTo>
                    <a:pt x="0" y="594"/>
                  </a:moveTo>
                  <a:lnTo>
                    <a:pt x="192" y="0"/>
                  </a:lnTo>
                  <a:lnTo>
                    <a:pt x="192" y="515"/>
                  </a:lnTo>
                  <a:lnTo>
                    <a:pt x="0" y="594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CC000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5AD244DE-F453-1349-B665-A1EA38EE658E}"/>
                </a:ext>
              </a:extLst>
            </p:cNvPr>
            <p:cNvGrpSpPr/>
            <p:nvPr/>
          </p:nvGrpSpPr>
          <p:grpSpPr>
            <a:xfrm>
              <a:off x="7680324" y="1137866"/>
              <a:ext cx="3489213" cy="4926975"/>
              <a:chOff x="7680324" y="1137866"/>
              <a:chExt cx="3489213" cy="4926975"/>
            </a:xfrm>
          </p:grpSpPr>
          <p:sp>
            <p:nvSpPr>
              <p:cNvPr id="449" name="Oval 448">
                <a:extLst>
                  <a:ext uri="{FF2B5EF4-FFF2-40B4-BE49-F238E27FC236}">
                    <a16:creationId xmlns:a16="http://schemas.microsoft.com/office/drawing/2014/main" id="{D57ABF6C-635D-8547-9D46-7AFB160876AA}"/>
                  </a:ext>
                </a:extLst>
              </p:cNvPr>
              <p:cNvSpPr/>
              <p:nvPr/>
            </p:nvSpPr>
            <p:spPr>
              <a:xfrm>
                <a:off x="7680324" y="1814171"/>
                <a:ext cx="612303" cy="510069"/>
              </a:xfrm>
              <a:prstGeom prst="ellipse">
                <a:avLst/>
              </a:prstGeom>
              <a:noFill/>
              <a:ln w="2857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450" name="Oval 449">
                <a:extLst>
                  <a:ext uri="{FF2B5EF4-FFF2-40B4-BE49-F238E27FC236}">
                    <a16:creationId xmlns:a16="http://schemas.microsoft.com/office/drawing/2014/main" id="{2895CDC0-6EA0-564A-AFB6-E1E735A44F41}"/>
                  </a:ext>
                </a:extLst>
              </p:cNvPr>
              <p:cNvSpPr/>
              <p:nvPr/>
            </p:nvSpPr>
            <p:spPr>
              <a:xfrm>
                <a:off x="9823450" y="5554772"/>
                <a:ext cx="612303" cy="510069"/>
              </a:xfrm>
              <a:prstGeom prst="ellipse">
                <a:avLst/>
              </a:prstGeom>
              <a:noFill/>
              <a:ln w="2857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6CFEE881-E73C-8C4D-A5ED-9848E08F428B}"/>
                  </a:ext>
                </a:extLst>
              </p:cNvPr>
              <p:cNvGrpSpPr/>
              <p:nvPr/>
            </p:nvGrpSpPr>
            <p:grpSpPr>
              <a:xfrm>
                <a:off x="10288915" y="4742972"/>
                <a:ext cx="880622" cy="1046440"/>
                <a:chOff x="10288915" y="4742972"/>
                <a:chExt cx="880622" cy="1046440"/>
              </a:xfrm>
            </p:grpSpPr>
            <p:grpSp>
              <p:nvGrpSpPr>
                <p:cNvPr id="323" name="Group 950">
                  <a:extLst>
                    <a:ext uri="{FF2B5EF4-FFF2-40B4-BE49-F238E27FC236}">
                      <a16:creationId xmlns:a16="http://schemas.microsoft.com/office/drawing/2014/main" id="{BF16D25A-05F2-BD48-8851-FCCC3771B7E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288915" y="5273951"/>
                  <a:ext cx="177192" cy="330833"/>
                  <a:chOff x="4140" y="429"/>
                  <a:chExt cx="1425" cy="2396"/>
                </a:xfrm>
              </p:grpSpPr>
              <p:sp>
                <p:nvSpPr>
                  <p:cNvPr id="324" name="Freeform 951">
                    <a:extLst>
                      <a:ext uri="{FF2B5EF4-FFF2-40B4-BE49-F238E27FC236}">
                        <a16:creationId xmlns:a16="http://schemas.microsoft.com/office/drawing/2014/main" id="{72C50429-8235-E440-B0F8-ADCFAC74851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68" y="433"/>
                    <a:ext cx="283" cy="2286"/>
                  </a:xfrm>
                  <a:custGeom>
                    <a:avLst/>
                    <a:gdLst>
                      <a:gd name="T0" fmla="*/ 3 w 354"/>
                      <a:gd name="T1" fmla="*/ 0 h 2742"/>
                      <a:gd name="T2" fmla="*/ 15 w 354"/>
                      <a:gd name="T3" fmla="*/ 27 h 2742"/>
                      <a:gd name="T4" fmla="*/ 15 w 354"/>
                      <a:gd name="T5" fmla="*/ 205 h 2742"/>
                      <a:gd name="T6" fmla="*/ 0 w 354"/>
                      <a:gd name="T7" fmla="*/ 215 h 2742"/>
                      <a:gd name="T8" fmla="*/ 3 w 354"/>
                      <a:gd name="T9" fmla="*/ 0 h 274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54"/>
                      <a:gd name="T16" fmla="*/ 0 h 2742"/>
                      <a:gd name="T17" fmla="*/ 354 w 354"/>
                      <a:gd name="T18" fmla="*/ 2742 h 274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54" h="2742">
                        <a:moveTo>
                          <a:pt x="63" y="0"/>
                        </a:moveTo>
                        <a:lnTo>
                          <a:pt x="354" y="339"/>
                        </a:lnTo>
                        <a:lnTo>
                          <a:pt x="346" y="2624"/>
                        </a:lnTo>
                        <a:lnTo>
                          <a:pt x="0" y="2742"/>
                        </a:lnTo>
                        <a:lnTo>
                          <a:pt x="63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defTabSz="685800">
                      <a:defRPr/>
                    </a:pPr>
                    <a:endParaRPr lang="en-US" sz="1350" dirty="0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325" name="Rectangle 952">
                    <a:extLst>
                      <a:ext uri="{FF2B5EF4-FFF2-40B4-BE49-F238E27FC236}">
                        <a16:creationId xmlns:a16="http://schemas.microsoft.com/office/drawing/2014/main" id="{C8289D20-20EF-CE4A-B82D-CC6F98B220C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429"/>
                    <a:ext cx="1046" cy="228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defTabSz="685800"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None/>
                      <a:defRPr/>
                    </a:pPr>
                    <a:endParaRPr lang="en-US" altLang="en-US" sz="1800" dirty="0">
                      <a:solidFill>
                        <a:prstClr val="black"/>
                      </a:solidFill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326" name="Freeform 953">
                    <a:extLst>
                      <a:ext uri="{FF2B5EF4-FFF2-40B4-BE49-F238E27FC236}">
                        <a16:creationId xmlns:a16="http://schemas.microsoft.com/office/drawing/2014/main" id="{512EE24C-2BC1-5A45-B541-28FAD55222B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21" y="570"/>
                    <a:ext cx="169" cy="2115"/>
                  </a:xfrm>
                  <a:custGeom>
                    <a:avLst/>
                    <a:gdLst>
                      <a:gd name="T0" fmla="*/ 2 w 211"/>
                      <a:gd name="T1" fmla="*/ 0 h 2537"/>
                      <a:gd name="T2" fmla="*/ 9 w 211"/>
                      <a:gd name="T3" fmla="*/ 18 h 2537"/>
                      <a:gd name="T4" fmla="*/ 2 w 211"/>
                      <a:gd name="T5" fmla="*/ 196 h 2537"/>
                      <a:gd name="T6" fmla="*/ 2 w 211"/>
                      <a:gd name="T7" fmla="*/ 0 h 2537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11"/>
                      <a:gd name="T13" fmla="*/ 0 h 2537"/>
                      <a:gd name="T14" fmla="*/ 211 w 211"/>
                      <a:gd name="T15" fmla="*/ 2537 h 2537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1" h="2537">
                        <a:moveTo>
                          <a:pt x="7" y="0"/>
                        </a:moveTo>
                        <a:cubicBezTo>
                          <a:pt x="7" y="0"/>
                          <a:pt x="57" y="28"/>
                          <a:pt x="211" y="218"/>
                        </a:cubicBezTo>
                        <a:cubicBezTo>
                          <a:pt x="0" y="1229"/>
                          <a:pt x="41" y="2537"/>
                          <a:pt x="7" y="2501"/>
                        </a:cubicBezTo>
                        <a:lnTo>
                          <a:pt x="7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808080"/>
                      </a:gs>
                      <a:gs pos="100000">
                        <a:srgbClr val="F8F8F8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defTabSz="685800">
                      <a:defRPr/>
                    </a:pPr>
                    <a:endParaRPr lang="en-US" sz="1350" dirty="0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327" name="Freeform 954">
                    <a:extLst>
                      <a:ext uri="{FF2B5EF4-FFF2-40B4-BE49-F238E27FC236}">
                        <a16:creationId xmlns:a16="http://schemas.microsoft.com/office/drawing/2014/main" id="{CC26DF50-FD02-994D-80F7-4CD21CC31FD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84" y="1640"/>
                    <a:ext cx="263" cy="189"/>
                  </a:xfrm>
                  <a:custGeom>
                    <a:avLst/>
                    <a:gdLst>
                      <a:gd name="T0" fmla="*/ 2 w 328"/>
                      <a:gd name="T1" fmla="*/ 0 h 226"/>
                      <a:gd name="T2" fmla="*/ 14 w 328"/>
                      <a:gd name="T3" fmla="*/ 11 h 226"/>
                      <a:gd name="T4" fmla="*/ 14 w 328"/>
                      <a:gd name="T5" fmla="*/ 19 h 226"/>
                      <a:gd name="T6" fmla="*/ 0 w 328"/>
                      <a:gd name="T7" fmla="*/ 8 h 226"/>
                      <a:gd name="T8" fmla="*/ 2 w 328"/>
                      <a:gd name="T9" fmla="*/ 0 h 22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28"/>
                      <a:gd name="T16" fmla="*/ 0 h 226"/>
                      <a:gd name="T17" fmla="*/ 328 w 328"/>
                      <a:gd name="T18" fmla="*/ 226 h 22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28" h="226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defTabSz="685800">
                      <a:defRPr/>
                    </a:pPr>
                    <a:endParaRPr lang="en-US" sz="1350" dirty="0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328" name="Rectangle 955">
                    <a:extLst>
                      <a:ext uri="{FF2B5EF4-FFF2-40B4-BE49-F238E27FC236}">
                        <a16:creationId xmlns:a16="http://schemas.microsoft.com/office/drawing/2014/main" id="{12D5F885-EEB6-EA49-8F16-8E65F7B568A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690"/>
                    <a:ext cx="598" cy="47"/>
                  </a:xfrm>
                  <a:prstGeom prst="rect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defTabSz="685800"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None/>
                      <a:defRPr/>
                    </a:pPr>
                    <a:endParaRPr lang="en-US" altLang="en-US" sz="1800" dirty="0">
                      <a:solidFill>
                        <a:prstClr val="black"/>
                      </a:solidFill>
                      <a:latin typeface="Arial" panose="020B0604020202020204" pitchFamily="34" charset="0"/>
                    </a:endParaRPr>
                  </a:p>
                </p:txBody>
              </p:sp>
              <p:grpSp>
                <p:nvGrpSpPr>
                  <p:cNvPr id="329" name="Group 956">
                    <a:extLst>
                      <a:ext uri="{FF2B5EF4-FFF2-40B4-BE49-F238E27FC236}">
                        <a16:creationId xmlns:a16="http://schemas.microsoft.com/office/drawing/2014/main" id="{4819CF1A-CAA2-2445-BACA-6333C67700FA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49" y="668"/>
                    <a:ext cx="581" cy="145"/>
                    <a:chOff x="614" y="2568"/>
                    <a:chExt cx="725" cy="139"/>
                  </a:xfrm>
                </p:grpSpPr>
                <p:sp>
                  <p:nvSpPr>
                    <p:cNvPr id="354" name="AutoShape 957">
                      <a:extLst>
                        <a:ext uri="{FF2B5EF4-FFF2-40B4-BE49-F238E27FC236}">
                          <a16:creationId xmlns:a16="http://schemas.microsoft.com/office/drawing/2014/main" id="{F403CAA7-7575-5B45-9B26-74060E67EDD8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3" y="2566"/>
                      <a:ext cx="721" cy="14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chemeClr val="tx1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defTabSz="685800">
                        <a:lnSpc>
                          <a:spcPct val="100000"/>
                        </a:lnSpc>
                        <a:spcBef>
                          <a:spcPct val="0"/>
                        </a:spcBef>
                        <a:buClrTx/>
                        <a:buSzTx/>
                        <a:buNone/>
                        <a:defRPr/>
                      </a:pPr>
                      <a:endParaRPr lang="en-US" altLang="en-US" sz="1800" dirty="0">
                        <a:solidFill>
                          <a:prstClr val="black"/>
                        </a:solidFill>
                        <a:latin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355" name="AutoShape 958">
                      <a:extLst>
                        <a:ext uri="{FF2B5EF4-FFF2-40B4-BE49-F238E27FC236}">
                          <a16:creationId xmlns:a16="http://schemas.microsoft.com/office/drawing/2014/main" id="{E7C03107-B3D4-E74B-8026-51FC5FB4C97E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5" y="2581"/>
                      <a:ext cx="696" cy="114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defTabSz="685800">
                        <a:lnSpc>
                          <a:spcPct val="100000"/>
                        </a:lnSpc>
                        <a:spcBef>
                          <a:spcPct val="0"/>
                        </a:spcBef>
                        <a:buClrTx/>
                        <a:buSzTx/>
                        <a:buNone/>
                        <a:defRPr/>
                      </a:pPr>
                      <a:endParaRPr lang="en-US" altLang="en-US" sz="1800" dirty="0">
                        <a:solidFill>
                          <a:prstClr val="black"/>
                        </a:solidFill>
                        <a:latin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330" name="Rectangle 959">
                    <a:extLst>
                      <a:ext uri="{FF2B5EF4-FFF2-40B4-BE49-F238E27FC236}">
                        <a16:creationId xmlns:a16="http://schemas.microsoft.com/office/drawing/2014/main" id="{8C82FD14-8B3E-4C45-BA2F-1D536922BBF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20" y="1022"/>
                    <a:ext cx="598" cy="47"/>
                  </a:xfrm>
                  <a:prstGeom prst="rect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defTabSz="685800"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None/>
                      <a:defRPr/>
                    </a:pPr>
                    <a:endParaRPr lang="en-US" altLang="en-US" sz="1800" dirty="0">
                      <a:solidFill>
                        <a:prstClr val="black"/>
                      </a:solidFill>
                      <a:latin typeface="Arial" panose="020B0604020202020204" pitchFamily="34" charset="0"/>
                    </a:endParaRPr>
                  </a:p>
                </p:txBody>
              </p:sp>
              <p:grpSp>
                <p:nvGrpSpPr>
                  <p:cNvPr id="331" name="Group 960">
                    <a:extLst>
                      <a:ext uri="{FF2B5EF4-FFF2-40B4-BE49-F238E27FC236}">
                        <a16:creationId xmlns:a16="http://schemas.microsoft.com/office/drawing/2014/main" id="{848EC42A-6B0F-D74E-99AF-9287D4319DF2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47" y="994"/>
                    <a:ext cx="581" cy="134"/>
                    <a:chOff x="614" y="2568"/>
                    <a:chExt cx="725" cy="139"/>
                  </a:xfrm>
                </p:grpSpPr>
                <p:sp>
                  <p:nvSpPr>
                    <p:cNvPr id="352" name="AutoShape 961">
                      <a:extLst>
                        <a:ext uri="{FF2B5EF4-FFF2-40B4-BE49-F238E27FC236}">
                          <a16:creationId xmlns:a16="http://schemas.microsoft.com/office/drawing/2014/main" id="{5837F05C-C8FD-5D48-B46A-FAF46F8F6D0B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5" y="2564"/>
                      <a:ext cx="721" cy="139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chemeClr val="tx1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defTabSz="685800">
                        <a:lnSpc>
                          <a:spcPct val="100000"/>
                        </a:lnSpc>
                        <a:spcBef>
                          <a:spcPct val="0"/>
                        </a:spcBef>
                        <a:buClrTx/>
                        <a:buSzTx/>
                        <a:buNone/>
                        <a:defRPr/>
                      </a:pPr>
                      <a:endParaRPr lang="en-US" altLang="en-US" sz="1800" dirty="0">
                        <a:solidFill>
                          <a:prstClr val="black"/>
                        </a:solidFill>
                        <a:latin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353" name="AutoShape 962">
                      <a:extLst>
                        <a:ext uri="{FF2B5EF4-FFF2-40B4-BE49-F238E27FC236}">
                          <a16:creationId xmlns:a16="http://schemas.microsoft.com/office/drawing/2014/main" id="{85884ACD-1556-C049-9208-BBD38D4BCBC0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8" y="2581"/>
                      <a:ext cx="696" cy="107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defTabSz="685800">
                        <a:lnSpc>
                          <a:spcPct val="100000"/>
                        </a:lnSpc>
                        <a:spcBef>
                          <a:spcPct val="0"/>
                        </a:spcBef>
                        <a:buClrTx/>
                        <a:buSzTx/>
                        <a:buNone/>
                        <a:defRPr/>
                      </a:pPr>
                      <a:endParaRPr lang="en-US" altLang="en-US" sz="1800" dirty="0">
                        <a:solidFill>
                          <a:prstClr val="black"/>
                        </a:solidFill>
                        <a:latin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332" name="Rectangle 963">
                    <a:extLst>
                      <a:ext uri="{FF2B5EF4-FFF2-40B4-BE49-F238E27FC236}">
                        <a16:creationId xmlns:a16="http://schemas.microsoft.com/office/drawing/2014/main" id="{BB3BDCEC-6ABC-7E44-B9C4-70680B6560C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20" y="1354"/>
                    <a:ext cx="598" cy="47"/>
                  </a:xfrm>
                  <a:prstGeom prst="rect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defTabSz="685800"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None/>
                      <a:defRPr/>
                    </a:pPr>
                    <a:endParaRPr lang="en-US" altLang="en-US" sz="1800" dirty="0">
                      <a:solidFill>
                        <a:prstClr val="black"/>
                      </a:solidFill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333" name="Rectangle 964">
                    <a:extLst>
                      <a:ext uri="{FF2B5EF4-FFF2-40B4-BE49-F238E27FC236}">
                        <a16:creationId xmlns:a16="http://schemas.microsoft.com/office/drawing/2014/main" id="{BF659529-BF75-D64D-A398-3F5F02E8D6F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30" y="1655"/>
                    <a:ext cx="598" cy="47"/>
                  </a:xfrm>
                  <a:prstGeom prst="rect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defTabSz="685800"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None/>
                      <a:defRPr/>
                    </a:pPr>
                    <a:endParaRPr lang="en-US" altLang="en-US" sz="1800" dirty="0">
                      <a:solidFill>
                        <a:prstClr val="black"/>
                      </a:solidFill>
                      <a:latin typeface="Arial" panose="020B0604020202020204" pitchFamily="34" charset="0"/>
                    </a:endParaRPr>
                  </a:p>
                </p:txBody>
              </p:sp>
              <p:grpSp>
                <p:nvGrpSpPr>
                  <p:cNvPr id="334" name="Group 965">
                    <a:extLst>
                      <a:ext uri="{FF2B5EF4-FFF2-40B4-BE49-F238E27FC236}">
                        <a16:creationId xmlns:a16="http://schemas.microsoft.com/office/drawing/2014/main" id="{08EED94E-296E-6944-AB01-4E0F74CF6006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35" y="1627"/>
                    <a:ext cx="582" cy="151"/>
                    <a:chOff x="614" y="2568"/>
                    <a:chExt cx="725" cy="139"/>
                  </a:xfrm>
                </p:grpSpPr>
                <p:sp>
                  <p:nvSpPr>
                    <p:cNvPr id="350" name="AutoShape 966">
                      <a:extLst>
                        <a:ext uri="{FF2B5EF4-FFF2-40B4-BE49-F238E27FC236}">
                          <a16:creationId xmlns:a16="http://schemas.microsoft.com/office/drawing/2014/main" id="{E45BC691-EDAB-5043-B974-6931BF4A1A74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8" y="2586"/>
                      <a:ext cx="720" cy="12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chemeClr val="tx1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defTabSz="685800">
                        <a:lnSpc>
                          <a:spcPct val="100000"/>
                        </a:lnSpc>
                        <a:spcBef>
                          <a:spcPct val="0"/>
                        </a:spcBef>
                        <a:buClrTx/>
                        <a:buSzTx/>
                        <a:buNone/>
                        <a:defRPr/>
                      </a:pPr>
                      <a:endParaRPr lang="en-US" altLang="en-US" sz="1800" dirty="0">
                        <a:solidFill>
                          <a:prstClr val="black"/>
                        </a:solidFill>
                        <a:latin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351" name="AutoShape 967">
                      <a:extLst>
                        <a:ext uri="{FF2B5EF4-FFF2-40B4-BE49-F238E27FC236}">
                          <a16:creationId xmlns:a16="http://schemas.microsoft.com/office/drawing/2014/main" id="{BC4BCC73-0226-7344-A90F-A319311EB05E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30" y="2586"/>
                      <a:ext cx="695" cy="109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defTabSz="685800">
                        <a:lnSpc>
                          <a:spcPct val="100000"/>
                        </a:lnSpc>
                        <a:spcBef>
                          <a:spcPct val="0"/>
                        </a:spcBef>
                        <a:buClrTx/>
                        <a:buSzTx/>
                        <a:buNone/>
                        <a:defRPr/>
                      </a:pPr>
                      <a:endParaRPr lang="en-US" altLang="en-US" sz="1800" dirty="0">
                        <a:solidFill>
                          <a:prstClr val="black"/>
                        </a:solidFill>
                        <a:latin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335" name="Freeform 968">
                    <a:extLst>
                      <a:ext uri="{FF2B5EF4-FFF2-40B4-BE49-F238E27FC236}">
                        <a16:creationId xmlns:a16="http://schemas.microsoft.com/office/drawing/2014/main" id="{4D3CB3E6-04E9-DD42-A1E2-B9CFDE5F408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88" y="1354"/>
                    <a:ext cx="263" cy="188"/>
                  </a:xfrm>
                  <a:custGeom>
                    <a:avLst/>
                    <a:gdLst>
                      <a:gd name="T0" fmla="*/ 2 w 328"/>
                      <a:gd name="T1" fmla="*/ 0 h 226"/>
                      <a:gd name="T2" fmla="*/ 14 w 328"/>
                      <a:gd name="T3" fmla="*/ 10 h 226"/>
                      <a:gd name="T4" fmla="*/ 14 w 328"/>
                      <a:gd name="T5" fmla="*/ 17 h 226"/>
                      <a:gd name="T6" fmla="*/ 0 w 328"/>
                      <a:gd name="T7" fmla="*/ 7 h 226"/>
                      <a:gd name="T8" fmla="*/ 2 w 328"/>
                      <a:gd name="T9" fmla="*/ 0 h 22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28"/>
                      <a:gd name="T16" fmla="*/ 0 h 226"/>
                      <a:gd name="T17" fmla="*/ 328 w 328"/>
                      <a:gd name="T18" fmla="*/ 226 h 22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28" h="226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defTabSz="685800">
                      <a:defRPr/>
                    </a:pPr>
                    <a:endParaRPr lang="en-US" sz="1350" dirty="0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grpSp>
                <p:nvGrpSpPr>
                  <p:cNvPr id="336" name="Group 969">
                    <a:extLst>
                      <a:ext uri="{FF2B5EF4-FFF2-40B4-BE49-F238E27FC236}">
                        <a16:creationId xmlns:a16="http://schemas.microsoft.com/office/drawing/2014/main" id="{D3A85C8F-5C9D-004C-BED1-826FD6B7538B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39" y="1327"/>
                    <a:ext cx="582" cy="139"/>
                    <a:chOff x="614" y="2568"/>
                    <a:chExt cx="725" cy="139"/>
                  </a:xfrm>
                </p:grpSpPr>
                <p:sp>
                  <p:nvSpPr>
                    <p:cNvPr id="348" name="AutoShape 970">
                      <a:extLst>
                        <a:ext uri="{FF2B5EF4-FFF2-40B4-BE49-F238E27FC236}">
                          <a16:creationId xmlns:a16="http://schemas.microsoft.com/office/drawing/2014/main" id="{61DC189F-D857-CE49-9706-A99AFD074139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3" y="2571"/>
                      <a:ext cx="732" cy="13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chemeClr val="tx1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defTabSz="685800">
                        <a:lnSpc>
                          <a:spcPct val="100000"/>
                        </a:lnSpc>
                        <a:spcBef>
                          <a:spcPct val="0"/>
                        </a:spcBef>
                        <a:buClrTx/>
                        <a:buSzTx/>
                        <a:buNone/>
                        <a:defRPr/>
                      </a:pPr>
                      <a:endParaRPr lang="en-US" altLang="en-US" sz="1800" dirty="0">
                        <a:solidFill>
                          <a:prstClr val="black"/>
                        </a:solidFill>
                        <a:latin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349" name="AutoShape 971">
                      <a:extLst>
                        <a:ext uri="{FF2B5EF4-FFF2-40B4-BE49-F238E27FC236}">
                          <a16:creationId xmlns:a16="http://schemas.microsoft.com/office/drawing/2014/main" id="{8FED6611-7057-CD45-9474-CA215533CFCA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5" y="2587"/>
                      <a:ext cx="720" cy="103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defTabSz="685800">
                        <a:lnSpc>
                          <a:spcPct val="100000"/>
                        </a:lnSpc>
                        <a:spcBef>
                          <a:spcPct val="0"/>
                        </a:spcBef>
                        <a:buClrTx/>
                        <a:buSzTx/>
                        <a:buNone/>
                        <a:defRPr/>
                      </a:pPr>
                      <a:endParaRPr lang="en-US" altLang="en-US" sz="1800" dirty="0">
                        <a:solidFill>
                          <a:prstClr val="black"/>
                        </a:solidFill>
                        <a:latin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337" name="Rectangle 972">
                    <a:extLst>
                      <a:ext uri="{FF2B5EF4-FFF2-40B4-BE49-F238E27FC236}">
                        <a16:creationId xmlns:a16="http://schemas.microsoft.com/office/drawing/2014/main" id="{043E3E2C-723D-CA49-8604-B8FA4FD2921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46" y="429"/>
                    <a:ext cx="70" cy="228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33"/>
                      </a:gs>
                      <a:gs pos="5000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1"/>
                  </a:gra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defTabSz="685800"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None/>
                      <a:defRPr/>
                    </a:pPr>
                    <a:endParaRPr lang="en-US" altLang="en-US" sz="1800" dirty="0">
                      <a:solidFill>
                        <a:prstClr val="black"/>
                      </a:solidFill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338" name="Freeform 973">
                    <a:extLst>
                      <a:ext uri="{FF2B5EF4-FFF2-40B4-BE49-F238E27FC236}">
                        <a16:creationId xmlns:a16="http://schemas.microsoft.com/office/drawing/2014/main" id="{A7D59DBF-B240-2743-8F05-CD66521792A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12" y="1007"/>
                    <a:ext cx="237" cy="213"/>
                  </a:xfrm>
                  <a:custGeom>
                    <a:avLst/>
                    <a:gdLst>
                      <a:gd name="T0" fmla="*/ 2 w 296"/>
                      <a:gd name="T1" fmla="*/ 0 h 256"/>
                      <a:gd name="T2" fmla="*/ 14 w 296"/>
                      <a:gd name="T3" fmla="*/ 10 h 256"/>
                      <a:gd name="T4" fmla="*/ 14 w 296"/>
                      <a:gd name="T5" fmla="*/ 19 h 256"/>
                      <a:gd name="T6" fmla="*/ 0 w 296"/>
                      <a:gd name="T7" fmla="*/ 7 h 256"/>
                      <a:gd name="T8" fmla="*/ 2 w 296"/>
                      <a:gd name="T9" fmla="*/ 0 h 25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96"/>
                      <a:gd name="T16" fmla="*/ 0 h 256"/>
                      <a:gd name="T17" fmla="*/ 296 w 296"/>
                      <a:gd name="T18" fmla="*/ 256 h 25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96" h="256">
                        <a:moveTo>
                          <a:pt x="4" y="0"/>
                        </a:moveTo>
                        <a:cubicBezTo>
                          <a:pt x="55" y="10"/>
                          <a:pt x="144" y="68"/>
                          <a:pt x="292" y="144"/>
                        </a:cubicBezTo>
                        <a:cubicBezTo>
                          <a:pt x="290" y="178"/>
                          <a:pt x="296" y="188"/>
                          <a:pt x="296" y="256"/>
                        </a:cubicBezTo>
                        <a:cubicBezTo>
                          <a:pt x="296" y="256"/>
                          <a:pt x="160" y="176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defTabSz="685800">
                      <a:defRPr/>
                    </a:pPr>
                    <a:endParaRPr lang="en-US" sz="1350" dirty="0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339" name="Freeform 974">
                    <a:extLst>
                      <a:ext uri="{FF2B5EF4-FFF2-40B4-BE49-F238E27FC236}">
                        <a16:creationId xmlns:a16="http://schemas.microsoft.com/office/drawing/2014/main" id="{782758E0-5FA1-2541-8957-4820DA26444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15" y="680"/>
                    <a:ext cx="244" cy="240"/>
                  </a:xfrm>
                  <a:custGeom>
                    <a:avLst/>
                    <a:gdLst>
                      <a:gd name="T0" fmla="*/ 0 w 304"/>
                      <a:gd name="T1" fmla="*/ 0 h 288"/>
                      <a:gd name="T2" fmla="*/ 14 w 304"/>
                      <a:gd name="T3" fmla="*/ 13 h 288"/>
                      <a:gd name="T4" fmla="*/ 13 w 304"/>
                      <a:gd name="T5" fmla="*/ 23 h 288"/>
                      <a:gd name="T6" fmla="*/ 2 w 304"/>
                      <a:gd name="T7" fmla="*/ 10 h 288"/>
                      <a:gd name="T8" fmla="*/ 0 w 304"/>
                      <a:gd name="T9" fmla="*/ 0 h 28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04"/>
                      <a:gd name="T16" fmla="*/ 0 h 288"/>
                      <a:gd name="T17" fmla="*/ 304 w 304"/>
                      <a:gd name="T18" fmla="*/ 288 h 28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04" h="288">
                        <a:moveTo>
                          <a:pt x="0" y="0"/>
                        </a:moveTo>
                        <a:cubicBezTo>
                          <a:pt x="51" y="10"/>
                          <a:pt x="148" y="76"/>
                          <a:pt x="304" y="164"/>
                        </a:cubicBezTo>
                        <a:cubicBezTo>
                          <a:pt x="302" y="198"/>
                          <a:pt x="284" y="220"/>
                          <a:pt x="284" y="288"/>
                        </a:cubicBezTo>
                        <a:cubicBezTo>
                          <a:pt x="284" y="288"/>
                          <a:pt x="163" y="179"/>
                          <a:pt x="8" y="124"/>
                        </a:cubicBezTo>
                        <a:cubicBezTo>
                          <a:pt x="8" y="72"/>
                          <a:pt x="0" y="17"/>
                          <a:pt x="0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defTabSz="685800">
                      <a:defRPr/>
                    </a:pPr>
                    <a:endParaRPr lang="en-US" sz="1350" dirty="0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340" name="Oval 975">
                    <a:extLst>
                      <a:ext uri="{FF2B5EF4-FFF2-40B4-BE49-F238E27FC236}">
                        <a16:creationId xmlns:a16="http://schemas.microsoft.com/office/drawing/2014/main" id="{E43434A9-1771-1841-B10D-00C68B13FB3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515" y="2611"/>
                    <a:ext cx="50" cy="95"/>
                  </a:xfrm>
                  <a:prstGeom prst="ellipse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defTabSz="685800"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None/>
                      <a:defRPr/>
                    </a:pPr>
                    <a:endParaRPr lang="en-US" altLang="en-US" sz="1800" dirty="0">
                      <a:solidFill>
                        <a:prstClr val="black"/>
                      </a:solidFill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341" name="Freeform 976">
                    <a:extLst>
                      <a:ext uri="{FF2B5EF4-FFF2-40B4-BE49-F238E27FC236}">
                        <a16:creationId xmlns:a16="http://schemas.microsoft.com/office/drawing/2014/main" id="{7F3BC29B-77D4-0345-BC99-5EBDE517864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02" y="2614"/>
                    <a:ext cx="245" cy="200"/>
                  </a:xfrm>
                  <a:custGeom>
                    <a:avLst/>
                    <a:gdLst>
                      <a:gd name="T0" fmla="*/ 0 w 306"/>
                      <a:gd name="T1" fmla="*/ 9 h 240"/>
                      <a:gd name="T2" fmla="*/ 2 w 306"/>
                      <a:gd name="T3" fmla="*/ 19 h 240"/>
                      <a:gd name="T4" fmla="*/ 14 w 306"/>
                      <a:gd name="T5" fmla="*/ 9 h 240"/>
                      <a:gd name="T6" fmla="*/ 14 w 306"/>
                      <a:gd name="T7" fmla="*/ 0 h 240"/>
                      <a:gd name="T8" fmla="*/ 0 w 306"/>
                      <a:gd name="T9" fmla="*/ 9 h 24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06"/>
                      <a:gd name="T16" fmla="*/ 0 h 240"/>
                      <a:gd name="T17" fmla="*/ 306 w 306"/>
                      <a:gd name="T18" fmla="*/ 240 h 24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06" h="240">
                        <a:moveTo>
                          <a:pt x="0" y="106"/>
                        </a:moveTo>
                        <a:lnTo>
                          <a:pt x="2" y="240"/>
                        </a:lnTo>
                        <a:lnTo>
                          <a:pt x="306" y="110"/>
                        </a:lnTo>
                        <a:lnTo>
                          <a:pt x="300" y="0"/>
                        </a:lnTo>
                        <a:lnTo>
                          <a:pt x="0" y="106"/>
                        </a:lnTo>
                        <a:close/>
                      </a:path>
                    </a:pathLst>
                  </a:custGeom>
                  <a:solidFill>
                    <a:srgbClr val="3333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defTabSz="685800">
                      <a:defRPr/>
                    </a:pPr>
                    <a:endParaRPr lang="en-US" sz="1350" dirty="0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342" name="AutoShape 977">
                    <a:extLst>
                      <a:ext uri="{FF2B5EF4-FFF2-40B4-BE49-F238E27FC236}">
                        <a16:creationId xmlns:a16="http://schemas.microsoft.com/office/drawing/2014/main" id="{AB8C4D5D-D558-0E48-B735-10A1700F94A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140" y="2675"/>
                    <a:ext cx="1196" cy="15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DDDDDD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defTabSz="685800"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None/>
                      <a:defRPr/>
                    </a:pPr>
                    <a:endParaRPr lang="en-US" altLang="en-US" sz="1800" dirty="0">
                      <a:solidFill>
                        <a:prstClr val="black"/>
                      </a:solidFill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343" name="AutoShape 978">
                    <a:extLst>
                      <a:ext uri="{FF2B5EF4-FFF2-40B4-BE49-F238E27FC236}">
                        <a16:creationId xmlns:a16="http://schemas.microsoft.com/office/drawing/2014/main" id="{A52E34C3-2A4E-6E43-AEAD-80E9029E9F4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2714"/>
                    <a:ext cx="1066" cy="7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chemeClr val="tx2"/>
                      </a:gs>
                      <a:gs pos="100000">
                        <a:schemeClr val="bg2"/>
                      </a:gs>
                    </a:gsLst>
                    <a:lin ang="0" scaled="1"/>
                  </a:gra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defTabSz="685800"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None/>
                      <a:defRPr/>
                    </a:pPr>
                    <a:endParaRPr lang="en-US" altLang="en-US" sz="1800" dirty="0">
                      <a:solidFill>
                        <a:prstClr val="black"/>
                      </a:solidFill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344" name="Oval 979">
                    <a:extLst>
                      <a:ext uri="{FF2B5EF4-FFF2-40B4-BE49-F238E27FC236}">
                        <a16:creationId xmlns:a16="http://schemas.microsoft.com/office/drawing/2014/main" id="{CF996EB8-B8AF-1645-81FB-5C4480FC108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309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defTabSz="685800"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None/>
                      <a:defRPr/>
                    </a:pPr>
                    <a:endParaRPr lang="en-US" altLang="en-US" sz="1800" dirty="0">
                      <a:solidFill>
                        <a:prstClr val="black"/>
                      </a:solidFill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345" name="Oval 980">
                    <a:extLst>
                      <a:ext uri="{FF2B5EF4-FFF2-40B4-BE49-F238E27FC236}">
                        <a16:creationId xmlns:a16="http://schemas.microsoft.com/office/drawing/2014/main" id="{6ABBF416-3D25-A54A-B9CB-9BC7B8D8BD1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489" y="2382"/>
                    <a:ext cx="159" cy="142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algn="ctr" defTabSz="685800"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None/>
                      <a:defRPr/>
                    </a:pPr>
                    <a:endParaRPr lang="en-US" altLang="en-US" sz="1350" dirty="0">
                      <a:solidFill>
                        <a:srgbClr val="FF0000"/>
                      </a:solidFill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346" name="Oval 981">
                    <a:extLst>
                      <a:ext uri="{FF2B5EF4-FFF2-40B4-BE49-F238E27FC236}">
                        <a16:creationId xmlns:a16="http://schemas.microsoft.com/office/drawing/2014/main" id="{BEBFB614-43B9-5A4B-8E5D-794244BE125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658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defTabSz="685800"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None/>
                      <a:defRPr/>
                    </a:pPr>
                    <a:endParaRPr lang="en-US" altLang="en-US" sz="1800" dirty="0">
                      <a:solidFill>
                        <a:prstClr val="black"/>
                      </a:solidFill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347" name="Rectangle 982">
                    <a:extLst>
                      <a:ext uri="{FF2B5EF4-FFF2-40B4-BE49-F238E27FC236}">
                        <a16:creationId xmlns:a16="http://schemas.microsoft.com/office/drawing/2014/main" id="{C5CE1C8E-4047-8540-B7FB-EBAB3DBC646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067" y="1837"/>
                    <a:ext cx="80" cy="759"/>
                  </a:xfrm>
                  <a:prstGeom prst="rect">
                    <a:avLst/>
                  </a:prstGeom>
                  <a:solidFill>
                    <a:srgbClr val="292929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defTabSz="685800"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None/>
                      <a:defRPr/>
                    </a:pPr>
                    <a:endParaRPr lang="en-US" altLang="en-US" sz="1800" dirty="0">
                      <a:solidFill>
                        <a:prstClr val="black"/>
                      </a:solidFill>
                      <a:latin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465" name="Rectangle 227">
                  <a:extLst>
                    <a:ext uri="{FF2B5EF4-FFF2-40B4-BE49-F238E27FC236}">
                      <a16:creationId xmlns:a16="http://schemas.microsoft.com/office/drawing/2014/main" id="{DDE0D48B-5AA6-5340-937B-33FE1BA44B2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452186" y="4753064"/>
                  <a:ext cx="676276" cy="776288"/>
                </a:xfrm>
                <a:prstGeom prst="rect">
                  <a:avLst/>
                </a:prstGeom>
                <a:solidFill>
                  <a:srgbClr val="0000A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>
                    <a:defRPr/>
                  </a:pPr>
                  <a:endParaRPr lang="en-US" altLang="en-US" sz="1800" dirty="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466" name="Rectangle 228">
                  <a:extLst>
                    <a:ext uri="{FF2B5EF4-FFF2-40B4-BE49-F238E27FC236}">
                      <a16:creationId xmlns:a16="http://schemas.microsoft.com/office/drawing/2014/main" id="{AEBD2839-8A70-0849-9413-EA386C5B0A7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418848" y="4776877"/>
                  <a:ext cx="690563" cy="800100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>
                    <a:defRPr/>
                  </a:pPr>
                  <a:endParaRPr lang="en-US" altLang="en-US" sz="1800" dirty="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467" name="Rectangle 229">
                  <a:extLst>
                    <a:ext uri="{FF2B5EF4-FFF2-40B4-BE49-F238E27FC236}">
                      <a16:creationId xmlns:a16="http://schemas.microsoft.com/office/drawing/2014/main" id="{66D99AF7-74D7-B440-A1E0-2DC5D0A5EFA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425991" y="4930726"/>
                  <a:ext cx="676276" cy="186668"/>
                </a:xfrm>
                <a:prstGeom prst="rect">
                  <a:avLst/>
                </a:prstGeom>
                <a:solidFill>
                  <a:srgbClr val="CC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>
                    <a:defRPr/>
                  </a:pPr>
                  <a:endParaRPr lang="en-US" altLang="en-US" sz="1800" dirty="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468" name="Text Box 230">
                  <a:extLst>
                    <a:ext uri="{FF2B5EF4-FFF2-40B4-BE49-F238E27FC236}">
                      <a16:creationId xmlns:a16="http://schemas.microsoft.com/office/drawing/2014/main" id="{0C785C80-53AC-EA4E-992A-05BE1EFF5EB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355150" y="4742972"/>
                  <a:ext cx="814387" cy="10464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 defTabSz="685800">
                    <a:spcBef>
                      <a:spcPct val="0"/>
                    </a:spcBef>
                    <a:defRPr/>
                  </a:pPr>
                  <a:r>
                    <a:rPr lang="en-US" altLang="en-US" sz="750" dirty="0">
                      <a:solidFill>
                        <a:prstClr val="black"/>
                      </a:solidFill>
                    </a:rPr>
                    <a:t>application</a:t>
                  </a:r>
                </a:p>
                <a:p>
                  <a:pPr algn="ctr" defTabSz="685800">
                    <a:spcBef>
                      <a:spcPct val="0"/>
                    </a:spcBef>
                    <a:defRPr/>
                  </a:pPr>
                  <a:r>
                    <a:rPr lang="en-US" altLang="en-US" sz="750" dirty="0">
                      <a:solidFill>
                        <a:prstClr val="white"/>
                      </a:solidFill>
                    </a:rPr>
                    <a:t>transport</a:t>
                  </a:r>
                </a:p>
                <a:p>
                  <a:pPr algn="ctr" defTabSz="685800">
                    <a:spcBef>
                      <a:spcPct val="0"/>
                    </a:spcBef>
                    <a:defRPr/>
                  </a:pPr>
                  <a:r>
                    <a:rPr lang="en-US" altLang="en-US" sz="750" dirty="0">
                      <a:solidFill>
                        <a:prstClr val="black"/>
                      </a:solidFill>
                    </a:rPr>
                    <a:t>network</a:t>
                  </a:r>
                </a:p>
                <a:p>
                  <a:pPr algn="ctr" defTabSz="685800">
                    <a:spcBef>
                      <a:spcPct val="0"/>
                    </a:spcBef>
                    <a:defRPr/>
                  </a:pPr>
                  <a:r>
                    <a:rPr lang="en-US" altLang="en-US" sz="750" dirty="0">
                      <a:solidFill>
                        <a:prstClr val="black"/>
                      </a:solidFill>
                    </a:rPr>
                    <a:t>data link</a:t>
                  </a:r>
                </a:p>
                <a:p>
                  <a:pPr algn="ctr" defTabSz="685800">
                    <a:spcBef>
                      <a:spcPct val="0"/>
                    </a:spcBef>
                    <a:defRPr/>
                  </a:pPr>
                  <a:r>
                    <a:rPr lang="en-US" altLang="en-US" sz="750" dirty="0">
                      <a:solidFill>
                        <a:prstClr val="black"/>
                      </a:solidFill>
                    </a:rPr>
                    <a:t>physical</a:t>
                  </a:r>
                  <a:endParaRPr lang="en-US" altLang="en-US" sz="1800" dirty="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469" name="Line 231">
                  <a:extLst>
                    <a:ext uri="{FF2B5EF4-FFF2-40B4-BE49-F238E27FC236}">
                      <a16:creationId xmlns:a16="http://schemas.microsoft.com/office/drawing/2014/main" id="{444422FC-4C08-2E49-AD0C-394B62D1B37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0418848" y="5119777"/>
                  <a:ext cx="690563" cy="4763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>
                    <a:defRPr/>
                  </a:pPr>
                  <a:endParaRPr lang="en-US" sz="1350" dirty="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470" name="Line 232">
                  <a:extLst>
                    <a:ext uri="{FF2B5EF4-FFF2-40B4-BE49-F238E27FC236}">
                      <a16:creationId xmlns:a16="http://schemas.microsoft.com/office/drawing/2014/main" id="{D3DF9882-BA24-4148-9227-6803DB03F93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0428373" y="5257889"/>
                  <a:ext cx="690563" cy="4763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>
                    <a:defRPr/>
                  </a:pPr>
                  <a:endParaRPr lang="en-US" sz="1350" dirty="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471" name="Line 233">
                  <a:extLst>
                    <a:ext uri="{FF2B5EF4-FFF2-40B4-BE49-F238E27FC236}">
                      <a16:creationId xmlns:a16="http://schemas.microsoft.com/office/drawing/2014/main" id="{238E9799-3D8B-F54E-BFBB-FE1237FADF6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0428373" y="5396002"/>
                  <a:ext cx="690563" cy="4763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>
                    <a:defRPr/>
                  </a:pPr>
                  <a:endParaRPr lang="en-US" sz="1350" dirty="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</p:grp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677610FF-4F61-2C4A-A861-FC0ED9C69928}"/>
                  </a:ext>
                </a:extLst>
              </p:cNvPr>
              <p:cNvGrpSpPr/>
              <p:nvPr/>
            </p:nvGrpSpPr>
            <p:grpSpPr>
              <a:xfrm>
                <a:off x="8252702" y="1137866"/>
                <a:ext cx="814388" cy="1046440"/>
                <a:chOff x="9791027" y="656358"/>
                <a:chExt cx="814388" cy="1046440"/>
              </a:xfrm>
            </p:grpSpPr>
            <p:sp>
              <p:nvSpPr>
                <p:cNvPr id="519" name="Rectangle 227">
                  <a:extLst>
                    <a:ext uri="{FF2B5EF4-FFF2-40B4-BE49-F238E27FC236}">
                      <a16:creationId xmlns:a16="http://schemas.microsoft.com/office/drawing/2014/main" id="{B61510CE-247E-1E43-BA4A-EC188AFE0CB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888064" y="666450"/>
                  <a:ext cx="676276" cy="776288"/>
                </a:xfrm>
                <a:prstGeom prst="rect">
                  <a:avLst/>
                </a:prstGeom>
                <a:solidFill>
                  <a:srgbClr val="0000A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>
                    <a:defRPr/>
                  </a:pPr>
                  <a:endParaRPr lang="en-US" altLang="en-US" sz="1800" dirty="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520" name="Rectangle 228">
                  <a:extLst>
                    <a:ext uri="{FF2B5EF4-FFF2-40B4-BE49-F238E27FC236}">
                      <a16:creationId xmlns:a16="http://schemas.microsoft.com/office/drawing/2014/main" id="{4174338D-3A0E-9747-819D-0C19F4DF4AA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854726" y="690263"/>
                  <a:ext cx="690563" cy="800100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>
                    <a:defRPr/>
                  </a:pPr>
                  <a:endParaRPr lang="en-US" altLang="en-US" sz="1800" dirty="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521" name="Rectangle 229">
                  <a:extLst>
                    <a:ext uri="{FF2B5EF4-FFF2-40B4-BE49-F238E27FC236}">
                      <a16:creationId xmlns:a16="http://schemas.microsoft.com/office/drawing/2014/main" id="{621AE13C-4ABC-334F-8206-4D5E08465C6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861869" y="844112"/>
                  <a:ext cx="676276" cy="186668"/>
                </a:xfrm>
                <a:prstGeom prst="rect">
                  <a:avLst/>
                </a:prstGeom>
                <a:solidFill>
                  <a:srgbClr val="CC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>
                    <a:defRPr/>
                  </a:pPr>
                  <a:endParaRPr lang="en-US" altLang="en-US" sz="1800" dirty="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522" name="Text Box 230">
                  <a:extLst>
                    <a:ext uri="{FF2B5EF4-FFF2-40B4-BE49-F238E27FC236}">
                      <a16:creationId xmlns:a16="http://schemas.microsoft.com/office/drawing/2014/main" id="{CA38D367-F86F-AB43-B21E-1EEE691D3D7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791027" y="656358"/>
                  <a:ext cx="814388" cy="10464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 defTabSz="685800">
                    <a:spcBef>
                      <a:spcPct val="0"/>
                    </a:spcBef>
                    <a:defRPr/>
                  </a:pPr>
                  <a:r>
                    <a:rPr lang="en-US" altLang="en-US" sz="750" dirty="0">
                      <a:solidFill>
                        <a:prstClr val="black"/>
                      </a:solidFill>
                    </a:rPr>
                    <a:t>application</a:t>
                  </a:r>
                </a:p>
                <a:p>
                  <a:pPr algn="ctr" defTabSz="685800">
                    <a:spcBef>
                      <a:spcPct val="0"/>
                    </a:spcBef>
                    <a:defRPr/>
                  </a:pPr>
                  <a:r>
                    <a:rPr lang="en-US" altLang="en-US" sz="750" dirty="0">
                      <a:solidFill>
                        <a:prstClr val="white"/>
                      </a:solidFill>
                    </a:rPr>
                    <a:t>transport</a:t>
                  </a:r>
                </a:p>
                <a:p>
                  <a:pPr algn="ctr" defTabSz="685800">
                    <a:spcBef>
                      <a:spcPct val="0"/>
                    </a:spcBef>
                    <a:defRPr/>
                  </a:pPr>
                  <a:r>
                    <a:rPr lang="en-US" altLang="en-US" sz="750" dirty="0">
                      <a:solidFill>
                        <a:prstClr val="black"/>
                      </a:solidFill>
                    </a:rPr>
                    <a:t>network</a:t>
                  </a:r>
                </a:p>
                <a:p>
                  <a:pPr algn="ctr" defTabSz="685800">
                    <a:spcBef>
                      <a:spcPct val="0"/>
                    </a:spcBef>
                    <a:defRPr/>
                  </a:pPr>
                  <a:r>
                    <a:rPr lang="en-US" altLang="en-US" sz="750" dirty="0">
                      <a:solidFill>
                        <a:prstClr val="black"/>
                      </a:solidFill>
                    </a:rPr>
                    <a:t>data link</a:t>
                  </a:r>
                </a:p>
                <a:p>
                  <a:pPr algn="ctr" defTabSz="685800">
                    <a:spcBef>
                      <a:spcPct val="0"/>
                    </a:spcBef>
                    <a:defRPr/>
                  </a:pPr>
                  <a:r>
                    <a:rPr lang="en-US" altLang="en-US" sz="750" dirty="0">
                      <a:solidFill>
                        <a:prstClr val="black"/>
                      </a:solidFill>
                    </a:rPr>
                    <a:t>physical</a:t>
                  </a:r>
                  <a:endParaRPr lang="en-US" altLang="en-US" sz="1800" dirty="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523" name="Line 231">
                  <a:extLst>
                    <a:ext uri="{FF2B5EF4-FFF2-40B4-BE49-F238E27FC236}">
                      <a16:creationId xmlns:a16="http://schemas.microsoft.com/office/drawing/2014/main" id="{A3474A7D-75ED-1D4F-BB1C-5BA4ECFE69E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854726" y="1033163"/>
                  <a:ext cx="690563" cy="4763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>
                    <a:defRPr/>
                  </a:pPr>
                  <a:endParaRPr lang="en-US" sz="1350" dirty="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524" name="Line 232">
                  <a:extLst>
                    <a:ext uri="{FF2B5EF4-FFF2-40B4-BE49-F238E27FC236}">
                      <a16:creationId xmlns:a16="http://schemas.microsoft.com/office/drawing/2014/main" id="{79D6BFCD-0081-1543-8A02-CDC78B94479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864251" y="1171275"/>
                  <a:ext cx="690563" cy="4763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>
                    <a:defRPr/>
                  </a:pPr>
                  <a:endParaRPr lang="en-US" sz="1350" dirty="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525" name="Line 233">
                  <a:extLst>
                    <a:ext uri="{FF2B5EF4-FFF2-40B4-BE49-F238E27FC236}">
                      <a16:creationId xmlns:a16="http://schemas.microsoft.com/office/drawing/2014/main" id="{539E5FFB-197B-6F44-A1D2-C9A93359AB7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864251" y="1309388"/>
                  <a:ext cx="690563" cy="4763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>
                    <a:defRPr/>
                  </a:pPr>
                  <a:endParaRPr lang="en-US" sz="1350" dirty="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</p:grpSp>
          <p:sp>
            <p:nvSpPr>
              <p:cNvPr id="558" name="Up-Down Arrow 557">
                <a:extLst>
                  <a:ext uri="{FF2B5EF4-FFF2-40B4-BE49-F238E27FC236}">
                    <a16:creationId xmlns:a16="http://schemas.microsoft.com/office/drawing/2014/main" id="{1F1264FF-C88C-CF4E-85AF-1CB82BE0554E}"/>
                  </a:ext>
                </a:extLst>
              </p:cNvPr>
              <p:cNvSpPr/>
              <p:nvPr/>
            </p:nvSpPr>
            <p:spPr>
              <a:xfrm rot="19889198">
                <a:off x="9544123" y="1270072"/>
                <a:ext cx="626354" cy="3838406"/>
              </a:xfrm>
              <a:prstGeom prst="upDownArrow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559" name="TextBox 558">
                <a:extLst>
                  <a:ext uri="{FF2B5EF4-FFF2-40B4-BE49-F238E27FC236}">
                    <a16:creationId xmlns:a16="http://schemas.microsoft.com/office/drawing/2014/main" id="{BDB4ECF5-2BA8-034C-9E12-98E6A9A3E77D}"/>
                  </a:ext>
                </a:extLst>
              </p:cNvPr>
              <p:cNvSpPr txBox="1"/>
              <p:nvPr/>
            </p:nvSpPr>
            <p:spPr>
              <a:xfrm rot="3706861">
                <a:off x="8608805" y="3087879"/>
                <a:ext cx="2614220" cy="4001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685800">
                  <a:defRPr/>
                </a:pPr>
                <a:r>
                  <a:rPr lang="en-US" sz="1350" dirty="0">
                    <a:solidFill>
                      <a:prstClr val="white"/>
                    </a:solidFill>
                    <a:latin typeface="Calibri" panose="020F0502020204030204"/>
                  </a:rPr>
                  <a:t>logical end-end transport</a:t>
                </a:r>
              </a:p>
            </p:txBody>
          </p:sp>
        </p:grpSp>
      </p:grpSp>
      <p:sp>
        <p:nvSpPr>
          <p:cNvPr id="517" name="Rectangle 3">
            <a:extLst>
              <a:ext uri="{FF2B5EF4-FFF2-40B4-BE49-F238E27FC236}">
                <a16:creationId xmlns:a16="http://schemas.microsoft.com/office/drawing/2014/main" id="{5DD1F129-FF75-B647-8A9A-42B6C0C7E416}"/>
              </a:ext>
            </a:extLst>
          </p:cNvPr>
          <p:cNvSpPr txBox="1">
            <a:spLocks noChangeArrowheads="1"/>
          </p:cNvSpPr>
          <p:nvPr/>
        </p:nvSpPr>
        <p:spPr>
          <a:xfrm>
            <a:off x="513519" y="2947902"/>
            <a:ext cx="4361777" cy="1745815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4319" indent="-166688" defTabSz="685800">
              <a:spcBef>
                <a:spcPts val="750"/>
              </a:spcBef>
              <a:buFont typeface="Wingdings" charset="2"/>
              <a:buChar char="§"/>
              <a:defRPr/>
            </a:pPr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transport protocols actions in end systems:</a:t>
            </a:r>
          </a:p>
          <a:p>
            <a:pPr marL="521494" lvl="1" indent="-173831" defTabSz="685800">
              <a:spcBef>
                <a:spcPts val="375"/>
              </a:spcBef>
              <a:buFont typeface="Arial"/>
              <a:buChar char="•"/>
              <a:defRPr/>
            </a:pP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sender: breaks application messages into </a:t>
            </a:r>
            <a:r>
              <a:rPr lang="en-US" sz="1800" i="1" dirty="0">
                <a:solidFill>
                  <a:srgbClr val="CC0000"/>
                </a:solidFill>
                <a:latin typeface="Calibri" panose="020F0502020204030204"/>
              </a:rPr>
              <a:t>segments</a:t>
            </a: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, passes to  network layer</a:t>
            </a:r>
          </a:p>
          <a:p>
            <a:pPr marL="521494" lvl="1" indent="-173831" defTabSz="685800">
              <a:spcBef>
                <a:spcPts val="375"/>
              </a:spcBef>
              <a:buFont typeface="Arial"/>
              <a:buChar char="•"/>
              <a:defRPr/>
            </a:pP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receiver: reassembles segments into messages, passes to application layer</a:t>
            </a:r>
          </a:p>
        </p:txBody>
      </p:sp>
      <p:sp>
        <p:nvSpPr>
          <p:cNvPr id="518" name="Rectangle 3">
            <a:extLst>
              <a:ext uri="{FF2B5EF4-FFF2-40B4-BE49-F238E27FC236}">
                <a16:creationId xmlns:a16="http://schemas.microsoft.com/office/drawing/2014/main" id="{C3EBA7FC-18E1-7D43-9310-976F49009C6C}"/>
              </a:ext>
            </a:extLst>
          </p:cNvPr>
          <p:cNvSpPr txBox="1">
            <a:spLocks noChangeArrowheads="1"/>
          </p:cNvSpPr>
          <p:nvPr/>
        </p:nvSpPr>
        <p:spPr>
          <a:xfrm>
            <a:off x="510913" y="4731074"/>
            <a:ext cx="4361777" cy="1086410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4319" indent="-166688" defTabSz="685800">
              <a:spcBef>
                <a:spcPts val="750"/>
              </a:spcBef>
              <a:buFont typeface="Wingdings" charset="2"/>
              <a:buChar char="§"/>
              <a:defRPr/>
            </a:pPr>
            <a:r>
              <a:rPr lang="en-US" sz="2100" dirty="0">
                <a:solidFill>
                  <a:prstClr val="black"/>
                </a:solidFill>
                <a:latin typeface="Calibri"/>
              </a:rPr>
              <a:t>two transport protocols available to Internet applications</a:t>
            </a:r>
          </a:p>
          <a:p>
            <a:pPr marL="521494" lvl="1" indent="-173831" defTabSz="685800">
              <a:spcBef>
                <a:spcPts val="375"/>
              </a:spcBef>
              <a:buFont typeface="Arial"/>
              <a:buChar char="•"/>
              <a:defRPr/>
            </a:pPr>
            <a:r>
              <a:rPr lang="en-US" sz="1800" dirty="0">
                <a:solidFill>
                  <a:prstClr val="black"/>
                </a:solidFill>
                <a:latin typeface="Calibri"/>
              </a:rPr>
              <a:t>TCP, UDP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F0F1CCAC-619B-B10C-6587-E7D5A9A9D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0BC41B36-6335-F546-90B9-E2121371E10D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83673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>
                <a:cs typeface="Calibri" panose="020F0502020204030204" pitchFamily="34" charset="0"/>
              </a:rPr>
              <a:t>Transport layer: overview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1E4F86-E6D9-809B-9D80-B764E5A430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>
                <a:cs typeface="Calibri" panose="020F0502020204030204" pitchFamily="34" charset="0"/>
              </a:rPr>
              <a:t>Transport vs. network layer services and protocols</a:t>
            </a: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1CEA1E0-276F-284D-BD4E-42C8F1EBF3F6}"/>
              </a:ext>
            </a:extLst>
          </p:cNvPr>
          <p:cNvGrpSpPr/>
          <p:nvPr/>
        </p:nvGrpSpPr>
        <p:grpSpPr>
          <a:xfrm>
            <a:off x="4709032" y="2087059"/>
            <a:ext cx="4101402" cy="3807881"/>
            <a:chOff x="6430780" y="1365914"/>
            <a:chExt cx="5468536" cy="5077175"/>
          </a:xfrm>
        </p:grpSpPr>
        <p:sp>
          <p:nvSpPr>
            <p:cNvPr id="444" name="Rectangle 443">
              <a:extLst>
                <a:ext uri="{FF2B5EF4-FFF2-40B4-BE49-F238E27FC236}">
                  <a16:creationId xmlns:a16="http://schemas.microsoft.com/office/drawing/2014/main" id="{C47118FD-7A98-6943-B3A3-B578E5FB9F06}"/>
                </a:ext>
              </a:extLst>
            </p:cNvPr>
            <p:cNvSpPr/>
            <p:nvPr/>
          </p:nvSpPr>
          <p:spPr>
            <a:xfrm>
              <a:off x="6539916" y="1365914"/>
              <a:ext cx="5359400" cy="4954628"/>
            </a:xfrm>
            <a:prstGeom prst="rect">
              <a:avLst/>
            </a:prstGeom>
            <a:solidFill>
              <a:schemeClr val="bg1">
                <a:alpha val="6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518" name="Rectangle 7">
              <a:extLst>
                <a:ext uri="{FF2B5EF4-FFF2-40B4-BE49-F238E27FC236}">
                  <a16:creationId xmlns:a16="http://schemas.microsoft.com/office/drawing/2014/main" id="{9123CC0F-084C-694A-973E-DDF8B74DBB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30780" y="1910777"/>
              <a:ext cx="5230917" cy="4409765"/>
            </a:xfrm>
            <a:prstGeom prst="rect">
              <a:avLst/>
            </a:prstGeom>
            <a:noFill/>
            <a:ln w="19050">
              <a:solidFill>
                <a:srgbClr val="CC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  <a:ea typeface="ＭＳ Ｐゴシック" charset="0"/>
              </a:endParaRPr>
            </a:p>
          </p:txBody>
        </p:sp>
        <p:sp>
          <p:nvSpPr>
            <p:cNvPr id="526" name="Text Box 11">
              <a:extLst>
                <a:ext uri="{FF2B5EF4-FFF2-40B4-BE49-F238E27FC236}">
                  <a16:creationId xmlns:a16="http://schemas.microsoft.com/office/drawing/2014/main" id="{8933385F-1349-114E-8950-59CB886F3A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04167" y="1686939"/>
              <a:ext cx="3082468" cy="4764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defTabSz="685800">
                <a:lnSpc>
                  <a:spcPct val="80000"/>
                </a:lnSpc>
                <a:spcBef>
                  <a:spcPct val="45000"/>
                </a:spcBef>
                <a:buClr>
                  <a:srgbClr val="000099"/>
                </a:buClr>
                <a:buSzPct val="65000"/>
                <a:defRPr/>
              </a:pPr>
              <a:r>
                <a:rPr lang="en-US" sz="2100" i="1" dirty="0">
                  <a:solidFill>
                    <a:srgbClr val="000099"/>
                  </a:solidFill>
                  <a:latin typeface="Calibri" panose="020F0502020204030204"/>
                </a:rPr>
                <a:t>household analogy:</a:t>
              </a:r>
              <a:endParaRPr lang="en-US" sz="2100" i="1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27" name="Rectangle 4">
              <a:extLst>
                <a:ext uri="{FF2B5EF4-FFF2-40B4-BE49-F238E27FC236}">
                  <a16:creationId xmlns:a16="http://schemas.microsoft.com/office/drawing/2014/main" id="{D8394745-F660-7141-9DD3-60B497C3EBAB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6539915" y="2193352"/>
              <a:ext cx="4916773" cy="4249737"/>
            </a:xfrm>
            <a:prstGeom prst="rect">
              <a:avLst/>
            </a:prstGeom>
            <a:extLst>
              <a:ext uri="{91240B29-F687-4f45-9708-019B960494DF}">
                <a14:hiddenLine xmlns="" xmlns:a14="http://schemas.microsoft.com/office/drawing/2010/main" w="19050" cmpd="sng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lIns="68580" tIns="34290" rIns="68580" bIns="34290" rtlCol="0">
              <a:normAutofit fontScale="92500" lnSpcReduction="20000"/>
            </a:bodyPr>
            <a:lstStyle>
              <a:lvl1pPr marL="352425" indent="-22225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0000A3"/>
                </a:buClr>
                <a:buFont typeface="Wingdings" pitchFamily="2" charset="2"/>
                <a:buChar char="§"/>
                <a:tabLst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95325" indent="-23177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00A8"/>
                </a:buClr>
                <a:buFont typeface="Arial" panose="020B0604020202020204" pitchFamily="34" charset="0"/>
                <a:buChar char="•"/>
                <a:tabLst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64319" indent="-166688" defTabSz="685800">
                <a:lnSpc>
                  <a:spcPct val="100000"/>
                </a:lnSpc>
                <a:spcBef>
                  <a:spcPts val="750"/>
                </a:spcBef>
                <a:buNone/>
                <a:defRPr/>
              </a:pPr>
              <a:r>
                <a:rPr lang="en-US" altLang="en-US" sz="2250" i="1" dirty="0">
                  <a:solidFill>
                    <a:prstClr val="black"/>
                  </a:solidFill>
                  <a:latin typeface="Calibri" panose="020F0502020204030204"/>
                  <a:ea typeface="ＭＳ Ｐゴシック" panose="020B0600070205080204" pitchFamily="34" charset="-128"/>
                </a:rPr>
                <a:t>12 kids in Ann’</a:t>
              </a:r>
              <a:r>
                <a:rPr lang="en-US" altLang="ja-JP" sz="2250" i="1" dirty="0">
                  <a:solidFill>
                    <a:prstClr val="black"/>
                  </a:solidFill>
                  <a:latin typeface="Calibri" panose="020F0502020204030204"/>
                  <a:ea typeface="ＭＳ Ｐゴシック" panose="020B0600070205080204" pitchFamily="34" charset="-128"/>
                </a:rPr>
                <a:t>s house sending letters to 12 kids in Bill’s house:</a:t>
              </a:r>
              <a:endParaRPr lang="en-US" altLang="ja-JP" sz="225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endParaRPr>
            </a:p>
            <a:p>
              <a:pPr marL="264319" indent="-166688" defTabSz="685800">
                <a:lnSpc>
                  <a:spcPct val="100000"/>
                </a:lnSpc>
                <a:spcBef>
                  <a:spcPts val="300"/>
                </a:spcBef>
                <a:defRPr/>
              </a:pPr>
              <a:r>
                <a:rPr lang="en-US" altLang="en-US" sz="2100" dirty="0">
                  <a:solidFill>
                    <a:prstClr val="black"/>
                  </a:solidFill>
                  <a:latin typeface="Calibri" panose="020F0502020204030204"/>
                  <a:ea typeface="ＭＳ Ｐゴシック" panose="020B0600070205080204" pitchFamily="34" charset="-128"/>
                </a:rPr>
                <a:t>hosts = houses</a:t>
              </a:r>
            </a:p>
            <a:p>
              <a:pPr marL="264319" indent="-166688" defTabSz="685800">
                <a:lnSpc>
                  <a:spcPct val="100000"/>
                </a:lnSpc>
                <a:spcBef>
                  <a:spcPts val="300"/>
                </a:spcBef>
                <a:defRPr/>
              </a:pPr>
              <a:r>
                <a:rPr lang="en-US" altLang="en-US" sz="2100" dirty="0">
                  <a:solidFill>
                    <a:prstClr val="black"/>
                  </a:solidFill>
                  <a:latin typeface="Calibri" panose="020F0502020204030204"/>
                  <a:ea typeface="ＭＳ Ｐゴシック" panose="020B0600070205080204" pitchFamily="34" charset="-128"/>
                </a:rPr>
                <a:t>processes = kids</a:t>
              </a:r>
            </a:p>
            <a:p>
              <a:pPr marL="264319" indent="-166688" defTabSz="685800">
                <a:lnSpc>
                  <a:spcPct val="100000"/>
                </a:lnSpc>
                <a:spcBef>
                  <a:spcPts val="300"/>
                </a:spcBef>
                <a:defRPr/>
              </a:pPr>
              <a:r>
                <a:rPr lang="en-US" altLang="en-US" sz="2100" dirty="0">
                  <a:solidFill>
                    <a:prstClr val="black"/>
                  </a:solidFill>
                  <a:latin typeface="Calibri" panose="020F0502020204030204"/>
                  <a:ea typeface="ＭＳ Ｐゴシック" panose="020B0600070205080204" pitchFamily="34" charset="-128"/>
                </a:rPr>
                <a:t>app messages = letters in envelopes</a:t>
              </a:r>
            </a:p>
            <a:p>
              <a:pPr marL="264319" indent="-166688" defTabSz="685800">
                <a:lnSpc>
                  <a:spcPct val="100000"/>
                </a:lnSpc>
                <a:spcBef>
                  <a:spcPts val="300"/>
                </a:spcBef>
                <a:defRPr/>
              </a:pPr>
              <a:r>
                <a:rPr lang="en-US" altLang="en-US" sz="2100" dirty="0">
                  <a:solidFill>
                    <a:prstClr val="black"/>
                  </a:solidFill>
                  <a:latin typeface="Calibri" panose="020F0502020204030204"/>
                  <a:ea typeface="ＭＳ Ｐゴシック" panose="020B0600070205080204" pitchFamily="34" charset="-128"/>
                </a:rPr>
                <a:t>transport protocol = Ann and Bill who demux to in-house siblings</a:t>
              </a:r>
            </a:p>
            <a:p>
              <a:pPr marL="264319" indent="-166688" defTabSz="685800">
                <a:lnSpc>
                  <a:spcPct val="100000"/>
                </a:lnSpc>
                <a:spcBef>
                  <a:spcPts val="300"/>
                </a:spcBef>
                <a:defRPr/>
              </a:pPr>
              <a:r>
                <a:rPr lang="en-US" altLang="en-US" sz="2100" dirty="0">
                  <a:solidFill>
                    <a:prstClr val="black"/>
                  </a:solidFill>
                  <a:latin typeface="Calibri" panose="020F0502020204030204"/>
                  <a:ea typeface="ＭＳ Ｐゴシック" panose="020B0600070205080204" pitchFamily="34" charset="-128"/>
                </a:rPr>
                <a:t>network-layer protocol = postal service</a:t>
              </a:r>
            </a:p>
            <a:p>
              <a:pPr marL="264319" indent="-166688" defTabSz="685800">
                <a:lnSpc>
                  <a:spcPct val="70000"/>
                </a:lnSpc>
                <a:spcBef>
                  <a:spcPts val="750"/>
                </a:spcBef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endParaRP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6CFAA90E-01F6-9442-8C29-5980D20B9F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816" y="2327827"/>
            <a:ext cx="2716812" cy="377636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C49E7E9-FAA1-6B4E-871E-EA23858B60C6}"/>
              </a:ext>
            </a:extLst>
          </p:cNvPr>
          <p:cNvSpPr/>
          <p:nvPr/>
        </p:nvSpPr>
        <p:spPr>
          <a:xfrm>
            <a:off x="4790883" y="4604957"/>
            <a:ext cx="3724467" cy="10230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35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BA5B610C-A349-4CF5-A1A4-27CD8899C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0BC41B36-6335-F546-90B9-E2121371E10D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764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>
                <a:cs typeface="Calibri" panose="020F0502020204030204" pitchFamily="34" charset="0"/>
              </a:rPr>
              <a:t>Transport layer: overview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BCE076-35E4-6084-B325-F505EEFADF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>
                <a:cs typeface="Calibri" panose="020F0502020204030204" pitchFamily="34" charset="0"/>
              </a:rPr>
              <a:t>Transport vs. network layer services and protocols</a:t>
            </a:r>
            <a:endParaRPr lang="en-US" dirty="0"/>
          </a:p>
        </p:txBody>
      </p:sp>
      <p:sp>
        <p:nvSpPr>
          <p:cNvPr id="517" name="Rectangle 3">
            <a:extLst>
              <a:ext uri="{FF2B5EF4-FFF2-40B4-BE49-F238E27FC236}">
                <a16:creationId xmlns:a16="http://schemas.microsoft.com/office/drawing/2014/main" id="{5055A8EA-25BB-5D41-BECF-4117E4AC2670}"/>
              </a:ext>
            </a:extLst>
          </p:cNvPr>
          <p:cNvSpPr txBox="1">
            <a:spLocks noChangeArrowheads="1"/>
          </p:cNvSpPr>
          <p:nvPr/>
        </p:nvSpPr>
        <p:spPr>
          <a:xfrm>
            <a:off x="579526" y="4269958"/>
            <a:ext cx="3923188" cy="1835061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4319" indent="-166688" defTabSz="685800">
              <a:spcBef>
                <a:spcPts val="750"/>
              </a:spcBef>
              <a:buFont typeface="Wingdings" charset="2"/>
              <a:buChar char="§"/>
              <a:defRPr/>
            </a:pPr>
            <a:r>
              <a:rPr lang="en-US" sz="2400" dirty="0">
                <a:solidFill>
                  <a:srgbClr val="C00000"/>
                </a:solidFill>
              </a:rPr>
              <a:t>network layer</a:t>
            </a:r>
            <a:r>
              <a:rPr lang="en-US" sz="2400" dirty="0">
                <a:solidFill>
                  <a:srgbClr val="C00000"/>
                </a:solidFill>
                <a:latin typeface="Calibri" panose="020F0502020204030204"/>
              </a:rPr>
              <a:t>: </a:t>
            </a:r>
            <a:r>
              <a:rPr lang="en-US" sz="2400" dirty="0">
                <a:solidFill>
                  <a:prstClr val="black"/>
                </a:solidFill>
                <a:latin typeface="Calibri" panose="020F0502020204030204"/>
              </a:rPr>
              <a:t>communication between </a:t>
            </a:r>
            <a:r>
              <a:rPr lang="en-US" sz="2400" i="1" dirty="0">
                <a:solidFill>
                  <a:srgbClr val="C00000"/>
                </a:solidFill>
                <a:latin typeface="Calibri" panose="020F0502020204030204"/>
              </a:rPr>
              <a:t>hosts</a:t>
            </a: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C2231299-1804-1A4A-874F-40CEED40DFB5}"/>
              </a:ext>
            </a:extLst>
          </p:cNvPr>
          <p:cNvSpPr txBox="1">
            <a:spLocks noChangeArrowheads="1"/>
          </p:cNvSpPr>
          <p:nvPr/>
        </p:nvSpPr>
        <p:spPr>
          <a:xfrm>
            <a:off x="643050" y="2362467"/>
            <a:ext cx="3923188" cy="1691747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4319" indent="-166688" defTabSz="685800">
              <a:spcBef>
                <a:spcPts val="750"/>
              </a:spcBef>
              <a:buFont typeface="Wingdings" charset="2"/>
              <a:buChar char="§"/>
              <a:defRPr/>
            </a:pPr>
            <a:r>
              <a:rPr lang="en-US" sz="2400" dirty="0">
                <a:solidFill>
                  <a:srgbClr val="C00000"/>
                </a:solidFill>
                <a:latin typeface="Calibri" panose="020F0502020204030204"/>
              </a:rPr>
              <a:t>transport layer</a:t>
            </a:r>
            <a:r>
              <a:rPr lang="en-US" sz="2400" i="1" dirty="0">
                <a:solidFill>
                  <a:srgbClr val="000099"/>
                </a:solidFill>
                <a:latin typeface="Calibri" panose="020F0502020204030204"/>
              </a:rPr>
              <a:t>:</a:t>
            </a:r>
            <a:r>
              <a:rPr lang="en-US" sz="2400" dirty="0">
                <a:solidFill>
                  <a:prstClr val="black"/>
                </a:solidFill>
                <a:latin typeface="Calibri" panose="020F0502020204030204"/>
              </a:rPr>
              <a:t> communication between </a:t>
            </a:r>
            <a:r>
              <a:rPr lang="en-US" sz="2400" i="1" dirty="0">
                <a:solidFill>
                  <a:srgbClr val="C00000"/>
                </a:solidFill>
                <a:latin typeface="Calibri" panose="020F0502020204030204"/>
              </a:rPr>
              <a:t>processes</a:t>
            </a:r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 </a:t>
            </a:r>
          </a:p>
          <a:p>
            <a:pPr marL="521494" lvl="1" indent="-173831" defTabSz="685800">
              <a:spcBef>
                <a:spcPts val="375"/>
              </a:spcBef>
              <a:buFont typeface="Arial"/>
              <a:buChar char="•"/>
              <a:defRPr/>
            </a:pPr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relies on, enhances, network layer services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BC83E1B-19AD-A4B1-C4BD-3C512770A6CD}"/>
              </a:ext>
            </a:extLst>
          </p:cNvPr>
          <p:cNvGrpSpPr/>
          <p:nvPr/>
        </p:nvGrpSpPr>
        <p:grpSpPr>
          <a:xfrm>
            <a:off x="4709032" y="2087059"/>
            <a:ext cx="4101402" cy="3807881"/>
            <a:chOff x="6430780" y="1365914"/>
            <a:chExt cx="5468536" cy="507717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5C0B04F-D396-2A69-BF1B-64922AD0A741}"/>
                </a:ext>
              </a:extLst>
            </p:cNvPr>
            <p:cNvSpPr/>
            <p:nvPr/>
          </p:nvSpPr>
          <p:spPr>
            <a:xfrm>
              <a:off x="6539916" y="1365914"/>
              <a:ext cx="5359400" cy="4954628"/>
            </a:xfrm>
            <a:prstGeom prst="rect">
              <a:avLst/>
            </a:prstGeom>
            <a:solidFill>
              <a:schemeClr val="bg1">
                <a:alpha val="6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6" name="Rectangle 7">
              <a:extLst>
                <a:ext uri="{FF2B5EF4-FFF2-40B4-BE49-F238E27FC236}">
                  <a16:creationId xmlns:a16="http://schemas.microsoft.com/office/drawing/2014/main" id="{5FDFE808-6F5B-8611-8777-2D3E0626F2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30780" y="1910777"/>
              <a:ext cx="5230917" cy="4409765"/>
            </a:xfrm>
            <a:prstGeom prst="rect">
              <a:avLst/>
            </a:prstGeom>
            <a:noFill/>
            <a:ln w="19050">
              <a:solidFill>
                <a:srgbClr val="CC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  <a:ea typeface="ＭＳ Ｐゴシック" charset="0"/>
              </a:endParaRPr>
            </a:p>
          </p:txBody>
        </p:sp>
        <p:sp>
          <p:nvSpPr>
            <p:cNvPr id="7" name="Text Box 11">
              <a:extLst>
                <a:ext uri="{FF2B5EF4-FFF2-40B4-BE49-F238E27FC236}">
                  <a16:creationId xmlns:a16="http://schemas.microsoft.com/office/drawing/2014/main" id="{A3B55BAA-B898-2062-A303-57F2CCD9D3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04167" y="1686939"/>
              <a:ext cx="3082468" cy="4764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defTabSz="685800">
                <a:lnSpc>
                  <a:spcPct val="80000"/>
                </a:lnSpc>
                <a:spcBef>
                  <a:spcPct val="45000"/>
                </a:spcBef>
                <a:buClr>
                  <a:srgbClr val="000099"/>
                </a:buClr>
                <a:buSzPct val="65000"/>
                <a:defRPr/>
              </a:pPr>
              <a:r>
                <a:rPr lang="en-US" sz="2100" i="1" dirty="0">
                  <a:solidFill>
                    <a:srgbClr val="000099"/>
                  </a:solidFill>
                  <a:latin typeface="Calibri" panose="020F0502020204030204"/>
                </a:rPr>
                <a:t>household analogy:</a:t>
              </a:r>
              <a:endParaRPr lang="en-US" sz="2100" i="1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8" name="Rectangle 4">
              <a:extLst>
                <a:ext uri="{FF2B5EF4-FFF2-40B4-BE49-F238E27FC236}">
                  <a16:creationId xmlns:a16="http://schemas.microsoft.com/office/drawing/2014/main" id="{B46EEEBB-DB56-83DF-F95F-6011095A72CC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6539915" y="2193352"/>
              <a:ext cx="4916773" cy="4249737"/>
            </a:xfrm>
            <a:prstGeom prst="rect">
              <a:avLst/>
            </a:prstGeom>
            <a:extLst>
              <a:ext uri="{91240B29-F687-4f45-9708-019B960494DF}">
                <a14:hiddenLine xmlns="" xmlns:a14="http://schemas.microsoft.com/office/drawing/2010/main" w="19050" cmpd="sng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lIns="68580" tIns="34290" rIns="68580" bIns="34290" rtlCol="0">
              <a:normAutofit fontScale="92500" lnSpcReduction="20000"/>
            </a:bodyPr>
            <a:lstStyle>
              <a:lvl1pPr marL="352425" indent="-22225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0000A3"/>
                </a:buClr>
                <a:buFont typeface="Wingdings" pitchFamily="2" charset="2"/>
                <a:buChar char="§"/>
                <a:tabLst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95325" indent="-23177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00A8"/>
                </a:buClr>
                <a:buFont typeface="Arial" panose="020B0604020202020204" pitchFamily="34" charset="0"/>
                <a:buChar char="•"/>
                <a:tabLst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64319" indent="-166688" defTabSz="685800">
                <a:lnSpc>
                  <a:spcPct val="100000"/>
                </a:lnSpc>
                <a:spcBef>
                  <a:spcPts val="750"/>
                </a:spcBef>
                <a:buNone/>
                <a:defRPr/>
              </a:pPr>
              <a:r>
                <a:rPr lang="en-US" altLang="en-US" sz="2250" i="1" dirty="0">
                  <a:solidFill>
                    <a:prstClr val="black"/>
                  </a:solidFill>
                  <a:latin typeface="Calibri" panose="020F0502020204030204"/>
                  <a:ea typeface="ＭＳ Ｐゴシック" panose="020B0600070205080204" pitchFamily="34" charset="-128"/>
                </a:rPr>
                <a:t>12 kids in Ann’</a:t>
              </a:r>
              <a:r>
                <a:rPr lang="en-US" altLang="ja-JP" sz="2250" i="1" dirty="0">
                  <a:solidFill>
                    <a:prstClr val="black"/>
                  </a:solidFill>
                  <a:latin typeface="Calibri" panose="020F0502020204030204"/>
                  <a:ea typeface="ＭＳ Ｐゴシック" panose="020B0600070205080204" pitchFamily="34" charset="-128"/>
                </a:rPr>
                <a:t>s house sending letters to 12 kids in Bill’s house:</a:t>
              </a:r>
              <a:endParaRPr lang="en-US" altLang="ja-JP" sz="225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endParaRPr>
            </a:p>
            <a:p>
              <a:pPr marL="264319" indent="-166688" defTabSz="685800">
                <a:lnSpc>
                  <a:spcPct val="100000"/>
                </a:lnSpc>
                <a:spcBef>
                  <a:spcPts val="300"/>
                </a:spcBef>
                <a:defRPr/>
              </a:pPr>
              <a:r>
                <a:rPr lang="en-US" altLang="en-US" sz="2100" dirty="0">
                  <a:solidFill>
                    <a:prstClr val="black"/>
                  </a:solidFill>
                  <a:latin typeface="Calibri" panose="020F0502020204030204"/>
                  <a:ea typeface="ＭＳ Ｐゴシック" panose="020B0600070205080204" pitchFamily="34" charset="-128"/>
                </a:rPr>
                <a:t>hosts = houses</a:t>
              </a:r>
            </a:p>
            <a:p>
              <a:pPr marL="264319" indent="-166688" defTabSz="685800">
                <a:lnSpc>
                  <a:spcPct val="100000"/>
                </a:lnSpc>
                <a:spcBef>
                  <a:spcPts val="300"/>
                </a:spcBef>
                <a:defRPr/>
              </a:pPr>
              <a:r>
                <a:rPr lang="en-US" altLang="en-US" sz="2100" dirty="0">
                  <a:solidFill>
                    <a:prstClr val="black"/>
                  </a:solidFill>
                  <a:latin typeface="Calibri" panose="020F0502020204030204"/>
                  <a:ea typeface="ＭＳ Ｐゴシック" panose="020B0600070205080204" pitchFamily="34" charset="-128"/>
                </a:rPr>
                <a:t>processes = kids</a:t>
              </a:r>
            </a:p>
            <a:p>
              <a:pPr marL="264319" indent="-166688" defTabSz="685800">
                <a:lnSpc>
                  <a:spcPct val="100000"/>
                </a:lnSpc>
                <a:spcBef>
                  <a:spcPts val="300"/>
                </a:spcBef>
                <a:defRPr/>
              </a:pPr>
              <a:r>
                <a:rPr lang="en-US" altLang="en-US" sz="2100" dirty="0">
                  <a:solidFill>
                    <a:prstClr val="black"/>
                  </a:solidFill>
                  <a:latin typeface="Calibri" panose="020F0502020204030204"/>
                  <a:ea typeface="ＭＳ Ｐゴシック" panose="020B0600070205080204" pitchFamily="34" charset="-128"/>
                </a:rPr>
                <a:t>app messages = letters in envelopes</a:t>
              </a:r>
            </a:p>
            <a:p>
              <a:pPr marL="264319" indent="-166688" defTabSz="685800">
                <a:lnSpc>
                  <a:spcPct val="100000"/>
                </a:lnSpc>
                <a:spcBef>
                  <a:spcPts val="300"/>
                </a:spcBef>
                <a:defRPr/>
              </a:pPr>
              <a:r>
                <a:rPr lang="en-US" altLang="en-US" sz="2100" dirty="0">
                  <a:solidFill>
                    <a:prstClr val="black"/>
                  </a:solidFill>
                  <a:latin typeface="Calibri" panose="020F0502020204030204"/>
                  <a:ea typeface="ＭＳ Ｐゴシック" panose="020B0600070205080204" pitchFamily="34" charset="-128"/>
                </a:rPr>
                <a:t>transport protocol = Ann and Bill who demux to in-house siblings</a:t>
              </a:r>
            </a:p>
            <a:p>
              <a:pPr marL="264319" indent="-166688" defTabSz="685800">
                <a:lnSpc>
                  <a:spcPct val="100000"/>
                </a:lnSpc>
                <a:spcBef>
                  <a:spcPts val="300"/>
                </a:spcBef>
                <a:defRPr/>
              </a:pPr>
              <a:r>
                <a:rPr lang="en-US" altLang="en-US" sz="2100" dirty="0">
                  <a:solidFill>
                    <a:prstClr val="black"/>
                  </a:solidFill>
                  <a:latin typeface="Calibri" panose="020F0502020204030204"/>
                  <a:ea typeface="ＭＳ Ｐゴシック" panose="020B0600070205080204" pitchFamily="34" charset="-128"/>
                </a:rPr>
                <a:t>network-layer protocol = postal service</a:t>
              </a:r>
            </a:p>
            <a:p>
              <a:pPr marL="264319" indent="-166688" defTabSz="685800">
                <a:lnSpc>
                  <a:spcPct val="70000"/>
                </a:lnSpc>
                <a:spcBef>
                  <a:spcPts val="750"/>
                </a:spcBef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endParaRPr>
            </a:p>
          </p:txBody>
        </p:sp>
      </p:grpSp>
      <p:sp>
        <p:nvSpPr>
          <p:cNvPr id="19" name="Slide Number Placeholder 3">
            <a:extLst>
              <a:ext uri="{FF2B5EF4-FFF2-40B4-BE49-F238E27FC236}">
                <a16:creationId xmlns:a16="http://schemas.microsoft.com/office/drawing/2014/main" id="{FAEEA840-039B-0C18-F17B-83B43AFFC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0BC41B36-6335-F546-90B9-E2121371E10D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9665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8902B4EA-0158-774A-877D-888807F574B5}"/>
              </a:ext>
            </a:extLst>
          </p:cNvPr>
          <p:cNvGrpSpPr/>
          <p:nvPr/>
        </p:nvGrpSpPr>
        <p:grpSpPr>
          <a:xfrm>
            <a:off x="1934109" y="4581500"/>
            <a:ext cx="5150044" cy="771548"/>
            <a:chOff x="2578811" y="4965666"/>
            <a:chExt cx="6866725" cy="1028731"/>
          </a:xfrm>
        </p:grpSpPr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0763EEB6-87F6-D847-AD1E-3BFDCE6A9543}"/>
                </a:ext>
              </a:extLst>
            </p:cNvPr>
            <p:cNvCxnSpPr>
              <a:cxnSpLocks/>
            </p:cNvCxnSpPr>
            <p:nvPr/>
          </p:nvCxnSpPr>
          <p:spPr>
            <a:xfrm>
              <a:off x="2578811" y="5062556"/>
              <a:ext cx="1582832" cy="30261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09891B45-180E-B341-A7C6-D10A683BB102}"/>
                </a:ext>
              </a:extLst>
            </p:cNvPr>
            <p:cNvGrpSpPr/>
            <p:nvPr/>
          </p:nvGrpSpPr>
          <p:grpSpPr>
            <a:xfrm>
              <a:off x="4062521" y="4965666"/>
              <a:ext cx="5383015" cy="1028731"/>
              <a:chOff x="4062521" y="4965666"/>
              <a:chExt cx="5383015" cy="1028731"/>
            </a:xfrm>
          </p:grpSpPr>
          <p:cxnSp>
            <p:nvCxnSpPr>
              <p:cNvPr id="127" name="Straight Connector 126">
                <a:extLst>
                  <a:ext uri="{FF2B5EF4-FFF2-40B4-BE49-F238E27FC236}">
                    <a16:creationId xmlns:a16="http://schemas.microsoft.com/office/drawing/2014/main" id="{16BE7B71-3412-8546-BD1A-8BF76DC4725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972023" y="4973372"/>
                <a:ext cx="1473513" cy="474391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1" name="Freeform 296">
                <a:extLst>
                  <a:ext uri="{FF2B5EF4-FFF2-40B4-BE49-F238E27FC236}">
                    <a16:creationId xmlns:a16="http://schemas.microsoft.com/office/drawing/2014/main" id="{06DFDE96-5B04-984C-B72D-22D074DF3E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62521" y="4965666"/>
                <a:ext cx="4036903" cy="1028731"/>
              </a:xfrm>
              <a:custGeom>
                <a:avLst/>
                <a:gdLst>
                  <a:gd name="T0" fmla="*/ 2147483647 w 1877"/>
                  <a:gd name="T1" fmla="*/ 2147483647 h 917"/>
                  <a:gd name="T2" fmla="*/ 2147483647 w 1877"/>
                  <a:gd name="T3" fmla="*/ 2147483647 h 917"/>
                  <a:gd name="T4" fmla="*/ 2147483647 w 1877"/>
                  <a:gd name="T5" fmla="*/ 2147483647 h 917"/>
                  <a:gd name="T6" fmla="*/ 2147483647 w 1877"/>
                  <a:gd name="T7" fmla="*/ 2147483647 h 917"/>
                  <a:gd name="T8" fmla="*/ 2147483647 w 1877"/>
                  <a:gd name="T9" fmla="*/ 2147483647 h 917"/>
                  <a:gd name="T10" fmla="*/ 2147483647 w 1877"/>
                  <a:gd name="T11" fmla="*/ 2147483647 h 917"/>
                  <a:gd name="T12" fmla="*/ 2147483647 w 1877"/>
                  <a:gd name="T13" fmla="*/ 2147483647 h 917"/>
                  <a:gd name="T14" fmla="*/ 2147483647 w 1877"/>
                  <a:gd name="T15" fmla="*/ 2147483647 h 917"/>
                  <a:gd name="T16" fmla="*/ 2147483647 w 1877"/>
                  <a:gd name="T17" fmla="*/ 2147483647 h 917"/>
                  <a:gd name="T18" fmla="*/ 2147483647 w 1877"/>
                  <a:gd name="T19" fmla="*/ 2147483647 h 917"/>
                  <a:gd name="T20" fmla="*/ 2147483647 w 1877"/>
                  <a:gd name="T21" fmla="*/ 2147483647 h 917"/>
                  <a:gd name="T22" fmla="*/ 2147483647 w 1877"/>
                  <a:gd name="T23" fmla="*/ 2147483647 h 917"/>
                  <a:gd name="T24" fmla="*/ 2147483647 w 1877"/>
                  <a:gd name="T25" fmla="*/ 2147483647 h 917"/>
                  <a:gd name="T26" fmla="*/ 2147483647 w 1877"/>
                  <a:gd name="T27" fmla="*/ 2147483647 h 917"/>
                  <a:gd name="T28" fmla="*/ 2147483647 w 1877"/>
                  <a:gd name="T29" fmla="*/ 2147483647 h 917"/>
                  <a:gd name="T30" fmla="*/ 2147483647 w 1877"/>
                  <a:gd name="T31" fmla="*/ 2147483647 h 917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1877"/>
                  <a:gd name="T49" fmla="*/ 0 h 917"/>
                  <a:gd name="T50" fmla="*/ 1877 w 1877"/>
                  <a:gd name="T51" fmla="*/ 917 h 917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1877" h="917">
                    <a:moveTo>
                      <a:pt x="889" y="23"/>
                    </a:moveTo>
                    <a:cubicBezTo>
                      <a:pt x="804" y="39"/>
                      <a:pt x="771" y="98"/>
                      <a:pt x="692" y="109"/>
                    </a:cubicBezTo>
                    <a:cubicBezTo>
                      <a:pt x="613" y="120"/>
                      <a:pt x="511" y="81"/>
                      <a:pt x="415" y="91"/>
                    </a:cubicBezTo>
                    <a:cubicBezTo>
                      <a:pt x="319" y="101"/>
                      <a:pt x="174" y="126"/>
                      <a:pt x="112" y="170"/>
                    </a:cubicBezTo>
                    <a:cubicBezTo>
                      <a:pt x="51" y="214"/>
                      <a:pt x="66" y="294"/>
                      <a:pt x="50" y="353"/>
                    </a:cubicBezTo>
                    <a:cubicBezTo>
                      <a:pt x="34" y="412"/>
                      <a:pt x="0" y="479"/>
                      <a:pt x="14" y="528"/>
                    </a:cubicBezTo>
                    <a:cubicBezTo>
                      <a:pt x="29" y="577"/>
                      <a:pt x="57" y="608"/>
                      <a:pt x="139" y="650"/>
                    </a:cubicBezTo>
                    <a:cubicBezTo>
                      <a:pt x="221" y="692"/>
                      <a:pt x="372" y="742"/>
                      <a:pt x="505" y="781"/>
                    </a:cubicBezTo>
                    <a:cubicBezTo>
                      <a:pt x="638" y="820"/>
                      <a:pt x="789" y="866"/>
                      <a:pt x="933" y="886"/>
                    </a:cubicBezTo>
                    <a:cubicBezTo>
                      <a:pt x="1077" y="906"/>
                      <a:pt x="1246" y="917"/>
                      <a:pt x="1370" y="901"/>
                    </a:cubicBezTo>
                    <a:cubicBezTo>
                      <a:pt x="1494" y="885"/>
                      <a:pt x="1594" y="839"/>
                      <a:pt x="1676" y="793"/>
                    </a:cubicBezTo>
                    <a:cubicBezTo>
                      <a:pt x="1758" y="747"/>
                      <a:pt x="1843" y="720"/>
                      <a:pt x="1860" y="624"/>
                    </a:cubicBezTo>
                    <a:cubicBezTo>
                      <a:pt x="1877" y="528"/>
                      <a:pt x="1835" y="306"/>
                      <a:pt x="1776" y="219"/>
                    </a:cubicBezTo>
                    <a:cubicBezTo>
                      <a:pt x="1717" y="132"/>
                      <a:pt x="1599" y="134"/>
                      <a:pt x="1503" y="100"/>
                    </a:cubicBezTo>
                    <a:cubicBezTo>
                      <a:pt x="1407" y="66"/>
                      <a:pt x="1302" y="26"/>
                      <a:pt x="1200" y="13"/>
                    </a:cubicBezTo>
                    <a:cubicBezTo>
                      <a:pt x="1098" y="0"/>
                      <a:pt x="974" y="7"/>
                      <a:pt x="889" y="23"/>
                    </a:cubicBezTo>
                    <a:close/>
                  </a:path>
                </a:pathLst>
              </a:custGeom>
              <a:solidFill>
                <a:srgbClr val="9CDFF9"/>
              </a:solidFill>
              <a:ln>
                <a:noFill/>
              </a:ln>
            </p:spPr>
            <p:txBody>
              <a:bodyPr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2100" dirty="0">
                    <a:solidFill>
                      <a:srgbClr val="000000"/>
                    </a:solidFill>
                    <a:latin typeface="Calibri"/>
                    <a:ea typeface="ＭＳ Ｐゴシック" panose="020B0600070205080204" pitchFamily="34" charset="-128"/>
                    <a:cs typeface="Arial"/>
                  </a:rPr>
                  <a:t>             </a:t>
                </a:r>
              </a:p>
            </p:txBody>
          </p:sp>
        </p:grpSp>
      </p:grpSp>
      <p:sp>
        <p:nvSpPr>
          <p:cNvPr id="182" name="Freeform 103">
            <a:extLst>
              <a:ext uri="{FF2B5EF4-FFF2-40B4-BE49-F238E27FC236}">
                <a16:creationId xmlns:a16="http://schemas.microsoft.com/office/drawing/2014/main" id="{DEF6D5D3-E4DA-4B46-BBC5-93311E115D92}"/>
              </a:ext>
            </a:extLst>
          </p:cNvPr>
          <p:cNvSpPr>
            <a:spLocks/>
          </p:cNvSpPr>
          <p:nvPr/>
        </p:nvSpPr>
        <p:spPr bwMode="auto">
          <a:xfrm>
            <a:off x="7721259" y="2482854"/>
            <a:ext cx="667827" cy="2184419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kern="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83" name="Freeform 70">
            <a:extLst>
              <a:ext uri="{FF2B5EF4-FFF2-40B4-BE49-F238E27FC236}">
                <a16:creationId xmlns:a16="http://schemas.microsoft.com/office/drawing/2014/main" id="{4A88383C-61F9-1949-9D88-EC83EDA3F2B6}"/>
              </a:ext>
            </a:extLst>
          </p:cNvPr>
          <p:cNvSpPr>
            <a:spLocks/>
          </p:cNvSpPr>
          <p:nvPr/>
        </p:nvSpPr>
        <p:spPr bwMode="auto">
          <a:xfrm>
            <a:off x="640762" y="2549742"/>
            <a:ext cx="634983" cy="2191649"/>
          </a:xfrm>
          <a:custGeom>
            <a:avLst/>
            <a:gdLst>
              <a:gd name="T0" fmla="*/ 0 w 348"/>
              <a:gd name="T1" fmla="*/ 2147483647 h 1312"/>
              <a:gd name="T2" fmla="*/ 2147483647 w 348"/>
              <a:gd name="T3" fmla="*/ 0 h 1312"/>
              <a:gd name="T4" fmla="*/ 2147483647 w 348"/>
              <a:gd name="T5" fmla="*/ 2147483647 h 1312"/>
              <a:gd name="T6" fmla="*/ 2147483647 w 348"/>
              <a:gd name="T7" fmla="*/ 2147483647 h 1312"/>
              <a:gd name="T8" fmla="*/ 0 w 348"/>
              <a:gd name="T9" fmla="*/ 2147483647 h 131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48" h="1312">
                <a:moveTo>
                  <a:pt x="0" y="1306"/>
                </a:moveTo>
                <a:lnTo>
                  <a:pt x="348" y="0"/>
                </a:lnTo>
                <a:lnTo>
                  <a:pt x="342" y="1258"/>
                </a:lnTo>
                <a:lnTo>
                  <a:pt x="180" y="1312"/>
                </a:lnTo>
                <a:lnTo>
                  <a:pt x="0" y="1306"/>
                </a:ln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100000">
                <a:srgbClr val="B2B2B2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kern="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grpSp>
        <p:nvGrpSpPr>
          <p:cNvPr id="222" name="Group 185">
            <a:extLst>
              <a:ext uri="{FF2B5EF4-FFF2-40B4-BE49-F238E27FC236}">
                <a16:creationId xmlns:a16="http://schemas.microsoft.com/office/drawing/2014/main" id="{7750F2FB-96FA-374A-AF56-26502EF04672}"/>
              </a:ext>
            </a:extLst>
          </p:cNvPr>
          <p:cNvGrpSpPr>
            <a:grpSpLocks/>
          </p:cNvGrpSpPr>
          <p:nvPr/>
        </p:nvGrpSpPr>
        <p:grpSpPr bwMode="auto">
          <a:xfrm>
            <a:off x="8216766" y="4042320"/>
            <a:ext cx="412374" cy="802661"/>
            <a:chOff x="4140" y="429"/>
            <a:chExt cx="1425" cy="2396"/>
          </a:xfrm>
        </p:grpSpPr>
        <p:sp>
          <p:nvSpPr>
            <p:cNvPr id="223" name="Freeform 186">
              <a:extLst>
                <a:ext uri="{FF2B5EF4-FFF2-40B4-BE49-F238E27FC236}">
                  <a16:creationId xmlns:a16="http://schemas.microsoft.com/office/drawing/2014/main" id="{E441858B-A566-F746-B48C-912CA3020CC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24" name="Rectangle 187">
              <a:extLst>
                <a:ext uri="{FF2B5EF4-FFF2-40B4-BE49-F238E27FC236}">
                  <a16:creationId xmlns:a16="http://schemas.microsoft.com/office/drawing/2014/main" id="{20003129-35A4-1E46-8065-8AF4C6403D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429"/>
              <a:ext cx="1053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225" name="Freeform 188">
              <a:extLst>
                <a:ext uri="{FF2B5EF4-FFF2-40B4-BE49-F238E27FC236}">
                  <a16:creationId xmlns:a16="http://schemas.microsoft.com/office/drawing/2014/main" id="{6F94D7AE-C4D1-AF4A-B970-086B7D245AC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26" name="Freeform 189">
              <a:extLst>
                <a:ext uri="{FF2B5EF4-FFF2-40B4-BE49-F238E27FC236}">
                  <a16:creationId xmlns:a16="http://schemas.microsoft.com/office/drawing/2014/main" id="{EAFC03EF-54DF-8942-9852-25739DA158B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27" name="Rectangle 190">
              <a:extLst>
                <a:ext uri="{FF2B5EF4-FFF2-40B4-BE49-F238E27FC236}">
                  <a16:creationId xmlns:a16="http://schemas.microsoft.com/office/drawing/2014/main" id="{2241F7B6-5281-A74E-8DCB-3BE3777E93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9" y="693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228" name="Group 191">
              <a:extLst>
                <a:ext uri="{FF2B5EF4-FFF2-40B4-BE49-F238E27FC236}">
                  <a16:creationId xmlns:a16="http://schemas.microsoft.com/office/drawing/2014/main" id="{02DB0249-6EBB-FF4B-B17F-CC771B255D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53" name="AutoShape 192">
                <a:extLst>
                  <a:ext uri="{FF2B5EF4-FFF2-40B4-BE49-F238E27FC236}">
                    <a16:creationId xmlns:a16="http://schemas.microsoft.com/office/drawing/2014/main" id="{BE55370E-BC12-1B42-9E3C-C950033EEF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4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254" name="AutoShape 193">
                <a:extLst>
                  <a:ext uri="{FF2B5EF4-FFF2-40B4-BE49-F238E27FC236}">
                    <a16:creationId xmlns:a16="http://schemas.microsoft.com/office/drawing/2014/main" id="{1BBB99EB-2FFB-5942-9855-24BEE1C689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3" y="2582"/>
                <a:ext cx="692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229" name="Rectangle 194">
              <a:extLst>
                <a:ext uri="{FF2B5EF4-FFF2-40B4-BE49-F238E27FC236}">
                  <a16:creationId xmlns:a16="http://schemas.microsoft.com/office/drawing/2014/main" id="{9C5699FC-2B4E-BD46-B9CC-CA578E2EA7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2" y="1017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230" name="Group 195">
              <a:extLst>
                <a:ext uri="{FF2B5EF4-FFF2-40B4-BE49-F238E27FC236}">
                  <a16:creationId xmlns:a16="http://schemas.microsoft.com/office/drawing/2014/main" id="{676615F3-A30A-9740-8080-AFEE6BAAEF9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51" name="AutoShape 196">
                <a:extLst>
                  <a:ext uri="{FF2B5EF4-FFF2-40B4-BE49-F238E27FC236}">
                    <a16:creationId xmlns:a16="http://schemas.microsoft.com/office/drawing/2014/main" id="{D31569A0-2CDC-3B4B-B7FA-067BF2CB0D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0"/>
                <a:ext cx="724" cy="16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252" name="AutoShape 197">
                <a:extLst>
                  <a:ext uri="{FF2B5EF4-FFF2-40B4-BE49-F238E27FC236}">
                    <a16:creationId xmlns:a16="http://schemas.microsoft.com/office/drawing/2014/main" id="{5D70C5E6-3DFB-1D45-8469-DE5EA96E13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6"/>
                <a:ext cx="692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231" name="Rectangle 198">
              <a:extLst>
                <a:ext uri="{FF2B5EF4-FFF2-40B4-BE49-F238E27FC236}">
                  <a16:creationId xmlns:a16="http://schemas.microsoft.com/office/drawing/2014/main" id="{AE060187-10EA-1F4E-AEDE-8C6C0E8358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6" y="1357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232" name="Rectangle 199">
              <a:extLst>
                <a:ext uri="{FF2B5EF4-FFF2-40B4-BE49-F238E27FC236}">
                  <a16:creationId xmlns:a16="http://schemas.microsoft.com/office/drawing/2014/main" id="{32874526-51C0-C749-BDC8-3D9F62AFE7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4"/>
              <a:ext cx="593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233" name="Group 200">
              <a:extLst>
                <a:ext uri="{FF2B5EF4-FFF2-40B4-BE49-F238E27FC236}">
                  <a16:creationId xmlns:a16="http://schemas.microsoft.com/office/drawing/2014/main" id="{09E63F43-E74F-6045-A673-3756891EE94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49" name="AutoShape 201">
                <a:extLst>
                  <a:ext uri="{FF2B5EF4-FFF2-40B4-BE49-F238E27FC236}">
                    <a16:creationId xmlns:a16="http://schemas.microsoft.com/office/drawing/2014/main" id="{0296B9BB-82CD-2A45-8E56-F4ACF6FCC0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8"/>
                <a:ext cx="730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250" name="AutoShape 202">
                <a:extLst>
                  <a:ext uri="{FF2B5EF4-FFF2-40B4-BE49-F238E27FC236}">
                    <a16:creationId xmlns:a16="http://schemas.microsoft.com/office/drawing/2014/main" id="{DD3C3254-A817-B449-AE0F-31BEFF504A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3"/>
                <a:ext cx="699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234" name="Freeform 203">
              <a:extLst>
                <a:ext uri="{FF2B5EF4-FFF2-40B4-BE49-F238E27FC236}">
                  <a16:creationId xmlns:a16="http://schemas.microsoft.com/office/drawing/2014/main" id="{D05041BE-8046-EB49-A23A-C7FEB06D910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grpSp>
          <p:nvGrpSpPr>
            <p:cNvPr id="235" name="Group 204">
              <a:extLst>
                <a:ext uri="{FF2B5EF4-FFF2-40B4-BE49-F238E27FC236}">
                  <a16:creationId xmlns:a16="http://schemas.microsoft.com/office/drawing/2014/main" id="{BD1D997D-F690-4C4E-9473-F0433427C91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47" name="AutoShape 205">
                <a:extLst>
                  <a:ext uri="{FF2B5EF4-FFF2-40B4-BE49-F238E27FC236}">
                    <a16:creationId xmlns:a16="http://schemas.microsoft.com/office/drawing/2014/main" id="{631C3D3D-8F7D-6F44-AD56-665A5242B6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6"/>
                <a:ext cx="723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248" name="AutoShape 206">
                <a:extLst>
                  <a:ext uri="{FF2B5EF4-FFF2-40B4-BE49-F238E27FC236}">
                    <a16:creationId xmlns:a16="http://schemas.microsoft.com/office/drawing/2014/main" id="{E7F87D38-4528-0F45-9911-B79B599D25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2"/>
                <a:ext cx="691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236" name="Rectangle 207">
              <a:extLst>
                <a:ext uri="{FF2B5EF4-FFF2-40B4-BE49-F238E27FC236}">
                  <a16:creationId xmlns:a16="http://schemas.microsoft.com/office/drawing/2014/main" id="{60B24777-81BE-BC42-AC64-6F2229E5FB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69" cy="2288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237" name="Freeform 208">
              <a:extLst>
                <a:ext uri="{FF2B5EF4-FFF2-40B4-BE49-F238E27FC236}">
                  <a16:creationId xmlns:a16="http://schemas.microsoft.com/office/drawing/2014/main" id="{FD1049FD-ADAC-FC43-A186-6585ECAE433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38" name="Freeform 209">
              <a:extLst>
                <a:ext uri="{FF2B5EF4-FFF2-40B4-BE49-F238E27FC236}">
                  <a16:creationId xmlns:a16="http://schemas.microsoft.com/office/drawing/2014/main" id="{A25585BA-2AFC-3047-B9D5-7CC45D5DBC4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39" name="Oval 210">
              <a:extLst>
                <a:ext uri="{FF2B5EF4-FFF2-40B4-BE49-F238E27FC236}">
                  <a16:creationId xmlns:a16="http://schemas.microsoft.com/office/drawing/2014/main" id="{78C608B6-FCB9-3F43-A504-D33DD77827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09"/>
              <a:ext cx="50" cy="97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240" name="Freeform 211">
              <a:extLst>
                <a:ext uri="{FF2B5EF4-FFF2-40B4-BE49-F238E27FC236}">
                  <a16:creationId xmlns:a16="http://schemas.microsoft.com/office/drawing/2014/main" id="{F24BE4FA-86B6-5840-8B76-BF70EF006A8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41" name="AutoShape 212">
              <a:extLst>
                <a:ext uri="{FF2B5EF4-FFF2-40B4-BE49-F238E27FC236}">
                  <a16:creationId xmlns:a16="http://schemas.microsoft.com/office/drawing/2014/main" id="{22C6B4EC-00C6-BA43-95E2-370E8204DD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9"/>
              <a:ext cx="1198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242" name="AutoShape 213">
              <a:extLst>
                <a:ext uri="{FF2B5EF4-FFF2-40B4-BE49-F238E27FC236}">
                  <a16:creationId xmlns:a16="http://schemas.microsoft.com/office/drawing/2014/main" id="{7B9210ED-D802-C84E-8A67-93399801B5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2712"/>
              <a:ext cx="1072" cy="81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243" name="Oval 214">
              <a:extLst>
                <a:ext uri="{FF2B5EF4-FFF2-40B4-BE49-F238E27FC236}">
                  <a16:creationId xmlns:a16="http://schemas.microsoft.com/office/drawing/2014/main" id="{552E77C8-7BFE-BF4D-8F0B-DF6513BE64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0" y="2382"/>
              <a:ext cx="158" cy="146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244" name="Oval 215">
              <a:extLst>
                <a:ext uri="{FF2B5EF4-FFF2-40B4-BE49-F238E27FC236}">
                  <a16:creationId xmlns:a16="http://schemas.microsoft.com/office/drawing/2014/main" id="{86496A7E-E21F-444D-B883-E410329FF2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2"/>
              <a:ext cx="158" cy="14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100" kern="0" dirty="0">
                <a:solidFill>
                  <a:srgbClr val="FF0000"/>
                </a:solidFill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45" name="Oval 216">
              <a:extLst>
                <a:ext uri="{FF2B5EF4-FFF2-40B4-BE49-F238E27FC236}">
                  <a16:creationId xmlns:a16="http://schemas.microsoft.com/office/drawing/2014/main" id="{555E4B0D-EDB2-D04B-B9AD-93FA92DDAA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3" y="2382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246" name="Rectangle 217">
              <a:extLst>
                <a:ext uri="{FF2B5EF4-FFF2-40B4-BE49-F238E27FC236}">
                  <a16:creationId xmlns:a16="http://schemas.microsoft.com/office/drawing/2014/main" id="{DE659B39-E72A-634A-A2AC-C4BA4DC9C6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7"/>
              <a:ext cx="88" cy="761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64AFD9EC-1CA1-D34D-965E-2E8D95748C38}"/>
              </a:ext>
            </a:extLst>
          </p:cNvPr>
          <p:cNvGrpSpPr/>
          <p:nvPr/>
        </p:nvGrpSpPr>
        <p:grpSpPr>
          <a:xfrm>
            <a:off x="6382764" y="2415966"/>
            <a:ext cx="1459754" cy="2184419"/>
            <a:chOff x="8091785" y="2078288"/>
            <a:chExt cx="2364905" cy="2912558"/>
          </a:xfrm>
        </p:grpSpPr>
        <p:sp>
          <p:nvSpPr>
            <p:cNvPr id="145" name="Rectangle 23">
              <a:extLst>
                <a:ext uri="{FF2B5EF4-FFF2-40B4-BE49-F238E27FC236}">
                  <a16:creationId xmlns:a16="http://schemas.microsoft.com/office/drawing/2014/main" id="{F1314FFD-BA11-A042-BA84-1061E37290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79440" y="2078288"/>
              <a:ext cx="2277250" cy="2799267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2700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46" name="Rectangle 24">
              <a:extLst>
                <a:ext uri="{FF2B5EF4-FFF2-40B4-BE49-F238E27FC236}">
                  <a16:creationId xmlns:a16="http://schemas.microsoft.com/office/drawing/2014/main" id="{89D8A59C-E128-B74A-B94F-06FAC9DB73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1785" y="2167472"/>
              <a:ext cx="2254867" cy="2823374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2700" kern="0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47" name="Line 25">
              <a:extLst>
                <a:ext uri="{FF2B5EF4-FFF2-40B4-BE49-F238E27FC236}">
                  <a16:creationId xmlns:a16="http://schemas.microsoft.com/office/drawing/2014/main" id="{B922FB1F-8B1A-1843-A740-29E910EB3E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08956" y="2749010"/>
              <a:ext cx="2238254" cy="482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49" name="Line 27">
              <a:extLst>
                <a:ext uri="{FF2B5EF4-FFF2-40B4-BE49-F238E27FC236}">
                  <a16:creationId xmlns:a16="http://schemas.microsoft.com/office/drawing/2014/main" id="{FF1A214D-FBCE-7342-8332-F3FA9C577B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08201" y="3602458"/>
              <a:ext cx="2233387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51" name="Text Box 26">
              <a:extLst>
                <a:ext uri="{FF2B5EF4-FFF2-40B4-BE49-F238E27FC236}">
                  <a16:creationId xmlns:a16="http://schemas.microsoft.com/office/drawing/2014/main" id="{50D62C6A-4C80-854F-A4B8-723E99A5A7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18436" y="4533099"/>
              <a:ext cx="2019294" cy="4296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500" kern="0" dirty="0">
                  <a:solidFill>
                    <a:srgbClr val="000000"/>
                  </a:solidFill>
                </a:rPr>
                <a:t>physical</a:t>
              </a:r>
            </a:p>
          </p:txBody>
        </p:sp>
        <p:sp>
          <p:nvSpPr>
            <p:cNvPr id="152" name="Text Box 26">
              <a:extLst>
                <a:ext uri="{FF2B5EF4-FFF2-40B4-BE49-F238E27FC236}">
                  <a16:creationId xmlns:a16="http://schemas.microsoft.com/office/drawing/2014/main" id="{A79D3A45-C33B-7046-9088-A02FAACCA1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18436" y="4088345"/>
              <a:ext cx="2019294" cy="4296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500" kern="0" dirty="0">
                  <a:solidFill>
                    <a:srgbClr val="000000"/>
                  </a:solidFill>
                </a:rPr>
                <a:t>link</a:t>
              </a:r>
            </a:p>
          </p:txBody>
        </p:sp>
        <p:sp>
          <p:nvSpPr>
            <p:cNvPr id="153" name="Text Box 26">
              <a:extLst>
                <a:ext uri="{FF2B5EF4-FFF2-40B4-BE49-F238E27FC236}">
                  <a16:creationId xmlns:a16="http://schemas.microsoft.com/office/drawing/2014/main" id="{F3520259-D4C5-3340-8000-3B8C746A77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18436" y="3646080"/>
              <a:ext cx="2019294" cy="4296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500" kern="0" dirty="0">
                  <a:solidFill>
                    <a:srgbClr val="000000"/>
                  </a:solidFill>
                </a:rPr>
                <a:t>network (IP)</a:t>
              </a:r>
            </a:p>
          </p:txBody>
        </p:sp>
        <p:sp>
          <p:nvSpPr>
            <p:cNvPr id="155" name="Line 27">
              <a:extLst>
                <a:ext uri="{FF2B5EF4-FFF2-40B4-BE49-F238E27FC236}">
                  <a16:creationId xmlns:a16="http://schemas.microsoft.com/office/drawing/2014/main" id="{E1326351-38D1-A440-A7B8-5079367D54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16255" y="4074895"/>
              <a:ext cx="223338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56" name="Line 27">
              <a:extLst>
                <a:ext uri="{FF2B5EF4-FFF2-40B4-BE49-F238E27FC236}">
                  <a16:creationId xmlns:a16="http://schemas.microsoft.com/office/drawing/2014/main" id="{891B0B5D-A14D-1A40-B291-CC1A04A094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11389" y="4528049"/>
              <a:ext cx="223338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74" name="Text Box 26">
              <a:extLst>
                <a:ext uri="{FF2B5EF4-FFF2-40B4-BE49-F238E27FC236}">
                  <a16:creationId xmlns:a16="http://schemas.microsoft.com/office/drawing/2014/main" id="{D8A757BB-1762-8B47-A046-060F718CBC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79441" y="2284368"/>
              <a:ext cx="2019294" cy="4296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500" kern="0" dirty="0">
                  <a:solidFill>
                    <a:srgbClr val="000000"/>
                  </a:solidFill>
                </a:rPr>
                <a:t>application</a:t>
              </a:r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EA5C4C69-3F64-BA46-87DE-D8D9E085DAC9}"/>
              </a:ext>
            </a:extLst>
          </p:cNvPr>
          <p:cNvGrpSpPr/>
          <p:nvPr/>
        </p:nvGrpSpPr>
        <p:grpSpPr>
          <a:xfrm>
            <a:off x="1265828" y="2482854"/>
            <a:ext cx="1598776" cy="2184419"/>
            <a:chOff x="8091785" y="2078288"/>
            <a:chExt cx="2364905" cy="2912558"/>
          </a:xfrm>
        </p:grpSpPr>
        <p:sp>
          <p:nvSpPr>
            <p:cNvPr id="77" name="Rectangle 23">
              <a:extLst>
                <a:ext uri="{FF2B5EF4-FFF2-40B4-BE49-F238E27FC236}">
                  <a16:creationId xmlns:a16="http://schemas.microsoft.com/office/drawing/2014/main" id="{12A4D2D3-BB7A-1141-97E1-1746F6AB42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79440" y="2078288"/>
              <a:ext cx="2277250" cy="2799267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2700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8" name="Rectangle 24">
              <a:extLst>
                <a:ext uri="{FF2B5EF4-FFF2-40B4-BE49-F238E27FC236}">
                  <a16:creationId xmlns:a16="http://schemas.microsoft.com/office/drawing/2014/main" id="{CC2D939F-B2EB-B142-B2EB-F35198972B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1785" y="2167472"/>
              <a:ext cx="2254867" cy="2823374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2700" kern="0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9" name="Line 25">
              <a:extLst>
                <a:ext uri="{FF2B5EF4-FFF2-40B4-BE49-F238E27FC236}">
                  <a16:creationId xmlns:a16="http://schemas.microsoft.com/office/drawing/2014/main" id="{29206320-7227-5C45-BF48-477A94FE14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08956" y="2749010"/>
              <a:ext cx="2238254" cy="482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81" name="Line 27">
              <a:extLst>
                <a:ext uri="{FF2B5EF4-FFF2-40B4-BE49-F238E27FC236}">
                  <a16:creationId xmlns:a16="http://schemas.microsoft.com/office/drawing/2014/main" id="{7462DAE7-AE3D-CD41-8750-E700715A52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21121" y="3602458"/>
              <a:ext cx="223338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82" name="Text Box 26">
              <a:extLst>
                <a:ext uri="{FF2B5EF4-FFF2-40B4-BE49-F238E27FC236}">
                  <a16:creationId xmlns:a16="http://schemas.microsoft.com/office/drawing/2014/main" id="{B868290D-DE89-8749-A32C-C5FCE36D75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18435" y="4533099"/>
              <a:ext cx="2019294" cy="4296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500" kern="0" dirty="0">
                  <a:solidFill>
                    <a:srgbClr val="000000"/>
                  </a:solidFill>
                </a:rPr>
                <a:t>physical</a:t>
              </a:r>
            </a:p>
          </p:txBody>
        </p:sp>
        <p:sp>
          <p:nvSpPr>
            <p:cNvPr id="83" name="Text Box 26">
              <a:extLst>
                <a:ext uri="{FF2B5EF4-FFF2-40B4-BE49-F238E27FC236}">
                  <a16:creationId xmlns:a16="http://schemas.microsoft.com/office/drawing/2014/main" id="{18546DEE-76AB-C744-936A-7F4DF63895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18435" y="4088345"/>
              <a:ext cx="2019294" cy="4296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500" kern="0" dirty="0">
                  <a:solidFill>
                    <a:srgbClr val="000000"/>
                  </a:solidFill>
                </a:rPr>
                <a:t>link</a:t>
              </a:r>
            </a:p>
          </p:txBody>
        </p:sp>
        <p:sp>
          <p:nvSpPr>
            <p:cNvPr id="84" name="Text Box 26">
              <a:extLst>
                <a:ext uri="{FF2B5EF4-FFF2-40B4-BE49-F238E27FC236}">
                  <a16:creationId xmlns:a16="http://schemas.microsoft.com/office/drawing/2014/main" id="{9DE3AC7C-D9B1-ED4C-B925-37B3176773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18435" y="3646080"/>
              <a:ext cx="2019294" cy="4296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500" kern="0" dirty="0">
                  <a:solidFill>
                    <a:srgbClr val="000000"/>
                  </a:solidFill>
                </a:rPr>
                <a:t>network (IP)</a:t>
              </a:r>
            </a:p>
          </p:txBody>
        </p:sp>
        <p:sp>
          <p:nvSpPr>
            <p:cNvPr id="85" name="Line 27">
              <a:extLst>
                <a:ext uri="{FF2B5EF4-FFF2-40B4-BE49-F238E27FC236}">
                  <a16:creationId xmlns:a16="http://schemas.microsoft.com/office/drawing/2014/main" id="{266E1BE0-4561-9344-ACBD-29F42E90D9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16255" y="4074895"/>
              <a:ext cx="223338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86" name="Line 27">
              <a:extLst>
                <a:ext uri="{FF2B5EF4-FFF2-40B4-BE49-F238E27FC236}">
                  <a16:creationId xmlns:a16="http://schemas.microsoft.com/office/drawing/2014/main" id="{3ED696C7-AECF-C14F-8CD8-7153D36CBC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11389" y="4528049"/>
              <a:ext cx="223338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87" name="Text Box 26">
              <a:extLst>
                <a:ext uri="{FF2B5EF4-FFF2-40B4-BE49-F238E27FC236}">
                  <a16:creationId xmlns:a16="http://schemas.microsoft.com/office/drawing/2014/main" id="{42139D70-AB44-E047-B37E-AABECE1220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79439" y="2284368"/>
              <a:ext cx="2019294" cy="4296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500" kern="0" dirty="0">
                  <a:solidFill>
                    <a:srgbClr val="000000"/>
                  </a:solidFill>
                </a:rPr>
                <a:t>application</a:t>
              </a:r>
            </a:p>
          </p:txBody>
        </p:sp>
      </p:grpSp>
      <p:sp>
        <p:nvSpPr>
          <p:cNvPr id="129" name="Text Box 26">
            <a:extLst>
              <a:ext uri="{FF2B5EF4-FFF2-40B4-BE49-F238E27FC236}">
                <a16:creationId xmlns:a16="http://schemas.microsoft.com/office/drawing/2014/main" id="{BF5BF946-F5E7-1544-AF56-E534E43CF4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9396" y="3102621"/>
            <a:ext cx="1051358" cy="3222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500" kern="0" dirty="0">
                <a:solidFill>
                  <a:srgbClr val="000000"/>
                </a:solidFill>
              </a:rPr>
              <a:t>transport</a:t>
            </a:r>
          </a:p>
        </p:txBody>
      </p:sp>
      <p:grpSp>
        <p:nvGrpSpPr>
          <p:cNvPr id="93" name="Group 92">
            <a:extLst>
              <a:ext uri="{FF2B5EF4-FFF2-40B4-BE49-F238E27FC236}">
                <a16:creationId xmlns:a16="http://schemas.microsoft.com/office/drawing/2014/main" id="{EFA7BEBF-82FA-3440-93DD-AFB07D2DDF8D}"/>
              </a:ext>
            </a:extLst>
          </p:cNvPr>
          <p:cNvGrpSpPr/>
          <p:nvPr/>
        </p:nvGrpSpPr>
        <p:grpSpPr>
          <a:xfrm>
            <a:off x="375551" y="4564935"/>
            <a:ext cx="769892" cy="447865"/>
            <a:chOff x="7493876" y="2774731"/>
            <a:chExt cx="1481958" cy="894622"/>
          </a:xfrm>
        </p:grpSpPr>
        <p:sp>
          <p:nvSpPr>
            <p:cNvPr id="107" name="Freeform 106">
              <a:extLst>
                <a:ext uri="{FF2B5EF4-FFF2-40B4-BE49-F238E27FC236}">
                  <a16:creationId xmlns:a16="http://schemas.microsoft.com/office/drawing/2014/main" id="{FD49C136-01B9-DB45-BCCD-F4E482387145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/>
                </a:rPr>
                <a:t>                   </a:t>
              </a:r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3DF9189A-C970-C34D-8402-F20083341C95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/>
                </a:rPr>
                <a:t>              </a:t>
              </a:r>
            </a:p>
          </p:txBody>
        </p:sp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51F5139E-A5EB-E64B-B1E6-C3669AE818C6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10" name="Freeform 109">
                <a:extLst>
                  <a:ext uri="{FF2B5EF4-FFF2-40B4-BE49-F238E27FC236}">
                    <a16:creationId xmlns:a16="http://schemas.microsoft.com/office/drawing/2014/main" id="{7F7CB1D2-0FD2-A14F-A399-1C2D3650F2EA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111" name="Freeform 110">
                <a:extLst>
                  <a:ext uri="{FF2B5EF4-FFF2-40B4-BE49-F238E27FC236}">
                    <a16:creationId xmlns:a16="http://schemas.microsoft.com/office/drawing/2014/main" id="{688C61D0-9947-2E41-89C2-D2B4591C1F38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112" name="Freeform 111">
                <a:extLst>
                  <a:ext uri="{FF2B5EF4-FFF2-40B4-BE49-F238E27FC236}">
                    <a16:creationId xmlns:a16="http://schemas.microsoft.com/office/drawing/2014/main" id="{ADE46CF5-DF22-8F48-87EF-A46F29E0F1A9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113" name="Freeform 112">
                <a:extLst>
                  <a:ext uri="{FF2B5EF4-FFF2-40B4-BE49-F238E27FC236}">
                    <a16:creationId xmlns:a16="http://schemas.microsoft.com/office/drawing/2014/main" id="{CEACF782-B549-1D4E-B840-69A6AFFE6A7F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/>
                </a:endParaRPr>
              </a:p>
            </p:txBody>
          </p:sp>
        </p:grpSp>
      </p:grpSp>
      <p:sp>
        <p:nvSpPr>
          <p:cNvPr id="114" name="Title 1">
            <a:extLst>
              <a:ext uri="{FF2B5EF4-FFF2-40B4-BE49-F238E27FC236}">
                <a16:creationId xmlns:a16="http://schemas.microsoft.com/office/drawing/2014/main" id="{1464CB5C-96D6-3645-94B5-DB9FA7097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>
                <a:cs typeface="Calibri" panose="020F0502020204030204" pitchFamily="34" charset="0"/>
              </a:rPr>
              <a:t>Transport layer: overview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66C49B2-1A02-2159-FA35-493C8AE246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Transport Layer Actions</a:t>
            </a:r>
          </a:p>
        </p:txBody>
      </p:sp>
      <p:grpSp>
        <p:nvGrpSpPr>
          <p:cNvPr id="115" name="Group 149">
            <a:extLst>
              <a:ext uri="{FF2B5EF4-FFF2-40B4-BE49-F238E27FC236}">
                <a16:creationId xmlns:a16="http://schemas.microsoft.com/office/drawing/2014/main" id="{D80894D4-838A-2B47-82E9-ED060F8608E9}"/>
              </a:ext>
            </a:extLst>
          </p:cNvPr>
          <p:cNvGrpSpPr>
            <a:grpSpLocks/>
          </p:cNvGrpSpPr>
          <p:nvPr/>
        </p:nvGrpSpPr>
        <p:grpSpPr bwMode="auto">
          <a:xfrm>
            <a:off x="1846655" y="2924267"/>
            <a:ext cx="309563" cy="119063"/>
            <a:chOff x="1287" y="2524"/>
            <a:chExt cx="260" cy="100"/>
          </a:xfrm>
        </p:grpSpPr>
        <p:sp>
          <p:nvSpPr>
            <p:cNvPr id="116" name="Rectangle 73">
              <a:extLst>
                <a:ext uri="{FF2B5EF4-FFF2-40B4-BE49-F238E27FC236}">
                  <a16:creationId xmlns:a16="http://schemas.microsoft.com/office/drawing/2014/main" id="{4F7EB976-F7A9-464D-96B7-3FE5D6F41C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117" name="Rectangle 74">
              <a:extLst>
                <a:ext uri="{FF2B5EF4-FFF2-40B4-BE49-F238E27FC236}">
                  <a16:creationId xmlns:a16="http://schemas.microsoft.com/office/drawing/2014/main" id="{4368CF72-2B59-FB4B-92FA-68E13D10F3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8" y="2537"/>
              <a:ext cx="155" cy="7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118" name="Rectangle 75">
              <a:extLst>
                <a:ext uri="{FF2B5EF4-FFF2-40B4-BE49-F238E27FC236}">
                  <a16:creationId xmlns:a16="http://schemas.microsoft.com/office/drawing/2014/main" id="{0D0AC942-AA10-F747-BEAC-52DAFF24DA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3" y="2582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119" name="Rectangle 129">
              <a:extLst>
                <a:ext uri="{FF2B5EF4-FFF2-40B4-BE49-F238E27FC236}">
                  <a16:creationId xmlns:a16="http://schemas.microsoft.com/office/drawing/2014/main" id="{C51B66A9-7495-DF44-B4DE-37BC9E90E0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</p:grpSp>
      <p:grpSp>
        <p:nvGrpSpPr>
          <p:cNvPr id="120" name="Group 149">
            <a:extLst>
              <a:ext uri="{FF2B5EF4-FFF2-40B4-BE49-F238E27FC236}">
                <a16:creationId xmlns:a16="http://schemas.microsoft.com/office/drawing/2014/main" id="{B5F38E94-4EF7-1F4B-AAC4-BF50DC083CD9}"/>
              </a:ext>
            </a:extLst>
          </p:cNvPr>
          <p:cNvGrpSpPr>
            <a:grpSpLocks/>
          </p:cNvGrpSpPr>
          <p:nvPr/>
        </p:nvGrpSpPr>
        <p:grpSpPr bwMode="auto">
          <a:xfrm>
            <a:off x="7260858" y="2862457"/>
            <a:ext cx="309563" cy="119063"/>
            <a:chOff x="1287" y="2524"/>
            <a:chExt cx="260" cy="100"/>
          </a:xfrm>
        </p:grpSpPr>
        <p:sp>
          <p:nvSpPr>
            <p:cNvPr id="121" name="Rectangle 73">
              <a:extLst>
                <a:ext uri="{FF2B5EF4-FFF2-40B4-BE49-F238E27FC236}">
                  <a16:creationId xmlns:a16="http://schemas.microsoft.com/office/drawing/2014/main" id="{71D7BEDA-E8D6-9F4F-8EE3-D5290D9AF3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122" name="Rectangle 74">
              <a:extLst>
                <a:ext uri="{FF2B5EF4-FFF2-40B4-BE49-F238E27FC236}">
                  <a16:creationId xmlns:a16="http://schemas.microsoft.com/office/drawing/2014/main" id="{D93A8064-E5FB-2844-9B3D-C598CCB67B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8" y="2537"/>
              <a:ext cx="155" cy="7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123" name="Rectangle 75">
              <a:extLst>
                <a:ext uri="{FF2B5EF4-FFF2-40B4-BE49-F238E27FC236}">
                  <a16:creationId xmlns:a16="http://schemas.microsoft.com/office/drawing/2014/main" id="{DF7AA994-9DC7-8349-BB16-6DED06C89A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3" y="2582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124" name="Rectangle 129">
              <a:extLst>
                <a:ext uri="{FF2B5EF4-FFF2-40B4-BE49-F238E27FC236}">
                  <a16:creationId xmlns:a16="http://schemas.microsoft.com/office/drawing/2014/main" id="{06FC6EA9-9071-D843-8C39-AFF854F3BE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B2BB341-9BE1-8640-8E8B-7EC80706964E}"/>
              </a:ext>
            </a:extLst>
          </p:cNvPr>
          <p:cNvSpPr txBox="1"/>
          <p:nvPr/>
        </p:nvSpPr>
        <p:spPr>
          <a:xfrm>
            <a:off x="3159358" y="2230276"/>
            <a:ext cx="29237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>
              <a:defRPr/>
            </a:pPr>
            <a:r>
              <a:rPr lang="en-US" sz="2100" dirty="0">
                <a:solidFill>
                  <a:prstClr val="black"/>
                </a:solidFill>
                <a:latin typeface="Calibri"/>
              </a:rPr>
              <a:t>Sender:</a:t>
            </a:r>
          </a:p>
          <a:p>
            <a:pPr marL="214313" indent="-164306" defTabSz="685800">
              <a:buClr>
                <a:srgbClr val="0200A3"/>
              </a:buClr>
              <a:buFont typeface="Wingdings" pitchFamily="2" charset="2"/>
              <a:buChar char="§"/>
              <a:defRPr/>
            </a:pPr>
            <a:endParaRPr lang="en-US" sz="15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6480FBEB-6DAE-6343-96A8-03D66CDE01DB}"/>
              </a:ext>
            </a:extLst>
          </p:cNvPr>
          <p:cNvSpPr/>
          <p:nvPr/>
        </p:nvSpPr>
        <p:spPr>
          <a:xfrm>
            <a:off x="6053359" y="2415966"/>
            <a:ext cx="1811561" cy="2527106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350" dirty="0">
              <a:solidFill>
                <a:prstClr val="white"/>
              </a:solidFill>
              <a:latin typeface="Calibri"/>
            </a:endParaRP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CA134BD1-8CE1-DD46-92D0-46AEECA91934}"/>
              </a:ext>
            </a:extLst>
          </p:cNvPr>
          <p:cNvGrpSpPr/>
          <p:nvPr/>
        </p:nvGrpSpPr>
        <p:grpSpPr>
          <a:xfrm>
            <a:off x="6847623" y="2584582"/>
            <a:ext cx="944306" cy="300082"/>
            <a:chOff x="8934916" y="2775692"/>
            <a:chExt cx="1259074" cy="400109"/>
          </a:xfrm>
        </p:grpSpPr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6A02A536-E595-E54F-85ED-50268229A5F1}"/>
                </a:ext>
              </a:extLst>
            </p:cNvPr>
            <p:cNvSpPr/>
            <p:nvPr/>
          </p:nvSpPr>
          <p:spPr>
            <a:xfrm>
              <a:off x="8964931" y="2842303"/>
              <a:ext cx="1140727" cy="246705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26EE5E72-5714-C64B-A3D2-C89CD03AFF69}"/>
                </a:ext>
              </a:extLst>
            </p:cNvPr>
            <p:cNvSpPr txBox="1"/>
            <p:nvPr/>
          </p:nvSpPr>
          <p:spPr>
            <a:xfrm>
              <a:off x="8934916" y="2775692"/>
              <a:ext cx="1259074" cy="400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85800">
                <a:defRPr/>
              </a:pPr>
              <a:r>
                <a:rPr lang="en-US" sz="1350" dirty="0">
                  <a:solidFill>
                    <a:prstClr val="black"/>
                  </a:solidFill>
                  <a:latin typeface="Calibri"/>
                </a:rPr>
                <a:t>app. msg</a:t>
              </a:r>
            </a:p>
          </p:txBody>
        </p:sp>
      </p:grpSp>
      <p:sp>
        <p:nvSpPr>
          <p:cNvPr id="91" name="TextBox 90">
            <a:extLst>
              <a:ext uri="{FF2B5EF4-FFF2-40B4-BE49-F238E27FC236}">
                <a16:creationId xmlns:a16="http://schemas.microsoft.com/office/drawing/2014/main" id="{44FC0E6A-CBE5-AC4B-BF65-426B6D4CBC72}"/>
              </a:ext>
            </a:extLst>
          </p:cNvPr>
          <p:cNvSpPr txBox="1"/>
          <p:nvPr/>
        </p:nvSpPr>
        <p:spPr>
          <a:xfrm>
            <a:off x="3293658" y="2601075"/>
            <a:ext cx="2869092" cy="5652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164306" defTabSz="685800">
              <a:lnSpc>
                <a:spcPct val="85000"/>
              </a:lnSpc>
              <a:buClr>
                <a:srgbClr val="0200A3"/>
              </a:buClr>
              <a:buFont typeface="Wingdings" pitchFamily="2" charset="2"/>
              <a:buChar char="§"/>
              <a:defRPr/>
            </a:pPr>
            <a:r>
              <a:rPr lang="en-US" dirty="0">
                <a:solidFill>
                  <a:prstClr val="black"/>
                </a:solidFill>
                <a:latin typeface="Calibri"/>
              </a:rPr>
              <a:t>is passed an application-layer message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D9421943-E484-5046-BEAC-6D59475EF6C3}"/>
              </a:ext>
            </a:extLst>
          </p:cNvPr>
          <p:cNvSpPr txBox="1"/>
          <p:nvPr/>
        </p:nvSpPr>
        <p:spPr>
          <a:xfrm>
            <a:off x="3291140" y="3100438"/>
            <a:ext cx="2869092" cy="5652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164306" defTabSz="685800">
              <a:lnSpc>
                <a:spcPct val="85000"/>
              </a:lnSpc>
              <a:buClr>
                <a:srgbClr val="0200A3"/>
              </a:buClr>
              <a:buFont typeface="Wingdings" pitchFamily="2" charset="2"/>
              <a:buChar char="§"/>
              <a:defRPr/>
            </a:pPr>
            <a:r>
              <a:rPr lang="en-US" dirty="0">
                <a:solidFill>
                  <a:prstClr val="black"/>
                </a:solidFill>
                <a:latin typeface="Calibri"/>
              </a:rPr>
              <a:t>determines segment header fields values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BFD6C411-175C-8D4E-9A66-3E03AAA9F0F9}"/>
              </a:ext>
            </a:extLst>
          </p:cNvPr>
          <p:cNvSpPr txBox="1"/>
          <p:nvPr/>
        </p:nvSpPr>
        <p:spPr>
          <a:xfrm>
            <a:off x="3282519" y="3551897"/>
            <a:ext cx="2869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164306" defTabSz="685800">
              <a:buClr>
                <a:srgbClr val="0200A3"/>
              </a:buClr>
              <a:buFont typeface="Wingdings" pitchFamily="2" charset="2"/>
              <a:buChar char="§"/>
              <a:defRPr/>
            </a:pPr>
            <a:r>
              <a:rPr lang="en-US" dirty="0">
                <a:solidFill>
                  <a:prstClr val="black"/>
                </a:solidFill>
                <a:latin typeface="Calibri"/>
              </a:rPr>
              <a:t>creates segment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A88394C2-8FDA-8F48-B59B-B744ABBDA541}"/>
              </a:ext>
            </a:extLst>
          </p:cNvPr>
          <p:cNvSpPr txBox="1"/>
          <p:nvPr/>
        </p:nvSpPr>
        <p:spPr>
          <a:xfrm>
            <a:off x="3286027" y="3876122"/>
            <a:ext cx="2869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164306" defTabSz="685800">
              <a:buClr>
                <a:srgbClr val="0200A3"/>
              </a:buClr>
              <a:buFont typeface="Wingdings" pitchFamily="2" charset="2"/>
              <a:buChar char="§"/>
              <a:defRPr/>
            </a:pPr>
            <a:r>
              <a:rPr lang="en-US" dirty="0">
                <a:solidFill>
                  <a:prstClr val="black"/>
                </a:solidFill>
                <a:latin typeface="Calibri"/>
              </a:rPr>
              <a:t>passes segment to IP</a:t>
            </a:r>
          </a:p>
        </p:txBody>
      </p:sp>
      <p:sp>
        <p:nvSpPr>
          <p:cNvPr id="131" name="Text Box 26">
            <a:extLst>
              <a:ext uri="{FF2B5EF4-FFF2-40B4-BE49-F238E27FC236}">
                <a16:creationId xmlns:a16="http://schemas.microsoft.com/office/drawing/2014/main" id="{82B22EF0-AE16-E34A-9DFF-15D46D5130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8270" y="3172185"/>
            <a:ext cx="1151486" cy="3222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500" kern="0" dirty="0">
                <a:solidFill>
                  <a:srgbClr val="000000"/>
                </a:solidFill>
              </a:rPr>
              <a:t>transport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EB709716-FAB0-AB45-BCAE-75F8CF2AEC09}"/>
              </a:ext>
            </a:extLst>
          </p:cNvPr>
          <p:cNvSpPr/>
          <p:nvPr/>
        </p:nvSpPr>
        <p:spPr>
          <a:xfrm>
            <a:off x="203086" y="2090394"/>
            <a:ext cx="2786773" cy="3039053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350" dirty="0">
              <a:solidFill>
                <a:prstClr val="white"/>
              </a:solidFill>
              <a:latin typeface="Calibri"/>
            </a:endParaRPr>
          </a:p>
        </p:txBody>
      </p: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73FB16D4-A4BA-C046-940D-43D50465EB6F}"/>
              </a:ext>
            </a:extLst>
          </p:cNvPr>
          <p:cNvGrpSpPr/>
          <p:nvPr/>
        </p:nvGrpSpPr>
        <p:grpSpPr>
          <a:xfrm>
            <a:off x="6355167" y="3101628"/>
            <a:ext cx="944306" cy="276999"/>
            <a:chOff x="8964789" y="2639236"/>
            <a:chExt cx="1259074" cy="369332"/>
          </a:xfrm>
        </p:grpSpPr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CA58A03E-5455-0E40-8FB9-71E1E5E2CADE}"/>
                </a:ext>
              </a:extLst>
            </p:cNvPr>
            <p:cNvSpPr/>
            <p:nvPr/>
          </p:nvSpPr>
          <p:spPr>
            <a:xfrm>
              <a:off x="9032744" y="2707400"/>
              <a:ext cx="543189" cy="246705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97A208B0-D27E-5D40-B156-11CB7075B098}"/>
                </a:ext>
              </a:extLst>
            </p:cNvPr>
            <p:cNvSpPr txBox="1"/>
            <p:nvPr/>
          </p:nvSpPr>
          <p:spPr>
            <a:xfrm>
              <a:off x="8964789" y="2639236"/>
              <a:ext cx="12590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85800">
                <a:defRPr/>
              </a:pPr>
              <a:r>
                <a:rPr lang="en-US" sz="1200" dirty="0">
                  <a:solidFill>
                    <a:prstClr val="black"/>
                  </a:solidFill>
                  <a:latin typeface="Calibri"/>
                </a:rPr>
                <a:t>   T</a:t>
              </a:r>
              <a:r>
                <a:rPr lang="en-US" sz="1200" baseline="-25000" dirty="0">
                  <a:solidFill>
                    <a:prstClr val="black"/>
                  </a:solidFill>
                  <a:latin typeface="Calibri"/>
                </a:rPr>
                <a:t>h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E73E5E98-A439-0647-8DF1-844937CD72A0}"/>
              </a:ext>
            </a:extLst>
          </p:cNvPr>
          <p:cNvGrpSpPr/>
          <p:nvPr/>
        </p:nvGrpSpPr>
        <p:grpSpPr>
          <a:xfrm>
            <a:off x="6412118" y="3106529"/>
            <a:ext cx="1363517" cy="300082"/>
            <a:chOff x="7863122" y="5632673"/>
            <a:chExt cx="1818022" cy="400109"/>
          </a:xfrm>
        </p:grpSpPr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39CCB6B2-1F81-ED45-AF48-A3187F0215CC}"/>
                </a:ext>
              </a:extLst>
            </p:cNvPr>
            <p:cNvGrpSpPr/>
            <p:nvPr/>
          </p:nvGrpSpPr>
          <p:grpSpPr>
            <a:xfrm>
              <a:off x="7863122" y="5638955"/>
              <a:ext cx="1259074" cy="369332"/>
              <a:chOff x="8964789" y="2648929"/>
              <a:chExt cx="1259074" cy="369332"/>
            </a:xfrm>
          </p:grpSpPr>
          <p:sp>
            <p:nvSpPr>
              <p:cNvPr id="100" name="Rectangle 99">
                <a:extLst>
                  <a:ext uri="{FF2B5EF4-FFF2-40B4-BE49-F238E27FC236}">
                    <a16:creationId xmlns:a16="http://schemas.microsoft.com/office/drawing/2014/main" id="{B77AF83C-DA1E-A642-9E78-5EEE36A0AD7E}"/>
                  </a:ext>
                </a:extLst>
              </p:cNvPr>
              <p:cNvSpPr/>
              <p:nvPr/>
            </p:nvSpPr>
            <p:spPr>
              <a:xfrm>
                <a:off x="9032744" y="2707400"/>
                <a:ext cx="543189" cy="246705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AB8C9E1E-8C93-DA4B-813F-B38E4305D2BE}"/>
                  </a:ext>
                </a:extLst>
              </p:cNvPr>
              <p:cNvSpPr txBox="1"/>
              <p:nvPr/>
            </p:nvSpPr>
            <p:spPr>
              <a:xfrm>
                <a:off x="8964789" y="2648929"/>
                <a:ext cx="125907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685800">
                  <a:defRPr/>
                </a:pPr>
                <a:r>
                  <a:rPr lang="en-US" sz="1200" dirty="0">
                    <a:solidFill>
                      <a:prstClr val="black"/>
                    </a:solidFill>
                    <a:latin typeface="Calibri"/>
                  </a:rPr>
                  <a:t>   T</a:t>
                </a:r>
                <a:r>
                  <a:rPr lang="en-US" sz="1200" baseline="-25000" dirty="0">
                    <a:solidFill>
                      <a:prstClr val="black"/>
                    </a:solidFill>
                    <a:latin typeface="Calibri"/>
                  </a:rPr>
                  <a:t>h</a:t>
                </a:r>
              </a:p>
            </p:txBody>
          </p:sp>
        </p:grpSp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8B56BF3A-3903-6343-9BD8-2E85489C092E}"/>
                </a:ext>
              </a:extLst>
            </p:cNvPr>
            <p:cNvGrpSpPr/>
            <p:nvPr/>
          </p:nvGrpSpPr>
          <p:grpSpPr>
            <a:xfrm>
              <a:off x="8422070" y="5632673"/>
              <a:ext cx="1259074" cy="400109"/>
              <a:chOff x="8934916" y="2778923"/>
              <a:chExt cx="1259074" cy="400109"/>
            </a:xfrm>
          </p:grpSpPr>
          <p:sp>
            <p:nvSpPr>
              <p:cNvPr id="104" name="Rectangle 103">
                <a:extLst>
                  <a:ext uri="{FF2B5EF4-FFF2-40B4-BE49-F238E27FC236}">
                    <a16:creationId xmlns:a16="http://schemas.microsoft.com/office/drawing/2014/main" id="{C0632306-DF2A-5145-82E2-F627C1E9171F}"/>
                  </a:ext>
                </a:extLst>
              </p:cNvPr>
              <p:cNvSpPr/>
              <p:nvPr/>
            </p:nvSpPr>
            <p:spPr>
              <a:xfrm>
                <a:off x="8964931" y="2842303"/>
                <a:ext cx="1140727" cy="246705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E104975E-6986-5E45-89F2-36AAE86B3B12}"/>
                  </a:ext>
                </a:extLst>
              </p:cNvPr>
              <p:cNvSpPr txBox="1"/>
              <p:nvPr/>
            </p:nvSpPr>
            <p:spPr>
              <a:xfrm>
                <a:off x="8934916" y="2778923"/>
                <a:ext cx="1259074" cy="4001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685800">
                  <a:defRPr/>
                </a:pPr>
                <a:r>
                  <a:rPr lang="en-US" sz="1350" dirty="0">
                    <a:solidFill>
                      <a:prstClr val="black"/>
                    </a:solidFill>
                    <a:latin typeface="Calibri"/>
                  </a:rPr>
                  <a:t>app. msg</a:t>
                </a:r>
              </a:p>
            </p:txBody>
          </p:sp>
        </p:grpSp>
      </p:grp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C6B335E0-F3BD-3AED-2336-0C195D6D5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0BC41B36-6335-F546-90B9-E2121371E10D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833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5E-7 -1.48148E-6 L 0.00065 0.10139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" y="5069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9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3.7037E-7 L 0.00052 0.09306 " pathEditMode="relative" rAng="0" ptsTypes="AA">
                                      <p:cBhvr>
                                        <p:cTn id="44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" y="4653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52 0.09306 C -0.00013 0.14931 -0.00091 0.20347 -0.00169 0.26181 L -0.11432 0.32593 L -0.43333 0.31991 C -0.47513 0.3044 -0.51719 0.27778 -0.55846 0.26366 " pathEditMode="relative" rAng="0" ptsTypes="AAAAA">
                                      <p:cBhvr>
                                        <p:cTn id="51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7943" y="116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" grpId="0" animBg="1"/>
      <p:bldP spid="91" grpId="0"/>
      <p:bldP spid="94" grpId="0"/>
      <p:bldP spid="95" grpId="0"/>
      <p:bldP spid="9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8902B4EA-0158-774A-877D-888807F574B5}"/>
              </a:ext>
            </a:extLst>
          </p:cNvPr>
          <p:cNvGrpSpPr/>
          <p:nvPr/>
        </p:nvGrpSpPr>
        <p:grpSpPr>
          <a:xfrm>
            <a:off x="1934109" y="4581500"/>
            <a:ext cx="5150044" cy="771548"/>
            <a:chOff x="2578811" y="4965666"/>
            <a:chExt cx="6866725" cy="1028731"/>
          </a:xfrm>
        </p:grpSpPr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0763EEB6-87F6-D847-AD1E-3BFDCE6A9543}"/>
                </a:ext>
              </a:extLst>
            </p:cNvPr>
            <p:cNvCxnSpPr>
              <a:cxnSpLocks/>
            </p:cNvCxnSpPr>
            <p:nvPr/>
          </p:nvCxnSpPr>
          <p:spPr>
            <a:xfrm>
              <a:off x="2578811" y="5062556"/>
              <a:ext cx="1582832" cy="30261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09891B45-180E-B341-A7C6-D10A683BB102}"/>
                </a:ext>
              </a:extLst>
            </p:cNvPr>
            <p:cNvGrpSpPr/>
            <p:nvPr/>
          </p:nvGrpSpPr>
          <p:grpSpPr>
            <a:xfrm>
              <a:off x="4062521" y="4965666"/>
              <a:ext cx="5383015" cy="1028731"/>
              <a:chOff x="4062521" y="4965666"/>
              <a:chExt cx="5383015" cy="1028731"/>
            </a:xfrm>
          </p:grpSpPr>
          <p:cxnSp>
            <p:nvCxnSpPr>
              <p:cNvPr id="127" name="Straight Connector 126">
                <a:extLst>
                  <a:ext uri="{FF2B5EF4-FFF2-40B4-BE49-F238E27FC236}">
                    <a16:creationId xmlns:a16="http://schemas.microsoft.com/office/drawing/2014/main" id="{16BE7B71-3412-8546-BD1A-8BF76DC4725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972023" y="4973372"/>
                <a:ext cx="1473513" cy="474391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1" name="Freeform 296">
                <a:extLst>
                  <a:ext uri="{FF2B5EF4-FFF2-40B4-BE49-F238E27FC236}">
                    <a16:creationId xmlns:a16="http://schemas.microsoft.com/office/drawing/2014/main" id="{06DFDE96-5B04-984C-B72D-22D074DF3E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62521" y="4965666"/>
                <a:ext cx="4036903" cy="1028731"/>
              </a:xfrm>
              <a:custGeom>
                <a:avLst/>
                <a:gdLst>
                  <a:gd name="T0" fmla="*/ 2147483647 w 1877"/>
                  <a:gd name="T1" fmla="*/ 2147483647 h 917"/>
                  <a:gd name="T2" fmla="*/ 2147483647 w 1877"/>
                  <a:gd name="T3" fmla="*/ 2147483647 h 917"/>
                  <a:gd name="T4" fmla="*/ 2147483647 w 1877"/>
                  <a:gd name="T5" fmla="*/ 2147483647 h 917"/>
                  <a:gd name="T6" fmla="*/ 2147483647 w 1877"/>
                  <a:gd name="T7" fmla="*/ 2147483647 h 917"/>
                  <a:gd name="T8" fmla="*/ 2147483647 w 1877"/>
                  <a:gd name="T9" fmla="*/ 2147483647 h 917"/>
                  <a:gd name="T10" fmla="*/ 2147483647 w 1877"/>
                  <a:gd name="T11" fmla="*/ 2147483647 h 917"/>
                  <a:gd name="T12" fmla="*/ 2147483647 w 1877"/>
                  <a:gd name="T13" fmla="*/ 2147483647 h 917"/>
                  <a:gd name="T14" fmla="*/ 2147483647 w 1877"/>
                  <a:gd name="T15" fmla="*/ 2147483647 h 917"/>
                  <a:gd name="T16" fmla="*/ 2147483647 w 1877"/>
                  <a:gd name="T17" fmla="*/ 2147483647 h 917"/>
                  <a:gd name="T18" fmla="*/ 2147483647 w 1877"/>
                  <a:gd name="T19" fmla="*/ 2147483647 h 917"/>
                  <a:gd name="T20" fmla="*/ 2147483647 w 1877"/>
                  <a:gd name="T21" fmla="*/ 2147483647 h 917"/>
                  <a:gd name="T22" fmla="*/ 2147483647 w 1877"/>
                  <a:gd name="T23" fmla="*/ 2147483647 h 917"/>
                  <a:gd name="T24" fmla="*/ 2147483647 w 1877"/>
                  <a:gd name="T25" fmla="*/ 2147483647 h 917"/>
                  <a:gd name="T26" fmla="*/ 2147483647 w 1877"/>
                  <a:gd name="T27" fmla="*/ 2147483647 h 917"/>
                  <a:gd name="T28" fmla="*/ 2147483647 w 1877"/>
                  <a:gd name="T29" fmla="*/ 2147483647 h 917"/>
                  <a:gd name="T30" fmla="*/ 2147483647 w 1877"/>
                  <a:gd name="T31" fmla="*/ 2147483647 h 917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1877"/>
                  <a:gd name="T49" fmla="*/ 0 h 917"/>
                  <a:gd name="T50" fmla="*/ 1877 w 1877"/>
                  <a:gd name="T51" fmla="*/ 917 h 917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1877" h="917">
                    <a:moveTo>
                      <a:pt x="889" y="23"/>
                    </a:moveTo>
                    <a:cubicBezTo>
                      <a:pt x="804" y="39"/>
                      <a:pt x="771" y="98"/>
                      <a:pt x="692" y="109"/>
                    </a:cubicBezTo>
                    <a:cubicBezTo>
                      <a:pt x="613" y="120"/>
                      <a:pt x="511" y="81"/>
                      <a:pt x="415" y="91"/>
                    </a:cubicBezTo>
                    <a:cubicBezTo>
                      <a:pt x="319" y="101"/>
                      <a:pt x="174" y="126"/>
                      <a:pt x="112" y="170"/>
                    </a:cubicBezTo>
                    <a:cubicBezTo>
                      <a:pt x="51" y="214"/>
                      <a:pt x="66" y="294"/>
                      <a:pt x="50" y="353"/>
                    </a:cubicBezTo>
                    <a:cubicBezTo>
                      <a:pt x="34" y="412"/>
                      <a:pt x="0" y="479"/>
                      <a:pt x="14" y="528"/>
                    </a:cubicBezTo>
                    <a:cubicBezTo>
                      <a:pt x="29" y="577"/>
                      <a:pt x="57" y="608"/>
                      <a:pt x="139" y="650"/>
                    </a:cubicBezTo>
                    <a:cubicBezTo>
                      <a:pt x="221" y="692"/>
                      <a:pt x="372" y="742"/>
                      <a:pt x="505" y="781"/>
                    </a:cubicBezTo>
                    <a:cubicBezTo>
                      <a:pt x="638" y="820"/>
                      <a:pt x="789" y="866"/>
                      <a:pt x="933" y="886"/>
                    </a:cubicBezTo>
                    <a:cubicBezTo>
                      <a:pt x="1077" y="906"/>
                      <a:pt x="1246" y="917"/>
                      <a:pt x="1370" y="901"/>
                    </a:cubicBezTo>
                    <a:cubicBezTo>
                      <a:pt x="1494" y="885"/>
                      <a:pt x="1594" y="839"/>
                      <a:pt x="1676" y="793"/>
                    </a:cubicBezTo>
                    <a:cubicBezTo>
                      <a:pt x="1758" y="747"/>
                      <a:pt x="1843" y="720"/>
                      <a:pt x="1860" y="624"/>
                    </a:cubicBezTo>
                    <a:cubicBezTo>
                      <a:pt x="1877" y="528"/>
                      <a:pt x="1835" y="306"/>
                      <a:pt x="1776" y="219"/>
                    </a:cubicBezTo>
                    <a:cubicBezTo>
                      <a:pt x="1717" y="132"/>
                      <a:pt x="1599" y="134"/>
                      <a:pt x="1503" y="100"/>
                    </a:cubicBezTo>
                    <a:cubicBezTo>
                      <a:pt x="1407" y="66"/>
                      <a:pt x="1302" y="26"/>
                      <a:pt x="1200" y="13"/>
                    </a:cubicBezTo>
                    <a:cubicBezTo>
                      <a:pt x="1098" y="0"/>
                      <a:pt x="974" y="7"/>
                      <a:pt x="889" y="23"/>
                    </a:cubicBezTo>
                    <a:close/>
                  </a:path>
                </a:pathLst>
              </a:custGeom>
              <a:solidFill>
                <a:srgbClr val="9CDFF9"/>
              </a:solidFill>
              <a:ln>
                <a:noFill/>
              </a:ln>
            </p:spPr>
            <p:txBody>
              <a:bodyPr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2100" dirty="0">
                    <a:solidFill>
                      <a:srgbClr val="000000"/>
                    </a:solidFill>
                    <a:latin typeface="Calibri"/>
                    <a:ea typeface="ＭＳ Ｐゴシック" panose="020B0600070205080204" pitchFamily="34" charset="-128"/>
                    <a:cs typeface="Arial"/>
                  </a:rPr>
                  <a:t>             </a:t>
                </a:r>
              </a:p>
            </p:txBody>
          </p:sp>
        </p:grpSp>
      </p:grpSp>
      <p:sp>
        <p:nvSpPr>
          <p:cNvPr id="182" name="Freeform 103">
            <a:extLst>
              <a:ext uri="{FF2B5EF4-FFF2-40B4-BE49-F238E27FC236}">
                <a16:creationId xmlns:a16="http://schemas.microsoft.com/office/drawing/2014/main" id="{DEF6D5D3-E4DA-4B46-BBC5-93311E115D92}"/>
              </a:ext>
            </a:extLst>
          </p:cNvPr>
          <p:cNvSpPr>
            <a:spLocks/>
          </p:cNvSpPr>
          <p:nvPr/>
        </p:nvSpPr>
        <p:spPr bwMode="auto">
          <a:xfrm>
            <a:off x="7721259" y="2482854"/>
            <a:ext cx="667827" cy="2184419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kern="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83" name="Freeform 70">
            <a:extLst>
              <a:ext uri="{FF2B5EF4-FFF2-40B4-BE49-F238E27FC236}">
                <a16:creationId xmlns:a16="http://schemas.microsoft.com/office/drawing/2014/main" id="{4A88383C-61F9-1949-9D88-EC83EDA3F2B6}"/>
              </a:ext>
            </a:extLst>
          </p:cNvPr>
          <p:cNvSpPr>
            <a:spLocks/>
          </p:cNvSpPr>
          <p:nvPr/>
        </p:nvSpPr>
        <p:spPr bwMode="auto">
          <a:xfrm>
            <a:off x="640762" y="2549742"/>
            <a:ext cx="634983" cy="2191649"/>
          </a:xfrm>
          <a:custGeom>
            <a:avLst/>
            <a:gdLst>
              <a:gd name="T0" fmla="*/ 0 w 348"/>
              <a:gd name="T1" fmla="*/ 2147483647 h 1312"/>
              <a:gd name="T2" fmla="*/ 2147483647 w 348"/>
              <a:gd name="T3" fmla="*/ 0 h 1312"/>
              <a:gd name="T4" fmla="*/ 2147483647 w 348"/>
              <a:gd name="T5" fmla="*/ 2147483647 h 1312"/>
              <a:gd name="T6" fmla="*/ 2147483647 w 348"/>
              <a:gd name="T7" fmla="*/ 2147483647 h 1312"/>
              <a:gd name="T8" fmla="*/ 0 w 348"/>
              <a:gd name="T9" fmla="*/ 2147483647 h 131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48" h="1312">
                <a:moveTo>
                  <a:pt x="0" y="1306"/>
                </a:moveTo>
                <a:lnTo>
                  <a:pt x="348" y="0"/>
                </a:lnTo>
                <a:lnTo>
                  <a:pt x="342" y="1258"/>
                </a:lnTo>
                <a:lnTo>
                  <a:pt x="180" y="1312"/>
                </a:lnTo>
                <a:lnTo>
                  <a:pt x="0" y="1306"/>
                </a:ln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100000">
                <a:srgbClr val="B2B2B2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kern="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grpSp>
        <p:nvGrpSpPr>
          <p:cNvPr id="222" name="Group 185">
            <a:extLst>
              <a:ext uri="{FF2B5EF4-FFF2-40B4-BE49-F238E27FC236}">
                <a16:creationId xmlns:a16="http://schemas.microsoft.com/office/drawing/2014/main" id="{7750F2FB-96FA-374A-AF56-26502EF04672}"/>
              </a:ext>
            </a:extLst>
          </p:cNvPr>
          <p:cNvGrpSpPr>
            <a:grpSpLocks/>
          </p:cNvGrpSpPr>
          <p:nvPr/>
        </p:nvGrpSpPr>
        <p:grpSpPr bwMode="auto">
          <a:xfrm>
            <a:off x="8216766" y="4042320"/>
            <a:ext cx="412374" cy="802661"/>
            <a:chOff x="4140" y="429"/>
            <a:chExt cx="1425" cy="2396"/>
          </a:xfrm>
        </p:grpSpPr>
        <p:sp>
          <p:nvSpPr>
            <p:cNvPr id="223" name="Freeform 186">
              <a:extLst>
                <a:ext uri="{FF2B5EF4-FFF2-40B4-BE49-F238E27FC236}">
                  <a16:creationId xmlns:a16="http://schemas.microsoft.com/office/drawing/2014/main" id="{E441858B-A566-F746-B48C-912CA3020CC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24" name="Rectangle 187">
              <a:extLst>
                <a:ext uri="{FF2B5EF4-FFF2-40B4-BE49-F238E27FC236}">
                  <a16:creationId xmlns:a16="http://schemas.microsoft.com/office/drawing/2014/main" id="{20003129-35A4-1E46-8065-8AF4C6403D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429"/>
              <a:ext cx="1053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225" name="Freeform 188">
              <a:extLst>
                <a:ext uri="{FF2B5EF4-FFF2-40B4-BE49-F238E27FC236}">
                  <a16:creationId xmlns:a16="http://schemas.microsoft.com/office/drawing/2014/main" id="{6F94D7AE-C4D1-AF4A-B970-086B7D245AC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26" name="Freeform 189">
              <a:extLst>
                <a:ext uri="{FF2B5EF4-FFF2-40B4-BE49-F238E27FC236}">
                  <a16:creationId xmlns:a16="http://schemas.microsoft.com/office/drawing/2014/main" id="{EAFC03EF-54DF-8942-9852-25739DA158B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27" name="Rectangle 190">
              <a:extLst>
                <a:ext uri="{FF2B5EF4-FFF2-40B4-BE49-F238E27FC236}">
                  <a16:creationId xmlns:a16="http://schemas.microsoft.com/office/drawing/2014/main" id="{2241F7B6-5281-A74E-8DCB-3BE3777E93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9" y="693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228" name="Group 191">
              <a:extLst>
                <a:ext uri="{FF2B5EF4-FFF2-40B4-BE49-F238E27FC236}">
                  <a16:creationId xmlns:a16="http://schemas.microsoft.com/office/drawing/2014/main" id="{02DB0249-6EBB-FF4B-B17F-CC771B255D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53" name="AutoShape 192">
                <a:extLst>
                  <a:ext uri="{FF2B5EF4-FFF2-40B4-BE49-F238E27FC236}">
                    <a16:creationId xmlns:a16="http://schemas.microsoft.com/office/drawing/2014/main" id="{BE55370E-BC12-1B42-9E3C-C950033EEF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4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254" name="AutoShape 193">
                <a:extLst>
                  <a:ext uri="{FF2B5EF4-FFF2-40B4-BE49-F238E27FC236}">
                    <a16:creationId xmlns:a16="http://schemas.microsoft.com/office/drawing/2014/main" id="{1BBB99EB-2FFB-5942-9855-24BEE1C689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3" y="2582"/>
                <a:ext cx="692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229" name="Rectangle 194">
              <a:extLst>
                <a:ext uri="{FF2B5EF4-FFF2-40B4-BE49-F238E27FC236}">
                  <a16:creationId xmlns:a16="http://schemas.microsoft.com/office/drawing/2014/main" id="{9C5699FC-2B4E-BD46-B9CC-CA578E2EA7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2" y="1017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230" name="Group 195">
              <a:extLst>
                <a:ext uri="{FF2B5EF4-FFF2-40B4-BE49-F238E27FC236}">
                  <a16:creationId xmlns:a16="http://schemas.microsoft.com/office/drawing/2014/main" id="{676615F3-A30A-9740-8080-AFEE6BAAEF9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51" name="AutoShape 196">
                <a:extLst>
                  <a:ext uri="{FF2B5EF4-FFF2-40B4-BE49-F238E27FC236}">
                    <a16:creationId xmlns:a16="http://schemas.microsoft.com/office/drawing/2014/main" id="{D31569A0-2CDC-3B4B-B7FA-067BF2CB0D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0"/>
                <a:ext cx="724" cy="16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252" name="AutoShape 197">
                <a:extLst>
                  <a:ext uri="{FF2B5EF4-FFF2-40B4-BE49-F238E27FC236}">
                    <a16:creationId xmlns:a16="http://schemas.microsoft.com/office/drawing/2014/main" id="{5D70C5E6-3DFB-1D45-8469-DE5EA96E13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6"/>
                <a:ext cx="692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231" name="Rectangle 198">
              <a:extLst>
                <a:ext uri="{FF2B5EF4-FFF2-40B4-BE49-F238E27FC236}">
                  <a16:creationId xmlns:a16="http://schemas.microsoft.com/office/drawing/2014/main" id="{AE060187-10EA-1F4E-AEDE-8C6C0E8358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6" y="1357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232" name="Rectangle 199">
              <a:extLst>
                <a:ext uri="{FF2B5EF4-FFF2-40B4-BE49-F238E27FC236}">
                  <a16:creationId xmlns:a16="http://schemas.microsoft.com/office/drawing/2014/main" id="{32874526-51C0-C749-BDC8-3D9F62AFE7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4"/>
              <a:ext cx="593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233" name="Group 200">
              <a:extLst>
                <a:ext uri="{FF2B5EF4-FFF2-40B4-BE49-F238E27FC236}">
                  <a16:creationId xmlns:a16="http://schemas.microsoft.com/office/drawing/2014/main" id="{09E63F43-E74F-6045-A673-3756891EE94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49" name="AutoShape 201">
                <a:extLst>
                  <a:ext uri="{FF2B5EF4-FFF2-40B4-BE49-F238E27FC236}">
                    <a16:creationId xmlns:a16="http://schemas.microsoft.com/office/drawing/2014/main" id="{0296B9BB-82CD-2A45-8E56-F4ACF6FCC0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8"/>
                <a:ext cx="730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250" name="AutoShape 202">
                <a:extLst>
                  <a:ext uri="{FF2B5EF4-FFF2-40B4-BE49-F238E27FC236}">
                    <a16:creationId xmlns:a16="http://schemas.microsoft.com/office/drawing/2014/main" id="{DD3C3254-A817-B449-AE0F-31BEFF504A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3"/>
                <a:ext cx="699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234" name="Freeform 203">
              <a:extLst>
                <a:ext uri="{FF2B5EF4-FFF2-40B4-BE49-F238E27FC236}">
                  <a16:creationId xmlns:a16="http://schemas.microsoft.com/office/drawing/2014/main" id="{D05041BE-8046-EB49-A23A-C7FEB06D910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grpSp>
          <p:nvGrpSpPr>
            <p:cNvPr id="235" name="Group 204">
              <a:extLst>
                <a:ext uri="{FF2B5EF4-FFF2-40B4-BE49-F238E27FC236}">
                  <a16:creationId xmlns:a16="http://schemas.microsoft.com/office/drawing/2014/main" id="{BD1D997D-F690-4C4E-9473-F0433427C91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47" name="AutoShape 205">
                <a:extLst>
                  <a:ext uri="{FF2B5EF4-FFF2-40B4-BE49-F238E27FC236}">
                    <a16:creationId xmlns:a16="http://schemas.microsoft.com/office/drawing/2014/main" id="{631C3D3D-8F7D-6F44-AD56-665A5242B6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6"/>
                <a:ext cx="723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248" name="AutoShape 206">
                <a:extLst>
                  <a:ext uri="{FF2B5EF4-FFF2-40B4-BE49-F238E27FC236}">
                    <a16:creationId xmlns:a16="http://schemas.microsoft.com/office/drawing/2014/main" id="{E7F87D38-4528-0F45-9911-B79B599D25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2"/>
                <a:ext cx="691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236" name="Rectangle 207">
              <a:extLst>
                <a:ext uri="{FF2B5EF4-FFF2-40B4-BE49-F238E27FC236}">
                  <a16:creationId xmlns:a16="http://schemas.microsoft.com/office/drawing/2014/main" id="{60B24777-81BE-BC42-AC64-6F2229E5FB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69" cy="2288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237" name="Freeform 208">
              <a:extLst>
                <a:ext uri="{FF2B5EF4-FFF2-40B4-BE49-F238E27FC236}">
                  <a16:creationId xmlns:a16="http://schemas.microsoft.com/office/drawing/2014/main" id="{FD1049FD-ADAC-FC43-A186-6585ECAE433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38" name="Freeform 209">
              <a:extLst>
                <a:ext uri="{FF2B5EF4-FFF2-40B4-BE49-F238E27FC236}">
                  <a16:creationId xmlns:a16="http://schemas.microsoft.com/office/drawing/2014/main" id="{A25585BA-2AFC-3047-B9D5-7CC45D5DBC4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39" name="Oval 210">
              <a:extLst>
                <a:ext uri="{FF2B5EF4-FFF2-40B4-BE49-F238E27FC236}">
                  <a16:creationId xmlns:a16="http://schemas.microsoft.com/office/drawing/2014/main" id="{78C608B6-FCB9-3F43-A504-D33DD77827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09"/>
              <a:ext cx="50" cy="97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240" name="Freeform 211">
              <a:extLst>
                <a:ext uri="{FF2B5EF4-FFF2-40B4-BE49-F238E27FC236}">
                  <a16:creationId xmlns:a16="http://schemas.microsoft.com/office/drawing/2014/main" id="{F24BE4FA-86B6-5840-8B76-BF70EF006A8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41" name="AutoShape 212">
              <a:extLst>
                <a:ext uri="{FF2B5EF4-FFF2-40B4-BE49-F238E27FC236}">
                  <a16:creationId xmlns:a16="http://schemas.microsoft.com/office/drawing/2014/main" id="{22C6B4EC-00C6-BA43-95E2-370E8204DD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9"/>
              <a:ext cx="1198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242" name="AutoShape 213">
              <a:extLst>
                <a:ext uri="{FF2B5EF4-FFF2-40B4-BE49-F238E27FC236}">
                  <a16:creationId xmlns:a16="http://schemas.microsoft.com/office/drawing/2014/main" id="{7B9210ED-D802-C84E-8A67-93399801B5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2712"/>
              <a:ext cx="1072" cy="81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243" name="Oval 214">
              <a:extLst>
                <a:ext uri="{FF2B5EF4-FFF2-40B4-BE49-F238E27FC236}">
                  <a16:creationId xmlns:a16="http://schemas.microsoft.com/office/drawing/2014/main" id="{552E77C8-7BFE-BF4D-8F0B-DF6513BE64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0" y="2382"/>
              <a:ext cx="158" cy="146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244" name="Oval 215">
              <a:extLst>
                <a:ext uri="{FF2B5EF4-FFF2-40B4-BE49-F238E27FC236}">
                  <a16:creationId xmlns:a16="http://schemas.microsoft.com/office/drawing/2014/main" id="{86496A7E-E21F-444D-B883-E410329FF2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2"/>
              <a:ext cx="158" cy="14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100" kern="0" dirty="0">
                <a:solidFill>
                  <a:srgbClr val="FF0000"/>
                </a:solidFill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45" name="Oval 216">
              <a:extLst>
                <a:ext uri="{FF2B5EF4-FFF2-40B4-BE49-F238E27FC236}">
                  <a16:creationId xmlns:a16="http://schemas.microsoft.com/office/drawing/2014/main" id="{555E4B0D-EDB2-D04B-B9AD-93FA92DDAA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3" y="2382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246" name="Rectangle 217">
              <a:extLst>
                <a:ext uri="{FF2B5EF4-FFF2-40B4-BE49-F238E27FC236}">
                  <a16:creationId xmlns:a16="http://schemas.microsoft.com/office/drawing/2014/main" id="{DE659B39-E72A-634A-A2AC-C4BA4DC9C6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7"/>
              <a:ext cx="88" cy="761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64AFD9EC-1CA1-D34D-965E-2E8D95748C38}"/>
              </a:ext>
            </a:extLst>
          </p:cNvPr>
          <p:cNvGrpSpPr/>
          <p:nvPr/>
        </p:nvGrpSpPr>
        <p:grpSpPr>
          <a:xfrm>
            <a:off x="6382764" y="2415966"/>
            <a:ext cx="1459754" cy="2184419"/>
            <a:chOff x="8091785" y="2078288"/>
            <a:chExt cx="2364905" cy="2912558"/>
          </a:xfrm>
        </p:grpSpPr>
        <p:sp>
          <p:nvSpPr>
            <p:cNvPr id="145" name="Rectangle 23">
              <a:extLst>
                <a:ext uri="{FF2B5EF4-FFF2-40B4-BE49-F238E27FC236}">
                  <a16:creationId xmlns:a16="http://schemas.microsoft.com/office/drawing/2014/main" id="{F1314FFD-BA11-A042-BA84-1061E37290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79440" y="2078288"/>
              <a:ext cx="2277250" cy="2799267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2700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46" name="Rectangle 24">
              <a:extLst>
                <a:ext uri="{FF2B5EF4-FFF2-40B4-BE49-F238E27FC236}">
                  <a16:creationId xmlns:a16="http://schemas.microsoft.com/office/drawing/2014/main" id="{89D8A59C-E128-B74A-B94F-06FAC9DB73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1785" y="2167472"/>
              <a:ext cx="2254867" cy="2823374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2700" kern="0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47" name="Line 25">
              <a:extLst>
                <a:ext uri="{FF2B5EF4-FFF2-40B4-BE49-F238E27FC236}">
                  <a16:creationId xmlns:a16="http://schemas.microsoft.com/office/drawing/2014/main" id="{B922FB1F-8B1A-1843-A740-29E910EB3E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08956" y="2749010"/>
              <a:ext cx="2238254" cy="482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49" name="Line 27">
              <a:extLst>
                <a:ext uri="{FF2B5EF4-FFF2-40B4-BE49-F238E27FC236}">
                  <a16:creationId xmlns:a16="http://schemas.microsoft.com/office/drawing/2014/main" id="{FF1A214D-FBCE-7342-8332-F3FA9C577B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08201" y="3602458"/>
              <a:ext cx="2233387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51" name="Text Box 26">
              <a:extLst>
                <a:ext uri="{FF2B5EF4-FFF2-40B4-BE49-F238E27FC236}">
                  <a16:creationId xmlns:a16="http://schemas.microsoft.com/office/drawing/2014/main" id="{50D62C6A-4C80-854F-A4B8-723E99A5A7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18436" y="4533099"/>
              <a:ext cx="2019294" cy="4296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500" kern="0" dirty="0">
                  <a:solidFill>
                    <a:srgbClr val="000000"/>
                  </a:solidFill>
                </a:rPr>
                <a:t>physical</a:t>
              </a:r>
            </a:p>
          </p:txBody>
        </p:sp>
        <p:sp>
          <p:nvSpPr>
            <p:cNvPr id="152" name="Text Box 26">
              <a:extLst>
                <a:ext uri="{FF2B5EF4-FFF2-40B4-BE49-F238E27FC236}">
                  <a16:creationId xmlns:a16="http://schemas.microsoft.com/office/drawing/2014/main" id="{A79D3A45-C33B-7046-9088-A02FAACCA1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18436" y="4088345"/>
              <a:ext cx="2019294" cy="4296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500" kern="0" dirty="0">
                  <a:solidFill>
                    <a:srgbClr val="000000"/>
                  </a:solidFill>
                </a:rPr>
                <a:t>link</a:t>
              </a:r>
            </a:p>
          </p:txBody>
        </p:sp>
        <p:sp>
          <p:nvSpPr>
            <p:cNvPr id="153" name="Text Box 26">
              <a:extLst>
                <a:ext uri="{FF2B5EF4-FFF2-40B4-BE49-F238E27FC236}">
                  <a16:creationId xmlns:a16="http://schemas.microsoft.com/office/drawing/2014/main" id="{F3520259-D4C5-3340-8000-3B8C746A77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18436" y="3646080"/>
              <a:ext cx="2019294" cy="4296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500" kern="0" dirty="0">
                  <a:solidFill>
                    <a:srgbClr val="000000"/>
                  </a:solidFill>
                </a:rPr>
                <a:t>network (IP)</a:t>
              </a:r>
            </a:p>
          </p:txBody>
        </p:sp>
        <p:sp>
          <p:nvSpPr>
            <p:cNvPr id="155" name="Line 27">
              <a:extLst>
                <a:ext uri="{FF2B5EF4-FFF2-40B4-BE49-F238E27FC236}">
                  <a16:creationId xmlns:a16="http://schemas.microsoft.com/office/drawing/2014/main" id="{E1326351-38D1-A440-A7B8-5079367D54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16255" y="4074895"/>
              <a:ext cx="223338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56" name="Line 27">
              <a:extLst>
                <a:ext uri="{FF2B5EF4-FFF2-40B4-BE49-F238E27FC236}">
                  <a16:creationId xmlns:a16="http://schemas.microsoft.com/office/drawing/2014/main" id="{891B0B5D-A14D-1A40-B291-CC1A04A094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11389" y="4528049"/>
              <a:ext cx="223338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74" name="Text Box 26">
              <a:extLst>
                <a:ext uri="{FF2B5EF4-FFF2-40B4-BE49-F238E27FC236}">
                  <a16:creationId xmlns:a16="http://schemas.microsoft.com/office/drawing/2014/main" id="{D8A757BB-1762-8B47-A046-060F718CBC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79441" y="2284368"/>
              <a:ext cx="2019294" cy="4296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500" kern="0" dirty="0">
                  <a:solidFill>
                    <a:srgbClr val="000000"/>
                  </a:solidFill>
                </a:rPr>
                <a:t>application</a:t>
              </a:r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EA5C4C69-3F64-BA46-87DE-D8D9E085DAC9}"/>
              </a:ext>
            </a:extLst>
          </p:cNvPr>
          <p:cNvGrpSpPr/>
          <p:nvPr/>
        </p:nvGrpSpPr>
        <p:grpSpPr>
          <a:xfrm>
            <a:off x="1265828" y="2482854"/>
            <a:ext cx="1598776" cy="2184419"/>
            <a:chOff x="8091785" y="2078288"/>
            <a:chExt cx="2364905" cy="2912558"/>
          </a:xfrm>
        </p:grpSpPr>
        <p:sp>
          <p:nvSpPr>
            <p:cNvPr id="77" name="Rectangle 23">
              <a:extLst>
                <a:ext uri="{FF2B5EF4-FFF2-40B4-BE49-F238E27FC236}">
                  <a16:creationId xmlns:a16="http://schemas.microsoft.com/office/drawing/2014/main" id="{12A4D2D3-BB7A-1141-97E1-1746F6AB42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79440" y="2078288"/>
              <a:ext cx="2277250" cy="2799267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2700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8" name="Rectangle 24">
              <a:extLst>
                <a:ext uri="{FF2B5EF4-FFF2-40B4-BE49-F238E27FC236}">
                  <a16:creationId xmlns:a16="http://schemas.microsoft.com/office/drawing/2014/main" id="{CC2D939F-B2EB-B142-B2EB-F35198972B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1785" y="2167472"/>
              <a:ext cx="2254867" cy="2823374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2700" kern="0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9" name="Line 25">
              <a:extLst>
                <a:ext uri="{FF2B5EF4-FFF2-40B4-BE49-F238E27FC236}">
                  <a16:creationId xmlns:a16="http://schemas.microsoft.com/office/drawing/2014/main" id="{29206320-7227-5C45-BF48-477A94FE14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08956" y="2749010"/>
              <a:ext cx="2238254" cy="482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81" name="Line 27">
              <a:extLst>
                <a:ext uri="{FF2B5EF4-FFF2-40B4-BE49-F238E27FC236}">
                  <a16:creationId xmlns:a16="http://schemas.microsoft.com/office/drawing/2014/main" id="{7462DAE7-AE3D-CD41-8750-E700715A52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21121" y="3602458"/>
              <a:ext cx="223338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82" name="Text Box 26">
              <a:extLst>
                <a:ext uri="{FF2B5EF4-FFF2-40B4-BE49-F238E27FC236}">
                  <a16:creationId xmlns:a16="http://schemas.microsoft.com/office/drawing/2014/main" id="{B868290D-DE89-8749-A32C-C5FCE36D75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18435" y="4533099"/>
              <a:ext cx="2019294" cy="4296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500" kern="0" dirty="0">
                  <a:solidFill>
                    <a:srgbClr val="000000"/>
                  </a:solidFill>
                </a:rPr>
                <a:t>physical</a:t>
              </a:r>
            </a:p>
          </p:txBody>
        </p:sp>
        <p:sp>
          <p:nvSpPr>
            <p:cNvPr id="83" name="Text Box 26">
              <a:extLst>
                <a:ext uri="{FF2B5EF4-FFF2-40B4-BE49-F238E27FC236}">
                  <a16:creationId xmlns:a16="http://schemas.microsoft.com/office/drawing/2014/main" id="{18546DEE-76AB-C744-936A-7F4DF63895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18435" y="4088345"/>
              <a:ext cx="2019294" cy="4296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500" kern="0" dirty="0">
                  <a:solidFill>
                    <a:srgbClr val="000000"/>
                  </a:solidFill>
                </a:rPr>
                <a:t>link</a:t>
              </a:r>
            </a:p>
          </p:txBody>
        </p:sp>
        <p:sp>
          <p:nvSpPr>
            <p:cNvPr id="84" name="Text Box 26">
              <a:extLst>
                <a:ext uri="{FF2B5EF4-FFF2-40B4-BE49-F238E27FC236}">
                  <a16:creationId xmlns:a16="http://schemas.microsoft.com/office/drawing/2014/main" id="{9DE3AC7C-D9B1-ED4C-B925-37B3176773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18435" y="3646080"/>
              <a:ext cx="2019294" cy="4296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500" kern="0" dirty="0">
                  <a:solidFill>
                    <a:srgbClr val="000000"/>
                  </a:solidFill>
                </a:rPr>
                <a:t>network (IP)</a:t>
              </a:r>
            </a:p>
          </p:txBody>
        </p:sp>
        <p:sp>
          <p:nvSpPr>
            <p:cNvPr id="85" name="Line 27">
              <a:extLst>
                <a:ext uri="{FF2B5EF4-FFF2-40B4-BE49-F238E27FC236}">
                  <a16:creationId xmlns:a16="http://schemas.microsoft.com/office/drawing/2014/main" id="{266E1BE0-4561-9344-ACBD-29F42E90D9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16255" y="4074895"/>
              <a:ext cx="223338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86" name="Line 27">
              <a:extLst>
                <a:ext uri="{FF2B5EF4-FFF2-40B4-BE49-F238E27FC236}">
                  <a16:creationId xmlns:a16="http://schemas.microsoft.com/office/drawing/2014/main" id="{3ED696C7-AECF-C14F-8CD8-7153D36CBC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11389" y="4528049"/>
              <a:ext cx="223338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87" name="Text Box 26">
              <a:extLst>
                <a:ext uri="{FF2B5EF4-FFF2-40B4-BE49-F238E27FC236}">
                  <a16:creationId xmlns:a16="http://schemas.microsoft.com/office/drawing/2014/main" id="{42139D70-AB44-E047-B37E-AABECE1220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79439" y="2284368"/>
              <a:ext cx="2019294" cy="4296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500" kern="0" dirty="0">
                  <a:solidFill>
                    <a:srgbClr val="000000"/>
                  </a:solidFill>
                </a:rPr>
                <a:t>application</a:t>
              </a:r>
            </a:p>
          </p:txBody>
        </p:sp>
      </p:grpSp>
      <p:sp>
        <p:nvSpPr>
          <p:cNvPr id="129" name="Text Box 26">
            <a:extLst>
              <a:ext uri="{FF2B5EF4-FFF2-40B4-BE49-F238E27FC236}">
                <a16:creationId xmlns:a16="http://schemas.microsoft.com/office/drawing/2014/main" id="{BF5BF946-F5E7-1544-AF56-E534E43CF4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9396" y="3102621"/>
            <a:ext cx="1051358" cy="3222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500" kern="0" dirty="0">
                <a:solidFill>
                  <a:srgbClr val="000000"/>
                </a:solidFill>
              </a:rPr>
              <a:t>transport</a:t>
            </a:r>
          </a:p>
        </p:txBody>
      </p:sp>
      <p:grpSp>
        <p:nvGrpSpPr>
          <p:cNvPr id="93" name="Group 92">
            <a:extLst>
              <a:ext uri="{FF2B5EF4-FFF2-40B4-BE49-F238E27FC236}">
                <a16:creationId xmlns:a16="http://schemas.microsoft.com/office/drawing/2014/main" id="{EFA7BEBF-82FA-3440-93DD-AFB07D2DDF8D}"/>
              </a:ext>
            </a:extLst>
          </p:cNvPr>
          <p:cNvGrpSpPr/>
          <p:nvPr/>
        </p:nvGrpSpPr>
        <p:grpSpPr>
          <a:xfrm>
            <a:off x="375551" y="4564935"/>
            <a:ext cx="769892" cy="447865"/>
            <a:chOff x="7493876" y="2774731"/>
            <a:chExt cx="1481958" cy="894622"/>
          </a:xfrm>
        </p:grpSpPr>
        <p:sp>
          <p:nvSpPr>
            <p:cNvPr id="107" name="Freeform 106">
              <a:extLst>
                <a:ext uri="{FF2B5EF4-FFF2-40B4-BE49-F238E27FC236}">
                  <a16:creationId xmlns:a16="http://schemas.microsoft.com/office/drawing/2014/main" id="{FD49C136-01B9-DB45-BCCD-F4E482387145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/>
                </a:rPr>
                <a:t>                   </a:t>
              </a:r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3DF9189A-C970-C34D-8402-F20083341C95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/>
                </a:rPr>
                <a:t>              </a:t>
              </a:r>
            </a:p>
          </p:txBody>
        </p:sp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51F5139E-A5EB-E64B-B1E6-C3669AE818C6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10" name="Freeform 109">
                <a:extLst>
                  <a:ext uri="{FF2B5EF4-FFF2-40B4-BE49-F238E27FC236}">
                    <a16:creationId xmlns:a16="http://schemas.microsoft.com/office/drawing/2014/main" id="{7F7CB1D2-0FD2-A14F-A399-1C2D3650F2EA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111" name="Freeform 110">
                <a:extLst>
                  <a:ext uri="{FF2B5EF4-FFF2-40B4-BE49-F238E27FC236}">
                    <a16:creationId xmlns:a16="http://schemas.microsoft.com/office/drawing/2014/main" id="{688C61D0-9947-2E41-89C2-D2B4591C1F38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112" name="Freeform 111">
                <a:extLst>
                  <a:ext uri="{FF2B5EF4-FFF2-40B4-BE49-F238E27FC236}">
                    <a16:creationId xmlns:a16="http://schemas.microsoft.com/office/drawing/2014/main" id="{ADE46CF5-DF22-8F48-87EF-A46F29E0F1A9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113" name="Freeform 112">
                <a:extLst>
                  <a:ext uri="{FF2B5EF4-FFF2-40B4-BE49-F238E27FC236}">
                    <a16:creationId xmlns:a16="http://schemas.microsoft.com/office/drawing/2014/main" id="{CEACF782-B549-1D4E-B840-69A6AFFE6A7F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/>
                </a:endParaRPr>
              </a:p>
            </p:txBody>
          </p:sp>
        </p:grpSp>
      </p:grpSp>
      <p:sp>
        <p:nvSpPr>
          <p:cNvPr id="114" name="Title 1">
            <a:extLst>
              <a:ext uri="{FF2B5EF4-FFF2-40B4-BE49-F238E27FC236}">
                <a16:creationId xmlns:a16="http://schemas.microsoft.com/office/drawing/2014/main" id="{1464CB5C-96D6-3645-94B5-DB9FA7097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>
                <a:cs typeface="Calibri" panose="020F0502020204030204" pitchFamily="34" charset="0"/>
              </a:rPr>
              <a:t>Transport layer: overview</a:t>
            </a:r>
            <a:endParaRPr lang="en-US" dirty="0"/>
          </a:p>
        </p:txBody>
      </p:sp>
      <p:grpSp>
        <p:nvGrpSpPr>
          <p:cNvPr id="115" name="Group 149">
            <a:extLst>
              <a:ext uri="{FF2B5EF4-FFF2-40B4-BE49-F238E27FC236}">
                <a16:creationId xmlns:a16="http://schemas.microsoft.com/office/drawing/2014/main" id="{D80894D4-838A-2B47-82E9-ED060F8608E9}"/>
              </a:ext>
            </a:extLst>
          </p:cNvPr>
          <p:cNvGrpSpPr>
            <a:grpSpLocks/>
          </p:cNvGrpSpPr>
          <p:nvPr/>
        </p:nvGrpSpPr>
        <p:grpSpPr bwMode="auto">
          <a:xfrm>
            <a:off x="1846655" y="2924267"/>
            <a:ext cx="309563" cy="119063"/>
            <a:chOff x="1287" y="2524"/>
            <a:chExt cx="260" cy="100"/>
          </a:xfrm>
        </p:grpSpPr>
        <p:sp>
          <p:nvSpPr>
            <p:cNvPr id="116" name="Rectangle 73">
              <a:extLst>
                <a:ext uri="{FF2B5EF4-FFF2-40B4-BE49-F238E27FC236}">
                  <a16:creationId xmlns:a16="http://schemas.microsoft.com/office/drawing/2014/main" id="{4F7EB976-F7A9-464D-96B7-3FE5D6F41C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117" name="Rectangle 74">
              <a:extLst>
                <a:ext uri="{FF2B5EF4-FFF2-40B4-BE49-F238E27FC236}">
                  <a16:creationId xmlns:a16="http://schemas.microsoft.com/office/drawing/2014/main" id="{4368CF72-2B59-FB4B-92FA-68E13D10F3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8" y="2537"/>
              <a:ext cx="155" cy="7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118" name="Rectangle 75">
              <a:extLst>
                <a:ext uri="{FF2B5EF4-FFF2-40B4-BE49-F238E27FC236}">
                  <a16:creationId xmlns:a16="http://schemas.microsoft.com/office/drawing/2014/main" id="{0D0AC942-AA10-F747-BEAC-52DAFF24DA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3" y="2582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119" name="Rectangle 129">
              <a:extLst>
                <a:ext uri="{FF2B5EF4-FFF2-40B4-BE49-F238E27FC236}">
                  <a16:creationId xmlns:a16="http://schemas.microsoft.com/office/drawing/2014/main" id="{C51B66A9-7495-DF44-B4DE-37BC9E90E0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</p:grpSp>
      <p:grpSp>
        <p:nvGrpSpPr>
          <p:cNvPr id="120" name="Group 149">
            <a:extLst>
              <a:ext uri="{FF2B5EF4-FFF2-40B4-BE49-F238E27FC236}">
                <a16:creationId xmlns:a16="http://schemas.microsoft.com/office/drawing/2014/main" id="{B5F38E94-4EF7-1F4B-AAC4-BF50DC083CD9}"/>
              </a:ext>
            </a:extLst>
          </p:cNvPr>
          <p:cNvGrpSpPr>
            <a:grpSpLocks/>
          </p:cNvGrpSpPr>
          <p:nvPr/>
        </p:nvGrpSpPr>
        <p:grpSpPr bwMode="auto">
          <a:xfrm>
            <a:off x="7260858" y="2862457"/>
            <a:ext cx="309563" cy="119063"/>
            <a:chOff x="1287" y="2524"/>
            <a:chExt cx="260" cy="100"/>
          </a:xfrm>
        </p:grpSpPr>
        <p:sp>
          <p:nvSpPr>
            <p:cNvPr id="121" name="Rectangle 73">
              <a:extLst>
                <a:ext uri="{FF2B5EF4-FFF2-40B4-BE49-F238E27FC236}">
                  <a16:creationId xmlns:a16="http://schemas.microsoft.com/office/drawing/2014/main" id="{71D7BEDA-E8D6-9F4F-8EE3-D5290D9AF3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122" name="Rectangle 74">
              <a:extLst>
                <a:ext uri="{FF2B5EF4-FFF2-40B4-BE49-F238E27FC236}">
                  <a16:creationId xmlns:a16="http://schemas.microsoft.com/office/drawing/2014/main" id="{D93A8064-E5FB-2844-9B3D-C598CCB67B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8" y="2537"/>
              <a:ext cx="155" cy="7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123" name="Rectangle 75">
              <a:extLst>
                <a:ext uri="{FF2B5EF4-FFF2-40B4-BE49-F238E27FC236}">
                  <a16:creationId xmlns:a16="http://schemas.microsoft.com/office/drawing/2014/main" id="{DF7AA994-9DC7-8349-BB16-6DED06C89A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3" y="2582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124" name="Rectangle 129">
              <a:extLst>
                <a:ext uri="{FF2B5EF4-FFF2-40B4-BE49-F238E27FC236}">
                  <a16:creationId xmlns:a16="http://schemas.microsoft.com/office/drawing/2014/main" id="{06FC6EA9-9071-D843-8C39-AFF854F3BE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</p:grpSp>
      <p:sp>
        <p:nvSpPr>
          <p:cNvPr id="102" name="Rectangle 101">
            <a:extLst>
              <a:ext uri="{FF2B5EF4-FFF2-40B4-BE49-F238E27FC236}">
                <a16:creationId xmlns:a16="http://schemas.microsoft.com/office/drawing/2014/main" id="{6480FBEB-6DAE-6343-96A8-03D66CDE01DB}"/>
              </a:ext>
            </a:extLst>
          </p:cNvPr>
          <p:cNvSpPr/>
          <p:nvPr/>
        </p:nvSpPr>
        <p:spPr>
          <a:xfrm>
            <a:off x="6032662" y="2415966"/>
            <a:ext cx="1832258" cy="2527106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35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31" name="Text Box 26">
            <a:extLst>
              <a:ext uri="{FF2B5EF4-FFF2-40B4-BE49-F238E27FC236}">
                <a16:creationId xmlns:a16="http://schemas.microsoft.com/office/drawing/2014/main" id="{82B22EF0-AE16-E34A-9DFF-15D46D5130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8270" y="3172185"/>
            <a:ext cx="1151486" cy="3222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500" kern="0" dirty="0">
                <a:solidFill>
                  <a:srgbClr val="000000"/>
                </a:solidFill>
              </a:rPr>
              <a:t>transport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EB709716-FAB0-AB45-BCAE-75F8CF2AEC09}"/>
              </a:ext>
            </a:extLst>
          </p:cNvPr>
          <p:cNvSpPr/>
          <p:nvPr/>
        </p:nvSpPr>
        <p:spPr>
          <a:xfrm>
            <a:off x="318757" y="1750790"/>
            <a:ext cx="2749726" cy="3344929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350" dirty="0">
              <a:solidFill>
                <a:prstClr val="white"/>
              </a:solidFill>
              <a:latin typeface="Calibri"/>
            </a:endParaRPr>
          </a:p>
        </p:txBody>
      </p:sp>
      <p:grpSp>
        <p:nvGrpSpPr>
          <p:cNvPr id="184" name="Group 149">
            <a:extLst>
              <a:ext uri="{FF2B5EF4-FFF2-40B4-BE49-F238E27FC236}">
                <a16:creationId xmlns:a16="http://schemas.microsoft.com/office/drawing/2014/main" id="{63E54651-4A95-3749-9095-CA7015203D88}"/>
              </a:ext>
            </a:extLst>
          </p:cNvPr>
          <p:cNvGrpSpPr>
            <a:grpSpLocks/>
          </p:cNvGrpSpPr>
          <p:nvPr/>
        </p:nvGrpSpPr>
        <p:grpSpPr bwMode="auto">
          <a:xfrm>
            <a:off x="1846655" y="2924267"/>
            <a:ext cx="309563" cy="119063"/>
            <a:chOff x="1287" y="2524"/>
            <a:chExt cx="260" cy="100"/>
          </a:xfrm>
        </p:grpSpPr>
        <p:sp>
          <p:nvSpPr>
            <p:cNvPr id="185" name="Rectangle 73">
              <a:extLst>
                <a:ext uri="{FF2B5EF4-FFF2-40B4-BE49-F238E27FC236}">
                  <a16:creationId xmlns:a16="http://schemas.microsoft.com/office/drawing/2014/main" id="{280DAB38-0E9E-F34F-8F9A-9367D3F327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186" name="Rectangle 74">
              <a:extLst>
                <a:ext uri="{FF2B5EF4-FFF2-40B4-BE49-F238E27FC236}">
                  <a16:creationId xmlns:a16="http://schemas.microsoft.com/office/drawing/2014/main" id="{B4B3D106-96DD-1043-A6B0-160355FE61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8" y="2537"/>
              <a:ext cx="155" cy="7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187" name="Rectangle 75">
              <a:extLst>
                <a:ext uri="{FF2B5EF4-FFF2-40B4-BE49-F238E27FC236}">
                  <a16:creationId xmlns:a16="http://schemas.microsoft.com/office/drawing/2014/main" id="{C5BB7FFA-9E81-524A-AFF4-0278B5CB86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3" y="2582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188" name="Rectangle 129">
              <a:extLst>
                <a:ext uri="{FF2B5EF4-FFF2-40B4-BE49-F238E27FC236}">
                  <a16:creationId xmlns:a16="http://schemas.microsoft.com/office/drawing/2014/main" id="{25DAD60B-59D9-D343-8677-62E63FE488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</p:grpSp>
      <p:sp>
        <p:nvSpPr>
          <p:cNvPr id="189" name="TextBox 188">
            <a:extLst>
              <a:ext uri="{FF2B5EF4-FFF2-40B4-BE49-F238E27FC236}">
                <a16:creationId xmlns:a16="http://schemas.microsoft.com/office/drawing/2014/main" id="{5F1D59D2-8EB3-004A-9300-4BC4758C645B}"/>
              </a:ext>
            </a:extLst>
          </p:cNvPr>
          <p:cNvSpPr txBox="1"/>
          <p:nvPr/>
        </p:nvSpPr>
        <p:spPr>
          <a:xfrm>
            <a:off x="3159358" y="2230276"/>
            <a:ext cx="29237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>
              <a:defRPr/>
            </a:pPr>
            <a:r>
              <a:rPr lang="en-US" sz="2100" dirty="0">
                <a:solidFill>
                  <a:prstClr val="black"/>
                </a:solidFill>
                <a:latin typeface="Calibri"/>
              </a:rPr>
              <a:t>Receiver:</a:t>
            </a:r>
          </a:p>
          <a:p>
            <a:pPr marL="214313" indent="-164306" defTabSz="685800">
              <a:buClr>
                <a:srgbClr val="0200A3"/>
              </a:buClr>
              <a:buFont typeface="Wingdings" pitchFamily="2" charset="2"/>
              <a:buChar char="§"/>
              <a:defRPr/>
            </a:pPr>
            <a:endParaRPr lang="en-US" sz="1500" dirty="0">
              <a:solidFill>
                <a:prstClr val="black"/>
              </a:solidFill>
              <a:latin typeface="Calibri"/>
            </a:endParaRPr>
          </a:p>
        </p:txBody>
      </p:sp>
      <p:grpSp>
        <p:nvGrpSpPr>
          <p:cNvPr id="190" name="Group 189">
            <a:extLst>
              <a:ext uri="{FF2B5EF4-FFF2-40B4-BE49-F238E27FC236}">
                <a16:creationId xmlns:a16="http://schemas.microsoft.com/office/drawing/2014/main" id="{0695A34D-8B86-1543-9A29-0310FB2B9383}"/>
              </a:ext>
            </a:extLst>
          </p:cNvPr>
          <p:cNvGrpSpPr/>
          <p:nvPr/>
        </p:nvGrpSpPr>
        <p:grpSpPr>
          <a:xfrm>
            <a:off x="1766770" y="3173896"/>
            <a:ext cx="944306" cy="300082"/>
            <a:chOff x="8934916" y="2775692"/>
            <a:chExt cx="1259074" cy="400109"/>
          </a:xfrm>
        </p:grpSpPr>
        <p:sp>
          <p:nvSpPr>
            <p:cNvPr id="191" name="Rectangle 190">
              <a:extLst>
                <a:ext uri="{FF2B5EF4-FFF2-40B4-BE49-F238E27FC236}">
                  <a16:creationId xmlns:a16="http://schemas.microsoft.com/office/drawing/2014/main" id="{91656D58-2006-444D-9DF3-929C2C3A9462}"/>
                </a:ext>
              </a:extLst>
            </p:cNvPr>
            <p:cNvSpPr/>
            <p:nvPr/>
          </p:nvSpPr>
          <p:spPr>
            <a:xfrm>
              <a:off x="8964931" y="2842303"/>
              <a:ext cx="1140727" cy="246705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92" name="TextBox 191">
              <a:extLst>
                <a:ext uri="{FF2B5EF4-FFF2-40B4-BE49-F238E27FC236}">
                  <a16:creationId xmlns:a16="http://schemas.microsoft.com/office/drawing/2014/main" id="{EEC242EC-76E3-8842-966A-909D1964B0B8}"/>
                </a:ext>
              </a:extLst>
            </p:cNvPr>
            <p:cNvSpPr txBox="1"/>
            <p:nvPr/>
          </p:nvSpPr>
          <p:spPr>
            <a:xfrm>
              <a:off x="8934916" y="2775692"/>
              <a:ext cx="1259074" cy="400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85800">
                <a:defRPr/>
              </a:pPr>
              <a:r>
                <a:rPr lang="en-US" sz="1350" dirty="0">
                  <a:solidFill>
                    <a:prstClr val="black"/>
                  </a:solidFill>
                  <a:latin typeface="Calibri"/>
                </a:rPr>
                <a:t>app.  msg</a:t>
              </a:r>
            </a:p>
          </p:txBody>
        </p:sp>
      </p:grpSp>
      <p:sp>
        <p:nvSpPr>
          <p:cNvPr id="193" name="TextBox 192">
            <a:extLst>
              <a:ext uri="{FF2B5EF4-FFF2-40B4-BE49-F238E27FC236}">
                <a16:creationId xmlns:a16="http://schemas.microsoft.com/office/drawing/2014/main" id="{146FAE95-BF64-744E-B6D7-85AE3120C980}"/>
              </a:ext>
            </a:extLst>
          </p:cNvPr>
          <p:cNvSpPr txBox="1"/>
          <p:nvPr/>
        </p:nvSpPr>
        <p:spPr>
          <a:xfrm>
            <a:off x="3293281" y="3201682"/>
            <a:ext cx="2869092" cy="5652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164306" defTabSz="685800">
              <a:lnSpc>
                <a:spcPct val="85000"/>
              </a:lnSpc>
              <a:buClr>
                <a:srgbClr val="0200A3"/>
              </a:buClr>
              <a:buFont typeface="Wingdings" pitchFamily="2" charset="2"/>
              <a:buChar char="§"/>
              <a:defRPr/>
            </a:pPr>
            <a:r>
              <a:rPr lang="en-US" dirty="0">
                <a:solidFill>
                  <a:prstClr val="black"/>
                </a:solidFill>
                <a:latin typeface="Calibri"/>
              </a:rPr>
              <a:t>extracts application-layer message</a:t>
            </a: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1845376D-0F8D-7E40-9089-6FAE4370FEA0}"/>
              </a:ext>
            </a:extLst>
          </p:cNvPr>
          <p:cNvSpPr txBox="1"/>
          <p:nvPr/>
        </p:nvSpPr>
        <p:spPr>
          <a:xfrm>
            <a:off x="3291827" y="2908067"/>
            <a:ext cx="2869092" cy="3298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164306" defTabSz="685800">
              <a:lnSpc>
                <a:spcPct val="85000"/>
              </a:lnSpc>
              <a:buClr>
                <a:srgbClr val="0200A3"/>
              </a:buClr>
              <a:buFont typeface="Wingdings" pitchFamily="2" charset="2"/>
              <a:buChar char="§"/>
              <a:defRPr/>
            </a:pPr>
            <a:r>
              <a:rPr lang="en-US" dirty="0">
                <a:solidFill>
                  <a:prstClr val="black"/>
                </a:solidFill>
                <a:latin typeface="Calibri"/>
              </a:rPr>
              <a:t>checks header values</a:t>
            </a: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9BFC24B6-C127-6F4C-BCDC-A8E792032914}"/>
              </a:ext>
            </a:extLst>
          </p:cNvPr>
          <p:cNvSpPr txBox="1"/>
          <p:nvPr/>
        </p:nvSpPr>
        <p:spPr>
          <a:xfrm>
            <a:off x="3291077" y="2565848"/>
            <a:ext cx="2869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164306" defTabSz="685800">
              <a:buClr>
                <a:srgbClr val="0200A3"/>
              </a:buClr>
              <a:buFont typeface="Wingdings" pitchFamily="2" charset="2"/>
              <a:buChar char="§"/>
              <a:defRPr/>
            </a:pPr>
            <a:r>
              <a:rPr lang="en-US" dirty="0">
                <a:solidFill>
                  <a:prstClr val="black"/>
                </a:solidFill>
                <a:latin typeface="Calibri"/>
              </a:rPr>
              <a:t>receives segment from IP</a:t>
            </a:r>
          </a:p>
        </p:txBody>
      </p: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48B83E4F-9A85-E449-9928-9D59A14EC074}"/>
              </a:ext>
            </a:extLst>
          </p:cNvPr>
          <p:cNvGrpSpPr/>
          <p:nvPr/>
        </p:nvGrpSpPr>
        <p:grpSpPr>
          <a:xfrm>
            <a:off x="1309303" y="4468455"/>
            <a:ext cx="1363517" cy="300082"/>
            <a:chOff x="7863122" y="5632673"/>
            <a:chExt cx="1818022" cy="400109"/>
          </a:xfrm>
        </p:grpSpPr>
        <p:grpSp>
          <p:nvGrpSpPr>
            <p:cNvPr id="197" name="Group 196">
              <a:extLst>
                <a:ext uri="{FF2B5EF4-FFF2-40B4-BE49-F238E27FC236}">
                  <a16:creationId xmlns:a16="http://schemas.microsoft.com/office/drawing/2014/main" id="{FD92661A-D54F-D249-95ED-0FF27E685E68}"/>
                </a:ext>
              </a:extLst>
            </p:cNvPr>
            <p:cNvGrpSpPr/>
            <p:nvPr/>
          </p:nvGrpSpPr>
          <p:grpSpPr>
            <a:xfrm>
              <a:off x="7863122" y="5638955"/>
              <a:ext cx="1259074" cy="369332"/>
              <a:chOff x="8964789" y="2648929"/>
              <a:chExt cx="1259074" cy="369332"/>
            </a:xfrm>
          </p:grpSpPr>
          <p:sp>
            <p:nvSpPr>
              <p:cNvPr id="201" name="Rectangle 200">
                <a:extLst>
                  <a:ext uri="{FF2B5EF4-FFF2-40B4-BE49-F238E27FC236}">
                    <a16:creationId xmlns:a16="http://schemas.microsoft.com/office/drawing/2014/main" id="{9FB9B2F8-7A2C-4D4A-9815-0AC06BE1D516}"/>
                  </a:ext>
                </a:extLst>
              </p:cNvPr>
              <p:cNvSpPr/>
              <p:nvPr/>
            </p:nvSpPr>
            <p:spPr>
              <a:xfrm>
                <a:off x="9032744" y="2707400"/>
                <a:ext cx="543189" cy="246705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202" name="TextBox 201">
                <a:extLst>
                  <a:ext uri="{FF2B5EF4-FFF2-40B4-BE49-F238E27FC236}">
                    <a16:creationId xmlns:a16="http://schemas.microsoft.com/office/drawing/2014/main" id="{1C19CB13-59AD-3E40-AC4C-CF25CFC27E46}"/>
                  </a:ext>
                </a:extLst>
              </p:cNvPr>
              <p:cNvSpPr txBox="1"/>
              <p:nvPr/>
            </p:nvSpPr>
            <p:spPr>
              <a:xfrm>
                <a:off x="8964789" y="2648929"/>
                <a:ext cx="125907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685800">
                  <a:defRPr/>
                </a:pPr>
                <a:r>
                  <a:rPr lang="en-US" sz="1200" dirty="0">
                    <a:solidFill>
                      <a:prstClr val="black"/>
                    </a:solidFill>
                    <a:latin typeface="Calibri"/>
                  </a:rPr>
                  <a:t>   T</a:t>
                </a:r>
                <a:r>
                  <a:rPr lang="en-US" sz="1200" baseline="-25000" dirty="0">
                    <a:solidFill>
                      <a:prstClr val="black"/>
                    </a:solidFill>
                    <a:latin typeface="Calibri"/>
                  </a:rPr>
                  <a:t>h</a:t>
                </a:r>
              </a:p>
            </p:txBody>
          </p:sp>
        </p:grpSp>
        <p:grpSp>
          <p:nvGrpSpPr>
            <p:cNvPr id="198" name="Group 197">
              <a:extLst>
                <a:ext uri="{FF2B5EF4-FFF2-40B4-BE49-F238E27FC236}">
                  <a16:creationId xmlns:a16="http://schemas.microsoft.com/office/drawing/2014/main" id="{69964EF5-DAF4-5A49-B8EB-E8A5D01CEAE7}"/>
                </a:ext>
              </a:extLst>
            </p:cNvPr>
            <p:cNvGrpSpPr/>
            <p:nvPr/>
          </p:nvGrpSpPr>
          <p:grpSpPr>
            <a:xfrm>
              <a:off x="8422070" y="5632673"/>
              <a:ext cx="1259074" cy="400109"/>
              <a:chOff x="8934916" y="2778923"/>
              <a:chExt cx="1259074" cy="400109"/>
            </a:xfrm>
          </p:grpSpPr>
          <p:sp>
            <p:nvSpPr>
              <p:cNvPr id="199" name="Rectangle 198">
                <a:extLst>
                  <a:ext uri="{FF2B5EF4-FFF2-40B4-BE49-F238E27FC236}">
                    <a16:creationId xmlns:a16="http://schemas.microsoft.com/office/drawing/2014/main" id="{1663F7BA-0DF3-D94B-9C74-3E86A6732DD0}"/>
                  </a:ext>
                </a:extLst>
              </p:cNvPr>
              <p:cNvSpPr/>
              <p:nvPr/>
            </p:nvSpPr>
            <p:spPr>
              <a:xfrm>
                <a:off x="8964931" y="2842303"/>
                <a:ext cx="1140727" cy="246705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200" name="TextBox 199">
                <a:extLst>
                  <a:ext uri="{FF2B5EF4-FFF2-40B4-BE49-F238E27FC236}">
                    <a16:creationId xmlns:a16="http://schemas.microsoft.com/office/drawing/2014/main" id="{9FB939F0-C8E1-9645-8997-AFBC0BF0005F}"/>
                  </a:ext>
                </a:extLst>
              </p:cNvPr>
              <p:cNvSpPr txBox="1"/>
              <p:nvPr/>
            </p:nvSpPr>
            <p:spPr>
              <a:xfrm>
                <a:off x="8934916" y="2778923"/>
                <a:ext cx="1259074" cy="4001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685800">
                  <a:defRPr/>
                </a:pPr>
                <a:r>
                  <a:rPr lang="en-US" sz="1350" dirty="0">
                    <a:solidFill>
                      <a:prstClr val="black"/>
                    </a:solidFill>
                    <a:latin typeface="Calibri"/>
                  </a:rPr>
                  <a:t>app. msg</a:t>
                </a:r>
              </a:p>
            </p:txBody>
          </p:sp>
        </p:grpSp>
      </p:grpSp>
      <p:sp>
        <p:nvSpPr>
          <p:cNvPr id="203" name="TextBox 202">
            <a:extLst>
              <a:ext uri="{FF2B5EF4-FFF2-40B4-BE49-F238E27FC236}">
                <a16:creationId xmlns:a16="http://schemas.microsoft.com/office/drawing/2014/main" id="{192B5ECF-BCF6-FB4F-96CB-B48F1BD83E0B}"/>
              </a:ext>
            </a:extLst>
          </p:cNvPr>
          <p:cNvSpPr txBox="1"/>
          <p:nvPr/>
        </p:nvSpPr>
        <p:spPr>
          <a:xfrm>
            <a:off x="3296897" y="3714547"/>
            <a:ext cx="2869092" cy="5652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164306" defTabSz="685800">
              <a:lnSpc>
                <a:spcPct val="85000"/>
              </a:lnSpc>
              <a:buClr>
                <a:srgbClr val="0200A3"/>
              </a:buClr>
              <a:buFont typeface="Wingdings" pitchFamily="2" charset="2"/>
              <a:buChar char="§"/>
              <a:defRPr/>
            </a:pPr>
            <a:r>
              <a:rPr lang="en-US" dirty="0">
                <a:solidFill>
                  <a:srgbClr val="C00000"/>
                </a:solidFill>
                <a:latin typeface="Calibri"/>
              </a:rPr>
              <a:t>demultiplexes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message up to application via socket</a:t>
            </a:r>
          </a:p>
        </p:txBody>
      </p:sp>
      <p:sp>
        <p:nvSpPr>
          <p:cNvPr id="204" name="Oval 203">
            <a:extLst>
              <a:ext uri="{FF2B5EF4-FFF2-40B4-BE49-F238E27FC236}">
                <a16:creationId xmlns:a16="http://schemas.microsoft.com/office/drawing/2014/main" id="{6282913C-E44E-4C40-ADB1-A9BB2BFBFFD7}"/>
              </a:ext>
            </a:extLst>
          </p:cNvPr>
          <p:cNvSpPr/>
          <p:nvPr/>
        </p:nvSpPr>
        <p:spPr>
          <a:xfrm>
            <a:off x="1306025" y="3099121"/>
            <a:ext cx="572375" cy="405773"/>
          </a:xfrm>
          <a:prstGeom prst="ellipse">
            <a:avLst/>
          </a:prstGeom>
          <a:noFill/>
          <a:ln w="25400">
            <a:solidFill>
              <a:srgbClr val="CD000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35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0070D4D-0D18-E758-F56D-4F952B37BB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Transport Layer Actions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35E052-2F01-1E54-F258-9C528F15E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0BC41B36-6335-F546-90B9-E2121371E10D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508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3.7037E-7 L 1.66667E-6 -0.1886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9444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1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4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-7.40741E-7 L -1.66667E-6 -0.08356 " pathEditMode="relative" rAng="0" ptsTypes="AA">
                                      <p:cBhvr>
                                        <p:cTn id="35" dur="2000" fill="hold"/>
                                        <p:tgtEl>
                                          <p:spTgt spid="19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4190"/>
                                    </p:animMotion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3" grpId="0"/>
      <p:bldP spid="194" grpId="0"/>
      <p:bldP spid="195" grpId="0"/>
      <p:bldP spid="203" grpId="0"/>
      <p:bldP spid="204" grpId="0" animBg="1"/>
      <p:bldP spid="204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0" lang="en-US" alt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Calibri" panose="020F0502020204030204" pitchFamily="34" charset="0"/>
              </a:rPr>
              <a:t>Transport layer: overview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255FCD-FF7D-2F91-E647-0C19374809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>
                <a:cs typeface="Calibri" panose="020F0502020204030204" pitchFamily="34" charset="0"/>
              </a:rPr>
              <a:t>Two principal Internet transport protocols</a:t>
            </a:r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7FC4FF92-130F-BB41-8C2E-AD6E35A5EFB3}"/>
              </a:ext>
            </a:extLst>
          </p:cNvPr>
          <p:cNvSpPr/>
          <p:nvPr/>
        </p:nvSpPr>
        <p:spPr>
          <a:xfrm>
            <a:off x="6738892" y="3513595"/>
            <a:ext cx="843605" cy="1003436"/>
          </a:xfrm>
          <a:custGeom>
            <a:avLst/>
            <a:gdLst>
              <a:gd name="connsiteX0" fmla="*/ 434989 w 1523031"/>
              <a:gd name="connsiteY0" fmla="*/ 253346 h 1763594"/>
              <a:gd name="connsiteX1" fmla="*/ 488 w 1523031"/>
              <a:gd name="connsiteY1" fmla="*/ 921706 h 1763594"/>
              <a:gd name="connsiteX2" fmla="*/ 368142 w 1523031"/>
              <a:gd name="connsiteY2" fmla="*/ 1489812 h 1763594"/>
              <a:gd name="connsiteX3" fmla="*/ 1187008 w 1523031"/>
              <a:gd name="connsiteY3" fmla="*/ 1757156 h 1763594"/>
              <a:gd name="connsiteX4" fmla="*/ 1521239 w 1523031"/>
              <a:gd name="connsiteY4" fmla="*/ 1239177 h 1763594"/>
              <a:gd name="connsiteX5" fmla="*/ 1320700 w 1523031"/>
              <a:gd name="connsiteY5" fmla="*/ 654362 h 1763594"/>
              <a:gd name="connsiteX6" fmla="*/ 1337412 w 1523031"/>
              <a:gd name="connsiteY6" fmla="*/ 136383 h 1763594"/>
              <a:gd name="connsiteX7" fmla="*/ 1086739 w 1523031"/>
              <a:gd name="connsiteY7" fmla="*/ 2711 h 1763594"/>
              <a:gd name="connsiteX8" fmla="*/ 434989 w 1523031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1086739 w 1537226"/>
              <a:gd name="connsiteY7" fmla="*/ 2711 h 1763594"/>
              <a:gd name="connsiteX8" fmla="*/ 434989 w 1537226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839572 w 1537226"/>
              <a:gd name="connsiteY7" fmla="*/ 2711 h 1763594"/>
              <a:gd name="connsiteX8" fmla="*/ 434989 w 1537226"/>
              <a:gd name="connsiteY8" fmla="*/ 253346 h 1763594"/>
              <a:gd name="connsiteX0" fmla="*/ 360357 w 1536743"/>
              <a:gd name="connsiteY0" fmla="*/ 534641 h 1782088"/>
              <a:gd name="connsiteX1" fmla="*/ 5 w 1536743"/>
              <a:gd name="connsiteY1" fmla="*/ 940200 h 1782088"/>
              <a:gd name="connsiteX2" fmla="*/ 367659 w 1536743"/>
              <a:gd name="connsiteY2" fmla="*/ 1508306 h 1782088"/>
              <a:gd name="connsiteX3" fmla="*/ 1186525 w 1536743"/>
              <a:gd name="connsiteY3" fmla="*/ 1775650 h 1782088"/>
              <a:gd name="connsiteX4" fmla="*/ 1520756 w 1536743"/>
              <a:gd name="connsiteY4" fmla="*/ 1257671 h 1782088"/>
              <a:gd name="connsiteX5" fmla="*/ 1468515 w 1536743"/>
              <a:gd name="connsiteY5" fmla="*/ 672856 h 1782088"/>
              <a:gd name="connsiteX6" fmla="*/ 1336929 w 1536743"/>
              <a:gd name="connsiteY6" fmla="*/ 154877 h 1782088"/>
              <a:gd name="connsiteX7" fmla="*/ 839089 w 1536743"/>
              <a:gd name="connsiteY7" fmla="*/ 21205 h 1782088"/>
              <a:gd name="connsiteX8" fmla="*/ 360357 w 1536743"/>
              <a:gd name="connsiteY8" fmla="*/ 534641 h 1782088"/>
              <a:gd name="connsiteX0" fmla="*/ 360355 w 1536741"/>
              <a:gd name="connsiteY0" fmla="*/ 534641 h 1782088"/>
              <a:gd name="connsiteX1" fmla="*/ 3 w 1536741"/>
              <a:gd name="connsiteY1" fmla="*/ 940200 h 1782088"/>
              <a:gd name="connsiteX2" fmla="*/ 367657 w 1536741"/>
              <a:gd name="connsiteY2" fmla="*/ 1508306 h 1782088"/>
              <a:gd name="connsiteX3" fmla="*/ 1186523 w 1536741"/>
              <a:gd name="connsiteY3" fmla="*/ 1775650 h 1782088"/>
              <a:gd name="connsiteX4" fmla="*/ 1520754 w 1536741"/>
              <a:gd name="connsiteY4" fmla="*/ 1257671 h 1782088"/>
              <a:gd name="connsiteX5" fmla="*/ 1468513 w 1536741"/>
              <a:gd name="connsiteY5" fmla="*/ 672856 h 1782088"/>
              <a:gd name="connsiteX6" fmla="*/ 1336927 w 1536741"/>
              <a:gd name="connsiteY6" fmla="*/ 154877 h 1782088"/>
              <a:gd name="connsiteX7" fmla="*/ 839087 w 1536741"/>
              <a:gd name="connsiteY7" fmla="*/ 21205 h 1782088"/>
              <a:gd name="connsiteX8" fmla="*/ 360355 w 1536741"/>
              <a:gd name="connsiteY8" fmla="*/ 534641 h 1782088"/>
              <a:gd name="connsiteX0" fmla="*/ 382604 w 1558990"/>
              <a:gd name="connsiteY0" fmla="*/ 534641 h 1810599"/>
              <a:gd name="connsiteX1" fmla="*/ 22252 w 1558990"/>
              <a:gd name="connsiteY1" fmla="*/ 940200 h 1810599"/>
              <a:gd name="connsiteX2" fmla="*/ 167457 w 1558990"/>
              <a:gd name="connsiteY2" fmla="*/ 1672556 h 1810599"/>
              <a:gd name="connsiteX3" fmla="*/ 1208772 w 1558990"/>
              <a:gd name="connsiteY3" fmla="*/ 1775650 h 1810599"/>
              <a:gd name="connsiteX4" fmla="*/ 1543003 w 1558990"/>
              <a:gd name="connsiteY4" fmla="*/ 1257671 h 1810599"/>
              <a:gd name="connsiteX5" fmla="*/ 1490762 w 1558990"/>
              <a:gd name="connsiteY5" fmla="*/ 672856 h 1810599"/>
              <a:gd name="connsiteX6" fmla="*/ 1359176 w 1558990"/>
              <a:gd name="connsiteY6" fmla="*/ 154877 h 1810599"/>
              <a:gd name="connsiteX7" fmla="*/ 861336 w 1558990"/>
              <a:gd name="connsiteY7" fmla="*/ 21205 h 1810599"/>
              <a:gd name="connsiteX8" fmla="*/ 382604 w 1558990"/>
              <a:gd name="connsiteY8" fmla="*/ 534641 h 1810599"/>
              <a:gd name="connsiteX0" fmla="*/ 393458 w 1593840"/>
              <a:gd name="connsiteY0" fmla="*/ 534641 h 1793264"/>
              <a:gd name="connsiteX1" fmla="*/ 33106 w 1593840"/>
              <a:gd name="connsiteY1" fmla="*/ 940200 h 1793264"/>
              <a:gd name="connsiteX2" fmla="*/ 178311 w 1593840"/>
              <a:gd name="connsiteY2" fmla="*/ 1672556 h 1793264"/>
              <a:gd name="connsiteX3" fmla="*/ 1464139 w 1593840"/>
              <a:gd name="connsiteY3" fmla="*/ 1752440 h 1793264"/>
              <a:gd name="connsiteX4" fmla="*/ 1553857 w 1593840"/>
              <a:gd name="connsiteY4" fmla="*/ 1257671 h 1793264"/>
              <a:gd name="connsiteX5" fmla="*/ 1501616 w 1593840"/>
              <a:gd name="connsiteY5" fmla="*/ 672856 h 1793264"/>
              <a:gd name="connsiteX6" fmla="*/ 1370030 w 1593840"/>
              <a:gd name="connsiteY6" fmla="*/ 154877 h 1793264"/>
              <a:gd name="connsiteX7" fmla="*/ 872190 w 1593840"/>
              <a:gd name="connsiteY7" fmla="*/ 21205 h 1793264"/>
              <a:gd name="connsiteX8" fmla="*/ 393458 w 1593840"/>
              <a:gd name="connsiteY8" fmla="*/ 534641 h 1793264"/>
              <a:gd name="connsiteX0" fmla="*/ 393458 w 1566550"/>
              <a:gd name="connsiteY0" fmla="*/ 534641 h 1840341"/>
              <a:gd name="connsiteX1" fmla="*/ 33106 w 1566550"/>
              <a:gd name="connsiteY1" fmla="*/ 940200 h 1840341"/>
              <a:gd name="connsiteX2" fmla="*/ 178311 w 1566550"/>
              <a:gd name="connsiteY2" fmla="*/ 1672556 h 1840341"/>
              <a:gd name="connsiteX3" fmla="*/ 1464139 w 1566550"/>
              <a:gd name="connsiteY3" fmla="*/ 1752440 h 1840341"/>
              <a:gd name="connsiteX4" fmla="*/ 1553857 w 1566550"/>
              <a:gd name="connsiteY4" fmla="*/ 1257671 h 1840341"/>
              <a:gd name="connsiteX5" fmla="*/ 1501616 w 1566550"/>
              <a:gd name="connsiteY5" fmla="*/ 672856 h 1840341"/>
              <a:gd name="connsiteX6" fmla="*/ 1370030 w 1566550"/>
              <a:gd name="connsiteY6" fmla="*/ 154877 h 1840341"/>
              <a:gd name="connsiteX7" fmla="*/ 872190 w 1566550"/>
              <a:gd name="connsiteY7" fmla="*/ 21205 h 1840341"/>
              <a:gd name="connsiteX8" fmla="*/ 393458 w 1566550"/>
              <a:gd name="connsiteY8" fmla="*/ 534641 h 1840341"/>
              <a:gd name="connsiteX0" fmla="*/ 393458 w 1555557"/>
              <a:gd name="connsiteY0" fmla="*/ 534641 h 1787187"/>
              <a:gd name="connsiteX1" fmla="*/ 33106 w 1555557"/>
              <a:gd name="connsiteY1" fmla="*/ 940200 h 1787187"/>
              <a:gd name="connsiteX2" fmla="*/ 178311 w 1555557"/>
              <a:gd name="connsiteY2" fmla="*/ 1672556 h 1787187"/>
              <a:gd name="connsiteX3" fmla="*/ 1464139 w 1555557"/>
              <a:gd name="connsiteY3" fmla="*/ 1752440 h 1787187"/>
              <a:gd name="connsiteX4" fmla="*/ 1553857 w 1555557"/>
              <a:gd name="connsiteY4" fmla="*/ 1257671 h 1787187"/>
              <a:gd name="connsiteX5" fmla="*/ 1501616 w 1555557"/>
              <a:gd name="connsiteY5" fmla="*/ 672856 h 1787187"/>
              <a:gd name="connsiteX6" fmla="*/ 1370030 w 1555557"/>
              <a:gd name="connsiteY6" fmla="*/ 154877 h 1787187"/>
              <a:gd name="connsiteX7" fmla="*/ 872190 w 1555557"/>
              <a:gd name="connsiteY7" fmla="*/ 21205 h 1787187"/>
              <a:gd name="connsiteX8" fmla="*/ 393458 w 1555557"/>
              <a:gd name="connsiteY8" fmla="*/ 534641 h 1787187"/>
              <a:gd name="connsiteX0" fmla="*/ 401126 w 1664928"/>
              <a:gd name="connsiteY0" fmla="*/ 534641 h 1783934"/>
              <a:gd name="connsiteX1" fmla="*/ 40774 w 1664928"/>
              <a:gd name="connsiteY1" fmla="*/ 940200 h 1783934"/>
              <a:gd name="connsiteX2" fmla="*/ 185979 w 1664928"/>
              <a:gd name="connsiteY2" fmla="*/ 1672556 h 1783934"/>
              <a:gd name="connsiteX3" fmla="*/ 1618513 w 1664928"/>
              <a:gd name="connsiteY3" fmla="*/ 1747798 h 1783934"/>
              <a:gd name="connsiteX4" fmla="*/ 1561525 w 1664928"/>
              <a:gd name="connsiteY4" fmla="*/ 1257671 h 1783934"/>
              <a:gd name="connsiteX5" fmla="*/ 1509284 w 1664928"/>
              <a:gd name="connsiteY5" fmla="*/ 672856 h 1783934"/>
              <a:gd name="connsiteX6" fmla="*/ 1377698 w 1664928"/>
              <a:gd name="connsiteY6" fmla="*/ 154877 h 1783934"/>
              <a:gd name="connsiteX7" fmla="*/ 879858 w 1664928"/>
              <a:gd name="connsiteY7" fmla="*/ 21205 h 1783934"/>
              <a:gd name="connsiteX8" fmla="*/ 401126 w 1664928"/>
              <a:gd name="connsiteY8" fmla="*/ 534641 h 1783934"/>
              <a:gd name="connsiteX0" fmla="*/ 408119 w 1718774"/>
              <a:gd name="connsiteY0" fmla="*/ 534641 h 1826522"/>
              <a:gd name="connsiteX1" fmla="*/ 47767 w 1718774"/>
              <a:gd name="connsiteY1" fmla="*/ 940200 h 1826522"/>
              <a:gd name="connsiteX2" fmla="*/ 179001 w 1718774"/>
              <a:gd name="connsiteY2" fmla="*/ 1742186 h 1826522"/>
              <a:gd name="connsiteX3" fmla="*/ 1625506 w 1718774"/>
              <a:gd name="connsiteY3" fmla="*/ 1747798 h 1826522"/>
              <a:gd name="connsiteX4" fmla="*/ 1568518 w 1718774"/>
              <a:gd name="connsiteY4" fmla="*/ 1257671 h 1826522"/>
              <a:gd name="connsiteX5" fmla="*/ 1516277 w 1718774"/>
              <a:gd name="connsiteY5" fmla="*/ 672856 h 1826522"/>
              <a:gd name="connsiteX6" fmla="*/ 1384691 w 1718774"/>
              <a:gd name="connsiteY6" fmla="*/ 154877 h 1826522"/>
              <a:gd name="connsiteX7" fmla="*/ 886851 w 1718774"/>
              <a:gd name="connsiteY7" fmla="*/ 21205 h 1826522"/>
              <a:gd name="connsiteX8" fmla="*/ 408119 w 1718774"/>
              <a:gd name="connsiteY8" fmla="*/ 534641 h 1826522"/>
              <a:gd name="connsiteX0" fmla="*/ 477759 w 1796623"/>
              <a:gd name="connsiteY0" fmla="*/ 534641 h 1818043"/>
              <a:gd name="connsiteX1" fmla="*/ 117407 w 1796623"/>
              <a:gd name="connsiteY1" fmla="*/ 940200 h 1818043"/>
              <a:gd name="connsiteX2" fmla="*/ 136864 w 1796623"/>
              <a:gd name="connsiteY2" fmla="*/ 1728260 h 1818043"/>
              <a:gd name="connsiteX3" fmla="*/ 1695146 w 1796623"/>
              <a:gd name="connsiteY3" fmla="*/ 1747798 h 1818043"/>
              <a:gd name="connsiteX4" fmla="*/ 1638158 w 1796623"/>
              <a:gd name="connsiteY4" fmla="*/ 1257671 h 1818043"/>
              <a:gd name="connsiteX5" fmla="*/ 1585917 w 1796623"/>
              <a:gd name="connsiteY5" fmla="*/ 672856 h 1818043"/>
              <a:gd name="connsiteX6" fmla="*/ 1454331 w 1796623"/>
              <a:gd name="connsiteY6" fmla="*/ 154877 h 1818043"/>
              <a:gd name="connsiteX7" fmla="*/ 956491 w 1796623"/>
              <a:gd name="connsiteY7" fmla="*/ 21205 h 1818043"/>
              <a:gd name="connsiteX8" fmla="*/ 477759 w 1796623"/>
              <a:gd name="connsiteY8" fmla="*/ 534641 h 1818043"/>
              <a:gd name="connsiteX0" fmla="*/ 396783 w 1688820"/>
              <a:gd name="connsiteY0" fmla="*/ 534641 h 1815615"/>
              <a:gd name="connsiteX1" fmla="*/ 36431 w 1688820"/>
              <a:gd name="connsiteY1" fmla="*/ 940200 h 1815615"/>
              <a:gd name="connsiteX2" fmla="*/ 55888 w 1688820"/>
              <a:gd name="connsiteY2" fmla="*/ 1728260 h 1815615"/>
              <a:gd name="connsiteX3" fmla="*/ 421834 w 1688820"/>
              <a:gd name="connsiteY3" fmla="*/ 1798118 h 1815615"/>
              <a:gd name="connsiteX4" fmla="*/ 1614170 w 1688820"/>
              <a:gd name="connsiteY4" fmla="*/ 1747798 h 1815615"/>
              <a:gd name="connsiteX5" fmla="*/ 1557182 w 1688820"/>
              <a:gd name="connsiteY5" fmla="*/ 1257671 h 1815615"/>
              <a:gd name="connsiteX6" fmla="*/ 1504941 w 1688820"/>
              <a:gd name="connsiteY6" fmla="*/ 672856 h 1815615"/>
              <a:gd name="connsiteX7" fmla="*/ 1373355 w 1688820"/>
              <a:gd name="connsiteY7" fmla="*/ 154877 h 1815615"/>
              <a:gd name="connsiteX8" fmla="*/ 875515 w 1688820"/>
              <a:gd name="connsiteY8" fmla="*/ 21205 h 1815615"/>
              <a:gd name="connsiteX9" fmla="*/ 396783 w 1688820"/>
              <a:gd name="connsiteY9" fmla="*/ 534641 h 1815615"/>
              <a:gd name="connsiteX0" fmla="*/ 394951 w 1689541"/>
              <a:gd name="connsiteY0" fmla="*/ 534641 h 1877271"/>
              <a:gd name="connsiteX1" fmla="*/ 34599 w 1689541"/>
              <a:gd name="connsiteY1" fmla="*/ 940200 h 1877271"/>
              <a:gd name="connsiteX2" fmla="*/ 54056 w 1689541"/>
              <a:gd name="connsiteY2" fmla="*/ 1728260 h 1877271"/>
              <a:gd name="connsiteX3" fmla="*/ 385071 w 1689541"/>
              <a:gd name="connsiteY3" fmla="*/ 1877032 h 1877271"/>
              <a:gd name="connsiteX4" fmla="*/ 1612338 w 1689541"/>
              <a:gd name="connsiteY4" fmla="*/ 1747798 h 1877271"/>
              <a:gd name="connsiteX5" fmla="*/ 1555350 w 1689541"/>
              <a:gd name="connsiteY5" fmla="*/ 1257671 h 1877271"/>
              <a:gd name="connsiteX6" fmla="*/ 1503109 w 1689541"/>
              <a:gd name="connsiteY6" fmla="*/ 672856 h 1877271"/>
              <a:gd name="connsiteX7" fmla="*/ 1371523 w 1689541"/>
              <a:gd name="connsiteY7" fmla="*/ 154877 h 1877271"/>
              <a:gd name="connsiteX8" fmla="*/ 873683 w 1689541"/>
              <a:gd name="connsiteY8" fmla="*/ 21205 h 1877271"/>
              <a:gd name="connsiteX9" fmla="*/ 394951 w 1689541"/>
              <a:gd name="connsiteY9" fmla="*/ 534641 h 1877271"/>
              <a:gd name="connsiteX0" fmla="*/ 394949 w 1689541"/>
              <a:gd name="connsiteY0" fmla="*/ 534641 h 1877032"/>
              <a:gd name="connsiteX1" fmla="*/ 34597 w 1689541"/>
              <a:gd name="connsiteY1" fmla="*/ 940200 h 1877032"/>
              <a:gd name="connsiteX2" fmla="*/ 54054 w 1689541"/>
              <a:gd name="connsiteY2" fmla="*/ 1728260 h 1877032"/>
              <a:gd name="connsiteX3" fmla="*/ 385069 w 1689541"/>
              <a:gd name="connsiteY3" fmla="*/ 1877032 h 1877032"/>
              <a:gd name="connsiteX4" fmla="*/ 1612336 w 1689541"/>
              <a:gd name="connsiteY4" fmla="*/ 1747798 h 1877032"/>
              <a:gd name="connsiteX5" fmla="*/ 1555348 w 1689541"/>
              <a:gd name="connsiteY5" fmla="*/ 1257671 h 1877032"/>
              <a:gd name="connsiteX6" fmla="*/ 1503107 w 1689541"/>
              <a:gd name="connsiteY6" fmla="*/ 672856 h 1877032"/>
              <a:gd name="connsiteX7" fmla="*/ 1371521 w 1689541"/>
              <a:gd name="connsiteY7" fmla="*/ 154877 h 1877032"/>
              <a:gd name="connsiteX8" fmla="*/ 873681 w 1689541"/>
              <a:gd name="connsiteY8" fmla="*/ 21205 h 1877032"/>
              <a:gd name="connsiteX9" fmla="*/ 394949 w 1689541"/>
              <a:gd name="connsiteY9" fmla="*/ 534641 h 1877032"/>
              <a:gd name="connsiteX0" fmla="*/ 394949 w 1683795"/>
              <a:gd name="connsiteY0" fmla="*/ 534641 h 1877032"/>
              <a:gd name="connsiteX1" fmla="*/ 34597 w 1683795"/>
              <a:gd name="connsiteY1" fmla="*/ 940200 h 1877032"/>
              <a:gd name="connsiteX2" fmla="*/ 54054 w 1683795"/>
              <a:gd name="connsiteY2" fmla="*/ 1728260 h 1877032"/>
              <a:gd name="connsiteX3" fmla="*/ 385069 w 1683795"/>
              <a:gd name="connsiteY3" fmla="*/ 1877032 h 1877032"/>
              <a:gd name="connsiteX4" fmla="*/ 1605349 w 1683795"/>
              <a:gd name="connsiteY4" fmla="*/ 1798860 h 1877032"/>
              <a:gd name="connsiteX5" fmla="*/ 1555348 w 1683795"/>
              <a:gd name="connsiteY5" fmla="*/ 1257671 h 1877032"/>
              <a:gd name="connsiteX6" fmla="*/ 1503107 w 1683795"/>
              <a:gd name="connsiteY6" fmla="*/ 672856 h 1877032"/>
              <a:gd name="connsiteX7" fmla="*/ 1371521 w 1683795"/>
              <a:gd name="connsiteY7" fmla="*/ 154877 h 1877032"/>
              <a:gd name="connsiteX8" fmla="*/ 873681 w 1683795"/>
              <a:gd name="connsiteY8" fmla="*/ 21205 h 1877032"/>
              <a:gd name="connsiteX9" fmla="*/ 394949 w 1683795"/>
              <a:gd name="connsiteY9" fmla="*/ 534641 h 1877032"/>
              <a:gd name="connsiteX0" fmla="*/ 394949 w 1720794"/>
              <a:gd name="connsiteY0" fmla="*/ 534641 h 1877032"/>
              <a:gd name="connsiteX1" fmla="*/ 34597 w 1720794"/>
              <a:gd name="connsiteY1" fmla="*/ 940200 h 1877032"/>
              <a:gd name="connsiteX2" fmla="*/ 54054 w 1720794"/>
              <a:gd name="connsiteY2" fmla="*/ 1728260 h 1877032"/>
              <a:gd name="connsiteX3" fmla="*/ 385069 w 1720794"/>
              <a:gd name="connsiteY3" fmla="*/ 1877032 h 1877032"/>
              <a:gd name="connsiteX4" fmla="*/ 1605349 w 1720794"/>
              <a:gd name="connsiteY4" fmla="*/ 1798860 h 1877032"/>
              <a:gd name="connsiteX5" fmla="*/ 1555348 w 1720794"/>
              <a:gd name="connsiteY5" fmla="*/ 1257671 h 1877032"/>
              <a:gd name="connsiteX6" fmla="*/ 1503107 w 1720794"/>
              <a:gd name="connsiteY6" fmla="*/ 672856 h 1877032"/>
              <a:gd name="connsiteX7" fmla="*/ 1371521 w 1720794"/>
              <a:gd name="connsiteY7" fmla="*/ 154877 h 1877032"/>
              <a:gd name="connsiteX8" fmla="*/ 873681 w 1720794"/>
              <a:gd name="connsiteY8" fmla="*/ 21205 h 1877032"/>
              <a:gd name="connsiteX9" fmla="*/ 394949 w 1720794"/>
              <a:gd name="connsiteY9" fmla="*/ 534641 h 1877032"/>
              <a:gd name="connsiteX0" fmla="*/ 394949 w 1720794"/>
              <a:gd name="connsiteY0" fmla="*/ 534641 h 1877032"/>
              <a:gd name="connsiteX1" fmla="*/ 34597 w 1720794"/>
              <a:gd name="connsiteY1" fmla="*/ 940200 h 1877032"/>
              <a:gd name="connsiteX2" fmla="*/ 54054 w 1720794"/>
              <a:gd name="connsiteY2" fmla="*/ 1728260 h 1877032"/>
              <a:gd name="connsiteX3" fmla="*/ 385069 w 1720794"/>
              <a:gd name="connsiteY3" fmla="*/ 1877032 h 1877032"/>
              <a:gd name="connsiteX4" fmla="*/ 1605349 w 1720794"/>
              <a:gd name="connsiteY4" fmla="*/ 1798860 h 1877032"/>
              <a:gd name="connsiteX5" fmla="*/ 1555348 w 1720794"/>
              <a:gd name="connsiteY5" fmla="*/ 1257671 h 1877032"/>
              <a:gd name="connsiteX6" fmla="*/ 1503107 w 1720794"/>
              <a:gd name="connsiteY6" fmla="*/ 672856 h 1877032"/>
              <a:gd name="connsiteX7" fmla="*/ 1371521 w 1720794"/>
              <a:gd name="connsiteY7" fmla="*/ 154877 h 1877032"/>
              <a:gd name="connsiteX8" fmla="*/ 873681 w 1720794"/>
              <a:gd name="connsiteY8" fmla="*/ 21205 h 1877032"/>
              <a:gd name="connsiteX9" fmla="*/ 394949 w 1720794"/>
              <a:gd name="connsiteY9" fmla="*/ 534641 h 1877032"/>
              <a:gd name="connsiteX0" fmla="*/ 394949 w 1671512"/>
              <a:gd name="connsiteY0" fmla="*/ 534641 h 1877032"/>
              <a:gd name="connsiteX1" fmla="*/ 34597 w 1671512"/>
              <a:gd name="connsiteY1" fmla="*/ 940200 h 1877032"/>
              <a:gd name="connsiteX2" fmla="*/ 54054 w 1671512"/>
              <a:gd name="connsiteY2" fmla="*/ 1728260 h 1877032"/>
              <a:gd name="connsiteX3" fmla="*/ 385069 w 1671512"/>
              <a:gd name="connsiteY3" fmla="*/ 1877032 h 1877032"/>
              <a:gd name="connsiteX4" fmla="*/ 1605349 w 1671512"/>
              <a:gd name="connsiteY4" fmla="*/ 1798860 h 1877032"/>
              <a:gd name="connsiteX5" fmla="*/ 1555348 w 1671512"/>
              <a:gd name="connsiteY5" fmla="*/ 1257671 h 1877032"/>
              <a:gd name="connsiteX6" fmla="*/ 1503107 w 1671512"/>
              <a:gd name="connsiteY6" fmla="*/ 672856 h 1877032"/>
              <a:gd name="connsiteX7" fmla="*/ 1371521 w 1671512"/>
              <a:gd name="connsiteY7" fmla="*/ 154877 h 1877032"/>
              <a:gd name="connsiteX8" fmla="*/ 873681 w 1671512"/>
              <a:gd name="connsiteY8" fmla="*/ 21205 h 1877032"/>
              <a:gd name="connsiteX9" fmla="*/ 394949 w 1671512"/>
              <a:gd name="connsiteY9" fmla="*/ 534641 h 1877032"/>
              <a:gd name="connsiteX0" fmla="*/ 394949 w 1677296"/>
              <a:gd name="connsiteY0" fmla="*/ 534641 h 1877032"/>
              <a:gd name="connsiteX1" fmla="*/ 34597 w 1677296"/>
              <a:gd name="connsiteY1" fmla="*/ 940200 h 1877032"/>
              <a:gd name="connsiteX2" fmla="*/ 54054 w 1677296"/>
              <a:gd name="connsiteY2" fmla="*/ 1728260 h 1877032"/>
              <a:gd name="connsiteX3" fmla="*/ 385069 w 1677296"/>
              <a:gd name="connsiteY3" fmla="*/ 1877032 h 1877032"/>
              <a:gd name="connsiteX4" fmla="*/ 1612334 w 1677296"/>
              <a:gd name="connsiteY4" fmla="*/ 1840637 h 1877032"/>
              <a:gd name="connsiteX5" fmla="*/ 1555348 w 1677296"/>
              <a:gd name="connsiteY5" fmla="*/ 1257671 h 1877032"/>
              <a:gd name="connsiteX6" fmla="*/ 1503107 w 1677296"/>
              <a:gd name="connsiteY6" fmla="*/ 672856 h 1877032"/>
              <a:gd name="connsiteX7" fmla="*/ 1371521 w 1677296"/>
              <a:gd name="connsiteY7" fmla="*/ 154877 h 1877032"/>
              <a:gd name="connsiteX8" fmla="*/ 873681 w 1677296"/>
              <a:gd name="connsiteY8" fmla="*/ 21205 h 1877032"/>
              <a:gd name="connsiteX9" fmla="*/ 394949 w 1677296"/>
              <a:gd name="connsiteY9" fmla="*/ 534641 h 1877032"/>
              <a:gd name="connsiteX0" fmla="*/ 394949 w 1677298"/>
              <a:gd name="connsiteY0" fmla="*/ 534641 h 1877032"/>
              <a:gd name="connsiteX1" fmla="*/ 34597 w 1677298"/>
              <a:gd name="connsiteY1" fmla="*/ 940200 h 1877032"/>
              <a:gd name="connsiteX2" fmla="*/ 54054 w 1677298"/>
              <a:gd name="connsiteY2" fmla="*/ 1728260 h 1877032"/>
              <a:gd name="connsiteX3" fmla="*/ 385069 w 1677298"/>
              <a:gd name="connsiteY3" fmla="*/ 1877032 h 1877032"/>
              <a:gd name="connsiteX4" fmla="*/ 1612334 w 1677298"/>
              <a:gd name="connsiteY4" fmla="*/ 1840637 h 1877032"/>
              <a:gd name="connsiteX5" fmla="*/ 1555348 w 1677298"/>
              <a:gd name="connsiteY5" fmla="*/ 1257671 h 1877032"/>
              <a:gd name="connsiteX6" fmla="*/ 1503107 w 1677298"/>
              <a:gd name="connsiteY6" fmla="*/ 672856 h 1877032"/>
              <a:gd name="connsiteX7" fmla="*/ 1371521 w 1677298"/>
              <a:gd name="connsiteY7" fmla="*/ 154877 h 1877032"/>
              <a:gd name="connsiteX8" fmla="*/ 873681 w 1677298"/>
              <a:gd name="connsiteY8" fmla="*/ 21205 h 1877032"/>
              <a:gd name="connsiteX9" fmla="*/ 394949 w 1677298"/>
              <a:gd name="connsiteY9" fmla="*/ 534641 h 1877032"/>
              <a:gd name="connsiteX0" fmla="*/ 394949 w 1677296"/>
              <a:gd name="connsiteY0" fmla="*/ 534641 h 1904936"/>
              <a:gd name="connsiteX1" fmla="*/ 34597 w 1677296"/>
              <a:gd name="connsiteY1" fmla="*/ 940200 h 1904936"/>
              <a:gd name="connsiteX2" fmla="*/ 54054 w 1677296"/>
              <a:gd name="connsiteY2" fmla="*/ 1728260 h 1904936"/>
              <a:gd name="connsiteX3" fmla="*/ 385069 w 1677296"/>
              <a:gd name="connsiteY3" fmla="*/ 1877032 h 1904936"/>
              <a:gd name="connsiteX4" fmla="*/ 1612334 w 1677296"/>
              <a:gd name="connsiteY4" fmla="*/ 1840637 h 1904936"/>
              <a:gd name="connsiteX5" fmla="*/ 1555348 w 1677296"/>
              <a:gd name="connsiteY5" fmla="*/ 1257671 h 1904936"/>
              <a:gd name="connsiteX6" fmla="*/ 1503107 w 1677296"/>
              <a:gd name="connsiteY6" fmla="*/ 672856 h 1904936"/>
              <a:gd name="connsiteX7" fmla="*/ 1371521 w 1677296"/>
              <a:gd name="connsiteY7" fmla="*/ 154877 h 1904936"/>
              <a:gd name="connsiteX8" fmla="*/ 873681 w 1677296"/>
              <a:gd name="connsiteY8" fmla="*/ 21205 h 1904936"/>
              <a:gd name="connsiteX9" fmla="*/ 394949 w 1677296"/>
              <a:gd name="connsiteY9" fmla="*/ 534641 h 1904936"/>
              <a:gd name="connsiteX0" fmla="*/ 461539 w 1743887"/>
              <a:gd name="connsiteY0" fmla="*/ 534641 h 1904936"/>
              <a:gd name="connsiteX1" fmla="*/ 101187 w 1743887"/>
              <a:gd name="connsiteY1" fmla="*/ 940200 h 1904936"/>
              <a:gd name="connsiteX2" fmla="*/ 22840 w 1743887"/>
              <a:gd name="connsiteY2" fmla="*/ 1737812 h 1904936"/>
              <a:gd name="connsiteX3" fmla="*/ 451659 w 1743887"/>
              <a:gd name="connsiteY3" fmla="*/ 1877032 h 1904936"/>
              <a:gd name="connsiteX4" fmla="*/ 1678924 w 1743887"/>
              <a:gd name="connsiteY4" fmla="*/ 1840637 h 1904936"/>
              <a:gd name="connsiteX5" fmla="*/ 1621938 w 1743887"/>
              <a:gd name="connsiteY5" fmla="*/ 1257671 h 1904936"/>
              <a:gd name="connsiteX6" fmla="*/ 1569697 w 1743887"/>
              <a:gd name="connsiteY6" fmla="*/ 672856 h 1904936"/>
              <a:gd name="connsiteX7" fmla="*/ 1438111 w 1743887"/>
              <a:gd name="connsiteY7" fmla="*/ 154877 h 1904936"/>
              <a:gd name="connsiteX8" fmla="*/ 940271 w 1743887"/>
              <a:gd name="connsiteY8" fmla="*/ 21205 h 1904936"/>
              <a:gd name="connsiteX9" fmla="*/ 461539 w 1743887"/>
              <a:gd name="connsiteY9" fmla="*/ 534641 h 1904936"/>
              <a:gd name="connsiteX0" fmla="*/ 452050 w 1756359"/>
              <a:gd name="connsiteY0" fmla="*/ 534641 h 1891359"/>
              <a:gd name="connsiteX1" fmla="*/ 91698 w 1756359"/>
              <a:gd name="connsiteY1" fmla="*/ 940200 h 1891359"/>
              <a:gd name="connsiteX2" fmla="*/ 13351 w 1756359"/>
              <a:gd name="connsiteY2" fmla="*/ 1737812 h 1891359"/>
              <a:gd name="connsiteX3" fmla="*/ 309435 w 1756359"/>
              <a:gd name="connsiteY3" fmla="*/ 1891359 h 1891359"/>
              <a:gd name="connsiteX4" fmla="*/ 1669435 w 1756359"/>
              <a:gd name="connsiteY4" fmla="*/ 1840637 h 1891359"/>
              <a:gd name="connsiteX5" fmla="*/ 1612449 w 1756359"/>
              <a:gd name="connsiteY5" fmla="*/ 1257671 h 1891359"/>
              <a:gd name="connsiteX6" fmla="*/ 1560208 w 1756359"/>
              <a:gd name="connsiteY6" fmla="*/ 672856 h 1891359"/>
              <a:gd name="connsiteX7" fmla="*/ 1428622 w 1756359"/>
              <a:gd name="connsiteY7" fmla="*/ 154877 h 1891359"/>
              <a:gd name="connsiteX8" fmla="*/ 930782 w 1756359"/>
              <a:gd name="connsiteY8" fmla="*/ 21205 h 1891359"/>
              <a:gd name="connsiteX9" fmla="*/ 452050 w 1756359"/>
              <a:gd name="connsiteY9" fmla="*/ 534641 h 1891359"/>
              <a:gd name="connsiteX0" fmla="*/ 452050 w 1756257"/>
              <a:gd name="connsiteY0" fmla="*/ 534641 h 1891359"/>
              <a:gd name="connsiteX1" fmla="*/ 91698 w 1756257"/>
              <a:gd name="connsiteY1" fmla="*/ 940200 h 1891359"/>
              <a:gd name="connsiteX2" fmla="*/ 13351 w 1756257"/>
              <a:gd name="connsiteY2" fmla="*/ 1737812 h 1891359"/>
              <a:gd name="connsiteX3" fmla="*/ 309435 w 1756257"/>
              <a:gd name="connsiteY3" fmla="*/ 1891359 h 1891359"/>
              <a:gd name="connsiteX4" fmla="*/ 1669435 w 1756257"/>
              <a:gd name="connsiteY4" fmla="*/ 1840637 h 1891359"/>
              <a:gd name="connsiteX5" fmla="*/ 1612449 w 1756257"/>
              <a:gd name="connsiteY5" fmla="*/ 1257671 h 1891359"/>
              <a:gd name="connsiteX6" fmla="*/ 1563496 w 1756257"/>
              <a:gd name="connsiteY6" fmla="*/ 959631 h 1891359"/>
              <a:gd name="connsiteX7" fmla="*/ 1560208 w 1756257"/>
              <a:gd name="connsiteY7" fmla="*/ 672856 h 1891359"/>
              <a:gd name="connsiteX8" fmla="*/ 1428622 w 1756257"/>
              <a:gd name="connsiteY8" fmla="*/ 154877 h 1891359"/>
              <a:gd name="connsiteX9" fmla="*/ 930782 w 1756257"/>
              <a:gd name="connsiteY9" fmla="*/ 21205 h 1891359"/>
              <a:gd name="connsiteX10" fmla="*/ 452050 w 1756257"/>
              <a:gd name="connsiteY10" fmla="*/ 534641 h 1891359"/>
              <a:gd name="connsiteX0" fmla="*/ 452050 w 1764590"/>
              <a:gd name="connsiteY0" fmla="*/ 534641 h 1891359"/>
              <a:gd name="connsiteX1" fmla="*/ 91698 w 1764590"/>
              <a:gd name="connsiteY1" fmla="*/ 940200 h 1891359"/>
              <a:gd name="connsiteX2" fmla="*/ 13351 w 1764590"/>
              <a:gd name="connsiteY2" fmla="*/ 1737812 h 1891359"/>
              <a:gd name="connsiteX3" fmla="*/ 309435 w 1764590"/>
              <a:gd name="connsiteY3" fmla="*/ 1891359 h 1891359"/>
              <a:gd name="connsiteX4" fmla="*/ 1669435 w 1764590"/>
              <a:gd name="connsiteY4" fmla="*/ 1840637 h 1891359"/>
              <a:gd name="connsiteX5" fmla="*/ 1612449 w 1764590"/>
              <a:gd name="connsiteY5" fmla="*/ 1257671 h 1891359"/>
              <a:gd name="connsiteX6" fmla="*/ 1309780 w 1764590"/>
              <a:gd name="connsiteY6" fmla="*/ 1046341 h 1891359"/>
              <a:gd name="connsiteX7" fmla="*/ 1560208 w 1764590"/>
              <a:gd name="connsiteY7" fmla="*/ 672856 h 1891359"/>
              <a:gd name="connsiteX8" fmla="*/ 1428622 w 1764590"/>
              <a:gd name="connsiteY8" fmla="*/ 154877 h 1891359"/>
              <a:gd name="connsiteX9" fmla="*/ 930782 w 1764590"/>
              <a:gd name="connsiteY9" fmla="*/ 21205 h 1891359"/>
              <a:gd name="connsiteX10" fmla="*/ 452050 w 1764590"/>
              <a:gd name="connsiteY10" fmla="*/ 534641 h 1891359"/>
              <a:gd name="connsiteX0" fmla="*/ 452050 w 1764592"/>
              <a:gd name="connsiteY0" fmla="*/ 534641 h 1891359"/>
              <a:gd name="connsiteX1" fmla="*/ 91698 w 1764592"/>
              <a:gd name="connsiteY1" fmla="*/ 940200 h 1891359"/>
              <a:gd name="connsiteX2" fmla="*/ 13351 w 1764592"/>
              <a:gd name="connsiteY2" fmla="*/ 1737812 h 1891359"/>
              <a:gd name="connsiteX3" fmla="*/ 309435 w 1764592"/>
              <a:gd name="connsiteY3" fmla="*/ 1891359 h 1891359"/>
              <a:gd name="connsiteX4" fmla="*/ 1669435 w 1764592"/>
              <a:gd name="connsiteY4" fmla="*/ 1840637 h 1891359"/>
              <a:gd name="connsiteX5" fmla="*/ 1612449 w 1764592"/>
              <a:gd name="connsiteY5" fmla="*/ 1257671 h 1891359"/>
              <a:gd name="connsiteX6" fmla="*/ 1309780 w 1764592"/>
              <a:gd name="connsiteY6" fmla="*/ 1046341 h 1891359"/>
              <a:gd name="connsiteX7" fmla="*/ 1560208 w 1764592"/>
              <a:gd name="connsiteY7" fmla="*/ 672856 h 1891359"/>
              <a:gd name="connsiteX8" fmla="*/ 1428622 w 1764592"/>
              <a:gd name="connsiteY8" fmla="*/ 154877 h 1891359"/>
              <a:gd name="connsiteX9" fmla="*/ 930782 w 1764592"/>
              <a:gd name="connsiteY9" fmla="*/ 21205 h 1891359"/>
              <a:gd name="connsiteX10" fmla="*/ 452050 w 1764592"/>
              <a:gd name="connsiteY10" fmla="*/ 534641 h 1891359"/>
              <a:gd name="connsiteX0" fmla="*/ 452050 w 1764590"/>
              <a:gd name="connsiteY0" fmla="*/ 534641 h 1891359"/>
              <a:gd name="connsiteX1" fmla="*/ 91698 w 1764590"/>
              <a:gd name="connsiteY1" fmla="*/ 940200 h 1891359"/>
              <a:gd name="connsiteX2" fmla="*/ 13351 w 1764590"/>
              <a:gd name="connsiteY2" fmla="*/ 1737812 h 1891359"/>
              <a:gd name="connsiteX3" fmla="*/ 309435 w 1764590"/>
              <a:gd name="connsiteY3" fmla="*/ 1891359 h 1891359"/>
              <a:gd name="connsiteX4" fmla="*/ 1669435 w 1764590"/>
              <a:gd name="connsiteY4" fmla="*/ 1840637 h 1891359"/>
              <a:gd name="connsiteX5" fmla="*/ 1612449 w 1764590"/>
              <a:gd name="connsiteY5" fmla="*/ 1257671 h 1891359"/>
              <a:gd name="connsiteX6" fmla="*/ 1309780 w 1764590"/>
              <a:gd name="connsiteY6" fmla="*/ 1046341 h 1891359"/>
              <a:gd name="connsiteX7" fmla="*/ 1560208 w 1764590"/>
              <a:gd name="connsiteY7" fmla="*/ 672856 h 1891359"/>
              <a:gd name="connsiteX8" fmla="*/ 1428622 w 1764590"/>
              <a:gd name="connsiteY8" fmla="*/ 154877 h 1891359"/>
              <a:gd name="connsiteX9" fmla="*/ 930782 w 1764590"/>
              <a:gd name="connsiteY9" fmla="*/ 21205 h 1891359"/>
              <a:gd name="connsiteX10" fmla="*/ 452050 w 1764590"/>
              <a:gd name="connsiteY10" fmla="*/ 534641 h 1891359"/>
              <a:gd name="connsiteX0" fmla="*/ 452050 w 1792731"/>
              <a:gd name="connsiteY0" fmla="*/ 534641 h 1891359"/>
              <a:gd name="connsiteX1" fmla="*/ 91698 w 1792731"/>
              <a:gd name="connsiteY1" fmla="*/ 940200 h 1891359"/>
              <a:gd name="connsiteX2" fmla="*/ 13351 w 1792731"/>
              <a:gd name="connsiteY2" fmla="*/ 1737812 h 1891359"/>
              <a:gd name="connsiteX3" fmla="*/ 309435 w 1792731"/>
              <a:gd name="connsiteY3" fmla="*/ 1891359 h 1891359"/>
              <a:gd name="connsiteX4" fmla="*/ 1669435 w 1792731"/>
              <a:gd name="connsiteY4" fmla="*/ 1840637 h 1891359"/>
              <a:gd name="connsiteX5" fmla="*/ 1688563 w 1792731"/>
              <a:gd name="connsiteY5" fmla="*/ 1292355 h 1891359"/>
              <a:gd name="connsiteX6" fmla="*/ 1309780 w 1792731"/>
              <a:gd name="connsiteY6" fmla="*/ 1046341 h 1891359"/>
              <a:gd name="connsiteX7" fmla="*/ 1560208 w 1792731"/>
              <a:gd name="connsiteY7" fmla="*/ 672856 h 1891359"/>
              <a:gd name="connsiteX8" fmla="*/ 1428622 w 1792731"/>
              <a:gd name="connsiteY8" fmla="*/ 154877 h 1891359"/>
              <a:gd name="connsiteX9" fmla="*/ 930782 w 1792731"/>
              <a:gd name="connsiteY9" fmla="*/ 21205 h 1891359"/>
              <a:gd name="connsiteX10" fmla="*/ 452050 w 1792731"/>
              <a:gd name="connsiteY10" fmla="*/ 534641 h 1891359"/>
              <a:gd name="connsiteX0" fmla="*/ 452050 w 1814809"/>
              <a:gd name="connsiteY0" fmla="*/ 534641 h 1891359"/>
              <a:gd name="connsiteX1" fmla="*/ 91698 w 1814809"/>
              <a:gd name="connsiteY1" fmla="*/ 940200 h 1891359"/>
              <a:gd name="connsiteX2" fmla="*/ 13351 w 1814809"/>
              <a:gd name="connsiteY2" fmla="*/ 1737812 h 1891359"/>
              <a:gd name="connsiteX3" fmla="*/ 309435 w 1814809"/>
              <a:gd name="connsiteY3" fmla="*/ 1891359 h 1891359"/>
              <a:gd name="connsiteX4" fmla="*/ 1669435 w 1814809"/>
              <a:gd name="connsiteY4" fmla="*/ 1840637 h 1891359"/>
              <a:gd name="connsiteX5" fmla="*/ 1688563 w 1814809"/>
              <a:gd name="connsiteY5" fmla="*/ 1292355 h 1891359"/>
              <a:gd name="connsiteX6" fmla="*/ 1309780 w 1814809"/>
              <a:gd name="connsiteY6" fmla="*/ 1046341 h 1891359"/>
              <a:gd name="connsiteX7" fmla="*/ 1560208 w 1814809"/>
              <a:gd name="connsiteY7" fmla="*/ 672856 h 1891359"/>
              <a:gd name="connsiteX8" fmla="*/ 1428622 w 1814809"/>
              <a:gd name="connsiteY8" fmla="*/ 154877 h 1891359"/>
              <a:gd name="connsiteX9" fmla="*/ 930782 w 1814809"/>
              <a:gd name="connsiteY9" fmla="*/ 21205 h 1891359"/>
              <a:gd name="connsiteX10" fmla="*/ 452050 w 1814809"/>
              <a:gd name="connsiteY10" fmla="*/ 534641 h 1891359"/>
              <a:gd name="connsiteX0" fmla="*/ 452050 w 1814809"/>
              <a:gd name="connsiteY0" fmla="*/ 534641 h 1891359"/>
              <a:gd name="connsiteX1" fmla="*/ 91698 w 1814809"/>
              <a:gd name="connsiteY1" fmla="*/ 940200 h 1891359"/>
              <a:gd name="connsiteX2" fmla="*/ 13351 w 1814809"/>
              <a:gd name="connsiteY2" fmla="*/ 1737812 h 1891359"/>
              <a:gd name="connsiteX3" fmla="*/ 309435 w 1814809"/>
              <a:gd name="connsiteY3" fmla="*/ 1891359 h 1891359"/>
              <a:gd name="connsiteX4" fmla="*/ 1669435 w 1814809"/>
              <a:gd name="connsiteY4" fmla="*/ 1840637 h 1891359"/>
              <a:gd name="connsiteX5" fmla="*/ 1688563 w 1814809"/>
              <a:gd name="connsiteY5" fmla="*/ 1292355 h 1891359"/>
              <a:gd name="connsiteX6" fmla="*/ 1309780 w 1814809"/>
              <a:gd name="connsiteY6" fmla="*/ 1046341 h 1891359"/>
              <a:gd name="connsiteX7" fmla="*/ 1619996 w 1814809"/>
              <a:gd name="connsiteY7" fmla="*/ 526399 h 1891359"/>
              <a:gd name="connsiteX8" fmla="*/ 1428622 w 1814809"/>
              <a:gd name="connsiteY8" fmla="*/ 154877 h 1891359"/>
              <a:gd name="connsiteX9" fmla="*/ 930782 w 1814809"/>
              <a:gd name="connsiteY9" fmla="*/ 21205 h 1891359"/>
              <a:gd name="connsiteX10" fmla="*/ 452050 w 1814809"/>
              <a:gd name="connsiteY10" fmla="*/ 534641 h 1891359"/>
              <a:gd name="connsiteX0" fmla="*/ 452050 w 1814809"/>
              <a:gd name="connsiteY0" fmla="*/ 542872 h 1899590"/>
              <a:gd name="connsiteX1" fmla="*/ 91698 w 1814809"/>
              <a:gd name="connsiteY1" fmla="*/ 948431 h 1899590"/>
              <a:gd name="connsiteX2" fmla="*/ 13351 w 1814809"/>
              <a:gd name="connsiteY2" fmla="*/ 1746043 h 1899590"/>
              <a:gd name="connsiteX3" fmla="*/ 309435 w 1814809"/>
              <a:gd name="connsiteY3" fmla="*/ 1899590 h 1899590"/>
              <a:gd name="connsiteX4" fmla="*/ 1669435 w 1814809"/>
              <a:gd name="connsiteY4" fmla="*/ 1848868 h 1899590"/>
              <a:gd name="connsiteX5" fmla="*/ 1688563 w 1814809"/>
              <a:gd name="connsiteY5" fmla="*/ 1300586 h 1899590"/>
              <a:gd name="connsiteX6" fmla="*/ 1309780 w 1814809"/>
              <a:gd name="connsiteY6" fmla="*/ 1054572 h 1899590"/>
              <a:gd name="connsiteX7" fmla="*/ 1619996 w 1814809"/>
              <a:gd name="connsiteY7" fmla="*/ 534630 h 1899590"/>
              <a:gd name="connsiteX8" fmla="*/ 1488411 w 1814809"/>
              <a:gd name="connsiteY8" fmla="*/ 129049 h 1899590"/>
              <a:gd name="connsiteX9" fmla="*/ 930782 w 1814809"/>
              <a:gd name="connsiteY9" fmla="*/ 29436 h 1899590"/>
              <a:gd name="connsiteX10" fmla="*/ 452050 w 1814809"/>
              <a:gd name="connsiteY10" fmla="*/ 542872 h 1899590"/>
              <a:gd name="connsiteX0" fmla="*/ 452050 w 1814809"/>
              <a:gd name="connsiteY0" fmla="*/ 540513 h 1897231"/>
              <a:gd name="connsiteX1" fmla="*/ 91698 w 1814809"/>
              <a:gd name="connsiteY1" fmla="*/ 946072 h 1897231"/>
              <a:gd name="connsiteX2" fmla="*/ 13351 w 1814809"/>
              <a:gd name="connsiteY2" fmla="*/ 1743684 h 1897231"/>
              <a:gd name="connsiteX3" fmla="*/ 309435 w 1814809"/>
              <a:gd name="connsiteY3" fmla="*/ 1897231 h 1897231"/>
              <a:gd name="connsiteX4" fmla="*/ 1669435 w 1814809"/>
              <a:gd name="connsiteY4" fmla="*/ 1846509 h 1897231"/>
              <a:gd name="connsiteX5" fmla="*/ 1688563 w 1814809"/>
              <a:gd name="connsiteY5" fmla="*/ 1298227 h 1897231"/>
              <a:gd name="connsiteX6" fmla="*/ 1309780 w 1814809"/>
              <a:gd name="connsiteY6" fmla="*/ 1052213 h 1897231"/>
              <a:gd name="connsiteX7" fmla="*/ 1619996 w 1814809"/>
              <a:gd name="connsiteY7" fmla="*/ 532271 h 1897231"/>
              <a:gd name="connsiteX8" fmla="*/ 1488411 w 1814809"/>
              <a:gd name="connsiteY8" fmla="*/ 126690 h 1897231"/>
              <a:gd name="connsiteX9" fmla="*/ 930782 w 1814809"/>
              <a:gd name="connsiteY9" fmla="*/ 27077 h 1897231"/>
              <a:gd name="connsiteX10" fmla="*/ 452050 w 1814809"/>
              <a:gd name="connsiteY10" fmla="*/ 540513 h 1897231"/>
              <a:gd name="connsiteX0" fmla="*/ 452050 w 1814809"/>
              <a:gd name="connsiteY0" fmla="*/ 540513 h 1897231"/>
              <a:gd name="connsiteX1" fmla="*/ 91698 w 1814809"/>
              <a:gd name="connsiteY1" fmla="*/ 946072 h 1897231"/>
              <a:gd name="connsiteX2" fmla="*/ 13351 w 1814809"/>
              <a:gd name="connsiteY2" fmla="*/ 1743684 h 1897231"/>
              <a:gd name="connsiteX3" fmla="*/ 309435 w 1814809"/>
              <a:gd name="connsiteY3" fmla="*/ 1897231 h 1897231"/>
              <a:gd name="connsiteX4" fmla="*/ 1669435 w 1814809"/>
              <a:gd name="connsiteY4" fmla="*/ 1846509 h 1897231"/>
              <a:gd name="connsiteX5" fmla="*/ 1688563 w 1814809"/>
              <a:gd name="connsiteY5" fmla="*/ 1298227 h 1897231"/>
              <a:gd name="connsiteX6" fmla="*/ 1309780 w 1814809"/>
              <a:gd name="connsiteY6" fmla="*/ 1052213 h 1897231"/>
              <a:gd name="connsiteX7" fmla="*/ 1619996 w 1814809"/>
              <a:gd name="connsiteY7" fmla="*/ 532271 h 1897231"/>
              <a:gd name="connsiteX8" fmla="*/ 1488411 w 1814809"/>
              <a:gd name="connsiteY8" fmla="*/ 126690 h 1897231"/>
              <a:gd name="connsiteX9" fmla="*/ 930782 w 1814809"/>
              <a:gd name="connsiteY9" fmla="*/ 27077 h 1897231"/>
              <a:gd name="connsiteX10" fmla="*/ 452050 w 1814809"/>
              <a:gd name="connsiteY10" fmla="*/ 540513 h 1897231"/>
              <a:gd name="connsiteX0" fmla="*/ 288567 w 1811701"/>
              <a:gd name="connsiteY0" fmla="*/ 555674 h 1898251"/>
              <a:gd name="connsiteX1" fmla="*/ 88590 w 1811701"/>
              <a:gd name="connsiteY1" fmla="*/ 947092 h 1898251"/>
              <a:gd name="connsiteX2" fmla="*/ 10243 w 1811701"/>
              <a:gd name="connsiteY2" fmla="*/ 1744704 h 1898251"/>
              <a:gd name="connsiteX3" fmla="*/ 306327 w 1811701"/>
              <a:gd name="connsiteY3" fmla="*/ 1898251 h 1898251"/>
              <a:gd name="connsiteX4" fmla="*/ 1666327 w 1811701"/>
              <a:gd name="connsiteY4" fmla="*/ 1847529 h 1898251"/>
              <a:gd name="connsiteX5" fmla="*/ 1685455 w 1811701"/>
              <a:gd name="connsiteY5" fmla="*/ 1299247 h 1898251"/>
              <a:gd name="connsiteX6" fmla="*/ 1306672 w 1811701"/>
              <a:gd name="connsiteY6" fmla="*/ 1053233 h 1898251"/>
              <a:gd name="connsiteX7" fmla="*/ 1616888 w 1811701"/>
              <a:gd name="connsiteY7" fmla="*/ 533291 h 1898251"/>
              <a:gd name="connsiteX8" fmla="*/ 1485303 w 1811701"/>
              <a:gd name="connsiteY8" fmla="*/ 127710 h 1898251"/>
              <a:gd name="connsiteX9" fmla="*/ 927674 w 1811701"/>
              <a:gd name="connsiteY9" fmla="*/ 28097 h 1898251"/>
              <a:gd name="connsiteX10" fmla="*/ 288567 w 1811701"/>
              <a:gd name="connsiteY10" fmla="*/ 555674 h 1898251"/>
              <a:gd name="connsiteX0" fmla="*/ 288567 w 1811701"/>
              <a:gd name="connsiteY0" fmla="*/ 479828 h 1822405"/>
              <a:gd name="connsiteX1" fmla="*/ 88590 w 1811701"/>
              <a:gd name="connsiteY1" fmla="*/ 871246 h 1822405"/>
              <a:gd name="connsiteX2" fmla="*/ 10243 w 1811701"/>
              <a:gd name="connsiteY2" fmla="*/ 1668858 h 1822405"/>
              <a:gd name="connsiteX3" fmla="*/ 306327 w 1811701"/>
              <a:gd name="connsiteY3" fmla="*/ 1822405 h 1822405"/>
              <a:gd name="connsiteX4" fmla="*/ 1666327 w 1811701"/>
              <a:gd name="connsiteY4" fmla="*/ 1771683 h 1822405"/>
              <a:gd name="connsiteX5" fmla="*/ 1685455 w 1811701"/>
              <a:gd name="connsiteY5" fmla="*/ 1223401 h 1822405"/>
              <a:gd name="connsiteX6" fmla="*/ 1306672 w 1811701"/>
              <a:gd name="connsiteY6" fmla="*/ 977387 h 1822405"/>
              <a:gd name="connsiteX7" fmla="*/ 1616888 w 1811701"/>
              <a:gd name="connsiteY7" fmla="*/ 457445 h 1822405"/>
              <a:gd name="connsiteX8" fmla="*/ 1485303 w 1811701"/>
              <a:gd name="connsiteY8" fmla="*/ 51864 h 1822405"/>
              <a:gd name="connsiteX9" fmla="*/ 895599 w 1811701"/>
              <a:gd name="connsiteY9" fmla="*/ 79530 h 1822405"/>
              <a:gd name="connsiteX10" fmla="*/ 288567 w 1811701"/>
              <a:gd name="connsiteY10" fmla="*/ 479828 h 1822405"/>
              <a:gd name="connsiteX0" fmla="*/ 288567 w 1811701"/>
              <a:gd name="connsiteY0" fmla="*/ 419258 h 1761835"/>
              <a:gd name="connsiteX1" fmla="*/ 88590 w 1811701"/>
              <a:gd name="connsiteY1" fmla="*/ 810676 h 1761835"/>
              <a:gd name="connsiteX2" fmla="*/ 10243 w 1811701"/>
              <a:gd name="connsiteY2" fmla="*/ 1608288 h 1761835"/>
              <a:gd name="connsiteX3" fmla="*/ 306327 w 1811701"/>
              <a:gd name="connsiteY3" fmla="*/ 1761835 h 1761835"/>
              <a:gd name="connsiteX4" fmla="*/ 1666327 w 1811701"/>
              <a:gd name="connsiteY4" fmla="*/ 1711113 h 1761835"/>
              <a:gd name="connsiteX5" fmla="*/ 1685455 w 1811701"/>
              <a:gd name="connsiteY5" fmla="*/ 1162831 h 1761835"/>
              <a:gd name="connsiteX6" fmla="*/ 1306672 w 1811701"/>
              <a:gd name="connsiteY6" fmla="*/ 916817 h 1761835"/>
              <a:gd name="connsiteX7" fmla="*/ 1616888 w 1811701"/>
              <a:gd name="connsiteY7" fmla="*/ 396875 h 1761835"/>
              <a:gd name="connsiteX8" fmla="*/ 1373040 w 1811701"/>
              <a:gd name="connsiteY8" fmla="*/ 118574 h 1761835"/>
              <a:gd name="connsiteX9" fmla="*/ 895599 w 1811701"/>
              <a:gd name="connsiteY9" fmla="*/ 18960 h 1761835"/>
              <a:gd name="connsiteX10" fmla="*/ 288567 w 1811701"/>
              <a:gd name="connsiteY10" fmla="*/ 419258 h 1761835"/>
              <a:gd name="connsiteX0" fmla="*/ 288567 w 1811701"/>
              <a:gd name="connsiteY0" fmla="*/ 419258 h 1761835"/>
              <a:gd name="connsiteX1" fmla="*/ 88590 w 1811701"/>
              <a:gd name="connsiteY1" fmla="*/ 810676 h 1761835"/>
              <a:gd name="connsiteX2" fmla="*/ 10243 w 1811701"/>
              <a:gd name="connsiteY2" fmla="*/ 1608288 h 1761835"/>
              <a:gd name="connsiteX3" fmla="*/ 306327 w 1811701"/>
              <a:gd name="connsiteY3" fmla="*/ 1761835 h 1761835"/>
              <a:gd name="connsiteX4" fmla="*/ 1666327 w 1811701"/>
              <a:gd name="connsiteY4" fmla="*/ 1711113 h 1761835"/>
              <a:gd name="connsiteX5" fmla="*/ 1685455 w 1811701"/>
              <a:gd name="connsiteY5" fmla="*/ 1162831 h 1761835"/>
              <a:gd name="connsiteX6" fmla="*/ 1306672 w 1811701"/>
              <a:gd name="connsiteY6" fmla="*/ 916817 h 1761835"/>
              <a:gd name="connsiteX7" fmla="*/ 1584814 w 1811701"/>
              <a:gd name="connsiteY7" fmla="*/ 510012 h 1761835"/>
              <a:gd name="connsiteX8" fmla="*/ 1373040 w 1811701"/>
              <a:gd name="connsiteY8" fmla="*/ 118574 h 1761835"/>
              <a:gd name="connsiteX9" fmla="*/ 895599 w 1811701"/>
              <a:gd name="connsiteY9" fmla="*/ 18960 h 1761835"/>
              <a:gd name="connsiteX10" fmla="*/ 288567 w 1811701"/>
              <a:gd name="connsiteY10" fmla="*/ 419258 h 1761835"/>
              <a:gd name="connsiteX0" fmla="*/ 288567 w 1770444"/>
              <a:gd name="connsiteY0" fmla="*/ 419258 h 1761835"/>
              <a:gd name="connsiteX1" fmla="*/ 88590 w 1770444"/>
              <a:gd name="connsiteY1" fmla="*/ 810676 h 1761835"/>
              <a:gd name="connsiteX2" fmla="*/ 10243 w 1770444"/>
              <a:gd name="connsiteY2" fmla="*/ 1608288 h 1761835"/>
              <a:gd name="connsiteX3" fmla="*/ 306327 w 1770444"/>
              <a:gd name="connsiteY3" fmla="*/ 1761835 h 1761835"/>
              <a:gd name="connsiteX4" fmla="*/ 1666327 w 1770444"/>
              <a:gd name="connsiteY4" fmla="*/ 1711113 h 1761835"/>
              <a:gd name="connsiteX5" fmla="*/ 1589229 w 1770444"/>
              <a:gd name="connsiteY5" fmla="*/ 1176973 h 1761835"/>
              <a:gd name="connsiteX6" fmla="*/ 1306672 w 1770444"/>
              <a:gd name="connsiteY6" fmla="*/ 916817 h 1761835"/>
              <a:gd name="connsiteX7" fmla="*/ 1584814 w 1770444"/>
              <a:gd name="connsiteY7" fmla="*/ 510012 h 1761835"/>
              <a:gd name="connsiteX8" fmla="*/ 1373040 w 1770444"/>
              <a:gd name="connsiteY8" fmla="*/ 118574 h 1761835"/>
              <a:gd name="connsiteX9" fmla="*/ 895599 w 1770444"/>
              <a:gd name="connsiteY9" fmla="*/ 18960 h 1761835"/>
              <a:gd name="connsiteX10" fmla="*/ 288567 w 1770444"/>
              <a:gd name="connsiteY10" fmla="*/ 419258 h 1761835"/>
              <a:gd name="connsiteX0" fmla="*/ 288567 w 1592514"/>
              <a:gd name="connsiteY0" fmla="*/ 419258 h 1863058"/>
              <a:gd name="connsiteX1" fmla="*/ 88590 w 1592514"/>
              <a:gd name="connsiteY1" fmla="*/ 810676 h 1863058"/>
              <a:gd name="connsiteX2" fmla="*/ 10243 w 1592514"/>
              <a:gd name="connsiteY2" fmla="*/ 1608288 h 1863058"/>
              <a:gd name="connsiteX3" fmla="*/ 306327 w 1592514"/>
              <a:gd name="connsiteY3" fmla="*/ 1761835 h 1863058"/>
              <a:gd name="connsiteX4" fmla="*/ 1377650 w 1592514"/>
              <a:gd name="connsiteY4" fmla="*/ 1838393 h 1863058"/>
              <a:gd name="connsiteX5" fmla="*/ 1589229 w 1592514"/>
              <a:gd name="connsiteY5" fmla="*/ 1176973 h 1863058"/>
              <a:gd name="connsiteX6" fmla="*/ 1306672 w 1592514"/>
              <a:gd name="connsiteY6" fmla="*/ 916817 h 1863058"/>
              <a:gd name="connsiteX7" fmla="*/ 1584814 w 1592514"/>
              <a:gd name="connsiteY7" fmla="*/ 510012 h 1863058"/>
              <a:gd name="connsiteX8" fmla="*/ 1373040 w 1592514"/>
              <a:gd name="connsiteY8" fmla="*/ 118574 h 1863058"/>
              <a:gd name="connsiteX9" fmla="*/ 895599 w 1592514"/>
              <a:gd name="connsiteY9" fmla="*/ 18960 h 1863058"/>
              <a:gd name="connsiteX10" fmla="*/ 288567 w 1592514"/>
              <a:gd name="connsiteY10" fmla="*/ 419258 h 1863058"/>
              <a:gd name="connsiteX0" fmla="*/ 421322 w 1594935"/>
              <a:gd name="connsiteY0" fmla="*/ 616342 h 1876292"/>
              <a:gd name="connsiteX1" fmla="*/ 91011 w 1594935"/>
              <a:gd name="connsiteY1" fmla="*/ 823910 h 1876292"/>
              <a:gd name="connsiteX2" fmla="*/ 12664 w 1594935"/>
              <a:gd name="connsiteY2" fmla="*/ 1621522 h 1876292"/>
              <a:gd name="connsiteX3" fmla="*/ 308748 w 1594935"/>
              <a:gd name="connsiteY3" fmla="*/ 1775069 h 1876292"/>
              <a:gd name="connsiteX4" fmla="*/ 1380071 w 1594935"/>
              <a:gd name="connsiteY4" fmla="*/ 1851627 h 1876292"/>
              <a:gd name="connsiteX5" fmla="*/ 1591650 w 1594935"/>
              <a:gd name="connsiteY5" fmla="*/ 1190207 h 1876292"/>
              <a:gd name="connsiteX6" fmla="*/ 1309093 w 1594935"/>
              <a:gd name="connsiteY6" fmla="*/ 930051 h 1876292"/>
              <a:gd name="connsiteX7" fmla="*/ 1587235 w 1594935"/>
              <a:gd name="connsiteY7" fmla="*/ 523246 h 1876292"/>
              <a:gd name="connsiteX8" fmla="*/ 1375461 w 1594935"/>
              <a:gd name="connsiteY8" fmla="*/ 131808 h 1876292"/>
              <a:gd name="connsiteX9" fmla="*/ 898020 w 1594935"/>
              <a:gd name="connsiteY9" fmla="*/ 32194 h 1876292"/>
              <a:gd name="connsiteX10" fmla="*/ 421322 w 1594935"/>
              <a:gd name="connsiteY10" fmla="*/ 616342 h 1876292"/>
              <a:gd name="connsiteX0" fmla="*/ 413257 w 1586870"/>
              <a:gd name="connsiteY0" fmla="*/ 616342 h 1876292"/>
              <a:gd name="connsiteX1" fmla="*/ 140873 w 1586870"/>
              <a:gd name="connsiteY1" fmla="*/ 993617 h 1876292"/>
              <a:gd name="connsiteX2" fmla="*/ 4599 w 1586870"/>
              <a:gd name="connsiteY2" fmla="*/ 1621522 h 1876292"/>
              <a:gd name="connsiteX3" fmla="*/ 300683 w 1586870"/>
              <a:gd name="connsiteY3" fmla="*/ 1775069 h 1876292"/>
              <a:gd name="connsiteX4" fmla="*/ 1372006 w 1586870"/>
              <a:gd name="connsiteY4" fmla="*/ 1851627 h 1876292"/>
              <a:gd name="connsiteX5" fmla="*/ 1583585 w 1586870"/>
              <a:gd name="connsiteY5" fmla="*/ 1190207 h 1876292"/>
              <a:gd name="connsiteX6" fmla="*/ 1301028 w 1586870"/>
              <a:gd name="connsiteY6" fmla="*/ 930051 h 1876292"/>
              <a:gd name="connsiteX7" fmla="*/ 1579170 w 1586870"/>
              <a:gd name="connsiteY7" fmla="*/ 523246 h 1876292"/>
              <a:gd name="connsiteX8" fmla="*/ 1367396 w 1586870"/>
              <a:gd name="connsiteY8" fmla="*/ 131808 h 1876292"/>
              <a:gd name="connsiteX9" fmla="*/ 889955 w 1586870"/>
              <a:gd name="connsiteY9" fmla="*/ 32194 h 1876292"/>
              <a:gd name="connsiteX10" fmla="*/ 413257 w 1586870"/>
              <a:gd name="connsiteY10" fmla="*/ 616342 h 1876292"/>
              <a:gd name="connsiteX0" fmla="*/ 284962 w 1458575"/>
              <a:gd name="connsiteY0" fmla="*/ 616342 h 1908017"/>
              <a:gd name="connsiteX1" fmla="*/ 12578 w 1458575"/>
              <a:gd name="connsiteY1" fmla="*/ 993617 h 1908017"/>
              <a:gd name="connsiteX2" fmla="*/ 172388 w 1458575"/>
              <a:gd name="connsiteY2" fmla="*/ 1775069 h 1908017"/>
              <a:gd name="connsiteX3" fmla="*/ 1243711 w 1458575"/>
              <a:gd name="connsiteY3" fmla="*/ 1851627 h 1908017"/>
              <a:gd name="connsiteX4" fmla="*/ 1455290 w 1458575"/>
              <a:gd name="connsiteY4" fmla="*/ 1190207 h 1908017"/>
              <a:gd name="connsiteX5" fmla="*/ 1172733 w 1458575"/>
              <a:gd name="connsiteY5" fmla="*/ 930051 h 1908017"/>
              <a:gd name="connsiteX6" fmla="*/ 1450875 w 1458575"/>
              <a:gd name="connsiteY6" fmla="*/ 523246 h 1908017"/>
              <a:gd name="connsiteX7" fmla="*/ 1239101 w 1458575"/>
              <a:gd name="connsiteY7" fmla="*/ 131808 h 1908017"/>
              <a:gd name="connsiteX8" fmla="*/ 761660 w 1458575"/>
              <a:gd name="connsiteY8" fmla="*/ 32194 h 1908017"/>
              <a:gd name="connsiteX9" fmla="*/ 284962 w 1458575"/>
              <a:gd name="connsiteY9" fmla="*/ 616342 h 1908017"/>
              <a:gd name="connsiteX0" fmla="*/ 343858 w 1519131"/>
              <a:gd name="connsiteY0" fmla="*/ 616342 h 1885036"/>
              <a:gd name="connsiteX1" fmla="*/ 71474 w 1519131"/>
              <a:gd name="connsiteY1" fmla="*/ 993617 h 1885036"/>
              <a:gd name="connsiteX2" fmla="*/ 115432 w 1519131"/>
              <a:gd name="connsiteY2" fmla="*/ 1704358 h 1885036"/>
              <a:gd name="connsiteX3" fmla="*/ 1302607 w 1519131"/>
              <a:gd name="connsiteY3" fmla="*/ 1851627 h 1885036"/>
              <a:gd name="connsiteX4" fmla="*/ 1514186 w 1519131"/>
              <a:gd name="connsiteY4" fmla="*/ 1190207 h 1885036"/>
              <a:gd name="connsiteX5" fmla="*/ 1231629 w 1519131"/>
              <a:gd name="connsiteY5" fmla="*/ 930051 h 1885036"/>
              <a:gd name="connsiteX6" fmla="*/ 1509771 w 1519131"/>
              <a:gd name="connsiteY6" fmla="*/ 523246 h 1885036"/>
              <a:gd name="connsiteX7" fmla="*/ 1297997 w 1519131"/>
              <a:gd name="connsiteY7" fmla="*/ 131808 h 1885036"/>
              <a:gd name="connsiteX8" fmla="*/ 820556 w 1519131"/>
              <a:gd name="connsiteY8" fmla="*/ 32194 h 1885036"/>
              <a:gd name="connsiteX9" fmla="*/ 343858 w 1519131"/>
              <a:gd name="connsiteY9" fmla="*/ 616342 h 1885036"/>
              <a:gd name="connsiteX0" fmla="*/ 343858 w 1549812"/>
              <a:gd name="connsiteY0" fmla="*/ 616342 h 1800235"/>
              <a:gd name="connsiteX1" fmla="*/ 71474 w 1549812"/>
              <a:gd name="connsiteY1" fmla="*/ 993617 h 1800235"/>
              <a:gd name="connsiteX2" fmla="*/ 115432 w 1549812"/>
              <a:gd name="connsiteY2" fmla="*/ 1704358 h 1800235"/>
              <a:gd name="connsiteX3" fmla="*/ 1389496 w 1549812"/>
              <a:gd name="connsiteY3" fmla="*/ 1724347 h 1800235"/>
              <a:gd name="connsiteX4" fmla="*/ 1514186 w 1549812"/>
              <a:gd name="connsiteY4" fmla="*/ 1190207 h 1800235"/>
              <a:gd name="connsiteX5" fmla="*/ 1231629 w 1549812"/>
              <a:gd name="connsiteY5" fmla="*/ 930051 h 1800235"/>
              <a:gd name="connsiteX6" fmla="*/ 1509771 w 1549812"/>
              <a:gd name="connsiteY6" fmla="*/ 523246 h 1800235"/>
              <a:gd name="connsiteX7" fmla="*/ 1297997 w 1549812"/>
              <a:gd name="connsiteY7" fmla="*/ 131808 h 1800235"/>
              <a:gd name="connsiteX8" fmla="*/ 820556 w 1549812"/>
              <a:gd name="connsiteY8" fmla="*/ 32194 h 1800235"/>
              <a:gd name="connsiteX9" fmla="*/ 343858 w 1549812"/>
              <a:gd name="connsiteY9" fmla="*/ 616342 h 18002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49812" h="1800235">
                <a:moveTo>
                  <a:pt x="343858" y="616342"/>
                </a:moveTo>
                <a:cubicBezTo>
                  <a:pt x="219011" y="776579"/>
                  <a:pt x="109545" y="812281"/>
                  <a:pt x="71474" y="993617"/>
                </a:cubicBezTo>
                <a:cubicBezTo>
                  <a:pt x="33403" y="1174953"/>
                  <a:pt x="-89757" y="1561356"/>
                  <a:pt x="115432" y="1704358"/>
                </a:cubicBezTo>
                <a:cubicBezTo>
                  <a:pt x="320621" y="1847360"/>
                  <a:pt x="1156371" y="1810039"/>
                  <a:pt x="1389496" y="1724347"/>
                </a:cubicBezTo>
                <a:cubicBezTo>
                  <a:pt x="1622621" y="1638655"/>
                  <a:pt x="1540497" y="1322590"/>
                  <a:pt x="1514186" y="1190207"/>
                </a:cubicBezTo>
                <a:cubicBezTo>
                  <a:pt x="1487875" y="1057824"/>
                  <a:pt x="1240336" y="1148914"/>
                  <a:pt x="1231629" y="930051"/>
                </a:cubicBezTo>
                <a:cubicBezTo>
                  <a:pt x="1248292" y="693847"/>
                  <a:pt x="1498710" y="656286"/>
                  <a:pt x="1509771" y="523246"/>
                </a:cubicBezTo>
                <a:cubicBezTo>
                  <a:pt x="1520832" y="390206"/>
                  <a:pt x="1431655" y="305130"/>
                  <a:pt x="1297997" y="131808"/>
                </a:cubicBezTo>
                <a:cubicBezTo>
                  <a:pt x="1189251" y="36824"/>
                  <a:pt x="979579" y="-48562"/>
                  <a:pt x="820556" y="32194"/>
                </a:cubicBezTo>
                <a:cubicBezTo>
                  <a:pt x="661533" y="112950"/>
                  <a:pt x="468705" y="456105"/>
                  <a:pt x="343858" y="61634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>
              <a:defRPr/>
            </a:pPr>
            <a:endParaRPr lang="en-US" sz="1350" dirty="0">
              <a:solidFill>
                <a:prstClr val="white"/>
              </a:solidFill>
              <a:latin typeface="+mj-lt"/>
            </a:endParaRPr>
          </a:p>
        </p:txBody>
      </p:sp>
      <p:sp>
        <p:nvSpPr>
          <p:cNvPr id="11" name="Freeform 417">
            <a:extLst>
              <a:ext uri="{FF2B5EF4-FFF2-40B4-BE49-F238E27FC236}">
                <a16:creationId xmlns:a16="http://schemas.microsoft.com/office/drawing/2014/main" id="{86D46BE4-B0DC-6447-9B19-4A15963D6107}"/>
              </a:ext>
            </a:extLst>
          </p:cNvPr>
          <p:cNvSpPr>
            <a:spLocks/>
          </p:cNvSpPr>
          <p:nvPr/>
        </p:nvSpPr>
        <p:spPr bwMode="auto">
          <a:xfrm>
            <a:off x="5455557" y="2583787"/>
            <a:ext cx="1302544" cy="988278"/>
          </a:xfrm>
          <a:custGeom>
            <a:avLst/>
            <a:gdLst>
              <a:gd name="T0" fmla="*/ 2147483646 w 1036"/>
              <a:gd name="T1" fmla="*/ 2147483646 h 675"/>
              <a:gd name="T2" fmla="*/ 2147483646 w 1036"/>
              <a:gd name="T3" fmla="*/ 2147483646 h 675"/>
              <a:gd name="T4" fmla="*/ 2147483646 w 1036"/>
              <a:gd name="T5" fmla="*/ 2147483646 h 675"/>
              <a:gd name="T6" fmla="*/ 2147483646 w 1036"/>
              <a:gd name="T7" fmla="*/ 2147483646 h 675"/>
              <a:gd name="T8" fmla="*/ 2147483646 w 1036"/>
              <a:gd name="T9" fmla="*/ 2147483646 h 675"/>
              <a:gd name="T10" fmla="*/ 2147483646 w 1036"/>
              <a:gd name="T11" fmla="*/ 2147483646 h 675"/>
              <a:gd name="T12" fmla="*/ 2147483646 w 1036"/>
              <a:gd name="T13" fmla="*/ 2147483646 h 675"/>
              <a:gd name="T14" fmla="*/ 2147483646 w 1036"/>
              <a:gd name="T15" fmla="*/ 2147483646 h 675"/>
              <a:gd name="T16" fmla="*/ 2147483646 w 1036"/>
              <a:gd name="T17" fmla="*/ 2147483646 h 675"/>
              <a:gd name="T18" fmla="*/ 2147483646 w 1036"/>
              <a:gd name="T19" fmla="*/ 2147483646 h 675"/>
              <a:gd name="T20" fmla="*/ 2147483646 w 1036"/>
              <a:gd name="T21" fmla="*/ 2147483646 h 675"/>
              <a:gd name="T22" fmla="*/ 2147483646 w 1036"/>
              <a:gd name="T23" fmla="*/ 2147483646 h 675"/>
              <a:gd name="T24" fmla="*/ 2147483646 w 1036"/>
              <a:gd name="T25" fmla="*/ 2147483646 h 675"/>
              <a:gd name="T26" fmla="*/ 2147483646 w 1036"/>
              <a:gd name="T27" fmla="*/ 2147483646 h 675"/>
              <a:gd name="T28" fmla="*/ 2147483646 w 1036"/>
              <a:gd name="T29" fmla="*/ 2147483646 h 675"/>
              <a:gd name="T30" fmla="*/ 2147483646 w 1036"/>
              <a:gd name="T31" fmla="*/ 2147483646 h 675"/>
              <a:gd name="T32" fmla="*/ 2147483646 w 1036"/>
              <a:gd name="T33" fmla="*/ 2147483646 h 675"/>
              <a:gd name="T34" fmla="*/ 2147483646 w 1036"/>
              <a:gd name="T35" fmla="*/ 2147483646 h 675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w 1036"/>
              <a:gd name="T55" fmla="*/ 0 h 675"/>
              <a:gd name="T56" fmla="*/ 1036 w 1036"/>
              <a:gd name="T57" fmla="*/ 675 h 675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T54" t="T55" r="T56" b="T57"/>
            <a:pathLst>
              <a:path w="1036" h="675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/>
          <a:lstStyle/>
          <a:p>
            <a:pPr defTabSz="685800">
              <a:defRPr/>
            </a:pPr>
            <a:endParaRPr lang="en-US" sz="1350" dirty="0">
              <a:solidFill>
                <a:prstClr val="black"/>
              </a:solidFill>
              <a:latin typeface="+mj-lt"/>
            </a:endParaRPr>
          </a:p>
        </p:txBody>
      </p:sp>
      <p:grpSp>
        <p:nvGrpSpPr>
          <p:cNvPr id="12" name="Group 418">
            <a:extLst>
              <a:ext uri="{FF2B5EF4-FFF2-40B4-BE49-F238E27FC236}">
                <a16:creationId xmlns:a16="http://schemas.microsoft.com/office/drawing/2014/main" id="{B6EA0447-3C72-2546-A182-B18B3204742F}"/>
              </a:ext>
            </a:extLst>
          </p:cNvPr>
          <p:cNvGrpSpPr>
            <a:grpSpLocks/>
          </p:cNvGrpSpPr>
          <p:nvPr/>
        </p:nvGrpSpPr>
        <p:grpSpPr bwMode="auto">
          <a:xfrm>
            <a:off x="5404013" y="3681199"/>
            <a:ext cx="1094184" cy="700088"/>
            <a:chOff x="2889" y="1631"/>
            <a:chExt cx="980" cy="743"/>
          </a:xfrm>
        </p:grpSpPr>
        <p:sp>
          <p:nvSpPr>
            <p:cNvPr id="13" name="Rectangle 419">
              <a:extLst>
                <a:ext uri="{FF2B5EF4-FFF2-40B4-BE49-F238E27FC236}">
                  <a16:creationId xmlns:a16="http://schemas.microsoft.com/office/drawing/2014/main" id="{BE021C30-4F59-6844-AF0D-B5AB853A3B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6" y="1841"/>
              <a:ext cx="663" cy="533"/>
            </a:xfrm>
            <a:prstGeom prst="rect">
              <a:avLst/>
            </a:prstGeom>
            <a:solidFill>
              <a:srgbClr val="9CDF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14" name="AutoShape 420">
              <a:extLst>
                <a:ext uri="{FF2B5EF4-FFF2-40B4-BE49-F238E27FC236}">
                  <a16:creationId xmlns:a16="http://schemas.microsoft.com/office/drawing/2014/main" id="{27AA7BFA-EEE4-4140-B9E6-23FEE52ACC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9" y="1631"/>
              <a:ext cx="980" cy="253"/>
            </a:xfrm>
            <a:prstGeom prst="triangle">
              <a:avLst>
                <a:gd name="adj" fmla="val 50000"/>
              </a:avLst>
            </a:prstGeom>
            <a:solidFill>
              <a:srgbClr val="9CDF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algn="ctr"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srgbClr val="00CCFF"/>
                </a:solidFill>
                <a:latin typeface="+mj-lt"/>
              </a:endParaRPr>
            </a:p>
          </p:txBody>
        </p:sp>
      </p:grpSp>
      <p:sp>
        <p:nvSpPr>
          <p:cNvPr id="15" name="Freeform 427">
            <a:extLst>
              <a:ext uri="{FF2B5EF4-FFF2-40B4-BE49-F238E27FC236}">
                <a16:creationId xmlns:a16="http://schemas.microsoft.com/office/drawing/2014/main" id="{50383F63-A1BE-EE40-9A4A-9521B5B39A87}"/>
              </a:ext>
            </a:extLst>
          </p:cNvPr>
          <p:cNvSpPr>
            <a:spLocks/>
          </p:cNvSpPr>
          <p:nvPr/>
        </p:nvSpPr>
        <p:spPr bwMode="auto">
          <a:xfrm>
            <a:off x="5784301" y="4726612"/>
            <a:ext cx="2309813" cy="1248966"/>
          </a:xfrm>
          <a:custGeom>
            <a:avLst/>
            <a:gdLst>
              <a:gd name="T0" fmla="*/ 2147483646 w 1940"/>
              <a:gd name="T1" fmla="*/ 2147483646 h 1049"/>
              <a:gd name="T2" fmla="*/ 2147483646 w 1940"/>
              <a:gd name="T3" fmla="*/ 2147483646 h 1049"/>
              <a:gd name="T4" fmla="*/ 2147483646 w 1940"/>
              <a:gd name="T5" fmla="*/ 2147483646 h 1049"/>
              <a:gd name="T6" fmla="*/ 2147483646 w 1940"/>
              <a:gd name="T7" fmla="*/ 2147483646 h 1049"/>
              <a:gd name="T8" fmla="*/ 2147483646 w 1940"/>
              <a:gd name="T9" fmla="*/ 2147483646 h 1049"/>
              <a:gd name="T10" fmla="*/ 2147483646 w 1940"/>
              <a:gd name="T11" fmla="*/ 2147483646 h 1049"/>
              <a:gd name="T12" fmla="*/ 2147483646 w 1940"/>
              <a:gd name="T13" fmla="*/ 2147483646 h 1049"/>
              <a:gd name="T14" fmla="*/ 2147483646 w 1940"/>
              <a:gd name="T15" fmla="*/ 2147483646 h 1049"/>
              <a:gd name="T16" fmla="*/ 2147483646 w 1940"/>
              <a:gd name="T17" fmla="*/ 2147483646 h 1049"/>
              <a:gd name="T18" fmla="*/ 2147483646 w 1940"/>
              <a:gd name="T19" fmla="*/ 2147483646 h 1049"/>
              <a:gd name="T20" fmla="*/ 2147483646 w 1940"/>
              <a:gd name="T21" fmla="*/ 2147483646 h 1049"/>
              <a:gd name="T22" fmla="*/ 2147483646 w 1940"/>
              <a:gd name="T23" fmla="*/ 2147483646 h 1049"/>
              <a:gd name="T24" fmla="*/ 2147483646 w 1940"/>
              <a:gd name="T25" fmla="*/ 2147483646 h 1049"/>
              <a:gd name="T26" fmla="*/ 2147483646 w 1940"/>
              <a:gd name="T27" fmla="*/ 2147483646 h 1049"/>
              <a:gd name="T28" fmla="*/ 2147483646 w 1940"/>
              <a:gd name="T29" fmla="*/ 2147483646 h 1049"/>
              <a:gd name="T30" fmla="*/ 2147483646 w 1940"/>
              <a:gd name="T31" fmla="*/ 2147483646 h 1049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940"/>
              <a:gd name="T49" fmla="*/ 0 h 1049"/>
              <a:gd name="T50" fmla="*/ 1940 w 1940"/>
              <a:gd name="T51" fmla="*/ 1049 h 1049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940" h="1049">
                <a:moveTo>
                  <a:pt x="952" y="26"/>
                </a:moveTo>
                <a:cubicBezTo>
                  <a:pt x="867" y="45"/>
                  <a:pt x="832" y="118"/>
                  <a:pt x="755" y="125"/>
                </a:cubicBezTo>
                <a:cubicBezTo>
                  <a:pt x="678" y="132"/>
                  <a:pt x="587" y="72"/>
                  <a:pt x="488" y="68"/>
                </a:cubicBezTo>
                <a:cubicBezTo>
                  <a:pt x="389" y="64"/>
                  <a:pt x="237" y="48"/>
                  <a:pt x="158" y="101"/>
                </a:cubicBezTo>
                <a:cubicBezTo>
                  <a:pt x="79" y="154"/>
                  <a:pt x="28" y="298"/>
                  <a:pt x="14" y="389"/>
                </a:cubicBezTo>
                <a:cubicBezTo>
                  <a:pt x="0" y="480"/>
                  <a:pt x="25" y="595"/>
                  <a:pt x="71" y="648"/>
                </a:cubicBezTo>
                <a:cubicBezTo>
                  <a:pt x="117" y="701"/>
                  <a:pt x="205" y="665"/>
                  <a:pt x="288" y="706"/>
                </a:cubicBezTo>
                <a:cubicBezTo>
                  <a:pt x="371" y="747"/>
                  <a:pt x="450" y="842"/>
                  <a:pt x="568" y="893"/>
                </a:cubicBezTo>
                <a:cubicBezTo>
                  <a:pt x="686" y="944"/>
                  <a:pt x="852" y="991"/>
                  <a:pt x="996" y="1014"/>
                </a:cubicBezTo>
                <a:cubicBezTo>
                  <a:pt x="1140" y="1036"/>
                  <a:pt x="1309" y="1049"/>
                  <a:pt x="1433" y="1031"/>
                </a:cubicBezTo>
                <a:cubicBezTo>
                  <a:pt x="1557" y="1012"/>
                  <a:pt x="1657" y="960"/>
                  <a:pt x="1739" y="907"/>
                </a:cubicBezTo>
                <a:cubicBezTo>
                  <a:pt x="1821" y="855"/>
                  <a:pt x="1906" y="824"/>
                  <a:pt x="1923" y="714"/>
                </a:cubicBezTo>
                <a:cubicBezTo>
                  <a:pt x="1940" y="604"/>
                  <a:pt x="1898" y="350"/>
                  <a:pt x="1839" y="251"/>
                </a:cubicBezTo>
                <a:cubicBezTo>
                  <a:pt x="1780" y="151"/>
                  <a:pt x="1662" y="153"/>
                  <a:pt x="1566" y="114"/>
                </a:cubicBezTo>
                <a:cubicBezTo>
                  <a:pt x="1470" y="76"/>
                  <a:pt x="1365" y="30"/>
                  <a:pt x="1263" y="15"/>
                </a:cubicBezTo>
                <a:cubicBezTo>
                  <a:pt x="1161" y="0"/>
                  <a:pt x="1037" y="8"/>
                  <a:pt x="952" y="26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/>
          <a:lstStyle/>
          <a:p>
            <a:pPr defTabSz="685800">
              <a:defRPr/>
            </a:pPr>
            <a:endParaRPr lang="en-US" sz="1350" dirty="0">
              <a:solidFill>
                <a:prstClr val="black"/>
              </a:solidFill>
              <a:latin typeface="+mj-lt"/>
            </a:endParaRPr>
          </a:p>
        </p:txBody>
      </p:sp>
      <p:sp>
        <p:nvSpPr>
          <p:cNvPr id="16" name="Text Box 580">
            <a:extLst>
              <a:ext uri="{FF2B5EF4-FFF2-40B4-BE49-F238E27FC236}">
                <a16:creationId xmlns:a16="http://schemas.microsoft.com/office/drawing/2014/main" id="{68F39DC6-82AA-494B-BF8C-3328A3504C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9456" y="2330607"/>
            <a:ext cx="1048685" cy="253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defTabSz="685800">
              <a:lnSpc>
                <a:spcPct val="100000"/>
              </a:lnSpc>
              <a:spcBef>
                <a:spcPct val="0"/>
              </a:spcBef>
              <a:buClrTx/>
              <a:buSzTx/>
              <a:buNone/>
              <a:defRPr/>
            </a:pPr>
            <a:r>
              <a:rPr lang="en-US" altLang="en-US" sz="1050" dirty="0">
                <a:solidFill>
                  <a:prstClr val="black"/>
                </a:solidFill>
                <a:latin typeface="+mj-lt"/>
              </a:rPr>
              <a:t>mobile network</a:t>
            </a:r>
          </a:p>
        </p:txBody>
      </p:sp>
      <p:sp>
        <p:nvSpPr>
          <p:cNvPr id="17" name="Text Box 580">
            <a:extLst>
              <a:ext uri="{FF2B5EF4-FFF2-40B4-BE49-F238E27FC236}">
                <a16:creationId xmlns:a16="http://schemas.microsoft.com/office/drawing/2014/main" id="{4FAF1075-A726-A74C-A102-E55EF3041A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8126" y="4358203"/>
            <a:ext cx="1466735" cy="224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defTabSz="685800">
              <a:lnSpc>
                <a:spcPct val="80000"/>
              </a:lnSpc>
              <a:spcBef>
                <a:spcPct val="0"/>
              </a:spcBef>
              <a:buClrTx/>
              <a:buSzTx/>
              <a:buNone/>
              <a:defRPr/>
            </a:pPr>
            <a:r>
              <a:rPr lang="en-US" altLang="en-US" sz="1050" dirty="0">
                <a:solidFill>
                  <a:prstClr val="black"/>
                </a:solidFill>
                <a:latin typeface="+mj-lt"/>
              </a:rPr>
              <a:t>home network</a:t>
            </a:r>
          </a:p>
        </p:txBody>
      </p:sp>
      <p:sp>
        <p:nvSpPr>
          <p:cNvPr id="19" name="Text Box 580">
            <a:extLst>
              <a:ext uri="{FF2B5EF4-FFF2-40B4-BE49-F238E27FC236}">
                <a16:creationId xmlns:a16="http://schemas.microsoft.com/office/drawing/2014/main" id="{18D63BA9-A80C-3C4E-951E-EC3E6277A6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0181" y="5549093"/>
            <a:ext cx="946093" cy="3540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defTabSz="685800">
              <a:lnSpc>
                <a:spcPct val="80000"/>
              </a:lnSpc>
              <a:spcBef>
                <a:spcPct val="0"/>
              </a:spcBef>
              <a:buClrTx/>
              <a:buSzTx/>
              <a:buNone/>
              <a:defRPr/>
            </a:pPr>
            <a:r>
              <a:rPr lang="en-US" altLang="en-US" sz="1050" dirty="0">
                <a:solidFill>
                  <a:prstClr val="black"/>
                </a:solidFill>
                <a:latin typeface="+mj-lt"/>
              </a:rPr>
              <a:t>enterprise</a:t>
            </a:r>
          </a:p>
          <a:p>
            <a:pPr defTabSz="685800">
              <a:lnSpc>
                <a:spcPct val="80000"/>
              </a:lnSpc>
              <a:spcBef>
                <a:spcPct val="0"/>
              </a:spcBef>
              <a:buClrTx/>
              <a:buSzTx/>
              <a:buNone/>
              <a:defRPr/>
            </a:pPr>
            <a:r>
              <a:rPr lang="en-US" altLang="en-US" sz="1050" dirty="0">
                <a:solidFill>
                  <a:prstClr val="black"/>
                </a:solidFill>
                <a:latin typeface="+mj-lt"/>
              </a:rPr>
              <a:t>          network</a:t>
            </a:r>
          </a:p>
        </p:txBody>
      </p:sp>
      <p:sp>
        <p:nvSpPr>
          <p:cNvPr id="20" name="Freeform 19">
            <a:extLst>
              <a:ext uri="{FF2B5EF4-FFF2-40B4-BE49-F238E27FC236}">
                <a16:creationId xmlns:a16="http://schemas.microsoft.com/office/drawing/2014/main" id="{21C1BA4F-9694-604C-B41C-E527BFD0B4FC}"/>
              </a:ext>
            </a:extLst>
          </p:cNvPr>
          <p:cNvSpPr/>
          <p:nvPr/>
        </p:nvSpPr>
        <p:spPr>
          <a:xfrm>
            <a:off x="7666610" y="3598916"/>
            <a:ext cx="954875" cy="1451811"/>
          </a:xfrm>
          <a:custGeom>
            <a:avLst/>
            <a:gdLst>
              <a:gd name="connsiteX0" fmla="*/ 434989 w 1523031"/>
              <a:gd name="connsiteY0" fmla="*/ 253346 h 1763594"/>
              <a:gd name="connsiteX1" fmla="*/ 488 w 1523031"/>
              <a:gd name="connsiteY1" fmla="*/ 921706 h 1763594"/>
              <a:gd name="connsiteX2" fmla="*/ 368142 w 1523031"/>
              <a:gd name="connsiteY2" fmla="*/ 1489812 h 1763594"/>
              <a:gd name="connsiteX3" fmla="*/ 1187008 w 1523031"/>
              <a:gd name="connsiteY3" fmla="*/ 1757156 h 1763594"/>
              <a:gd name="connsiteX4" fmla="*/ 1521239 w 1523031"/>
              <a:gd name="connsiteY4" fmla="*/ 1239177 h 1763594"/>
              <a:gd name="connsiteX5" fmla="*/ 1320700 w 1523031"/>
              <a:gd name="connsiteY5" fmla="*/ 654362 h 1763594"/>
              <a:gd name="connsiteX6" fmla="*/ 1337412 w 1523031"/>
              <a:gd name="connsiteY6" fmla="*/ 136383 h 1763594"/>
              <a:gd name="connsiteX7" fmla="*/ 1086739 w 1523031"/>
              <a:gd name="connsiteY7" fmla="*/ 2711 h 1763594"/>
              <a:gd name="connsiteX8" fmla="*/ 434989 w 1523031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1086739 w 1537226"/>
              <a:gd name="connsiteY7" fmla="*/ 2711 h 1763594"/>
              <a:gd name="connsiteX8" fmla="*/ 434989 w 1537226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839572 w 1537226"/>
              <a:gd name="connsiteY7" fmla="*/ 2711 h 1763594"/>
              <a:gd name="connsiteX8" fmla="*/ 434989 w 1537226"/>
              <a:gd name="connsiteY8" fmla="*/ 253346 h 1763594"/>
              <a:gd name="connsiteX0" fmla="*/ 360357 w 1536743"/>
              <a:gd name="connsiteY0" fmla="*/ 534641 h 1782088"/>
              <a:gd name="connsiteX1" fmla="*/ 5 w 1536743"/>
              <a:gd name="connsiteY1" fmla="*/ 940200 h 1782088"/>
              <a:gd name="connsiteX2" fmla="*/ 367659 w 1536743"/>
              <a:gd name="connsiteY2" fmla="*/ 1508306 h 1782088"/>
              <a:gd name="connsiteX3" fmla="*/ 1186525 w 1536743"/>
              <a:gd name="connsiteY3" fmla="*/ 1775650 h 1782088"/>
              <a:gd name="connsiteX4" fmla="*/ 1520756 w 1536743"/>
              <a:gd name="connsiteY4" fmla="*/ 1257671 h 1782088"/>
              <a:gd name="connsiteX5" fmla="*/ 1468515 w 1536743"/>
              <a:gd name="connsiteY5" fmla="*/ 672856 h 1782088"/>
              <a:gd name="connsiteX6" fmla="*/ 1336929 w 1536743"/>
              <a:gd name="connsiteY6" fmla="*/ 154877 h 1782088"/>
              <a:gd name="connsiteX7" fmla="*/ 839089 w 1536743"/>
              <a:gd name="connsiteY7" fmla="*/ 21205 h 1782088"/>
              <a:gd name="connsiteX8" fmla="*/ 360357 w 1536743"/>
              <a:gd name="connsiteY8" fmla="*/ 534641 h 1782088"/>
              <a:gd name="connsiteX0" fmla="*/ 360355 w 1536741"/>
              <a:gd name="connsiteY0" fmla="*/ 534641 h 1782088"/>
              <a:gd name="connsiteX1" fmla="*/ 3 w 1536741"/>
              <a:gd name="connsiteY1" fmla="*/ 940200 h 1782088"/>
              <a:gd name="connsiteX2" fmla="*/ 367657 w 1536741"/>
              <a:gd name="connsiteY2" fmla="*/ 1508306 h 1782088"/>
              <a:gd name="connsiteX3" fmla="*/ 1186523 w 1536741"/>
              <a:gd name="connsiteY3" fmla="*/ 1775650 h 1782088"/>
              <a:gd name="connsiteX4" fmla="*/ 1520754 w 1536741"/>
              <a:gd name="connsiteY4" fmla="*/ 1257671 h 1782088"/>
              <a:gd name="connsiteX5" fmla="*/ 1468513 w 1536741"/>
              <a:gd name="connsiteY5" fmla="*/ 672856 h 1782088"/>
              <a:gd name="connsiteX6" fmla="*/ 1336927 w 1536741"/>
              <a:gd name="connsiteY6" fmla="*/ 154877 h 1782088"/>
              <a:gd name="connsiteX7" fmla="*/ 839087 w 1536741"/>
              <a:gd name="connsiteY7" fmla="*/ 21205 h 1782088"/>
              <a:gd name="connsiteX8" fmla="*/ 360355 w 1536741"/>
              <a:gd name="connsiteY8" fmla="*/ 534641 h 1782088"/>
              <a:gd name="connsiteX0" fmla="*/ 360355 w 1534770"/>
              <a:gd name="connsiteY0" fmla="*/ 553225 h 1800672"/>
              <a:gd name="connsiteX1" fmla="*/ 3 w 1534770"/>
              <a:gd name="connsiteY1" fmla="*/ 958784 h 1800672"/>
              <a:gd name="connsiteX2" fmla="*/ 367657 w 1534770"/>
              <a:gd name="connsiteY2" fmla="*/ 1526890 h 1800672"/>
              <a:gd name="connsiteX3" fmla="*/ 1186523 w 1534770"/>
              <a:gd name="connsiteY3" fmla="*/ 1794234 h 1800672"/>
              <a:gd name="connsiteX4" fmla="*/ 1520754 w 1534770"/>
              <a:gd name="connsiteY4" fmla="*/ 1276255 h 1800672"/>
              <a:gd name="connsiteX5" fmla="*/ 1468513 w 1534770"/>
              <a:gd name="connsiteY5" fmla="*/ 691440 h 1800672"/>
              <a:gd name="connsiteX6" fmla="*/ 1435794 w 1534770"/>
              <a:gd name="connsiteY6" fmla="*/ 107761 h 1800672"/>
              <a:gd name="connsiteX7" fmla="*/ 839087 w 1534770"/>
              <a:gd name="connsiteY7" fmla="*/ 39789 h 1800672"/>
              <a:gd name="connsiteX8" fmla="*/ 360355 w 1534770"/>
              <a:gd name="connsiteY8" fmla="*/ 553225 h 1800672"/>
              <a:gd name="connsiteX0" fmla="*/ 360355 w 1580585"/>
              <a:gd name="connsiteY0" fmla="*/ 553225 h 1880420"/>
              <a:gd name="connsiteX1" fmla="*/ 3 w 1580585"/>
              <a:gd name="connsiteY1" fmla="*/ 958784 h 1880420"/>
              <a:gd name="connsiteX2" fmla="*/ 367657 w 1580585"/>
              <a:gd name="connsiteY2" fmla="*/ 1526890 h 1880420"/>
              <a:gd name="connsiteX3" fmla="*/ 1186523 w 1580585"/>
              <a:gd name="connsiteY3" fmla="*/ 1794234 h 1880420"/>
              <a:gd name="connsiteX4" fmla="*/ 1570188 w 1580585"/>
              <a:gd name="connsiteY4" fmla="*/ 1785433 h 1880420"/>
              <a:gd name="connsiteX5" fmla="*/ 1468513 w 1580585"/>
              <a:gd name="connsiteY5" fmla="*/ 691440 h 1880420"/>
              <a:gd name="connsiteX6" fmla="*/ 1435794 w 1580585"/>
              <a:gd name="connsiteY6" fmla="*/ 107761 h 1880420"/>
              <a:gd name="connsiteX7" fmla="*/ 839087 w 1580585"/>
              <a:gd name="connsiteY7" fmla="*/ 39789 h 1880420"/>
              <a:gd name="connsiteX8" fmla="*/ 360355 w 1580585"/>
              <a:gd name="connsiteY8" fmla="*/ 553225 h 1880420"/>
              <a:gd name="connsiteX0" fmla="*/ 316588 w 1580732"/>
              <a:gd name="connsiteY0" fmla="*/ 359285 h 1867156"/>
              <a:gd name="connsiteX1" fmla="*/ 150 w 1580732"/>
              <a:gd name="connsiteY1" fmla="*/ 945520 h 1867156"/>
              <a:gd name="connsiteX2" fmla="*/ 367804 w 1580732"/>
              <a:gd name="connsiteY2" fmla="*/ 1513626 h 1867156"/>
              <a:gd name="connsiteX3" fmla="*/ 1186670 w 1580732"/>
              <a:gd name="connsiteY3" fmla="*/ 1780970 h 1867156"/>
              <a:gd name="connsiteX4" fmla="*/ 1570335 w 1580732"/>
              <a:gd name="connsiteY4" fmla="*/ 1772169 h 1867156"/>
              <a:gd name="connsiteX5" fmla="*/ 1468660 w 1580732"/>
              <a:gd name="connsiteY5" fmla="*/ 678176 h 1867156"/>
              <a:gd name="connsiteX6" fmla="*/ 1435941 w 1580732"/>
              <a:gd name="connsiteY6" fmla="*/ 94497 h 1867156"/>
              <a:gd name="connsiteX7" fmla="*/ 839234 w 1580732"/>
              <a:gd name="connsiteY7" fmla="*/ 26525 h 1867156"/>
              <a:gd name="connsiteX8" fmla="*/ 316588 w 1580732"/>
              <a:gd name="connsiteY8" fmla="*/ 359285 h 1867156"/>
              <a:gd name="connsiteX0" fmla="*/ 163575 w 1427719"/>
              <a:gd name="connsiteY0" fmla="*/ 359285 h 1867156"/>
              <a:gd name="connsiteX1" fmla="*/ 836 w 1427719"/>
              <a:gd name="connsiteY1" fmla="*/ 1076921 h 1867156"/>
              <a:gd name="connsiteX2" fmla="*/ 214791 w 1427719"/>
              <a:gd name="connsiteY2" fmla="*/ 1513626 h 1867156"/>
              <a:gd name="connsiteX3" fmla="*/ 1033657 w 1427719"/>
              <a:gd name="connsiteY3" fmla="*/ 1780970 h 1867156"/>
              <a:gd name="connsiteX4" fmla="*/ 1417322 w 1427719"/>
              <a:gd name="connsiteY4" fmla="*/ 1772169 h 1867156"/>
              <a:gd name="connsiteX5" fmla="*/ 1315647 w 1427719"/>
              <a:gd name="connsiteY5" fmla="*/ 678176 h 1867156"/>
              <a:gd name="connsiteX6" fmla="*/ 1282928 w 1427719"/>
              <a:gd name="connsiteY6" fmla="*/ 94497 h 1867156"/>
              <a:gd name="connsiteX7" fmla="*/ 686221 w 1427719"/>
              <a:gd name="connsiteY7" fmla="*/ 26525 h 1867156"/>
              <a:gd name="connsiteX8" fmla="*/ 163575 w 1427719"/>
              <a:gd name="connsiteY8" fmla="*/ 359285 h 1867156"/>
              <a:gd name="connsiteX0" fmla="*/ 163575 w 1426632"/>
              <a:gd name="connsiteY0" fmla="*/ 394322 h 1902193"/>
              <a:gd name="connsiteX1" fmla="*/ 836 w 1426632"/>
              <a:gd name="connsiteY1" fmla="*/ 1111958 h 1902193"/>
              <a:gd name="connsiteX2" fmla="*/ 214791 w 1426632"/>
              <a:gd name="connsiteY2" fmla="*/ 1548663 h 1902193"/>
              <a:gd name="connsiteX3" fmla="*/ 1033657 w 1426632"/>
              <a:gd name="connsiteY3" fmla="*/ 1816007 h 1902193"/>
              <a:gd name="connsiteX4" fmla="*/ 1417322 w 1426632"/>
              <a:gd name="connsiteY4" fmla="*/ 1807206 h 1902193"/>
              <a:gd name="connsiteX5" fmla="*/ 1315647 w 1426632"/>
              <a:gd name="connsiteY5" fmla="*/ 713213 h 1902193"/>
              <a:gd name="connsiteX6" fmla="*/ 1401843 w 1426632"/>
              <a:gd name="connsiteY6" fmla="*/ 63834 h 1902193"/>
              <a:gd name="connsiteX7" fmla="*/ 686221 w 1426632"/>
              <a:gd name="connsiteY7" fmla="*/ 61562 h 1902193"/>
              <a:gd name="connsiteX8" fmla="*/ 163575 w 1426632"/>
              <a:gd name="connsiteY8" fmla="*/ 394322 h 1902193"/>
              <a:gd name="connsiteX0" fmla="*/ 163575 w 1435249"/>
              <a:gd name="connsiteY0" fmla="*/ 394322 h 1885560"/>
              <a:gd name="connsiteX1" fmla="*/ 836 w 1435249"/>
              <a:gd name="connsiteY1" fmla="*/ 1111958 h 1885560"/>
              <a:gd name="connsiteX2" fmla="*/ 214791 w 1435249"/>
              <a:gd name="connsiteY2" fmla="*/ 1548663 h 1885560"/>
              <a:gd name="connsiteX3" fmla="*/ 1033657 w 1435249"/>
              <a:gd name="connsiteY3" fmla="*/ 1816007 h 1885560"/>
              <a:gd name="connsiteX4" fmla="*/ 1417322 w 1435249"/>
              <a:gd name="connsiteY4" fmla="*/ 1807206 h 1885560"/>
              <a:gd name="connsiteX5" fmla="*/ 1375103 w 1435249"/>
              <a:gd name="connsiteY5" fmla="*/ 943164 h 1885560"/>
              <a:gd name="connsiteX6" fmla="*/ 1401843 w 1435249"/>
              <a:gd name="connsiteY6" fmla="*/ 63834 h 1885560"/>
              <a:gd name="connsiteX7" fmla="*/ 686221 w 1435249"/>
              <a:gd name="connsiteY7" fmla="*/ 61562 h 1885560"/>
              <a:gd name="connsiteX8" fmla="*/ 163575 w 1435249"/>
              <a:gd name="connsiteY8" fmla="*/ 394322 h 1885560"/>
              <a:gd name="connsiteX0" fmla="*/ 128947 w 1438213"/>
              <a:gd name="connsiteY0" fmla="*/ 345176 h 1883146"/>
              <a:gd name="connsiteX1" fmla="*/ 3802 w 1438213"/>
              <a:gd name="connsiteY1" fmla="*/ 1109544 h 1883146"/>
              <a:gd name="connsiteX2" fmla="*/ 217757 w 1438213"/>
              <a:gd name="connsiteY2" fmla="*/ 1546249 h 1883146"/>
              <a:gd name="connsiteX3" fmla="*/ 1036623 w 1438213"/>
              <a:gd name="connsiteY3" fmla="*/ 1813593 h 1883146"/>
              <a:gd name="connsiteX4" fmla="*/ 1420288 w 1438213"/>
              <a:gd name="connsiteY4" fmla="*/ 1804792 h 1883146"/>
              <a:gd name="connsiteX5" fmla="*/ 1378069 w 1438213"/>
              <a:gd name="connsiteY5" fmla="*/ 940750 h 1883146"/>
              <a:gd name="connsiteX6" fmla="*/ 1404809 w 1438213"/>
              <a:gd name="connsiteY6" fmla="*/ 61420 h 1883146"/>
              <a:gd name="connsiteX7" fmla="*/ 689187 w 1438213"/>
              <a:gd name="connsiteY7" fmla="*/ 59148 h 1883146"/>
              <a:gd name="connsiteX8" fmla="*/ 128947 w 1438213"/>
              <a:gd name="connsiteY8" fmla="*/ 345176 h 1883146"/>
              <a:gd name="connsiteX0" fmla="*/ 126587 w 1435854"/>
              <a:gd name="connsiteY0" fmla="*/ 353278 h 1891248"/>
              <a:gd name="connsiteX1" fmla="*/ 1442 w 1435854"/>
              <a:gd name="connsiteY1" fmla="*/ 1117646 h 1891248"/>
              <a:gd name="connsiteX2" fmla="*/ 215397 w 1435854"/>
              <a:gd name="connsiteY2" fmla="*/ 1554351 h 1891248"/>
              <a:gd name="connsiteX3" fmla="*/ 1034263 w 1435854"/>
              <a:gd name="connsiteY3" fmla="*/ 1821695 h 1891248"/>
              <a:gd name="connsiteX4" fmla="*/ 1417928 w 1435854"/>
              <a:gd name="connsiteY4" fmla="*/ 1812894 h 1891248"/>
              <a:gd name="connsiteX5" fmla="*/ 1375709 w 1435854"/>
              <a:gd name="connsiteY5" fmla="*/ 948852 h 1891248"/>
              <a:gd name="connsiteX6" fmla="*/ 1402449 w 1435854"/>
              <a:gd name="connsiteY6" fmla="*/ 69522 h 1891248"/>
              <a:gd name="connsiteX7" fmla="*/ 221605 w 1435854"/>
              <a:gd name="connsiteY7" fmla="*/ 47778 h 1891248"/>
              <a:gd name="connsiteX8" fmla="*/ 126587 w 1435854"/>
              <a:gd name="connsiteY8" fmla="*/ 353278 h 1891248"/>
              <a:gd name="connsiteX0" fmla="*/ 35803 w 1453152"/>
              <a:gd name="connsiteY0" fmla="*/ 439993 h 1896181"/>
              <a:gd name="connsiteX1" fmla="*/ 18740 w 1453152"/>
              <a:gd name="connsiteY1" fmla="*/ 1122579 h 1896181"/>
              <a:gd name="connsiteX2" fmla="*/ 232695 w 1453152"/>
              <a:gd name="connsiteY2" fmla="*/ 1559284 h 1896181"/>
              <a:gd name="connsiteX3" fmla="*/ 1051561 w 1453152"/>
              <a:gd name="connsiteY3" fmla="*/ 1826628 h 1896181"/>
              <a:gd name="connsiteX4" fmla="*/ 1435226 w 1453152"/>
              <a:gd name="connsiteY4" fmla="*/ 1817827 h 1896181"/>
              <a:gd name="connsiteX5" fmla="*/ 1393007 w 1453152"/>
              <a:gd name="connsiteY5" fmla="*/ 953785 h 1896181"/>
              <a:gd name="connsiteX6" fmla="*/ 1419747 w 1453152"/>
              <a:gd name="connsiteY6" fmla="*/ 74455 h 1896181"/>
              <a:gd name="connsiteX7" fmla="*/ 238903 w 1453152"/>
              <a:gd name="connsiteY7" fmla="*/ 52711 h 1896181"/>
              <a:gd name="connsiteX8" fmla="*/ 35803 w 1453152"/>
              <a:gd name="connsiteY8" fmla="*/ 439993 h 1896181"/>
              <a:gd name="connsiteX0" fmla="*/ 35803 w 1447873"/>
              <a:gd name="connsiteY0" fmla="*/ 439993 h 1952840"/>
              <a:gd name="connsiteX1" fmla="*/ 18740 w 1447873"/>
              <a:gd name="connsiteY1" fmla="*/ 1122579 h 1952840"/>
              <a:gd name="connsiteX2" fmla="*/ 232695 w 1447873"/>
              <a:gd name="connsiteY2" fmla="*/ 1559284 h 1952840"/>
              <a:gd name="connsiteX3" fmla="*/ 1130848 w 1447873"/>
              <a:gd name="connsiteY3" fmla="*/ 1925181 h 1952840"/>
              <a:gd name="connsiteX4" fmla="*/ 1435226 w 1447873"/>
              <a:gd name="connsiteY4" fmla="*/ 1817827 h 1952840"/>
              <a:gd name="connsiteX5" fmla="*/ 1393007 w 1447873"/>
              <a:gd name="connsiteY5" fmla="*/ 953785 h 1952840"/>
              <a:gd name="connsiteX6" fmla="*/ 1419747 w 1447873"/>
              <a:gd name="connsiteY6" fmla="*/ 74455 h 1952840"/>
              <a:gd name="connsiteX7" fmla="*/ 238903 w 1447873"/>
              <a:gd name="connsiteY7" fmla="*/ 52711 h 1952840"/>
              <a:gd name="connsiteX8" fmla="*/ 35803 w 1447873"/>
              <a:gd name="connsiteY8" fmla="*/ 439993 h 1952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47873" h="1952840">
                <a:moveTo>
                  <a:pt x="35803" y="439993"/>
                </a:moveTo>
                <a:cubicBezTo>
                  <a:pt x="-891" y="618304"/>
                  <a:pt x="-14075" y="936031"/>
                  <a:pt x="18740" y="1122579"/>
                </a:cubicBezTo>
                <a:cubicBezTo>
                  <a:pt x="51555" y="1309127"/>
                  <a:pt x="47344" y="1425517"/>
                  <a:pt x="232695" y="1559284"/>
                </a:cubicBezTo>
                <a:cubicBezTo>
                  <a:pt x="418046" y="1693051"/>
                  <a:pt x="930426" y="1882091"/>
                  <a:pt x="1130848" y="1925181"/>
                </a:cubicBezTo>
                <a:cubicBezTo>
                  <a:pt x="1331270" y="1968271"/>
                  <a:pt x="1391533" y="1979726"/>
                  <a:pt x="1435226" y="1817827"/>
                </a:cubicBezTo>
                <a:cubicBezTo>
                  <a:pt x="1478919" y="1655928"/>
                  <a:pt x="1395587" y="1244347"/>
                  <a:pt x="1393007" y="953785"/>
                </a:cubicBezTo>
                <a:cubicBezTo>
                  <a:pt x="1390427" y="663223"/>
                  <a:pt x="1458740" y="183063"/>
                  <a:pt x="1419747" y="74455"/>
                </a:cubicBezTo>
                <a:cubicBezTo>
                  <a:pt x="1380754" y="-34153"/>
                  <a:pt x="469560" y="-8212"/>
                  <a:pt x="238903" y="52711"/>
                </a:cubicBezTo>
                <a:cubicBezTo>
                  <a:pt x="8246" y="113634"/>
                  <a:pt x="72497" y="261682"/>
                  <a:pt x="35803" y="439993"/>
                </a:cubicBezTo>
                <a:close/>
              </a:path>
            </a:pathLst>
          </a:custGeom>
          <a:gradFill flip="none" rotWithShape="1">
            <a:gsLst>
              <a:gs pos="0">
                <a:srgbClr val="9CDFF9"/>
              </a:gs>
              <a:gs pos="100000">
                <a:schemeClr val="bg1"/>
              </a:gs>
              <a:gs pos="59000">
                <a:schemeClr val="accent5">
                  <a:lumMod val="20000"/>
                  <a:lumOff val="8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>
              <a:defRPr/>
            </a:pPr>
            <a:endParaRPr lang="en-US" sz="1350" dirty="0">
              <a:solidFill>
                <a:prstClr val="white"/>
              </a:solidFill>
              <a:latin typeface="+mj-lt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9D929D7-3426-7545-8640-DC8E2ED95FB9}"/>
              </a:ext>
            </a:extLst>
          </p:cNvPr>
          <p:cNvGrpSpPr/>
          <p:nvPr/>
        </p:nvGrpSpPr>
        <p:grpSpPr>
          <a:xfrm>
            <a:off x="8128275" y="4160299"/>
            <a:ext cx="515545" cy="541161"/>
            <a:chOff x="5203089" y="1751190"/>
            <a:chExt cx="858331" cy="662414"/>
          </a:xfrm>
        </p:grpSpPr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32949C6B-70A2-0C41-96B1-4A94F8B7F80B}"/>
                </a:ext>
              </a:extLst>
            </p:cNvPr>
            <p:cNvSpPr/>
            <p:nvPr/>
          </p:nvSpPr>
          <p:spPr>
            <a:xfrm>
              <a:off x="5536769" y="1751190"/>
              <a:ext cx="524651" cy="662124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  <a:gd name="connsiteX0" fmla="*/ 3618 w 651290"/>
                <a:gd name="connsiteY0" fmla="*/ 593378 h 593378"/>
                <a:gd name="connsiteX1" fmla="*/ 0 w 651290"/>
                <a:gd name="connsiteY1" fmla="*/ 242416 h 593378"/>
                <a:gd name="connsiteX2" fmla="*/ 423338 w 651290"/>
                <a:gd name="connsiteY2" fmla="*/ 101308 h 593378"/>
                <a:gd name="connsiteX3" fmla="*/ 647672 w 651290"/>
                <a:gd name="connsiteY3" fmla="*/ 0 h 593378"/>
                <a:gd name="connsiteX4" fmla="*/ 651290 w 651290"/>
                <a:gd name="connsiteY4" fmla="*/ 593378 h 593378"/>
                <a:gd name="connsiteX5" fmla="*/ 3618 w 651290"/>
                <a:gd name="connsiteY5" fmla="*/ 593378 h 593378"/>
                <a:gd name="connsiteX0" fmla="*/ 3618 w 651290"/>
                <a:gd name="connsiteY0" fmla="*/ 662124 h 662124"/>
                <a:gd name="connsiteX1" fmla="*/ 0 w 651290"/>
                <a:gd name="connsiteY1" fmla="*/ 311162 h 662124"/>
                <a:gd name="connsiteX2" fmla="*/ 376300 w 651290"/>
                <a:gd name="connsiteY2" fmla="*/ 0 h 662124"/>
                <a:gd name="connsiteX3" fmla="*/ 647672 w 651290"/>
                <a:gd name="connsiteY3" fmla="*/ 68746 h 662124"/>
                <a:gd name="connsiteX4" fmla="*/ 651290 w 651290"/>
                <a:gd name="connsiteY4" fmla="*/ 662124 h 662124"/>
                <a:gd name="connsiteX5" fmla="*/ 3618 w 651290"/>
                <a:gd name="connsiteY5" fmla="*/ 662124 h 662124"/>
                <a:gd name="connsiteX0" fmla="*/ 0 w 647672"/>
                <a:gd name="connsiteY0" fmla="*/ 662124 h 662124"/>
                <a:gd name="connsiteX1" fmla="*/ 123021 w 647672"/>
                <a:gd name="connsiteY1" fmla="*/ 83217 h 662124"/>
                <a:gd name="connsiteX2" fmla="*/ 372682 w 647672"/>
                <a:gd name="connsiteY2" fmla="*/ 0 h 662124"/>
                <a:gd name="connsiteX3" fmla="*/ 644054 w 647672"/>
                <a:gd name="connsiteY3" fmla="*/ 68746 h 662124"/>
                <a:gd name="connsiteX4" fmla="*/ 647672 w 647672"/>
                <a:gd name="connsiteY4" fmla="*/ 662124 h 662124"/>
                <a:gd name="connsiteX5" fmla="*/ 0 w 647672"/>
                <a:gd name="connsiteY5" fmla="*/ 662124 h 662124"/>
                <a:gd name="connsiteX0" fmla="*/ 7238 w 524651"/>
                <a:gd name="connsiteY0" fmla="*/ 669360 h 669360"/>
                <a:gd name="connsiteX1" fmla="*/ 0 w 524651"/>
                <a:gd name="connsiteY1" fmla="*/ 83217 h 669360"/>
                <a:gd name="connsiteX2" fmla="*/ 249661 w 524651"/>
                <a:gd name="connsiteY2" fmla="*/ 0 h 669360"/>
                <a:gd name="connsiteX3" fmla="*/ 521033 w 524651"/>
                <a:gd name="connsiteY3" fmla="*/ 68746 h 669360"/>
                <a:gd name="connsiteX4" fmla="*/ 524651 w 524651"/>
                <a:gd name="connsiteY4" fmla="*/ 662124 h 669360"/>
                <a:gd name="connsiteX5" fmla="*/ 7238 w 524651"/>
                <a:gd name="connsiteY5" fmla="*/ 669360 h 669360"/>
                <a:gd name="connsiteX0" fmla="*/ 438 w 528706"/>
                <a:gd name="connsiteY0" fmla="*/ 665742 h 665742"/>
                <a:gd name="connsiteX1" fmla="*/ 4055 w 528706"/>
                <a:gd name="connsiteY1" fmla="*/ 83217 h 665742"/>
                <a:gd name="connsiteX2" fmla="*/ 253716 w 528706"/>
                <a:gd name="connsiteY2" fmla="*/ 0 h 665742"/>
                <a:gd name="connsiteX3" fmla="*/ 525088 w 528706"/>
                <a:gd name="connsiteY3" fmla="*/ 68746 h 665742"/>
                <a:gd name="connsiteX4" fmla="*/ 528706 w 528706"/>
                <a:gd name="connsiteY4" fmla="*/ 662124 h 665742"/>
                <a:gd name="connsiteX5" fmla="*/ 438 w 528706"/>
                <a:gd name="connsiteY5" fmla="*/ 665742 h 665742"/>
                <a:gd name="connsiteX0" fmla="*/ 155 w 546514"/>
                <a:gd name="connsiteY0" fmla="*/ 662124 h 662124"/>
                <a:gd name="connsiteX1" fmla="*/ 21863 w 546514"/>
                <a:gd name="connsiteY1" fmla="*/ 83217 h 662124"/>
                <a:gd name="connsiteX2" fmla="*/ 271524 w 546514"/>
                <a:gd name="connsiteY2" fmla="*/ 0 h 662124"/>
                <a:gd name="connsiteX3" fmla="*/ 542896 w 546514"/>
                <a:gd name="connsiteY3" fmla="*/ 68746 h 662124"/>
                <a:gd name="connsiteX4" fmla="*/ 546514 w 546514"/>
                <a:gd name="connsiteY4" fmla="*/ 662124 h 662124"/>
                <a:gd name="connsiteX5" fmla="*/ 155 w 546514"/>
                <a:gd name="connsiteY5" fmla="*/ 662124 h 662124"/>
                <a:gd name="connsiteX0" fmla="*/ 10856 w 524651"/>
                <a:gd name="connsiteY0" fmla="*/ 658506 h 662124"/>
                <a:gd name="connsiteX1" fmla="*/ 0 w 524651"/>
                <a:gd name="connsiteY1" fmla="*/ 83217 h 662124"/>
                <a:gd name="connsiteX2" fmla="*/ 249661 w 524651"/>
                <a:gd name="connsiteY2" fmla="*/ 0 h 662124"/>
                <a:gd name="connsiteX3" fmla="*/ 521033 w 524651"/>
                <a:gd name="connsiteY3" fmla="*/ 68746 h 662124"/>
                <a:gd name="connsiteX4" fmla="*/ 524651 w 524651"/>
                <a:gd name="connsiteY4" fmla="*/ 662124 h 662124"/>
                <a:gd name="connsiteX5" fmla="*/ 10856 w 524651"/>
                <a:gd name="connsiteY5" fmla="*/ 658506 h 662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4651" h="662124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+mj-lt"/>
              </a:endParaRPr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6A42A8C1-0A52-8944-BCD0-7C3E1000F6A9}"/>
                </a:ext>
              </a:extLst>
            </p:cNvPr>
            <p:cNvSpPr/>
            <p:nvPr/>
          </p:nvSpPr>
          <p:spPr>
            <a:xfrm>
              <a:off x="5203089" y="1921244"/>
              <a:ext cx="651290" cy="492070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51290" h="49207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+mj-lt"/>
              </a:endParaRPr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801E422-A8CB-5D4B-8A53-10BB1CC241B4}"/>
                </a:ext>
              </a:extLst>
            </p:cNvPr>
            <p:cNvCxnSpPr/>
            <p:nvPr/>
          </p:nvCxnSpPr>
          <p:spPr>
            <a:xfrm flipV="1">
              <a:off x="5270526" y="2029553"/>
              <a:ext cx="295249" cy="73468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A70776E-060B-774C-AF87-577276BCDEDB}"/>
                </a:ext>
              </a:extLst>
            </p:cNvPr>
            <p:cNvCxnSpPr/>
            <p:nvPr/>
          </p:nvCxnSpPr>
          <p:spPr>
            <a:xfrm flipV="1">
              <a:off x="5275406" y="2261710"/>
              <a:ext cx="290369" cy="1675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04F15741-4E5D-2C40-AA55-B8A92FB5641B}"/>
                </a:ext>
              </a:extLst>
            </p:cNvPr>
            <p:cNvCxnSpPr/>
            <p:nvPr/>
          </p:nvCxnSpPr>
          <p:spPr>
            <a:xfrm flipV="1">
              <a:off x="5275406" y="2151772"/>
              <a:ext cx="290369" cy="4840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C116124-6B0D-0A48-9748-70E0EE10E0B8}"/>
                </a:ext>
              </a:extLst>
            </p:cNvPr>
            <p:cNvCxnSpPr/>
            <p:nvPr/>
          </p:nvCxnSpPr>
          <p:spPr>
            <a:xfrm>
              <a:off x="5270094" y="2354086"/>
              <a:ext cx="295681" cy="0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1A80C21-FB20-4F42-A016-94A2E068D917}"/>
                </a:ext>
              </a:extLst>
            </p:cNvPr>
            <p:cNvCxnSpPr/>
            <p:nvPr/>
          </p:nvCxnSpPr>
          <p:spPr>
            <a:xfrm flipV="1">
              <a:off x="5950242" y="1866900"/>
              <a:ext cx="0" cy="465273"/>
            </a:xfrm>
            <a:prstGeom prst="line">
              <a:avLst/>
            </a:prstGeom>
            <a:ln w="44450">
              <a:solidFill>
                <a:schemeClr val="bg1"/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D96746B7-2DA8-C14F-A27C-643C5FAB1AF2}"/>
                </a:ext>
              </a:extLst>
            </p:cNvPr>
            <p:cNvCxnSpPr/>
            <p:nvPr/>
          </p:nvCxnSpPr>
          <p:spPr>
            <a:xfrm>
              <a:off x="5628589" y="1936750"/>
              <a:ext cx="0" cy="476854"/>
            </a:xfrm>
            <a:prstGeom prst="line">
              <a:avLst/>
            </a:prstGeom>
            <a:ln w="15875">
              <a:solidFill>
                <a:srgbClr val="0000A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02066780-DE5E-6740-8BBA-01C995D1619B}"/>
              </a:ext>
            </a:extLst>
          </p:cNvPr>
          <p:cNvGrpSpPr/>
          <p:nvPr/>
        </p:nvGrpSpPr>
        <p:grpSpPr>
          <a:xfrm>
            <a:off x="8078379" y="3609889"/>
            <a:ext cx="445960" cy="486252"/>
            <a:chOff x="5203089" y="1751190"/>
            <a:chExt cx="858331" cy="662414"/>
          </a:xfrm>
        </p:grpSpPr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F49A9BF7-5D60-2C4D-AF1F-F5F5F46EB76B}"/>
                </a:ext>
              </a:extLst>
            </p:cNvPr>
            <p:cNvSpPr/>
            <p:nvPr/>
          </p:nvSpPr>
          <p:spPr>
            <a:xfrm>
              <a:off x="5536769" y="1751190"/>
              <a:ext cx="524651" cy="662124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  <a:gd name="connsiteX0" fmla="*/ 3618 w 651290"/>
                <a:gd name="connsiteY0" fmla="*/ 593378 h 593378"/>
                <a:gd name="connsiteX1" fmla="*/ 0 w 651290"/>
                <a:gd name="connsiteY1" fmla="*/ 242416 h 593378"/>
                <a:gd name="connsiteX2" fmla="*/ 423338 w 651290"/>
                <a:gd name="connsiteY2" fmla="*/ 101308 h 593378"/>
                <a:gd name="connsiteX3" fmla="*/ 647672 w 651290"/>
                <a:gd name="connsiteY3" fmla="*/ 0 h 593378"/>
                <a:gd name="connsiteX4" fmla="*/ 651290 w 651290"/>
                <a:gd name="connsiteY4" fmla="*/ 593378 h 593378"/>
                <a:gd name="connsiteX5" fmla="*/ 3618 w 651290"/>
                <a:gd name="connsiteY5" fmla="*/ 593378 h 593378"/>
                <a:gd name="connsiteX0" fmla="*/ 3618 w 651290"/>
                <a:gd name="connsiteY0" fmla="*/ 662124 h 662124"/>
                <a:gd name="connsiteX1" fmla="*/ 0 w 651290"/>
                <a:gd name="connsiteY1" fmla="*/ 311162 h 662124"/>
                <a:gd name="connsiteX2" fmla="*/ 376300 w 651290"/>
                <a:gd name="connsiteY2" fmla="*/ 0 h 662124"/>
                <a:gd name="connsiteX3" fmla="*/ 647672 w 651290"/>
                <a:gd name="connsiteY3" fmla="*/ 68746 h 662124"/>
                <a:gd name="connsiteX4" fmla="*/ 651290 w 651290"/>
                <a:gd name="connsiteY4" fmla="*/ 662124 h 662124"/>
                <a:gd name="connsiteX5" fmla="*/ 3618 w 651290"/>
                <a:gd name="connsiteY5" fmla="*/ 662124 h 662124"/>
                <a:gd name="connsiteX0" fmla="*/ 0 w 647672"/>
                <a:gd name="connsiteY0" fmla="*/ 662124 h 662124"/>
                <a:gd name="connsiteX1" fmla="*/ 123021 w 647672"/>
                <a:gd name="connsiteY1" fmla="*/ 83217 h 662124"/>
                <a:gd name="connsiteX2" fmla="*/ 372682 w 647672"/>
                <a:gd name="connsiteY2" fmla="*/ 0 h 662124"/>
                <a:gd name="connsiteX3" fmla="*/ 644054 w 647672"/>
                <a:gd name="connsiteY3" fmla="*/ 68746 h 662124"/>
                <a:gd name="connsiteX4" fmla="*/ 647672 w 647672"/>
                <a:gd name="connsiteY4" fmla="*/ 662124 h 662124"/>
                <a:gd name="connsiteX5" fmla="*/ 0 w 647672"/>
                <a:gd name="connsiteY5" fmla="*/ 662124 h 662124"/>
                <a:gd name="connsiteX0" fmla="*/ 7238 w 524651"/>
                <a:gd name="connsiteY0" fmla="*/ 669360 h 669360"/>
                <a:gd name="connsiteX1" fmla="*/ 0 w 524651"/>
                <a:gd name="connsiteY1" fmla="*/ 83217 h 669360"/>
                <a:gd name="connsiteX2" fmla="*/ 249661 w 524651"/>
                <a:gd name="connsiteY2" fmla="*/ 0 h 669360"/>
                <a:gd name="connsiteX3" fmla="*/ 521033 w 524651"/>
                <a:gd name="connsiteY3" fmla="*/ 68746 h 669360"/>
                <a:gd name="connsiteX4" fmla="*/ 524651 w 524651"/>
                <a:gd name="connsiteY4" fmla="*/ 662124 h 669360"/>
                <a:gd name="connsiteX5" fmla="*/ 7238 w 524651"/>
                <a:gd name="connsiteY5" fmla="*/ 669360 h 669360"/>
                <a:gd name="connsiteX0" fmla="*/ 438 w 528706"/>
                <a:gd name="connsiteY0" fmla="*/ 665742 h 665742"/>
                <a:gd name="connsiteX1" fmla="*/ 4055 w 528706"/>
                <a:gd name="connsiteY1" fmla="*/ 83217 h 665742"/>
                <a:gd name="connsiteX2" fmla="*/ 253716 w 528706"/>
                <a:gd name="connsiteY2" fmla="*/ 0 h 665742"/>
                <a:gd name="connsiteX3" fmla="*/ 525088 w 528706"/>
                <a:gd name="connsiteY3" fmla="*/ 68746 h 665742"/>
                <a:gd name="connsiteX4" fmla="*/ 528706 w 528706"/>
                <a:gd name="connsiteY4" fmla="*/ 662124 h 665742"/>
                <a:gd name="connsiteX5" fmla="*/ 438 w 528706"/>
                <a:gd name="connsiteY5" fmla="*/ 665742 h 665742"/>
                <a:gd name="connsiteX0" fmla="*/ 155 w 546514"/>
                <a:gd name="connsiteY0" fmla="*/ 662124 h 662124"/>
                <a:gd name="connsiteX1" fmla="*/ 21863 w 546514"/>
                <a:gd name="connsiteY1" fmla="*/ 83217 h 662124"/>
                <a:gd name="connsiteX2" fmla="*/ 271524 w 546514"/>
                <a:gd name="connsiteY2" fmla="*/ 0 h 662124"/>
                <a:gd name="connsiteX3" fmla="*/ 542896 w 546514"/>
                <a:gd name="connsiteY3" fmla="*/ 68746 h 662124"/>
                <a:gd name="connsiteX4" fmla="*/ 546514 w 546514"/>
                <a:gd name="connsiteY4" fmla="*/ 662124 h 662124"/>
                <a:gd name="connsiteX5" fmla="*/ 155 w 546514"/>
                <a:gd name="connsiteY5" fmla="*/ 662124 h 662124"/>
                <a:gd name="connsiteX0" fmla="*/ 10856 w 524651"/>
                <a:gd name="connsiteY0" fmla="*/ 658506 h 662124"/>
                <a:gd name="connsiteX1" fmla="*/ 0 w 524651"/>
                <a:gd name="connsiteY1" fmla="*/ 83217 h 662124"/>
                <a:gd name="connsiteX2" fmla="*/ 249661 w 524651"/>
                <a:gd name="connsiteY2" fmla="*/ 0 h 662124"/>
                <a:gd name="connsiteX3" fmla="*/ 521033 w 524651"/>
                <a:gd name="connsiteY3" fmla="*/ 68746 h 662124"/>
                <a:gd name="connsiteX4" fmla="*/ 524651 w 524651"/>
                <a:gd name="connsiteY4" fmla="*/ 662124 h 662124"/>
                <a:gd name="connsiteX5" fmla="*/ 10856 w 524651"/>
                <a:gd name="connsiteY5" fmla="*/ 658506 h 662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4651" h="662124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+mj-lt"/>
              </a:endParaRPr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F8935E55-D83F-F74C-A0C3-358E8FF3E7CE}"/>
                </a:ext>
              </a:extLst>
            </p:cNvPr>
            <p:cNvSpPr/>
            <p:nvPr/>
          </p:nvSpPr>
          <p:spPr>
            <a:xfrm>
              <a:off x="5203089" y="1921244"/>
              <a:ext cx="651290" cy="492070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51290" h="49207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+mj-lt"/>
              </a:endParaRPr>
            </a:p>
          </p:txBody>
        </p: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3FFB49DC-1122-2D42-9C83-51C0E0469DF6}"/>
                </a:ext>
              </a:extLst>
            </p:cNvPr>
            <p:cNvCxnSpPr/>
            <p:nvPr/>
          </p:nvCxnSpPr>
          <p:spPr>
            <a:xfrm flipV="1">
              <a:off x="5270526" y="2029553"/>
              <a:ext cx="295249" cy="73468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FB4DFA1B-BDC0-0547-BA3C-F5988DF09577}"/>
                </a:ext>
              </a:extLst>
            </p:cNvPr>
            <p:cNvCxnSpPr/>
            <p:nvPr/>
          </p:nvCxnSpPr>
          <p:spPr>
            <a:xfrm flipV="1">
              <a:off x="5275406" y="2261710"/>
              <a:ext cx="290369" cy="1675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734898AC-622F-264A-9A7D-E5817715A6AD}"/>
                </a:ext>
              </a:extLst>
            </p:cNvPr>
            <p:cNvCxnSpPr/>
            <p:nvPr/>
          </p:nvCxnSpPr>
          <p:spPr>
            <a:xfrm flipV="1">
              <a:off x="5275406" y="2151772"/>
              <a:ext cx="290369" cy="4840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01C8AF5-125A-4746-96BD-BF09BC7DDE9B}"/>
                </a:ext>
              </a:extLst>
            </p:cNvPr>
            <p:cNvCxnSpPr/>
            <p:nvPr/>
          </p:nvCxnSpPr>
          <p:spPr>
            <a:xfrm>
              <a:off x="5270094" y="2354086"/>
              <a:ext cx="295681" cy="0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53662089-AD1C-A64B-9B48-0369C502239D}"/>
                </a:ext>
              </a:extLst>
            </p:cNvPr>
            <p:cNvCxnSpPr/>
            <p:nvPr/>
          </p:nvCxnSpPr>
          <p:spPr>
            <a:xfrm flipV="1">
              <a:off x="5950242" y="1866900"/>
              <a:ext cx="0" cy="465273"/>
            </a:xfrm>
            <a:prstGeom prst="line">
              <a:avLst/>
            </a:prstGeom>
            <a:ln w="44450">
              <a:solidFill>
                <a:schemeClr val="bg1"/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B0D9A8F3-9F56-D642-96B2-51A352E9864D}"/>
                </a:ext>
              </a:extLst>
            </p:cNvPr>
            <p:cNvCxnSpPr/>
            <p:nvPr/>
          </p:nvCxnSpPr>
          <p:spPr>
            <a:xfrm>
              <a:off x="5628589" y="1936750"/>
              <a:ext cx="0" cy="476854"/>
            </a:xfrm>
            <a:prstGeom prst="line">
              <a:avLst/>
            </a:prstGeom>
            <a:ln w="15875">
              <a:solidFill>
                <a:srgbClr val="0000A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Freeform 38">
            <a:extLst>
              <a:ext uri="{FF2B5EF4-FFF2-40B4-BE49-F238E27FC236}">
                <a16:creationId xmlns:a16="http://schemas.microsoft.com/office/drawing/2014/main" id="{717B1C14-4D36-EF4F-A926-BBBD98456BEE}"/>
              </a:ext>
            </a:extLst>
          </p:cNvPr>
          <p:cNvSpPr/>
          <p:nvPr/>
        </p:nvSpPr>
        <p:spPr>
          <a:xfrm>
            <a:off x="7155610" y="2550793"/>
            <a:ext cx="1123398" cy="1039841"/>
          </a:xfrm>
          <a:custGeom>
            <a:avLst/>
            <a:gdLst>
              <a:gd name="connsiteX0" fmla="*/ 434989 w 1523031"/>
              <a:gd name="connsiteY0" fmla="*/ 253346 h 1763594"/>
              <a:gd name="connsiteX1" fmla="*/ 488 w 1523031"/>
              <a:gd name="connsiteY1" fmla="*/ 921706 h 1763594"/>
              <a:gd name="connsiteX2" fmla="*/ 368142 w 1523031"/>
              <a:gd name="connsiteY2" fmla="*/ 1489812 h 1763594"/>
              <a:gd name="connsiteX3" fmla="*/ 1187008 w 1523031"/>
              <a:gd name="connsiteY3" fmla="*/ 1757156 h 1763594"/>
              <a:gd name="connsiteX4" fmla="*/ 1521239 w 1523031"/>
              <a:gd name="connsiteY4" fmla="*/ 1239177 h 1763594"/>
              <a:gd name="connsiteX5" fmla="*/ 1320700 w 1523031"/>
              <a:gd name="connsiteY5" fmla="*/ 654362 h 1763594"/>
              <a:gd name="connsiteX6" fmla="*/ 1337412 w 1523031"/>
              <a:gd name="connsiteY6" fmla="*/ 136383 h 1763594"/>
              <a:gd name="connsiteX7" fmla="*/ 1086739 w 1523031"/>
              <a:gd name="connsiteY7" fmla="*/ 2711 h 1763594"/>
              <a:gd name="connsiteX8" fmla="*/ 434989 w 1523031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1086739 w 1537226"/>
              <a:gd name="connsiteY7" fmla="*/ 2711 h 1763594"/>
              <a:gd name="connsiteX8" fmla="*/ 434989 w 1537226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839572 w 1537226"/>
              <a:gd name="connsiteY7" fmla="*/ 2711 h 1763594"/>
              <a:gd name="connsiteX8" fmla="*/ 434989 w 1537226"/>
              <a:gd name="connsiteY8" fmla="*/ 253346 h 1763594"/>
              <a:gd name="connsiteX0" fmla="*/ 360357 w 1536743"/>
              <a:gd name="connsiteY0" fmla="*/ 534641 h 1782088"/>
              <a:gd name="connsiteX1" fmla="*/ 5 w 1536743"/>
              <a:gd name="connsiteY1" fmla="*/ 940200 h 1782088"/>
              <a:gd name="connsiteX2" fmla="*/ 367659 w 1536743"/>
              <a:gd name="connsiteY2" fmla="*/ 1508306 h 1782088"/>
              <a:gd name="connsiteX3" fmla="*/ 1186525 w 1536743"/>
              <a:gd name="connsiteY3" fmla="*/ 1775650 h 1782088"/>
              <a:gd name="connsiteX4" fmla="*/ 1520756 w 1536743"/>
              <a:gd name="connsiteY4" fmla="*/ 1257671 h 1782088"/>
              <a:gd name="connsiteX5" fmla="*/ 1468515 w 1536743"/>
              <a:gd name="connsiteY5" fmla="*/ 672856 h 1782088"/>
              <a:gd name="connsiteX6" fmla="*/ 1336929 w 1536743"/>
              <a:gd name="connsiteY6" fmla="*/ 154877 h 1782088"/>
              <a:gd name="connsiteX7" fmla="*/ 839089 w 1536743"/>
              <a:gd name="connsiteY7" fmla="*/ 21205 h 1782088"/>
              <a:gd name="connsiteX8" fmla="*/ 360357 w 1536743"/>
              <a:gd name="connsiteY8" fmla="*/ 534641 h 1782088"/>
              <a:gd name="connsiteX0" fmla="*/ 360355 w 1536741"/>
              <a:gd name="connsiteY0" fmla="*/ 534641 h 1782088"/>
              <a:gd name="connsiteX1" fmla="*/ 3 w 1536741"/>
              <a:gd name="connsiteY1" fmla="*/ 940200 h 1782088"/>
              <a:gd name="connsiteX2" fmla="*/ 367657 w 1536741"/>
              <a:gd name="connsiteY2" fmla="*/ 1508306 h 1782088"/>
              <a:gd name="connsiteX3" fmla="*/ 1186523 w 1536741"/>
              <a:gd name="connsiteY3" fmla="*/ 1775650 h 1782088"/>
              <a:gd name="connsiteX4" fmla="*/ 1520754 w 1536741"/>
              <a:gd name="connsiteY4" fmla="*/ 1257671 h 1782088"/>
              <a:gd name="connsiteX5" fmla="*/ 1468513 w 1536741"/>
              <a:gd name="connsiteY5" fmla="*/ 672856 h 1782088"/>
              <a:gd name="connsiteX6" fmla="*/ 1336927 w 1536741"/>
              <a:gd name="connsiteY6" fmla="*/ 154877 h 1782088"/>
              <a:gd name="connsiteX7" fmla="*/ 839087 w 1536741"/>
              <a:gd name="connsiteY7" fmla="*/ 21205 h 1782088"/>
              <a:gd name="connsiteX8" fmla="*/ 360355 w 1536741"/>
              <a:gd name="connsiteY8" fmla="*/ 534641 h 1782088"/>
              <a:gd name="connsiteX0" fmla="*/ 360355 w 1494463"/>
              <a:gd name="connsiteY0" fmla="*/ 534641 h 1775651"/>
              <a:gd name="connsiteX1" fmla="*/ 3 w 1494463"/>
              <a:gd name="connsiteY1" fmla="*/ 940200 h 1775651"/>
              <a:gd name="connsiteX2" fmla="*/ 367657 w 1494463"/>
              <a:gd name="connsiteY2" fmla="*/ 1508306 h 1775651"/>
              <a:gd name="connsiteX3" fmla="*/ 1186523 w 1494463"/>
              <a:gd name="connsiteY3" fmla="*/ 1775650 h 1775651"/>
              <a:gd name="connsiteX4" fmla="*/ 1467465 w 1494463"/>
              <a:gd name="connsiteY4" fmla="*/ 1510813 h 1775651"/>
              <a:gd name="connsiteX5" fmla="*/ 1468513 w 1494463"/>
              <a:gd name="connsiteY5" fmla="*/ 672856 h 1775651"/>
              <a:gd name="connsiteX6" fmla="*/ 1336927 w 1494463"/>
              <a:gd name="connsiteY6" fmla="*/ 154877 h 1775651"/>
              <a:gd name="connsiteX7" fmla="*/ 839087 w 1494463"/>
              <a:gd name="connsiteY7" fmla="*/ 21205 h 1775651"/>
              <a:gd name="connsiteX8" fmla="*/ 360355 w 1494463"/>
              <a:gd name="connsiteY8" fmla="*/ 534641 h 1775651"/>
              <a:gd name="connsiteX0" fmla="*/ 360355 w 1491064"/>
              <a:gd name="connsiteY0" fmla="*/ 552327 h 1793337"/>
              <a:gd name="connsiteX1" fmla="*/ 3 w 1491064"/>
              <a:gd name="connsiteY1" fmla="*/ 957886 h 1793337"/>
              <a:gd name="connsiteX2" fmla="*/ 367657 w 1491064"/>
              <a:gd name="connsiteY2" fmla="*/ 1525992 h 1793337"/>
              <a:gd name="connsiteX3" fmla="*/ 1186523 w 1491064"/>
              <a:gd name="connsiteY3" fmla="*/ 1793336 h 1793337"/>
              <a:gd name="connsiteX4" fmla="*/ 1467465 w 1491064"/>
              <a:gd name="connsiteY4" fmla="*/ 1528499 h 1793337"/>
              <a:gd name="connsiteX5" fmla="*/ 1468513 w 1491064"/>
              <a:gd name="connsiteY5" fmla="*/ 690542 h 1793337"/>
              <a:gd name="connsiteX6" fmla="*/ 1407977 w 1491064"/>
              <a:gd name="connsiteY6" fmla="*/ 109278 h 1793337"/>
              <a:gd name="connsiteX7" fmla="*/ 839087 w 1491064"/>
              <a:gd name="connsiteY7" fmla="*/ 38891 h 1793337"/>
              <a:gd name="connsiteX8" fmla="*/ 360355 w 1491064"/>
              <a:gd name="connsiteY8" fmla="*/ 552327 h 1793337"/>
              <a:gd name="connsiteX0" fmla="*/ 360355 w 1502818"/>
              <a:gd name="connsiteY0" fmla="*/ 552327 h 1612281"/>
              <a:gd name="connsiteX1" fmla="*/ 3 w 1502818"/>
              <a:gd name="connsiteY1" fmla="*/ 957886 h 1612281"/>
              <a:gd name="connsiteX2" fmla="*/ 367657 w 1502818"/>
              <a:gd name="connsiteY2" fmla="*/ 1525992 h 1612281"/>
              <a:gd name="connsiteX3" fmla="*/ 1026659 w 1502818"/>
              <a:gd name="connsiteY3" fmla="*/ 1582385 h 1612281"/>
              <a:gd name="connsiteX4" fmla="*/ 1467465 w 1502818"/>
              <a:gd name="connsiteY4" fmla="*/ 1528499 h 1612281"/>
              <a:gd name="connsiteX5" fmla="*/ 1468513 w 1502818"/>
              <a:gd name="connsiteY5" fmla="*/ 690542 h 1612281"/>
              <a:gd name="connsiteX6" fmla="*/ 1407977 w 1502818"/>
              <a:gd name="connsiteY6" fmla="*/ 109278 h 1612281"/>
              <a:gd name="connsiteX7" fmla="*/ 839087 w 1502818"/>
              <a:gd name="connsiteY7" fmla="*/ 38891 h 1612281"/>
              <a:gd name="connsiteX8" fmla="*/ 360355 w 1502818"/>
              <a:gd name="connsiteY8" fmla="*/ 552327 h 1612281"/>
              <a:gd name="connsiteX0" fmla="*/ 360384 w 1502847"/>
              <a:gd name="connsiteY0" fmla="*/ 552327 h 1803602"/>
              <a:gd name="connsiteX1" fmla="*/ 32 w 1502847"/>
              <a:gd name="connsiteY1" fmla="*/ 957886 h 1803602"/>
              <a:gd name="connsiteX2" fmla="*/ 385448 w 1502847"/>
              <a:gd name="connsiteY2" fmla="*/ 1779134 h 1803602"/>
              <a:gd name="connsiteX3" fmla="*/ 1026688 w 1502847"/>
              <a:gd name="connsiteY3" fmla="*/ 1582385 h 1803602"/>
              <a:gd name="connsiteX4" fmla="*/ 1467494 w 1502847"/>
              <a:gd name="connsiteY4" fmla="*/ 1528499 h 1803602"/>
              <a:gd name="connsiteX5" fmla="*/ 1468542 w 1502847"/>
              <a:gd name="connsiteY5" fmla="*/ 690542 h 1803602"/>
              <a:gd name="connsiteX6" fmla="*/ 1408006 w 1502847"/>
              <a:gd name="connsiteY6" fmla="*/ 109278 h 1803602"/>
              <a:gd name="connsiteX7" fmla="*/ 839116 w 1502847"/>
              <a:gd name="connsiteY7" fmla="*/ 38891 h 1803602"/>
              <a:gd name="connsiteX8" fmla="*/ 360384 w 1502847"/>
              <a:gd name="connsiteY8" fmla="*/ 552327 h 1803602"/>
              <a:gd name="connsiteX0" fmla="*/ 360384 w 1502847"/>
              <a:gd name="connsiteY0" fmla="*/ 552327 h 1826319"/>
              <a:gd name="connsiteX1" fmla="*/ 32 w 1502847"/>
              <a:gd name="connsiteY1" fmla="*/ 957886 h 1826319"/>
              <a:gd name="connsiteX2" fmla="*/ 385448 w 1502847"/>
              <a:gd name="connsiteY2" fmla="*/ 1779134 h 1826319"/>
              <a:gd name="connsiteX3" fmla="*/ 1026688 w 1502847"/>
              <a:gd name="connsiteY3" fmla="*/ 1582385 h 1826319"/>
              <a:gd name="connsiteX4" fmla="*/ 1467494 w 1502847"/>
              <a:gd name="connsiteY4" fmla="*/ 1528499 h 1826319"/>
              <a:gd name="connsiteX5" fmla="*/ 1468542 w 1502847"/>
              <a:gd name="connsiteY5" fmla="*/ 690542 h 1826319"/>
              <a:gd name="connsiteX6" fmla="*/ 1408006 w 1502847"/>
              <a:gd name="connsiteY6" fmla="*/ 109278 h 1826319"/>
              <a:gd name="connsiteX7" fmla="*/ 839116 w 1502847"/>
              <a:gd name="connsiteY7" fmla="*/ 38891 h 1826319"/>
              <a:gd name="connsiteX8" fmla="*/ 360384 w 1502847"/>
              <a:gd name="connsiteY8" fmla="*/ 552327 h 1826319"/>
              <a:gd name="connsiteX0" fmla="*/ 289852 w 1503366"/>
              <a:gd name="connsiteY0" fmla="*/ 461730 h 1820101"/>
              <a:gd name="connsiteX1" fmla="*/ 551 w 1503366"/>
              <a:gd name="connsiteY1" fmla="*/ 951668 h 1820101"/>
              <a:gd name="connsiteX2" fmla="*/ 385967 w 1503366"/>
              <a:gd name="connsiteY2" fmla="*/ 1772916 h 1820101"/>
              <a:gd name="connsiteX3" fmla="*/ 1027207 w 1503366"/>
              <a:gd name="connsiteY3" fmla="*/ 1576167 h 1820101"/>
              <a:gd name="connsiteX4" fmla="*/ 1468013 w 1503366"/>
              <a:gd name="connsiteY4" fmla="*/ 1522281 h 1820101"/>
              <a:gd name="connsiteX5" fmla="*/ 1469061 w 1503366"/>
              <a:gd name="connsiteY5" fmla="*/ 684324 h 1820101"/>
              <a:gd name="connsiteX6" fmla="*/ 1408525 w 1503366"/>
              <a:gd name="connsiteY6" fmla="*/ 103060 h 1820101"/>
              <a:gd name="connsiteX7" fmla="*/ 839635 w 1503366"/>
              <a:gd name="connsiteY7" fmla="*/ 32673 h 1820101"/>
              <a:gd name="connsiteX8" fmla="*/ 289852 w 1503366"/>
              <a:gd name="connsiteY8" fmla="*/ 461730 h 1820101"/>
              <a:gd name="connsiteX0" fmla="*/ 293376 w 1506890"/>
              <a:gd name="connsiteY0" fmla="*/ 461730 h 1820101"/>
              <a:gd name="connsiteX1" fmla="*/ 4075 w 1506890"/>
              <a:gd name="connsiteY1" fmla="*/ 951668 h 1820101"/>
              <a:gd name="connsiteX2" fmla="*/ 389491 w 1506890"/>
              <a:gd name="connsiteY2" fmla="*/ 1772916 h 1820101"/>
              <a:gd name="connsiteX3" fmla="*/ 1030731 w 1506890"/>
              <a:gd name="connsiteY3" fmla="*/ 1576167 h 1820101"/>
              <a:gd name="connsiteX4" fmla="*/ 1471537 w 1506890"/>
              <a:gd name="connsiteY4" fmla="*/ 1522281 h 1820101"/>
              <a:gd name="connsiteX5" fmla="*/ 1472585 w 1506890"/>
              <a:gd name="connsiteY5" fmla="*/ 684324 h 1820101"/>
              <a:gd name="connsiteX6" fmla="*/ 1412049 w 1506890"/>
              <a:gd name="connsiteY6" fmla="*/ 103060 h 1820101"/>
              <a:gd name="connsiteX7" fmla="*/ 843159 w 1506890"/>
              <a:gd name="connsiteY7" fmla="*/ 32673 h 1820101"/>
              <a:gd name="connsiteX8" fmla="*/ 293376 w 1506890"/>
              <a:gd name="connsiteY8" fmla="*/ 461730 h 1820101"/>
              <a:gd name="connsiteX0" fmla="*/ 203955 w 1545103"/>
              <a:gd name="connsiteY0" fmla="*/ 206126 h 1802639"/>
              <a:gd name="connsiteX1" fmla="*/ 42288 w 1545103"/>
              <a:gd name="connsiteY1" fmla="*/ 934206 h 1802639"/>
              <a:gd name="connsiteX2" fmla="*/ 427704 w 1545103"/>
              <a:gd name="connsiteY2" fmla="*/ 1755454 h 1802639"/>
              <a:gd name="connsiteX3" fmla="*/ 1068944 w 1545103"/>
              <a:gd name="connsiteY3" fmla="*/ 1558705 h 1802639"/>
              <a:gd name="connsiteX4" fmla="*/ 1509750 w 1545103"/>
              <a:gd name="connsiteY4" fmla="*/ 1504819 h 1802639"/>
              <a:gd name="connsiteX5" fmla="*/ 1510798 w 1545103"/>
              <a:gd name="connsiteY5" fmla="*/ 666862 h 1802639"/>
              <a:gd name="connsiteX6" fmla="*/ 1450262 w 1545103"/>
              <a:gd name="connsiteY6" fmla="*/ 85598 h 1802639"/>
              <a:gd name="connsiteX7" fmla="*/ 881372 w 1545103"/>
              <a:gd name="connsiteY7" fmla="*/ 15211 h 1802639"/>
              <a:gd name="connsiteX8" fmla="*/ 203955 w 1545103"/>
              <a:gd name="connsiteY8" fmla="*/ 206126 h 1802639"/>
              <a:gd name="connsiteX0" fmla="*/ 147252 w 1634267"/>
              <a:gd name="connsiteY0" fmla="*/ 113266 h 1796376"/>
              <a:gd name="connsiteX1" fmla="*/ 131452 w 1634267"/>
              <a:gd name="connsiteY1" fmla="*/ 927943 h 1796376"/>
              <a:gd name="connsiteX2" fmla="*/ 516868 w 1634267"/>
              <a:gd name="connsiteY2" fmla="*/ 1749191 h 1796376"/>
              <a:gd name="connsiteX3" fmla="*/ 1158108 w 1634267"/>
              <a:gd name="connsiteY3" fmla="*/ 1552442 h 1796376"/>
              <a:gd name="connsiteX4" fmla="*/ 1598914 w 1634267"/>
              <a:gd name="connsiteY4" fmla="*/ 1498556 h 1796376"/>
              <a:gd name="connsiteX5" fmla="*/ 1599962 w 1634267"/>
              <a:gd name="connsiteY5" fmla="*/ 660599 h 1796376"/>
              <a:gd name="connsiteX6" fmla="*/ 1539426 w 1634267"/>
              <a:gd name="connsiteY6" fmla="*/ 79335 h 1796376"/>
              <a:gd name="connsiteX7" fmla="*/ 970536 w 1634267"/>
              <a:gd name="connsiteY7" fmla="*/ 8948 h 1796376"/>
              <a:gd name="connsiteX8" fmla="*/ 147252 w 1634267"/>
              <a:gd name="connsiteY8" fmla="*/ 113266 h 1796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34267" h="1796376">
                <a:moveTo>
                  <a:pt x="147252" y="113266"/>
                </a:moveTo>
                <a:cubicBezTo>
                  <a:pt x="-139307" y="245497"/>
                  <a:pt x="69849" y="655289"/>
                  <a:pt x="131452" y="927943"/>
                </a:cubicBezTo>
                <a:cubicBezTo>
                  <a:pt x="193055" y="1200597"/>
                  <a:pt x="345759" y="1645108"/>
                  <a:pt x="516868" y="1749191"/>
                </a:cubicBezTo>
                <a:cubicBezTo>
                  <a:pt x="687977" y="1853274"/>
                  <a:pt x="1013294" y="1784070"/>
                  <a:pt x="1158108" y="1552442"/>
                </a:cubicBezTo>
                <a:cubicBezTo>
                  <a:pt x="1302922" y="1320814"/>
                  <a:pt x="1525272" y="1647197"/>
                  <a:pt x="1598914" y="1498556"/>
                </a:cubicBezTo>
                <a:cubicBezTo>
                  <a:pt x="1672556" y="1349916"/>
                  <a:pt x="1609877" y="897136"/>
                  <a:pt x="1599962" y="660599"/>
                </a:cubicBezTo>
                <a:cubicBezTo>
                  <a:pt x="1590047" y="424062"/>
                  <a:pt x="1578419" y="187943"/>
                  <a:pt x="1539426" y="79335"/>
                </a:cubicBezTo>
                <a:cubicBezTo>
                  <a:pt x="1500433" y="-29273"/>
                  <a:pt x="1202565" y="3293"/>
                  <a:pt x="970536" y="8948"/>
                </a:cubicBezTo>
                <a:cubicBezTo>
                  <a:pt x="738507" y="14603"/>
                  <a:pt x="433811" y="-18965"/>
                  <a:pt x="147252" y="113266"/>
                </a:cubicBezTo>
                <a:close/>
              </a:path>
            </a:pathLst>
          </a:custGeom>
          <a:gradFill flip="none" rotWithShape="1">
            <a:gsLst>
              <a:gs pos="0">
                <a:srgbClr val="9CDFF9"/>
              </a:gs>
              <a:gs pos="100000">
                <a:schemeClr val="bg1"/>
              </a:gs>
              <a:gs pos="57000">
                <a:schemeClr val="accent5">
                  <a:lumMod val="20000"/>
                  <a:lumOff val="8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>
              <a:defRPr/>
            </a:pPr>
            <a:endParaRPr lang="en-US" sz="1350" dirty="0">
              <a:solidFill>
                <a:prstClr val="white"/>
              </a:solidFill>
              <a:latin typeface="+mj-lt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13F2107-1C9A-0C41-B24A-0671CC60D47A}"/>
              </a:ext>
            </a:extLst>
          </p:cNvPr>
          <p:cNvSpPr txBox="1"/>
          <p:nvPr/>
        </p:nvSpPr>
        <p:spPr>
          <a:xfrm>
            <a:off x="7070401" y="2602658"/>
            <a:ext cx="1334020" cy="2377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lnSpc>
                <a:spcPct val="90000"/>
              </a:lnSpc>
              <a:defRPr/>
            </a:pPr>
            <a:r>
              <a:rPr lang="en-US" sz="1050" dirty="0">
                <a:solidFill>
                  <a:prstClr val="black"/>
                </a:solidFill>
                <a:latin typeface="+mj-lt"/>
              </a:rPr>
              <a:t>national or global ISP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E6D405D-F88D-A643-A8DA-87BCB5348C5C}"/>
              </a:ext>
            </a:extLst>
          </p:cNvPr>
          <p:cNvSpPr/>
          <p:nvPr/>
        </p:nvSpPr>
        <p:spPr>
          <a:xfrm>
            <a:off x="6959301" y="3972693"/>
            <a:ext cx="229312" cy="148385"/>
          </a:xfrm>
          <a:prstGeom prst="rect">
            <a:avLst/>
          </a:prstGeom>
          <a:solidFill>
            <a:srgbClr val="9CDF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350" dirty="0">
              <a:solidFill>
                <a:prstClr val="white"/>
              </a:solidFill>
              <a:latin typeface="+mj-lt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D05228A-100C-D643-BB8E-545E51741FBA}"/>
              </a:ext>
            </a:extLst>
          </p:cNvPr>
          <p:cNvSpPr txBox="1"/>
          <p:nvPr/>
        </p:nvSpPr>
        <p:spPr>
          <a:xfrm>
            <a:off x="6574622" y="3800200"/>
            <a:ext cx="780479" cy="528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>
              <a:lnSpc>
                <a:spcPct val="90000"/>
              </a:lnSpc>
              <a:defRPr/>
            </a:pPr>
            <a:r>
              <a:rPr lang="en-US" sz="1050" dirty="0">
                <a:solidFill>
                  <a:prstClr val="black"/>
                </a:solidFill>
                <a:latin typeface="+mj-lt"/>
              </a:rPr>
              <a:t>local or regional ISP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95F625F-E4CA-A14C-BDB7-680FDFE6EE1F}"/>
              </a:ext>
            </a:extLst>
          </p:cNvPr>
          <p:cNvSpPr txBox="1"/>
          <p:nvPr/>
        </p:nvSpPr>
        <p:spPr>
          <a:xfrm>
            <a:off x="8188325" y="4722714"/>
            <a:ext cx="654346" cy="3105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lnSpc>
                <a:spcPct val="90000"/>
              </a:lnSpc>
              <a:defRPr/>
            </a:pPr>
            <a:r>
              <a:rPr lang="en-US" sz="788" dirty="0">
                <a:solidFill>
                  <a:prstClr val="black"/>
                </a:solidFill>
                <a:latin typeface="+mj-lt"/>
              </a:rPr>
              <a:t>datacenter </a:t>
            </a:r>
          </a:p>
          <a:p>
            <a:pPr defTabSz="685800">
              <a:lnSpc>
                <a:spcPct val="90000"/>
              </a:lnSpc>
              <a:defRPr/>
            </a:pPr>
            <a:r>
              <a:rPr lang="en-US" sz="788" dirty="0">
                <a:solidFill>
                  <a:prstClr val="black"/>
                </a:solidFill>
                <a:latin typeface="+mj-lt"/>
              </a:rPr>
              <a:t>network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5188F4C-A928-8F4F-9205-FD6C4D77CC8D}"/>
              </a:ext>
            </a:extLst>
          </p:cNvPr>
          <p:cNvSpPr txBox="1"/>
          <p:nvPr/>
        </p:nvSpPr>
        <p:spPr>
          <a:xfrm>
            <a:off x="7547264" y="4385447"/>
            <a:ext cx="678391" cy="5286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lnSpc>
                <a:spcPct val="90000"/>
              </a:lnSpc>
              <a:defRPr/>
            </a:pPr>
            <a:r>
              <a:rPr lang="en-US" sz="1050" dirty="0">
                <a:solidFill>
                  <a:prstClr val="black"/>
                </a:solidFill>
                <a:latin typeface="+mj-lt"/>
              </a:rPr>
              <a:t>content </a:t>
            </a:r>
          </a:p>
          <a:p>
            <a:pPr defTabSz="685800">
              <a:lnSpc>
                <a:spcPct val="90000"/>
              </a:lnSpc>
              <a:defRPr/>
            </a:pPr>
            <a:r>
              <a:rPr lang="en-US" sz="1050" dirty="0">
                <a:solidFill>
                  <a:prstClr val="black"/>
                </a:solidFill>
                <a:latin typeface="+mj-lt"/>
              </a:rPr>
              <a:t>provider </a:t>
            </a:r>
          </a:p>
          <a:p>
            <a:pPr defTabSz="685800">
              <a:lnSpc>
                <a:spcPct val="90000"/>
              </a:lnSpc>
              <a:defRPr/>
            </a:pPr>
            <a:r>
              <a:rPr lang="en-US" sz="1050" dirty="0">
                <a:solidFill>
                  <a:prstClr val="black"/>
                </a:solidFill>
                <a:latin typeface="+mj-lt"/>
              </a:rPr>
              <a:t>network</a:t>
            </a:r>
            <a:endParaRPr lang="en-US" sz="750" dirty="0">
              <a:solidFill>
                <a:prstClr val="black"/>
              </a:solidFill>
              <a:latin typeface="+mj-lt"/>
            </a:endParaRP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959284F2-2C3E-6B49-83BE-150EADA93824}"/>
              </a:ext>
            </a:extLst>
          </p:cNvPr>
          <p:cNvCxnSpPr>
            <a:cxnSpLocks/>
          </p:cNvCxnSpPr>
          <p:nvPr/>
        </p:nvCxnSpPr>
        <p:spPr>
          <a:xfrm flipH="1" flipV="1">
            <a:off x="7919940" y="3899355"/>
            <a:ext cx="309723" cy="4778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1AEFAB6-4248-8846-A79A-BF9D6164DE76}"/>
              </a:ext>
            </a:extLst>
          </p:cNvPr>
          <p:cNvCxnSpPr>
            <a:cxnSpLocks/>
          </p:cNvCxnSpPr>
          <p:nvPr/>
        </p:nvCxnSpPr>
        <p:spPr>
          <a:xfrm flipH="1" flipV="1">
            <a:off x="7995626" y="3944775"/>
            <a:ext cx="259400" cy="55423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ED0D3269-0EC2-2640-AC07-B881868275F8}"/>
              </a:ext>
            </a:extLst>
          </p:cNvPr>
          <p:cNvCxnSpPr>
            <a:cxnSpLocks/>
          </p:cNvCxnSpPr>
          <p:nvPr/>
        </p:nvCxnSpPr>
        <p:spPr>
          <a:xfrm flipV="1">
            <a:off x="7977673" y="3939327"/>
            <a:ext cx="251990" cy="2965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F63C34A0-4725-C44D-9514-4F74B2157D8C}"/>
              </a:ext>
            </a:extLst>
          </p:cNvPr>
          <p:cNvCxnSpPr>
            <a:cxnSpLocks/>
          </p:cNvCxnSpPr>
          <p:nvPr/>
        </p:nvCxnSpPr>
        <p:spPr>
          <a:xfrm flipH="1" flipV="1">
            <a:off x="7928081" y="3910433"/>
            <a:ext cx="1" cy="3643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DD0311E5-76D3-2C44-A6A8-22CB01ADCF02}"/>
              </a:ext>
            </a:extLst>
          </p:cNvPr>
          <p:cNvCxnSpPr>
            <a:cxnSpLocks/>
          </p:cNvCxnSpPr>
          <p:nvPr/>
        </p:nvCxnSpPr>
        <p:spPr>
          <a:xfrm flipH="1" flipV="1">
            <a:off x="7912966" y="4267993"/>
            <a:ext cx="381407" cy="2614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1939BF82-EFED-E140-BFC2-23D3688C2CB7}"/>
              </a:ext>
            </a:extLst>
          </p:cNvPr>
          <p:cNvCxnSpPr>
            <a:cxnSpLocks/>
          </p:cNvCxnSpPr>
          <p:nvPr/>
        </p:nvCxnSpPr>
        <p:spPr>
          <a:xfrm flipH="1">
            <a:off x="7421397" y="4280068"/>
            <a:ext cx="49156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56E47AF2-94A8-0243-8795-936020048815}"/>
              </a:ext>
            </a:extLst>
          </p:cNvPr>
          <p:cNvCxnSpPr>
            <a:cxnSpLocks/>
          </p:cNvCxnSpPr>
          <p:nvPr/>
        </p:nvCxnSpPr>
        <p:spPr>
          <a:xfrm flipH="1">
            <a:off x="6914712" y="4280068"/>
            <a:ext cx="49156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AD648A8C-238E-7045-A29E-EDD4DA54C3A4}"/>
              </a:ext>
            </a:extLst>
          </p:cNvPr>
          <p:cNvCxnSpPr>
            <a:cxnSpLocks/>
          </p:cNvCxnSpPr>
          <p:nvPr/>
        </p:nvCxnSpPr>
        <p:spPr>
          <a:xfrm flipH="1">
            <a:off x="6957651" y="3845015"/>
            <a:ext cx="286818" cy="3877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F8AD327-3BC9-7D46-A7E7-D0F90B60A252}"/>
              </a:ext>
            </a:extLst>
          </p:cNvPr>
          <p:cNvCxnSpPr>
            <a:cxnSpLocks/>
          </p:cNvCxnSpPr>
          <p:nvPr/>
        </p:nvCxnSpPr>
        <p:spPr>
          <a:xfrm>
            <a:off x="7299802" y="3845015"/>
            <a:ext cx="0" cy="40522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217C26C3-84F1-C149-AC22-6F1EB6629DA9}"/>
              </a:ext>
            </a:extLst>
          </p:cNvPr>
          <p:cNvCxnSpPr/>
          <p:nvPr/>
        </p:nvCxnSpPr>
        <p:spPr>
          <a:xfrm>
            <a:off x="7603251" y="3280280"/>
            <a:ext cx="366131" cy="6295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E0F05EFE-FD3D-3C4D-8F4F-0AC6B112D1A2}"/>
              </a:ext>
            </a:extLst>
          </p:cNvPr>
          <p:cNvCxnSpPr>
            <a:cxnSpLocks/>
          </p:cNvCxnSpPr>
          <p:nvPr/>
        </p:nvCxnSpPr>
        <p:spPr>
          <a:xfrm flipH="1">
            <a:off x="7349039" y="3235521"/>
            <a:ext cx="285324" cy="521105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6" name="Group 55">
            <a:extLst>
              <a:ext uri="{FF2B5EF4-FFF2-40B4-BE49-F238E27FC236}">
                <a16:creationId xmlns:a16="http://schemas.microsoft.com/office/drawing/2014/main" id="{CCC39A38-643E-1841-84E4-48B68DB2ED03}"/>
              </a:ext>
            </a:extLst>
          </p:cNvPr>
          <p:cNvGrpSpPr/>
          <p:nvPr/>
        </p:nvGrpSpPr>
        <p:grpSpPr>
          <a:xfrm>
            <a:off x="5671679" y="2809755"/>
            <a:ext cx="2684150" cy="2730212"/>
            <a:chOff x="7562238" y="2127325"/>
            <a:chExt cx="3578867" cy="3640283"/>
          </a:xfrm>
        </p:grpSpPr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479EF77B-B7F5-D441-A37D-7AC14D43B519}"/>
                </a:ext>
              </a:extLst>
            </p:cNvPr>
            <p:cNvGrpSpPr/>
            <p:nvPr/>
          </p:nvGrpSpPr>
          <p:grpSpPr>
            <a:xfrm>
              <a:off x="7857253" y="2127325"/>
              <a:ext cx="3283852" cy="3640283"/>
              <a:chOff x="7881336" y="2104198"/>
              <a:chExt cx="3283852" cy="3640283"/>
            </a:xfrm>
          </p:grpSpPr>
          <p:sp>
            <p:nvSpPr>
              <p:cNvPr id="62" name="Line 428">
                <a:extLst>
                  <a:ext uri="{FF2B5EF4-FFF2-40B4-BE49-F238E27FC236}">
                    <a16:creationId xmlns:a16="http://schemas.microsoft.com/office/drawing/2014/main" id="{16F1973E-A8F0-6E4E-9510-49D75998F4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9813692" y="5228612"/>
                <a:ext cx="388062" cy="75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+mj-lt"/>
                </a:endParaRPr>
              </a:p>
            </p:txBody>
          </p:sp>
          <p:sp>
            <p:nvSpPr>
              <p:cNvPr id="63" name="Line 430">
                <a:extLst>
                  <a:ext uri="{FF2B5EF4-FFF2-40B4-BE49-F238E27FC236}">
                    <a16:creationId xmlns:a16="http://schemas.microsoft.com/office/drawing/2014/main" id="{CAB72423-2D43-1046-869C-9EDAEA5E40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>
                <a:off x="10234009" y="5382159"/>
                <a:ext cx="0" cy="1143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+mj-lt"/>
                </a:endParaRPr>
              </a:p>
            </p:txBody>
          </p:sp>
          <p:sp>
            <p:nvSpPr>
              <p:cNvPr id="64" name="Line 431">
                <a:extLst>
                  <a:ext uri="{FF2B5EF4-FFF2-40B4-BE49-F238E27FC236}">
                    <a16:creationId xmlns:a16="http://schemas.microsoft.com/office/drawing/2014/main" id="{99BD1088-D56F-3A42-8E44-483A32BEDA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457042" y="4815390"/>
                <a:ext cx="524483" cy="26153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+mj-lt"/>
                </a:endParaRPr>
              </a:p>
            </p:txBody>
          </p:sp>
          <p:sp>
            <p:nvSpPr>
              <p:cNvPr id="65" name="Line 432">
                <a:extLst>
                  <a:ext uri="{FF2B5EF4-FFF2-40B4-BE49-F238E27FC236}">
                    <a16:creationId xmlns:a16="http://schemas.microsoft.com/office/drawing/2014/main" id="{8A75CF99-7455-B74F-8BAD-3AD43E03F4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874149" y="4815390"/>
                <a:ext cx="569255" cy="24626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+mj-lt"/>
                </a:endParaRPr>
              </a:p>
            </p:txBody>
          </p:sp>
          <p:sp>
            <p:nvSpPr>
              <p:cNvPr id="66" name="Line 433">
                <a:extLst>
                  <a:ext uri="{FF2B5EF4-FFF2-40B4-BE49-F238E27FC236}">
                    <a16:creationId xmlns:a16="http://schemas.microsoft.com/office/drawing/2014/main" id="{FC542B29-675E-3D46-80C8-75565CBAE2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845827" y="5085749"/>
                <a:ext cx="103050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+mj-lt"/>
                </a:endParaRPr>
              </a:p>
            </p:txBody>
          </p:sp>
          <p:sp>
            <p:nvSpPr>
              <p:cNvPr id="67" name="Line 435">
                <a:extLst>
                  <a:ext uri="{FF2B5EF4-FFF2-40B4-BE49-F238E27FC236}">
                    <a16:creationId xmlns:a16="http://schemas.microsoft.com/office/drawing/2014/main" id="{2B974C3D-5280-D849-8D04-7FDDEF66CF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234290" y="5094207"/>
                <a:ext cx="226800" cy="127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+mj-lt"/>
                </a:endParaRPr>
              </a:p>
            </p:txBody>
          </p:sp>
          <p:sp>
            <p:nvSpPr>
              <p:cNvPr id="68" name="Line 436">
                <a:extLst>
                  <a:ext uri="{FF2B5EF4-FFF2-40B4-BE49-F238E27FC236}">
                    <a16:creationId xmlns:a16="http://schemas.microsoft.com/office/drawing/2014/main" id="{05391238-AE6D-D14C-8C1F-CD07E40328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972450" y="5267343"/>
                <a:ext cx="412750" cy="127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+mj-lt"/>
                </a:endParaRPr>
              </a:p>
            </p:txBody>
          </p:sp>
          <p:sp>
            <p:nvSpPr>
              <p:cNvPr id="69" name="Line 439">
                <a:extLst>
                  <a:ext uri="{FF2B5EF4-FFF2-40B4-BE49-F238E27FC236}">
                    <a16:creationId xmlns:a16="http://schemas.microsoft.com/office/drawing/2014/main" id="{F0B33890-F38E-9948-851E-64C7E965F0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8397900" y="5259125"/>
                <a:ext cx="68080" cy="2939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+mj-lt"/>
                </a:endParaRPr>
              </a:p>
            </p:txBody>
          </p:sp>
          <p:sp>
            <p:nvSpPr>
              <p:cNvPr id="70" name="Line 440">
                <a:extLst>
                  <a:ext uri="{FF2B5EF4-FFF2-40B4-BE49-F238E27FC236}">
                    <a16:creationId xmlns:a16="http://schemas.microsoft.com/office/drawing/2014/main" id="{A6F6A7F9-E45C-124D-AC6C-F4101DAE4B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8512814" y="5284804"/>
                <a:ext cx="280374" cy="2698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+mj-lt"/>
                </a:endParaRPr>
              </a:p>
            </p:txBody>
          </p:sp>
          <p:sp>
            <p:nvSpPr>
              <p:cNvPr id="71" name="Line 441">
                <a:extLst>
                  <a:ext uri="{FF2B5EF4-FFF2-40B4-BE49-F238E27FC236}">
                    <a16:creationId xmlns:a16="http://schemas.microsoft.com/office/drawing/2014/main" id="{AD8346D7-6C40-1348-A196-CC99EDB76C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512814" y="5234921"/>
                <a:ext cx="914184" cy="4686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+mj-lt"/>
                </a:endParaRPr>
              </a:p>
            </p:txBody>
          </p:sp>
          <p:sp>
            <p:nvSpPr>
              <p:cNvPr id="72" name="Line 443">
                <a:extLst>
                  <a:ext uri="{FF2B5EF4-FFF2-40B4-BE49-F238E27FC236}">
                    <a16:creationId xmlns:a16="http://schemas.microsoft.com/office/drawing/2014/main" id="{E2DA8AD7-F617-354E-B5AE-47F97541A8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271861" y="3806843"/>
                <a:ext cx="0" cy="13176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+mj-lt"/>
                </a:endParaRPr>
              </a:p>
            </p:txBody>
          </p:sp>
          <p:sp>
            <p:nvSpPr>
              <p:cNvPr id="73" name="Line 449">
                <a:extLst>
                  <a:ext uri="{FF2B5EF4-FFF2-40B4-BE49-F238E27FC236}">
                    <a16:creationId xmlns:a16="http://schemas.microsoft.com/office/drawing/2014/main" id="{E873DD89-2DB7-304C-ADED-170F1F4E1A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881336" y="4017980"/>
                <a:ext cx="168275" cy="317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+mj-lt"/>
                </a:endParaRPr>
              </a:p>
            </p:txBody>
          </p:sp>
          <p:sp>
            <p:nvSpPr>
              <p:cNvPr id="74" name="Line 428">
                <a:extLst>
                  <a:ext uri="{FF2B5EF4-FFF2-40B4-BE49-F238E27FC236}">
                    <a16:creationId xmlns:a16="http://schemas.microsoft.com/office/drawing/2014/main" id="{56AC483A-3972-5540-9E9F-AE1FE25660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9909628" y="5560344"/>
                <a:ext cx="366793" cy="148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+mj-lt"/>
                </a:endParaRPr>
              </a:p>
            </p:txBody>
          </p:sp>
          <p:sp>
            <p:nvSpPr>
              <p:cNvPr id="75" name="Line 440">
                <a:extLst>
                  <a:ext uri="{FF2B5EF4-FFF2-40B4-BE49-F238E27FC236}">
                    <a16:creationId xmlns:a16="http://schemas.microsoft.com/office/drawing/2014/main" id="{B0224379-0B0C-1343-B0E2-E62DFA482C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483508" y="5013435"/>
                <a:ext cx="404236" cy="20777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+mj-lt"/>
                </a:endParaRPr>
              </a:p>
            </p:txBody>
          </p:sp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1DFBDA95-16CE-D146-A4C5-C45EDEC8D34E}"/>
                  </a:ext>
                </a:extLst>
              </p:cNvPr>
              <p:cNvCxnSpPr/>
              <p:nvPr/>
            </p:nvCxnSpPr>
            <p:spPr>
              <a:xfrm flipH="1">
                <a:off x="10124718" y="2146305"/>
                <a:ext cx="761467" cy="57735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A282E722-916E-234E-AC0B-E2B36A0049E1}"/>
                  </a:ext>
                </a:extLst>
              </p:cNvPr>
              <p:cNvCxnSpPr/>
              <p:nvPr/>
            </p:nvCxnSpPr>
            <p:spPr>
              <a:xfrm flipH="1">
                <a:off x="10124718" y="2245186"/>
                <a:ext cx="3970" cy="51846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>
                <a:extLst>
                  <a:ext uri="{FF2B5EF4-FFF2-40B4-BE49-F238E27FC236}">
                    <a16:creationId xmlns:a16="http://schemas.microsoft.com/office/drawing/2014/main" id="{F691F242-AF67-1B42-8D8E-F09C1EB27D39}"/>
                  </a:ext>
                </a:extLst>
              </p:cNvPr>
              <p:cNvCxnSpPr/>
              <p:nvPr/>
            </p:nvCxnSpPr>
            <p:spPr>
              <a:xfrm flipH="1">
                <a:off x="10696218" y="2177379"/>
                <a:ext cx="149360" cy="51846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EFE49F46-6C78-A640-A53B-1F2DCAE49B5E}"/>
                  </a:ext>
                </a:extLst>
              </p:cNvPr>
              <p:cNvCxnSpPr/>
              <p:nvPr/>
            </p:nvCxnSpPr>
            <p:spPr>
              <a:xfrm flipH="1">
                <a:off x="10166249" y="2695840"/>
                <a:ext cx="574283" cy="2782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81454C82-BE7E-874F-AA28-09F795395B3E}"/>
                  </a:ext>
                </a:extLst>
              </p:cNvPr>
              <p:cNvCxnSpPr/>
              <p:nvPr/>
            </p:nvCxnSpPr>
            <p:spPr>
              <a:xfrm flipH="1">
                <a:off x="10093625" y="2146305"/>
                <a:ext cx="788589" cy="9888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42F00AE0-2163-514F-B52E-CFE0592CCF07}"/>
                  </a:ext>
                </a:extLst>
              </p:cNvPr>
              <p:cNvCxnSpPr/>
              <p:nvPr/>
            </p:nvCxnSpPr>
            <p:spPr>
              <a:xfrm flipH="1">
                <a:off x="10886186" y="2104198"/>
                <a:ext cx="279002" cy="4210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9E38317B-7455-F04C-9FB3-A47169171585}"/>
                  </a:ext>
                </a:extLst>
              </p:cNvPr>
              <p:cNvCxnSpPr/>
              <p:nvPr/>
            </p:nvCxnSpPr>
            <p:spPr>
              <a:xfrm flipH="1" flipV="1">
                <a:off x="10706077" y="2695840"/>
                <a:ext cx="353541" cy="6780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>
                <a:extLst>
                  <a:ext uri="{FF2B5EF4-FFF2-40B4-BE49-F238E27FC236}">
                    <a16:creationId xmlns:a16="http://schemas.microsoft.com/office/drawing/2014/main" id="{18CD097C-75DA-B84B-B03E-371F3044C3BB}"/>
                  </a:ext>
                </a:extLst>
              </p:cNvPr>
              <p:cNvCxnSpPr/>
              <p:nvPr/>
            </p:nvCxnSpPr>
            <p:spPr>
              <a:xfrm flipH="1">
                <a:off x="8793306" y="2245186"/>
                <a:ext cx="1300319" cy="606622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4" name="Line 541">
                <a:extLst>
                  <a:ext uri="{FF2B5EF4-FFF2-40B4-BE49-F238E27FC236}">
                    <a16:creationId xmlns:a16="http://schemas.microsoft.com/office/drawing/2014/main" id="{3EE4D6D5-1F58-604E-926E-B12AF198F9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9402788" y="4090252"/>
                <a:ext cx="429324" cy="70560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+mj-lt"/>
                </a:endParaRPr>
              </a:p>
            </p:txBody>
          </p:sp>
          <p:sp>
            <p:nvSpPr>
              <p:cNvPr id="85" name="Line 424">
                <a:extLst>
                  <a:ext uri="{FF2B5EF4-FFF2-40B4-BE49-F238E27FC236}">
                    <a16:creationId xmlns:a16="http://schemas.microsoft.com/office/drawing/2014/main" id="{69D11C97-9A2A-6F4A-BEC2-192440539B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268637" y="4024329"/>
                <a:ext cx="969051" cy="317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+mj-lt"/>
                </a:endParaRPr>
              </a:p>
            </p:txBody>
          </p:sp>
        </p:grpSp>
        <p:pic>
          <p:nvPicPr>
            <p:cNvPr id="58" name="Picture 778" descr="antenna_radiation_stylized">
              <a:extLst>
                <a:ext uri="{FF2B5EF4-FFF2-40B4-BE49-F238E27FC236}">
                  <a16:creationId xmlns:a16="http://schemas.microsoft.com/office/drawing/2014/main" id="{AE641E33-5C90-9C48-B6C0-B2DA38E6B4B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62238" y="3813930"/>
              <a:ext cx="506412" cy="1060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9" name="Picture 781" descr="antenna_radiation_stylized">
              <a:extLst>
                <a:ext uri="{FF2B5EF4-FFF2-40B4-BE49-F238E27FC236}">
                  <a16:creationId xmlns:a16="http://schemas.microsoft.com/office/drawing/2014/main" id="{58D0D77F-41BF-B141-99CC-7444770200B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42073" y="5480938"/>
              <a:ext cx="452014" cy="95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0" name="Picture 799" descr="cell_tower_radiation copy">
              <a:extLst>
                <a:ext uri="{FF2B5EF4-FFF2-40B4-BE49-F238E27FC236}">
                  <a16:creationId xmlns:a16="http://schemas.microsoft.com/office/drawing/2014/main" id="{B93FCB1A-5588-5743-82CC-8E52ADEAD1E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80866" y="2158167"/>
              <a:ext cx="457200" cy="3327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1" name="Oval 800">
              <a:extLst>
                <a:ext uri="{FF2B5EF4-FFF2-40B4-BE49-F238E27FC236}">
                  <a16:creationId xmlns:a16="http://schemas.microsoft.com/office/drawing/2014/main" id="{029C7FDD-ABE9-EB40-A1C5-64FF9B2F93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74541" y="2292995"/>
              <a:ext cx="52388" cy="49485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+mj-lt"/>
              </a:endParaRPr>
            </a:p>
          </p:txBody>
        </p:sp>
      </p:grpSp>
      <p:sp>
        <p:nvSpPr>
          <p:cNvPr id="86" name="Line 426">
            <a:extLst>
              <a:ext uri="{FF2B5EF4-FFF2-40B4-BE49-F238E27FC236}">
                <a16:creationId xmlns:a16="http://schemas.microsoft.com/office/drawing/2014/main" id="{390C81B6-E64F-6D4C-8D06-8F1804B7F591}"/>
              </a:ext>
            </a:extLst>
          </p:cNvPr>
          <p:cNvSpPr>
            <a:spLocks noChangeShapeType="1"/>
          </p:cNvSpPr>
          <p:nvPr/>
        </p:nvSpPr>
        <p:spPr bwMode="auto">
          <a:xfrm>
            <a:off x="6155895" y="3239530"/>
            <a:ext cx="170973" cy="13076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685800">
              <a:defRPr/>
            </a:pPr>
            <a:endParaRPr lang="en-US" sz="1350" dirty="0">
              <a:solidFill>
                <a:prstClr val="black"/>
              </a:solidFill>
              <a:latin typeface="+mj-lt"/>
            </a:endParaRPr>
          </a:p>
        </p:txBody>
      </p:sp>
      <p:grpSp>
        <p:nvGrpSpPr>
          <p:cNvPr id="87" name="Group 783">
            <a:extLst>
              <a:ext uri="{FF2B5EF4-FFF2-40B4-BE49-F238E27FC236}">
                <a16:creationId xmlns:a16="http://schemas.microsoft.com/office/drawing/2014/main" id="{D14ED3CD-0929-5445-B9CD-FC1AEB08F0F0}"/>
              </a:ext>
            </a:extLst>
          </p:cNvPr>
          <p:cNvGrpSpPr>
            <a:grpSpLocks/>
          </p:cNvGrpSpPr>
          <p:nvPr/>
        </p:nvGrpSpPr>
        <p:grpSpPr bwMode="auto">
          <a:xfrm>
            <a:off x="6038023" y="2946293"/>
            <a:ext cx="223838" cy="348006"/>
            <a:chOff x="3130" y="3288"/>
            <a:chExt cx="410" cy="742"/>
          </a:xfrm>
        </p:grpSpPr>
        <p:sp>
          <p:nvSpPr>
            <p:cNvPr id="88" name="Line 270">
              <a:extLst>
                <a:ext uri="{FF2B5EF4-FFF2-40B4-BE49-F238E27FC236}">
                  <a16:creationId xmlns:a16="http://schemas.microsoft.com/office/drawing/2014/main" id="{7ABD4004-114C-724F-BAC3-6F9DA6DE1F0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30" y="3288"/>
              <a:ext cx="205" cy="6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89" name="Line 271">
              <a:extLst>
                <a:ext uri="{FF2B5EF4-FFF2-40B4-BE49-F238E27FC236}">
                  <a16:creationId xmlns:a16="http://schemas.microsoft.com/office/drawing/2014/main" id="{1A244344-E514-B64F-9963-6369BD9BE1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5" y="3288"/>
              <a:ext cx="205" cy="6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90" name="Line 272">
              <a:extLst>
                <a:ext uri="{FF2B5EF4-FFF2-40B4-BE49-F238E27FC236}">
                  <a16:creationId xmlns:a16="http://schemas.microsoft.com/office/drawing/2014/main" id="{EB3A4111-A6F1-154E-9274-6BFFCDBAB6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30" y="3957"/>
              <a:ext cx="205" cy="7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91" name="Line 273">
              <a:extLst>
                <a:ext uri="{FF2B5EF4-FFF2-40B4-BE49-F238E27FC236}">
                  <a16:creationId xmlns:a16="http://schemas.microsoft.com/office/drawing/2014/main" id="{714583CC-4366-B448-8BCD-BEB3688ECA7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35" y="3957"/>
              <a:ext cx="205" cy="7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92" name="Line 274">
              <a:extLst>
                <a:ext uri="{FF2B5EF4-FFF2-40B4-BE49-F238E27FC236}">
                  <a16:creationId xmlns:a16="http://schemas.microsoft.com/office/drawing/2014/main" id="{06696B02-1354-964A-892D-7D1A072DD3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5" y="3303"/>
              <a:ext cx="0" cy="7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93" name="Line 275">
              <a:extLst>
                <a:ext uri="{FF2B5EF4-FFF2-40B4-BE49-F238E27FC236}">
                  <a16:creationId xmlns:a16="http://schemas.microsoft.com/office/drawing/2014/main" id="{C744D6E3-66B2-4349-A4C7-A96CCC72720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30" y="3888"/>
              <a:ext cx="205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94" name="Line 276">
              <a:extLst>
                <a:ext uri="{FF2B5EF4-FFF2-40B4-BE49-F238E27FC236}">
                  <a16:creationId xmlns:a16="http://schemas.microsoft.com/office/drawing/2014/main" id="{9AD49573-21B8-594C-A124-75FF6787F57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335" y="3888"/>
              <a:ext cx="205" cy="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95" name="Line 277">
              <a:extLst>
                <a:ext uri="{FF2B5EF4-FFF2-40B4-BE49-F238E27FC236}">
                  <a16:creationId xmlns:a16="http://schemas.microsoft.com/office/drawing/2014/main" id="{F5B9977B-7FCA-934E-8672-B6E02820BA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7" y="3668"/>
              <a:ext cx="118" cy="5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96" name="Line 278">
              <a:extLst>
                <a:ext uri="{FF2B5EF4-FFF2-40B4-BE49-F238E27FC236}">
                  <a16:creationId xmlns:a16="http://schemas.microsoft.com/office/drawing/2014/main" id="{90BBE456-8113-E140-9697-13DE1099C42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668"/>
              <a:ext cx="124" cy="5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97" name="Line 279">
              <a:extLst>
                <a:ext uri="{FF2B5EF4-FFF2-40B4-BE49-F238E27FC236}">
                  <a16:creationId xmlns:a16="http://schemas.microsoft.com/office/drawing/2014/main" id="{8B179862-B59B-0340-81D5-D6460EDA62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8" y="3766"/>
              <a:ext cx="152" cy="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98" name="Line 280">
              <a:extLst>
                <a:ext uri="{FF2B5EF4-FFF2-40B4-BE49-F238E27FC236}">
                  <a16:creationId xmlns:a16="http://schemas.microsoft.com/office/drawing/2014/main" id="{5E3E4AF0-3A1E-634F-B106-0E1BAE93263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781"/>
              <a:ext cx="153" cy="6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99" name="Line 281">
              <a:extLst>
                <a:ext uri="{FF2B5EF4-FFF2-40B4-BE49-F238E27FC236}">
                  <a16:creationId xmlns:a16="http://schemas.microsoft.com/office/drawing/2014/main" id="{51EBD3A2-D943-F443-A868-FD6059B0D77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567"/>
              <a:ext cx="78" cy="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100" name="Line 282">
              <a:extLst>
                <a:ext uri="{FF2B5EF4-FFF2-40B4-BE49-F238E27FC236}">
                  <a16:creationId xmlns:a16="http://schemas.microsoft.com/office/drawing/2014/main" id="{CE35DACD-3834-3A4F-BF5D-05FD16494C1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428"/>
              <a:ext cx="49" cy="2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101" name="Line 283">
              <a:extLst>
                <a:ext uri="{FF2B5EF4-FFF2-40B4-BE49-F238E27FC236}">
                  <a16:creationId xmlns:a16="http://schemas.microsoft.com/office/drawing/2014/main" id="{F225C514-F00F-374D-A3A6-0E00BBF2AB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47" y="3558"/>
              <a:ext cx="95" cy="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102" name="Line 284">
              <a:extLst>
                <a:ext uri="{FF2B5EF4-FFF2-40B4-BE49-F238E27FC236}">
                  <a16:creationId xmlns:a16="http://schemas.microsoft.com/office/drawing/2014/main" id="{5AB5EE34-E853-4349-982D-7BA8A0223A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89" y="3422"/>
              <a:ext cx="55" cy="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+mj-lt"/>
              </a:endParaRPr>
            </a:p>
          </p:txBody>
        </p:sp>
      </p:grpSp>
      <p:pic>
        <p:nvPicPr>
          <p:cNvPr id="103" name="Picture 777" descr="access_point_stylized_small">
            <a:extLst>
              <a:ext uri="{FF2B5EF4-FFF2-40B4-BE49-F238E27FC236}">
                <a16:creationId xmlns:a16="http://schemas.microsoft.com/office/drawing/2014/main" id="{B5B19229-5990-4C46-B116-F6E2FC9344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0412" y="4110686"/>
            <a:ext cx="277627" cy="23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4" name="Picture 780" descr="access_point_stylized_small">
            <a:extLst>
              <a:ext uri="{FF2B5EF4-FFF2-40B4-BE49-F238E27FC236}">
                <a16:creationId xmlns:a16="http://schemas.microsoft.com/office/drawing/2014/main" id="{615B9139-7B73-FE46-A7A9-D06CDC313A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7958" y="5357435"/>
            <a:ext cx="285701" cy="2380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5" name="Group 104">
            <a:extLst>
              <a:ext uri="{FF2B5EF4-FFF2-40B4-BE49-F238E27FC236}">
                <a16:creationId xmlns:a16="http://schemas.microsoft.com/office/drawing/2014/main" id="{EEFE641A-589B-7942-BC31-34CA4265ECA8}"/>
              </a:ext>
            </a:extLst>
          </p:cNvPr>
          <p:cNvGrpSpPr/>
          <p:nvPr/>
        </p:nvGrpSpPr>
        <p:grpSpPr>
          <a:xfrm>
            <a:off x="7337669" y="4956748"/>
            <a:ext cx="295320" cy="163934"/>
            <a:chOff x="7493876" y="2774731"/>
            <a:chExt cx="1481958" cy="894622"/>
          </a:xfrm>
        </p:grpSpPr>
        <p:sp>
          <p:nvSpPr>
            <p:cNvPr id="106" name="Freeform 105">
              <a:extLst>
                <a:ext uri="{FF2B5EF4-FFF2-40B4-BE49-F238E27FC236}">
                  <a16:creationId xmlns:a16="http://schemas.microsoft.com/office/drawing/2014/main" id="{236DE3EE-811C-674F-9142-302E5E9C5593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+mj-lt"/>
                </a:rPr>
                <a:t>                   </a:t>
              </a:r>
            </a:p>
          </p:txBody>
        </p:sp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1800B155-CF25-D24C-9B92-B08AAAB8313B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+mj-lt"/>
                </a:rPr>
                <a:t>              </a:t>
              </a:r>
            </a:p>
          </p:txBody>
        </p:sp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B0AEF1A2-025A-BC41-A84F-2DC3E058332F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09" name="Freeform 108">
                <a:extLst>
                  <a:ext uri="{FF2B5EF4-FFF2-40B4-BE49-F238E27FC236}">
                    <a16:creationId xmlns:a16="http://schemas.microsoft.com/office/drawing/2014/main" id="{8D3F6F1A-FE14-8948-A78A-73AA88A44A7B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+mj-lt"/>
                </a:endParaRPr>
              </a:p>
            </p:txBody>
          </p:sp>
          <p:sp>
            <p:nvSpPr>
              <p:cNvPr id="110" name="Freeform 109">
                <a:extLst>
                  <a:ext uri="{FF2B5EF4-FFF2-40B4-BE49-F238E27FC236}">
                    <a16:creationId xmlns:a16="http://schemas.microsoft.com/office/drawing/2014/main" id="{B90EE21A-C2A8-0D42-B6A5-6C7D12BEBF0A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+mj-lt"/>
                </a:endParaRPr>
              </a:p>
            </p:txBody>
          </p:sp>
          <p:sp>
            <p:nvSpPr>
              <p:cNvPr id="111" name="Freeform 110">
                <a:extLst>
                  <a:ext uri="{FF2B5EF4-FFF2-40B4-BE49-F238E27FC236}">
                    <a16:creationId xmlns:a16="http://schemas.microsoft.com/office/drawing/2014/main" id="{8A5097ED-FFBF-4544-860B-3817BA811B2C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+mj-lt"/>
                </a:endParaRPr>
              </a:p>
            </p:txBody>
          </p:sp>
          <p:sp>
            <p:nvSpPr>
              <p:cNvPr id="112" name="Freeform 111">
                <a:extLst>
                  <a:ext uri="{FF2B5EF4-FFF2-40B4-BE49-F238E27FC236}">
                    <a16:creationId xmlns:a16="http://schemas.microsoft.com/office/drawing/2014/main" id="{6DF62723-77FE-9247-98F5-987E793C56FB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+mj-lt"/>
                </a:endParaRPr>
              </a:p>
            </p:txBody>
          </p:sp>
        </p:grpSp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827C4B55-0BAE-0949-8777-F3099C171813}"/>
              </a:ext>
            </a:extLst>
          </p:cNvPr>
          <p:cNvGrpSpPr/>
          <p:nvPr/>
        </p:nvGrpSpPr>
        <p:grpSpPr>
          <a:xfrm>
            <a:off x="7387024" y="5218539"/>
            <a:ext cx="232305" cy="143129"/>
            <a:chOff x="3668110" y="2448910"/>
            <a:chExt cx="3794234" cy="2165130"/>
          </a:xfrm>
        </p:grpSpPr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CEC32CAA-AFF2-A34D-8E74-D6E2F0308798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+mj-lt"/>
              </a:endParaRPr>
            </a:p>
          </p:txBody>
        </p:sp>
        <p:sp>
          <p:nvSpPr>
            <p:cNvPr id="115" name="Freeform 114">
              <a:extLst>
                <a:ext uri="{FF2B5EF4-FFF2-40B4-BE49-F238E27FC236}">
                  <a16:creationId xmlns:a16="http://schemas.microsoft.com/office/drawing/2014/main" id="{A1675819-8BAA-AB4F-BBAA-A405C6E76216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+mj-lt"/>
              </a:endParaRPr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73F9E373-4875-744C-970D-E5EB77A5E340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17" name="Freeform 116">
                <a:extLst>
                  <a:ext uri="{FF2B5EF4-FFF2-40B4-BE49-F238E27FC236}">
                    <a16:creationId xmlns:a16="http://schemas.microsoft.com/office/drawing/2014/main" id="{FFDA189D-222C-1443-856D-7A608CA88C95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+mj-lt"/>
                </a:endParaRPr>
              </a:p>
            </p:txBody>
          </p:sp>
          <p:sp>
            <p:nvSpPr>
              <p:cNvPr id="118" name="Freeform 117">
                <a:extLst>
                  <a:ext uri="{FF2B5EF4-FFF2-40B4-BE49-F238E27FC236}">
                    <a16:creationId xmlns:a16="http://schemas.microsoft.com/office/drawing/2014/main" id="{642BB264-137D-E643-AE9B-8AA6D9E21B0C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+mj-lt"/>
                </a:endParaRPr>
              </a:p>
            </p:txBody>
          </p:sp>
          <p:sp>
            <p:nvSpPr>
              <p:cNvPr id="119" name="Freeform 118">
                <a:extLst>
                  <a:ext uri="{FF2B5EF4-FFF2-40B4-BE49-F238E27FC236}">
                    <a16:creationId xmlns:a16="http://schemas.microsoft.com/office/drawing/2014/main" id="{786FF02A-1562-3745-ABB9-0D40C7DEF61E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+mj-lt"/>
                </a:endParaRPr>
              </a:p>
            </p:txBody>
          </p:sp>
          <p:sp>
            <p:nvSpPr>
              <p:cNvPr id="120" name="Freeform 119">
                <a:extLst>
                  <a:ext uri="{FF2B5EF4-FFF2-40B4-BE49-F238E27FC236}">
                    <a16:creationId xmlns:a16="http://schemas.microsoft.com/office/drawing/2014/main" id="{DEC12CCB-8331-9F49-BF6A-94DF11B7CB19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+mj-lt"/>
                </a:endParaRPr>
              </a:p>
            </p:txBody>
          </p:sp>
        </p:grpSp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9932E1A1-9866-4149-B71C-D56584CCE488}"/>
              </a:ext>
            </a:extLst>
          </p:cNvPr>
          <p:cNvGrpSpPr/>
          <p:nvPr/>
        </p:nvGrpSpPr>
        <p:grpSpPr>
          <a:xfrm>
            <a:off x="6507464" y="4939826"/>
            <a:ext cx="295320" cy="163934"/>
            <a:chOff x="7493876" y="2774731"/>
            <a:chExt cx="1481958" cy="894622"/>
          </a:xfrm>
        </p:grpSpPr>
        <p:sp>
          <p:nvSpPr>
            <p:cNvPr id="122" name="Freeform 121">
              <a:extLst>
                <a:ext uri="{FF2B5EF4-FFF2-40B4-BE49-F238E27FC236}">
                  <a16:creationId xmlns:a16="http://schemas.microsoft.com/office/drawing/2014/main" id="{A60DF978-36B3-2D47-A16A-0D97C01CAFE0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+mj-lt"/>
                </a:rPr>
                <a:t>                   </a:t>
              </a:r>
            </a:p>
          </p:txBody>
        </p:sp>
        <p:sp>
          <p:nvSpPr>
            <p:cNvPr id="123" name="Oval 122">
              <a:extLst>
                <a:ext uri="{FF2B5EF4-FFF2-40B4-BE49-F238E27FC236}">
                  <a16:creationId xmlns:a16="http://schemas.microsoft.com/office/drawing/2014/main" id="{8656B286-5B4C-0D4F-9AF0-6A6CFC0099D8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+mj-lt"/>
                </a:rPr>
                <a:t>              </a:t>
              </a:r>
            </a:p>
          </p:txBody>
        </p:sp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CE4349E7-CC12-8D4C-8CFA-829CDA082037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25" name="Freeform 124">
                <a:extLst>
                  <a:ext uri="{FF2B5EF4-FFF2-40B4-BE49-F238E27FC236}">
                    <a16:creationId xmlns:a16="http://schemas.microsoft.com/office/drawing/2014/main" id="{AD86C2F1-D4F0-7948-9E05-62E1C42CC8F0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+mj-lt"/>
                </a:endParaRPr>
              </a:p>
            </p:txBody>
          </p:sp>
          <p:sp>
            <p:nvSpPr>
              <p:cNvPr id="126" name="Freeform 125">
                <a:extLst>
                  <a:ext uri="{FF2B5EF4-FFF2-40B4-BE49-F238E27FC236}">
                    <a16:creationId xmlns:a16="http://schemas.microsoft.com/office/drawing/2014/main" id="{6224715B-0FC5-9E49-B361-2A29A286F3CE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+mj-lt"/>
                </a:endParaRPr>
              </a:p>
            </p:txBody>
          </p:sp>
          <p:sp>
            <p:nvSpPr>
              <p:cNvPr id="127" name="Freeform 126">
                <a:extLst>
                  <a:ext uri="{FF2B5EF4-FFF2-40B4-BE49-F238E27FC236}">
                    <a16:creationId xmlns:a16="http://schemas.microsoft.com/office/drawing/2014/main" id="{7CA2DA9C-2B13-214E-ACD2-0EA76BA83013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+mj-lt"/>
                </a:endParaRPr>
              </a:p>
            </p:txBody>
          </p:sp>
          <p:sp>
            <p:nvSpPr>
              <p:cNvPr id="128" name="Freeform 127">
                <a:extLst>
                  <a:ext uri="{FF2B5EF4-FFF2-40B4-BE49-F238E27FC236}">
                    <a16:creationId xmlns:a16="http://schemas.microsoft.com/office/drawing/2014/main" id="{8C4A6B5C-46E6-5E4D-96C8-1C3F87F03876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+mj-lt"/>
                </a:endParaRPr>
              </a:p>
            </p:txBody>
          </p:sp>
        </p:grpSp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0E1D7EA0-6DA2-8D43-8279-78C750CFC172}"/>
              </a:ext>
            </a:extLst>
          </p:cNvPr>
          <p:cNvGrpSpPr/>
          <p:nvPr/>
        </p:nvGrpSpPr>
        <p:grpSpPr>
          <a:xfrm>
            <a:off x="6233640" y="5110086"/>
            <a:ext cx="232305" cy="143129"/>
            <a:chOff x="3668110" y="2448910"/>
            <a:chExt cx="3794234" cy="2165130"/>
          </a:xfrm>
        </p:grpSpPr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3632348E-CBF0-8F4E-B1C0-FA5E7B140362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+mj-lt"/>
              </a:endParaRPr>
            </a:p>
          </p:txBody>
        </p:sp>
        <p:sp>
          <p:nvSpPr>
            <p:cNvPr id="131" name="Freeform 130">
              <a:extLst>
                <a:ext uri="{FF2B5EF4-FFF2-40B4-BE49-F238E27FC236}">
                  <a16:creationId xmlns:a16="http://schemas.microsoft.com/office/drawing/2014/main" id="{9E6F91D8-1A83-2A42-AC0B-AD8F10B7EF35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+mj-lt"/>
              </a:endParaRPr>
            </a:p>
          </p:txBody>
        </p:sp>
        <p:grpSp>
          <p:nvGrpSpPr>
            <p:cNvPr id="132" name="Group 131">
              <a:extLst>
                <a:ext uri="{FF2B5EF4-FFF2-40B4-BE49-F238E27FC236}">
                  <a16:creationId xmlns:a16="http://schemas.microsoft.com/office/drawing/2014/main" id="{941E3EF0-51B2-C349-B41E-2A6C5F46D905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33" name="Freeform 132">
                <a:extLst>
                  <a:ext uri="{FF2B5EF4-FFF2-40B4-BE49-F238E27FC236}">
                    <a16:creationId xmlns:a16="http://schemas.microsoft.com/office/drawing/2014/main" id="{C7403B7C-7FA1-3F40-B91E-B9311B3831C3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+mj-lt"/>
                </a:endParaRPr>
              </a:p>
            </p:txBody>
          </p:sp>
          <p:sp>
            <p:nvSpPr>
              <p:cNvPr id="134" name="Freeform 133">
                <a:extLst>
                  <a:ext uri="{FF2B5EF4-FFF2-40B4-BE49-F238E27FC236}">
                    <a16:creationId xmlns:a16="http://schemas.microsoft.com/office/drawing/2014/main" id="{2456F695-074E-CC4D-8221-531E7EA3A74D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+mj-lt"/>
                </a:endParaRPr>
              </a:p>
            </p:txBody>
          </p:sp>
          <p:sp>
            <p:nvSpPr>
              <p:cNvPr id="135" name="Freeform 134">
                <a:extLst>
                  <a:ext uri="{FF2B5EF4-FFF2-40B4-BE49-F238E27FC236}">
                    <a16:creationId xmlns:a16="http://schemas.microsoft.com/office/drawing/2014/main" id="{224A04C3-C296-1C4B-BBD4-CDE7083CB1D5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+mj-lt"/>
                </a:endParaRPr>
              </a:p>
            </p:txBody>
          </p:sp>
          <p:sp>
            <p:nvSpPr>
              <p:cNvPr id="136" name="Freeform 135">
                <a:extLst>
                  <a:ext uri="{FF2B5EF4-FFF2-40B4-BE49-F238E27FC236}">
                    <a16:creationId xmlns:a16="http://schemas.microsoft.com/office/drawing/2014/main" id="{5BBAC641-21BF-8B45-BB54-F143F77A1556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+mj-lt"/>
                </a:endParaRPr>
              </a:p>
            </p:txBody>
          </p:sp>
        </p:grpSp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93BC347E-C394-3042-B2F7-B3F23FAEAB95}"/>
              </a:ext>
            </a:extLst>
          </p:cNvPr>
          <p:cNvGrpSpPr/>
          <p:nvPr/>
        </p:nvGrpSpPr>
        <p:grpSpPr>
          <a:xfrm>
            <a:off x="6329870" y="3323493"/>
            <a:ext cx="265259" cy="126206"/>
            <a:chOff x="7493876" y="2774731"/>
            <a:chExt cx="1481958" cy="894622"/>
          </a:xfrm>
        </p:grpSpPr>
        <p:sp>
          <p:nvSpPr>
            <p:cNvPr id="138" name="Freeform 137">
              <a:extLst>
                <a:ext uri="{FF2B5EF4-FFF2-40B4-BE49-F238E27FC236}">
                  <a16:creationId xmlns:a16="http://schemas.microsoft.com/office/drawing/2014/main" id="{E2A87F28-E662-7843-88D6-0813EE7C9C70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+mj-lt"/>
                </a:rPr>
                <a:t>                   </a:t>
              </a:r>
            </a:p>
          </p:txBody>
        </p:sp>
        <p:sp>
          <p:nvSpPr>
            <p:cNvPr id="139" name="Oval 138">
              <a:extLst>
                <a:ext uri="{FF2B5EF4-FFF2-40B4-BE49-F238E27FC236}">
                  <a16:creationId xmlns:a16="http://schemas.microsoft.com/office/drawing/2014/main" id="{7F5A88D5-7F33-C641-91D0-89A14D0320A3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+mj-lt"/>
                </a:rPr>
                <a:t>              </a:t>
              </a:r>
            </a:p>
          </p:txBody>
        </p:sp>
        <p:grpSp>
          <p:nvGrpSpPr>
            <p:cNvPr id="140" name="Group 139">
              <a:extLst>
                <a:ext uri="{FF2B5EF4-FFF2-40B4-BE49-F238E27FC236}">
                  <a16:creationId xmlns:a16="http://schemas.microsoft.com/office/drawing/2014/main" id="{F27C385B-C23A-9D47-A881-792955281F4B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41" name="Freeform 140">
                <a:extLst>
                  <a:ext uri="{FF2B5EF4-FFF2-40B4-BE49-F238E27FC236}">
                    <a16:creationId xmlns:a16="http://schemas.microsoft.com/office/drawing/2014/main" id="{1AAAA0E5-7CFA-D644-ADAB-E7BF68F3D3B3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+mj-lt"/>
                </a:endParaRPr>
              </a:p>
            </p:txBody>
          </p:sp>
          <p:sp>
            <p:nvSpPr>
              <p:cNvPr id="142" name="Freeform 141">
                <a:extLst>
                  <a:ext uri="{FF2B5EF4-FFF2-40B4-BE49-F238E27FC236}">
                    <a16:creationId xmlns:a16="http://schemas.microsoft.com/office/drawing/2014/main" id="{751DAA20-67FB-F046-A058-83AEFE0E26C0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+mj-lt"/>
                </a:endParaRPr>
              </a:p>
            </p:txBody>
          </p:sp>
          <p:sp>
            <p:nvSpPr>
              <p:cNvPr id="143" name="Freeform 142">
                <a:extLst>
                  <a:ext uri="{FF2B5EF4-FFF2-40B4-BE49-F238E27FC236}">
                    <a16:creationId xmlns:a16="http://schemas.microsoft.com/office/drawing/2014/main" id="{0C03FD79-9BD7-DD42-AC59-6C4F96612ACE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+mj-lt"/>
                </a:endParaRPr>
              </a:p>
            </p:txBody>
          </p:sp>
          <p:sp>
            <p:nvSpPr>
              <p:cNvPr id="144" name="Freeform 143">
                <a:extLst>
                  <a:ext uri="{FF2B5EF4-FFF2-40B4-BE49-F238E27FC236}">
                    <a16:creationId xmlns:a16="http://schemas.microsoft.com/office/drawing/2014/main" id="{A4610651-9548-304A-8A63-B930DF62228F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+mj-lt"/>
                </a:endParaRPr>
              </a:p>
            </p:txBody>
          </p:sp>
        </p:grpSp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8ECEC947-F5C8-414B-A56E-EBE5DFFEDB1C}"/>
              </a:ext>
            </a:extLst>
          </p:cNvPr>
          <p:cNvGrpSpPr/>
          <p:nvPr/>
        </p:nvGrpSpPr>
        <p:grpSpPr>
          <a:xfrm>
            <a:off x="6037552" y="4188757"/>
            <a:ext cx="266240" cy="131751"/>
            <a:chOff x="7493876" y="2774731"/>
            <a:chExt cx="1481958" cy="894622"/>
          </a:xfrm>
        </p:grpSpPr>
        <p:sp>
          <p:nvSpPr>
            <p:cNvPr id="146" name="Freeform 145">
              <a:extLst>
                <a:ext uri="{FF2B5EF4-FFF2-40B4-BE49-F238E27FC236}">
                  <a16:creationId xmlns:a16="http://schemas.microsoft.com/office/drawing/2014/main" id="{86294923-1C02-5240-95DE-EA2186392E22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+mj-lt"/>
                </a:rPr>
                <a:t>                   </a:t>
              </a:r>
            </a:p>
          </p:txBody>
        </p: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2AB3674D-1CCE-274D-BF8E-CEFECF766B32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+mj-lt"/>
                </a:rPr>
                <a:t>              </a:t>
              </a:r>
            </a:p>
          </p:txBody>
        </p:sp>
        <p:grpSp>
          <p:nvGrpSpPr>
            <p:cNvPr id="148" name="Group 147">
              <a:extLst>
                <a:ext uri="{FF2B5EF4-FFF2-40B4-BE49-F238E27FC236}">
                  <a16:creationId xmlns:a16="http://schemas.microsoft.com/office/drawing/2014/main" id="{86166535-C584-C14C-9137-7498CC96E8FD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49" name="Freeform 148">
                <a:extLst>
                  <a:ext uri="{FF2B5EF4-FFF2-40B4-BE49-F238E27FC236}">
                    <a16:creationId xmlns:a16="http://schemas.microsoft.com/office/drawing/2014/main" id="{17514CA1-86B8-BA44-B4A0-0CEB1F62C266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+mj-lt"/>
                </a:endParaRPr>
              </a:p>
            </p:txBody>
          </p:sp>
          <p:sp>
            <p:nvSpPr>
              <p:cNvPr id="150" name="Freeform 149">
                <a:extLst>
                  <a:ext uri="{FF2B5EF4-FFF2-40B4-BE49-F238E27FC236}">
                    <a16:creationId xmlns:a16="http://schemas.microsoft.com/office/drawing/2014/main" id="{8D28E726-BB5D-5644-9E9D-DEEB2E0B1FFC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+mj-lt"/>
                </a:endParaRPr>
              </a:p>
            </p:txBody>
          </p:sp>
          <p:sp>
            <p:nvSpPr>
              <p:cNvPr id="151" name="Freeform 150">
                <a:extLst>
                  <a:ext uri="{FF2B5EF4-FFF2-40B4-BE49-F238E27FC236}">
                    <a16:creationId xmlns:a16="http://schemas.microsoft.com/office/drawing/2014/main" id="{BDE8E149-5BA9-CB4C-9AC6-1EED7308D871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+mj-lt"/>
                </a:endParaRPr>
              </a:p>
            </p:txBody>
          </p:sp>
          <p:sp>
            <p:nvSpPr>
              <p:cNvPr id="152" name="Freeform 151">
                <a:extLst>
                  <a:ext uri="{FF2B5EF4-FFF2-40B4-BE49-F238E27FC236}">
                    <a16:creationId xmlns:a16="http://schemas.microsoft.com/office/drawing/2014/main" id="{BAF1B228-D777-8846-8B1B-6476F6C2AA6C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+mj-lt"/>
                </a:endParaRPr>
              </a:p>
            </p:txBody>
          </p:sp>
        </p:grpSp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419BFD2C-DE5F-0C45-B636-6597FE43775F}"/>
              </a:ext>
            </a:extLst>
          </p:cNvPr>
          <p:cNvGrpSpPr/>
          <p:nvPr/>
        </p:nvGrpSpPr>
        <p:grpSpPr>
          <a:xfrm>
            <a:off x="8163064" y="3915285"/>
            <a:ext cx="128242" cy="72789"/>
            <a:chOff x="7493876" y="2774731"/>
            <a:chExt cx="1481958" cy="894622"/>
          </a:xfrm>
        </p:grpSpPr>
        <p:sp>
          <p:nvSpPr>
            <p:cNvPr id="154" name="Freeform 153">
              <a:extLst>
                <a:ext uri="{FF2B5EF4-FFF2-40B4-BE49-F238E27FC236}">
                  <a16:creationId xmlns:a16="http://schemas.microsoft.com/office/drawing/2014/main" id="{58D0A013-957C-4B4E-8B83-D6592094AC10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+mj-lt"/>
                </a:rPr>
                <a:t>                   </a:t>
              </a:r>
            </a:p>
          </p:txBody>
        </p:sp>
        <p:sp>
          <p:nvSpPr>
            <p:cNvPr id="155" name="Oval 154">
              <a:extLst>
                <a:ext uri="{FF2B5EF4-FFF2-40B4-BE49-F238E27FC236}">
                  <a16:creationId xmlns:a16="http://schemas.microsoft.com/office/drawing/2014/main" id="{F7DC0323-148A-714F-A6FC-9ADB6FB12895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+mj-lt"/>
                </a:rPr>
                <a:t>              </a:t>
              </a:r>
            </a:p>
          </p:txBody>
        </p:sp>
        <p:grpSp>
          <p:nvGrpSpPr>
            <p:cNvPr id="156" name="Group 155">
              <a:extLst>
                <a:ext uri="{FF2B5EF4-FFF2-40B4-BE49-F238E27FC236}">
                  <a16:creationId xmlns:a16="http://schemas.microsoft.com/office/drawing/2014/main" id="{2B6897F2-F6E6-A049-A1D9-17378B713B31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57" name="Freeform 156">
                <a:extLst>
                  <a:ext uri="{FF2B5EF4-FFF2-40B4-BE49-F238E27FC236}">
                    <a16:creationId xmlns:a16="http://schemas.microsoft.com/office/drawing/2014/main" id="{0F6ACC7A-4B31-AF42-A472-F972FEE81396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+mj-lt"/>
                </a:endParaRPr>
              </a:p>
            </p:txBody>
          </p:sp>
          <p:sp>
            <p:nvSpPr>
              <p:cNvPr id="158" name="Freeform 157">
                <a:extLst>
                  <a:ext uri="{FF2B5EF4-FFF2-40B4-BE49-F238E27FC236}">
                    <a16:creationId xmlns:a16="http://schemas.microsoft.com/office/drawing/2014/main" id="{0CE6B10E-CA3E-D444-AB50-17DAB7CAD2C8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+mj-lt"/>
                </a:endParaRPr>
              </a:p>
            </p:txBody>
          </p:sp>
          <p:sp>
            <p:nvSpPr>
              <p:cNvPr id="159" name="Freeform 158">
                <a:extLst>
                  <a:ext uri="{FF2B5EF4-FFF2-40B4-BE49-F238E27FC236}">
                    <a16:creationId xmlns:a16="http://schemas.microsoft.com/office/drawing/2014/main" id="{E3B2228D-5BAA-EC47-BEFB-CB31458923DB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+mj-lt"/>
                </a:endParaRPr>
              </a:p>
            </p:txBody>
          </p:sp>
          <p:sp>
            <p:nvSpPr>
              <p:cNvPr id="160" name="Freeform 159">
                <a:extLst>
                  <a:ext uri="{FF2B5EF4-FFF2-40B4-BE49-F238E27FC236}">
                    <a16:creationId xmlns:a16="http://schemas.microsoft.com/office/drawing/2014/main" id="{B7729E0C-173F-C14A-AEF0-A4EC382A5215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+mj-lt"/>
                </a:endParaRPr>
              </a:p>
            </p:txBody>
          </p:sp>
        </p:grpSp>
      </p:grp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0F65CB9E-D1E1-5348-9E59-69DA1CEF2123}"/>
              </a:ext>
            </a:extLst>
          </p:cNvPr>
          <p:cNvGrpSpPr/>
          <p:nvPr/>
        </p:nvGrpSpPr>
        <p:grpSpPr>
          <a:xfrm>
            <a:off x="7807957" y="3836365"/>
            <a:ext cx="265259" cy="148758"/>
            <a:chOff x="7493876" y="2774731"/>
            <a:chExt cx="1481958" cy="894622"/>
          </a:xfrm>
        </p:grpSpPr>
        <p:sp>
          <p:nvSpPr>
            <p:cNvPr id="162" name="Freeform 161">
              <a:extLst>
                <a:ext uri="{FF2B5EF4-FFF2-40B4-BE49-F238E27FC236}">
                  <a16:creationId xmlns:a16="http://schemas.microsoft.com/office/drawing/2014/main" id="{21DBEC0A-03A5-5849-AD80-43903CE8F98A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+mj-lt"/>
                </a:rPr>
                <a:t>                   </a:t>
              </a:r>
            </a:p>
          </p:txBody>
        </p:sp>
        <p:sp>
          <p:nvSpPr>
            <p:cNvPr id="163" name="Oval 162">
              <a:extLst>
                <a:ext uri="{FF2B5EF4-FFF2-40B4-BE49-F238E27FC236}">
                  <a16:creationId xmlns:a16="http://schemas.microsoft.com/office/drawing/2014/main" id="{093155A2-B6DA-E04B-931F-EAE90D032943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+mj-lt"/>
                </a:rPr>
                <a:t>              </a:t>
              </a:r>
            </a:p>
          </p:txBody>
        </p:sp>
        <p:grpSp>
          <p:nvGrpSpPr>
            <p:cNvPr id="164" name="Group 163">
              <a:extLst>
                <a:ext uri="{FF2B5EF4-FFF2-40B4-BE49-F238E27FC236}">
                  <a16:creationId xmlns:a16="http://schemas.microsoft.com/office/drawing/2014/main" id="{3931AF15-7062-194D-9D41-4344D0DE6CAC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65" name="Freeform 164">
                <a:extLst>
                  <a:ext uri="{FF2B5EF4-FFF2-40B4-BE49-F238E27FC236}">
                    <a16:creationId xmlns:a16="http://schemas.microsoft.com/office/drawing/2014/main" id="{FDC26AF1-24F2-5D45-AB87-61683E4E2529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+mj-lt"/>
                </a:endParaRPr>
              </a:p>
            </p:txBody>
          </p:sp>
          <p:sp>
            <p:nvSpPr>
              <p:cNvPr id="166" name="Freeform 165">
                <a:extLst>
                  <a:ext uri="{FF2B5EF4-FFF2-40B4-BE49-F238E27FC236}">
                    <a16:creationId xmlns:a16="http://schemas.microsoft.com/office/drawing/2014/main" id="{4EC90C20-8D53-0646-9F93-F00306B71CA1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+mj-lt"/>
                </a:endParaRPr>
              </a:p>
            </p:txBody>
          </p:sp>
          <p:sp>
            <p:nvSpPr>
              <p:cNvPr id="167" name="Freeform 166">
                <a:extLst>
                  <a:ext uri="{FF2B5EF4-FFF2-40B4-BE49-F238E27FC236}">
                    <a16:creationId xmlns:a16="http://schemas.microsoft.com/office/drawing/2014/main" id="{49493643-4525-FD45-A56C-AE765396C567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+mj-lt"/>
                </a:endParaRPr>
              </a:p>
            </p:txBody>
          </p:sp>
          <p:sp>
            <p:nvSpPr>
              <p:cNvPr id="168" name="Freeform 167">
                <a:extLst>
                  <a:ext uri="{FF2B5EF4-FFF2-40B4-BE49-F238E27FC236}">
                    <a16:creationId xmlns:a16="http://schemas.microsoft.com/office/drawing/2014/main" id="{0824CC9D-76C8-2749-A791-F65C4F3ACA43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+mj-lt"/>
                </a:endParaRPr>
              </a:p>
            </p:txBody>
          </p:sp>
        </p:grpSp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CFBE87F9-CE91-5943-9D77-D8B9227384AC}"/>
              </a:ext>
            </a:extLst>
          </p:cNvPr>
          <p:cNvGrpSpPr/>
          <p:nvPr/>
        </p:nvGrpSpPr>
        <p:grpSpPr>
          <a:xfrm>
            <a:off x="7461543" y="2865980"/>
            <a:ext cx="265259" cy="148758"/>
            <a:chOff x="7493876" y="2774731"/>
            <a:chExt cx="1481958" cy="894622"/>
          </a:xfrm>
        </p:grpSpPr>
        <p:sp>
          <p:nvSpPr>
            <p:cNvPr id="170" name="Freeform 169">
              <a:extLst>
                <a:ext uri="{FF2B5EF4-FFF2-40B4-BE49-F238E27FC236}">
                  <a16:creationId xmlns:a16="http://schemas.microsoft.com/office/drawing/2014/main" id="{4F167397-FDB8-4A4D-A599-63F4111F1811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+mj-lt"/>
                </a:rPr>
                <a:t>                   </a:t>
              </a:r>
            </a:p>
          </p:txBody>
        </p:sp>
        <p:sp>
          <p:nvSpPr>
            <p:cNvPr id="171" name="Oval 170">
              <a:extLst>
                <a:ext uri="{FF2B5EF4-FFF2-40B4-BE49-F238E27FC236}">
                  <a16:creationId xmlns:a16="http://schemas.microsoft.com/office/drawing/2014/main" id="{08DCFDBA-4FB5-AE49-968D-A9F0C84D1CA6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+mj-lt"/>
                </a:rPr>
                <a:t>              </a:t>
              </a:r>
            </a:p>
          </p:txBody>
        </p:sp>
        <p:grpSp>
          <p:nvGrpSpPr>
            <p:cNvPr id="172" name="Group 171">
              <a:extLst>
                <a:ext uri="{FF2B5EF4-FFF2-40B4-BE49-F238E27FC236}">
                  <a16:creationId xmlns:a16="http://schemas.microsoft.com/office/drawing/2014/main" id="{185146B5-C4CC-CF42-8938-46F3C689B49E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73" name="Freeform 172">
                <a:extLst>
                  <a:ext uri="{FF2B5EF4-FFF2-40B4-BE49-F238E27FC236}">
                    <a16:creationId xmlns:a16="http://schemas.microsoft.com/office/drawing/2014/main" id="{A7227274-32EF-074A-9791-2B53B212E4BB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+mj-lt"/>
                </a:endParaRPr>
              </a:p>
            </p:txBody>
          </p:sp>
          <p:sp>
            <p:nvSpPr>
              <p:cNvPr id="174" name="Freeform 173">
                <a:extLst>
                  <a:ext uri="{FF2B5EF4-FFF2-40B4-BE49-F238E27FC236}">
                    <a16:creationId xmlns:a16="http://schemas.microsoft.com/office/drawing/2014/main" id="{201B35B0-4270-0A43-B1CB-1EA6DEBA0A34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+mj-lt"/>
                </a:endParaRPr>
              </a:p>
            </p:txBody>
          </p:sp>
          <p:sp>
            <p:nvSpPr>
              <p:cNvPr id="175" name="Freeform 174">
                <a:extLst>
                  <a:ext uri="{FF2B5EF4-FFF2-40B4-BE49-F238E27FC236}">
                    <a16:creationId xmlns:a16="http://schemas.microsoft.com/office/drawing/2014/main" id="{F7956E94-C156-C749-894C-3962EFA64DC4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+mj-lt"/>
                </a:endParaRPr>
              </a:p>
            </p:txBody>
          </p:sp>
          <p:sp>
            <p:nvSpPr>
              <p:cNvPr id="176" name="Freeform 175">
                <a:extLst>
                  <a:ext uri="{FF2B5EF4-FFF2-40B4-BE49-F238E27FC236}">
                    <a16:creationId xmlns:a16="http://schemas.microsoft.com/office/drawing/2014/main" id="{30545111-AB10-544C-A7FB-8905D7E84A0C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+mj-lt"/>
                </a:endParaRPr>
              </a:p>
            </p:txBody>
          </p:sp>
        </p:grpSp>
      </p:grp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6D2B1BF7-15E3-B642-B1ED-14A585EC5A4E}"/>
              </a:ext>
            </a:extLst>
          </p:cNvPr>
          <p:cNvGrpSpPr/>
          <p:nvPr/>
        </p:nvGrpSpPr>
        <p:grpSpPr>
          <a:xfrm>
            <a:off x="7895410" y="3174286"/>
            <a:ext cx="265259" cy="148758"/>
            <a:chOff x="7493876" y="2774731"/>
            <a:chExt cx="1481958" cy="894622"/>
          </a:xfrm>
        </p:grpSpPr>
        <p:sp>
          <p:nvSpPr>
            <p:cNvPr id="178" name="Freeform 177">
              <a:extLst>
                <a:ext uri="{FF2B5EF4-FFF2-40B4-BE49-F238E27FC236}">
                  <a16:creationId xmlns:a16="http://schemas.microsoft.com/office/drawing/2014/main" id="{FC3BC896-EAF3-B44C-A223-0B61ADD448AF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+mj-lt"/>
                </a:rPr>
                <a:t>                   </a:t>
              </a:r>
            </a:p>
          </p:txBody>
        </p:sp>
        <p:sp>
          <p:nvSpPr>
            <p:cNvPr id="179" name="Oval 178">
              <a:extLst>
                <a:ext uri="{FF2B5EF4-FFF2-40B4-BE49-F238E27FC236}">
                  <a16:creationId xmlns:a16="http://schemas.microsoft.com/office/drawing/2014/main" id="{A1FDE8F7-458E-F043-99FF-74BB3A940405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+mj-lt"/>
                </a:rPr>
                <a:t>              </a:t>
              </a:r>
            </a:p>
          </p:txBody>
        </p:sp>
        <p:grpSp>
          <p:nvGrpSpPr>
            <p:cNvPr id="180" name="Group 179">
              <a:extLst>
                <a:ext uri="{FF2B5EF4-FFF2-40B4-BE49-F238E27FC236}">
                  <a16:creationId xmlns:a16="http://schemas.microsoft.com/office/drawing/2014/main" id="{FF87486C-C62D-A04E-BD6D-5E7B286D0987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81" name="Freeform 180">
                <a:extLst>
                  <a:ext uri="{FF2B5EF4-FFF2-40B4-BE49-F238E27FC236}">
                    <a16:creationId xmlns:a16="http://schemas.microsoft.com/office/drawing/2014/main" id="{DEDB6C40-CF6A-E547-8BC1-635D2DC438F1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+mj-lt"/>
                </a:endParaRPr>
              </a:p>
            </p:txBody>
          </p:sp>
          <p:sp>
            <p:nvSpPr>
              <p:cNvPr id="182" name="Freeform 181">
                <a:extLst>
                  <a:ext uri="{FF2B5EF4-FFF2-40B4-BE49-F238E27FC236}">
                    <a16:creationId xmlns:a16="http://schemas.microsoft.com/office/drawing/2014/main" id="{B7776C1D-06CD-5245-AF82-92665409A005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+mj-lt"/>
                </a:endParaRPr>
              </a:p>
            </p:txBody>
          </p:sp>
          <p:sp>
            <p:nvSpPr>
              <p:cNvPr id="183" name="Freeform 182">
                <a:extLst>
                  <a:ext uri="{FF2B5EF4-FFF2-40B4-BE49-F238E27FC236}">
                    <a16:creationId xmlns:a16="http://schemas.microsoft.com/office/drawing/2014/main" id="{2D893366-435F-C043-8ADD-35A96EC80B1E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+mj-lt"/>
                </a:endParaRPr>
              </a:p>
            </p:txBody>
          </p:sp>
          <p:sp>
            <p:nvSpPr>
              <p:cNvPr id="184" name="Freeform 183">
                <a:extLst>
                  <a:ext uri="{FF2B5EF4-FFF2-40B4-BE49-F238E27FC236}">
                    <a16:creationId xmlns:a16="http://schemas.microsoft.com/office/drawing/2014/main" id="{5246B375-EFFF-874C-BA50-6516A502F0CE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+mj-lt"/>
                </a:endParaRPr>
              </a:p>
            </p:txBody>
          </p:sp>
        </p:grpSp>
      </p:grp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F0711763-C567-4040-ABFB-F5C34597A154}"/>
              </a:ext>
            </a:extLst>
          </p:cNvPr>
          <p:cNvGrpSpPr/>
          <p:nvPr/>
        </p:nvGrpSpPr>
        <p:grpSpPr>
          <a:xfrm>
            <a:off x="7982869" y="2795233"/>
            <a:ext cx="265259" cy="148758"/>
            <a:chOff x="7493876" y="2774731"/>
            <a:chExt cx="1481958" cy="894622"/>
          </a:xfrm>
        </p:grpSpPr>
        <p:sp>
          <p:nvSpPr>
            <p:cNvPr id="186" name="Freeform 185">
              <a:extLst>
                <a:ext uri="{FF2B5EF4-FFF2-40B4-BE49-F238E27FC236}">
                  <a16:creationId xmlns:a16="http://schemas.microsoft.com/office/drawing/2014/main" id="{7F38627D-7A2B-A841-8C69-850F7253A2D4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+mj-lt"/>
                </a:rPr>
                <a:t>                   </a:t>
              </a:r>
            </a:p>
          </p:txBody>
        </p:sp>
        <p:sp>
          <p:nvSpPr>
            <p:cNvPr id="187" name="Oval 186">
              <a:extLst>
                <a:ext uri="{FF2B5EF4-FFF2-40B4-BE49-F238E27FC236}">
                  <a16:creationId xmlns:a16="http://schemas.microsoft.com/office/drawing/2014/main" id="{8FB71122-C2F0-3B40-A94F-7E95B02A39D4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+mj-lt"/>
                </a:rPr>
                <a:t>              </a:t>
              </a:r>
            </a:p>
          </p:txBody>
        </p:sp>
        <p:grpSp>
          <p:nvGrpSpPr>
            <p:cNvPr id="188" name="Group 187">
              <a:extLst>
                <a:ext uri="{FF2B5EF4-FFF2-40B4-BE49-F238E27FC236}">
                  <a16:creationId xmlns:a16="http://schemas.microsoft.com/office/drawing/2014/main" id="{3A5D9C3E-2D7E-A54F-9A93-7708DD147DB1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89" name="Freeform 188">
                <a:extLst>
                  <a:ext uri="{FF2B5EF4-FFF2-40B4-BE49-F238E27FC236}">
                    <a16:creationId xmlns:a16="http://schemas.microsoft.com/office/drawing/2014/main" id="{2B3C3A91-863F-E54F-BCBF-83530898F04D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+mj-lt"/>
                </a:endParaRPr>
              </a:p>
            </p:txBody>
          </p:sp>
          <p:sp>
            <p:nvSpPr>
              <p:cNvPr id="190" name="Freeform 189">
                <a:extLst>
                  <a:ext uri="{FF2B5EF4-FFF2-40B4-BE49-F238E27FC236}">
                    <a16:creationId xmlns:a16="http://schemas.microsoft.com/office/drawing/2014/main" id="{E03CE2E4-33A0-7443-968B-028BF2FEAFC6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+mj-lt"/>
                </a:endParaRPr>
              </a:p>
            </p:txBody>
          </p:sp>
          <p:sp>
            <p:nvSpPr>
              <p:cNvPr id="191" name="Freeform 190">
                <a:extLst>
                  <a:ext uri="{FF2B5EF4-FFF2-40B4-BE49-F238E27FC236}">
                    <a16:creationId xmlns:a16="http://schemas.microsoft.com/office/drawing/2014/main" id="{92376DD9-E3A6-0B4A-97CB-7FDA6023E448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+mj-lt"/>
                </a:endParaRPr>
              </a:p>
            </p:txBody>
          </p:sp>
          <p:sp>
            <p:nvSpPr>
              <p:cNvPr id="192" name="Freeform 191">
                <a:extLst>
                  <a:ext uri="{FF2B5EF4-FFF2-40B4-BE49-F238E27FC236}">
                    <a16:creationId xmlns:a16="http://schemas.microsoft.com/office/drawing/2014/main" id="{18E42DD9-0888-4A41-A186-22087D773FCC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+mj-lt"/>
                </a:endParaRPr>
              </a:p>
            </p:txBody>
          </p:sp>
        </p:grpSp>
      </p:grp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E38FF4C3-D0A2-D548-89C0-C35D3E53032F}"/>
              </a:ext>
            </a:extLst>
          </p:cNvPr>
          <p:cNvGrpSpPr/>
          <p:nvPr/>
        </p:nvGrpSpPr>
        <p:grpSpPr>
          <a:xfrm>
            <a:off x="6824091" y="4181729"/>
            <a:ext cx="275418" cy="180228"/>
            <a:chOff x="7493876" y="2774731"/>
            <a:chExt cx="1481958" cy="894622"/>
          </a:xfrm>
        </p:grpSpPr>
        <p:sp>
          <p:nvSpPr>
            <p:cNvPr id="194" name="Freeform 193">
              <a:extLst>
                <a:ext uri="{FF2B5EF4-FFF2-40B4-BE49-F238E27FC236}">
                  <a16:creationId xmlns:a16="http://schemas.microsoft.com/office/drawing/2014/main" id="{027716F5-6A2D-404B-ADB2-50CDACB02062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+mj-lt"/>
                </a:rPr>
                <a:t>                   </a:t>
              </a:r>
            </a:p>
          </p:txBody>
        </p:sp>
        <p:sp>
          <p:nvSpPr>
            <p:cNvPr id="195" name="Oval 194">
              <a:extLst>
                <a:ext uri="{FF2B5EF4-FFF2-40B4-BE49-F238E27FC236}">
                  <a16:creationId xmlns:a16="http://schemas.microsoft.com/office/drawing/2014/main" id="{C3297389-072E-FE41-B64F-4D54440AB368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+mj-lt"/>
                </a:rPr>
                <a:t>              </a:t>
              </a:r>
            </a:p>
          </p:txBody>
        </p:sp>
        <p:grpSp>
          <p:nvGrpSpPr>
            <p:cNvPr id="196" name="Group 195">
              <a:extLst>
                <a:ext uri="{FF2B5EF4-FFF2-40B4-BE49-F238E27FC236}">
                  <a16:creationId xmlns:a16="http://schemas.microsoft.com/office/drawing/2014/main" id="{36323224-311B-EE47-BE36-F2BE4EA6BC7F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97" name="Freeform 196">
                <a:extLst>
                  <a:ext uri="{FF2B5EF4-FFF2-40B4-BE49-F238E27FC236}">
                    <a16:creationId xmlns:a16="http://schemas.microsoft.com/office/drawing/2014/main" id="{BD802D6F-DAFD-DC41-83D1-DF0F4A2A7948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+mj-lt"/>
                </a:endParaRPr>
              </a:p>
            </p:txBody>
          </p:sp>
          <p:sp>
            <p:nvSpPr>
              <p:cNvPr id="198" name="Freeform 197">
                <a:extLst>
                  <a:ext uri="{FF2B5EF4-FFF2-40B4-BE49-F238E27FC236}">
                    <a16:creationId xmlns:a16="http://schemas.microsoft.com/office/drawing/2014/main" id="{2CE211BA-1FF8-2548-A6C8-5CD1E12C3E1A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+mj-lt"/>
                </a:endParaRPr>
              </a:p>
            </p:txBody>
          </p:sp>
          <p:sp>
            <p:nvSpPr>
              <p:cNvPr id="199" name="Freeform 198">
                <a:extLst>
                  <a:ext uri="{FF2B5EF4-FFF2-40B4-BE49-F238E27FC236}">
                    <a16:creationId xmlns:a16="http://schemas.microsoft.com/office/drawing/2014/main" id="{D363DDD6-C621-F146-B8DA-4A9DDE186BE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+mj-lt"/>
                </a:endParaRPr>
              </a:p>
            </p:txBody>
          </p:sp>
          <p:sp>
            <p:nvSpPr>
              <p:cNvPr id="200" name="Freeform 199">
                <a:extLst>
                  <a:ext uri="{FF2B5EF4-FFF2-40B4-BE49-F238E27FC236}">
                    <a16:creationId xmlns:a16="http://schemas.microsoft.com/office/drawing/2014/main" id="{BB3402A2-EE9C-A240-899D-8BDF14CF4322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+mj-lt"/>
                </a:endParaRPr>
              </a:p>
            </p:txBody>
          </p:sp>
        </p:grpSp>
      </p:grpSp>
      <p:grpSp>
        <p:nvGrpSpPr>
          <p:cNvPr id="201" name="Group 200">
            <a:extLst>
              <a:ext uri="{FF2B5EF4-FFF2-40B4-BE49-F238E27FC236}">
                <a16:creationId xmlns:a16="http://schemas.microsoft.com/office/drawing/2014/main" id="{F6C05161-17CC-4047-8DD1-B9901ECF6386}"/>
              </a:ext>
            </a:extLst>
          </p:cNvPr>
          <p:cNvGrpSpPr/>
          <p:nvPr/>
        </p:nvGrpSpPr>
        <p:grpSpPr>
          <a:xfrm>
            <a:off x="7485094" y="3210435"/>
            <a:ext cx="265259" cy="148758"/>
            <a:chOff x="7493876" y="2774731"/>
            <a:chExt cx="1481958" cy="894622"/>
          </a:xfrm>
        </p:grpSpPr>
        <p:sp>
          <p:nvSpPr>
            <p:cNvPr id="202" name="Freeform 201">
              <a:extLst>
                <a:ext uri="{FF2B5EF4-FFF2-40B4-BE49-F238E27FC236}">
                  <a16:creationId xmlns:a16="http://schemas.microsoft.com/office/drawing/2014/main" id="{947827F3-EDEA-7A42-9B1D-083327F8DECB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+mj-lt"/>
                </a:rPr>
                <a:t>                   </a:t>
              </a:r>
            </a:p>
          </p:txBody>
        </p:sp>
        <p:sp>
          <p:nvSpPr>
            <p:cNvPr id="203" name="Oval 202">
              <a:extLst>
                <a:ext uri="{FF2B5EF4-FFF2-40B4-BE49-F238E27FC236}">
                  <a16:creationId xmlns:a16="http://schemas.microsoft.com/office/drawing/2014/main" id="{34CC4598-569C-8B40-92BA-1D2FBE3E50FD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+mj-lt"/>
                </a:rPr>
                <a:t>              </a:t>
              </a:r>
            </a:p>
          </p:txBody>
        </p:sp>
        <p:grpSp>
          <p:nvGrpSpPr>
            <p:cNvPr id="204" name="Group 203">
              <a:extLst>
                <a:ext uri="{FF2B5EF4-FFF2-40B4-BE49-F238E27FC236}">
                  <a16:creationId xmlns:a16="http://schemas.microsoft.com/office/drawing/2014/main" id="{FC8B6594-03D2-024C-9EA4-C0C60D628F1D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05" name="Freeform 204">
                <a:extLst>
                  <a:ext uri="{FF2B5EF4-FFF2-40B4-BE49-F238E27FC236}">
                    <a16:creationId xmlns:a16="http://schemas.microsoft.com/office/drawing/2014/main" id="{1FDE0324-11E3-5145-88E9-DE61B49F2A38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+mj-lt"/>
                </a:endParaRPr>
              </a:p>
            </p:txBody>
          </p:sp>
          <p:sp>
            <p:nvSpPr>
              <p:cNvPr id="206" name="Freeform 205">
                <a:extLst>
                  <a:ext uri="{FF2B5EF4-FFF2-40B4-BE49-F238E27FC236}">
                    <a16:creationId xmlns:a16="http://schemas.microsoft.com/office/drawing/2014/main" id="{C131568C-F5A3-DB44-94E2-7B887CDB2644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+mj-lt"/>
                </a:endParaRPr>
              </a:p>
            </p:txBody>
          </p:sp>
          <p:sp>
            <p:nvSpPr>
              <p:cNvPr id="207" name="Freeform 206">
                <a:extLst>
                  <a:ext uri="{FF2B5EF4-FFF2-40B4-BE49-F238E27FC236}">
                    <a16:creationId xmlns:a16="http://schemas.microsoft.com/office/drawing/2014/main" id="{A7EDAE1E-6998-2048-ADF9-12AD17B25B3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+mj-lt"/>
                </a:endParaRPr>
              </a:p>
            </p:txBody>
          </p:sp>
          <p:sp>
            <p:nvSpPr>
              <p:cNvPr id="208" name="Freeform 207">
                <a:extLst>
                  <a:ext uri="{FF2B5EF4-FFF2-40B4-BE49-F238E27FC236}">
                    <a16:creationId xmlns:a16="http://schemas.microsoft.com/office/drawing/2014/main" id="{8FC26428-BCB7-1047-B128-BD12A87F81FA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+mj-lt"/>
                </a:endParaRPr>
              </a:p>
            </p:txBody>
          </p:sp>
        </p:grpSp>
      </p:grpSp>
      <p:grpSp>
        <p:nvGrpSpPr>
          <p:cNvPr id="209" name="Group 208">
            <a:extLst>
              <a:ext uri="{FF2B5EF4-FFF2-40B4-BE49-F238E27FC236}">
                <a16:creationId xmlns:a16="http://schemas.microsoft.com/office/drawing/2014/main" id="{198EE3F8-E7C6-7742-BDAE-10EEB3BA9601}"/>
              </a:ext>
            </a:extLst>
          </p:cNvPr>
          <p:cNvGrpSpPr/>
          <p:nvPr/>
        </p:nvGrpSpPr>
        <p:grpSpPr>
          <a:xfrm>
            <a:off x="7122854" y="3759785"/>
            <a:ext cx="275418" cy="180228"/>
            <a:chOff x="7493876" y="2774731"/>
            <a:chExt cx="1481958" cy="894622"/>
          </a:xfrm>
        </p:grpSpPr>
        <p:sp>
          <p:nvSpPr>
            <p:cNvPr id="210" name="Freeform 209">
              <a:extLst>
                <a:ext uri="{FF2B5EF4-FFF2-40B4-BE49-F238E27FC236}">
                  <a16:creationId xmlns:a16="http://schemas.microsoft.com/office/drawing/2014/main" id="{7A2B8EB1-241A-C04E-9EA1-495DCDBCB17E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+mj-lt"/>
                </a:rPr>
                <a:t>                   </a:t>
              </a:r>
            </a:p>
          </p:txBody>
        </p:sp>
        <p:sp>
          <p:nvSpPr>
            <p:cNvPr id="211" name="Oval 210">
              <a:extLst>
                <a:ext uri="{FF2B5EF4-FFF2-40B4-BE49-F238E27FC236}">
                  <a16:creationId xmlns:a16="http://schemas.microsoft.com/office/drawing/2014/main" id="{0B3245D7-5441-9648-A36A-661C2ACB5721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+mj-lt"/>
                </a:rPr>
                <a:t>              </a:t>
              </a:r>
            </a:p>
          </p:txBody>
        </p:sp>
        <p:grpSp>
          <p:nvGrpSpPr>
            <p:cNvPr id="212" name="Group 211">
              <a:extLst>
                <a:ext uri="{FF2B5EF4-FFF2-40B4-BE49-F238E27FC236}">
                  <a16:creationId xmlns:a16="http://schemas.microsoft.com/office/drawing/2014/main" id="{86F28103-141B-154E-A362-409B3111D184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13" name="Freeform 212">
                <a:extLst>
                  <a:ext uri="{FF2B5EF4-FFF2-40B4-BE49-F238E27FC236}">
                    <a16:creationId xmlns:a16="http://schemas.microsoft.com/office/drawing/2014/main" id="{2F7A2BEC-77A9-6D41-8098-B64A792EA0B9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+mj-lt"/>
                </a:endParaRPr>
              </a:p>
            </p:txBody>
          </p:sp>
          <p:sp>
            <p:nvSpPr>
              <p:cNvPr id="214" name="Freeform 213">
                <a:extLst>
                  <a:ext uri="{FF2B5EF4-FFF2-40B4-BE49-F238E27FC236}">
                    <a16:creationId xmlns:a16="http://schemas.microsoft.com/office/drawing/2014/main" id="{7DED57CD-47F8-9D45-9600-A0BEEC976821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+mj-lt"/>
                </a:endParaRPr>
              </a:p>
            </p:txBody>
          </p:sp>
          <p:sp>
            <p:nvSpPr>
              <p:cNvPr id="215" name="Freeform 214">
                <a:extLst>
                  <a:ext uri="{FF2B5EF4-FFF2-40B4-BE49-F238E27FC236}">
                    <a16:creationId xmlns:a16="http://schemas.microsoft.com/office/drawing/2014/main" id="{210D30D1-E5F0-E44B-A795-D0F4E795F9A3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+mj-lt"/>
                </a:endParaRPr>
              </a:p>
            </p:txBody>
          </p:sp>
          <p:sp>
            <p:nvSpPr>
              <p:cNvPr id="216" name="Freeform 215">
                <a:extLst>
                  <a:ext uri="{FF2B5EF4-FFF2-40B4-BE49-F238E27FC236}">
                    <a16:creationId xmlns:a16="http://schemas.microsoft.com/office/drawing/2014/main" id="{AC7488D5-7B56-8944-802F-C2691C362324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+mj-lt"/>
                </a:endParaRPr>
              </a:p>
            </p:txBody>
          </p:sp>
        </p:grpSp>
      </p:grpSp>
      <p:grpSp>
        <p:nvGrpSpPr>
          <p:cNvPr id="217" name="Group 216">
            <a:extLst>
              <a:ext uri="{FF2B5EF4-FFF2-40B4-BE49-F238E27FC236}">
                <a16:creationId xmlns:a16="http://schemas.microsoft.com/office/drawing/2014/main" id="{5123C752-3FFB-E84D-9E48-DBC9A9F48F37}"/>
              </a:ext>
            </a:extLst>
          </p:cNvPr>
          <p:cNvGrpSpPr/>
          <p:nvPr/>
        </p:nvGrpSpPr>
        <p:grpSpPr>
          <a:xfrm>
            <a:off x="7201166" y="4214083"/>
            <a:ext cx="275418" cy="180228"/>
            <a:chOff x="7493876" y="2774731"/>
            <a:chExt cx="1481958" cy="894622"/>
          </a:xfrm>
        </p:grpSpPr>
        <p:sp>
          <p:nvSpPr>
            <p:cNvPr id="218" name="Freeform 217">
              <a:extLst>
                <a:ext uri="{FF2B5EF4-FFF2-40B4-BE49-F238E27FC236}">
                  <a16:creationId xmlns:a16="http://schemas.microsoft.com/office/drawing/2014/main" id="{D524F684-301C-7542-A0A4-37573182739D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+mj-lt"/>
                </a:rPr>
                <a:t>                   </a:t>
              </a:r>
            </a:p>
          </p:txBody>
        </p:sp>
        <p:sp>
          <p:nvSpPr>
            <p:cNvPr id="219" name="Oval 218">
              <a:extLst>
                <a:ext uri="{FF2B5EF4-FFF2-40B4-BE49-F238E27FC236}">
                  <a16:creationId xmlns:a16="http://schemas.microsoft.com/office/drawing/2014/main" id="{9BF20040-D9C8-B74E-BC0D-F15797752EA9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+mj-lt"/>
                </a:rPr>
                <a:t>              </a:t>
              </a:r>
            </a:p>
          </p:txBody>
        </p:sp>
        <p:grpSp>
          <p:nvGrpSpPr>
            <p:cNvPr id="220" name="Group 219">
              <a:extLst>
                <a:ext uri="{FF2B5EF4-FFF2-40B4-BE49-F238E27FC236}">
                  <a16:creationId xmlns:a16="http://schemas.microsoft.com/office/drawing/2014/main" id="{79553B03-2EF0-1445-BD4E-875D98E58492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21" name="Freeform 220">
                <a:extLst>
                  <a:ext uri="{FF2B5EF4-FFF2-40B4-BE49-F238E27FC236}">
                    <a16:creationId xmlns:a16="http://schemas.microsoft.com/office/drawing/2014/main" id="{DAB927EA-DECF-FE4A-BE5D-802F016FB194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+mj-lt"/>
                </a:endParaRPr>
              </a:p>
            </p:txBody>
          </p:sp>
          <p:sp>
            <p:nvSpPr>
              <p:cNvPr id="222" name="Freeform 221">
                <a:extLst>
                  <a:ext uri="{FF2B5EF4-FFF2-40B4-BE49-F238E27FC236}">
                    <a16:creationId xmlns:a16="http://schemas.microsoft.com/office/drawing/2014/main" id="{8F1EA0F6-ACA7-C443-A514-F770A3836883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+mj-lt"/>
                </a:endParaRPr>
              </a:p>
            </p:txBody>
          </p:sp>
          <p:sp>
            <p:nvSpPr>
              <p:cNvPr id="223" name="Freeform 222">
                <a:extLst>
                  <a:ext uri="{FF2B5EF4-FFF2-40B4-BE49-F238E27FC236}">
                    <a16:creationId xmlns:a16="http://schemas.microsoft.com/office/drawing/2014/main" id="{2414339B-8AC7-2444-AC70-285A203D116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+mj-lt"/>
                </a:endParaRPr>
              </a:p>
            </p:txBody>
          </p:sp>
          <p:sp>
            <p:nvSpPr>
              <p:cNvPr id="224" name="Freeform 223">
                <a:extLst>
                  <a:ext uri="{FF2B5EF4-FFF2-40B4-BE49-F238E27FC236}">
                    <a16:creationId xmlns:a16="http://schemas.microsoft.com/office/drawing/2014/main" id="{AEF6DCDC-2F65-B349-B551-DC3FACF6D577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+mj-lt"/>
                </a:endParaRPr>
              </a:p>
            </p:txBody>
          </p:sp>
        </p:grpSp>
      </p:grpSp>
      <p:grpSp>
        <p:nvGrpSpPr>
          <p:cNvPr id="225" name="Group 224">
            <a:extLst>
              <a:ext uri="{FF2B5EF4-FFF2-40B4-BE49-F238E27FC236}">
                <a16:creationId xmlns:a16="http://schemas.microsoft.com/office/drawing/2014/main" id="{9F5D0807-95F5-B242-9940-2134E3CE864D}"/>
              </a:ext>
            </a:extLst>
          </p:cNvPr>
          <p:cNvGrpSpPr/>
          <p:nvPr/>
        </p:nvGrpSpPr>
        <p:grpSpPr>
          <a:xfrm>
            <a:off x="7781444" y="4208505"/>
            <a:ext cx="265259" cy="148758"/>
            <a:chOff x="7493876" y="2774731"/>
            <a:chExt cx="1481958" cy="894622"/>
          </a:xfrm>
        </p:grpSpPr>
        <p:sp>
          <p:nvSpPr>
            <p:cNvPr id="226" name="Freeform 225">
              <a:extLst>
                <a:ext uri="{FF2B5EF4-FFF2-40B4-BE49-F238E27FC236}">
                  <a16:creationId xmlns:a16="http://schemas.microsoft.com/office/drawing/2014/main" id="{65E7C622-0E2D-F247-B71E-DB43805F13C1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+mj-lt"/>
                </a:rPr>
                <a:t>                   </a:t>
              </a:r>
            </a:p>
          </p:txBody>
        </p:sp>
        <p:sp>
          <p:nvSpPr>
            <p:cNvPr id="227" name="Oval 226">
              <a:extLst>
                <a:ext uri="{FF2B5EF4-FFF2-40B4-BE49-F238E27FC236}">
                  <a16:creationId xmlns:a16="http://schemas.microsoft.com/office/drawing/2014/main" id="{E1DDDBA8-9328-FF4B-A036-4A8C314BC34A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+mj-lt"/>
                </a:rPr>
                <a:t>              </a:t>
              </a:r>
            </a:p>
          </p:txBody>
        </p:sp>
        <p:grpSp>
          <p:nvGrpSpPr>
            <p:cNvPr id="228" name="Group 227">
              <a:extLst>
                <a:ext uri="{FF2B5EF4-FFF2-40B4-BE49-F238E27FC236}">
                  <a16:creationId xmlns:a16="http://schemas.microsoft.com/office/drawing/2014/main" id="{FE4053D3-C37C-B247-AABC-ACB5431A3328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29" name="Freeform 228">
                <a:extLst>
                  <a:ext uri="{FF2B5EF4-FFF2-40B4-BE49-F238E27FC236}">
                    <a16:creationId xmlns:a16="http://schemas.microsoft.com/office/drawing/2014/main" id="{9B8C5BFF-F366-864D-9DDD-AD0F594855F9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+mj-lt"/>
                </a:endParaRPr>
              </a:p>
            </p:txBody>
          </p:sp>
          <p:sp>
            <p:nvSpPr>
              <p:cNvPr id="230" name="Freeform 229">
                <a:extLst>
                  <a:ext uri="{FF2B5EF4-FFF2-40B4-BE49-F238E27FC236}">
                    <a16:creationId xmlns:a16="http://schemas.microsoft.com/office/drawing/2014/main" id="{E52E2636-7B29-8B4F-A9E7-0A019FB12336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+mj-lt"/>
                </a:endParaRPr>
              </a:p>
            </p:txBody>
          </p:sp>
          <p:sp>
            <p:nvSpPr>
              <p:cNvPr id="231" name="Freeform 230">
                <a:extLst>
                  <a:ext uri="{FF2B5EF4-FFF2-40B4-BE49-F238E27FC236}">
                    <a16:creationId xmlns:a16="http://schemas.microsoft.com/office/drawing/2014/main" id="{81B96CBC-D09D-8A44-A7F4-460A6FE268AE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+mj-lt"/>
                </a:endParaRPr>
              </a:p>
            </p:txBody>
          </p:sp>
          <p:sp>
            <p:nvSpPr>
              <p:cNvPr id="232" name="Freeform 231">
                <a:extLst>
                  <a:ext uri="{FF2B5EF4-FFF2-40B4-BE49-F238E27FC236}">
                    <a16:creationId xmlns:a16="http://schemas.microsoft.com/office/drawing/2014/main" id="{AB72586A-2BC3-AD40-8068-98E191DFFEF1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+mj-lt"/>
                </a:endParaRPr>
              </a:p>
            </p:txBody>
          </p:sp>
        </p:grpSp>
      </p:grpSp>
      <p:grpSp>
        <p:nvGrpSpPr>
          <p:cNvPr id="233" name="Group 232">
            <a:extLst>
              <a:ext uri="{FF2B5EF4-FFF2-40B4-BE49-F238E27FC236}">
                <a16:creationId xmlns:a16="http://schemas.microsoft.com/office/drawing/2014/main" id="{A8973B1E-A991-8E45-9FF7-7AF7F179E328}"/>
              </a:ext>
            </a:extLst>
          </p:cNvPr>
          <p:cNvGrpSpPr/>
          <p:nvPr/>
        </p:nvGrpSpPr>
        <p:grpSpPr>
          <a:xfrm>
            <a:off x="6935920" y="4796025"/>
            <a:ext cx="295320" cy="163934"/>
            <a:chOff x="7493876" y="2774731"/>
            <a:chExt cx="1481958" cy="894622"/>
          </a:xfrm>
        </p:grpSpPr>
        <p:sp>
          <p:nvSpPr>
            <p:cNvPr id="234" name="Freeform 233">
              <a:extLst>
                <a:ext uri="{FF2B5EF4-FFF2-40B4-BE49-F238E27FC236}">
                  <a16:creationId xmlns:a16="http://schemas.microsoft.com/office/drawing/2014/main" id="{5A098E30-A66F-FA4D-9EE8-C0C83DE6D506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+mj-lt"/>
                </a:rPr>
                <a:t>                   </a:t>
              </a:r>
            </a:p>
          </p:txBody>
        </p:sp>
        <p:sp>
          <p:nvSpPr>
            <p:cNvPr id="235" name="Oval 234">
              <a:extLst>
                <a:ext uri="{FF2B5EF4-FFF2-40B4-BE49-F238E27FC236}">
                  <a16:creationId xmlns:a16="http://schemas.microsoft.com/office/drawing/2014/main" id="{051367D4-C1D9-AF45-9A24-031126A62943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+mj-lt"/>
                </a:rPr>
                <a:t>              </a:t>
              </a:r>
            </a:p>
          </p:txBody>
        </p:sp>
        <p:grpSp>
          <p:nvGrpSpPr>
            <p:cNvPr id="236" name="Group 235">
              <a:extLst>
                <a:ext uri="{FF2B5EF4-FFF2-40B4-BE49-F238E27FC236}">
                  <a16:creationId xmlns:a16="http://schemas.microsoft.com/office/drawing/2014/main" id="{8C4167F2-26A6-0A41-9F23-581BB1D6E53B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37" name="Freeform 236">
                <a:extLst>
                  <a:ext uri="{FF2B5EF4-FFF2-40B4-BE49-F238E27FC236}">
                    <a16:creationId xmlns:a16="http://schemas.microsoft.com/office/drawing/2014/main" id="{8AABD328-91C1-C94D-8CB5-66F9CC0DC001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+mj-lt"/>
                </a:endParaRPr>
              </a:p>
            </p:txBody>
          </p:sp>
          <p:sp>
            <p:nvSpPr>
              <p:cNvPr id="238" name="Freeform 237">
                <a:extLst>
                  <a:ext uri="{FF2B5EF4-FFF2-40B4-BE49-F238E27FC236}">
                    <a16:creationId xmlns:a16="http://schemas.microsoft.com/office/drawing/2014/main" id="{23CBCA43-9398-E043-A20B-00567B73DB89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+mj-lt"/>
                </a:endParaRPr>
              </a:p>
            </p:txBody>
          </p:sp>
          <p:sp>
            <p:nvSpPr>
              <p:cNvPr id="239" name="Freeform 238">
                <a:extLst>
                  <a:ext uri="{FF2B5EF4-FFF2-40B4-BE49-F238E27FC236}">
                    <a16:creationId xmlns:a16="http://schemas.microsoft.com/office/drawing/2014/main" id="{06C3D6EF-A0CB-F34C-9C57-9FA040350289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+mj-lt"/>
                </a:endParaRPr>
              </a:p>
            </p:txBody>
          </p:sp>
          <p:sp>
            <p:nvSpPr>
              <p:cNvPr id="240" name="Freeform 239">
                <a:extLst>
                  <a:ext uri="{FF2B5EF4-FFF2-40B4-BE49-F238E27FC236}">
                    <a16:creationId xmlns:a16="http://schemas.microsoft.com/office/drawing/2014/main" id="{66D08B47-1DCF-994C-84EE-6C7E588A1D24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+mj-lt"/>
                </a:endParaRPr>
              </a:p>
            </p:txBody>
          </p:sp>
        </p:grpSp>
      </p:grpSp>
      <p:grpSp>
        <p:nvGrpSpPr>
          <p:cNvPr id="241" name="Group 240">
            <a:extLst>
              <a:ext uri="{FF2B5EF4-FFF2-40B4-BE49-F238E27FC236}">
                <a16:creationId xmlns:a16="http://schemas.microsoft.com/office/drawing/2014/main" id="{23665DDF-4A56-E24C-9D9B-557EA2031298}"/>
              </a:ext>
            </a:extLst>
          </p:cNvPr>
          <p:cNvGrpSpPr/>
          <p:nvPr/>
        </p:nvGrpSpPr>
        <p:grpSpPr>
          <a:xfrm>
            <a:off x="8194487" y="4491105"/>
            <a:ext cx="171221" cy="90300"/>
            <a:chOff x="7493876" y="2774731"/>
            <a:chExt cx="1481958" cy="894622"/>
          </a:xfrm>
        </p:grpSpPr>
        <p:sp>
          <p:nvSpPr>
            <p:cNvPr id="242" name="Freeform 241">
              <a:extLst>
                <a:ext uri="{FF2B5EF4-FFF2-40B4-BE49-F238E27FC236}">
                  <a16:creationId xmlns:a16="http://schemas.microsoft.com/office/drawing/2014/main" id="{31441261-7107-C940-87CC-EC4FA053449C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+mj-lt"/>
                </a:rPr>
                <a:t>                   </a:t>
              </a:r>
            </a:p>
          </p:txBody>
        </p:sp>
        <p:sp>
          <p:nvSpPr>
            <p:cNvPr id="243" name="Oval 242">
              <a:extLst>
                <a:ext uri="{FF2B5EF4-FFF2-40B4-BE49-F238E27FC236}">
                  <a16:creationId xmlns:a16="http://schemas.microsoft.com/office/drawing/2014/main" id="{5F5B546A-49AB-9042-B43E-5F11C688F25E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+mj-lt"/>
                </a:rPr>
                <a:t>              </a:t>
              </a:r>
            </a:p>
          </p:txBody>
        </p:sp>
        <p:grpSp>
          <p:nvGrpSpPr>
            <p:cNvPr id="244" name="Group 243">
              <a:extLst>
                <a:ext uri="{FF2B5EF4-FFF2-40B4-BE49-F238E27FC236}">
                  <a16:creationId xmlns:a16="http://schemas.microsoft.com/office/drawing/2014/main" id="{E8DF2468-3557-AD4F-8E6A-2FD993E8CF5C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45" name="Freeform 244">
                <a:extLst>
                  <a:ext uri="{FF2B5EF4-FFF2-40B4-BE49-F238E27FC236}">
                    <a16:creationId xmlns:a16="http://schemas.microsoft.com/office/drawing/2014/main" id="{9E3ADAA4-12C2-404E-917C-5A2F54CCDF6B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+mj-lt"/>
                </a:endParaRPr>
              </a:p>
            </p:txBody>
          </p:sp>
          <p:sp>
            <p:nvSpPr>
              <p:cNvPr id="246" name="Freeform 245">
                <a:extLst>
                  <a:ext uri="{FF2B5EF4-FFF2-40B4-BE49-F238E27FC236}">
                    <a16:creationId xmlns:a16="http://schemas.microsoft.com/office/drawing/2014/main" id="{7A728ED3-C05E-B44A-9C86-A753D22F76A6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+mj-lt"/>
                </a:endParaRPr>
              </a:p>
            </p:txBody>
          </p:sp>
          <p:sp>
            <p:nvSpPr>
              <p:cNvPr id="247" name="Freeform 246">
                <a:extLst>
                  <a:ext uri="{FF2B5EF4-FFF2-40B4-BE49-F238E27FC236}">
                    <a16:creationId xmlns:a16="http://schemas.microsoft.com/office/drawing/2014/main" id="{63D4F443-59AA-0D4F-BA7D-32F6068E7994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+mj-lt"/>
                </a:endParaRPr>
              </a:p>
            </p:txBody>
          </p:sp>
          <p:sp>
            <p:nvSpPr>
              <p:cNvPr id="248" name="Freeform 247">
                <a:extLst>
                  <a:ext uri="{FF2B5EF4-FFF2-40B4-BE49-F238E27FC236}">
                    <a16:creationId xmlns:a16="http://schemas.microsoft.com/office/drawing/2014/main" id="{205AEAD2-2A18-2D4A-91B3-368B52FA7C58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+mj-lt"/>
                </a:endParaRPr>
              </a:p>
            </p:txBody>
          </p:sp>
        </p:grpSp>
      </p:grpSp>
      <p:grpSp>
        <p:nvGrpSpPr>
          <p:cNvPr id="249" name="Group 248">
            <a:extLst>
              <a:ext uri="{FF2B5EF4-FFF2-40B4-BE49-F238E27FC236}">
                <a16:creationId xmlns:a16="http://schemas.microsoft.com/office/drawing/2014/main" id="{931C36A9-E761-0148-9032-D81ACCB48A29}"/>
              </a:ext>
            </a:extLst>
          </p:cNvPr>
          <p:cNvGrpSpPr/>
          <p:nvPr/>
        </p:nvGrpSpPr>
        <p:grpSpPr>
          <a:xfrm>
            <a:off x="5579306" y="2981721"/>
            <a:ext cx="401240" cy="305991"/>
            <a:chOff x="7432700" y="2327293"/>
            <a:chExt cx="534987" cy="407988"/>
          </a:xfrm>
        </p:grpSpPr>
        <p:pic>
          <p:nvPicPr>
            <p:cNvPr id="250" name="Picture 1017" descr="antenna_stylized">
              <a:extLst>
                <a:ext uri="{FF2B5EF4-FFF2-40B4-BE49-F238E27FC236}">
                  <a16:creationId xmlns:a16="http://schemas.microsoft.com/office/drawing/2014/main" id="{A1B3AFF0-514E-1142-A2F6-8BE3FF21744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32700" y="2327293"/>
              <a:ext cx="530702" cy="223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51" name="Picture 1018" descr="laptop_keyboard">
              <a:extLst>
                <a:ext uri="{FF2B5EF4-FFF2-40B4-BE49-F238E27FC236}">
                  <a16:creationId xmlns:a16="http://schemas.microsoft.com/office/drawing/2014/main" id="{F72A8B16-D68A-BE43-A9DC-2099F128817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7458407" y="2575770"/>
              <a:ext cx="437221" cy="159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52" name="Freeform 1019">
              <a:extLst>
                <a:ext uri="{FF2B5EF4-FFF2-40B4-BE49-F238E27FC236}">
                  <a16:creationId xmlns:a16="http://schemas.microsoft.com/office/drawing/2014/main" id="{8BD550C1-DB66-1D43-B0FF-2194D6CE59D3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3304" y="2420984"/>
              <a:ext cx="351919" cy="208167"/>
            </a:xfrm>
            <a:custGeom>
              <a:avLst/>
              <a:gdLst>
                <a:gd name="T0" fmla="*/ 775798119 w 2982"/>
                <a:gd name="T1" fmla="*/ 0 h 2442"/>
                <a:gd name="T2" fmla="*/ 0 w 2982"/>
                <a:gd name="T3" fmla="*/ 211226083 h 2442"/>
                <a:gd name="T4" fmla="*/ 2147483646 w 2982"/>
                <a:gd name="T5" fmla="*/ 263880059 h 2442"/>
                <a:gd name="T6" fmla="*/ 2147483646 w 2982"/>
                <a:gd name="T7" fmla="*/ 52653891 h 2442"/>
                <a:gd name="T8" fmla="*/ 775798119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+mj-lt"/>
              </a:endParaRPr>
            </a:p>
          </p:txBody>
        </p:sp>
        <p:pic>
          <p:nvPicPr>
            <p:cNvPr id="253" name="Picture 1020" descr="screen">
              <a:extLst>
                <a:ext uri="{FF2B5EF4-FFF2-40B4-BE49-F238E27FC236}">
                  <a16:creationId xmlns:a16="http://schemas.microsoft.com/office/drawing/2014/main" id="{5B7A4293-9090-2C47-A5F9-1484B3E8E43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20637" y="2426338"/>
              <a:ext cx="319785" cy="1894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54" name="Freeform 1021">
              <a:extLst>
                <a:ext uri="{FF2B5EF4-FFF2-40B4-BE49-F238E27FC236}">
                  <a16:creationId xmlns:a16="http://schemas.microsoft.com/office/drawing/2014/main" id="{66A9E8A3-089D-144F-8C74-780D0252320C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7378" y="2414843"/>
              <a:ext cx="298167" cy="38736"/>
            </a:xfrm>
            <a:custGeom>
              <a:avLst/>
              <a:gdLst>
                <a:gd name="T0" fmla="*/ 193616298 w 2528"/>
                <a:gd name="T1" fmla="*/ 0 h 455"/>
                <a:gd name="T2" fmla="*/ 2147483646 w 2528"/>
                <a:gd name="T3" fmla="*/ 52445139 h 455"/>
                <a:gd name="T4" fmla="*/ 2147483646 w 2528"/>
                <a:gd name="T5" fmla="*/ 52445139 h 455"/>
                <a:gd name="T6" fmla="*/ 0 w 2528"/>
                <a:gd name="T7" fmla="*/ 52445139 h 455"/>
                <a:gd name="T8" fmla="*/ 193616298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255" name="Freeform 1022">
              <a:extLst>
                <a:ext uri="{FF2B5EF4-FFF2-40B4-BE49-F238E27FC236}">
                  <a16:creationId xmlns:a16="http://schemas.microsoft.com/office/drawing/2014/main" id="{2DEB5F56-4F04-4A4C-B2A9-7F75D7610902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0188" y="2414528"/>
              <a:ext cx="82770" cy="161243"/>
            </a:xfrm>
            <a:custGeom>
              <a:avLst/>
              <a:gdLst>
                <a:gd name="T0" fmla="*/ 773664160 w 702"/>
                <a:gd name="T1" fmla="*/ 0 h 1893"/>
                <a:gd name="T2" fmla="*/ 0 w 702"/>
                <a:gd name="T3" fmla="*/ 210739916 h 1893"/>
                <a:gd name="T4" fmla="*/ 193416040 w 702"/>
                <a:gd name="T5" fmla="*/ 210739916 h 1893"/>
                <a:gd name="T6" fmla="*/ 967080200 w 702"/>
                <a:gd name="T7" fmla="*/ 52529017 h 1893"/>
                <a:gd name="T8" fmla="*/ 773664160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256" name="Freeform 1023">
              <a:extLst>
                <a:ext uri="{FF2B5EF4-FFF2-40B4-BE49-F238E27FC236}">
                  <a16:creationId xmlns:a16="http://schemas.microsoft.com/office/drawing/2014/main" id="{264AB736-6181-DD49-9CF8-34CDC3C98A87}"/>
                </a:ext>
              </a:extLst>
            </p:cNvPr>
            <p:cNvSpPr>
              <a:spLocks/>
            </p:cNvSpPr>
            <p:nvPr/>
          </p:nvSpPr>
          <p:spPr bwMode="auto">
            <a:xfrm>
              <a:off x="7874205" y="2443344"/>
              <a:ext cx="89197" cy="186122"/>
            </a:xfrm>
            <a:custGeom>
              <a:avLst/>
              <a:gdLst>
                <a:gd name="T0" fmla="*/ 969024527 w 756"/>
                <a:gd name="T1" fmla="*/ 0 h 2184"/>
                <a:gd name="T2" fmla="*/ 193802074 w 756"/>
                <a:gd name="T3" fmla="*/ 263660221 h 2184"/>
                <a:gd name="T4" fmla="*/ 0 w 756"/>
                <a:gd name="T5" fmla="*/ 263660221 h 2184"/>
                <a:gd name="T6" fmla="*/ 775222454 w 756"/>
                <a:gd name="T7" fmla="*/ 52610059 h 2184"/>
                <a:gd name="T8" fmla="*/ 969024527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257" name="Freeform 1024">
              <a:extLst>
                <a:ext uri="{FF2B5EF4-FFF2-40B4-BE49-F238E27FC236}">
                  <a16:creationId xmlns:a16="http://schemas.microsoft.com/office/drawing/2014/main" id="{B30F467B-7CAE-E14D-A3A5-8BE8EC571FCC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9214" y="2567582"/>
              <a:ext cx="327185" cy="62828"/>
            </a:xfrm>
            <a:custGeom>
              <a:avLst/>
              <a:gdLst>
                <a:gd name="T0" fmla="*/ 193829444 w 2773"/>
                <a:gd name="T1" fmla="*/ 0 h 738"/>
                <a:gd name="T2" fmla="*/ 0 w 2773"/>
                <a:gd name="T3" fmla="*/ 52443587 h 738"/>
                <a:gd name="T4" fmla="*/ 2147483646 w 2773"/>
                <a:gd name="T5" fmla="*/ 104894411 h 738"/>
                <a:gd name="T6" fmla="*/ 2147483646 w 2773"/>
                <a:gd name="T7" fmla="*/ 52443587 h 738"/>
                <a:gd name="T8" fmla="*/ 193829444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258" name="Freeform 1025">
              <a:extLst>
                <a:ext uri="{FF2B5EF4-FFF2-40B4-BE49-F238E27FC236}">
                  <a16:creationId xmlns:a16="http://schemas.microsoft.com/office/drawing/2014/main" id="{714DEECF-C2B9-3646-8D8C-520B14AFF2A3}"/>
                </a:ext>
              </a:extLst>
            </p:cNvPr>
            <p:cNvSpPr>
              <a:spLocks/>
            </p:cNvSpPr>
            <p:nvPr/>
          </p:nvSpPr>
          <p:spPr bwMode="auto">
            <a:xfrm>
              <a:off x="7884138" y="2444918"/>
              <a:ext cx="83549" cy="186909"/>
            </a:xfrm>
            <a:custGeom>
              <a:avLst/>
              <a:gdLst>
                <a:gd name="T0" fmla="*/ 2147483646 w 637"/>
                <a:gd name="T1" fmla="*/ 0 h 1659"/>
                <a:gd name="T2" fmla="*/ 2147483646 w 637"/>
                <a:gd name="T3" fmla="*/ 0 h 1659"/>
                <a:gd name="T4" fmla="*/ 295581541 w 637"/>
                <a:gd name="T5" fmla="*/ 2147483646 h 1659"/>
                <a:gd name="T6" fmla="*/ 0 w 637"/>
                <a:gd name="T7" fmla="*/ 2147483646 h 1659"/>
                <a:gd name="T8" fmla="*/ 2147483646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259" name="Freeform 1026">
              <a:extLst>
                <a:ext uri="{FF2B5EF4-FFF2-40B4-BE49-F238E27FC236}">
                  <a16:creationId xmlns:a16="http://schemas.microsoft.com/office/drawing/2014/main" id="{434760BE-7A82-7348-8C26-8BB88B73F057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9603" y="2575928"/>
              <a:ext cx="290961" cy="62041"/>
            </a:xfrm>
            <a:custGeom>
              <a:avLst/>
              <a:gdLst>
                <a:gd name="T0" fmla="*/ 0 w 2216"/>
                <a:gd name="T1" fmla="*/ 0 h 550"/>
                <a:gd name="T2" fmla="*/ 296523134 w 2216"/>
                <a:gd name="T3" fmla="*/ 324379338 h 550"/>
                <a:gd name="T4" fmla="*/ 2147483646 w 2216"/>
                <a:gd name="T5" fmla="*/ 2147483646 h 550"/>
                <a:gd name="T6" fmla="*/ 2147483646 w 2216"/>
                <a:gd name="T7" fmla="*/ 2147483646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+mj-lt"/>
              </a:endParaRPr>
            </a:p>
          </p:txBody>
        </p:sp>
        <p:grpSp>
          <p:nvGrpSpPr>
            <p:cNvPr id="260" name="Group 1027">
              <a:extLst>
                <a:ext uri="{FF2B5EF4-FFF2-40B4-BE49-F238E27FC236}">
                  <a16:creationId xmlns:a16="http://schemas.microsoft.com/office/drawing/2014/main" id="{A3D737A2-33B2-B843-993D-3954163D2F8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94735" y="2642220"/>
              <a:ext cx="98740" cy="36846"/>
              <a:chOff x="1740" y="2642"/>
              <a:chExt cx="752" cy="327"/>
            </a:xfrm>
          </p:grpSpPr>
          <p:sp>
            <p:nvSpPr>
              <p:cNvPr id="267" name="Freeform 1028">
                <a:extLst>
                  <a:ext uri="{FF2B5EF4-FFF2-40B4-BE49-F238E27FC236}">
                    <a16:creationId xmlns:a16="http://schemas.microsoft.com/office/drawing/2014/main" id="{2B8D95DD-AA07-CA46-8938-5982463E0F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+mj-lt"/>
                </a:endParaRPr>
              </a:p>
            </p:txBody>
          </p:sp>
          <p:sp>
            <p:nvSpPr>
              <p:cNvPr id="268" name="Freeform 1029">
                <a:extLst>
                  <a:ext uri="{FF2B5EF4-FFF2-40B4-BE49-F238E27FC236}">
                    <a16:creationId xmlns:a16="http://schemas.microsoft.com/office/drawing/2014/main" id="{F36872DC-490B-E041-B789-63AE7E7ACD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+mj-lt"/>
                </a:endParaRPr>
              </a:p>
            </p:txBody>
          </p:sp>
          <p:sp>
            <p:nvSpPr>
              <p:cNvPr id="269" name="Freeform 1030">
                <a:extLst>
                  <a:ext uri="{FF2B5EF4-FFF2-40B4-BE49-F238E27FC236}">
                    <a16:creationId xmlns:a16="http://schemas.microsoft.com/office/drawing/2014/main" id="{97C01B49-8BEB-1A42-A62D-556A20AEDC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+mj-lt"/>
                </a:endParaRPr>
              </a:p>
            </p:txBody>
          </p:sp>
          <p:sp>
            <p:nvSpPr>
              <p:cNvPr id="270" name="Freeform 1031">
                <a:extLst>
                  <a:ext uri="{FF2B5EF4-FFF2-40B4-BE49-F238E27FC236}">
                    <a16:creationId xmlns:a16="http://schemas.microsoft.com/office/drawing/2014/main" id="{FDC4BA15-39D3-CD4E-97DA-6107F8C4DF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+mj-lt"/>
                </a:endParaRPr>
              </a:p>
            </p:txBody>
          </p:sp>
          <p:sp>
            <p:nvSpPr>
              <p:cNvPr id="271" name="Freeform 1032">
                <a:extLst>
                  <a:ext uri="{FF2B5EF4-FFF2-40B4-BE49-F238E27FC236}">
                    <a16:creationId xmlns:a16="http://schemas.microsoft.com/office/drawing/2014/main" id="{B4ED9D93-7953-574C-B8DB-E31647E538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+mj-lt"/>
                </a:endParaRPr>
              </a:p>
            </p:txBody>
          </p:sp>
          <p:sp>
            <p:nvSpPr>
              <p:cNvPr id="272" name="Freeform 1033">
                <a:extLst>
                  <a:ext uri="{FF2B5EF4-FFF2-40B4-BE49-F238E27FC236}">
                    <a16:creationId xmlns:a16="http://schemas.microsoft.com/office/drawing/2014/main" id="{9040F4DE-59D9-0446-9953-D7CF4E6052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+mj-lt"/>
                </a:endParaRPr>
              </a:p>
            </p:txBody>
          </p:sp>
        </p:grpSp>
        <p:sp>
          <p:nvSpPr>
            <p:cNvPr id="261" name="Freeform 1034">
              <a:extLst>
                <a:ext uri="{FF2B5EF4-FFF2-40B4-BE49-F238E27FC236}">
                  <a16:creationId xmlns:a16="http://schemas.microsoft.com/office/drawing/2014/main" id="{2C7F706E-3A83-E04B-96B6-0DFA0DD19559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780" y="2647731"/>
              <a:ext cx="119578" cy="80936"/>
            </a:xfrm>
            <a:custGeom>
              <a:avLst/>
              <a:gdLst>
                <a:gd name="T0" fmla="*/ 213221464 w 990"/>
                <a:gd name="T1" fmla="*/ 1090686587 h 792"/>
                <a:gd name="T2" fmla="*/ 1915477586 w 990"/>
                <a:gd name="T3" fmla="*/ 0 h 792"/>
                <a:gd name="T4" fmla="*/ 1915477586 w 990"/>
                <a:gd name="T5" fmla="*/ 108859840 h 792"/>
                <a:gd name="T6" fmla="*/ 0 w 990"/>
                <a:gd name="T7" fmla="*/ 1090686587 h 792"/>
                <a:gd name="T8" fmla="*/ 213221464 w 990"/>
                <a:gd name="T9" fmla="*/ 1090686587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262" name="Freeform 1035">
              <a:extLst>
                <a:ext uri="{FF2B5EF4-FFF2-40B4-BE49-F238E27FC236}">
                  <a16:creationId xmlns:a16="http://schemas.microsoft.com/office/drawing/2014/main" id="{60E14294-2508-FB4A-AE0F-000AF5BCFC85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602" y="2654187"/>
              <a:ext cx="305957" cy="73850"/>
            </a:xfrm>
            <a:custGeom>
              <a:avLst/>
              <a:gdLst>
                <a:gd name="T0" fmla="*/ 213486572 w 2532"/>
                <a:gd name="T1" fmla="*/ 0 h 723"/>
                <a:gd name="T2" fmla="*/ 213486572 w 2532"/>
                <a:gd name="T3" fmla="*/ 0 h 723"/>
                <a:gd name="T4" fmla="*/ 2147483646 w 2532"/>
                <a:gd name="T5" fmla="*/ 979380008 h 723"/>
                <a:gd name="T6" fmla="*/ 2147483646 w 2532"/>
                <a:gd name="T7" fmla="*/ 1088085165 h 723"/>
                <a:gd name="T8" fmla="*/ 0 w 2532"/>
                <a:gd name="T9" fmla="*/ 108705259 h 723"/>
                <a:gd name="T10" fmla="*/ 213486572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263" name="Freeform 1036">
              <a:extLst>
                <a:ext uri="{FF2B5EF4-FFF2-40B4-BE49-F238E27FC236}">
                  <a16:creationId xmlns:a16="http://schemas.microsoft.com/office/drawing/2014/main" id="{6816A6AE-0883-4D48-8DF3-05A4914E713B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797" y="2640645"/>
              <a:ext cx="3311" cy="14959"/>
            </a:xfrm>
            <a:custGeom>
              <a:avLst/>
              <a:gdLst>
                <a:gd name="T0" fmla="*/ 262278191 w 26"/>
                <a:gd name="T1" fmla="*/ 107489981 h 147"/>
                <a:gd name="T2" fmla="*/ 262278191 w 26"/>
                <a:gd name="T3" fmla="*/ 214969480 h 147"/>
                <a:gd name="T4" fmla="*/ 0 w 26"/>
                <a:gd name="T5" fmla="*/ 214969480 h 147"/>
                <a:gd name="T6" fmla="*/ 262278191 w 26"/>
                <a:gd name="T7" fmla="*/ 0 h 147"/>
                <a:gd name="T8" fmla="*/ 262278191 w 26"/>
                <a:gd name="T9" fmla="*/ 10748998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264" name="Freeform 1037">
              <a:extLst>
                <a:ext uri="{FF2B5EF4-FFF2-40B4-BE49-F238E27FC236}">
                  <a16:creationId xmlns:a16="http://schemas.microsoft.com/office/drawing/2014/main" id="{0C4F2B5B-D9EF-F242-A282-CB6CB4D90EE9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992" y="2579707"/>
              <a:ext cx="142170" cy="61883"/>
            </a:xfrm>
            <a:custGeom>
              <a:avLst/>
              <a:gdLst>
                <a:gd name="T0" fmla="*/ 2136125890 w 1176"/>
                <a:gd name="T1" fmla="*/ 0 h 606"/>
                <a:gd name="T2" fmla="*/ 0 w 1176"/>
                <a:gd name="T3" fmla="*/ 870000945 h 606"/>
                <a:gd name="T4" fmla="*/ 213789467 w 1176"/>
                <a:gd name="T5" fmla="*/ 870000945 h 606"/>
                <a:gd name="T6" fmla="*/ 2136125890 w 1176"/>
                <a:gd name="T7" fmla="*/ 108617123 h 606"/>
                <a:gd name="T8" fmla="*/ 2136125890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265" name="Freeform 1038">
              <a:extLst>
                <a:ext uri="{FF2B5EF4-FFF2-40B4-BE49-F238E27FC236}">
                  <a16:creationId xmlns:a16="http://schemas.microsoft.com/office/drawing/2014/main" id="{CA94116C-A643-F041-BE08-F16F1FF3EF9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68535" y="2643795"/>
              <a:ext cx="290182" cy="71016"/>
            </a:xfrm>
            <a:custGeom>
              <a:avLst/>
              <a:gdLst>
                <a:gd name="T0" fmla="*/ 173112702 w 2532"/>
                <a:gd name="T1" fmla="*/ 0 h 723"/>
                <a:gd name="T2" fmla="*/ 173112702 w 2532"/>
                <a:gd name="T3" fmla="*/ 0 h 723"/>
                <a:gd name="T4" fmla="*/ 2069773885 w 2532"/>
                <a:gd name="T5" fmla="*/ 558173482 h 723"/>
                <a:gd name="T6" fmla="*/ 2069773885 w 2532"/>
                <a:gd name="T7" fmla="*/ 558173482 h 723"/>
                <a:gd name="T8" fmla="*/ 0 w 2532"/>
                <a:gd name="T9" fmla="*/ 92871346 h 723"/>
                <a:gd name="T10" fmla="*/ 173112702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266" name="Freeform 1039">
              <a:extLst>
                <a:ext uri="{FF2B5EF4-FFF2-40B4-BE49-F238E27FC236}">
                  <a16:creationId xmlns:a16="http://schemas.microsoft.com/office/drawing/2014/main" id="{EBBEB869-CEFF-3B4D-8790-DF10B6E9EDC0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7758327" y="2638756"/>
              <a:ext cx="118410" cy="73535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962694895 h 723"/>
                <a:gd name="T6" fmla="*/ 0 w 2532"/>
                <a:gd name="T7" fmla="*/ 962694895 h 723"/>
                <a:gd name="T8" fmla="*/ 0 w 2532"/>
                <a:gd name="T9" fmla="*/ 107314314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+mj-lt"/>
              </a:endParaRPr>
            </a:p>
          </p:txBody>
        </p:sp>
      </p:grpSp>
      <p:grpSp>
        <p:nvGrpSpPr>
          <p:cNvPr id="273" name="Group 272">
            <a:extLst>
              <a:ext uri="{FF2B5EF4-FFF2-40B4-BE49-F238E27FC236}">
                <a16:creationId xmlns:a16="http://schemas.microsoft.com/office/drawing/2014/main" id="{7BE84195-0460-B24A-9BFA-64009B70F0D4}"/>
              </a:ext>
            </a:extLst>
          </p:cNvPr>
          <p:cNvGrpSpPr/>
          <p:nvPr/>
        </p:nvGrpSpPr>
        <p:grpSpPr>
          <a:xfrm>
            <a:off x="6478336" y="2954057"/>
            <a:ext cx="398027" cy="358507"/>
            <a:chOff x="8631407" y="2290407"/>
            <a:chExt cx="530702" cy="478009"/>
          </a:xfrm>
        </p:grpSpPr>
        <p:pic>
          <p:nvPicPr>
            <p:cNvPr id="274" name="Picture 568" descr="light2.png">
              <a:extLst>
                <a:ext uri="{FF2B5EF4-FFF2-40B4-BE49-F238E27FC236}">
                  <a16:creationId xmlns:a16="http://schemas.microsoft.com/office/drawing/2014/main" id="{9C2ABCA4-2AB6-604A-BAF1-3DCCB40F3CF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8825293" y="2362969"/>
              <a:ext cx="92772" cy="4054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75" name="Picture 1017" descr="antenna_stylized">
              <a:extLst>
                <a:ext uri="{FF2B5EF4-FFF2-40B4-BE49-F238E27FC236}">
                  <a16:creationId xmlns:a16="http://schemas.microsoft.com/office/drawing/2014/main" id="{650AA1D1-0ECD-3E4A-81DB-CC97A96B57C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31407" y="2290407"/>
              <a:ext cx="530702" cy="223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76" name="Group 275">
            <a:extLst>
              <a:ext uri="{FF2B5EF4-FFF2-40B4-BE49-F238E27FC236}">
                <a16:creationId xmlns:a16="http://schemas.microsoft.com/office/drawing/2014/main" id="{EFF79B51-BA03-584F-A0CE-2E5C3CDBD9C8}"/>
              </a:ext>
            </a:extLst>
          </p:cNvPr>
          <p:cNvGrpSpPr/>
          <p:nvPr/>
        </p:nvGrpSpPr>
        <p:grpSpPr>
          <a:xfrm>
            <a:off x="6374654" y="2758604"/>
            <a:ext cx="636984" cy="169582"/>
            <a:chOff x="8493165" y="2029804"/>
            <a:chExt cx="849312" cy="226109"/>
          </a:xfrm>
        </p:grpSpPr>
        <p:pic>
          <p:nvPicPr>
            <p:cNvPr id="277" name="Picture 603" descr="car_icon_small">
              <a:extLst>
                <a:ext uri="{FF2B5EF4-FFF2-40B4-BE49-F238E27FC236}">
                  <a16:creationId xmlns:a16="http://schemas.microsoft.com/office/drawing/2014/main" id="{A16178BF-CE10-DF42-8C1F-E2AAFB94BBE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93165" y="2087638"/>
              <a:ext cx="849312" cy="168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78" name="Picture 1017" descr="antenna_stylized">
              <a:extLst>
                <a:ext uri="{FF2B5EF4-FFF2-40B4-BE49-F238E27FC236}">
                  <a16:creationId xmlns:a16="http://schemas.microsoft.com/office/drawing/2014/main" id="{BF73CD36-5E1A-D143-A3EA-8721982417D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04645" y="2029804"/>
              <a:ext cx="530702" cy="223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79" name="Group 278">
            <a:extLst>
              <a:ext uri="{FF2B5EF4-FFF2-40B4-BE49-F238E27FC236}">
                <a16:creationId xmlns:a16="http://schemas.microsoft.com/office/drawing/2014/main" id="{053CF7AA-EEE7-E849-8975-45A554C35F5B}"/>
              </a:ext>
            </a:extLst>
          </p:cNvPr>
          <p:cNvGrpSpPr/>
          <p:nvPr/>
        </p:nvGrpSpPr>
        <p:grpSpPr>
          <a:xfrm>
            <a:off x="5620139" y="3708329"/>
            <a:ext cx="643304" cy="437823"/>
            <a:chOff x="7487144" y="3296104"/>
            <a:chExt cx="857739" cy="583764"/>
          </a:xfrm>
        </p:grpSpPr>
        <p:grpSp>
          <p:nvGrpSpPr>
            <p:cNvPr id="280" name="Group 279">
              <a:extLst>
                <a:ext uri="{FF2B5EF4-FFF2-40B4-BE49-F238E27FC236}">
                  <a16:creationId xmlns:a16="http://schemas.microsoft.com/office/drawing/2014/main" id="{90508AE9-865D-844C-B2E1-CAED9E70CF88}"/>
                </a:ext>
              </a:extLst>
            </p:cNvPr>
            <p:cNvGrpSpPr/>
            <p:nvPr/>
          </p:nvGrpSpPr>
          <p:grpSpPr>
            <a:xfrm>
              <a:off x="7487144" y="3389820"/>
              <a:ext cx="350807" cy="305517"/>
              <a:chOff x="7487144" y="3389820"/>
              <a:chExt cx="350807" cy="305517"/>
            </a:xfrm>
          </p:grpSpPr>
          <p:pic>
            <p:nvPicPr>
              <p:cNvPr id="287" name="Picture 1115" descr="antenna_stylized">
                <a:extLst>
                  <a:ext uri="{FF2B5EF4-FFF2-40B4-BE49-F238E27FC236}">
                    <a16:creationId xmlns:a16="http://schemas.microsoft.com/office/drawing/2014/main" id="{AD910864-C9F4-C94B-9B97-60E50CF30AC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87144" y="3389820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88" name="Picture 1116" descr="laptop_keyboard">
                <a:extLst>
                  <a:ext uri="{FF2B5EF4-FFF2-40B4-BE49-F238E27FC236}">
                    <a16:creationId xmlns:a16="http://schemas.microsoft.com/office/drawing/2014/main" id="{89C482D5-7199-3040-A39E-C983C7E76CD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7504001" y="3575889"/>
                <a:ext cx="286699" cy="1194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89" name="Freeform 1117">
                <a:extLst>
                  <a:ext uri="{FF2B5EF4-FFF2-40B4-BE49-F238E27FC236}">
                    <a16:creationId xmlns:a16="http://schemas.microsoft.com/office/drawing/2014/main" id="{0D17FA05-6DB9-CE4E-8353-3DB3EF64CE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9014" y="3459979"/>
                <a:ext cx="230764" cy="155883"/>
              </a:xfrm>
              <a:custGeom>
                <a:avLst/>
                <a:gdLst>
                  <a:gd name="T0" fmla="*/ 143665061 w 2982"/>
                  <a:gd name="T1" fmla="*/ 0 h 2442"/>
                  <a:gd name="T2" fmla="*/ 0 w 2982"/>
                  <a:gd name="T3" fmla="*/ 66329557 h 2442"/>
                  <a:gd name="T4" fmla="*/ 573719931 w 2982"/>
                  <a:gd name="T5" fmla="*/ 82975142 h 2442"/>
                  <a:gd name="T6" fmla="*/ 717384993 w 2982"/>
                  <a:gd name="T7" fmla="*/ 16645585 h 2442"/>
                  <a:gd name="T8" fmla="*/ 143665061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+mj-lt"/>
                </a:endParaRPr>
              </a:p>
            </p:txBody>
          </p:sp>
          <p:pic>
            <p:nvPicPr>
              <p:cNvPr id="290" name="Picture 1118" descr="screen">
                <a:extLst>
                  <a:ext uri="{FF2B5EF4-FFF2-40B4-BE49-F238E27FC236}">
                    <a16:creationId xmlns:a16="http://schemas.microsoft.com/office/drawing/2014/main" id="{4A4B2A13-447B-ED4B-A13F-5489BEAC9BE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610380" y="3463988"/>
                <a:ext cx="209692" cy="14185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91" name="Freeform 1119">
                <a:extLst>
                  <a:ext uri="{FF2B5EF4-FFF2-40B4-BE49-F238E27FC236}">
                    <a16:creationId xmlns:a16="http://schemas.microsoft.com/office/drawing/2014/main" id="{02BC84AC-7149-BD45-BC93-E0DD4ADF91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41029" y="3455381"/>
                <a:ext cx="195517" cy="29007"/>
              </a:xfrm>
              <a:custGeom>
                <a:avLst/>
                <a:gdLst>
                  <a:gd name="T0" fmla="*/ 35620212 w 2528"/>
                  <a:gd name="T1" fmla="*/ 0 h 455"/>
                  <a:gd name="T2" fmla="*/ 608343257 w 2528"/>
                  <a:gd name="T3" fmla="*/ 16582250 h 455"/>
                  <a:gd name="T4" fmla="*/ 572256449 w 2528"/>
                  <a:gd name="T5" fmla="*/ 16582250 h 455"/>
                  <a:gd name="T6" fmla="*/ 0 w 2528"/>
                  <a:gd name="T7" fmla="*/ 16582250 h 455"/>
                  <a:gd name="T8" fmla="*/ 35620212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+mj-lt"/>
                </a:endParaRPr>
              </a:p>
            </p:txBody>
          </p:sp>
          <p:sp>
            <p:nvSpPr>
              <p:cNvPr id="292" name="Freeform 1120">
                <a:extLst>
                  <a:ext uri="{FF2B5EF4-FFF2-40B4-BE49-F238E27FC236}">
                    <a16:creationId xmlns:a16="http://schemas.microsoft.com/office/drawing/2014/main" id="{43377E2E-A43C-E048-A432-F337E7B5EE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6971" y="3455145"/>
                <a:ext cx="54275" cy="120745"/>
              </a:xfrm>
              <a:custGeom>
                <a:avLst/>
                <a:gdLst>
                  <a:gd name="T0" fmla="*/ 142804406 w 702"/>
                  <a:gd name="T1" fmla="*/ 0 h 1893"/>
                  <a:gd name="T2" fmla="*/ 0 w 702"/>
                  <a:gd name="T3" fmla="*/ 66174575 h 1893"/>
                  <a:gd name="T4" fmla="*/ 35584530 w 702"/>
                  <a:gd name="T5" fmla="*/ 66174575 h 1893"/>
                  <a:gd name="T6" fmla="*/ 178855222 w 702"/>
                  <a:gd name="T7" fmla="*/ 16607700 h 1893"/>
                  <a:gd name="T8" fmla="*/ 142804406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+mj-lt"/>
                </a:endParaRPr>
              </a:p>
            </p:txBody>
          </p:sp>
          <p:sp>
            <p:nvSpPr>
              <p:cNvPr id="293" name="Freeform 1121">
                <a:extLst>
                  <a:ext uri="{FF2B5EF4-FFF2-40B4-BE49-F238E27FC236}">
                    <a16:creationId xmlns:a16="http://schemas.microsoft.com/office/drawing/2014/main" id="{268349DA-55F4-ED45-92D9-0389907B3C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76652" y="3476723"/>
                <a:ext cx="58489" cy="139375"/>
              </a:xfrm>
              <a:custGeom>
                <a:avLst/>
                <a:gdLst>
                  <a:gd name="T0" fmla="*/ 179213623 w 756"/>
                  <a:gd name="T1" fmla="*/ 0 h 2184"/>
                  <a:gd name="T2" fmla="*/ 35656008 w 756"/>
                  <a:gd name="T3" fmla="*/ 82904513 h 2184"/>
                  <a:gd name="T4" fmla="*/ 0 w 756"/>
                  <a:gd name="T5" fmla="*/ 82904513 h 2184"/>
                  <a:gd name="T6" fmla="*/ 143090785 w 756"/>
                  <a:gd name="T7" fmla="*/ 16632211 h 2184"/>
                  <a:gd name="T8" fmla="*/ 179213623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+mj-lt"/>
                </a:endParaRPr>
              </a:p>
            </p:txBody>
          </p:sp>
          <p:sp>
            <p:nvSpPr>
              <p:cNvPr id="294" name="Freeform 1122">
                <a:extLst>
                  <a:ext uri="{FF2B5EF4-FFF2-40B4-BE49-F238E27FC236}">
                    <a16:creationId xmlns:a16="http://schemas.microsoft.com/office/drawing/2014/main" id="{EB4B31C8-34A6-6D47-B6E1-260958CFBD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6332" y="3569758"/>
                <a:ext cx="214545" cy="47048"/>
              </a:xfrm>
              <a:custGeom>
                <a:avLst/>
                <a:gdLst>
                  <a:gd name="T0" fmla="*/ 35658648 w 2773"/>
                  <a:gd name="T1" fmla="*/ 0 h 738"/>
                  <a:gd name="T2" fmla="*/ 0 w 2773"/>
                  <a:gd name="T3" fmla="*/ 16581742 h 738"/>
                  <a:gd name="T4" fmla="*/ 573357470 w 2773"/>
                  <a:gd name="T5" fmla="*/ 33163485 h 738"/>
                  <a:gd name="T6" fmla="*/ 573357470 w 2773"/>
                  <a:gd name="T7" fmla="*/ 16581742 h 738"/>
                  <a:gd name="T8" fmla="*/ 35658648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+mj-lt"/>
                </a:endParaRPr>
              </a:p>
            </p:txBody>
          </p:sp>
          <p:sp>
            <p:nvSpPr>
              <p:cNvPr id="295" name="Freeform 1123">
                <a:extLst>
                  <a:ext uri="{FF2B5EF4-FFF2-40B4-BE49-F238E27FC236}">
                    <a16:creationId xmlns:a16="http://schemas.microsoft.com/office/drawing/2014/main" id="{91DE791A-C87B-7849-8B6A-CB3B398F11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83165" y="3477902"/>
                <a:ext cx="54786" cy="139965"/>
              </a:xfrm>
              <a:custGeom>
                <a:avLst/>
                <a:gdLst>
                  <a:gd name="T0" fmla="*/ 656550006 w 637"/>
                  <a:gd name="T1" fmla="*/ 0 h 1659"/>
                  <a:gd name="T2" fmla="*/ 656550006 w 637"/>
                  <a:gd name="T3" fmla="*/ 0 h 1659"/>
                  <a:gd name="T4" fmla="*/ 54716163 w 637"/>
                  <a:gd name="T5" fmla="*/ 2147483646 h 1659"/>
                  <a:gd name="T6" fmla="*/ 0 w 637"/>
                  <a:gd name="T7" fmla="*/ 2147483646 h 1659"/>
                  <a:gd name="T8" fmla="*/ 656550006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+mj-lt"/>
                </a:endParaRPr>
              </a:p>
            </p:txBody>
          </p:sp>
          <p:sp>
            <p:nvSpPr>
              <p:cNvPr id="296" name="Freeform 1124">
                <a:extLst>
                  <a:ext uri="{FF2B5EF4-FFF2-40B4-BE49-F238E27FC236}">
                    <a16:creationId xmlns:a16="http://schemas.microsoft.com/office/drawing/2014/main" id="{A02AA6E2-5FD6-D14F-9923-83771333B1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6588" y="3576007"/>
                <a:ext cx="190792" cy="46458"/>
              </a:xfrm>
              <a:custGeom>
                <a:avLst/>
                <a:gdLst>
                  <a:gd name="T0" fmla="*/ 0 w 2216"/>
                  <a:gd name="T1" fmla="*/ 0 h 550"/>
                  <a:gd name="T2" fmla="*/ 54884212 w 2216"/>
                  <a:gd name="T3" fmla="*/ 101852492 h 550"/>
                  <a:gd name="T4" fmla="*/ 2147483646 w 2216"/>
                  <a:gd name="T5" fmla="*/ 1017940055 h 550"/>
                  <a:gd name="T6" fmla="*/ 2147483646 w 2216"/>
                  <a:gd name="T7" fmla="*/ 865464562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+mj-lt"/>
                </a:endParaRPr>
              </a:p>
            </p:txBody>
          </p:sp>
          <p:grpSp>
            <p:nvGrpSpPr>
              <p:cNvPr id="297" name="Group 1125">
                <a:extLst>
                  <a:ext uri="{FF2B5EF4-FFF2-40B4-BE49-F238E27FC236}">
                    <a16:creationId xmlns:a16="http://schemas.microsoft.com/office/drawing/2014/main" id="{7117A071-F66A-A547-B2A3-FDEC2347463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593395" y="3625649"/>
                <a:ext cx="64747" cy="27592"/>
                <a:chOff x="1740" y="2642"/>
                <a:chExt cx="752" cy="327"/>
              </a:xfrm>
            </p:grpSpPr>
            <p:sp>
              <p:nvSpPr>
                <p:cNvPr id="304" name="Freeform 1126">
                  <a:extLst>
                    <a:ext uri="{FF2B5EF4-FFF2-40B4-BE49-F238E27FC236}">
                      <a16:creationId xmlns:a16="http://schemas.microsoft.com/office/drawing/2014/main" id="{C6A05ABF-09D5-204F-A863-798CDA488AB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defTabSz="685800">
                    <a:defRPr/>
                  </a:pPr>
                  <a:endParaRPr lang="en-US" sz="1350" dirty="0">
                    <a:solidFill>
                      <a:prstClr val="black"/>
                    </a:solidFill>
                    <a:latin typeface="+mj-lt"/>
                  </a:endParaRPr>
                </a:p>
              </p:txBody>
            </p:sp>
            <p:sp>
              <p:nvSpPr>
                <p:cNvPr id="305" name="Freeform 1127">
                  <a:extLst>
                    <a:ext uri="{FF2B5EF4-FFF2-40B4-BE49-F238E27FC236}">
                      <a16:creationId xmlns:a16="http://schemas.microsoft.com/office/drawing/2014/main" id="{5CAC6B94-A95D-C842-8436-C6DF872191F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defTabSz="685800">
                    <a:defRPr/>
                  </a:pPr>
                  <a:endParaRPr lang="en-US" sz="1350" dirty="0">
                    <a:solidFill>
                      <a:prstClr val="black"/>
                    </a:solidFill>
                    <a:latin typeface="+mj-lt"/>
                  </a:endParaRPr>
                </a:p>
              </p:txBody>
            </p:sp>
            <p:sp>
              <p:nvSpPr>
                <p:cNvPr id="306" name="Freeform 1128">
                  <a:extLst>
                    <a:ext uri="{FF2B5EF4-FFF2-40B4-BE49-F238E27FC236}">
                      <a16:creationId xmlns:a16="http://schemas.microsoft.com/office/drawing/2014/main" id="{A944E62C-7CE5-5840-927D-ABB2F8B5C2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defTabSz="685800">
                    <a:defRPr/>
                  </a:pPr>
                  <a:endParaRPr lang="en-US" sz="1350" dirty="0">
                    <a:solidFill>
                      <a:prstClr val="black"/>
                    </a:solidFill>
                    <a:latin typeface="+mj-lt"/>
                  </a:endParaRPr>
                </a:p>
              </p:txBody>
            </p:sp>
            <p:sp>
              <p:nvSpPr>
                <p:cNvPr id="307" name="Freeform 1129">
                  <a:extLst>
                    <a:ext uri="{FF2B5EF4-FFF2-40B4-BE49-F238E27FC236}">
                      <a16:creationId xmlns:a16="http://schemas.microsoft.com/office/drawing/2014/main" id="{5E333F33-6B42-F449-BD09-5F8DBBA551C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defTabSz="685800">
                    <a:defRPr/>
                  </a:pPr>
                  <a:endParaRPr lang="en-US" sz="1350" dirty="0">
                    <a:solidFill>
                      <a:prstClr val="black"/>
                    </a:solidFill>
                    <a:latin typeface="+mj-lt"/>
                  </a:endParaRPr>
                </a:p>
              </p:txBody>
            </p:sp>
            <p:sp>
              <p:nvSpPr>
                <p:cNvPr id="308" name="Freeform 1130">
                  <a:extLst>
                    <a:ext uri="{FF2B5EF4-FFF2-40B4-BE49-F238E27FC236}">
                      <a16:creationId xmlns:a16="http://schemas.microsoft.com/office/drawing/2014/main" id="{A3DB0786-C2BD-4E43-9012-01938AED5F1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defTabSz="685800">
                    <a:defRPr/>
                  </a:pPr>
                  <a:endParaRPr lang="en-US" sz="1350" dirty="0">
                    <a:solidFill>
                      <a:prstClr val="black"/>
                    </a:solidFill>
                    <a:latin typeface="+mj-lt"/>
                  </a:endParaRPr>
                </a:p>
              </p:txBody>
            </p:sp>
            <p:sp>
              <p:nvSpPr>
                <p:cNvPr id="309" name="Freeform 1131">
                  <a:extLst>
                    <a:ext uri="{FF2B5EF4-FFF2-40B4-BE49-F238E27FC236}">
                      <a16:creationId xmlns:a16="http://schemas.microsoft.com/office/drawing/2014/main" id="{36DD7204-13F9-8C4B-ADCB-9CEF387EE71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defTabSz="685800">
                    <a:defRPr/>
                  </a:pPr>
                  <a:endParaRPr lang="en-US" sz="1350" dirty="0">
                    <a:solidFill>
                      <a:prstClr val="black"/>
                    </a:solidFill>
                    <a:latin typeface="+mj-lt"/>
                  </a:endParaRPr>
                </a:p>
              </p:txBody>
            </p:sp>
          </p:grpSp>
          <p:sp>
            <p:nvSpPr>
              <p:cNvPr id="298" name="Freeform 1132">
                <a:extLst>
                  <a:ext uri="{FF2B5EF4-FFF2-40B4-BE49-F238E27FC236}">
                    <a16:creationId xmlns:a16="http://schemas.microsoft.com/office/drawing/2014/main" id="{8DD637FC-2617-F14C-8226-2FC83A2DC1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04243" y="3629776"/>
                <a:ext cx="78411" cy="60608"/>
              </a:xfrm>
              <a:custGeom>
                <a:avLst/>
                <a:gdLst>
                  <a:gd name="T0" fmla="*/ 39250883 w 990"/>
                  <a:gd name="T1" fmla="*/ 342828616 h 792"/>
                  <a:gd name="T2" fmla="*/ 354255671 w 990"/>
                  <a:gd name="T3" fmla="*/ 0 h 792"/>
                  <a:gd name="T4" fmla="*/ 354255671 w 990"/>
                  <a:gd name="T5" fmla="*/ 34504242 h 792"/>
                  <a:gd name="T6" fmla="*/ 0 w 990"/>
                  <a:gd name="T7" fmla="*/ 342828616 h 792"/>
                  <a:gd name="T8" fmla="*/ 39250883 w 990"/>
                  <a:gd name="T9" fmla="*/ 342828616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+mj-lt"/>
                </a:endParaRPr>
              </a:p>
            </p:txBody>
          </p:sp>
          <p:sp>
            <p:nvSpPr>
              <p:cNvPr id="299" name="Freeform 1133">
                <a:extLst>
                  <a:ext uri="{FF2B5EF4-FFF2-40B4-BE49-F238E27FC236}">
                    <a16:creationId xmlns:a16="http://schemas.microsoft.com/office/drawing/2014/main" id="{DD3D6FA8-3859-DC44-8888-8CB70CFB17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04129" y="3634611"/>
                <a:ext cx="200625" cy="55302"/>
              </a:xfrm>
              <a:custGeom>
                <a:avLst/>
                <a:gdLst>
                  <a:gd name="T0" fmla="*/ 39302216 w 2532"/>
                  <a:gd name="T1" fmla="*/ 0 h 723"/>
                  <a:gd name="T2" fmla="*/ 39302216 w 2532"/>
                  <a:gd name="T3" fmla="*/ 0 h 723"/>
                  <a:gd name="T4" fmla="*/ 867084690 w 2532"/>
                  <a:gd name="T5" fmla="*/ 307891170 h 723"/>
                  <a:gd name="T6" fmla="*/ 867084690 w 2532"/>
                  <a:gd name="T7" fmla="*/ 342351506 h 723"/>
                  <a:gd name="T8" fmla="*/ 0 w 2532"/>
                  <a:gd name="T9" fmla="*/ 34009889 h 723"/>
                  <a:gd name="T10" fmla="*/ 39302216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+mj-lt"/>
                </a:endParaRPr>
              </a:p>
            </p:txBody>
          </p:sp>
          <p:sp>
            <p:nvSpPr>
              <p:cNvPr id="300" name="Freeform 1134">
                <a:extLst>
                  <a:ext uri="{FF2B5EF4-FFF2-40B4-BE49-F238E27FC236}">
                    <a16:creationId xmlns:a16="http://schemas.microsoft.com/office/drawing/2014/main" id="{C236FB39-37F7-B848-9AD5-F22CFFE062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04257" y="3624470"/>
                <a:ext cx="2171" cy="11202"/>
              </a:xfrm>
              <a:custGeom>
                <a:avLst/>
                <a:gdLst>
                  <a:gd name="T0" fmla="*/ 48903362 w 26"/>
                  <a:gd name="T1" fmla="*/ 33634500 h 147"/>
                  <a:gd name="T2" fmla="*/ 48903362 w 26"/>
                  <a:gd name="T3" fmla="*/ 67263209 h 147"/>
                  <a:gd name="T4" fmla="*/ 0 w 26"/>
                  <a:gd name="T5" fmla="*/ 67263209 h 147"/>
                  <a:gd name="T6" fmla="*/ 48903362 w 26"/>
                  <a:gd name="T7" fmla="*/ 0 h 147"/>
                  <a:gd name="T8" fmla="*/ 48903362 w 26"/>
                  <a:gd name="T9" fmla="*/ 33634500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+mj-lt"/>
                </a:endParaRPr>
              </a:p>
            </p:txBody>
          </p:sp>
          <p:sp>
            <p:nvSpPr>
              <p:cNvPr id="301" name="Freeform 1135">
                <a:extLst>
                  <a:ext uri="{FF2B5EF4-FFF2-40B4-BE49-F238E27FC236}">
                    <a16:creationId xmlns:a16="http://schemas.microsoft.com/office/drawing/2014/main" id="{0FC27225-99A5-B741-A309-ECBEFBCA7E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04384" y="3578837"/>
                <a:ext cx="93225" cy="46340"/>
              </a:xfrm>
              <a:custGeom>
                <a:avLst/>
                <a:gdLst>
                  <a:gd name="T0" fmla="*/ 395043791 w 1176"/>
                  <a:gd name="T1" fmla="*/ 0 h 606"/>
                  <a:gd name="T2" fmla="*/ 0 w 1176"/>
                  <a:gd name="T3" fmla="*/ 273654982 h 606"/>
                  <a:gd name="T4" fmla="*/ 39357994 w 1176"/>
                  <a:gd name="T5" fmla="*/ 273654982 h 606"/>
                  <a:gd name="T6" fmla="*/ 395043791 w 1176"/>
                  <a:gd name="T7" fmla="*/ 33985420 h 606"/>
                  <a:gd name="T8" fmla="*/ 395043791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+mj-lt"/>
                </a:endParaRPr>
              </a:p>
            </p:txBody>
          </p:sp>
          <p:sp>
            <p:nvSpPr>
              <p:cNvPr id="302" name="Freeform 1136">
                <a:extLst>
                  <a:ext uri="{FF2B5EF4-FFF2-40B4-BE49-F238E27FC236}">
                    <a16:creationId xmlns:a16="http://schemas.microsoft.com/office/drawing/2014/main" id="{E2FC0D41-6288-E741-A785-A83E6CED2A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10642" y="3626829"/>
                <a:ext cx="190281" cy="53180"/>
              </a:xfrm>
              <a:custGeom>
                <a:avLst/>
                <a:gdLst>
                  <a:gd name="T0" fmla="*/ 31829833 w 2532"/>
                  <a:gd name="T1" fmla="*/ 0 h 723"/>
                  <a:gd name="T2" fmla="*/ 31829833 w 2532"/>
                  <a:gd name="T3" fmla="*/ 0 h 723"/>
                  <a:gd name="T4" fmla="*/ 382827787 w 2532"/>
                  <a:gd name="T5" fmla="*/ 175498781 h 723"/>
                  <a:gd name="T6" fmla="*/ 382827787 w 2532"/>
                  <a:gd name="T7" fmla="*/ 175498781 h 723"/>
                  <a:gd name="T8" fmla="*/ 0 w 2532"/>
                  <a:gd name="T9" fmla="*/ 29448186 h 723"/>
                  <a:gd name="T10" fmla="*/ 31829833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+mj-lt"/>
                </a:endParaRPr>
              </a:p>
            </p:txBody>
          </p:sp>
          <p:sp>
            <p:nvSpPr>
              <p:cNvPr id="303" name="Freeform 1137">
                <a:extLst>
                  <a:ext uri="{FF2B5EF4-FFF2-40B4-BE49-F238E27FC236}">
                    <a16:creationId xmlns:a16="http://schemas.microsoft.com/office/drawing/2014/main" id="{CA6DB5BC-B521-B849-B156-91FAF531CEC8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7700668" y="3623055"/>
                <a:ext cx="77645" cy="55066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302641137 h 723"/>
                  <a:gd name="T6" fmla="*/ 0 w 2532"/>
                  <a:gd name="T7" fmla="*/ 302641137 h 723"/>
                  <a:gd name="T8" fmla="*/ 0 w 2532"/>
                  <a:gd name="T9" fmla="*/ 33575256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+mj-lt"/>
                </a:endParaRPr>
              </a:p>
            </p:txBody>
          </p:sp>
        </p:grpSp>
        <p:grpSp>
          <p:nvGrpSpPr>
            <p:cNvPr id="281" name="Group 1139">
              <a:extLst>
                <a:ext uri="{FF2B5EF4-FFF2-40B4-BE49-F238E27FC236}">
                  <a16:creationId xmlns:a16="http://schemas.microsoft.com/office/drawing/2014/main" id="{88F41A8A-CF3F-494E-9A2F-B26D7CA16434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7985622" y="3537823"/>
              <a:ext cx="359261" cy="342045"/>
              <a:chOff x="2839" y="3501"/>
              <a:chExt cx="755" cy="803"/>
            </a:xfrm>
          </p:grpSpPr>
          <p:pic>
            <p:nvPicPr>
              <p:cNvPr id="285" name="Picture 1140" descr="desktop_computer_stylized_medium">
                <a:extLst>
                  <a:ext uri="{FF2B5EF4-FFF2-40B4-BE49-F238E27FC236}">
                    <a16:creationId xmlns:a16="http://schemas.microsoft.com/office/drawing/2014/main" id="{DF6CF23B-627F-354F-9A8F-4AC37674F07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86" name="Freeform 1141">
                <a:extLst>
                  <a:ext uri="{FF2B5EF4-FFF2-40B4-BE49-F238E27FC236}">
                    <a16:creationId xmlns:a16="http://schemas.microsoft.com/office/drawing/2014/main" id="{5B53917A-96FB-2B49-82B9-6BB3BB16C4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+mj-lt"/>
                </a:endParaRPr>
              </a:p>
            </p:txBody>
          </p:sp>
        </p:grpSp>
        <p:grpSp>
          <p:nvGrpSpPr>
            <p:cNvPr id="282" name="Group 281">
              <a:extLst>
                <a:ext uri="{FF2B5EF4-FFF2-40B4-BE49-F238E27FC236}">
                  <a16:creationId xmlns:a16="http://schemas.microsoft.com/office/drawing/2014/main" id="{685FF657-B3CE-E945-BB86-D18EC9B7226A}"/>
                </a:ext>
              </a:extLst>
            </p:cNvPr>
            <p:cNvGrpSpPr/>
            <p:nvPr/>
          </p:nvGrpSpPr>
          <p:grpSpPr>
            <a:xfrm>
              <a:off x="7797061" y="3296104"/>
              <a:ext cx="347997" cy="396620"/>
              <a:chOff x="7797061" y="3296104"/>
              <a:chExt cx="347997" cy="396620"/>
            </a:xfrm>
          </p:grpSpPr>
          <p:pic>
            <p:nvPicPr>
              <p:cNvPr id="283" name="Picture 571" descr="fridge2.png">
                <a:extLst>
                  <a:ext uri="{FF2B5EF4-FFF2-40B4-BE49-F238E27FC236}">
                    <a16:creationId xmlns:a16="http://schemas.microsoft.com/office/drawing/2014/main" id="{52D49911-07F8-3343-8A41-1B2AC79DBF2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896825" y="3355697"/>
                <a:ext cx="189578" cy="3370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84" name="Picture 1115" descr="antenna_stylized">
                <a:extLst>
                  <a:ext uri="{FF2B5EF4-FFF2-40B4-BE49-F238E27FC236}">
                    <a16:creationId xmlns:a16="http://schemas.microsoft.com/office/drawing/2014/main" id="{E5CB4C1D-6CCE-AD42-A805-75067034C0A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797061" y="3296104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grpSp>
        <p:nvGrpSpPr>
          <p:cNvPr id="310" name="Group 309">
            <a:extLst>
              <a:ext uri="{FF2B5EF4-FFF2-40B4-BE49-F238E27FC236}">
                <a16:creationId xmlns:a16="http://schemas.microsoft.com/office/drawing/2014/main" id="{09017FE0-34A3-FC43-92EF-C44FBDE65EF6}"/>
              </a:ext>
            </a:extLst>
          </p:cNvPr>
          <p:cNvGrpSpPr/>
          <p:nvPr/>
        </p:nvGrpSpPr>
        <p:grpSpPr>
          <a:xfrm>
            <a:off x="8298710" y="3785625"/>
            <a:ext cx="388836" cy="909182"/>
            <a:chOff x="11058573" y="3399165"/>
            <a:chExt cx="518448" cy="1212242"/>
          </a:xfrm>
        </p:grpSpPr>
        <p:grpSp>
          <p:nvGrpSpPr>
            <p:cNvPr id="311" name="Group 310">
              <a:extLst>
                <a:ext uri="{FF2B5EF4-FFF2-40B4-BE49-F238E27FC236}">
                  <a16:creationId xmlns:a16="http://schemas.microsoft.com/office/drawing/2014/main" id="{1D2297AB-8C1D-774F-89FF-8EBF734EB162}"/>
                </a:ext>
              </a:extLst>
            </p:cNvPr>
            <p:cNvGrpSpPr/>
            <p:nvPr/>
          </p:nvGrpSpPr>
          <p:grpSpPr>
            <a:xfrm>
              <a:off x="11087182" y="4159591"/>
              <a:ext cx="489839" cy="451816"/>
              <a:chOff x="5103720" y="2693365"/>
              <a:chExt cx="611650" cy="414788"/>
            </a:xfrm>
          </p:grpSpPr>
          <p:cxnSp>
            <p:nvCxnSpPr>
              <p:cNvPr id="318" name="Straight Connector 317">
                <a:extLst>
                  <a:ext uri="{FF2B5EF4-FFF2-40B4-BE49-F238E27FC236}">
                    <a16:creationId xmlns:a16="http://schemas.microsoft.com/office/drawing/2014/main" id="{8983DA81-C479-F849-AB06-EDCD924EF8B3}"/>
                  </a:ext>
                </a:extLst>
              </p:cNvPr>
              <p:cNvCxnSpPr/>
              <p:nvPr/>
            </p:nvCxnSpPr>
            <p:spPr>
              <a:xfrm>
                <a:off x="5103720" y="2914214"/>
                <a:ext cx="232559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19" name="Group 318">
                <a:extLst>
                  <a:ext uri="{FF2B5EF4-FFF2-40B4-BE49-F238E27FC236}">
                    <a16:creationId xmlns:a16="http://schemas.microsoft.com/office/drawing/2014/main" id="{B934C059-B2C0-5D4F-95BD-4B77D403B522}"/>
                  </a:ext>
                </a:extLst>
              </p:cNvPr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id="320" name="Picture 319" descr="server_rack.png">
                  <a:extLst>
                    <a:ext uri="{FF2B5EF4-FFF2-40B4-BE49-F238E27FC236}">
                      <a16:creationId xmlns:a16="http://schemas.microsoft.com/office/drawing/2014/main" id="{764A46D5-D344-3246-B4CA-E1BF2CFDEEF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321" name="Picture 320" descr="server_rack.png">
                  <a:extLst>
                    <a:ext uri="{FF2B5EF4-FFF2-40B4-BE49-F238E27FC236}">
                      <a16:creationId xmlns:a16="http://schemas.microsoft.com/office/drawing/2014/main" id="{90C1BE08-C428-E74E-B929-C6D1271BFE1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322" name="Picture 321" descr="server_rack.png">
                  <a:extLst>
                    <a:ext uri="{FF2B5EF4-FFF2-40B4-BE49-F238E27FC236}">
                      <a16:creationId xmlns:a16="http://schemas.microsoft.com/office/drawing/2014/main" id="{35FFED4D-9863-0F4E-8222-43556469342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312" name="Group 311">
              <a:extLst>
                <a:ext uri="{FF2B5EF4-FFF2-40B4-BE49-F238E27FC236}">
                  <a16:creationId xmlns:a16="http://schemas.microsoft.com/office/drawing/2014/main" id="{57017C35-5A73-C341-95B3-2D62C8998FD7}"/>
                </a:ext>
              </a:extLst>
            </p:cNvPr>
            <p:cNvGrpSpPr/>
            <p:nvPr/>
          </p:nvGrpSpPr>
          <p:grpSpPr>
            <a:xfrm>
              <a:off x="11058573" y="3399165"/>
              <a:ext cx="423724" cy="405973"/>
              <a:chOff x="5103720" y="2693365"/>
              <a:chExt cx="611650" cy="414788"/>
            </a:xfrm>
          </p:grpSpPr>
          <p:cxnSp>
            <p:nvCxnSpPr>
              <p:cNvPr id="313" name="Straight Connector 312">
                <a:extLst>
                  <a:ext uri="{FF2B5EF4-FFF2-40B4-BE49-F238E27FC236}">
                    <a16:creationId xmlns:a16="http://schemas.microsoft.com/office/drawing/2014/main" id="{0B18831A-9F50-FF4A-B278-F70615A9BC25}"/>
                  </a:ext>
                </a:extLst>
              </p:cNvPr>
              <p:cNvCxnSpPr/>
              <p:nvPr/>
            </p:nvCxnSpPr>
            <p:spPr>
              <a:xfrm>
                <a:off x="5103720" y="2914214"/>
                <a:ext cx="232559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14" name="Group 313">
                <a:extLst>
                  <a:ext uri="{FF2B5EF4-FFF2-40B4-BE49-F238E27FC236}">
                    <a16:creationId xmlns:a16="http://schemas.microsoft.com/office/drawing/2014/main" id="{DFC7A0EC-A9C9-974E-928E-28DD6455D09A}"/>
                  </a:ext>
                </a:extLst>
              </p:cNvPr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id="315" name="Picture 314" descr="server_rack.png">
                  <a:extLst>
                    <a:ext uri="{FF2B5EF4-FFF2-40B4-BE49-F238E27FC236}">
                      <a16:creationId xmlns:a16="http://schemas.microsoft.com/office/drawing/2014/main" id="{E480D9A5-8FB7-3647-AB54-42D9700E645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316" name="Picture 315" descr="server_rack.png">
                  <a:extLst>
                    <a:ext uri="{FF2B5EF4-FFF2-40B4-BE49-F238E27FC236}">
                      <a16:creationId xmlns:a16="http://schemas.microsoft.com/office/drawing/2014/main" id="{C17EE074-02D0-4143-8ED9-E4D2205689F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317" name="Picture 316" descr="server_rack.png">
                  <a:extLst>
                    <a:ext uri="{FF2B5EF4-FFF2-40B4-BE49-F238E27FC236}">
                      <a16:creationId xmlns:a16="http://schemas.microsoft.com/office/drawing/2014/main" id="{589F8E4F-69B9-FA46-8D10-90FC7573C77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356" name="Group 590">
            <a:extLst>
              <a:ext uri="{FF2B5EF4-FFF2-40B4-BE49-F238E27FC236}">
                <a16:creationId xmlns:a16="http://schemas.microsoft.com/office/drawing/2014/main" id="{002C44D5-1F60-7447-A1D2-6EE5F802021D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5985641" y="4889382"/>
            <a:ext cx="259223" cy="240227"/>
            <a:chOff x="2839" y="3501"/>
            <a:chExt cx="755" cy="803"/>
          </a:xfrm>
        </p:grpSpPr>
        <p:pic>
          <p:nvPicPr>
            <p:cNvPr id="357" name="Picture 591" descr="desktop_computer_stylized_medium">
              <a:extLst>
                <a:ext uri="{FF2B5EF4-FFF2-40B4-BE49-F238E27FC236}">
                  <a16:creationId xmlns:a16="http://schemas.microsoft.com/office/drawing/2014/main" id="{7F433925-7699-B34E-88C0-C818C4963B3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58" name="Freeform 592">
              <a:extLst>
                <a:ext uri="{FF2B5EF4-FFF2-40B4-BE49-F238E27FC236}">
                  <a16:creationId xmlns:a16="http://schemas.microsoft.com/office/drawing/2014/main" id="{0D0F51BD-6356-DE48-89F6-A645151C0C3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+mj-lt"/>
              </a:endParaRPr>
            </a:p>
          </p:txBody>
        </p:sp>
      </p:grpSp>
      <p:grpSp>
        <p:nvGrpSpPr>
          <p:cNvPr id="359" name="Group 1064">
            <a:extLst>
              <a:ext uri="{FF2B5EF4-FFF2-40B4-BE49-F238E27FC236}">
                <a16:creationId xmlns:a16="http://schemas.microsoft.com/office/drawing/2014/main" id="{CF2DB679-9CD3-5148-94F7-225CE8489122}"/>
              </a:ext>
            </a:extLst>
          </p:cNvPr>
          <p:cNvGrpSpPr>
            <a:grpSpLocks/>
          </p:cNvGrpSpPr>
          <p:nvPr/>
        </p:nvGrpSpPr>
        <p:grpSpPr bwMode="auto">
          <a:xfrm>
            <a:off x="6901261" y="5603868"/>
            <a:ext cx="232640" cy="230856"/>
            <a:chOff x="877" y="1008"/>
            <a:chExt cx="2747" cy="2591"/>
          </a:xfrm>
        </p:grpSpPr>
        <p:pic>
          <p:nvPicPr>
            <p:cNvPr id="360" name="Picture 1065" descr="antenna_stylized">
              <a:extLst>
                <a:ext uri="{FF2B5EF4-FFF2-40B4-BE49-F238E27FC236}">
                  <a16:creationId xmlns:a16="http://schemas.microsoft.com/office/drawing/2014/main" id="{9C0613C0-FBB7-284C-AA40-5548C7D21D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61" name="Picture 1066" descr="laptop_keyboard">
              <a:extLst>
                <a:ext uri="{FF2B5EF4-FFF2-40B4-BE49-F238E27FC236}">
                  <a16:creationId xmlns:a16="http://schemas.microsoft.com/office/drawing/2014/main" id="{4AC7E45E-9572-044A-9C56-FC7ECFA5552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62" name="Freeform 1067">
              <a:extLst>
                <a:ext uri="{FF2B5EF4-FFF2-40B4-BE49-F238E27FC236}">
                  <a16:creationId xmlns:a16="http://schemas.microsoft.com/office/drawing/2014/main" id="{F03C1D3B-84C4-D14D-85A1-78A65057D89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3" y="1603"/>
              <a:ext cx="1807" cy="1322"/>
            </a:xfrm>
            <a:custGeom>
              <a:avLst/>
              <a:gdLst>
                <a:gd name="T0" fmla="*/ 1 w 2982"/>
                <a:gd name="T1" fmla="*/ 0 h 2442"/>
                <a:gd name="T2" fmla="*/ 0 w 2982"/>
                <a:gd name="T3" fmla="*/ 1 h 2442"/>
                <a:gd name="T4" fmla="*/ 2 w 2982"/>
                <a:gd name="T5" fmla="*/ 1 h 2442"/>
                <a:gd name="T6" fmla="*/ 2 w 2982"/>
                <a:gd name="T7" fmla="*/ 1 h 2442"/>
                <a:gd name="T8" fmla="*/ 1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+mj-lt"/>
              </a:endParaRPr>
            </a:p>
          </p:txBody>
        </p:sp>
        <p:pic>
          <p:nvPicPr>
            <p:cNvPr id="363" name="Picture 1068" descr="screen">
              <a:extLst>
                <a:ext uri="{FF2B5EF4-FFF2-40B4-BE49-F238E27FC236}">
                  <a16:creationId xmlns:a16="http://schemas.microsoft.com/office/drawing/2014/main" id="{F1045CBD-A537-1447-9CC0-AA3BBA3EFD1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64" name="Freeform 1069">
              <a:extLst>
                <a:ext uri="{FF2B5EF4-FFF2-40B4-BE49-F238E27FC236}">
                  <a16:creationId xmlns:a16="http://schemas.microsoft.com/office/drawing/2014/main" id="{76BB7C6D-EEEF-2649-B828-0A9E5351AEAE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2" y="1564"/>
              <a:ext cx="1531" cy="246"/>
            </a:xfrm>
            <a:custGeom>
              <a:avLst/>
              <a:gdLst>
                <a:gd name="T0" fmla="*/ 1 w 2528"/>
                <a:gd name="T1" fmla="*/ 0 h 455"/>
                <a:gd name="T2" fmla="*/ 2 w 2528"/>
                <a:gd name="T3" fmla="*/ 1 h 455"/>
                <a:gd name="T4" fmla="*/ 2 w 2528"/>
                <a:gd name="T5" fmla="*/ 1 h 455"/>
                <a:gd name="T6" fmla="*/ 0 w 2528"/>
                <a:gd name="T7" fmla="*/ 1 h 455"/>
                <a:gd name="T8" fmla="*/ 1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365" name="Freeform 1070">
              <a:extLst>
                <a:ext uri="{FF2B5EF4-FFF2-40B4-BE49-F238E27FC236}">
                  <a16:creationId xmlns:a16="http://schemas.microsoft.com/office/drawing/2014/main" id="{3EACCABC-F6A7-9342-BDAE-E9A2DF204C0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7" y="1562"/>
              <a:ext cx="425" cy="1024"/>
            </a:xfrm>
            <a:custGeom>
              <a:avLst/>
              <a:gdLst>
                <a:gd name="T0" fmla="*/ 1 w 702"/>
                <a:gd name="T1" fmla="*/ 0 h 1893"/>
                <a:gd name="T2" fmla="*/ 0 w 702"/>
                <a:gd name="T3" fmla="*/ 1 h 1893"/>
                <a:gd name="T4" fmla="*/ 1 w 702"/>
                <a:gd name="T5" fmla="*/ 1 h 1893"/>
                <a:gd name="T6" fmla="*/ 1 w 702"/>
                <a:gd name="T7" fmla="*/ 1 h 1893"/>
                <a:gd name="T8" fmla="*/ 1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366" name="Freeform 1071">
              <a:extLst>
                <a:ext uri="{FF2B5EF4-FFF2-40B4-BE49-F238E27FC236}">
                  <a16:creationId xmlns:a16="http://schemas.microsoft.com/office/drawing/2014/main" id="{D720BF6A-08AA-AD41-9F98-FEEAF38FA2C7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4" y="1745"/>
              <a:ext cx="458" cy="1182"/>
            </a:xfrm>
            <a:custGeom>
              <a:avLst/>
              <a:gdLst>
                <a:gd name="T0" fmla="*/ 1 w 756"/>
                <a:gd name="T1" fmla="*/ 0 h 2184"/>
                <a:gd name="T2" fmla="*/ 1 w 756"/>
                <a:gd name="T3" fmla="*/ 1 h 2184"/>
                <a:gd name="T4" fmla="*/ 0 w 756"/>
                <a:gd name="T5" fmla="*/ 1 h 2184"/>
                <a:gd name="T6" fmla="*/ 1 w 756"/>
                <a:gd name="T7" fmla="*/ 1 h 2184"/>
                <a:gd name="T8" fmla="*/ 1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367" name="Freeform 1072">
              <a:extLst>
                <a:ext uri="{FF2B5EF4-FFF2-40B4-BE49-F238E27FC236}">
                  <a16:creationId xmlns:a16="http://schemas.microsoft.com/office/drawing/2014/main" id="{EBF545D7-85F7-654E-89B4-82A30829C94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2" y="2534"/>
              <a:ext cx="1680" cy="399"/>
            </a:xfrm>
            <a:custGeom>
              <a:avLst/>
              <a:gdLst>
                <a:gd name="T0" fmla="*/ 1 w 2773"/>
                <a:gd name="T1" fmla="*/ 0 h 738"/>
                <a:gd name="T2" fmla="*/ 0 w 2773"/>
                <a:gd name="T3" fmla="*/ 1 h 738"/>
                <a:gd name="T4" fmla="*/ 2 w 2773"/>
                <a:gd name="T5" fmla="*/ 1 h 738"/>
                <a:gd name="T6" fmla="*/ 2 w 2773"/>
                <a:gd name="T7" fmla="*/ 1 h 738"/>
                <a:gd name="T8" fmla="*/ 1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368" name="Freeform 1073">
              <a:extLst>
                <a:ext uri="{FF2B5EF4-FFF2-40B4-BE49-F238E27FC236}">
                  <a16:creationId xmlns:a16="http://schemas.microsoft.com/office/drawing/2014/main" id="{6EF35D5A-3DBA-4D49-BA09-E93CEA361840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5" y="1755"/>
              <a:ext cx="429" cy="1187"/>
            </a:xfrm>
            <a:custGeom>
              <a:avLst/>
              <a:gdLst>
                <a:gd name="T0" fmla="*/ 2 w 637"/>
                <a:gd name="T1" fmla="*/ 0 h 1659"/>
                <a:gd name="T2" fmla="*/ 2 w 637"/>
                <a:gd name="T3" fmla="*/ 0 h 1659"/>
                <a:gd name="T4" fmla="*/ 1 w 637"/>
                <a:gd name="T5" fmla="*/ 15 h 1659"/>
                <a:gd name="T6" fmla="*/ 0 w 637"/>
                <a:gd name="T7" fmla="*/ 15 h 1659"/>
                <a:gd name="T8" fmla="*/ 2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369" name="Freeform 1074">
              <a:extLst>
                <a:ext uri="{FF2B5EF4-FFF2-40B4-BE49-F238E27FC236}">
                  <a16:creationId xmlns:a16="http://schemas.microsoft.com/office/drawing/2014/main" id="{B6F9A7A1-3455-6E4B-9C84-C9854E64B32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4" y="2587"/>
              <a:ext cx="1494" cy="394"/>
            </a:xfrm>
            <a:custGeom>
              <a:avLst/>
              <a:gdLst>
                <a:gd name="T0" fmla="*/ 0 w 2216"/>
                <a:gd name="T1" fmla="*/ 0 h 550"/>
                <a:gd name="T2" fmla="*/ 1 w 2216"/>
                <a:gd name="T3" fmla="*/ 1 h 550"/>
                <a:gd name="T4" fmla="*/ 9 w 2216"/>
                <a:gd name="T5" fmla="*/ 5 h 550"/>
                <a:gd name="T6" fmla="*/ 9 w 2216"/>
                <a:gd name="T7" fmla="*/ 4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+mj-lt"/>
              </a:endParaRPr>
            </a:p>
          </p:txBody>
        </p:sp>
        <p:grpSp>
          <p:nvGrpSpPr>
            <p:cNvPr id="370" name="Group 1075">
              <a:extLst>
                <a:ext uri="{FF2B5EF4-FFF2-40B4-BE49-F238E27FC236}">
                  <a16:creationId xmlns:a16="http://schemas.microsoft.com/office/drawing/2014/main" id="{EE846B91-FBCE-4D4F-98BC-92FA6506F51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377" name="Freeform 1076">
                <a:extLst>
                  <a:ext uri="{FF2B5EF4-FFF2-40B4-BE49-F238E27FC236}">
                    <a16:creationId xmlns:a16="http://schemas.microsoft.com/office/drawing/2014/main" id="{446AF9FA-9A2B-6646-8305-E78C2A20B6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+mj-lt"/>
                </a:endParaRPr>
              </a:p>
            </p:txBody>
          </p:sp>
          <p:sp>
            <p:nvSpPr>
              <p:cNvPr id="378" name="Freeform 1077">
                <a:extLst>
                  <a:ext uri="{FF2B5EF4-FFF2-40B4-BE49-F238E27FC236}">
                    <a16:creationId xmlns:a16="http://schemas.microsoft.com/office/drawing/2014/main" id="{032C23DF-A006-EC41-8986-D3A29EAAEE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+mj-lt"/>
                </a:endParaRPr>
              </a:p>
            </p:txBody>
          </p:sp>
          <p:sp>
            <p:nvSpPr>
              <p:cNvPr id="379" name="Freeform 1078">
                <a:extLst>
                  <a:ext uri="{FF2B5EF4-FFF2-40B4-BE49-F238E27FC236}">
                    <a16:creationId xmlns:a16="http://schemas.microsoft.com/office/drawing/2014/main" id="{12058F0B-8516-DB42-97C6-166A9AB8DD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+mj-lt"/>
                </a:endParaRPr>
              </a:p>
            </p:txBody>
          </p:sp>
          <p:sp>
            <p:nvSpPr>
              <p:cNvPr id="380" name="Freeform 1079">
                <a:extLst>
                  <a:ext uri="{FF2B5EF4-FFF2-40B4-BE49-F238E27FC236}">
                    <a16:creationId xmlns:a16="http://schemas.microsoft.com/office/drawing/2014/main" id="{E56484E4-7DE8-5D40-A604-ADBF9CAC6C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+mj-lt"/>
                </a:endParaRPr>
              </a:p>
            </p:txBody>
          </p:sp>
          <p:sp>
            <p:nvSpPr>
              <p:cNvPr id="381" name="Freeform 1080">
                <a:extLst>
                  <a:ext uri="{FF2B5EF4-FFF2-40B4-BE49-F238E27FC236}">
                    <a16:creationId xmlns:a16="http://schemas.microsoft.com/office/drawing/2014/main" id="{F26D0989-3D25-C44A-99EB-C0C43C9CAD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+mj-lt"/>
                </a:endParaRPr>
              </a:p>
            </p:txBody>
          </p:sp>
          <p:sp>
            <p:nvSpPr>
              <p:cNvPr id="382" name="Freeform 1081">
                <a:extLst>
                  <a:ext uri="{FF2B5EF4-FFF2-40B4-BE49-F238E27FC236}">
                    <a16:creationId xmlns:a16="http://schemas.microsoft.com/office/drawing/2014/main" id="{F72E0F31-1D88-144B-BBDB-07D0278D19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+mj-lt"/>
                </a:endParaRPr>
              </a:p>
            </p:txBody>
          </p:sp>
        </p:grpSp>
        <p:sp>
          <p:nvSpPr>
            <p:cNvPr id="371" name="Freeform 1082">
              <a:extLst>
                <a:ext uri="{FF2B5EF4-FFF2-40B4-BE49-F238E27FC236}">
                  <a16:creationId xmlns:a16="http://schemas.microsoft.com/office/drawing/2014/main" id="{ACBC1450-C521-8449-9515-C8DD92D5665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7" y="3043"/>
              <a:ext cx="614" cy="514"/>
            </a:xfrm>
            <a:custGeom>
              <a:avLst/>
              <a:gdLst>
                <a:gd name="T0" fmla="*/ 1 w 990"/>
                <a:gd name="T1" fmla="*/ 2 h 792"/>
                <a:gd name="T2" fmla="*/ 1 w 990"/>
                <a:gd name="T3" fmla="*/ 0 h 792"/>
                <a:gd name="T4" fmla="*/ 1 w 990"/>
                <a:gd name="T5" fmla="*/ 1 h 792"/>
                <a:gd name="T6" fmla="*/ 0 w 990"/>
                <a:gd name="T7" fmla="*/ 2 h 792"/>
                <a:gd name="T8" fmla="*/ 1 w 990"/>
                <a:gd name="T9" fmla="*/ 2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372" name="Freeform 1083">
              <a:extLst>
                <a:ext uri="{FF2B5EF4-FFF2-40B4-BE49-F238E27FC236}">
                  <a16:creationId xmlns:a16="http://schemas.microsoft.com/office/drawing/2014/main" id="{FF494D13-5944-0E4F-BD7D-0B76A1DAD74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0" y="3084"/>
              <a:ext cx="1571" cy="469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4 w 2532"/>
                <a:gd name="T5" fmla="*/ 2 h 723"/>
                <a:gd name="T6" fmla="*/ 4 w 2532"/>
                <a:gd name="T7" fmla="*/ 2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373" name="Freeform 1084">
              <a:extLst>
                <a:ext uri="{FF2B5EF4-FFF2-40B4-BE49-F238E27FC236}">
                  <a16:creationId xmlns:a16="http://schemas.microsoft.com/office/drawing/2014/main" id="{9558A80C-37DE-F248-8BD6-AB3D92B2976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1" y="2998"/>
              <a:ext cx="17" cy="95"/>
            </a:xfrm>
            <a:custGeom>
              <a:avLst/>
              <a:gdLst>
                <a:gd name="T0" fmla="*/ 1 w 26"/>
                <a:gd name="T1" fmla="*/ 1 h 147"/>
                <a:gd name="T2" fmla="*/ 1 w 26"/>
                <a:gd name="T3" fmla="*/ 1 h 147"/>
                <a:gd name="T4" fmla="*/ 0 w 26"/>
                <a:gd name="T5" fmla="*/ 1 h 147"/>
                <a:gd name="T6" fmla="*/ 1 w 26"/>
                <a:gd name="T7" fmla="*/ 0 h 147"/>
                <a:gd name="T8" fmla="*/ 1 w 26"/>
                <a:gd name="T9" fmla="*/ 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374" name="Freeform 1085">
              <a:extLst>
                <a:ext uri="{FF2B5EF4-FFF2-40B4-BE49-F238E27FC236}">
                  <a16:creationId xmlns:a16="http://schemas.microsoft.com/office/drawing/2014/main" id="{B4C7A048-5EFA-F841-8C13-E26E13A6AE6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2" y="2611"/>
              <a:ext cx="730" cy="393"/>
            </a:xfrm>
            <a:custGeom>
              <a:avLst/>
              <a:gdLst>
                <a:gd name="T0" fmla="*/ 1 w 1176"/>
                <a:gd name="T1" fmla="*/ 0 h 606"/>
                <a:gd name="T2" fmla="*/ 0 w 1176"/>
                <a:gd name="T3" fmla="*/ 1 h 606"/>
                <a:gd name="T4" fmla="*/ 1 w 1176"/>
                <a:gd name="T5" fmla="*/ 1 h 606"/>
                <a:gd name="T6" fmla="*/ 1 w 1176"/>
                <a:gd name="T7" fmla="*/ 1 h 606"/>
                <a:gd name="T8" fmla="*/ 1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375" name="Freeform 1086">
              <a:extLst>
                <a:ext uri="{FF2B5EF4-FFF2-40B4-BE49-F238E27FC236}">
                  <a16:creationId xmlns:a16="http://schemas.microsoft.com/office/drawing/2014/main" id="{AEB574AA-8683-A443-B9F7-0D254045C3F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1" y="3018"/>
              <a:ext cx="1490" cy="451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1 w 2532"/>
                <a:gd name="T5" fmla="*/ 1 h 723"/>
                <a:gd name="T6" fmla="*/ 1 w 2532"/>
                <a:gd name="T7" fmla="*/ 1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376" name="Freeform 1087">
              <a:extLst>
                <a:ext uri="{FF2B5EF4-FFF2-40B4-BE49-F238E27FC236}">
                  <a16:creationId xmlns:a16="http://schemas.microsoft.com/office/drawing/2014/main" id="{F9C1D164-EACB-FA4C-A7B6-9E26AB4B776C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549" y="2986"/>
              <a:ext cx="608" cy="46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2 h 723"/>
                <a:gd name="T6" fmla="*/ 0 w 2532"/>
                <a:gd name="T7" fmla="*/ 2 h 723"/>
                <a:gd name="T8" fmla="*/ 0 w 2532"/>
                <a:gd name="T9" fmla="*/ 1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+mj-lt"/>
              </a:endParaRPr>
            </a:p>
          </p:txBody>
        </p:sp>
      </p:grpSp>
      <p:grpSp>
        <p:nvGrpSpPr>
          <p:cNvPr id="383" name="Group 590">
            <a:extLst>
              <a:ext uri="{FF2B5EF4-FFF2-40B4-BE49-F238E27FC236}">
                <a16:creationId xmlns:a16="http://schemas.microsoft.com/office/drawing/2014/main" id="{0E70B6A3-FE5E-A44E-9290-B5AD07E8CD4C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6115432" y="5342754"/>
            <a:ext cx="259223" cy="240227"/>
            <a:chOff x="2839" y="3501"/>
            <a:chExt cx="755" cy="803"/>
          </a:xfrm>
        </p:grpSpPr>
        <p:pic>
          <p:nvPicPr>
            <p:cNvPr id="384" name="Picture 591" descr="desktop_computer_stylized_medium">
              <a:extLst>
                <a:ext uri="{FF2B5EF4-FFF2-40B4-BE49-F238E27FC236}">
                  <a16:creationId xmlns:a16="http://schemas.microsoft.com/office/drawing/2014/main" id="{F2BC7D5E-BF7D-1249-AFC8-B8B0E8165A3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85" name="Freeform 592">
              <a:extLst>
                <a:ext uri="{FF2B5EF4-FFF2-40B4-BE49-F238E27FC236}">
                  <a16:creationId xmlns:a16="http://schemas.microsoft.com/office/drawing/2014/main" id="{5BDC8880-AD2D-4C4E-B14E-AAED9CDF1B4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+mj-lt"/>
              </a:endParaRPr>
            </a:p>
          </p:txBody>
        </p:sp>
      </p:grpSp>
      <p:grpSp>
        <p:nvGrpSpPr>
          <p:cNvPr id="386" name="Group 590">
            <a:extLst>
              <a:ext uri="{FF2B5EF4-FFF2-40B4-BE49-F238E27FC236}">
                <a16:creationId xmlns:a16="http://schemas.microsoft.com/office/drawing/2014/main" id="{F4D03415-B38F-5B44-9B13-ABF6FE4BB199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6414100" y="5358858"/>
            <a:ext cx="259223" cy="240227"/>
            <a:chOff x="2839" y="3501"/>
            <a:chExt cx="755" cy="803"/>
          </a:xfrm>
        </p:grpSpPr>
        <p:pic>
          <p:nvPicPr>
            <p:cNvPr id="387" name="Picture 591" descr="desktop_computer_stylized_medium">
              <a:extLst>
                <a:ext uri="{FF2B5EF4-FFF2-40B4-BE49-F238E27FC236}">
                  <a16:creationId xmlns:a16="http://schemas.microsoft.com/office/drawing/2014/main" id="{32EA6117-AAC5-C94D-B49B-C43DF16E600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88" name="Freeform 592">
              <a:extLst>
                <a:ext uri="{FF2B5EF4-FFF2-40B4-BE49-F238E27FC236}">
                  <a16:creationId xmlns:a16="http://schemas.microsoft.com/office/drawing/2014/main" id="{3508017E-8AA9-D647-891A-276887DA9B4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+mj-lt"/>
              </a:endParaRPr>
            </a:p>
          </p:txBody>
        </p:sp>
      </p:grpSp>
      <p:grpSp>
        <p:nvGrpSpPr>
          <p:cNvPr id="389" name="Group 1064">
            <a:extLst>
              <a:ext uri="{FF2B5EF4-FFF2-40B4-BE49-F238E27FC236}">
                <a16:creationId xmlns:a16="http://schemas.microsoft.com/office/drawing/2014/main" id="{8D491387-EBC3-2D40-9285-1F06C1D72E08}"/>
              </a:ext>
            </a:extLst>
          </p:cNvPr>
          <p:cNvGrpSpPr>
            <a:grpSpLocks/>
          </p:cNvGrpSpPr>
          <p:nvPr/>
        </p:nvGrpSpPr>
        <p:grpSpPr bwMode="auto">
          <a:xfrm>
            <a:off x="7151060" y="5560615"/>
            <a:ext cx="239448" cy="190034"/>
            <a:chOff x="877" y="1008"/>
            <a:chExt cx="2747" cy="2591"/>
          </a:xfrm>
        </p:grpSpPr>
        <p:pic>
          <p:nvPicPr>
            <p:cNvPr id="390" name="Picture 1065" descr="antenna_stylized">
              <a:extLst>
                <a:ext uri="{FF2B5EF4-FFF2-40B4-BE49-F238E27FC236}">
                  <a16:creationId xmlns:a16="http://schemas.microsoft.com/office/drawing/2014/main" id="{E1605A46-E7E7-DA4D-A7B1-3F2BF5D0E03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91" name="Picture 1066" descr="laptop_keyboard">
              <a:extLst>
                <a:ext uri="{FF2B5EF4-FFF2-40B4-BE49-F238E27FC236}">
                  <a16:creationId xmlns:a16="http://schemas.microsoft.com/office/drawing/2014/main" id="{E538A48B-7DCF-524B-8A59-631429692CB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92" name="Freeform 1067">
              <a:extLst>
                <a:ext uri="{FF2B5EF4-FFF2-40B4-BE49-F238E27FC236}">
                  <a16:creationId xmlns:a16="http://schemas.microsoft.com/office/drawing/2014/main" id="{0DF72841-010E-EF4C-BF8A-912117577CB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3" y="1603"/>
              <a:ext cx="1807" cy="1322"/>
            </a:xfrm>
            <a:custGeom>
              <a:avLst/>
              <a:gdLst>
                <a:gd name="T0" fmla="*/ 1 w 2982"/>
                <a:gd name="T1" fmla="*/ 0 h 2442"/>
                <a:gd name="T2" fmla="*/ 0 w 2982"/>
                <a:gd name="T3" fmla="*/ 1 h 2442"/>
                <a:gd name="T4" fmla="*/ 2 w 2982"/>
                <a:gd name="T5" fmla="*/ 1 h 2442"/>
                <a:gd name="T6" fmla="*/ 2 w 2982"/>
                <a:gd name="T7" fmla="*/ 1 h 2442"/>
                <a:gd name="T8" fmla="*/ 1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+mj-lt"/>
              </a:endParaRPr>
            </a:p>
          </p:txBody>
        </p:sp>
        <p:pic>
          <p:nvPicPr>
            <p:cNvPr id="393" name="Picture 1068" descr="screen">
              <a:extLst>
                <a:ext uri="{FF2B5EF4-FFF2-40B4-BE49-F238E27FC236}">
                  <a16:creationId xmlns:a16="http://schemas.microsoft.com/office/drawing/2014/main" id="{05FB75E6-02C0-C749-B8C1-6EE94751EFE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94" name="Freeform 1069">
              <a:extLst>
                <a:ext uri="{FF2B5EF4-FFF2-40B4-BE49-F238E27FC236}">
                  <a16:creationId xmlns:a16="http://schemas.microsoft.com/office/drawing/2014/main" id="{2C42E210-EA7A-7243-97B1-C77EE2476096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2" y="1564"/>
              <a:ext cx="1531" cy="246"/>
            </a:xfrm>
            <a:custGeom>
              <a:avLst/>
              <a:gdLst>
                <a:gd name="T0" fmla="*/ 1 w 2528"/>
                <a:gd name="T1" fmla="*/ 0 h 455"/>
                <a:gd name="T2" fmla="*/ 2 w 2528"/>
                <a:gd name="T3" fmla="*/ 1 h 455"/>
                <a:gd name="T4" fmla="*/ 2 w 2528"/>
                <a:gd name="T5" fmla="*/ 1 h 455"/>
                <a:gd name="T6" fmla="*/ 0 w 2528"/>
                <a:gd name="T7" fmla="*/ 1 h 455"/>
                <a:gd name="T8" fmla="*/ 1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395" name="Freeform 1070">
              <a:extLst>
                <a:ext uri="{FF2B5EF4-FFF2-40B4-BE49-F238E27FC236}">
                  <a16:creationId xmlns:a16="http://schemas.microsoft.com/office/drawing/2014/main" id="{020C16FB-B47C-5A40-8613-E3DA0F01335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7" y="1562"/>
              <a:ext cx="425" cy="1024"/>
            </a:xfrm>
            <a:custGeom>
              <a:avLst/>
              <a:gdLst>
                <a:gd name="T0" fmla="*/ 1 w 702"/>
                <a:gd name="T1" fmla="*/ 0 h 1893"/>
                <a:gd name="T2" fmla="*/ 0 w 702"/>
                <a:gd name="T3" fmla="*/ 1 h 1893"/>
                <a:gd name="T4" fmla="*/ 1 w 702"/>
                <a:gd name="T5" fmla="*/ 1 h 1893"/>
                <a:gd name="T6" fmla="*/ 1 w 702"/>
                <a:gd name="T7" fmla="*/ 1 h 1893"/>
                <a:gd name="T8" fmla="*/ 1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396" name="Freeform 1071">
              <a:extLst>
                <a:ext uri="{FF2B5EF4-FFF2-40B4-BE49-F238E27FC236}">
                  <a16:creationId xmlns:a16="http://schemas.microsoft.com/office/drawing/2014/main" id="{B6AF1532-CB13-784D-8AF3-B5F865952BA8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4" y="1745"/>
              <a:ext cx="458" cy="1182"/>
            </a:xfrm>
            <a:custGeom>
              <a:avLst/>
              <a:gdLst>
                <a:gd name="T0" fmla="*/ 1 w 756"/>
                <a:gd name="T1" fmla="*/ 0 h 2184"/>
                <a:gd name="T2" fmla="*/ 1 w 756"/>
                <a:gd name="T3" fmla="*/ 1 h 2184"/>
                <a:gd name="T4" fmla="*/ 0 w 756"/>
                <a:gd name="T5" fmla="*/ 1 h 2184"/>
                <a:gd name="T6" fmla="*/ 1 w 756"/>
                <a:gd name="T7" fmla="*/ 1 h 2184"/>
                <a:gd name="T8" fmla="*/ 1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397" name="Freeform 1072">
              <a:extLst>
                <a:ext uri="{FF2B5EF4-FFF2-40B4-BE49-F238E27FC236}">
                  <a16:creationId xmlns:a16="http://schemas.microsoft.com/office/drawing/2014/main" id="{A71AE470-9F14-D044-93DB-3DCB5DBEBD9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2" y="2534"/>
              <a:ext cx="1680" cy="399"/>
            </a:xfrm>
            <a:custGeom>
              <a:avLst/>
              <a:gdLst>
                <a:gd name="T0" fmla="*/ 1 w 2773"/>
                <a:gd name="T1" fmla="*/ 0 h 738"/>
                <a:gd name="T2" fmla="*/ 0 w 2773"/>
                <a:gd name="T3" fmla="*/ 1 h 738"/>
                <a:gd name="T4" fmla="*/ 2 w 2773"/>
                <a:gd name="T5" fmla="*/ 1 h 738"/>
                <a:gd name="T6" fmla="*/ 2 w 2773"/>
                <a:gd name="T7" fmla="*/ 1 h 738"/>
                <a:gd name="T8" fmla="*/ 1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398" name="Freeform 1073">
              <a:extLst>
                <a:ext uri="{FF2B5EF4-FFF2-40B4-BE49-F238E27FC236}">
                  <a16:creationId xmlns:a16="http://schemas.microsoft.com/office/drawing/2014/main" id="{7753045D-9842-CC41-9B0D-EB58149EA7D3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5" y="1755"/>
              <a:ext cx="429" cy="1187"/>
            </a:xfrm>
            <a:custGeom>
              <a:avLst/>
              <a:gdLst>
                <a:gd name="T0" fmla="*/ 2 w 637"/>
                <a:gd name="T1" fmla="*/ 0 h 1659"/>
                <a:gd name="T2" fmla="*/ 2 w 637"/>
                <a:gd name="T3" fmla="*/ 0 h 1659"/>
                <a:gd name="T4" fmla="*/ 1 w 637"/>
                <a:gd name="T5" fmla="*/ 15 h 1659"/>
                <a:gd name="T6" fmla="*/ 0 w 637"/>
                <a:gd name="T7" fmla="*/ 15 h 1659"/>
                <a:gd name="T8" fmla="*/ 2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399" name="Freeform 1074">
              <a:extLst>
                <a:ext uri="{FF2B5EF4-FFF2-40B4-BE49-F238E27FC236}">
                  <a16:creationId xmlns:a16="http://schemas.microsoft.com/office/drawing/2014/main" id="{FB62560B-8A1D-1D4A-9C7F-3D1ED4E8CED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4" y="2587"/>
              <a:ext cx="1494" cy="394"/>
            </a:xfrm>
            <a:custGeom>
              <a:avLst/>
              <a:gdLst>
                <a:gd name="T0" fmla="*/ 0 w 2216"/>
                <a:gd name="T1" fmla="*/ 0 h 550"/>
                <a:gd name="T2" fmla="*/ 1 w 2216"/>
                <a:gd name="T3" fmla="*/ 1 h 550"/>
                <a:gd name="T4" fmla="*/ 9 w 2216"/>
                <a:gd name="T5" fmla="*/ 5 h 550"/>
                <a:gd name="T6" fmla="*/ 9 w 2216"/>
                <a:gd name="T7" fmla="*/ 4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+mj-lt"/>
              </a:endParaRPr>
            </a:p>
          </p:txBody>
        </p:sp>
        <p:grpSp>
          <p:nvGrpSpPr>
            <p:cNvPr id="400" name="Group 1075">
              <a:extLst>
                <a:ext uri="{FF2B5EF4-FFF2-40B4-BE49-F238E27FC236}">
                  <a16:creationId xmlns:a16="http://schemas.microsoft.com/office/drawing/2014/main" id="{954A64CB-1C45-324C-8CBE-16624C1A0B8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407" name="Freeform 1076">
                <a:extLst>
                  <a:ext uri="{FF2B5EF4-FFF2-40B4-BE49-F238E27FC236}">
                    <a16:creationId xmlns:a16="http://schemas.microsoft.com/office/drawing/2014/main" id="{69DEB18E-BA65-9043-A426-C13F767151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+mj-lt"/>
                </a:endParaRPr>
              </a:p>
            </p:txBody>
          </p:sp>
          <p:sp>
            <p:nvSpPr>
              <p:cNvPr id="408" name="Freeform 1077">
                <a:extLst>
                  <a:ext uri="{FF2B5EF4-FFF2-40B4-BE49-F238E27FC236}">
                    <a16:creationId xmlns:a16="http://schemas.microsoft.com/office/drawing/2014/main" id="{4DE24D51-7581-B14D-B3B6-84A6870832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+mj-lt"/>
                </a:endParaRPr>
              </a:p>
            </p:txBody>
          </p:sp>
          <p:sp>
            <p:nvSpPr>
              <p:cNvPr id="409" name="Freeform 1078">
                <a:extLst>
                  <a:ext uri="{FF2B5EF4-FFF2-40B4-BE49-F238E27FC236}">
                    <a16:creationId xmlns:a16="http://schemas.microsoft.com/office/drawing/2014/main" id="{EFD736A0-861B-7C41-B7C6-101FA03763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+mj-lt"/>
                </a:endParaRPr>
              </a:p>
            </p:txBody>
          </p:sp>
          <p:sp>
            <p:nvSpPr>
              <p:cNvPr id="410" name="Freeform 1079">
                <a:extLst>
                  <a:ext uri="{FF2B5EF4-FFF2-40B4-BE49-F238E27FC236}">
                    <a16:creationId xmlns:a16="http://schemas.microsoft.com/office/drawing/2014/main" id="{8BD7163E-D90B-7647-AEF5-5CECAFA59C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+mj-lt"/>
                </a:endParaRPr>
              </a:p>
            </p:txBody>
          </p:sp>
          <p:sp>
            <p:nvSpPr>
              <p:cNvPr id="411" name="Freeform 1080">
                <a:extLst>
                  <a:ext uri="{FF2B5EF4-FFF2-40B4-BE49-F238E27FC236}">
                    <a16:creationId xmlns:a16="http://schemas.microsoft.com/office/drawing/2014/main" id="{FC877D4D-D065-104D-8CA3-E0607A9B3F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+mj-lt"/>
                </a:endParaRPr>
              </a:p>
            </p:txBody>
          </p:sp>
          <p:sp>
            <p:nvSpPr>
              <p:cNvPr id="412" name="Freeform 1081">
                <a:extLst>
                  <a:ext uri="{FF2B5EF4-FFF2-40B4-BE49-F238E27FC236}">
                    <a16:creationId xmlns:a16="http://schemas.microsoft.com/office/drawing/2014/main" id="{BA9728F5-6BD1-104C-9953-C37CCA79F5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+mj-lt"/>
                </a:endParaRPr>
              </a:p>
            </p:txBody>
          </p:sp>
        </p:grpSp>
        <p:sp>
          <p:nvSpPr>
            <p:cNvPr id="401" name="Freeform 1082">
              <a:extLst>
                <a:ext uri="{FF2B5EF4-FFF2-40B4-BE49-F238E27FC236}">
                  <a16:creationId xmlns:a16="http://schemas.microsoft.com/office/drawing/2014/main" id="{D3A627E4-20E1-094F-91E7-9E62C1D73A8B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7" y="3043"/>
              <a:ext cx="614" cy="514"/>
            </a:xfrm>
            <a:custGeom>
              <a:avLst/>
              <a:gdLst>
                <a:gd name="T0" fmla="*/ 1 w 990"/>
                <a:gd name="T1" fmla="*/ 2 h 792"/>
                <a:gd name="T2" fmla="*/ 1 w 990"/>
                <a:gd name="T3" fmla="*/ 0 h 792"/>
                <a:gd name="T4" fmla="*/ 1 w 990"/>
                <a:gd name="T5" fmla="*/ 1 h 792"/>
                <a:gd name="T6" fmla="*/ 0 w 990"/>
                <a:gd name="T7" fmla="*/ 2 h 792"/>
                <a:gd name="T8" fmla="*/ 1 w 990"/>
                <a:gd name="T9" fmla="*/ 2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402" name="Freeform 1083">
              <a:extLst>
                <a:ext uri="{FF2B5EF4-FFF2-40B4-BE49-F238E27FC236}">
                  <a16:creationId xmlns:a16="http://schemas.microsoft.com/office/drawing/2014/main" id="{DE5062C9-C70B-B74E-90B7-8B999FB4955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0" y="3084"/>
              <a:ext cx="1571" cy="469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4 w 2532"/>
                <a:gd name="T5" fmla="*/ 2 h 723"/>
                <a:gd name="T6" fmla="*/ 4 w 2532"/>
                <a:gd name="T7" fmla="*/ 2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403" name="Freeform 1084">
              <a:extLst>
                <a:ext uri="{FF2B5EF4-FFF2-40B4-BE49-F238E27FC236}">
                  <a16:creationId xmlns:a16="http://schemas.microsoft.com/office/drawing/2014/main" id="{60A19E6B-9711-D44A-9A86-78531884592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1" y="2998"/>
              <a:ext cx="17" cy="95"/>
            </a:xfrm>
            <a:custGeom>
              <a:avLst/>
              <a:gdLst>
                <a:gd name="T0" fmla="*/ 1 w 26"/>
                <a:gd name="T1" fmla="*/ 1 h 147"/>
                <a:gd name="T2" fmla="*/ 1 w 26"/>
                <a:gd name="T3" fmla="*/ 1 h 147"/>
                <a:gd name="T4" fmla="*/ 0 w 26"/>
                <a:gd name="T5" fmla="*/ 1 h 147"/>
                <a:gd name="T6" fmla="*/ 1 w 26"/>
                <a:gd name="T7" fmla="*/ 0 h 147"/>
                <a:gd name="T8" fmla="*/ 1 w 26"/>
                <a:gd name="T9" fmla="*/ 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404" name="Freeform 1085">
              <a:extLst>
                <a:ext uri="{FF2B5EF4-FFF2-40B4-BE49-F238E27FC236}">
                  <a16:creationId xmlns:a16="http://schemas.microsoft.com/office/drawing/2014/main" id="{DABF2084-7101-4A42-808E-03169821851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2" y="2611"/>
              <a:ext cx="730" cy="393"/>
            </a:xfrm>
            <a:custGeom>
              <a:avLst/>
              <a:gdLst>
                <a:gd name="T0" fmla="*/ 1 w 1176"/>
                <a:gd name="T1" fmla="*/ 0 h 606"/>
                <a:gd name="T2" fmla="*/ 0 w 1176"/>
                <a:gd name="T3" fmla="*/ 1 h 606"/>
                <a:gd name="T4" fmla="*/ 1 w 1176"/>
                <a:gd name="T5" fmla="*/ 1 h 606"/>
                <a:gd name="T6" fmla="*/ 1 w 1176"/>
                <a:gd name="T7" fmla="*/ 1 h 606"/>
                <a:gd name="T8" fmla="*/ 1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405" name="Freeform 1086">
              <a:extLst>
                <a:ext uri="{FF2B5EF4-FFF2-40B4-BE49-F238E27FC236}">
                  <a16:creationId xmlns:a16="http://schemas.microsoft.com/office/drawing/2014/main" id="{3BECAB59-402D-C44C-8F0A-AC630F6F2AA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1" y="3018"/>
              <a:ext cx="1490" cy="451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1 w 2532"/>
                <a:gd name="T5" fmla="*/ 1 h 723"/>
                <a:gd name="T6" fmla="*/ 1 w 2532"/>
                <a:gd name="T7" fmla="*/ 1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406" name="Freeform 1087">
              <a:extLst>
                <a:ext uri="{FF2B5EF4-FFF2-40B4-BE49-F238E27FC236}">
                  <a16:creationId xmlns:a16="http://schemas.microsoft.com/office/drawing/2014/main" id="{C431D1EA-39CA-5549-B407-D7CBF12DC371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549" y="2986"/>
              <a:ext cx="608" cy="46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2 h 723"/>
                <a:gd name="T6" fmla="*/ 0 w 2532"/>
                <a:gd name="T7" fmla="*/ 2 h 723"/>
                <a:gd name="T8" fmla="*/ 0 w 2532"/>
                <a:gd name="T9" fmla="*/ 1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+mj-lt"/>
              </a:endParaRPr>
            </a:p>
          </p:txBody>
        </p:sp>
      </p:grpSp>
      <p:sp>
        <p:nvSpPr>
          <p:cNvPr id="413" name="Freeform 984">
            <a:extLst>
              <a:ext uri="{FF2B5EF4-FFF2-40B4-BE49-F238E27FC236}">
                <a16:creationId xmlns:a16="http://schemas.microsoft.com/office/drawing/2014/main" id="{EF28E360-D52F-294F-97A4-5B43A7D60CE3}"/>
              </a:ext>
            </a:extLst>
          </p:cNvPr>
          <p:cNvSpPr>
            <a:spLocks/>
          </p:cNvSpPr>
          <p:nvPr/>
        </p:nvSpPr>
        <p:spPr bwMode="auto">
          <a:xfrm>
            <a:off x="7615195" y="5441989"/>
            <a:ext cx="25537" cy="249693"/>
          </a:xfrm>
          <a:custGeom>
            <a:avLst/>
            <a:gdLst>
              <a:gd name="T0" fmla="*/ 3 w 354"/>
              <a:gd name="T1" fmla="*/ 0 h 2742"/>
              <a:gd name="T2" fmla="*/ 15 w 354"/>
              <a:gd name="T3" fmla="*/ 27 h 2742"/>
              <a:gd name="T4" fmla="*/ 15 w 354"/>
              <a:gd name="T5" fmla="*/ 205 h 2742"/>
              <a:gd name="T6" fmla="*/ 0 w 354"/>
              <a:gd name="T7" fmla="*/ 215 h 2742"/>
              <a:gd name="T8" fmla="*/ 3 w 354"/>
              <a:gd name="T9" fmla="*/ 0 h 27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54"/>
              <a:gd name="T16" fmla="*/ 0 h 2742"/>
              <a:gd name="T17" fmla="*/ 354 w 354"/>
              <a:gd name="T18" fmla="*/ 2742 h 274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54" h="2742">
                <a:moveTo>
                  <a:pt x="63" y="0"/>
                </a:moveTo>
                <a:lnTo>
                  <a:pt x="354" y="339"/>
                </a:lnTo>
                <a:lnTo>
                  <a:pt x="346" y="2624"/>
                </a:lnTo>
                <a:lnTo>
                  <a:pt x="0" y="2742"/>
                </a:lnTo>
                <a:lnTo>
                  <a:pt x="63" y="0"/>
                </a:lnTo>
                <a:close/>
              </a:path>
            </a:pathLst>
          </a:custGeom>
          <a:gradFill rotWithShape="1">
            <a:gsLst>
              <a:gs pos="0">
                <a:srgbClr val="DDDDDD"/>
              </a:gs>
              <a:gs pos="100000">
                <a:srgbClr val="333333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defTabSz="685800">
              <a:defRPr/>
            </a:pPr>
            <a:endParaRPr lang="en-US" sz="1350" dirty="0">
              <a:solidFill>
                <a:prstClr val="black"/>
              </a:solidFill>
              <a:latin typeface="+mj-lt"/>
            </a:endParaRPr>
          </a:p>
        </p:txBody>
      </p:sp>
      <p:sp>
        <p:nvSpPr>
          <p:cNvPr id="414" name="Freeform 986">
            <a:extLst>
              <a:ext uri="{FF2B5EF4-FFF2-40B4-BE49-F238E27FC236}">
                <a16:creationId xmlns:a16="http://schemas.microsoft.com/office/drawing/2014/main" id="{9D5E80B1-F637-9E4D-BFD5-5F5ADB827A42}"/>
              </a:ext>
            </a:extLst>
          </p:cNvPr>
          <p:cNvSpPr>
            <a:spLocks/>
          </p:cNvSpPr>
          <p:nvPr/>
        </p:nvSpPr>
        <p:spPr bwMode="auto">
          <a:xfrm>
            <a:off x="7619978" y="5456953"/>
            <a:ext cx="15250" cy="231015"/>
          </a:xfrm>
          <a:custGeom>
            <a:avLst/>
            <a:gdLst>
              <a:gd name="T0" fmla="*/ 2 w 211"/>
              <a:gd name="T1" fmla="*/ 0 h 2537"/>
              <a:gd name="T2" fmla="*/ 9 w 211"/>
              <a:gd name="T3" fmla="*/ 18 h 2537"/>
              <a:gd name="T4" fmla="*/ 2 w 211"/>
              <a:gd name="T5" fmla="*/ 196 h 2537"/>
              <a:gd name="T6" fmla="*/ 2 w 211"/>
              <a:gd name="T7" fmla="*/ 0 h 2537"/>
              <a:gd name="T8" fmla="*/ 0 60000 65536"/>
              <a:gd name="T9" fmla="*/ 0 60000 65536"/>
              <a:gd name="T10" fmla="*/ 0 60000 65536"/>
              <a:gd name="T11" fmla="*/ 0 60000 65536"/>
              <a:gd name="T12" fmla="*/ 0 w 211"/>
              <a:gd name="T13" fmla="*/ 0 h 2537"/>
              <a:gd name="T14" fmla="*/ 211 w 211"/>
              <a:gd name="T15" fmla="*/ 2537 h 253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1" h="2537">
                <a:moveTo>
                  <a:pt x="7" y="0"/>
                </a:moveTo>
                <a:cubicBezTo>
                  <a:pt x="7" y="0"/>
                  <a:pt x="57" y="28"/>
                  <a:pt x="211" y="218"/>
                </a:cubicBezTo>
                <a:cubicBezTo>
                  <a:pt x="0" y="1229"/>
                  <a:pt x="41" y="2537"/>
                  <a:pt x="7" y="2501"/>
                </a:cubicBezTo>
                <a:lnTo>
                  <a:pt x="7" y="0"/>
                </a:lnTo>
                <a:close/>
              </a:path>
            </a:pathLst>
          </a:custGeom>
          <a:gradFill rotWithShape="1">
            <a:gsLst>
              <a:gs pos="0">
                <a:srgbClr val="808080"/>
              </a:gs>
              <a:gs pos="100000">
                <a:srgbClr val="F8F8F8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defTabSz="685800">
              <a:defRPr/>
            </a:pPr>
            <a:endParaRPr lang="en-US" sz="1350" dirty="0">
              <a:solidFill>
                <a:prstClr val="black"/>
              </a:solidFill>
              <a:latin typeface="+mj-lt"/>
            </a:endParaRPr>
          </a:p>
        </p:txBody>
      </p:sp>
      <p:sp>
        <p:nvSpPr>
          <p:cNvPr id="415" name="Freeform 987">
            <a:extLst>
              <a:ext uri="{FF2B5EF4-FFF2-40B4-BE49-F238E27FC236}">
                <a16:creationId xmlns:a16="http://schemas.microsoft.com/office/drawing/2014/main" id="{F21D56DB-F5E9-8D44-92D9-C4770361B950}"/>
              </a:ext>
            </a:extLst>
          </p:cNvPr>
          <p:cNvSpPr>
            <a:spLocks/>
          </p:cNvSpPr>
          <p:nvPr/>
        </p:nvSpPr>
        <p:spPr bwMode="auto">
          <a:xfrm>
            <a:off x="7616639" y="5573826"/>
            <a:ext cx="23732" cy="20644"/>
          </a:xfrm>
          <a:custGeom>
            <a:avLst/>
            <a:gdLst>
              <a:gd name="T0" fmla="*/ 2 w 328"/>
              <a:gd name="T1" fmla="*/ 0 h 226"/>
              <a:gd name="T2" fmla="*/ 14 w 328"/>
              <a:gd name="T3" fmla="*/ 11 h 226"/>
              <a:gd name="T4" fmla="*/ 14 w 328"/>
              <a:gd name="T5" fmla="*/ 19 h 226"/>
              <a:gd name="T6" fmla="*/ 0 w 328"/>
              <a:gd name="T7" fmla="*/ 8 h 226"/>
              <a:gd name="T8" fmla="*/ 2 w 328"/>
              <a:gd name="T9" fmla="*/ 0 h 22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28"/>
              <a:gd name="T16" fmla="*/ 0 h 226"/>
              <a:gd name="T17" fmla="*/ 328 w 328"/>
              <a:gd name="T18" fmla="*/ 226 h 22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28" h="226">
                <a:moveTo>
                  <a:pt x="4" y="0"/>
                </a:moveTo>
                <a:cubicBezTo>
                  <a:pt x="60" y="10"/>
                  <a:pt x="182" y="74"/>
                  <a:pt x="328" y="128"/>
                </a:cubicBezTo>
                <a:cubicBezTo>
                  <a:pt x="326" y="162"/>
                  <a:pt x="326" y="158"/>
                  <a:pt x="326" y="226"/>
                </a:cubicBezTo>
                <a:cubicBezTo>
                  <a:pt x="326" y="226"/>
                  <a:pt x="169" y="155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defTabSz="685800">
              <a:defRPr/>
            </a:pPr>
            <a:endParaRPr lang="en-US" sz="1350" dirty="0">
              <a:solidFill>
                <a:prstClr val="black"/>
              </a:solidFill>
              <a:latin typeface="+mj-lt"/>
            </a:endParaRPr>
          </a:p>
        </p:txBody>
      </p:sp>
      <p:sp>
        <p:nvSpPr>
          <p:cNvPr id="416" name="Rectangle 988">
            <a:extLst>
              <a:ext uri="{FF2B5EF4-FFF2-40B4-BE49-F238E27FC236}">
                <a16:creationId xmlns:a16="http://schemas.microsoft.com/office/drawing/2014/main" id="{0447DE90-707A-1F42-8981-9A87D22C1D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19725" y="5470061"/>
            <a:ext cx="53962" cy="5134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defTabSz="685800">
              <a:lnSpc>
                <a:spcPct val="100000"/>
              </a:lnSpc>
              <a:spcBef>
                <a:spcPct val="0"/>
              </a:spcBef>
              <a:buClrTx/>
              <a:buSzTx/>
              <a:buNone/>
              <a:defRPr/>
            </a:pPr>
            <a:endParaRPr lang="en-US" altLang="en-US" sz="1800" dirty="0">
              <a:solidFill>
                <a:prstClr val="black"/>
              </a:solidFill>
              <a:latin typeface="+mj-lt"/>
            </a:endParaRPr>
          </a:p>
        </p:txBody>
      </p:sp>
      <p:grpSp>
        <p:nvGrpSpPr>
          <p:cNvPr id="417" name="Group 989">
            <a:extLst>
              <a:ext uri="{FF2B5EF4-FFF2-40B4-BE49-F238E27FC236}">
                <a16:creationId xmlns:a16="http://schemas.microsoft.com/office/drawing/2014/main" id="{A6C8AE16-7445-9845-8F83-A3F851D4F042}"/>
              </a:ext>
            </a:extLst>
          </p:cNvPr>
          <p:cNvGrpSpPr>
            <a:grpSpLocks/>
          </p:cNvGrpSpPr>
          <p:nvPr/>
        </p:nvGrpSpPr>
        <p:grpSpPr bwMode="auto">
          <a:xfrm>
            <a:off x="7568362" y="5467658"/>
            <a:ext cx="52427" cy="15838"/>
            <a:chOff x="614" y="2568"/>
            <a:chExt cx="725" cy="139"/>
          </a:xfrm>
        </p:grpSpPr>
        <p:sp>
          <p:nvSpPr>
            <p:cNvPr id="418" name="AutoShape 990">
              <a:extLst>
                <a:ext uri="{FF2B5EF4-FFF2-40B4-BE49-F238E27FC236}">
                  <a16:creationId xmlns:a16="http://schemas.microsoft.com/office/drawing/2014/main" id="{5E1B1032-2F46-EF4A-B472-E7BC9E83CB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" y="2566"/>
              <a:ext cx="721" cy="144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419" name="AutoShape 991">
              <a:extLst>
                <a:ext uri="{FF2B5EF4-FFF2-40B4-BE49-F238E27FC236}">
                  <a16:creationId xmlns:a16="http://schemas.microsoft.com/office/drawing/2014/main" id="{F24B042A-2483-8545-A723-0074F55A1D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5" y="2581"/>
              <a:ext cx="696" cy="114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+mj-lt"/>
              </a:endParaRPr>
            </a:p>
          </p:txBody>
        </p:sp>
      </p:grpSp>
      <p:sp>
        <p:nvSpPr>
          <p:cNvPr id="420" name="Rectangle 992">
            <a:extLst>
              <a:ext uri="{FF2B5EF4-FFF2-40B4-BE49-F238E27FC236}">
                <a16:creationId xmlns:a16="http://schemas.microsoft.com/office/drawing/2014/main" id="{E881C066-69A3-D649-893B-A3C4CB9FAE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0627" y="5506324"/>
            <a:ext cx="53962" cy="5134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defTabSz="685800">
              <a:lnSpc>
                <a:spcPct val="100000"/>
              </a:lnSpc>
              <a:spcBef>
                <a:spcPct val="0"/>
              </a:spcBef>
              <a:buClrTx/>
              <a:buSzTx/>
              <a:buNone/>
              <a:defRPr/>
            </a:pPr>
            <a:endParaRPr lang="en-US" altLang="en-US" sz="1800" dirty="0">
              <a:solidFill>
                <a:prstClr val="black"/>
              </a:solidFill>
              <a:latin typeface="+mj-lt"/>
            </a:endParaRPr>
          </a:p>
        </p:txBody>
      </p:sp>
      <p:grpSp>
        <p:nvGrpSpPr>
          <p:cNvPr id="421" name="Group 993">
            <a:extLst>
              <a:ext uri="{FF2B5EF4-FFF2-40B4-BE49-F238E27FC236}">
                <a16:creationId xmlns:a16="http://schemas.microsoft.com/office/drawing/2014/main" id="{2B8081F4-DBFC-C442-BDEE-DF67BF3817BC}"/>
              </a:ext>
            </a:extLst>
          </p:cNvPr>
          <p:cNvGrpSpPr>
            <a:grpSpLocks/>
          </p:cNvGrpSpPr>
          <p:nvPr/>
        </p:nvGrpSpPr>
        <p:grpSpPr bwMode="auto">
          <a:xfrm>
            <a:off x="7568182" y="5503266"/>
            <a:ext cx="52427" cy="14636"/>
            <a:chOff x="614" y="2568"/>
            <a:chExt cx="725" cy="139"/>
          </a:xfrm>
        </p:grpSpPr>
        <p:sp>
          <p:nvSpPr>
            <p:cNvPr id="422" name="AutoShape 994">
              <a:extLst>
                <a:ext uri="{FF2B5EF4-FFF2-40B4-BE49-F238E27FC236}">
                  <a16:creationId xmlns:a16="http://schemas.microsoft.com/office/drawing/2014/main" id="{B9A9624E-B9DF-9A46-B31E-DD7EFD0F21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5" y="2564"/>
              <a:ext cx="721" cy="139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423" name="AutoShape 995">
              <a:extLst>
                <a:ext uri="{FF2B5EF4-FFF2-40B4-BE49-F238E27FC236}">
                  <a16:creationId xmlns:a16="http://schemas.microsoft.com/office/drawing/2014/main" id="{642F554B-5A88-A44B-AAB6-61F7D5A17F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8" y="2581"/>
              <a:ext cx="696" cy="107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+mj-lt"/>
              </a:endParaRPr>
            </a:p>
          </p:txBody>
        </p:sp>
      </p:grpSp>
      <p:sp>
        <p:nvSpPr>
          <p:cNvPr id="424" name="Rectangle 996">
            <a:extLst>
              <a:ext uri="{FF2B5EF4-FFF2-40B4-BE49-F238E27FC236}">
                <a16:creationId xmlns:a16="http://schemas.microsoft.com/office/drawing/2014/main" id="{2F7E8752-11E5-3642-90E6-5285D40EA4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0627" y="5542587"/>
            <a:ext cx="53962" cy="5134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defTabSz="685800">
              <a:lnSpc>
                <a:spcPct val="100000"/>
              </a:lnSpc>
              <a:spcBef>
                <a:spcPct val="0"/>
              </a:spcBef>
              <a:buClrTx/>
              <a:buSzTx/>
              <a:buNone/>
              <a:defRPr/>
            </a:pPr>
            <a:endParaRPr lang="en-US" altLang="en-US" sz="1800" dirty="0">
              <a:solidFill>
                <a:prstClr val="black"/>
              </a:solidFill>
              <a:latin typeface="+mj-lt"/>
            </a:endParaRPr>
          </a:p>
        </p:txBody>
      </p:sp>
      <p:sp>
        <p:nvSpPr>
          <p:cNvPr id="425" name="Rectangle 997">
            <a:extLst>
              <a:ext uri="{FF2B5EF4-FFF2-40B4-BE49-F238E27FC236}">
                <a16:creationId xmlns:a16="http://schemas.microsoft.com/office/drawing/2014/main" id="{C884D5C3-FF18-F04A-B4E2-7E02117C03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1529" y="5575465"/>
            <a:ext cx="53962" cy="5134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defTabSz="685800">
              <a:lnSpc>
                <a:spcPct val="100000"/>
              </a:lnSpc>
              <a:spcBef>
                <a:spcPct val="0"/>
              </a:spcBef>
              <a:buClrTx/>
              <a:buSzTx/>
              <a:buNone/>
              <a:defRPr/>
            </a:pPr>
            <a:endParaRPr lang="en-US" altLang="en-US" sz="1800" dirty="0">
              <a:solidFill>
                <a:prstClr val="black"/>
              </a:solidFill>
              <a:latin typeface="+mj-lt"/>
            </a:endParaRPr>
          </a:p>
        </p:txBody>
      </p:sp>
      <p:grpSp>
        <p:nvGrpSpPr>
          <p:cNvPr id="426" name="Group 998">
            <a:extLst>
              <a:ext uri="{FF2B5EF4-FFF2-40B4-BE49-F238E27FC236}">
                <a16:creationId xmlns:a16="http://schemas.microsoft.com/office/drawing/2014/main" id="{D321F228-396F-C44B-AA64-15D0F1B6CEFB}"/>
              </a:ext>
            </a:extLst>
          </p:cNvPr>
          <p:cNvGrpSpPr>
            <a:grpSpLocks/>
          </p:cNvGrpSpPr>
          <p:nvPr/>
        </p:nvGrpSpPr>
        <p:grpSpPr bwMode="auto">
          <a:xfrm>
            <a:off x="7567099" y="5572407"/>
            <a:ext cx="52518" cy="16493"/>
            <a:chOff x="614" y="2568"/>
            <a:chExt cx="725" cy="139"/>
          </a:xfrm>
        </p:grpSpPr>
        <p:sp>
          <p:nvSpPr>
            <p:cNvPr id="427" name="AutoShape 999">
              <a:extLst>
                <a:ext uri="{FF2B5EF4-FFF2-40B4-BE49-F238E27FC236}">
                  <a16:creationId xmlns:a16="http://schemas.microsoft.com/office/drawing/2014/main" id="{849EBD72-C779-B442-B144-4C92B9E79F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8" y="2586"/>
              <a:ext cx="720" cy="124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428" name="AutoShape 1000">
              <a:extLst>
                <a:ext uri="{FF2B5EF4-FFF2-40B4-BE49-F238E27FC236}">
                  <a16:creationId xmlns:a16="http://schemas.microsoft.com/office/drawing/2014/main" id="{D93FB61F-FF29-F24D-8788-4165F50831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0" y="2586"/>
              <a:ext cx="695" cy="10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+mj-lt"/>
              </a:endParaRPr>
            </a:p>
          </p:txBody>
        </p:sp>
      </p:grpSp>
      <p:sp>
        <p:nvSpPr>
          <p:cNvPr id="429" name="Freeform 1001">
            <a:extLst>
              <a:ext uri="{FF2B5EF4-FFF2-40B4-BE49-F238E27FC236}">
                <a16:creationId xmlns:a16="http://schemas.microsoft.com/office/drawing/2014/main" id="{A40EEA2E-A801-414B-8FBC-BBC009ECE19B}"/>
              </a:ext>
            </a:extLst>
          </p:cNvPr>
          <p:cNvSpPr>
            <a:spLocks/>
          </p:cNvSpPr>
          <p:nvPr/>
        </p:nvSpPr>
        <p:spPr bwMode="auto">
          <a:xfrm>
            <a:off x="7617001" y="5542587"/>
            <a:ext cx="23732" cy="20535"/>
          </a:xfrm>
          <a:custGeom>
            <a:avLst/>
            <a:gdLst>
              <a:gd name="T0" fmla="*/ 2 w 328"/>
              <a:gd name="T1" fmla="*/ 0 h 226"/>
              <a:gd name="T2" fmla="*/ 14 w 328"/>
              <a:gd name="T3" fmla="*/ 10 h 226"/>
              <a:gd name="T4" fmla="*/ 14 w 328"/>
              <a:gd name="T5" fmla="*/ 17 h 226"/>
              <a:gd name="T6" fmla="*/ 0 w 328"/>
              <a:gd name="T7" fmla="*/ 7 h 226"/>
              <a:gd name="T8" fmla="*/ 2 w 328"/>
              <a:gd name="T9" fmla="*/ 0 h 22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28"/>
              <a:gd name="T16" fmla="*/ 0 h 226"/>
              <a:gd name="T17" fmla="*/ 328 w 328"/>
              <a:gd name="T18" fmla="*/ 226 h 22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28" h="226">
                <a:moveTo>
                  <a:pt x="4" y="0"/>
                </a:moveTo>
                <a:cubicBezTo>
                  <a:pt x="60" y="10"/>
                  <a:pt x="182" y="74"/>
                  <a:pt x="328" y="128"/>
                </a:cubicBezTo>
                <a:cubicBezTo>
                  <a:pt x="326" y="162"/>
                  <a:pt x="326" y="158"/>
                  <a:pt x="326" y="226"/>
                </a:cubicBezTo>
                <a:cubicBezTo>
                  <a:pt x="326" y="226"/>
                  <a:pt x="169" y="155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defTabSz="685800">
              <a:defRPr/>
            </a:pPr>
            <a:endParaRPr lang="en-US" sz="1350" dirty="0">
              <a:solidFill>
                <a:prstClr val="black"/>
              </a:solidFill>
              <a:latin typeface="+mj-lt"/>
            </a:endParaRPr>
          </a:p>
        </p:txBody>
      </p:sp>
      <p:grpSp>
        <p:nvGrpSpPr>
          <p:cNvPr id="430" name="Group 1002">
            <a:extLst>
              <a:ext uri="{FF2B5EF4-FFF2-40B4-BE49-F238E27FC236}">
                <a16:creationId xmlns:a16="http://schemas.microsoft.com/office/drawing/2014/main" id="{F068EC4B-78B0-B24C-99A7-F96D6C86A2B9}"/>
              </a:ext>
            </a:extLst>
          </p:cNvPr>
          <p:cNvGrpSpPr>
            <a:grpSpLocks/>
          </p:cNvGrpSpPr>
          <p:nvPr/>
        </p:nvGrpSpPr>
        <p:grpSpPr bwMode="auto">
          <a:xfrm>
            <a:off x="7567460" y="5539638"/>
            <a:ext cx="52518" cy="15182"/>
            <a:chOff x="614" y="2568"/>
            <a:chExt cx="725" cy="139"/>
          </a:xfrm>
        </p:grpSpPr>
        <p:sp>
          <p:nvSpPr>
            <p:cNvPr id="431" name="AutoShape 1003">
              <a:extLst>
                <a:ext uri="{FF2B5EF4-FFF2-40B4-BE49-F238E27FC236}">
                  <a16:creationId xmlns:a16="http://schemas.microsoft.com/office/drawing/2014/main" id="{76307DFD-7DBD-DD4D-8615-A8A8D15D82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" y="2571"/>
              <a:ext cx="732" cy="134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432" name="AutoShape 1004">
              <a:extLst>
                <a:ext uri="{FF2B5EF4-FFF2-40B4-BE49-F238E27FC236}">
                  <a16:creationId xmlns:a16="http://schemas.microsoft.com/office/drawing/2014/main" id="{B5EA7410-FCB5-3C42-A74F-F566ABFADD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5" y="2587"/>
              <a:ext cx="720" cy="10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+mj-lt"/>
              </a:endParaRPr>
            </a:p>
          </p:txBody>
        </p:sp>
      </p:grpSp>
      <p:sp>
        <p:nvSpPr>
          <p:cNvPr id="433" name="Rectangle 1005">
            <a:extLst>
              <a:ext uri="{FF2B5EF4-FFF2-40B4-BE49-F238E27FC236}">
                <a16:creationId xmlns:a16="http://schemas.microsoft.com/office/drawing/2014/main" id="{10238275-C02A-F74A-A765-B593C055F7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13209" y="5441552"/>
            <a:ext cx="6317" cy="249584"/>
          </a:xfrm>
          <a:prstGeom prst="rect">
            <a:avLst/>
          </a:prstGeom>
          <a:gradFill rotWithShape="1">
            <a:gsLst>
              <a:gs pos="0">
                <a:srgbClr val="333333"/>
              </a:gs>
              <a:gs pos="50000">
                <a:srgbClr val="DDDDDD"/>
              </a:gs>
              <a:gs pos="100000">
                <a:srgbClr val="333333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defTabSz="685800">
              <a:lnSpc>
                <a:spcPct val="100000"/>
              </a:lnSpc>
              <a:spcBef>
                <a:spcPct val="0"/>
              </a:spcBef>
              <a:buClrTx/>
              <a:buSzTx/>
              <a:buNone/>
              <a:defRPr/>
            </a:pPr>
            <a:endParaRPr lang="en-US" altLang="en-US" sz="1800" dirty="0">
              <a:solidFill>
                <a:prstClr val="black"/>
              </a:solidFill>
              <a:latin typeface="+mj-lt"/>
            </a:endParaRPr>
          </a:p>
        </p:txBody>
      </p:sp>
      <p:sp>
        <p:nvSpPr>
          <p:cNvPr id="434" name="Freeform 1006">
            <a:extLst>
              <a:ext uri="{FF2B5EF4-FFF2-40B4-BE49-F238E27FC236}">
                <a16:creationId xmlns:a16="http://schemas.microsoft.com/office/drawing/2014/main" id="{81D6D301-6C77-C64B-B2D0-382D840AA7FC}"/>
              </a:ext>
            </a:extLst>
          </p:cNvPr>
          <p:cNvSpPr>
            <a:spLocks/>
          </p:cNvSpPr>
          <p:nvPr/>
        </p:nvSpPr>
        <p:spPr bwMode="auto">
          <a:xfrm>
            <a:off x="7619166" y="5504686"/>
            <a:ext cx="21386" cy="23265"/>
          </a:xfrm>
          <a:custGeom>
            <a:avLst/>
            <a:gdLst>
              <a:gd name="T0" fmla="*/ 2 w 296"/>
              <a:gd name="T1" fmla="*/ 0 h 256"/>
              <a:gd name="T2" fmla="*/ 14 w 296"/>
              <a:gd name="T3" fmla="*/ 10 h 256"/>
              <a:gd name="T4" fmla="*/ 14 w 296"/>
              <a:gd name="T5" fmla="*/ 19 h 256"/>
              <a:gd name="T6" fmla="*/ 0 w 296"/>
              <a:gd name="T7" fmla="*/ 7 h 256"/>
              <a:gd name="T8" fmla="*/ 2 w 296"/>
              <a:gd name="T9" fmla="*/ 0 h 25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96"/>
              <a:gd name="T16" fmla="*/ 0 h 256"/>
              <a:gd name="T17" fmla="*/ 296 w 296"/>
              <a:gd name="T18" fmla="*/ 256 h 25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96" h="256">
                <a:moveTo>
                  <a:pt x="4" y="0"/>
                </a:moveTo>
                <a:cubicBezTo>
                  <a:pt x="55" y="10"/>
                  <a:pt x="144" y="68"/>
                  <a:pt x="292" y="144"/>
                </a:cubicBezTo>
                <a:cubicBezTo>
                  <a:pt x="290" y="178"/>
                  <a:pt x="296" y="188"/>
                  <a:pt x="296" y="256"/>
                </a:cubicBezTo>
                <a:cubicBezTo>
                  <a:pt x="296" y="256"/>
                  <a:pt x="160" y="176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defTabSz="685800">
              <a:defRPr/>
            </a:pPr>
            <a:endParaRPr lang="en-US" sz="1350" dirty="0">
              <a:solidFill>
                <a:prstClr val="black"/>
              </a:solidFill>
              <a:latin typeface="+mj-lt"/>
            </a:endParaRPr>
          </a:p>
        </p:txBody>
      </p:sp>
      <p:sp>
        <p:nvSpPr>
          <p:cNvPr id="435" name="Freeform 1007">
            <a:extLst>
              <a:ext uri="{FF2B5EF4-FFF2-40B4-BE49-F238E27FC236}">
                <a16:creationId xmlns:a16="http://schemas.microsoft.com/office/drawing/2014/main" id="{6966CA35-6F7B-6C4F-AEE3-078FED56DF20}"/>
              </a:ext>
            </a:extLst>
          </p:cNvPr>
          <p:cNvSpPr>
            <a:spLocks/>
          </p:cNvSpPr>
          <p:nvPr/>
        </p:nvSpPr>
        <p:spPr bwMode="auto">
          <a:xfrm>
            <a:off x="7619436" y="5468969"/>
            <a:ext cx="22018" cy="26215"/>
          </a:xfrm>
          <a:custGeom>
            <a:avLst/>
            <a:gdLst>
              <a:gd name="T0" fmla="*/ 0 w 304"/>
              <a:gd name="T1" fmla="*/ 0 h 288"/>
              <a:gd name="T2" fmla="*/ 14 w 304"/>
              <a:gd name="T3" fmla="*/ 13 h 288"/>
              <a:gd name="T4" fmla="*/ 13 w 304"/>
              <a:gd name="T5" fmla="*/ 23 h 288"/>
              <a:gd name="T6" fmla="*/ 2 w 304"/>
              <a:gd name="T7" fmla="*/ 10 h 288"/>
              <a:gd name="T8" fmla="*/ 0 w 304"/>
              <a:gd name="T9" fmla="*/ 0 h 28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4"/>
              <a:gd name="T16" fmla="*/ 0 h 288"/>
              <a:gd name="T17" fmla="*/ 304 w 304"/>
              <a:gd name="T18" fmla="*/ 288 h 28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4" h="288">
                <a:moveTo>
                  <a:pt x="0" y="0"/>
                </a:moveTo>
                <a:cubicBezTo>
                  <a:pt x="51" y="10"/>
                  <a:pt x="148" y="76"/>
                  <a:pt x="304" y="164"/>
                </a:cubicBezTo>
                <a:cubicBezTo>
                  <a:pt x="302" y="198"/>
                  <a:pt x="284" y="220"/>
                  <a:pt x="284" y="288"/>
                </a:cubicBezTo>
                <a:cubicBezTo>
                  <a:pt x="284" y="288"/>
                  <a:pt x="163" y="179"/>
                  <a:pt x="8" y="124"/>
                </a:cubicBezTo>
                <a:cubicBezTo>
                  <a:pt x="8" y="72"/>
                  <a:pt x="0" y="17"/>
                  <a:pt x="0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defTabSz="685800">
              <a:defRPr/>
            </a:pPr>
            <a:endParaRPr lang="en-US" sz="1350" dirty="0">
              <a:solidFill>
                <a:prstClr val="black"/>
              </a:solidFill>
              <a:latin typeface="+mj-lt"/>
            </a:endParaRPr>
          </a:p>
        </p:txBody>
      </p:sp>
      <p:sp>
        <p:nvSpPr>
          <p:cNvPr id="436" name="Oval 1008">
            <a:extLst>
              <a:ext uri="{FF2B5EF4-FFF2-40B4-BE49-F238E27FC236}">
                <a16:creationId xmlns:a16="http://schemas.microsoft.com/office/drawing/2014/main" id="{2CFA9381-C4F6-8A4A-BCBB-3123886567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7483" y="5679886"/>
            <a:ext cx="4512" cy="10376"/>
          </a:xfrm>
          <a:prstGeom prst="ellipse">
            <a:avLst/>
          </a:prstGeom>
          <a:solidFill>
            <a:srgbClr val="3333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defTabSz="685800">
              <a:lnSpc>
                <a:spcPct val="100000"/>
              </a:lnSpc>
              <a:spcBef>
                <a:spcPct val="0"/>
              </a:spcBef>
              <a:buClrTx/>
              <a:buSzTx/>
              <a:buNone/>
              <a:defRPr/>
            </a:pPr>
            <a:endParaRPr lang="en-US" altLang="en-US" sz="1800" dirty="0">
              <a:solidFill>
                <a:prstClr val="black"/>
              </a:solidFill>
              <a:latin typeface="+mj-lt"/>
            </a:endParaRPr>
          </a:p>
        </p:txBody>
      </p:sp>
      <p:sp>
        <p:nvSpPr>
          <p:cNvPr id="437" name="Freeform 1009">
            <a:extLst>
              <a:ext uri="{FF2B5EF4-FFF2-40B4-BE49-F238E27FC236}">
                <a16:creationId xmlns:a16="http://schemas.microsoft.com/office/drawing/2014/main" id="{B30AEBEB-78E1-754E-BA64-FEE706BFF392}"/>
              </a:ext>
            </a:extLst>
          </p:cNvPr>
          <p:cNvSpPr>
            <a:spLocks/>
          </p:cNvSpPr>
          <p:nvPr/>
        </p:nvSpPr>
        <p:spPr bwMode="auto">
          <a:xfrm>
            <a:off x="7618263" y="5680214"/>
            <a:ext cx="22108" cy="21845"/>
          </a:xfrm>
          <a:custGeom>
            <a:avLst/>
            <a:gdLst>
              <a:gd name="T0" fmla="*/ 0 w 306"/>
              <a:gd name="T1" fmla="*/ 9 h 240"/>
              <a:gd name="T2" fmla="*/ 2 w 306"/>
              <a:gd name="T3" fmla="*/ 19 h 240"/>
              <a:gd name="T4" fmla="*/ 14 w 306"/>
              <a:gd name="T5" fmla="*/ 9 h 240"/>
              <a:gd name="T6" fmla="*/ 14 w 306"/>
              <a:gd name="T7" fmla="*/ 0 h 240"/>
              <a:gd name="T8" fmla="*/ 0 w 306"/>
              <a:gd name="T9" fmla="*/ 9 h 2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6"/>
              <a:gd name="T16" fmla="*/ 0 h 240"/>
              <a:gd name="T17" fmla="*/ 306 w 306"/>
              <a:gd name="T18" fmla="*/ 240 h 24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6" h="240">
                <a:moveTo>
                  <a:pt x="0" y="106"/>
                </a:moveTo>
                <a:lnTo>
                  <a:pt x="2" y="240"/>
                </a:lnTo>
                <a:lnTo>
                  <a:pt x="306" y="110"/>
                </a:lnTo>
                <a:lnTo>
                  <a:pt x="300" y="0"/>
                </a:lnTo>
                <a:lnTo>
                  <a:pt x="0" y="106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defTabSz="685800">
              <a:defRPr/>
            </a:pPr>
            <a:endParaRPr lang="en-US" sz="1350" dirty="0">
              <a:solidFill>
                <a:prstClr val="black"/>
              </a:solidFill>
              <a:latin typeface="+mj-lt"/>
            </a:endParaRPr>
          </a:p>
        </p:txBody>
      </p:sp>
      <p:sp>
        <p:nvSpPr>
          <p:cNvPr id="438" name="AutoShape 1010">
            <a:extLst>
              <a:ext uri="{FF2B5EF4-FFF2-40B4-BE49-F238E27FC236}">
                <a16:creationId xmlns:a16="http://schemas.microsoft.com/office/drawing/2014/main" id="{F2779901-7D8F-784A-8E8D-397036700A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13408" y="5686877"/>
            <a:ext cx="107924" cy="16384"/>
          </a:xfrm>
          <a:prstGeom prst="roundRect">
            <a:avLst>
              <a:gd name="adj" fmla="val 50000"/>
            </a:avLst>
          </a:prstGeom>
          <a:solidFill>
            <a:srgbClr val="DDDDDD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defTabSz="685800">
              <a:lnSpc>
                <a:spcPct val="100000"/>
              </a:lnSpc>
              <a:spcBef>
                <a:spcPct val="0"/>
              </a:spcBef>
              <a:buClrTx/>
              <a:buSzTx/>
              <a:buNone/>
              <a:defRPr/>
            </a:pPr>
            <a:endParaRPr lang="en-US" altLang="en-US" sz="1800" dirty="0">
              <a:solidFill>
                <a:prstClr val="black"/>
              </a:solidFill>
              <a:latin typeface="+mj-lt"/>
            </a:endParaRPr>
          </a:p>
        </p:txBody>
      </p:sp>
      <p:sp>
        <p:nvSpPr>
          <p:cNvPr id="439" name="AutoShape 1011">
            <a:extLst>
              <a:ext uri="{FF2B5EF4-FFF2-40B4-BE49-F238E27FC236}">
                <a16:creationId xmlns:a16="http://schemas.microsoft.com/office/drawing/2014/main" id="{87A8BD55-4166-4643-A7DA-52B9D36F38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19725" y="5691136"/>
            <a:ext cx="96193" cy="862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chemeClr val="tx2"/>
              </a:gs>
              <a:gs pos="100000">
                <a:schemeClr val="bg2"/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defTabSz="685800">
              <a:lnSpc>
                <a:spcPct val="100000"/>
              </a:lnSpc>
              <a:spcBef>
                <a:spcPct val="0"/>
              </a:spcBef>
              <a:buClrTx/>
              <a:buSzTx/>
              <a:buNone/>
              <a:defRPr/>
            </a:pPr>
            <a:endParaRPr lang="en-US" altLang="en-US" sz="1800" dirty="0">
              <a:solidFill>
                <a:prstClr val="black"/>
              </a:solidFill>
              <a:latin typeface="+mj-lt"/>
            </a:endParaRPr>
          </a:p>
        </p:txBody>
      </p:sp>
      <p:sp>
        <p:nvSpPr>
          <p:cNvPr id="440" name="Oval 1012">
            <a:extLst>
              <a:ext uri="{FF2B5EF4-FFF2-40B4-BE49-F238E27FC236}">
                <a16:creationId xmlns:a16="http://schemas.microsoft.com/office/drawing/2014/main" id="{0F991E83-25F4-2549-B34F-7A98472010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8657" y="5654872"/>
            <a:ext cx="14348" cy="15510"/>
          </a:xfrm>
          <a:prstGeom prst="ellipse">
            <a:avLst/>
          </a:prstGeom>
          <a:solidFill>
            <a:srgbClr val="33CC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defTabSz="685800">
              <a:lnSpc>
                <a:spcPct val="100000"/>
              </a:lnSpc>
              <a:spcBef>
                <a:spcPct val="0"/>
              </a:spcBef>
              <a:buClrTx/>
              <a:buSzTx/>
              <a:buNone/>
              <a:defRPr/>
            </a:pPr>
            <a:endParaRPr lang="en-US" altLang="en-US" sz="1800" dirty="0">
              <a:solidFill>
                <a:prstClr val="black"/>
              </a:solidFill>
              <a:latin typeface="+mj-lt"/>
            </a:endParaRPr>
          </a:p>
        </p:txBody>
      </p:sp>
      <p:sp>
        <p:nvSpPr>
          <p:cNvPr id="441" name="Oval 1013">
            <a:extLst>
              <a:ext uri="{FF2B5EF4-FFF2-40B4-BE49-F238E27FC236}">
                <a16:creationId xmlns:a16="http://schemas.microsoft.com/office/drawing/2014/main" id="{01F6513A-F015-D94A-929C-75D48673F7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4900" y="5654872"/>
            <a:ext cx="14348" cy="1551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algn="ctr" defTabSz="685800">
              <a:lnSpc>
                <a:spcPct val="100000"/>
              </a:lnSpc>
              <a:spcBef>
                <a:spcPct val="0"/>
              </a:spcBef>
              <a:buClrTx/>
              <a:buSzTx/>
              <a:buNone/>
              <a:defRPr/>
            </a:pPr>
            <a:endParaRPr lang="en-US" altLang="en-US" sz="1350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442" name="Oval 1014">
            <a:extLst>
              <a:ext uri="{FF2B5EF4-FFF2-40B4-BE49-F238E27FC236}">
                <a16:creationId xmlns:a16="http://schemas.microsoft.com/office/drawing/2014/main" id="{DF2F1710-E7DF-7E48-A534-44E42CD005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60151" y="5654872"/>
            <a:ext cx="14348" cy="15510"/>
          </a:xfrm>
          <a:prstGeom prst="ellipse">
            <a:avLst/>
          </a:prstGeom>
          <a:solidFill>
            <a:srgbClr val="33CC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defTabSz="685800">
              <a:lnSpc>
                <a:spcPct val="100000"/>
              </a:lnSpc>
              <a:spcBef>
                <a:spcPct val="0"/>
              </a:spcBef>
              <a:buClrTx/>
              <a:buSzTx/>
              <a:buNone/>
              <a:defRPr/>
            </a:pPr>
            <a:endParaRPr lang="en-US" altLang="en-US" sz="1800" dirty="0">
              <a:solidFill>
                <a:prstClr val="black"/>
              </a:solidFill>
              <a:latin typeface="+mj-lt"/>
            </a:endParaRPr>
          </a:p>
        </p:txBody>
      </p:sp>
      <p:sp>
        <p:nvSpPr>
          <p:cNvPr id="443" name="Rectangle 1015">
            <a:extLst>
              <a:ext uri="{FF2B5EF4-FFF2-40B4-BE49-F238E27FC236}">
                <a16:creationId xmlns:a16="http://schemas.microsoft.com/office/drawing/2014/main" id="{328DCBC9-32E9-FD44-B2CF-3BC801D59B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7058" y="5595344"/>
            <a:ext cx="7219" cy="82904"/>
          </a:xfrm>
          <a:prstGeom prst="rect">
            <a:avLst/>
          </a:prstGeom>
          <a:solidFill>
            <a:srgbClr val="29292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defTabSz="685800">
              <a:lnSpc>
                <a:spcPct val="100000"/>
              </a:lnSpc>
              <a:spcBef>
                <a:spcPct val="0"/>
              </a:spcBef>
              <a:buClrTx/>
              <a:buSzTx/>
              <a:buNone/>
              <a:defRPr/>
            </a:pPr>
            <a:endParaRPr lang="en-US" altLang="en-US" sz="1800" dirty="0">
              <a:solidFill>
                <a:prstClr val="black"/>
              </a:solidFill>
              <a:latin typeface="+mj-lt"/>
            </a:endParaRPr>
          </a:p>
        </p:txBody>
      </p:sp>
      <p:grpSp>
        <p:nvGrpSpPr>
          <p:cNvPr id="447" name="Group 590">
            <a:extLst>
              <a:ext uri="{FF2B5EF4-FFF2-40B4-BE49-F238E27FC236}">
                <a16:creationId xmlns:a16="http://schemas.microsoft.com/office/drawing/2014/main" id="{CCAB7625-FEE3-BB4A-97C1-EF1CC2679904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5830486" y="5175056"/>
            <a:ext cx="259223" cy="240227"/>
            <a:chOff x="2839" y="3501"/>
            <a:chExt cx="755" cy="803"/>
          </a:xfrm>
        </p:grpSpPr>
        <p:pic>
          <p:nvPicPr>
            <p:cNvPr id="451" name="Picture 591" descr="desktop_computer_stylized_medium">
              <a:extLst>
                <a:ext uri="{FF2B5EF4-FFF2-40B4-BE49-F238E27FC236}">
                  <a16:creationId xmlns:a16="http://schemas.microsoft.com/office/drawing/2014/main" id="{FC71EB74-5BE7-7A48-B637-5058D84946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52" name="Freeform 592">
              <a:extLst>
                <a:ext uri="{FF2B5EF4-FFF2-40B4-BE49-F238E27FC236}">
                  <a16:creationId xmlns:a16="http://schemas.microsoft.com/office/drawing/2014/main" id="{B9007CC0-7362-AE4E-9B5B-742E3046FEF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+mj-lt"/>
              </a:endParaRPr>
            </a:p>
          </p:txBody>
        </p:sp>
      </p:grpSp>
      <p:sp>
        <p:nvSpPr>
          <p:cNvPr id="444" name="Rectangle 443">
            <a:extLst>
              <a:ext uri="{FF2B5EF4-FFF2-40B4-BE49-F238E27FC236}">
                <a16:creationId xmlns:a16="http://schemas.microsoft.com/office/drawing/2014/main" id="{C47118FD-7A98-6943-B3A3-B578E5FB9F06}"/>
              </a:ext>
            </a:extLst>
          </p:cNvPr>
          <p:cNvSpPr/>
          <p:nvPr/>
        </p:nvSpPr>
        <p:spPr>
          <a:xfrm>
            <a:off x="4904937" y="2238697"/>
            <a:ext cx="4019550" cy="3715971"/>
          </a:xfrm>
          <a:prstGeom prst="rect">
            <a:avLst/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446" name="Group 652">
            <a:extLst>
              <a:ext uri="{FF2B5EF4-FFF2-40B4-BE49-F238E27FC236}">
                <a16:creationId xmlns:a16="http://schemas.microsoft.com/office/drawing/2014/main" id="{84B474B2-2AC4-EC40-9EA0-B5E48CE68CBD}"/>
              </a:ext>
            </a:extLst>
          </p:cNvPr>
          <p:cNvGrpSpPr>
            <a:grpSpLocks/>
          </p:cNvGrpSpPr>
          <p:nvPr/>
        </p:nvGrpSpPr>
        <p:grpSpPr bwMode="auto">
          <a:xfrm>
            <a:off x="5812668" y="2609055"/>
            <a:ext cx="311944" cy="289322"/>
            <a:chOff x="2751" y="1851"/>
            <a:chExt cx="462" cy="478"/>
          </a:xfrm>
        </p:grpSpPr>
        <p:pic>
          <p:nvPicPr>
            <p:cNvPr id="453" name="Picture 653" descr="iphone_stylized_small">
              <a:extLst>
                <a:ext uri="{FF2B5EF4-FFF2-40B4-BE49-F238E27FC236}">
                  <a16:creationId xmlns:a16="http://schemas.microsoft.com/office/drawing/2014/main" id="{34A94CEC-DE5F-E64D-A5B4-F04DB32319E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54" name="Picture 654" descr="antenna_radiation_stylized">
              <a:extLst>
                <a:ext uri="{FF2B5EF4-FFF2-40B4-BE49-F238E27FC236}">
                  <a16:creationId xmlns:a16="http://schemas.microsoft.com/office/drawing/2014/main" id="{67C4AABE-F80E-F846-A0E8-D555DE64EBB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49" name="Oval 448">
            <a:extLst>
              <a:ext uri="{FF2B5EF4-FFF2-40B4-BE49-F238E27FC236}">
                <a16:creationId xmlns:a16="http://schemas.microsoft.com/office/drawing/2014/main" id="{D57ABF6C-635D-8547-9D46-7AFB160876AA}"/>
              </a:ext>
            </a:extLst>
          </p:cNvPr>
          <p:cNvSpPr/>
          <p:nvPr/>
        </p:nvSpPr>
        <p:spPr>
          <a:xfrm>
            <a:off x="5760244" y="2574890"/>
            <a:ext cx="459227" cy="382552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350" dirty="0">
              <a:solidFill>
                <a:prstClr val="white"/>
              </a:solidFill>
              <a:latin typeface="+mj-lt"/>
            </a:endParaRPr>
          </a:p>
        </p:txBody>
      </p:sp>
      <p:sp>
        <p:nvSpPr>
          <p:cNvPr id="450" name="Oval 449">
            <a:extLst>
              <a:ext uri="{FF2B5EF4-FFF2-40B4-BE49-F238E27FC236}">
                <a16:creationId xmlns:a16="http://schemas.microsoft.com/office/drawing/2014/main" id="{2895CDC0-6EA0-564A-AFB6-E1E735A44F41}"/>
              </a:ext>
            </a:extLst>
          </p:cNvPr>
          <p:cNvSpPr/>
          <p:nvPr/>
        </p:nvSpPr>
        <p:spPr>
          <a:xfrm>
            <a:off x="7367588" y="5380340"/>
            <a:ext cx="459227" cy="382552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350" dirty="0">
              <a:solidFill>
                <a:prstClr val="white"/>
              </a:solidFill>
              <a:latin typeface="+mj-lt"/>
            </a:endParaRPr>
          </a:p>
        </p:txBody>
      </p:sp>
      <p:sp>
        <p:nvSpPr>
          <p:cNvPr id="463" name="Freeform 917">
            <a:extLst>
              <a:ext uri="{FF2B5EF4-FFF2-40B4-BE49-F238E27FC236}">
                <a16:creationId xmlns:a16="http://schemas.microsoft.com/office/drawing/2014/main" id="{ADACC4C8-123A-0642-ADC2-DC6E1D927429}"/>
              </a:ext>
            </a:extLst>
          </p:cNvPr>
          <p:cNvSpPr>
            <a:spLocks/>
          </p:cNvSpPr>
          <p:nvPr/>
        </p:nvSpPr>
        <p:spPr bwMode="auto">
          <a:xfrm>
            <a:off x="6004384" y="2107297"/>
            <a:ext cx="228600" cy="707231"/>
          </a:xfrm>
          <a:custGeom>
            <a:avLst/>
            <a:gdLst>
              <a:gd name="T0" fmla="*/ 0 w 192"/>
              <a:gd name="T1" fmla="*/ 594 h 594"/>
              <a:gd name="T2" fmla="*/ 192 w 192"/>
              <a:gd name="T3" fmla="*/ 0 h 594"/>
              <a:gd name="T4" fmla="*/ 192 w 192"/>
              <a:gd name="T5" fmla="*/ 515 h 594"/>
              <a:gd name="T6" fmla="*/ 0 w 192"/>
              <a:gd name="T7" fmla="*/ 594 h 594"/>
              <a:gd name="T8" fmla="*/ 0 60000 65536"/>
              <a:gd name="T9" fmla="*/ 0 60000 65536"/>
              <a:gd name="T10" fmla="*/ 0 60000 65536"/>
              <a:gd name="T11" fmla="*/ 0 60000 65536"/>
              <a:gd name="T12" fmla="*/ 0 w 192"/>
              <a:gd name="T13" fmla="*/ 0 h 594"/>
              <a:gd name="T14" fmla="*/ 192 w 192"/>
              <a:gd name="T15" fmla="*/ 594 h 59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92" h="594">
                <a:moveTo>
                  <a:pt x="0" y="594"/>
                </a:moveTo>
                <a:lnTo>
                  <a:pt x="192" y="0"/>
                </a:lnTo>
                <a:lnTo>
                  <a:pt x="192" y="515"/>
                </a:lnTo>
                <a:lnTo>
                  <a:pt x="0" y="594"/>
                </a:lnTo>
                <a:close/>
              </a:path>
            </a:pathLst>
          </a:custGeom>
          <a:gradFill rotWithShape="1">
            <a:gsLst>
              <a:gs pos="0">
                <a:schemeClr val="bg1"/>
              </a:gs>
              <a:gs pos="100000">
                <a:srgbClr val="CC000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defTabSz="685800">
              <a:defRPr/>
            </a:pPr>
            <a:endParaRPr lang="en-US" sz="1350" dirty="0">
              <a:solidFill>
                <a:prstClr val="black"/>
              </a:solidFill>
              <a:latin typeface="+mj-lt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CFEE881-E73C-8C4D-A5ED-9848E08F428B}"/>
              </a:ext>
            </a:extLst>
          </p:cNvPr>
          <p:cNvGrpSpPr/>
          <p:nvPr/>
        </p:nvGrpSpPr>
        <p:grpSpPr>
          <a:xfrm>
            <a:off x="7716686" y="4771490"/>
            <a:ext cx="660467" cy="669414"/>
            <a:chOff x="10288915" y="4742972"/>
            <a:chExt cx="880622" cy="892552"/>
          </a:xfrm>
        </p:grpSpPr>
        <p:grpSp>
          <p:nvGrpSpPr>
            <p:cNvPr id="323" name="Group 950">
              <a:extLst>
                <a:ext uri="{FF2B5EF4-FFF2-40B4-BE49-F238E27FC236}">
                  <a16:creationId xmlns:a16="http://schemas.microsoft.com/office/drawing/2014/main" id="{BF16D25A-05F2-BD48-8851-FCCC3771B7E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288915" y="5273951"/>
              <a:ext cx="177192" cy="330833"/>
              <a:chOff x="4140" y="429"/>
              <a:chExt cx="1425" cy="2396"/>
            </a:xfrm>
          </p:grpSpPr>
          <p:sp>
            <p:nvSpPr>
              <p:cNvPr id="324" name="Freeform 951">
                <a:extLst>
                  <a:ext uri="{FF2B5EF4-FFF2-40B4-BE49-F238E27FC236}">
                    <a16:creationId xmlns:a16="http://schemas.microsoft.com/office/drawing/2014/main" id="{72C50429-8235-E440-B0F8-ADCFAC7485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3 w 354"/>
                  <a:gd name="T1" fmla="*/ 0 h 2742"/>
                  <a:gd name="T2" fmla="*/ 15 w 354"/>
                  <a:gd name="T3" fmla="*/ 27 h 2742"/>
                  <a:gd name="T4" fmla="*/ 15 w 354"/>
                  <a:gd name="T5" fmla="*/ 205 h 2742"/>
                  <a:gd name="T6" fmla="*/ 0 w 354"/>
                  <a:gd name="T7" fmla="*/ 215 h 2742"/>
                  <a:gd name="T8" fmla="*/ 3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+mj-lt"/>
                </a:endParaRPr>
              </a:p>
            </p:txBody>
          </p:sp>
          <p:sp>
            <p:nvSpPr>
              <p:cNvPr id="325" name="Rectangle 952">
                <a:extLst>
                  <a:ext uri="{FF2B5EF4-FFF2-40B4-BE49-F238E27FC236}">
                    <a16:creationId xmlns:a16="http://schemas.microsoft.com/office/drawing/2014/main" id="{C8289D20-20EF-CE4A-B82D-CC6F98B22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defTabSz="68580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None/>
                  <a:defRPr/>
                </a:pPr>
                <a:endParaRPr lang="en-US" altLang="en-US" sz="1800" dirty="0">
                  <a:solidFill>
                    <a:prstClr val="black"/>
                  </a:solidFill>
                  <a:latin typeface="+mj-lt"/>
                </a:endParaRPr>
              </a:p>
            </p:txBody>
          </p:sp>
          <p:sp>
            <p:nvSpPr>
              <p:cNvPr id="326" name="Freeform 953">
                <a:extLst>
                  <a:ext uri="{FF2B5EF4-FFF2-40B4-BE49-F238E27FC236}">
                    <a16:creationId xmlns:a16="http://schemas.microsoft.com/office/drawing/2014/main" id="{512EE24C-2BC1-5A45-B541-28FAD55222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9 w 211"/>
                  <a:gd name="T3" fmla="*/ 18 h 2537"/>
                  <a:gd name="T4" fmla="*/ 2 w 211"/>
                  <a:gd name="T5" fmla="*/ 196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+mj-lt"/>
                </a:endParaRPr>
              </a:p>
            </p:txBody>
          </p:sp>
          <p:sp>
            <p:nvSpPr>
              <p:cNvPr id="327" name="Freeform 954">
                <a:extLst>
                  <a:ext uri="{FF2B5EF4-FFF2-40B4-BE49-F238E27FC236}">
                    <a16:creationId xmlns:a16="http://schemas.microsoft.com/office/drawing/2014/main" id="{CC26DF50-FD02-994D-80F7-4CD21CC31F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4 w 328"/>
                  <a:gd name="T3" fmla="*/ 11 h 226"/>
                  <a:gd name="T4" fmla="*/ 14 w 328"/>
                  <a:gd name="T5" fmla="*/ 19 h 226"/>
                  <a:gd name="T6" fmla="*/ 0 w 328"/>
                  <a:gd name="T7" fmla="*/ 8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+mj-lt"/>
                </a:endParaRPr>
              </a:p>
            </p:txBody>
          </p:sp>
          <p:sp>
            <p:nvSpPr>
              <p:cNvPr id="328" name="Rectangle 955">
                <a:extLst>
                  <a:ext uri="{FF2B5EF4-FFF2-40B4-BE49-F238E27FC236}">
                    <a16:creationId xmlns:a16="http://schemas.microsoft.com/office/drawing/2014/main" id="{12D5F885-EEB6-EA49-8F16-8E65F7B568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defTabSz="68580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None/>
                  <a:defRPr/>
                </a:pPr>
                <a:endParaRPr lang="en-US" altLang="en-US" sz="1800" dirty="0">
                  <a:solidFill>
                    <a:prstClr val="black"/>
                  </a:solidFill>
                  <a:latin typeface="+mj-lt"/>
                </a:endParaRPr>
              </a:p>
            </p:txBody>
          </p:sp>
          <p:grpSp>
            <p:nvGrpSpPr>
              <p:cNvPr id="329" name="Group 956">
                <a:extLst>
                  <a:ext uri="{FF2B5EF4-FFF2-40B4-BE49-F238E27FC236}">
                    <a16:creationId xmlns:a16="http://schemas.microsoft.com/office/drawing/2014/main" id="{4819CF1A-CAA2-2445-BACA-6333C67700F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354" name="AutoShape 957">
                  <a:extLst>
                    <a:ext uri="{FF2B5EF4-FFF2-40B4-BE49-F238E27FC236}">
                      <a16:creationId xmlns:a16="http://schemas.microsoft.com/office/drawing/2014/main" id="{F403CAA7-7575-5B45-9B26-74060E67EDD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1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defTabSz="685800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None/>
                    <a:defRPr/>
                  </a:pPr>
                  <a:endParaRPr lang="en-US" altLang="en-US" sz="1800" dirty="0">
                    <a:solidFill>
                      <a:prstClr val="black"/>
                    </a:solidFill>
                    <a:latin typeface="+mj-lt"/>
                  </a:endParaRPr>
                </a:p>
              </p:txBody>
            </p:sp>
            <p:sp>
              <p:nvSpPr>
                <p:cNvPr id="355" name="AutoShape 958">
                  <a:extLst>
                    <a:ext uri="{FF2B5EF4-FFF2-40B4-BE49-F238E27FC236}">
                      <a16:creationId xmlns:a16="http://schemas.microsoft.com/office/drawing/2014/main" id="{E7C03107-B3D4-E74B-8026-51FC5FB4C97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1"/>
                  <a:ext cx="696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defTabSz="685800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None/>
                    <a:defRPr/>
                  </a:pPr>
                  <a:endParaRPr lang="en-US" altLang="en-US" sz="1800" dirty="0">
                    <a:solidFill>
                      <a:prstClr val="black"/>
                    </a:solidFill>
                    <a:latin typeface="+mj-lt"/>
                  </a:endParaRPr>
                </a:p>
              </p:txBody>
            </p:sp>
          </p:grpSp>
          <p:sp>
            <p:nvSpPr>
              <p:cNvPr id="330" name="Rectangle 959">
                <a:extLst>
                  <a:ext uri="{FF2B5EF4-FFF2-40B4-BE49-F238E27FC236}">
                    <a16:creationId xmlns:a16="http://schemas.microsoft.com/office/drawing/2014/main" id="{8C82FD14-8B3E-4C45-BA2F-1D536922BB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defTabSz="68580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None/>
                  <a:defRPr/>
                </a:pPr>
                <a:endParaRPr lang="en-US" altLang="en-US" sz="1800" dirty="0">
                  <a:solidFill>
                    <a:prstClr val="black"/>
                  </a:solidFill>
                  <a:latin typeface="+mj-lt"/>
                </a:endParaRPr>
              </a:p>
            </p:txBody>
          </p:sp>
          <p:grpSp>
            <p:nvGrpSpPr>
              <p:cNvPr id="331" name="Group 960">
                <a:extLst>
                  <a:ext uri="{FF2B5EF4-FFF2-40B4-BE49-F238E27FC236}">
                    <a16:creationId xmlns:a16="http://schemas.microsoft.com/office/drawing/2014/main" id="{848EC42A-6B0F-D74E-99AF-9287D4319DF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352" name="AutoShape 961">
                  <a:extLst>
                    <a:ext uri="{FF2B5EF4-FFF2-40B4-BE49-F238E27FC236}">
                      <a16:creationId xmlns:a16="http://schemas.microsoft.com/office/drawing/2014/main" id="{5837F05C-C8FD-5D48-B46A-FAF46F8F6D0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defTabSz="685800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None/>
                    <a:defRPr/>
                  </a:pPr>
                  <a:endParaRPr lang="en-US" altLang="en-US" sz="1800" dirty="0">
                    <a:solidFill>
                      <a:prstClr val="black"/>
                    </a:solidFill>
                    <a:latin typeface="+mj-lt"/>
                  </a:endParaRPr>
                </a:p>
              </p:txBody>
            </p:sp>
            <p:sp>
              <p:nvSpPr>
                <p:cNvPr id="353" name="AutoShape 962">
                  <a:extLst>
                    <a:ext uri="{FF2B5EF4-FFF2-40B4-BE49-F238E27FC236}">
                      <a16:creationId xmlns:a16="http://schemas.microsoft.com/office/drawing/2014/main" id="{85884ACD-1556-C049-9208-BBD38D4BCBC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8" y="2581"/>
                  <a:ext cx="69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defTabSz="685800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None/>
                    <a:defRPr/>
                  </a:pPr>
                  <a:endParaRPr lang="en-US" altLang="en-US" sz="1800" dirty="0">
                    <a:solidFill>
                      <a:prstClr val="black"/>
                    </a:solidFill>
                    <a:latin typeface="+mj-lt"/>
                  </a:endParaRPr>
                </a:p>
              </p:txBody>
            </p:sp>
          </p:grpSp>
          <p:sp>
            <p:nvSpPr>
              <p:cNvPr id="332" name="Rectangle 963">
                <a:extLst>
                  <a:ext uri="{FF2B5EF4-FFF2-40B4-BE49-F238E27FC236}">
                    <a16:creationId xmlns:a16="http://schemas.microsoft.com/office/drawing/2014/main" id="{BB3BDCEC-6ABC-7E44-B9C4-70680B6560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defTabSz="68580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None/>
                  <a:defRPr/>
                </a:pPr>
                <a:endParaRPr lang="en-US" altLang="en-US" sz="1800" dirty="0">
                  <a:solidFill>
                    <a:prstClr val="black"/>
                  </a:solidFill>
                  <a:latin typeface="+mj-lt"/>
                </a:endParaRPr>
              </a:p>
            </p:txBody>
          </p:sp>
          <p:sp>
            <p:nvSpPr>
              <p:cNvPr id="333" name="Rectangle 964">
                <a:extLst>
                  <a:ext uri="{FF2B5EF4-FFF2-40B4-BE49-F238E27FC236}">
                    <a16:creationId xmlns:a16="http://schemas.microsoft.com/office/drawing/2014/main" id="{BF659529-BF75-D64D-A398-3F5F02E8D6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defTabSz="68580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None/>
                  <a:defRPr/>
                </a:pPr>
                <a:endParaRPr lang="en-US" altLang="en-US" sz="1800" dirty="0">
                  <a:solidFill>
                    <a:prstClr val="black"/>
                  </a:solidFill>
                  <a:latin typeface="+mj-lt"/>
                </a:endParaRPr>
              </a:p>
            </p:txBody>
          </p:sp>
          <p:grpSp>
            <p:nvGrpSpPr>
              <p:cNvPr id="334" name="Group 965">
                <a:extLst>
                  <a:ext uri="{FF2B5EF4-FFF2-40B4-BE49-F238E27FC236}">
                    <a16:creationId xmlns:a16="http://schemas.microsoft.com/office/drawing/2014/main" id="{08EED94E-296E-6944-AB01-4E0F74CF600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350" name="AutoShape 966">
                  <a:extLst>
                    <a:ext uri="{FF2B5EF4-FFF2-40B4-BE49-F238E27FC236}">
                      <a16:creationId xmlns:a16="http://schemas.microsoft.com/office/drawing/2014/main" id="{E45BC691-EDAB-5043-B974-6931BF4A1A7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8" y="2586"/>
                  <a:ext cx="720" cy="12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defTabSz="685800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None/>
                    <a:defRPr/>
                  </a:pPr>
                  <a:endParaRPr lang="en-US" altLang="en-US" sz="1800" dirty="0">
                    <a:solidFill>
                      <a:prstClr val="black"/>
                    </a:solidFill>
                    <a:latin typeface="+mj-lt"/>
                  </a:endParaRPr>
                </a:p>
              </p:txBody>
            </p:sp>
            <p:sp>
              <p:nvSpPr>
                <p:cNvPr id="351" name="AutoShape 967">
                  <a:extLst>
                    <a:ext uri="{FF2B5EF4-FFF2-40B4-BE49-F238E27FC236}">
                      <a16:creationId xmlns:a16="http://schemas.microsoft.com/office/drawing/2014/main" id="{BC4BCC73-0226-7344-A90F-A319311EB05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6"/>
                  <a:ext cx="695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defTabSz="685800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None/>
                    <a:defRPr/>
                  </a:pPr>
                  <a:endParaRPr lang="en-US" altLang="en-US" sz="1800" dirty="0">
                    <a:solidFill>
                      <a:prstClr val="black"/>
                    </a:solidFill>
                    <a:latin typeface="+mj-lt"/>
                  </a:endParaRPr>
                </a:p>
              </p:txBody>
            </p:sp>
          </p:grpSp>
          <p:sp>
            <p:nvSpPr>
              <p:cNvPr id="335" name="Freeform 968">
                <a:extLst>
                  <a:ext uri="{FF2B5EF4-FFF2-40B4-BE49-F238E27FC236}">
                    <a16:creationId xmlns:a16="http://schemas.microsoft.com/office/drawing/2014/main" id="{4D3CB3E6-04E9-DD42-A1E2-B9CFDE5F40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4 w 328"/>
                  <a:gd name="T3" fmla="*/ 10 h 226"/>
                  <a:gd name="T4" fmla="*/ 14 w 328"/>
                  <a:gd name="T5" fmla="*/ 17 h 226"/>
                  <a:gd name="T6" fmla="*/ 0 w 328"/>
                  <a:gd name="T7" fmla="*/ 7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+mj-lt"/>
                </a:endParaRPr>
              </a:p>
            </p:txBody>
          </p:sp>
          <p:grpSp>
            <p:nvGrpSpPr>
              <p:cNvPr id="336" name="Group 969">
                <a:extLst>
                  <a:ext uri="{FF2B5EF4-FFF2-40B4-BE49-F238E27FC236}">
                    <a16:creationId xmlns:a16="http://schemas.microsoft.com/office/drawing/2014/main" id="{D3A85C8F-5C9D-004C-BED1-826FD6B7538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348" name="AutoShape 970">
                  <a:extLst>
                    <a:ext uri="{FF2B5EF4-FFF2-40B4-BE49-F238E27FC236}">
                      <a16:creationId xmlns:a16="http://schemas.microsoft.com/office/drawing/2014/main" id="{61DC189F-D857-CE49-9706-A99AFD07413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2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defTabSz="685800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None/>
                    <a:defRPr/>
                  </a:pPr>
                  <a:endParaRPr lang="en-US" altLang="en-US" sz="1800" dirty="0">
                    <a:solidFill>
                      <a:prstClr val="black"/>
                    </a:solidFill>
                    <a:latin typeface="+mj-lt"/>
                  </a:endParaRPr>
                </a:p>
              </p:txBody>
            </p:sp>
            <p:sp>
              <p:nvSpPr>
                <p:cNvPr id="349" name="AutoShape 971">
                  <a:extLst>
                    <a:ext uri="{FF2B5EF4-FFF2-40B4-BE49-F238E27FC236}">
                      <a16:creationId xmlns:a16="http://schemas.microsoft.com/office/drawing/2014/main" id="{8FED6611-7057-CD45-9474-CA215533CFC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72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defTabSz="685800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None/>
                    <a:defRPr/>
                  </a:pPr>
                  <a:endParaRPr lang="en-US" altLang="en-US" sz="1800" dirty="0">
                    <a:solidFill>
                      <a:prstClr val="black"/>
                    </a:solidFill>
                    <a:latin typeface="+mj-lt"/>
                  </a:endParaRPr>
                </a:p>
              </p:txBody>
            </p:sp>
          </p:grpSp>
          <p:sp>
            <p:nvSpPr>
              <p:cNvPr id="337" name="Rectangle 972">
                <a:extLst>
                  <a:ext uri="{FF2B5EF4-FFF2-40B4-BE49-F238E27FC236}">
                    <a16:creationId xmlns:a16="http://schemas.microsoft.com/office/drawing/2014/main" id="{043E3E2C-723D-CA49-8604-B8FA4FD29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6" y="429"/>
                <a:ext cx="70" cy="2285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defTabSz="68580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None/>
                  <a:defRPr/>
                </a:pPr>
                <a:endParaRPr lang="en-US" altLang="en-US" sz="1800" dirty="0">
                  <a:solidFill>
                    <a:prstClr val="black"/>
                  </a:solidFill>
                  <a:latin typeface="+mj-lt"/>
                </a:endParaRPr>
              </a:p>
            </p:txBody>
          </p:sp>
          <p:sp>
            <p:nvSpPr>
              <p:cNvPr id="338" name="Freeform 973">
                <a:extLst>
                  <a:ext uri="{FF2B5EF4-FFF2-40B4-BE49-F238E27FC236}">
                    <a16:creationId xmlns:a16="http://schemas.microsoft.com/office/drawing/2014/main" id="{A7D59DBF-B240-2743-8F05-CD66521792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14 w 296"/>
                  <a:gd name="T3" fmla="*/ 10 h 256"/>
                  <a:gd name="T4" fmla="*/ 14 w 296"/>
                  <a:gd name="T5" fmla="*/ 19 h 256"/>
                  <a:gd name="T6" fmla="*/ 0 w 296"/>
                  <a:gd name="T7" fmla="*/ 7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+mj-lt"/>
                </a:endParaRPr>
              </a:p>
            </p:txBody>
          </p:sp>
          <p:sp>
            <p:nvSpPr>
              <p:cNvPr id="339" name="Freeform 974">
                <a:extLst>
                  <a:ext uri="{FF2B5EF4-FFF2-40B4-BE49-F238E27FC236}">
                    <a16:creationId xmlns:a16="http://schemas.microsoft.com/office/drawing/2014/main" id="{782758E0-5FA1-2541-8957-4820DA2644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4 w 304"/>
                  <a:gd name="T3" fmla="*/ 13 h 288"/>
                  <a:gd name="T4" fmla="*/ 13 w 304"/>
                  <a:gd name="T5" fmla="*/ 23 h 288"/>
                  <a:gd name="T6" fmla="*/ 2 w 304"/>
                  <a:gd name="T7" fmla="*/ 1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+mj-lt"/>
                </a:endParaRPr>
              </a:p>
            </p:txBody>
          </p:sp>
          <p:sp>
            <p:nvSpPr>
              <p:cNvPr id="340" name="Oval 975">
                <a:extLst>
                  <a:ext uri="{FF2B5EF4-FFF2-40B4-BE49-F238E27FC236}">
                    <a16:creationId xmlns:a16="http://schemas.microsoft.com/office/drawing/2014/main" id="{E43434A9-1771-1841-B10D-00C68B13FB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defTabSz="68580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None/>
                  <a:defRPr/>
                </a:pPr>
                <a:endParaRPr lang="en-US" altLang="en-US" sz="1800" dirty="0">
                  <a:solidFill>
                    <a:prstClr val="black"/>
                  </a:solidFill>
                  <a:latin typeface="+mj-lt"/>
                </a:endParaRPr>
              </a:p>
            </p:txBody>
          </p:sp>
          <p:sp>
            <p:nvSpPr>
              <p:cNvPr id="341" name="Freeform 976">
                <a:extLst>
                  <a:ext uri="{FF2B5EF4-FFF2-40B4-BE49-F238E27FC236}">
                    <a16:creationId xmlns:a16="http://schemas.microsoft.com/office/drawing/2014/main" id="{7F3BC29B-77D4-0345-BC99-5EBDE51786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9 h 240"/>
                  <a:gd name="T2" fmla="*/ 2 w 306"/>
                  <a:gd name="T3" fmla="*/ 19 h 240"/>
                  <a:gd name="T4" fmla="*/ 14 w 306"/>
                  <a:gd name="T5" fmla="*/ 9 h 240"/>
                  <a:gd name="T6" fmla="*/ 14 w 306"/>
                  <a:gd name="T7" fmla="*/ 0 h 240"/>
                  <a:gd name="T8" fmla="*/ 0 w 306"/>
                  <a:gd name="T9" fmla="*/ 9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+mj-lt"/>
                </a:endParaRPr>
              </a:p>
            </p:txBody>
          </p:sp>
          <p:sp>
            <p:nvSpPr>
              <p:cNvPr id="342" name="AutoShape 977">
                <a:extLst>
                  <a:ext uri="{FF2B5EF4-FFF2-40B4-BE49-F238E27FC236}">
                    <a16:creationId xmlns:a16="http://schemas.microsoft.com/office/drawing/2014/main" id="{AB8C4D5D-D558-0E48-B735-10A1700F94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6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defTabSz="68580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None/>
                  <a:defRPr/>
                </a:pPr>
                <a:endParaRPr lang="en-US" altLang="en-US" sz="1800" dirty="0">
                  <a:solidFill>
                    <a:prstClr val="black"/>
                  </a:solidFill>
                  <a:latin typeface="+mj-lt"/>
                </a:endParaRPr>
              </a:p>
            </p:txBody>
          </p:sp>
          <p:sp>
            <p:nvSpPr>
              <p:cNvPr id="343" name="AutoShape 978">
                <a:extLst>
                  <a:ext uri="{FF2B5EF4-FFF2-40B4-BE49-F238E27FC236}">
                    <a16:creationId xmlns:a16="http://schemas.microsoft.com/office/drawing/2014/main" id="{A52E34C3-2A4E-6E43-AEAD-80E9029E9F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2714"/>
                <a:ext cx="1066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defTabSz="68580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None/>
                  <a:defRPr/>
                </a:pPr>
                <a:endParaRPr lang="en-US" altLang="en-US" sz="1800" dirty="0">
                  <a:solidFill>
                    <a:prstClr val="black"/>
                  </a:solidFill>
                  <a:latin typeface="+mj-lt"/>
                </a:endParaRPr>
              </a:p>
            </p:txBody>
          </p:sp>
          <p:sp>
            <p:nvSpPr>
              <p:cNvPr id="344" name="Oval 979">
                <a:extLst>
                  <a:ext uri="{FF2B5EF4-FFF2-40B4-BE49-F238E27FC236}">
                    <a16:creationId xmlns:a16="http://schemas.microsoft.com/office/drawing/2014/main" id="{CF996EB8-B8AF-1645-81FB-5C4480FC10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defTabSz="68580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None/>
                  <a:defRPr/>
                </a:pPr>
                <a:endParaRPr lang="en-US" altLang="en-US" sz="1800" dirty="0">
                  <a:solidFill>
                    <a:prstClr val="black"/>
                  </a:solidFill>
                  <a:latin typeface="+mj-lt"/>
                </a:endParaRPr>
              </a:p>
            </p:txBody>
          </p:sp>
          <p:sp>
            <p:nvSpPr>
              <p:cNvPr id="345" name="Oval 980">
                <a:extLst>
                  <a:ext uri="{FF2B5EF4-FFF2-40B4-BE49-F238E27FC236}">
                    <a16:creationId xmlns:a16="http://schemas.microsoft.com/office/drawing/2014/main" id="{6ABBF416-3D25-A54A-B9CB-9BC7B8D8BD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algn="ctr" defTabSz="68580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None/>
                  <a:defRPr/>
                </a:pPr>
                <a:endParaRPr lang="en-US" altLang="en-US" sz="1350" dirty="0">
                  <a:solidFill>
                    <a:srgbClr val="FF0000"/>
                  </a:solidFill>
                  <a:latin typeface="+mj-lt"/>
                </a:endParaRPr>
              </a:p>
            </p:txBody>
          </p:sp>
          <p:sp>
            <p:nvSpPr>
              <p:cNvPr id="346" name="Oval 981">
                <a:extLst>
                  <a:ext uri="{FF2B5EF4-FFF2-40B4-BE49-F238E27FC236}">
                    <a16:creationId xmlns:a16="http://schemas.microsoft.com/office/drawing/2014/main" id="{BEBFB614-43B9-5A4B-8E5D-794244BE12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defTabSz="68580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None/>
                  <a:defRPr/>
                </a:pPr>
                <a:endParaRPr lang="en-US" altLang="en-US" sz="1800" dirty="0">
                  <a:solidFill>
                    <a:prstClr val="black"/>
                  </a:solidFill>
                  <a:latin typeface="+mj-lt"/>
                </a:endParaRPr>
              </a:p>
            </p:txBody>
          </p:sp>
          <p:sp>
            <p:nvSpPr>
              <p:cNvPr id="347" name="Rectangle 982">
                <a:extLst>
                  <a:ext uri="{FF2B5EF4-FFF2-40B4-BE49-F238E27FC236}">
                    <a16:creationId xmlns:a16="http://schemas.microsoft.com/office/drawing/2014/main" id="{C5CE1C8E-4047-8540-B7FB-EBAB3DBC64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defTabSz="68580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None/>
                  <a:defRPr/>
                </a:pPr>
                <a:endParaRPr lang="en-US" altLang="en-US" sz="1800" dirty="0">
                  <a:solidFill>
                    <a:prstClr val="black"/>
                  </a:solidFill>
                  <a:latin typeface="+mj-lt"/>
                </a:endParaRPr>
              </a:p>
            </p:txBody>
          </p:sp>
        </p:grpSp>
        <p:sp>
          <p:nvSpPr>
            <p:cNvPr id="465" name="Rectangle 227">
              <a:extLst>
                <a:ext uri="{FF2B5EF4-FFF2-40B4-BE49-F238E27FC236}">
                  <a16:creationId xmlns:a16="http://schemas.microsoft.com/office/drawing/2014/main" id="{DDE0D48B-5AA6-5340-937B-33FE1BA44B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52186" y="4753064"/>
              <a:ext cx="676276" cy="776288"/>
            </a:xfrm>
            <a:prstGeom prst="rect">
              <a:avLst/>
            </a:prstGeom>
            <a:solidFill>
              <a:srgbClr val="0000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180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466" name="Rectangle 228">
              <a:extLst>
                <a:ext uri="{FF2B5EF4-FFF2-40B4-BE49-F238E27FC236}">
                  <a16:creationId xmlns:a16="http://schemas.microsoft.com/office/drawing/2014/main" id="{AEBD2839-8A70-0849-9413-EA386C5B0A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18848" y="4776877"/>
              <a:ext cx="690563" cy="8001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180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467" name="Rectangle 229">
              <a:extLst>
                <a:ext uri="{FF2B5EF4-FFF2-40B4-BE49-F238E27FC236}">
                  <a16:creationId xmlns:a16="http://schemas.microsoft.com/office/drawing/2014/main" id="{66D99AF7-74D7-B440-A1E0-2DC5D0A5EF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25991" y="4930726"/>
              <a:ext cx="676276" cy="186668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180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468" name="Text Box 230">
              <a:extLst>
                <a:ext uri="{FF2B5EF4-FFF2-40B4-BE49-F238E27FC236}">
                  <a16:creationId xmlns:a16="http://schemas.microsoft.com/office/drawing/2014/main" id="{0C785C80-53AC-EA4E-992A-05BE1EFF5E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355150" y="4742972"/>
              <a:ext cx="814387" cy="8925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>
                <a:spcBef>
                  <a:spcPct val="0"/>
                </a:spcBef>
                <a:defRPr/>
              </a:pPr>
              <a:r>
                <a:rPr lang="en-US" altLang="en-US" sz="750" dirty="0">
                  <a:solidFill>
                    <a:prstClr val="black"/>
                  </a:solidFill>
                  <a:latin typeface="+mj-lt"/>
                </a:rPr>
                <a:t>application</a:t>
              </a:r>
            </a:p>
            <a:p>
              <a:pPr algn="ctr" defTabSz="685800">
                <a:spcBef>
                  <a:spcPct val="0"/>
                </a:spcBef>
                <a:defRPr/>
              </a:pPr>
              <a:r>
                <a:rPr lang="en-US" altLang="en-US" sz="750" dirty="0">
                  <a:solidFill>
                    <a:prstClr val="white"/>
                  </a:solidFill>
                  <a:latin typeface="+mj-lt"/>
                </a:rPr>
                <a:t>transport</a:t>
              </a:r>
            </a:p>
            <a:p>
              <a:pPr algn="ctr" defTabSz="685800">
                <a:spcBef>
                  <a:spcPct val="0"/>
                </a:spcBef>
                <a:defRPr/>
              </a:pPr>
              <a:r>
                <a:rPr lang="en-US" altLang="en-US" sz="750" dirty="0">
                  <a:solidFill>
                    <a:prstClr val="black"/>
                  </a:solidFill>
                  <a:latin typeface="+mj-lt"/>
                </a:rPr>
                <a:t>network</a:t>
              </a:r>
            </a:p>
            <a:p>
              <a:pPr algn="ctr" defTabSz="685800">
                <a:spcBef>
                  <a:spcPct val="0"/>
                </a:spcBef>
                <a:defRPr/>
              </a:pPr>
              <a:r>
                <a:rPr lang="en-US" altLang="en-US" sz="750" dirty="0">
                  <a:solidFill>
                    <a:prstClr val="black"/>
                  </a:solidFill>
                  <a:latin typeface="+mj-lt"/>
                </a:rPr>
                <a:t>data link</a:t>
              </a:r>
            </a:p>
            <a:p>
              <a:pPr algn="ctr" defTabSz="685800">
                <a:spcBef>
                  <a:spcPct val="0"/>
                </a:spcBef>
                <a:defRPr/>
              </a:pPr>
              <a:r>
                <a:rPr lang="en-US" altLang="en-US" sz="750" dirty="0">
                  <a:solidFill>
                    <a:prstClr val="black"/>
                  </a:solidFill>
                  <a:latin typeface="+mj-lt"/>
                </a:rPr>
                <a:t>physical</a:t>
              </a:r>
              <a:endParaRPr lang="en-US" altLang="en-US" sz="180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469" name="Line 231">
              <a:extLst>
                <a:ext uri="{FF2B5EF4-FFF2-40B4-BE49-F238E27FC236}">
                  <a16:creationId xmlns:a16="http://schemas.microsoft.com/office/drawing/2014/main" id="{444422FC-4C08-2E49-AD0C-394B62D1B3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418848" y="5119777"/>
              <a:ext cx="690563" cy="47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470" name="Line 232">
              <a:extLst>
                <a:ext uri="{FF2B5EF4-FFF2-40B4-BE49-F238E27FC236}">
                  <a16:creationId xmlns:a16="http://schemas.microsoft.com/office/drawing/2014/main" id="{D3DF9882-BA24-4148-9227-6803DB03F9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428373" y="5257889"/>
              <a:ext cx="690563" cy="47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471" name="Line 233">
              <a:extLst>
                <a:ext uri="{FF2B5EF4-FFF2-40B4-BE49-F238E27FC236}">
                  <a16:creationId xmlns:a16="http://schemas.microsoft.com/office/drawing/2014/main" id="{238E9799-3D8B-F54E-BFBB-FE1237FADF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428373" y="5396002"/>
              <a:ext cx="690563" cy="47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+mj-lt"/>
              </a:endParaRPr>
            </a:p>
          </p:txBody>
        </p:sp>
      </p:grpSp>
      <p:sp>
        <p:nvSpPr>
          <p:cNvPr id="472" name="Freeform 917">
            <a:extLst>
              <a:ext uri="{FF2B5EF4-FFF2-40B4-BE49-F238E27FC236}">
                <a16:creationId xmlns:a16="http://schemas.microsoft.com/office/drawing/2014/main" id="{831FA212-BCFB-1F40-96A0-1C871E9EF3AB}"/>
              </a:ext>
            </a:extLst>
          </p:cNvPr>
          <p:cNvSpPr>
            <a:spLocks/>
          </p:cNvSpPr>
          <p:nvPr/>
        </p:nvSpPr>
        <p:spPr bwMode="auto">
          <a:xfrm>
            <a:off x="7578392" y="4795728"/>
            <a:ext cx="228600" cy="707231"/>
          </a:xfrm>
          <a:custGeom>
            <a:avLst/>
            <a:gdLst>
              <a:gd name="T0" fmla="*/ 0 w 192"/>
              <a:gd name="T1" fmla="*/ 594 h 594"/>
              <a:gd name="T2" fmla="*/ 192 w 192"/>
              <a:gd name="T3" fmla="*/ 0 h 594"/>
              <a:gd name="T4" fmla="*/ 192 w 192"/>
              <a:gd name="T5" fmla="*/ 515 h 594"/>
              <a:gd name="T6" fmla="*/ 0 w 192"/>
              <a:gd name="T7" fmla="*/ 594 h 594"/>
              <a:gd name="T8" fmla="*/ 0 60000 65536"/>
              <a:gd name="T9" fmla="*/ 0 60000 65536"/>
              <a:gd name="T10" fmla="*/ 0 60000 65536"/>
              <a:gd name="T11" fmla="*/ 0 60000 65536"/>
              <a:gd name="T12" fmla="*/ 0 w 192"/>
              <a:gd name="T13" fmla="*/ 0 h 594"/>
              <a:gd name="T14" fmla="*/ 192 w 192"/>
              <a:gd name="T15" fmla="*/ 594 h 59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92" h="594">
                <a:moveTo>
                  <a:pt x="0" y="594"/>
                </a:moveTo>
                <a:lnTo>
                  <a:pt x="192" y="0"/>
                </a:lnTo>
                <a:lnTo>
                  <a:pt x="192" y="515"/>
                </a:lnTo>
                <a:lnTo>
                  <a:pt x="0" y="594"/>
                </a:lnTo>
                <a:close/>
              </a:path>
            </a:pathLst>
          </a:custGeom>
          <a:gradFill rotWithShape="1">
            <a:gsLst>
              <a:gs pos="0">
                <a:schemeClr val="bg1"/>
              </a:gs>
              <a:gs pos="100000">
                <a:srgbClr val="CC000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defTabSz="685800">
              <a:defRPr/>
            </a:pPr>
            <a:endParaRPr lang="en-US" sz="1350" dirty="0">
              <a:solidFill>
                <a:prstClr val="black"/>
              </a:solidFill>
              <a:latin typeface="+mj-lt"/>
            </a:endParaRPr>
          </a:p>
        </p:txBody>
      </p:sp>
      <p:grpSp>
        <p:nvGrpSpPr>
          <p:cNvPr id="484" name="Group 950">
            <a:extLst>
              <a:ext uri="{FF2B5EF4-FFF2-40B4-BE49-F238E27FC236}">
                <a16:creationId xmlns:a16="http://schemas.microsoft.com/office/drawing/2014/main" id="{7CEBBAF6-579E-3943-B1EB-BB883618D6D9}"/>
              </a:ext>
            </a:extLst>
          </p:cNvPr>
          <p:cNvGrpSpPr>
            <a:grpSpLocks/>
          </p:cNvGrpSpPr>
          <p:nvPr/>
        </p:nvGrpSpPr>
        <p:grpSpPr bwMode="auto">
          <a:xfrm>
            <a:off x="7501881" y="5426561"/>
            <a:ext cx="161231" cy="302940"/>
            <a:chOff x="4140" y="429"/>
            <a:chExt cx="1425" cy="2396"/>
          </a:xfrm>
        </p:grpSpPr>
        <p:sp>
          <p:nvSpPr>
            <p:cNvPr id="485" name="Freeform 951">
              <a:extLst>
                <a:ext uri="{FF2B5EF4-FFF2-40B4-BE49-F238E27FC236}">
                  <a16:creationId xmlns:a16="http://schemas.microsoft.com/office/drawing/2014/main" id="{984581C6-7CED-A042-809F-11066F04B55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3 w 354"/>
                <a:gd name="T1" fmla="*/ 0 h 2742"/>
                <a:gd name="T2" fmla="*/ 15 w 354"/>
                <a:gd name="T3" fmla="*/ 27 h 2742"/>
                <a:gd name="T4" fmla="*/ 15 w 354"/>
                <a:gd name="T5" fmla="*/ 205 h 2742"/>
                <a:gd name="T6" fmla="*/ 0 w 354"/>
                <a:gd name="T7" fmla="*/ 215 h 2742"/>
                <a:gd name="T8" fmla="*/ 3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486" name="Rectangle 952">
              <a:extLst>
                <a:ext uri="{FF2B5EF4-FFF2-40B4-BE49-F238E27FC236}">
                  <a16:creationId xmlns:a16="http://schemas.microsoft.com/office/drawing/2014/main" id="{0E0A78D4-7C3B-2143-AE69-FA504AD75E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429"/>
              <a:ext cx="1046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487" name="Freeform 953">
              <a:extLst>
                <a:ext uri="{FF2B5EF4-FFF2-40B4-BE49-F238E27FC236}">
                  <a16:creationId xmlns:a16="http://schemas.microsoft.com/office/drawing/2014/main" id="{B0C7F238-A8B7-7443-8BA5-8939FF6B557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9 w 211"/>
                <a:gd name="T3" fmla="*/ 18 h 2537"/>
                <a:gd name="T4" fmla="*/ 2 w 211"/>
                <a:gd name="T5" fmla="*/ 19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488" name="Freeform 954">
              <a:extLst>
                <a:ext uri="{FF2B5EF4-FFF2-40B4-BE49-F238E27FC236}">
                  <a16:creationId xmlns:a16="http://schemas.microsoft.com/office/drawing/2014/main" id="{6F90FD17-11E4-EE4F-AF2F-7122C053E0C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1 h 226"/>
                <a:gd name="T4" fmla="*/ 14 w 328"/>
                <a:gd name="T5" fmla="*/ 19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489" name="Rectangle 955">
              <a:extLst>
                <a:ext uri="{FF2B5EF4-FFF2-40B4-BE49-F238E27FC236}">
                  <a16:creationId xmlns:a16="http://schemas.microsoft.com/office/drawing/2014/main" id="{53A75298-B138-094F-9787-1B231F4806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0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+mj-lt"/>
              </a:endParaRPr>
            </a:p>
          </p:txBody>
        </p:sp>
        <p:grpSp>
          <p:nvGrpSpPr>
            <p:cNvPr id="490" name="Group 956">
              <a:extLst>
                <a:ext uri="{FF2B5EF4-FFF2-40B4-BE49-F238E27FC236}">
                  <a16:creationId xmlns:a16="http://schemas.microsoft.com/office/drawing/2014/main" id="{AD456B50-CD82-6F4C-9CF1-09ABBC571C8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515" name="AutoShape 957">
                <a:extLst>
                  <a:ext uri="{FF2B5EF4-FFF2-40B4-BE49-F238E27FC236}">
                    <a16:creationId xmlns:a16="http://schemas.microsoft.com/office/drawing/2014/main" id="{4C074F81-A723-5F4E-9479-CE1CDCFBCB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1" cy="14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defTabSz="68580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None/>
                  <a:defRPr/>
                </a:pPr>
                <a:endParaRPr lang="en-US" altLang="en-US" sz="1800" dirty="0">
                  <a:solidFill>
                    <a:prstClr val="black"/>
                  </a:solidFill>
                  <a:latin typeface="+mj-lt"/>
                </a:endParaRPr>
              </a:p>
            </p:txBody>
          </p:sp>
          <p:sp>
            <p:nvSpPr>
              <p:cNvPr id="516" name="AutoShape 958">
                <a:extLst>
                  <a:ext uri="{FF2B5EF4-FFF2-40B4-BE49-F238E27FC236}">
                    <a16:creationId xmlns:a16="http://schemas.microsoft.com/office/drawing/2014/main" id="{4DE71513-1E1D-B644-992C-AE6AB0DB11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6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defTabSz="68580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None/>
                  <a:defRPr/>
                </a:pPr>
                <a:endParaRPr lang="en-US" altLang="en-US" sz="1800" dirty="0">
                  <a:solidFill>
                    <a:prstClr val="black"/>
                  </a:solidFill>
                  <a:latin typeface="+mj-lt"/>
                </a:endParaRPr>
              </a:p>
            </p:txBody>
          </p:sp>
        </p:grpSp>
        <p:sp>
          <p:nvSpPr>
            <p:cNvPr id="491" name="Rectangle 959">
              <a:extLst>
                <a:ext uri="{FF2B5EF4-FFF2-40B4-BE49-F238E27FC236}">
                  <a16:creationId xmlns:a16="http://schemas.microsoft.com/office/drawing/2014/main" id="{05D448DB-B3CB-C64D-8C4B-72D790DFFD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022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+mj-lt"/>
              </a:endParaRPr>
            </a:p>
          </p:txBody>
        </p:sp>
        <p:grpSp>
          <p:nvGrpSpPr>
            <p:cNvPr id="492" name="Group 960">
              <a:extLst>
                <a:ext uri="{FF2B5EF4-FFF2-40B4-BE49-F238E27FC236}">
                  <a16:creationId xmlns:a16="http://schemas.microsoft.com/office/drawing/2014/main" id="{9CDEBDA5-A066-D749-B9E9-47DB05253D3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513" name="AutoShape 961">
                <a:extLst>
                  <a:ext uri="{FF2B5EF4-FFF2-40B4-BE49-F238E27FC236}">
                    <a16:creationId xmlns:a16="http://schemas.microsoft.com/office/drawing/2014/main" id="{8E73CA32-EF58-EA45-A4FE-37E560EBE8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4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defTabSz="68580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None/>
                  <a:defRPr/>
                </a:pPr>
                <a:endParaRPr lang="en-US" altLang="en-US" sz="1800" dirty="0">
                  <a:solidFill>
                    <a:prstClr val="black"/>
                  </a:solidFill>
                  <a:latin typeface="+mj-lt"/>
                </a:endParaRPr>
              </a:p>
            </p:txBody>
          </p:sp>
          <p:sp>
            <p:nvSpPr>
              <p:cNvPr id="514" name="AutoShape 962">
                <a:extLst>
                  <a:ext uri="{FF2B5EF4-FFF2-40B4-BE49-F238E27FC236}">
                    <a16:creationId xmlns:a16="http://schemas.microsoft.com/office/drawing/2014/main" id="{2E2C05F9-1F42-CF46-83F8-339E874CF6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1"/>
                <a:ext cx="69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defTabSz="68580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None/>
                  <a:defRPr/>
                </a:pPr>
                <a:endParaRPr lang="en-US" altLang="en-US" sz="1800" dirty="0">
                  <a:solidFill>
                    <a:prstClr val="black"/>
                  </a:solidFill>
                  <a:latin typeface="+mj-lt"/>
                </a:endParaRPr>
              </a:p>
            </p:txBody>
          </p:sp>
        </p:grpSp>
        <p:sp>
          <p:nvSpPr>
            <p:cNvPr id="493" name="Rectangle 963">
              <a:extLst>
                <a:ext uri="{FF2B5EF4-FFF2-40B4-BE49-F238E27FC236}">
                  <a16:creationId xmlns:a16="http://schemas.microsoft.com/office/drawing/2014/main" id="{D2B5715C-9E55-D04D-BD32-A700B9DCC1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354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494" name="Rectangle 964">
              <a:extLst>
                <a:ext uri="{FF2B5EF4-FFF2-40B4-BE49-F238E27FC236}">
                  <a16:creationId xmlns:a16="http://schemas.microsoft.com/office/drawing/2014/main" id="{3A8FF8A7-C248-1B42-80FA-051974D952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5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+mj-lt"/>
              </a:endParaRPr>
            </a:p>
          </p:txBody>
        </p:sp>
        <p:grpSp>
          <p:nvGrpSpPr>
            <p:cNvPr id="495" name="Group 965">
              <a:extLst>
                <a:ext uri="{FF2B5EF4-FFF2-40B4-BE49-F238E27FC236}">
                  <a16:creationId xmlns:a16="http://schemas.microsoft.com/office/drawing/2014/main" id="{8E71E5B0-A3F5-D344-B255-99112EB195F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511" name="AutoShape 966">
                <a:extLst>
                  <a:ext uri="{FF2B5EF4-FFF2-40B4-BE49-F238E27FC236}">
                    <a16:creationId xmlns:a16="http://schemas.microsoft.com/office/drawing/2014/main" id="{A2F22898-EA39-FB4D-B255-ABCB1B7C16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8" y="2586"/>
                <a:ext cx="720" cy="12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defTabSz="68580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None/>
                  <a:defRPr/>
                </a:pPr>
                <a:endParaRPr lang="en-US" altLang="en-US" sz="1800" dirty="0">
                  <a:solidFill>
                    <a:prstClr val="black"/>
                  </a:solidFill>
                  <a:latin typeface="+mj-lt"/>
                </a:endParaRPr>
              </a:p>
            </p:txBody>
          </p:sp>
          <p:sp>
            <p:nvSpPr>
              <p:cNvPr id="512" name="AutoShape 967">
                <a:extLst>
                  <a:ext uri="{FF2B5EF4-FFF2-40B4-BE49-F238E27FC236}">
                    <a16:creationId xmlns:a16="http://schemas.microsoft.com/office/drawing/2014/main" id="{FBF034BA-270B-6F40-B57B-8A19ABF281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6"/>
                <a:ext cx="695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defTabSz="68580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None/>
                  <a:defRPr/>
                </a:pPr>
                <a:endParaRPr lang="en-US" altLang="en-US" sz="1800" dirty="0">
                  <a:solidFill>
                    <a:prstClr val="black"/>
                  </a:solidFill>
                  <a:latin typeface="+mj-lt"/>
                </a:endParaRPr>
              </a:p>
            </p:txBody>
          </p:sp>
        </p:grpSp>
        <p:sp>
          <p:nvSpPr>
            <p:cNvPr id="496" name="Freeform 968">
              <a:extLst>
                <a:ext uri="{FF2B5EF4-FFF2-40B4-BE49-F238E27FC236}">
                  <a16:creationId xmlns:a16="http://schemas.microsoft.com/office/drawing/2014/main" id="{C6616798-D999-124B-8365-0FF6B1AC6B2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0 h 226"/>
                <a:gd name="T4" fmla="*/ 14 w 328"/>
                <a:gd name="T5" fmla="*/ 17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+mj-lt"/>
              </a:endParaRPr>
            </a:p>
          </p:txBody>
        </p:sp>
        <p:grpSp>
          <p:nvGrpSpPr>
            <p:cNvPr id="497" name="Group 969">
              <a:extLst>
                <a:ext uri="{FF2B5EF4-FFF2-40B4-BE49-F238E27FC236}">
                  <a16:creationId xmlns:a16="http://schemas.microsoft.com/office/drawing/2014/main" id="{0D2B7299-399C-9748-80B1-8B82EA57084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509" name="AutoShape 970">
                <a:extLst>
                  <a:ext uri="{FF2B5EF4-FFF2-40B4-BE49-F238E27FC236}">
                    <a16:creationId xmlns:a16="http://schemas.microsoft.com/office/drawing/2014/main" id="{791F8FFE-36CE-5D47-899C-7B6F5471D9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71"/>
                <a:ext cx="732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defTabSz="68580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None/>
                  <a:defRPr/>
                </a:pPr>
                <a:endParaRPr lang="en-US" altLang="en-US" sz="1800" dirty="0">
                  <a:solidFill>
                    <a:prstClr val="black"/>
                  </a:solidFill>
                  <a:latin typeface="+mj-lt"/>
                </a:endParaRPr>
              </a:p>
            </p:txBody>
          </p:sp>
          <p:sp>
            <p:nvSpPr>
              <p:cNvPr id="510" name="AutoShape 971">
                <a:extLst>
                  <a:ext uri="{FF2B5EF4-FFF2-40B4-BE49-F238E27FC236}">
                    <a16:creationId xmlns:a16="http://schemas.microsoft.com/office/drawing/2014/main" id="{96614370-C84C-644E-AF93-94853FD47A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7"/>
                <a:ext cx="720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defTabSz="68580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None/>
                  <a:defRPr/>
                </a:pPr>
                <a:endParaRPr lang="en-US" altLang="en-US" sz="1800" dirty="0">
                  <a:solidFill>
                    <a:prstClr val="black"/>
                  </a:solidFill>
                  <a:latin typeface="+mj-lt"/>
                </a:endParaRPr>
              </a:p>
            </p:txBody>
          </p:sp>
        </p:grpSp>
        <p:sp>
          <p:nvSpPr>
            <p:cNvPr id="498" name="Rectangle 972">
              <a:extLst>
                <a:ext uri="{FF2B5EF4-FFF2-40B4-BE49-F238E27FC236}">
                  <a16:creationId xmlns:a16="http://schemas.microsoft.com/office/drawing/2014/main" id="{3024E21F-4580-974D-A923-DBF7106EF1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6" y="429"/>
              <a:ext cx="70" cy="2285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499" name="Freeform 973">
              <a:extLst>
                <a:ext uri="{FF2B5EF4-FFF2-40B4-BE49-F238E27FC236}">
                  <a16:creationId xmlns:a16="http://schemas.microsoft.com/office/drawing/2014/main" id="{355CC750-A436-114A-B13D-15B18BE0099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4 w 296"/>
                <a:gd name="T3" fmla="*/ 10 h 256"/>
                <a:gd name="T4" fmla="*/ 14 w 296"/>
                <a:gd name="T5" fmla="*/ 19 h 256"/>
                <a:gd name="T6" fmla="*/ 0 w 296"/>
                <a:gd name="T7" fmla="*/ 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500" name="Freeform 974">
              <a:extLst>
                <a:ext uri="{FF2B5EF4-FFF2-40B4-BE49-F238E27FC236}">
                  <a16:creationId xmlns:a16="http://schemas.microsoft.com/office/drawing/2014/main" id="{D88AEB08-419C-994D-B9AF-2D260494D17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4 w 304"/>
                <a:gd name="T3" fmla="*/ 13 h 288"/>
                <a:gd name="T4" fmla="*/ 13 w 304"/>
                <a:gd name="T5" fmla="*/ 23 h 288"/>
                <a:gd name="T6" fmla="*/ 2 w 304"/>
                <a:gd name="T7" fmla="*/ 1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501" name="Oval 975">
              <a:extLst>
                <a:ext uri="{FF2B5EF4-FFF2-40B4-BE49-F238E27FC236}">
                  <a16:creationId xmlns:a16="http://schemas.microsoft.com/office/drawing/2014/main" id="{A70DC3D0-7F41-FB4E-BF25-4A8051E0D9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502" name="Freeform 976">
              <a:extLst>
                <a:ext uri="{FF2B5EF4-FFF2-40B4-BE49-F238E27FC236}">
                  <a16:creationId xmlns:a16="http://schemas.microsoft.com/office/drawing/2014/main" id="{00011472-61BE-7D4E-BF36-C4C4F0A5D72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9 h 240"/>
                <a:gd name="T2" fmla="*/ 2 w 306"/>
                <a:gd name="T3" fmla="*/ 19 h 240"/>
                <a:gd name="T4" fmla="*/ 14 w 306"/>
                <a:gd name="T5" fmla="*/ 9 h 240"/>
                <a:gd name="T6" fmla="*/ 14 w 306"/>
                <a:gd name="T7" fmla="*/ 0 h 240"/>
                <a:gd name="T8" fmla="*/ 0 w 306"/>
                <a:gd name="T9" fmla="*/ 9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503" name="AutoShape 977">
              <a:extLst>
                <a:ext uri="{FF2B5EF4-FFF2-40B4-BE49-F238E27FC236}">
                  <a16:creationId xmlns:a16="http://schemas.microsoft.com/office/drawing/2014/main" id="{369D2889-1BFC-A340-B67F-54F258D6F1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5"/>
              <a:ext cx="1196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504" name="AutoShape 978">
              <a:extLst>
                <a:ext uri="{FF2B5EF4-FFF2-40B4-BE49-F238E27FC236}">
                  <a16:creationId xmlns:a16="http://schemas.microsoft.com/office/drawing/2014/main" id="{CEFA09E5-3186-4445-AD94-60C0E15196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2714"/>
              <a:ext cx="1066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505" name="Oval 979">
              <a:extLst>
                <a:ext uri="{FF2B5EF4-FFF2-40B4-BE49-F238E27FC236}">
                  <a16:creationId xmlns:a16="http://schemas.microsoft.com/office/drawing/2014/main" id="{9AFADA62-C3CB-594F-8048-8871064276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506" name="Oval 980">
              <a:extLst>
                <a:ext uri="{FF2B5EF4-FFF2-40B4-BE49-F238E27FC236}">
                  <a16:creationId xmlns:a16="http://schemas.microsoft.com/office/drawing/2014/main" id="{C82FFABC-4C4C-6243-9D2D-3C99FBC518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algn="ctr"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350" dirty="0">
                <a:solidFill>
                  <a:srgbClr val="FF0000"/>
                </a:solidFill>
                <a:latin typeface="+mj-lt"/>
              </a:endParaRPr>
            </a:p>
          </p:txBody>
        </p:sp>
        <p:sp>
          <p:nvSpPr>
            <p:cNvPr id="507" name="Oval 981">
              <a:extLst>
                <a:ext uri="{FF2B5EF4-FFF2-40B4-BE49-F238E27FC236}">
                  <a16:creationId xmlns:a16="http://schemas.microsoft.com/office/drawing/2014/main" id="{C0EFDD4D-FB5A-6D4E-97DD-CFA89D4A96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508" name="Rectangle 982">
              <a:extLst>
                <a:ext uri="{FF2B5EF4-FFF2-40B4-BE49-F238E27FC236}">
                  <a16:creationId xmlns:a16="http://schemas.microsoft.com/office/drawing/2014/main" id="{99A1B872-581F-BE49-AADF-3A6775C166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+mj-lt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677610FF-4F61-2C4A-A861-FC0ED9C69928}"/>
              </a:ext>
            </a:extLst>
          </p:cNvPr>
          <p:cNvGrpSpPr/>
          <p:nvPr/>
        </p:nvGrpSpPr>
        <p:grpSpPr>
          <a:xfrm>
            <a:off x="6189527" y="2067661"/>
            <a:ext cx="610791" cy="669414"/>
            <a:chOff x="9791027" y="656358"/>
            <a:chExt cx="814388" cy="892552"/>
          </a:xfrm>
        </p:grpSpPr>
        <p:sp>
          <p:nvSpPr>
            <p:cNvPr id="519" name="Rectangle 227">
              <a:extLst>
                <a:ext uri="{FF2B5EF4-FFF2-40B4-BE49-F238E27FC236}">
                  <a16:creationId xmlns:a16="http://schemas.microsoft.com/office/drawing/2014/main" id="{B61510CE-247E-1E43-BA4A-EC188AFE0C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88064" y="666450"/>
              <a:ext cx="676276" cy="776288"/>
            </a:xfrm>
            <a:prstGeom prst="rect">
              <a:avLst/>
            </a:prstGeom>
            <a:solidFill>
              <a:srgbClr val="0000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180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520" name="Rectangle 228">
              <a:extLst>
                <a:ext uri="{FF2B5EF4-FFF2-40B4-BE49-F238E27FC236}">
                  <a16:creationId xmlns:a16="http://schemas.microsoft.com/office/drawing/2014/main" id="{4174338D-3A0E-9747-819D-0C19F4DF4A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54726" y="690263"/>
              <a:ext cx="690563" cy="8001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180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521" name="Rectangle 229">
              <a:extLst>
                <a:ext uri="{FF2B5EF4-FFF2-40B4-BE49-F238E27FC236}">
                  <a16:creationId xmlns:a16="http://schemas.microsoft.com/office/drawing/2014/main" id="{621AE13C-4ABC-334F-8206-4D5E08465C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61869" y="844112"/>
              <a:ext cx="676276" cy="186668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180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522" name="Text Box 230">
              <a:extLst>
                <a:ext uri="{FF2B5EF4-FFF2-40B4-BE49-F238E27FC236}">
                  <a16:creationId xmlns:a16="http://schemas.microsoft.com/office/drawing/2014/main" id="{CA38D367-F86F-AB43-B21E-1EEE691D3D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91027" y="656358"/>
              <a:ext cx="814388" cy="8925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>
                <a:spcBef>
                  <a:spcPct val="0"/>
                </a:spcBef>
                <a:defRPr/>
              </a:pPr>
              <a:r>
                <a:rPr lang="en-US" altLang="en-US" sz="750" dirty="0">
                  <a:solidFill>
                    <a:prstClr val="black"/>
                  </a:solidFill>
                  <a:latin typeface="+mj-lt"/>
                </a:rPr>
                <a:t>application</a:t>
              </a:r>
            </a:p>
            <a:p>
              <a:pPr algn="ctr" defTabSz="685800">
                <a:spcBef>
                  <a:spcPct val="0"/>
                </a:spcBef>
                <a:defRPr/>
              </a:pPr>
              <a:r>
                <a:rPr lang="en-US" altLang="en-US" sz="750" dirty="0">
                  <a:solidFill>
                    <a:prstClr val="white"/>
                  </a:solidFill>
                  <a:latin typeface="+mj-lt"/>
                </a:rPr>
                <a:t>transport</a:t>
              </a:r>
            </a:p>
            <a:p>
              <a:pPr algn="ctr" defTabSz="685800">
                <a:spcBef>
                  <a:spcPct val="0"/>
                </a:spcBef>
                <a:defRPr/>
              </a:pPr>
              <a:r>
                <a:rPr lang="en-US" altLang="en-US" sz="750" dirty="0">
                  <a:solidFill>
                    <a:prstClr val="black"/>
                  </a:solidFill>
                  <a:latin typeface="+mj-lt"/>
                </a:rPr>
                <a:t>network</a:t>
              </a:r>
            </a:p>
            <a:p>
              <a:pPr algn="ctr" defTabSz="685800">
                <a:spcBef>
                  <a:spcPct val="0"/>
                </a:spcBef>
                <a:defRPr/>
              </a:pPr>
              <a:r>
                <a:rPr lang="en-US" altLang="en-US" sz="750" dirty="0">
                  <a:solidFill>
                    <a:prstClr val="black"/>
                  </a:solidFill>
                  <a:latin typeface="+mj-lt"/>
                </a:rPr>
                <a:t>data link</a:t>
              </a:r>
            </a:p>
            <a:p>
              <a:pPr algn="ctr" defTabSz="685800">
                <a:spcBef>
                  <a:spcPct val="0"/>
                </a:spcBef>
                <a:defRPr/>
              </a:pPr>
              <a:r>
                <a:rPr lang="en-US" altLang="en-US" sz="750" dirty="0">
                  <a:solidFill>
                    <a:prstClr val="black"/>
                  </a:solidFill>
                  <a:latin typeface="+mj-lt"/>
                </a:rPr>
                <a:t>physical</a:t>
              </a:r>
              <a:endParaRPr lang="en-US" altLang="en-US" sz="180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523" name="Line 231">
              <a:extLst>
                <a:ext uri="{FF2B5EF4-FFF2-40B4-BE49-F238E27FC236}">
                  <a16:creationId xmlns:a16="http://schemas.microsoft.com/office/drawing/2014/main" id="{A3474A7D-75ED-1D4F-BB1C-5BA4ECFE69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854726" y="1033163"/>
              <a:ext cx="690563" cy="47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524" name="Line 232">
              <a:extLst>
                <a:ext uri="{FF2B5EF4-FFF2-40B4-BE49-F238E27FC236}">
                  <a16:creationId xmlns:a16="http://schemas.microsoft.com/office/drawing/2014/main" id="{79D6BFCD-0081-1543-8A02-CDC78B9447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864251" y="1171275"/>
              <a:ext cx="690563" cy="47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525" name="Line 233">
              <a:extLst>
                <a:ext uri="{FF2B5EF4-FFF2-40B4-BE49-F238E27FC236}">
                  <a16:creationId xmlns:a16="http://schemas.microsoft.com/office/drawing/2014/main" id="{539E5FFB-197B-6F44-A1D2-C9A93359AB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864251" y="1309388"/>
              <a:ext cx="690563" cy="47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+mj-lt"/>
              </a:endParaRPr>
            </a:p>
          </p:txBody>
        </p:sp>
      </p:grpSp>
      <p:sp>
        <p:nvSpPr>
          <p:cNvPr id="558" name="Up-Down Arrow 557">
            <a:extLst>
              <a:ext uri="{FF2B5EF4-FFF2-40B4-BE49-F238E27FC236}">
                <a16:creationId xmlns:a16="http://schemas.microsoft.com/office/drawing/2014/main" id="{1F1264FF-C88C-CF4E-85AF-1CB82BE0554E}"/>
              </a:ext>
            </a:extLst>
          </p:cNvPr>
          <p:cNvSpPr/>
          <p:nvPr/>
        </p:nvSpPr>
        <p:spPr>
          <a:xfrm rot="19889198">
            <a:off x="7158092" y="2166815"/>
            <a:ext cx="469766" cy="2878805"/>
          </a:xfrm>
          <a:prstGeom prst="upDown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350" dirty="0">
              <a:solidFill>
                <a:prstClr val="white"/>
              </a:solidFill>
              <a:latin typeface="+mj-lt"/>
            </a:endParaRPr>
          </a:p>
        </p:txBody>
      </p:sp>
      <p:sp>
        <p:nvSpPr>
          <p:cNvPr id="559" name="TextBox 558">
            <a:extLst>
              <a:ext uri="{FF2B5EF4-FFF2-40B4-BE49-F238E27FC236}">
                <a16:creationId xmlns:a16="http://schemas.microsoft.com/office/drawing/2014/main" id="{BDB4ECF5-2BA8-034C-9E12-98E6A9A3E77D}"/>
              </a:ext>
            </a:extLst>
          </p:cNvPr>
          <p:cNvSpPr txBox="1"/>
          <p:nvPr/>
        </p:nvSpPr>
        <p:spPr>
          <a:xfrm rot="3706861">
            <a:off x="6456604" y="3530171"/>
            <a:ext cx="1960665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US" sz="1350" dirty="0">
                <a:solidFill>
                  <a:prstClr val="white"/>
                </a:solidFill>
                <a:latin typeface="+mj-lt"/>
              </a:rPr>
              <a:t>logical end-end transport</a:t>
            </a:r>
          </a:p>
        </p:txBody>
      </p:sp>
      <p:sp>
        <p:nvSpPr>
          <p:cNvPr id="517" name="Rectangle 3">
            <a:extLst>
              <a:ext uri="{FF2B5EF4-FFF2-40B4-BE49-F238E27FC236}">
                <a16:creationId xmlns:a16="http://schemas.microsoft.com/office/drawing/2014/main" id="{6893AA1C-B5CC-D446-9A4F-4636B0A87E22}"/>
              </a:ext>
            </a:extLst>
          </p:cNvPr>
          <p:cNvSpPr txBox="1">
            <a:spLocks noChangeArrowheads="1"/>
          </p:cNvSpPr>
          <p:nvPr/>
        </p:nvSpPr>
        <p:spPr>
          <a:xfrm>
            <a:off x="552554" y="2238697"/>
            <a:ext cx="4716568" cy="3836194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4319" indent="-166688" defTabSz="685800">
              <a:lnSpc>
                <a:spcPct val="100000"/>
              </a:lnSpc>
              <a:spcBef>
                <a:spcPts val="450"/>
              </a:spcBef>
              <a:defRPr/>
            </a:pPr>
            <a:r>
              <a:rPr lang="en-US" altLang="en-US" sz="2400" b="1" dirty="0">
                <a:solidFill>
                  <a:srgbClr val="CD0004"/>
                </a:solidFill>
                <a:latin typeface="Calibri" panose="020F0502020204030204"/>
                <a:ea typeface="ＭＳ Ｐゴシック" panose="020B0600070205080204" pitchFamily="34" charset="-128"/>
              </a:rPr>
              <a:t>TCP: </a:t>
            </a:r>
            <a:r>
              <a:rPr lang="en-US" altLang="en-US" sz="24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Transmission Control Protocol</a:t>
            </a:r>
          </a:p>
          <a:p>
            <a:pPr marL="521494" lvl="1" indent="-173831" defTabSz="685800">
              <a:lnSpc>
                <a:spcPct val="100000"/>
              </a:lnSpc>
              <a:spcBef>
                <a:spcPts val="450"/>
              </a:spcBef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reliable, in-order delivery</a:t>
            </a:r>
          </a:p>
          <a:p>
            <a:pPr marL="521494" lvl="1" indent="-173831" defTabSz="685800">
              <a:lnSpc>
                <a:spcPct val="100000"/>
              </a:lnSpc>
              <a:spcBef>
                <a:spcPts val="450"/>
              </a:spcBef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congestion control </a:t>
            </a:r>
          </a:p>
          <a:p>
            <a:pPr marL="521494" lvl="1" indent="-173831" defTabSz="685800">
              <a:lnSpc>
                <a:spcPct val="100000"/>
              </a:lnSpc>
              <a:spcBef>
                <a:spcPts val="300"/>
              </a:spcBef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flow control</a:t>
            </a:r>
          </a:p>
          <a:p>
            <a:pPr marL="521494" lvl="1" indent="-173831" defTabSz="685800">
              <a:lnSpc>
                <a:spcPct val="100000"/>
              </a:lnSpc>
              <a:spcBef>
                <a:spcPts val="300"/>
              </a:spcBef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connection setup</a:t>
            </a:r>
            <a:endParaRPr lang="en-US" altLang="en-US" dirty="0">
              <a:solidFill>
                <a:prstClr val="black"/>
              </a:solidFill>
              <a:latin typeface="Calibri" panose="020F0502020204030204"/>
              <a:ea typeface="ＭＳ Ｐゴシック" panose="020B0600070205080204" pitchFamily="34" charset="-128"/>
            </a:endParaRPr>
          </a:p>
          <a:p>
            <a:pPr marL="264319" indent="-166688" defTabSz="685800">
              <a:lnSpc>
                <a:spcPct val="100000"/>
              </a:lnSpc>
              <a:spcBef>
                <a:spcPts val="450"/>
              </a:spcBef>
              <a:defRPr/>
            </a:pPr>
            <a:r>
              <a:rPr lang="en-US" altLang="en-US" sz="2400" b="1" dirty="0">
                <a:solidFill>
                  <a:srgbClr val="CD0004"/>
                </a:solidFill>
                <a:latin typeface="Calibri" panose="020F0502020204030204"/>
                <a:ea typeface="ＭＳ Ｐゴシック" panose="020B0600070205080204" pitchFamily="34" charset="-128"/>
              </a:rPr>
              <a:t>UDP: </a:t>
            </a:r>
            <a:r>
              <a:rPr lang="en-US" altLang="en-US" sz="24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User Datagram Protocol</a:t>
            </a:r>
          </a:p>
          <a:p>
            <a:pPr marL="560785" lvl="1" indent="-205979" defTabSz="685800">
              <a:lnSpc>
                <a:spcPct val="100000"/>
              </a:lnSpc>
              <a:spcBef>
                <a:spcPts val="450"/>
              </a:spcBef>
              <a:buClr>
                <a:srgbClr val="0000A3"/>
              </a:buClr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unreliable, unordered delivery</a:t>
            </a:r>
          </a:p>
          <a:p>
            <a:pPr marL="560785" lvl="1" indent="-205979" defTabSz="685800">
              <a:lnSpc>
                <a:spcPct val="100000"/>
              </a:lnSpc>
              <a:spcBef>
                <a:spcPts val="450"/>
              </a:spcBef>
              <a:buClr>
                <a:srgbClr val="0000A3"/>
              </a:buClr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no-frills extension of “</a:t>
            </a:r>
            <a:r>
              <a:rPr lang="en-US" altLang="ja-JP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best-effort” IP</a:t>
            </a:r>
          </a:p>
          <a:p>
            <a:pPr marL="264319" indent="-166688" defTabSz="685800">
              <a:lnSpc>
                <a:spcPct val="100000"/>
              </a:lnSpc>
              <a:spcBef>
                <a:spcPts val="450"/>
              </a:spcBef>
              <a:defRPr/>
            </a:pPr>
            <a:r>
              <a:rPr lang="en-US" altLang="en-US" sz="24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services </a:t>
            </a:r>
            <a:r>
              <a:rPr lang="en-US" altLang="en-US" sz="2400" i="1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not</a:t>
            </a:r>
            <a:r>
              <a:rPr lang="en-US" altLang="en-US" sz="24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 available: </a:t>
            </a:r>
          </a:p>
          <a:p>
            <a:pPr marL="521494" lvl="1" indent="-173831" defTabSz="685800">
              <a:lnSpc>
                <a:spcPct val="100000"/>
              </a:lnSpc>
              <a:spcBef>
                <a:spcPts val="300"/>
              </a:spcBef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delay guarantees</a:t>
            </a:r>
          </a:p>
          <a:p>
            <a:pPr marL="521494" lvl="1" indent="-173831" defTabSz="685800">
              <a:lnSpc>
                <a:spcPct val="100000"/>
              </a:lnSpc>
              <a:spcBef>
                <a:spcPts val="300"/>
              </a:spcBef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bandwidth guarantees</a:t>
            </a:r>
          </a:p>
          <a:p>
            <a:pPr marL="521494" lvl="1" indent="-173831" defTabSz="685800">
              <a:lnSpc>
                <a:spcPct val="100000"/>
              </a:lnSpc>
              <a:spcBef>
                <a:spcPts val="300"/>
              </a:spcBef>
              <a:defRPr/>
            </a:pPr>
            <a:r>
              <a:rPr lang="en-US" altLang="en-US" sz="2100" b="1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How? Circuit-switching</a:t>
            </a:r>
            <a:endParaRPr lang="en-US" altLang="en-US" sz="1800" b="1" dirty="0">
              <a:solidFill>
                <a:prstClr val="black"/>
              </a:solidFill>
              <a:latin typeface="Calibri" panose="020F0502020204030204"/>
              <a:ea typeface="ＭＳ Ｐゴシック" panose="020B0600070205080204" pitchFamily="34" charset="-128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F6677B-6A62-700D-4CA2-CEB4E44E9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0BC41B36-6335-F546-90B9-E2121371E10D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0528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5E6AC-FD5F-025B-33E7-8799CF203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1719AE-B1B9-90B4-C7A9-C40C5C5D0F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98603"/>
            <a:ext cx="7886700" cy="4857748"/>
          </a:xfrm>
        </p:spPr>
        <p:txBody>
          <a:bodyPr>
            <a:normAutofit/>
          </a:bodyPr>
          <a:lstStyle/>
          <a:p>
            <a:r>
              <a:rPr lang="en-US" altLang="zh-CN" dirty="0"/>
              <a:t>Transport layer: overview</a:t>
            </a:r>
          </a:p>
          <a:p>
            <a:pPr lvl="1"/>
            <a:endParaRPr lang="en-US" altLang="zh-CN" dirty="0"/>
          </a:p>
          <a:p>
            <a:r>
              <a:rPr lang="en-US" altLang="zh-CN" dirty="0"/>
              <a:t>Multiplexing and demultiplexing</a:t>
            </a:r>
          </a:p>
          <a:p>
            <a:pPr lvl="1"/>
            <a:endParaRPr lang="en-US" altLang="zh-CN" dirty="0"/>
          </a:p>
          <a:p>
            <a:r>
              <a:rPr lang="en-US" altLang="zh-CN" dirty="0"/>
              <a:t>Connectionless transport: UDP</a:t>
            </a:r>
          </a:p>
          <a:p>
            <a:pPr lvl="1"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UDP Protocol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Checksum</a:t>
            </a:r>
          </a:p>
          <a:p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C09955-B883-EB1B-CA00-1FE33C432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55336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Multiplexing/demultiplexing</a:t>
            </a:r>
          </a:p>
        </p:txBody>
      </p:sp>
      <p:sp>
        <p:nvSpPr>
          <p:cNvPr id="132" name="Freeform 157">
            <a:extLst>
              <a:ext uri="{FF2B5EF4-FFF2-40B4-BE49-F238E27FC236}">
                <a16:creationId xmlns:a16="http://schemas.microsoft.com/office/drawing/2014/main" id="{511A693F-4BF3-344C-BDC6-28BAA983976E}"/>
              </a:ext>
            </a:extLst>
          </p:cNvPr>
          <p:cNvSpPr>
            <a:spLocks/>
          </p:cNvSpPr>
          <p:nvPr/>
        </p:nvSpPr>
        <p:spPr bwMode="auto">
          <a:xfrm>
            <a:off x="3831323" y="3042369"/>
            <a:ext cx="414338" cy="1562100"/>
          </a:xfrm>
          <a:custGeom>
            <a:avLst/>
            <a:gdLst>
              <a:gd name="T0" fmla="*/ 0 w 348"/>
              <a:gd name="T1" fmla="*/ 2147483647 h 1312"/>
              <a:gd name="T2" fmla="*/ 2147483647 w 348"/>
              <a:gd name="T3" fmla="*/ 0 h 1312"/>
              <a:gd name="T4" fmla="*/ 2147483647 w 348"/>
              <a:gd name="T5" fmla="*/ 2147483647 h 1312"/>
              <a:gd name="T6" fmla="*/ 2147483647 w 348"/>
              <a:gd name="T7" fmla="*/ 2147483647 h 1312"/>
              <a:gd name="T8" fmla="*/ 0 w 348"/>
              <a:gd name="T9" fmla="*/ 2147483647 h 131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48" h="1312">
                <a:moveTo>
                  <a:pt x="0" y="1306"/>
                </a:moveTo>
                <a:lnTo>
                  <a:pt x="348" y="0"/>
                </a:lnTo>
                <a:lnTo>
                  <a:pt x="342" y="1258"/>
                </a:lnTo>
                <a:lnTo>
                  <a:pt x="180" y="1312"/>
                </a:lnTo>
                <a:lnTo>
                  <a:pt x="0" y="1306"/>
                </a:ln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100000">
                <a:srgbClr val="B2B2B2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kern="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33" name="Text Box 37">
            <a:extLst>
              <a:ext uri="{FF2B5EF4-FFF2-40B4-BE49-F238E27FC236}">
                <a16:creationId xmlns:a16="http://schemas.microsoft.com/office/drawing/2014/main" id="{4EEECEF7-BD4D-FD41-9A84-F2FC20AA2A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36496" y="3736504"/>
            <a:ext cx="721672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dirty="0">
                <a:solidFill>
                  <a:srgbClr val="000000"/>
                </a:solidFill>
                <a:latin typeface="Arial" charset="0"/>
              </a:rPr>
              <a:t>process</a:t>
            </a:r>
          </a:p>
        </p:txBody>
      </p:sp>
      <p:sp>
        <p:nvSpPr>
          <p:cNvPr id="134" name="Text Box 38">
            <a:extLst>
              <a:ext uri="{FF2B5EF4-FFF2-40B4-BE49-F238E27FC236}">
                <a16:creationId xmlns:a16="http://schemas.microsoft.com/office/drawing/2014/main" id="{FC061EBE-026B-F943-BBD5-748F965BF8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17156" y="3435276"/>
            <a:ext cx="617478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kern="0" dirty="0">
                <a:solidFill>
                  <a:srgbClr val="000000"/>
                </a:solidFill>
              </a:rPr>
              <a:t>socket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5AFC3DE-B7EF-9945-9B42-A8FE2028B2CF}"/>
              </a:ext>
            </a:extLst>
          </p:cNvPr>
          <p:cNvGrpSpPr/>
          <p:nvPr/>
        </p:nvGrpSpPr>
        <p:grpSpPr>
          <a:xfrm>
            <a:off x="5262455" y="1604094"/>
            <a:ext cx="3627237" cy="1229917"/>
            <a:chOff x="7016607" y="1655043"/>
            <a:chExt cx="4836316" cy="163988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5BAE722-1B29-F74D-B90E-AAE0C7FE9C2E}"/>
                </a:ext>
              </a:extLst>
            </p:cNvPr>
            <p:cNvSpPr/>
            <p:nvPr/>
          </p:nvSpPr>
          <p:spPr>
            <a:xfrm>
              <a:off x="7016607" y="1945555"/>
              <a:ext cx="4508220" cy="125169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grpSp>
          <p:nvGrpSpPr>
            <p:cNvPr id="135" name="Group 177">
              <a:extLst>
                <a:ext uri="{FF2B5EF4-FFF2-40B4-BE49-F238E27FC236}">
                  <a16:creationId xmlns:a16="http://schemas.microsoft.com/office/drawing/2014/main" id="{0626849A-4E21-EE42-AD9A-55F4D52F11F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31697" y="1655043"/>
              <a:ext cx="4721226" cy="1639889"/>
              <a:chOff x="2873" y="903"/>
              <a:chExt cx="2974" cy="1033"/>
            </a:xfrm>
          </p:grpSpPr>
          <p:sp>
            <p:nvSpPr>
              <p:cNvPr id="136" name="Rectangle 41">
                <a:extLst>
                  <a:ext uri="{FF2B5EF4-FFF2-40B4-BE49-F238E27FC236}">
                    <a16:creationId xmlns:a16="http://schemas.microsoft.com/office/drawing/2014/main" id="{1C592E58-CF36-1C40-A0FA-08F6B84985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55" y="1148"/>
                <a:ext cx="2892" cy="788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kern="0" dirty="0">
                    <a:solidFill>
                      <a:srgbClr val="000000"/>
                    </a:solidFill>
                    <a:latin typeface="Calibri" panose="020F0502020204030204"/>
                    <a:ea typeface="ＭＳ Ｐゴシック" charset="0"/>
                  </a:rPr>
                  <a:t>use header info to deliver</a:t>
                </a:r>
              </a:p>
              <a:p>
                <a:pPr defTabSz="685800" eaLnBrk="0" fontAlgn="base" hangingPunct="0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kern="0" dirty="0">
                    <a:solidFill>
                      <a:srgbClr val="000000"/>
                    </a:solidFill>
                    <a:latin typeface="Calibri" panose="020F0502020204030204"/>
                    <a:ea typeface="ＭＳ Ｐゴシック" charset="0"/>
                  </a:rPr>
                  <a:t>received segments to correct </a:t>
                </a:r>
              </a:p>
              <a:p>
                <a:pPr defTabSz="685800" eaLnBrk="0" fontAlgn="base" hangingPunct="0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kern="0" dirty="0">
                    <a:solidFill>
                      <a:srgbClr val="000000"/>
                    </a:solidFill>
                    <a:latin typeface="Calibri" panose="020F0502020204030204"/>
                    <a:ea typeface="ＭＳ Ｐゴシック" charset="0"/>
                  </a:rPr>
                  <a:t>socket</a:t>
                </a:r>
              </a:p>
            </p:txBody>
          </p:sp>
          <p:grpSp>
            <p:nvGrpSpPr>
              <p:cNvPr id="137" name="Group 42">
                <a:extLst>
                  <a:ext uri="{FF2B5EF4-FFF2-40B4-BE49-F238E27FC236}">
                    <a16:creationId xmlns:a16="http://schemas.microsoft.com/office/drawing/2014/main" id="{4D9CEE39-3F97-1346-9C27-5F6F930F2A8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73" y="903"/>
                <a:ext cx="2606" cy="349"/>
                <a:chOff x="884" y="3594"/>
                <a:chExt cx="2091" cy="349"/>
              </a:xfrm>
            </p:grpSpPr>
            <p:sp>
              <p:nvSpPr>
                <p:cNvPr id="138" name="Rectangle 43">
                  <a:extLst>
                    <a:ext uri="{FF2B5EF4-FFF2-40B4-BE49-F238E27FC236}">
                      <a16:creationId xmlns:a16="http://schemas.microsoft.com/office/drawing/2014/main" id="{8DE7A6B0-1014-184E-9108-23C65807C20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22" y="3732"/>
                  <a:ext cx="1002" cy="21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350" kern="0" dirty="0">
                    <a:solidFill>
                      <a:srgbClr val="000000"/>
                    </a:solidFill>
                    <a:latin typeface="Calibri" panose="020F0502020204030204"/>
                    <a:ea typeface="ＭＳ Ｐゴシック" charset="0"/>
                  </a:endParaRPr>
                </a:p>
              </p:txBody>
            </p:sp>
            <p:sp>
              <p:nvSpPr>
                <p:cNvPr id="139" name="Text Box 44">
                  <a:extLst>
                    <a:ext uri="{FF2B5EF4-FFF2-40B4-BE49-F238E27FC236}">
                      <a16:creationId xmlns:a16="http://schemas.microsoft.com/office/drawing/2014/main" id="{88457A8D-2DB2-C848-9B52-93F5252D0E1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84" y="3594"/>
                  <a:ext cx="2091" cy="349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9pPr>
                </a:lstStyle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2100" i="1" kern="0" dirty="0">
                      <a:solidFill>
                        <a:srgbClr val="CC0000"/>
                      </a:solidFill>
                      <a:latin typeface="Calibri" panose="020F0502020204030204"/>
                    </a:rPr>
                    <a:t>demultiplexing as receiver:</a:t>
                  </a:r>
                </a:p>
              </p:txBody>
            </p:sp>
          </p:grpSp>
        </p:grpSp>
      </p:grpSp>
      <p:grpSp>
        <p:nvGrpSpPr>
          <p:cNvPr id="140" name="Group 57">
            <a:extLst>
              <a:ext uri="{FF2B5EF4-FFF2-40B4-BE49-F238E27FC236}">
                <a16:creationId xmlns:a16="http://schemas.microsoft.com/office/drawing/2014/main" id="{AE84E6CF-C8B6-044E-92D9-9754C3253112}"/>
              </a:ext>
            </a:extLst>
          </p:cNvPr>
          <p:cNvGrpSpPr>
            <a:grpSpLocks/>
          </p:cNvGrpSpPr>
          <p:nvPr/>
        </p:nvGrpSpPr>
        <p:grpSpPr bwMode="auto">
          <a:xfrm>
            <a:off x="7367480" y="3491236"/>
            <a:ext cx="400050" cy="154781"/>
            <a:chOff x="344" y="1846"/>
            <a:chExt cx="336" cy="130"/>
          </a:xfrm>
        </p:grpSpPr>
        <p:sp>
          <p:nvSpPr>
            <p:cNvPr id="141" name="Rectangle 35">
              <a:extLst>
                <a:ext uri="{FF2B5EF4-FFF2-40B4-BE49-F238E27FC236}">
                  <a16:creationId xmlns:a16="http://schemas.microsoft.com/office/drawing/2014/main" id="{7D4B092F-0804-EE4A-94E0-8271C51001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" y="1846"/>
              <a:ext cx="336" cy="13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142" name="Rectangle 54">
              <a:extLst>
                <a:ext uri="{FF2B5EF4-FFF2-40B4-BE49-F238E27FC236}">
                  <a16:creationId xmlns:a16="http://schemas.microsoft.com/office/drawing/2014/main" id="{8FBA6612-C2CB-7A4A-BDE1-C5A9430DFE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4" y="1863"/>
              <a:ext cx="110" cy="9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143" name="Rectangle 55">
              <a:extLst>
                <a:ext uri="{FF2B5EF4-FFF2-40B4-BE49-F238E27FC236}">
                  <a16:creationId xmlns:a16="http://schemas.microsoft.com/office/drawing/2014/main" id="{CB6C4329-1870-6D47-94B8-AB8D08DC00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8" y="1921"/>
              <a:ext cx="29" cy="35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144" name="Rectangle 56">
              <a:extLst>
                <a:ext uri="{FF2B5EF4-FFF2-40B4-BE49-F238E27FC236}">
                  <a16:creationId xmlns:a16="http://schemas.microsoft.com/office/drawing/2014/main" id="{7506EAD6-B400-9A41-8C08-BA08298518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7" y="1922"/>
              <a:ext cx="29" cy="35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</p:grpSp>
      <p:sp>
        <p:nvSpPr>
          <p:cNvPr id="145" name="Rectangle 23">
            <a:extLst>
              <a:ext uri="{FF2B5EF4-FFF2-40B4-BE49-F238E27FC236}">
                <a16:creationId xmlns:a16="http://schemas.microsoft.com/office/drawing/2014/main" id="{F1314FFD-BA11-A042-BA84-1061E37290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42089" y="3080469"/>
            <a:ext cx="1122760" cy="1485900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en-US" sz="18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6" name="Rectangle 24">
            <a:extLst>
              <a:ext uri="{FF2B5EF4-FFF2-40B4-BE49-F238E27FC236}">
                <a16:creationId xmlns:a16="http://schemas.microsoft.com/office/drawing/2014/main" id="{89D8A59C-E128-B74A-B94F-06FAC9DB73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5895" y="3120951"/>
            <a:ext cx="1104900" cy="1484710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en-US" sz="1800" kern="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7" name="Line 25">
            <a:extLst>
              <a:ext uri="{FF2B5EF4-FFF2-40B4-BE49-F238E27FC236}">
                <a16:creationId xmlns:a16="http://schemas.microsoft.com/office/drawing/2014/main" id="{B922FB1F-8B1A-1843-A740-29E910EB3E97}"/>
              </a:ext>
            </a:extLst>
          </p:cNvPr>
          <p:cNvSpPr>
            <a:spLocks noChangeShapeType="1"/>
          </p:cNvSpPr>
          <p:nvPr/>
        </p:nvSpPr>
        <p:spPr bwMode="auto">
          <a:xfrm>
            <a:off x="4220657" y="3698404"/>
            <a:ext cx="1095375" cy="2381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kern="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48" name="Text Box 26">
            <a:extLst>
              <a:ext uri="{FF2B5EF4-FFF2-40B4-BE49-F238E27FC236}">
                <a16:creationId xmlns:a16="http://schemas.microsoft.com/office/drawing/2014/main" id="{BE3B5056-5F96-5946-AEC3-17140DB163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4236" y="3685306"/>
            <a:ext cx="988219" cy="253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050" kern="0" dirty="0">
                <a:solidFill>
                  <a:srgbClr val="000000"/>
                </a:solidFill>
              </a:rPr>
              <a:t>transport</a:t>
            </a:r>
          </a:p>
        </p:txBody>
      </p:sp>
      <p:sp>
        <p:nvSpPr>
          <p:cNvPr id="149" name="Line 27">
            <a:extLst>
              <a:ext uri="{FF2B5EF4-FFF2-40B4-BE49-F238E27FC236}">
                <a16:creationId xmlns:a16="http://schemas.microsoft.com/office/drawing/2014/main" id="{FF1A214D-FBCE-7342-8332-F3FA9C577B4A}"/>
              </a:ext>
            </a:extLst>
          </p:cNvPr>
          <p:cNvSpPr>
            <a:spLocks noChangeShapeType="1"/>
          </p:cNvSpPr>
          <p:nvPr/>
        </p:nvSpPr>
        <p:spPr bwMode="auto">
          <a:xfrm>
            <a:off x="4221849" y="3936529"/>
            <a:ext cx="1092994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kern="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50" name="Text Box 26">
            <a:extLst>
              <a:ext uri="{FF2B5EF4-FFF2-40B4-BE49-F238E27FC236}">
                <a16:creationId xmlns:a16="http://schemas.microsoft.com/office/drawing/2014/main" id="{975D136A-FEFB-9E40-BA33-B33E91228F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1855" y="3095947"/>
            <a:ext cx="988219" cy="253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050" kern="0" dirty="0">
                <a:solidFill>
                  <a:srgbClr val="000000"/>
                </a:solidFill>
              </a:rPr>
              <a:t>application</a:t>
            </a:r>
          </a:p>
        </p:txBody>
      </p:sp>
      <p:sp>
        <p:nvSpPr>
          <p:cNvPr id="151" name="Text Box 26">
            <a:extLst>
              <a:ext uri="{FF2B5EF4-FFF2-40B4-BE49-F238E27FC236}">
                <a16:creationId xmlns:a16="http://schemas.microsoft.com/office/drawing/2014/main" id="{50D62C6A-4C80-854F-A4B8-723E99A5A7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9474" y="4363963"/>
            <a:ext cx="988219" cy="253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050" kern="0" dirty="0">
                <a:solidFill>
                  <a:srgbClr val="000000"/>
                </a:solidFill>
              </a:rPr>
              <a:t>physical</a:t>
            </a:r>
          </a:p>
        </p:txBody>
      </p:sp>
      <p:sp>
        <p:nvSpPr>
          <p:cNvPr id="152" name="Text Box 26">
            <a:extLst>
              <a:ext uri="{FF2B5EF4-FFF2-40B4-BE49-F238E27FC236}">
                <a16:creationId xmlns:a16="http://schemas.microsoft.com/office/drawing/2014/main" id="{A79D3A45-C33B-7046-9088-A02FAACCA1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9474" y="4149650"/>
            <a:ext cx="988219" cy="253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050" kern="0" dirty="0">
                <a:solidFill>
                  <a:srgbClr val="000000"/>
                </a:solidFill>
              </a:rPr>
              <a:t>link</a:t>
            </a:r>
          </a:p>
        </p:txBody>
      </p:sp>
      <p:sp>
        <p:nvSpPr>
          <p:cNvPr id="153" name="Text Box 26">
            <a:extLst>
              <a:ext uri="{FF2B5EF4-FFF2-40B4-BE49-F238E27FC236}">
                <a16:creationId xmlns:a16="http://schemas.microsoft.com/office/drawing/2014/main" id="{F3520259-D4C5-3340-8000-3B8C746A77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9474" y="3925813"/>
            <a:ext cx="988219" cy="253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050" kern="0" dirty="0">
                <a:solidFill>
                  <a:srgbClr val="000000"/>
                </a:solidFill>
              </a:rPr>
              <a:t>network</a:t>
            </a:r>
          </a:p>
        </p:txBody>
      </p:sp>
      <p:sp>
        <p:nvSpPr>
          <p:cNvPr id="154" name="Oval 120">
            <a:extLst>
              <a:ext uri="{FF2B5EF4-FFF2-40B4-BE49-F238E27FC236}">
                <a16:creationId xmlns:a16="http://schemas.microsoft.com/office/drawing/2014/main" id="{A77294DB-DD97-F741-82FD-F8B94839A4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94539" y="3376935"/>
            <a:ext cx="448866" cy="228600"/>
          </a:xfrm>
          <a:prstGeom prst="ellipse">
            <a:avLst/>
          </a:prstGeom>
          <a:solidFill>
            <a:srgbClr val="CC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50" kern="0" dirty="0">
                <a:solidFill>
                  <a:srgbClr val="000000"/>
                </a:solidFill>
                <a:latin typeface="Calibri" panose="020F0502020204030204"/>
                <a:ea typeface="ＭＳ Ｐゴシック" charset="0"/>
              </a:rPr>
              <a:t>P2</a:t>
            </a:r>
          </a:p>
        </p:txBody>
      </p:sp>
      <p:sp>
        <p:nvSpPr>
          <p:cNvPr id="155" name="Line 27">
            <a:extLst>
              <a:ext uri="{FF2B5EF4-FFF2-40B4-BE49-F238E27FC236}">
                <a16:creationId xmlns:a16="http://schemas.microsoft.com/office/drawing/2014/main" id="{E1326351-38D1-A440-A7B8-5079367D54AC}"/>
              </a:ext>
            </a:extLst>
          </p:cNvPr>
          <p:cNvSpPr>
            <a:spLocks noChangeShapeType="1"/>
          </p:cNvSpPr>
          <p:nvPr/>
        </p:nvSpPr>
        <p:spPr bwMode="auto">
          <a:xfrm>
            <a:off x="4219467" y="4169891"/>
            <a:ext cx="1092994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kern="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56" name="Line 27">
            <a:extLst>
              <a:ext uri="{FF2B5EF4-FFF2-40B4-BE49-F238E27FC236}">
                <a16:creationId xmlns:a16="http://schemas.microsoft.com/office/drawing/2014/main" id="{891B0B5D-A14D-1A40-B291-CC1A04A094FC}"/>
              </a:ext>
            </a:extLst>
          </p:cNvPr>
          <p:cNvSpPr>
            <a:spLocks noChangeShapeType="1"/>
          </p:cNvSpPr>
          <p:nvPr/>
        </p:nvSpPr>
        <p:spPr bwMode="auto">
          <a:xfrm>
            <a:off x="4217086" y="4393729"/>
            <a:ext cx="1092994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kern="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57" name="Oval 128">
            <a:extLst>
              <a:ext uri="{FF2B5EF4-FFF2-40B4-BE49-F238E27FC236}">
                <a16:creationId xmlns:a16="http://schemas.microsoft.com/office/drawing/2014/main" id="{AAD00A20-9526-2F4E-9C87-C3B249C8E9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5901" y="3376935"/>
            <a:ext cx="448866" cy="228600"/>
          </a:xfrm>
          <a:prstGeom prst="ellipse">
            <a:avLst/>
          </a:prstGeom>
          <a:solidFill>
            <a:srgbClr val="CC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50" kern="0" dirty="0">
                <a:solidFill>
                  <a:srgbClr val="000000"/>
                </a:solidFill>
                <a:latin typeface="Calibri" panose="020F0502020204030204"/>
                <a:ea typeface="ＭＳ Ｐゴシック" charset="0"/>
              </a:rPr>
              <a:t>P1</a:t>
            </a:r>
          </a:p>
        </p:txBody>
      </p:sp>
      <p:grpSp>
        <p:nvGrpSpPr>
          <p:cNvPr id="158" name="Group 134">
            <a:extLst>
              <a:ext uri="{FF2B5EF4-FFF2-40B4-BE49-F238E27FC236}">
                <a16:creationId xmlns:a16="http://schemas.microsoft.com/office/drawing/2014/main" id="{015BC705-D8E3-EA41-A198-6A8DDB031BE2}"/>
              </a:ext>
            </a:extLst>
          </p:cNvPr>
          <p:cNvGrpSpPr>
            <a:grpSpLocks/>
          </p:cNvGrpSpPr>
          <p:nvPr/>
        </p:nvGrpSpPr>
        <p:grpSpPr bwMode="auto">
          <a:xfrm>
            <a:off x="4851688" y="3646016"/>
            <a:ext cx="309563" cy="119063"/>
            <a:chOff x="1383" y="2620"/>
            <a:chExt cx="260" cy="100"/>
          </a:xfrm>
        </p:grpSpPr>
        <p:sp>
          <p:nvSpPr>
            <p:cNvPr id="159" name="Rectangle 130">
              <a:extLst>
                <a:ext uri="{FF2B5EF4-FFF2-40B4-BE49-F238E27FC236}">
                  <a16:creationId xmlns:a16="http://schemas.microsoft.com/office/drawing/2014/main" id="{617E09BE-67A7-E846-8718-4C5F4E894E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3" y="2620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160" name="Rectangle 131">
              <a:extLst>
                <a:ext uri="{FF2B5EF4-FFF2-40B4-BE49-F238E27FC236}">
                  <a16:creationId xmlns:a16="http://schemas.microsoft.com/office/drawing/2014/main" id="{DAEC0345-B8B5-6942-9E07-837C51C11E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4" y="2633"/>
              <a:ext cx="155" cy="7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161" name="Rectangle 132">
              <a:extLst>
                <a:ext uri="{FF2B5EF4-FFF2-40B4-BE49-F238E27FC236}">
                  <a16:creationId xmlns:a16="http://schemas.microsoft.com/office/drawing/2014/main" id="{CBC575E8-9188-C944-A373-1BE60CEDE4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99" y="2678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162" name="Rectangle 133">
              <a:extLst>
                <a:ext uri="{FF2B5EF4-FFF2-40B4-BE49-F238E27FC236}">
                  <a16:creationId xmlns:a16="http://schemas.microsoft.com/office/drawing/2014/main" id="{5CBAC889-4624-214B-8DD0-1C5D2121C3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4" y="2679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</p:grpSp>
      <p:grpSp>
        <p:nvGrpSpPr>
          <p:cNvPr id="163" name="Group 135">
            <a:extLst>
              <a:ext uri="{FF2B5EF4-FFF2-40B4-BE49-F238E27FC236}">
                <a16:creationId xmlns:a16="http://schemas.microsoft.com/office/drawing/2014/main" id="{E0C06B10-B8DE-5649-9DA7-1C38410338CA}"/>
              </a:ext>
            </a:extLst>
          </p:cNvPr>
          <p:cNvGrpSpPr>
            <a:grpSpLocks/>
          </p:cNvGrpSpPr>
          <p:nvPr/>
        </p:nvGrpSpPr>
        <p:grpSpPr bwMode="auto">
          <a:xfrm>
            <a:off x="4325432" y="3640063"/>
            <a:ext cx="309563" cy="119063"/>
            <a:chOff x="1383" y="2620"/>
            <a:chExt cx="260" cy="100"/>
          </a:xfrm>
        </p:grpSpPr>
        <p:sp>
          <p:nvSpPr>
            <p:cNvPr id="164" name="Rectangle 136">
              <a:extLst>
                <a:ext uri="{FF2B5EF4-FFF2-40B4-BE49-F238E27FC236}">
                  <a16:creationId xmlns:a16="http://schemas.microsoft.com/office/drawing/2014/main" id="{90DDD937-6604-0E4A-BC22-D308693331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3" y="2620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165" name="Rectangle 137">
              <a:extLst>
                <a:ext uri="{FF2B5EF4-FFF2-40B4-BE49-F238E27FC236}">
                  <a16:creationId xmlns:a16="http://schemas.microsoft.com/office/drawing/2014/main" id="{12ACDF7C-B3D8-9B4A-BD4A-D8CF4A0282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4" y="2633"/>
              <a:ext cx="155" cy="7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166" name="Rectangle 138">
              <a:extLst>
                <a:ext uri="{FF2B5EF4-FFF2-40B4-BE49-F238E27FC236}">
                  <a16:creationId xmlns:a16="http://schemas.microsoft.com/office/drawing/2014/main" id="{BBABF61C-A52E-5440-86D9-57F0C4530F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99" y="2678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167" name="Rectangle 139">
              <a:extLst>
                <a:ext uri="{FF2B5EF4-FFF2-40B4-BE49-F238E27FC236}">
                  <a16:creationId xmlns:a16="http://schemas.microsoft.com/office/drawing/2014/main" id="{32461327-4600-6E4F-AB44-FD06E8C35B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4" y="2679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</p:grpSp>
      <p:sp>
        <p:nvSpPr>
          <p:cNvPr id="170" name="Rectangle 23">
            <a:extLst>
              <a:ext uri="{FF2B5EF4-FFF2-40B4-BE49-F238E27FC236}">
                <a16:creationId xmlns:a16="http://schemas.microsoft.com/office/drawing/2014/main" id="{18A5F7E9-E597-8A49-8FBA-5EBCB61315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8730" y="3357885"/>
            <a:ext cx="972740" cy="1485900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en-US" sz="18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1" name="Rectangle 24">
            <a:extLst>
              <a:ext uri="{FF2B5EF4-FFF2-40B4-BE49-F238E27FC236}">
                <a16:creationId xmlns:a16="http://schemas.microsoft.com/office/drawing/2014/main" id="{5DFFE03C-FB1C-D742-84E9-52CBDDB98D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10155" y="3398366"/>
            <a:ext cx="954881" cy="1484709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en-US" sz="1800" kern="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2" name="Line 25">
            <a:extLst>
              <a:ext uri="{FF2B5EF4-FFF2-40B4-BE49-F238E27FC236}">
                <a16:creationId xmlns:a16="http://schemas.microsoft.com/office/drawing/2014/main" id="{5AD7BC14-F444-E745-8910-70D580A778B1}"/>
              </a:ext>
            </a:extLst>
          </p:cNvPr>
          <p:cNvSpPr>
            <a:spLocks noChangeShapeType="1"/>
          </p:cNvSpPr>
          <p:nvPr/>
        </p:nvSpPr>
        <p:spPr bwMode="auto">
          <a:xfrm>
            <a:off x="5917298" y="3968676"/>
            <a:ext cx="947738" cy="2381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kern="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73" name="Text Box 26">
            <a:extLst>
              <a:ext uri="{FF2B5EF4-FFF2-40B4-BE49-F238E27FC236}">
                <a16:creationId xmlns:a16="http://schemas.microsoft.com/office/drawing/2014/main" id="{1058B2AB-1EA8-1A46-9E03-D8FFDD9E54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85151" y="3955579"/>
            <a:ext cx="988219" cy="253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050" kern="0" dirty="0">
                <a:solidFill>
                  <a:srgbClr val="000000"/>
                </a:solidFill>
              </a:rPr>
              <a:t>transport</a:t>
            </a:r>
          </a:p>
        </p:txBody>
      </p:sp>
      <p:sp>
        <p:nvSpPr>
          <p:cNvPr id="174" name="Line 27">
            <a:extLst>
              <a:ext uri="{FF2B5EF4-FFF2-40B4-BE49-F238E27FC236}">
                <a16:creationId xmlns:a16="http://schemas.microsoft.com/office/drawing/2014/main" id="{3A83CA24-DF84-F740-B870-F5C298378EA2}"/>
              </a:ext>
            </a:extLst>
          </p:cNvPr>
          <p:cNvSpPr>
            <a:spLocks noChangeShapeType="1"/>
          </p:cNvSpPr>
          <p:nvPr/>
        </p:nvSpPr>
        <p:spPr bwMode="auto">
          <a:xfrm>
            <a:off x="5923251" y="4209182"/>
            <a:ext cx="947738" cy="2381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kern="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75" name="Line 28">
            <a:extLst>
              <a:ext uri="{FF2B5EF4-FFF2-40B4-BE49-F238E27FC236}">
                <a16:creationId xmlns:a16="http://schemas.microsoft.com/office/drawing/2014/main" id="{1D5846CF-9A4C-784A-A5A4-98F8F1486DDE}"/>
              </a:ext>
            </a:extLst>
          </p:cNvPr>
          <p:cNvSpPr>
            <a:spLocks noChangeShapeType="1"/>
          </p:cNvSpPr>
          <p:nvPr/>
        </p:nvSpPr>
        <p:spPr bwMode="auto">
          <a:xfrm>
            <a:off x="5912536" y="4441354"/>
            <a:ext cx="947738" cy="2381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kern="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76" name="Line 29">
            <a:extLst>
              <a:ext uri="{FF2B5EF4-FFF2-40B4-BE49-F238E27FC236}">
                <a16:creationId xmlns:a16="http://schemas.microsoft.com/office/drawing/2014/main" id="{987AF988-33D7-A644-9737-1635D99E92DD}"/>
              </a:ext>
            </a:extLst>
          </p:cNvPr>
          <p:cNvSpPr>
            <a:spLocks noChangeShapeType="1"/>
          </p:cNvSpPr>
          <p:nvPr/>
        </p:nvSpPr>
        <p:spPr bwMode="auto">
          <a:xfrm>
            <a:off x="5912536" y="4655667"/>
            <a:ext cx="947738" cy="2381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kern="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77" name="Text Box 26">
            <a:extLst>
              <a:ext uri="{FF2B5EF4-FFF2-40B4-BE49-F238E27FC236}">
                <a16:creationId xmlns:a16="http://schemas.microsoft.com/office/drawing/2014/main" id="{DC53D19A-63B2-7141-9008-9BC3F67805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11345" y="3391222"/>
            <a:ext cx="988219" cy="253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050" kern="0" dirty="0">
                <a:solidFill>
                  <a:srgbClr val="000000"/>
                </a:solidFill>
              </a:rPr>
              <a:t>application</a:t>
            </a:r>
          </a:p>
        </p:txBody>
      </p:sp>
      <p:sp>
        <p:nvSpPr>
          <p:cNvPr id="178" name="Text Box 26">
            <a:extLst>
              <a:ext uri="{FF2B5EF4-FFF2-40B4-BE49-F238E27FC236}">
                <a16:creationId xmlns:a16="http://schemas.microsoft.com/office/drawing/2014/main" id="{668FFB30-2FA6-AE41-99EF-4D74E37F3E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8008" y="4634235"/>
            <a:ext cx="988219" cy="253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050" kern="0" dirty="0">
                <a:solidFill>
                  <a:srgbClr val="000000"/>
                </a:solidFill>
              </a:rPr>
              <a:t>physical</a:t>
            </a:r>
          </a:p>
        </p:txBody>
      </p:sp>
      <p:sp>
        <p:nvSpPr>
          <p:cNvPr id="179" name="Text Box 26">
            <a:extLst>
              <a:ext uri="{FF2B5EF4-FFF2-40B4-BE49-F238E27FC236}">
                <a16:creationId xmlns:a16="http://schemas.microsoft.com/office/drawing/2014/main" id="{9646084A-4EA0-5345-8A3E-91D3475359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92295" y="4419922"/>
            <a:ext cx="988219" cy="253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050" kern="0" dirty="0">
                <a:solidFill>
                  <a:srgbClr val="000000"/>
                </a:solidFill>
              </a:rPr>
              <a:t>link</a:t>
            </a:r>
          </a:p>
        </p:txBody>
      </p:sp>
      <p:sp>
        <p:nvSpPr>
          <p:cNvPr id="180" name="Text Box 26">
            <a:extLst>
              <a:ext uri="{FF2B5EF4-FFF2-40B4-BE49-F238E27FC236}">
                <a16:creationId xmlns:a16="http://schemas.microsoft.com/office/drawing/2014/main" id="{9FDE009F-BD4C-6B4C-A66D-690533C0F5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85151" y="4198466"/>
            <a:ext cx="988219" cy="253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050" kern="0" dirty="0">
                <a:solidFill>
                  <a:srgbClr val="000000"/>
                </a:solidFill>
              </a:rPr>
              <a:t>network</a:t>
            </a:r>
          </a:p>
        </p:txBody>
      </p:sp>
      <p:sp>
        <p:nvSpPr>
          <p:cNvPr id="181" name="Oval 101">
            <a:extLst>
              <a:ext uri="{FF2B5EF4-FFF2-40B4-BE49-F238E27FC236}">
                <a16:creationId xmlns:a16="http://schemas.microsoft.com/office/drawing/2014/main" id="{092F802C-72A1-EE41-9CEB-72883AD3F2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2568" y="3647207"/>
            <a:ext cx="448865" cy="228600"/>
          </a:xfrm>
          <a:prstGeom prst="ellipse">
            <a:avLst/>
          </a:prstGeom>
          <a:solidFill>
            <a:srgbClr val="CC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50" kern="0" dirty="0">
                <a:solidFill>
                  <a:srgbClr val="000000"/>
                </a:solidFill>
                <a:latin typeface="Calibri" panose="020F0502020204030204"/>
                <a:ea typeface="ＭＳ Ｐゴシック" charset="0"/>
              </a:rPr>
              <a:t>P4</a:t>
            </a:r>
          </a:p>
        </p:txBody>
      </p:sp>
      <p:sp>
        <p:nvSpPr>
          <p:cNvPr id="182" name="Freeform 103">
            <a:extLst>
              <a:ext uri="{FF2B5EF4-FFF2-40B4-BE49-F238E27FC236}">
                <a16:creationId xmlns:a16="http://schemas.microsoft.com/office/drawing/2014/main" id="{DEF6D5D3-E4DA-4B46-BBC5-93311E115D92}"/>
              </a:ext>
            </a:extLst>
          </p:cNvPr>
          <p:cNvSpPr>
            <a:spLocks/>
          </p:cNvSpPr>
          <p:nvPr/>
        </p:nvSpPr>
        <p:spPr bwMode="auto">
          <a:xfrm>
            <a:off x="6874561" y="3381697"/>
            <a:ext cx="435769" cy="1528763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kern="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83" name="Freeform 70">
            <a:extLst>
              <a:ext uri="{FF2B5EF4-FFF2-40B4-BE49-F238E27FC236}">
                <a16:creationId xmlns:a16="http://schemas.microsoft.com/office/drawing/2014/main" id="{4A88383C-61F9-1949-9D88-EC83EDA3F2B6}"/>
              </a:ext>
            </a:extLst>
          </p:cNvPr>
          <p:cNvSpPr>
            <a:spLocks/>
          </p:cNvSpPr>
          <p:nvPr/>
        </p:nvSpPr>
        <p:spPr bwMode="auto">
          <a:xfrm>
            <a:off x="2232313" y="3397175"/>
            <a:ext cx="414338" cy="1562100"/>
          </a:xfrm>
          <a:custGeom>
            <a:avLst/>
            <a:gdLst>
              <a:gd name="T0" fmla="*/ 0 w 348"/>
              <a:gd name="T1" fmla="*/ 2147483647 h 1312"/>
              <a:gd name="T2" fmla="*/ 2147483647 w 348"/>
              <a:gd name="T3" fmla="*/ 0 h 1312"/>
              <a:gd name="T4" fmla="*/ 2147483647 w 348"/>
              <a:gd name="T5" fmla="*/ 2147483647 h 1312"/>
              <a:gd name="T6" fmla="*/ 2147483647 w 348"/>
              <a:gd name="T7" fmla="*/ 2147483647 h 1312"/>
              <a:gd name="T8" fmla="*/ 0 w 348"/>
              <a:gd name="T9" fmla="*/ 2147483647 h 131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48" h="1312">
                <a:moveTo>
                  <a:pt x="0" y="1306"/>
                </a:moveTo>
                <a:lnTo>
                  <a:pt x="348" y="0"/>
                </a:lnTo>
                <a:lnTo>
                  <a:pt x="342" y="1258"/>
                </a:lnTo>
                <a:lnTo>
                  <a:pt x="180" y="1312"/>
                </a:lnTo>
                <a:lnTo>
                  <a:pt x="0" y="1306"/>
                </a:ln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100000">
                <a:srgbClr val="B2B2B2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kern="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84" name="Rectangle 23">
            <a:extLst>
              <a:ext uri="{FF2B5EF4-FFF2-40B4-BE49-F238E27FC236}">
                <a16:creationId xmlns:a16="http://schemas.microsoft.com/office/drawing/2014/main" id="{AC94A5E0-4794-4246-825A-61CE412794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9989" y="3363838"/>
            <a:ext cx="972741" cy="1485900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en-US" sz="18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5" name="Rectangle 24">
            <a:extLst>
              <a:ext uri="{FF2B5EF4-FFF2-40B4-BE49-F238E27FC236}">
                <a16:creationId xmlns:a16="http://schemas.microsoft.com/office/drawing/2014/main" id="{6F8DDC46-C4B7-DF4E-8AF5-C602B6EAA1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1414" y="3404319"/>
            <a:ext cx="954881" cy="1484710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en-US" sz="1800" kern="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6" name="Line 25">
            <a:extLst>
              <a:ext uri="{FF2B5EF4-FFF2-40B4-BE49-F238E27FC236}">
                <a16:creationId xmlns:a16="http://schemas.microsoft.com/office/drawing/2014/main" id="{DBA82451-A905-D646-87C3-445C7FB42130}"/>
              </a:ext>
            </a:extLst>
          </p:cNvPr>
          <p:cNvSpPr>
            <a:spLocks noChangeShapeType="1"/>
          </p:cNvSpPr>
          <p:nvPr/>
        </p:nvSpPr>
        <p:spPr bwMode="auto">
          <a:xfrm>
            <a:off x="2658557" y="3974629"/>
            <a:ext cx="947738" cy="2381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kern="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87" name="Text Box 26">
            <a:extLst>
              <a:ext uri="{FF2B5EF4-FFF2-40B4-BE49-F238E27FC236}">
                <a16:creationId xmlns:a16="http://schemas.microsoft.com/office/drawing/2014/main" id="{20A57016-2D36-9945-9BC2-7F8B323410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6411" y="3961531"/>
            <a:ext cx="988219" cy="253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050" kern="0" dirty="0">
                <a:solidFill>
                  <a:srgbClr val="000000"/>
                </a:solidFill>
              </a:rPr>
              <a:t>transport</a:t>
            </a:r>
          </a:p>
        </p:txBody>
      </p:sp>
      <p:sp>
        <p:nvSpPr>
          <p:cNvPr id="188" name="Line 27">
            <a:extLst>
              <a:ext uri="{FF2B5EF4-FFF2-40B4-BE49-F238E27FC236}">
                <a16:creationId xmlns:a16="http://schemas.microsoft.com/office/drawing/2014/main" id="{C4DE758D-2140-4D46-8462-D030054EF893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4511" y="4215136"/>
            <a:ext cx="947738" cy="2381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kern="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89" name="Line 28">
            <a:extLst>
              <a:ext uri="{FF2B5EF4-FFF2-40B4-BE49-F238E27FC236}">
                <a16:creationId xmlns:a16="http://schemas.microsoft.com/office/drawing/2014/main" id="{54E984A7-4546-6E49-B9F8-528EAF4E1F35}"/>
              </a:ext>
            </a:extLst>
          </p:cNvPr>
          <p:cNvSpPr>
            <a:spLocks noChangeShapeType="1"/>
          </p:cNvSpPr>
          <p:nvPr/>
        </p:nvSpPr>
        <p:spPr bwMode="auto">
          <a:xfrm>
            <a:off x="2653795" y="4447307"/>
            <a:ext cx="947738" cy="2381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kern="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90" name="Line 29">
            <a:extLst>
              <a:ext uri="{FF2B5EF4-FFF2-40B4-BE49-F238E27FC236}">
                <a16:creationId xmlns:a16="http://schemas.microsoft.com/office/drawing/2014/main" id="{85DE9E64-476F-6F4E-8BFA-3205F1E596F5}"/>
              </a:ext>
            </a:extLst>
          </p:cNvPr>
          <p:cNvSpPr>
            <a:spLocks noChangeShapeType="1"/>
          </p:cNvSpPr>
          <p:nvPr/>
        </p:nvSpPr>
        <p:spPr bwMode="auto">
          <a:xfrm>
            <a:off x="2653795" y="4661620"/>
            <a:ext cx="947738" cy="2381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kern="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91" name="Text Box 26">
            <a:extLst>
              <a:ext uri="{FF2B5EF4-FFF2-40B4-BE49-F238E27FC236}">
                <a16:creationId xmlns:a16="http://schemas.microsoft.com/office/drawing/2014/main" id="{A1B9282E-64F8-1442-8F95-7A9813CE8F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52605" y="3397175"/>
            <a:ext cx="988219" cy="253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050" kern="0" dirty="0">
                <a:solidFill>
                  <a:srgbClr val="000000"/>
                </a:solidFill>
              </a:rPr>
              <a:t>application</a:t>
            </a:r>
          </a:p>
        </p:txBody>
      </p:sp>
      <p:sp>
        <p:nvSpPr>
          <p:cNvPr id="192" name="Text Box 26">
            <a:extLst>
              <a:ext uri="{FF2B5EF4-FFF2-40B4-BE49-F238E27FC236}">
                <a16:creationId xmlns:a16="http://schemas.microsoft.com/office/drawing/2014/main" id="{83782313-46E0-BE46-BEED-BDC4F6A04A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19267" y="4640188"/>
            <a:ext cx="988219" cy="253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050" kern="0" dirty="0">
                <a:solidFill>
                  <a:srgbClr val="000000"/>
                </a:solidFill>
              </a:rPr>
              <a:t>physical</a:t>
            </a:r>
          </a:p>
        </p:txBody>
      </p:sp>
      <p:sp>
        <p:nvSpPr>
          <p:cNvPr id="193" name="Text Box 26">
            <a:extLst>
              <a:ext uri="{FF2B5EF4-FFF2-40B4-BE49-F238E27FC236}">
                <a16:creationId xmlns:a16="http://schemas.microsoft.com/office/drawing/2014/main" id="{E3A71501-A89A-D249-84FB-20D98047A2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3555" y="4425875"/>
            <a:ext cx="988219" cy="253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050" kern="0" dirty="0">
                <a:solidFill>
                  <a:srgbClr val="000000"/>
                </a:solidFill>
              </a:rPr>
              <a:t>link</a:t>
            </a:r>
          </a:p>
        </p:txBody>
      </p:sp>
      <p:sp>
        <p:nvSpPr>
          <p:cNvPr id="194" name="Text Box 26">
            <a:extLst>
              <a:ext uri="{FF2B5EF4-FFF2-40B4-BE49-F238E27FC236}">
                <a16:creationId xmlns:a16="http://schemas.microsoft.com/office/drawing/2014/main" id="{6C7F0039-C145-9D4F-92E4-1AF9B0406D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6411" y="4204419"/>
            <a:ext cx="988219" cy="253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050" kern="0" dirty="0">
                <a:solidFill>
                  <a:srgbClr val="000000"/>
                </a:solidFill>
              </a:rPr>
              <a:t>network</a:t>
            </a:r>
          </a:p>
        </p:txBody>
      </p:sp>
      <p:sp>
        <p:nvSpPr>
          <p:cNvPr id="195" name="Oval 23">
            <a:extLst>
              <a:ext uri="{FF2B5EF4-FFF2-40B4-BE49-F238E27FC236}">
                <a16:creationId xmlns:a16="http://schemas.microsoft.com/office/drawing/2014/main" id="{34D7692A-81D8-4D48-8FE7-F92A1F4747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3826" y="3653160"/>
            <a:ext cx="448866" cy="228600"/>
          </a:xfrm>
          <a:prstGeom prst="ellipse">
            <a:avLst/>
          </a:prstGeom>
          <a:solidFill>
            <a:srgbClr val="CC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50" kern="0" dirty="0">
                <a:solidFill>
                  <a:srgbClr val="000000"/>
                </a:solidFill>
                <a:latin typeface="Calibri" panose="020F0502020204030204"/>
                <a:ea typeface="ＭＳ Ｐゴシック" charset="0"/>
              </a:rPr>
              <a:t>P3</a:t>
            </a:r>
          </a:p>
        </p:txBody>
      </p:sp>
      <p:grpSp>
        <p:nvGrpSpPr>
          <p:cNvPr id="196" name="Group 149">
            <a:extLst>
              <a:ext uri="{FF2B5EF4-FFF2-40B4-BE49-F238E27FC236}">
                <a16:creationId xmlns:a16="http://schemas.microsoft.com/office/drawing/2014/main" id="{21881EDC-E749-4F46-8C1C-B44DD21BA9AD}"/>
              </a:ext>
            </a:extLst>
          </p:cNvPr>
          <p:cNvGrpSpPr>
            <a:grpSpLocks/>
          </p:cNvGrpSpPr>
          <p:nvPr/>
        </p:nvGrpSpPr>
        <p:grpSpPr bwMode="auto">
          <a:xfrm>
            <a:off x="2971692" y="3906763"/>
            <a:ext cx="309563" cy="119063"/>
            <a:chOff x="1287" y="2524"/>
            <a:chExt cx="260" cy="100"/>
          </a:xfrm>
        </p:grpSpPr>
        <p:sp>
          <p:nvSpPr>
            <p:cNvPr id="197" name="Rectangle 73">
              <a:extLst>
                <a:ext uri="{FF2B5EF4-FFF2-40B4-BE49-F238E27FC236}">
                  <a16:creationId xmlns:a16="http://schemas.microsoft.com/office/drawing/2014/main" id="{F3D0248D-63A0-3447-AD45-C92BA38B99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198" name="Rectangle 74">
              <a:extLst>
                <a:ext uri="{FF2B5EF4-FFF2-40B4-BE49-F238E27FC236}">
                  <a16:creationId xmlns:a16="http://schemas.microsoft.com/office/drawing/2014/main" id="{A8C44BD4-B473-EA48-B1D2-4212120DE7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8" y="2537"/>
              <a:ext cx="155" cy="7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199" name="Rectangle 75">
              <a:extLst>
                <a:ext uri="{FF2B5EF4-FFF2-40B4-BE49-F238E27FC236}">
                  <a16:creationId xmlns:a16="http://schemas.microsoft.com/office/drawing/2014/main" id="{08B6F9A7-9AD7-B040-B431-D7898B4672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3" y="2582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200" name="Rectangle 129">
              <a:extLst>
                <a:ext uri="{FF2B5EF4-FFF2-40B4-BE49-F238E27FC236}">
                  <a16:creationId xmlns:a16="http://schemas.microsoft.com/office/drawing/2014/main" id="{310C322C-F672-7946-BD16-DA4CE50EE1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</p:grpSp>
      <p:grpSp>
        <p:nvGrpSpPr>
          <p:cNvPr id="201" name="Group 150">
            <a:extLst>
              <a:ext uri="{FF2B5EF4-FFF2-40B4-BE49-F238E27FC236}">
                <a16:creationId xmlns:a16="http://schemas.microsoft.com/office/drawing/2014/main" id="{C5660C67-80CE-084B-8B8D-F5CCCDA73638}"/>
              </a:ext>
            </a:extLst>
          </p:cNvPr>
          <p:cNvGrpSpPr>
            <a:grpSpLocks/>
          </p:cNvGrpSpPr>
          <p:nvPr/>
        </p:nvGrpSpPr>
        <p:grpSpPr bwMode="auto">
          <a:xfrm>
            <a:off x="6226861" y="3905572"/>
            <a:ext cx="309563" cy="119063"/>
            <a:chOff x="1287" y="2524"/>
            <a:chExt cx="260" cy="100"/>
          </a:xfrm>
        </p:grpSpPr>
        <p:sp>
          <p:nvSpPr>
            <p:cNvPr id="202" name="Rectangle 151">
              <a:extLst>
                <a:ext uri="{FF2B5EF4-FFF2-40B4-BE49-F238E27FC236}">
                  <a16:creationId xmlns:a16="http://schemas.microsoft.com/office/drawing/2014/main" id="{E39443DC-01F4-7A42-BC3B-BD48B19524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203" name="Rectangle 152">
              <a:extLst>
                <a:ext uri="{FF2B5EF4-FFF2-40B4-BE49-F238E27FC236}">
                  <a16:creationId xmlns:a16="http://schemas.microsoft.com/office/drawing/2014/main" id="{810BA023-C5B8-434B-9FF4-507BAFBB25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8" y="2537"/>
              <a:ext cx="155" cy="7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204" name="Rectangle 153">
              <a:extLst>
                <a:ext uri="{FF2B5EF4-FFF2-40B4-BE49-F238E27FC236}">
                  <a16:creationId xmlns:a16="http://schemas.microsoft.com/office/drawing/2014/main" id="{48739CB2-AA1C-8B4E-8D0B-CFBBB2A4F3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3" y="2582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205" name="Rectangle 154">
              <a:extLst>
                <a:ext uri="{FF2B5EF4-FFF2-40B4-BE49-F238E27FC236}">
                  <a16:creationId xmlns:a16="http://schemas.microsoft.com/office/drawing/2014/main" id="{435BB581-5D52-C345-BA75-358EC9A437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</p:grpSp>
      <p:sp>
        <p:nvSpPr>
          <p:cNvPr id="206" name="Freeform 146">
            <a:extLst>
              <a:ext uri="{FF2B5EF4-FFF2-40B4-BE49-F238E27FC236}">
                <a16:creationId xmlns:a16="http://schemas.microsoft.com/office/drawing/2014/main" id="{8EB20ED3-9276-204C-BA00-A485E0531DD2}"/>
              </a:ext>
            </a:extLst>
          </p:cNvPr>
          <p:cNvSpPr>
            <a:spLocks/>
          </p:cNvSpPr>
          <p:nvPr/>
        </p:nvSpPr>
        <p:spPr bwMode="auto">
          <a:xfrm>
            <a:off x="4762393" y="3681735"/>
            <a:ext cx="1629965" cy="1491853"/>
          </a:xfrm>
          <a:custGeom>
            <a:avLst/>
            <a:gdLst>
              <a:gd name="T0" fmla="*/ 2147483647 w 1369"/>
              <a:gd name="T1" fmla="*/ 2147483647 h 1253"/>
              <a:gd name="T2" fmla="*/ 2147483647 w 1369"/>
              <a:gd name="T3" fmla="*/ 2147483647 h 1253"/>
              <a:gd name="T4" fmla="*/ 2147483647 w 1369"/>
              <a:gd name="T5" fmla="*/ 2147483647 h 1253"/>
              <a:gd name="T6" fmla="*/ 0 w 1369"/>
              <a:gd name="T7" fmla="*/ 2147483647 h 1253"/>
              <a:gd name="T8" fmla="*/ 2147483647 w 1369"/>
              <a:gd name="T9" fmla="*/ 0 h 125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369" h="1253">
                <a:moveTo>
                  <a:pt x="1369" y="216"/>
                </a:moveTo>
                <a:lnTo>
                  <a:pt x="1362" y="1252"/>
                </a:lnTo>
                <a:lnTo>
                  <a:pt x="16" y="1253"/>
                </a:lnTo>
                <a:lnTo>
                  <a:pt x="0" y="121"/>
                </a:lnTo>
                <a:lnTo>
                  <a:pt x="191" y="0"/>
                </a:lnTo>
              </a:path>
            </a:pathLst>
          </a:custGeom>
          <a:noFill/>
          <a:ln w="19050" cap="flat" cmpd="sng">
            <a:solidFill>
              <a:srgbClr val="000099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07" name="Freeform 147">
            <a:extLst>
              <a:ext uri="{FF2B5EF4-FFF2-40B4-BE49-F238E27FC236}">
                <a16:creationId xmlns:a16="http://schemas.microsoft.com/office/drawing/2014/main" id="{911482D4-C931-F64A-A760-F208DA9E7FB6}"/>
              </a:ext>
            </a:extLst>
          </p:cNvPr>
          <p:cNvSpPr>
            <a:spLocks/>
          </p:cNvSpPr>
          <p:nvPr/>
        </p:nvSpPr>
        <p:spPr bwMode="auto">
          <a:xfrm>
            <a:off x="4851689" y="3705548"/>
            <a:ext cx="1488281" cy="1407319"/>
          </a:xfrm>
          <a:custGeom>
            <a:avLst/>
            <a:gdLst>
              <a:gd name="T0" fmla="*/ 2147483647 w 1250"/>
              <a:gd name="T1" fmla="*/ 2147483647 h 1182"/>
              <a:gd name="T2" fmla="*/ 2147483647 w 1250"/>
              <a:gd name="T3" fmla="*/ 2147483647 h 1182"/>
              <a:gd name="T4" fmla="*/ 2147483647 w 1250"/>
              <a:gd name="T5" fmla="*/ 2147483647 h 1182"/>
              <a:gd name="T6" fmla="*/ 0 w 1250"/>
              <a:gd name="T7" fmla="*/ 2147483647 h 1182"/>
              <a:gd name="T8" fmla="*/ 2147483647 w 1250"/>
              <a:gd name="T9" fmla="*/ 0 h 118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50" h="1182">
                <a:moveTo>
                  <a:pt x="1250" y="190"/>
                </a:moveTo>
                <a:lnTo>
                  <a:pt x="1244" y="1182"/>
                </a:lnTo>
                <a:lnTo>
                  <a:pt x="19" y="1181"/>
                </a:lnTo>
                <a:lnTo>
                  <a:pt x="0" y="155"/>
                </a:lnTo>
                <a:lnTo>
                  <a:pt x="171" y="0"/>
                </a:lnTo>
              </a:path>
            </a:pathLst>
          </a:custGeom>
          <a:noFill/>
          <a:ln w="19050" cap="flat" cmpd="sng">
            <a:solidFill>
              <a:srgbClr val="000099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08" name="Oval 36">
            <a:extLst>
              <a:ext uri="{FF2B5EF4-FFF2-40B4-BE49-F238E27FC236}">
                <a16:creationId xmlns:a16="http://schemas.microsoft.com/office/drawing/2014/main" id="{6C459D77-5631-504A-9CB0-A48BD9C61B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6764" y="3765079"/>
            <a:ext cx="448866" cy="228600"/>
          </a:xfrm>
          <a:prstGeom prst="ellipse">
            <a:avLst/>
          </a:prstGeom>
          <a:solidFill>
            <a:srgbClr val="CC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kern="0" dirty="0">
              <a:solidFill>
                <a:srgbClr val="000000"/>
              </a:solidFill>
              <a:latin typeface="Comic Sans MS" charset="0"/>
              <a:ea typeface="ＭＳ Ｐゴシック" charset="0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4545698" y="3860309"/>
            <a:ext cx="416499" cy="53633"/>
            <a:chOff x="1420065" y="5012608"/>
            <a:chExt cx="555332" cy="71510"/>
          </a:xfrm>
        </p:grpSpPr>
        <p:sp>
          <p:nvSpPr>
            <p:cNvPr id="210" name="Oval 166">
              <a:extLst>
                <a:ext uri="{FF2B5EF4-FFF2-40B4-BE49-F238E27FC236}">
                  <a16:creationId xmlns:a16="http://schemas.microsoft.com/office/drawing/2014/main" id="{ADD1825C-C7DB-6844-A3DF-BCF2BA1F05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0065" y="5012608"/>
              <a:ext cx="196850" cy="69850"/>
            </a:xfrm>
            <a:prstGeom prst="ellips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211" name="Oval 167">
              <a:extLst>
                <a:ext uri="{FF2B5EF4-FFF2-40B4-BE49-F238E27FC236}">
                  <a16:creationId xmlns:a16="http://schemas.microsoft.com/office/drawing/2014/main" id="{0600B33C-3B3C-0646-85DB-B042B7A876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8547" y="5014268"/>
              <a:ext cx="196850" cy="69850"/>
            </a:xfrm>
            <a:prstGeom prst="ellips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</p:grpSp>
      <p:sp>
        <p:nvSpPr>
          <p:cNvPr id="212" name="Freeform 168">
            <a:extLst>
              <a:ext uri="{FF2B5EF4-FFF2-40B4-BE49-F238E27FC236}">
                <a16:creationId xmlns:a16="http://schemas.microsoft.com/office/drawing/2014/main" id="{202E5E96-F7A0-1448-90F0-6A79F4073978}"/>
              </a:ext>
            </a:extLst>
          </p:cNvPr>
          <p:cNvSpPr>
            <a:spLocks/>
          </p:cNvSpPr>
          <p:nvPr/>
        </p:nvSpPr>
        <p:spPr bwMode="auto">
          <a:xfrm>
            <a:off x="3983723" y="2819723"/>
            <a:ext cx="516731" cy="1076325"/>
          </a:xfrm>
          <a:custGeom>
            <a:avLst/>
            <a:gdLst>
              <a:gd name="T0" fmla="*/ 434 w 434"/>
              <a:gd name="T1" fmla="*/ 904 h 904"/>
              <a:gd name="T2" fmla="*/ 2 w 434"/>
              <a:gd name="T3" fmla="*/ 902 h 904"/>
              <a:gd name="T4" fmla="*/ 0 w 434"/>
              <a:gd name="T5" fmla="*/ 0 h 90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4" h="904">
                <a:moveTo>
                  <a:pt x="434" y="904"/>
                </a:moveTo>
                <a:lnTo>
                  <a:pt x="2" y="902"/>
                </a:lnTo>
                <a:lnTo>
                  <a:pt x="0" y="0"/>
                </a:lnTo>
              </a:path>
            </a:pathLst>
          </a:custGeom>
          <a:noFill/>
          <a:ln w="19050" cap="flat" cmpd="sng">
            <a:solidFill>
              <a:srgbClr val="CC0000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grpSp>
        <p:nvGrpSpPr>
          <p:cNvPr id="213" name="Group 172">
            <a:extLst>
              <a:ext uri="{FF2B5EF4-FFF2-40B4-BE49-F238E27FC236}">
                <a16:creationId xmlns:a16="http://schemas.microsoft.com/office/drawing/2014/main" id="{A2D29F5F-484F-7547-9B9A-8974E37BD10F}"/>
              </a:ext>
            </a:extLst>
          </p:cNvPr>
          <p:cNvGrpSpPr>
            <a:grpSpLocks/>
          </p:cNvGrpSpPr>
          <p:nvPr/>
        </p:nvGrpSpPr>
        <p:grpSpPr bwMode="auto">
          <a:xfrm>
            <a:off x="4658807" y="2792338"/>
            <a:ext cx="785813" cy="1081088"/>
            <a:chOff x="2432" y="1758"/>
            <a:chExt cx="660" cy="908"/>
          </a:xfrm>
        </p:grpSpPr>
        <p:sp>
          <p:nvSpPr>
            <p:cNvPr id="214" name="Oval 170">
              <a:extLst>
                <a:ext uri="{FF2B5EF4-FFF2-40B4-BE49-F238E27FC236}">
                  <a16:creationId xmlns:a16="http://schemas.microsoft.com/office/drawing/2014/main" id="{E03C7F13-7247-C24D-85C2-723A1405F1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32" y="2564"/>
              <a:ext cx="144" cy="102"/>
            </a:xfrm>
            <a:prstGeom prst="ellips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215" name="Freeform 171">
              <a:extLst>
                <a:ext uri="{FF2B5EF4-FFF2-40B4-BE49-F238E27FC236}">
                  <a16:creationId xmlns:a16="http://schemas.microsoft.com/office/drawing/2014/main" id="{9BC6BA8A-16A3-F446-97F4-76774828464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6" y="1758"/>
              <a:ext cx="586" cy="810"/>
            </a:xfrm>
            <a:custGeom>
              <a:avLst/>
              <a:gdLst>
                <a:gd name="T0" fmla="*/ 0 w 586"/>
                <a:gd name="T1" fmla="*/ 810 h 810"/>
                <a:gd name="T2" fmla="*/ 2 w 586"/>
                <a:gd name="T3" fmla="*/ 808 h 810"/>
                <a:gd name="T4" fmla="*/ 2 w 586"/>
                <a:gd name="T5" fmla="*/ 170 h 810"/>
                <a:gd name="T6" fmla="*/ 586 w 586"/>
                <a:gd name="T7" fmla="*/ 0 h 81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86" h="810">
                  <a:moveTo>
                    <a:pt x="0" y="810"/>
                  </a:moveTo>
                  <a:lnTo>
                    <a:pt x="2" y="808"/>
                  </a:lnTo>
                  <a:lnTo>
                    <a:pt x="2" y="170"/>
                  </a:lnTo>
                  <a:lnTo>
                    <a:pt x="586" y="0"/>
                  </a:lnTo>
                </a:path>
              </a:pathLst>
            </a:custGeom>
            <a:noFill/>
            <a:ln w="12700" cap="flat" cmpd="sng">
              <a:solidFill>
                <a:srgbClr val="CC0000"/>
              </a:solidFill>
              <a:prstDash val="solid"/>
              <a:round/>
              <a:headEnd type="triangl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216" name="Group 179">
            <a:extLst>
              <a:ext uri="{FF2B5EF4-FFF2-40B4-BE49-F238E27FC236}">
                <a16:creationId xmlns:a16="http://schemas.microsoft.com/office/drawing/2014/main" id="{D0DD382B-DAC3-2346-B02D-B07D99212014}"/>
              </a:ext>
            </a:extLst>
          </p:cNvPr>
          <p:cNvGrpSpPr>
            <a:grpSpLocks/>
          </p:cNvGrpSpPr>
          <p:nvPr/>
        </p:nvGrpSpPr>
        <p:grpSpPr bwMode="auto">
          <a:xfrm>
            <a:off x="1883461" y="4529461"/>
            <a:ext cx="600075" cy="621506"/>
            <a:chOff x="-44" y="1473"/>
            <a:chExt cx="981" cy="1105"/>
          </a:xfrm>
        </p:grpSpPr>
        <p:pic>
          <p:nvPicPr>
            <p:cNvPr id="217" name="Picture 180" descr="desktop_computer_stylized_medium">
              <a:extLst>
                <a:ext uri="{FF2B5EF4-FFF2-40B4-BE49-F238E27FC236}">
                  <a16:creationId xmlns:a16="http://schemas.microsoft.com/office/drawing/2014/main" id="{DED124CB-DBF2-BA4A-A3F5-D0D2EE27E04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8" name="Freeform 181">
              <a:extLst>
                <a:ext uri="{FF2B5EF4-FFF2-40B4-BE49-F238E27FC236}">
                  <a16:creationId xmlns:a16="http://schemas.microsoft.com/office/drawing/2014/main" id="{45C70753-F80F-0E44-A5BE-EA6A01030121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219" name="Group 182">
            <a:extLst>
              <a:ext uri="{FF2B5EF4-FFF2-40B4-BE49-F238E27FC236}">
                <a16:creationId xmlns:a16="http://schemas.microsoft.com/office/drawing/2014/main" id="{8C1F52F1-3DCD-D94D-B922-F8CEBAB5F0B4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7119830" y="4465167"/>
            <a:ext cx="591740" cy="586978"/>
            <a:chOff x="-44" y="1473"/>
            <a:chExt cx="981" cy="1105"/>
          </a:xfrm>
        </p:grpSpPr>
        <p:pic>
          <p:nvPicPr>
            <p:cNvPr id="220" name="Picture 183" descr="desktop_computer_stylized_medium">
              <a:extLst>
                <a:ext uri="{FF2B5EF4-FFF2-40B4-BE49-F238E27FC236}">
                  <a16:creationId xmlns:a16="http://schemas.microsoft.com/office/drawing/2014/main" id="{E6083DB7-3B07-6F40-9810-0033E2E06F6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1" name="Freeform 184">
              <a:extLst>
                <a:ext uri="{FF2B5EF4-FFF2-40B4-BE49-F238E27FC236}">
                  <a16:creationId xmlns:a16="http://schemas.microsoft.com/office/drawing/2014/main" id="{28CB0DC7-F192-5840-BCC3-B9D662106044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222" name="Group 185">
            <a:extLst>
              <a:ext uri="{FF2B5EF4-FFF2-40B4-BE49-F238E27FC236}">
                <a16:creationId xmlns:a16="http://schemas.microsoft.com/office/drawing/2014/main" id="{7750F2FB-96FA-374A-AF56-26502EF04672}"/>
              </a:ext>
            </a:extLst>
          </p:cNvPr>
          <p:cNvGrpSpPr>
            <a:grpSpLocks/>
          </p:cNvGrpSpPr>
          <p:nvPr/>
        </p:nvGrpSpPr>
        <p:grpSpPr bwMode="auto">
          <a:xfrm>
            <a:off x="3812274" y="4154413"/>
            <a:ext cx="269081" cy="528638"/>
            <a:chOff x="4140" y="429"/>
            <a:chExt cx="1425" cy="2396"/>
          </a:xfrm>
        </p:grpSpPr>
        <p:sp>
          <p:nvSpPr>
            <p:cNvPr id="223" name="Freeform 186">
              <a:extLst>
                <a:ext uri="{FF2B5EF4-FFF2-40B4-BE49-F238E27FC236}">
                  <a16:creationId xmlns:a16="http://schemas.microsoft.com/office/drawing/2014/main" id="{E441858B-A566-F746-B48C-912CA3020CC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24" name="Rectangle 187">
              <a:extLst>
                <a:ext uri="{FF2B5EF4-FFF2-40B4-BE49-F238E27FC236}">
                  <a16:creationId xmlns:a16="http://schemas.microsoft.com/office/drawing/2014/main" id="{20003129-35A4-1E46-8065-8AF4C6403D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429"/>
              <a:ext cx="1053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225" name="Freeform 188">
              <a:extLst>
                <a:ext uri="{FF2B5EF4-FFF2-40B4-BE49-F238E27FC236}">
                  <a16:creationId xmlns:a16="http://schemas.microsoft.com/office/drawing/2014/main" id="{6F94D7AE-C4D1-AF4A-B970-086B7D245AC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26" name="Freeform 189">
              <a:extLst>
                <a:ext uri="{FF2B5EF4-FFF2-40B4-BE49-F238E27FC236}">
                  <a16:creationId xmlns:a16="http://schemas.microsoft.com/office/drawing/2014/main" id="{EAFC03EF-54DF-8942-9852-25739DA158B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27" name="Rectangle 190">
              <a:extLst>
                <a:ext uri="{FF2B5EF4-FFF2-40B4-BE49-F238E27FC236}">
                  <a16:creationId xmlns:a16="http://schemas.microsoft.com/office/drawing/2014/main" id="{2241F7B6-5281-A74E-8DCB-3BE3777E93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9" y="693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228" name="Group 191">
              <a:extLst>
                <a:ext uri="{FF2B5EF4-FFF2-40B4-BE49-F238E27FC236}">
                  <a16:creationId xmlns:a16="http://schemas.microsoft.com/office/drawing/2014/main" id="{02DB0249-6EBB-FF4B-B17F-CC771B255D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53" name="AutoShape 192">
                <a:extLst>
                  <a:ext uri="{FF2B5EF4-FFF2-40B4-BE49-F238E27FC236}">
                    <a16:creationId xmlns:a16="http://schemas.microsoft.com/office/drawing/2014/main" id="{BE55370E-BC12-1B42-9E3C-C950033EEF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4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254" name="AutoShape 193">
                <a:extLst>
                  <a:ext uri="{FF2B5EF4-FFF2-40B4-BE49-F238E27FC236}">
                    <a16:creationId xmlns:a16="http://schemas.microsoft.com/office/drawing/2014/main" id="{1BBB99EB-2FFB-5942-9855-24BEE1C689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3" y="2582"/>
                <a:ext cx="692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229" name="Rectangle 194">
              <a:extLst>
                <a:ext uri="{FF2B5EF4-FFF2-40B4-BE49-F238E27FC236}">
                  <a16:creationId xmlns:a16="http://schemas.microsoft.com/office/drawing/2014/main" id="{9C5699FC-2B4E-BD46-B9CC-CA578E2EA7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2" y="1017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230" name="Group 195">
              <a:extLst>
                <a:ext uri="{FF2B5EF4-FFF2-40B4-BE49-F238E27FC236}">
                  <a16:creationId xmlns:a16="http://schemas.microsoft.com/office/drawing/2014/main" id="{676615F3-A30A-9740-8080-AFEE6BAAEF9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51" name="AutoShape 196">
                <a:extLst>
                  <a:ext uri="{FF2B5EF4-FFF2-40B4-BE49-F238E27FC236}">
                    <a16:creationId xmlns:a16="http://schemas.microsoft.com/office/drawing/2014/main" id="{D31569A0-2CDC-3B4B-B7FA-067BF2CB0D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0"/>
                <a:ext cx="724" cy="16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252" name="AutoShape 197">
                <a:extLst>
                  <a:ext uri="{FF2B5EF4-FFF2-40B4-BE49-F238E27FC236}">
                    <a16:creationId xmlns:a16="http://schemas.microsoft.com/office/drawing/2014/main" id="{5D70C5E6-3DFB-1D45-8469-DE5EA96E13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6"/>
                <a:ext cx="692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231" name="Rectangle 198">
              <a:extLst>
                <a:ext uri="{FF2B5EF4-FFF2-40B4-BE49-F238E27FC236}">
                  <a16:creationId xmlns:a16="http://schemas.microsoft.com/office/drawing/2014/main" id="{AE060187-10EA-1F4E-AEDE-8C6C0E8358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6" y="1357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232" name="Rectangle 199">
              <a:extLst>
                <a:ext uri="{FF2B5EF4-FFF2-40B4-BE49-F238E27FC236}">
                  <a16:creationId xmlns:a16="http://schemas.microsoft.com/office/drawing/2014/main" id="{32874526-51C0-C749-BDC8-3D9F62AFE7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4"/>
              <a:ext cx="593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233" name="Group 200">
              <a:extLst>
                <a:ext uri="{FF2B5EF4-FFF2-40B4-BE49-F238E27FC236}">
                  <a16:creationId xmlns:a16="http://schemas.microsoft.com/office/drawing/2014/main" id="{09E63F43-E74F-6045-A673-3756891EE94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49" name="AutoShape 201">
                <a:extLst>
                  <a:ext uri="{FF2B5EF4-FFF2-40B4-BE49-F238E27FC236}">
                    <a16:creationId xmlns:a16="http://schemas.microsoft.com/office/drawing/2014/main" id="{0296B9BB-82CD-2A45-8E56-F4ACF6FCC0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8"/>
                <a:ext cx="730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250" name="AutoShape 202">
                <a:extLst>
                  <a:ext uri="{FF2B5EF4-FFF2-40B4-BE49-F238E27FC236}">
                    <a16:creationId xmlns:a16="http://schemas.microsoft.com/office/drawing/2014/main" id="{DD3C3254-A817-B449-AE0F-31BEFF504A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3"/>
                <a:ext cx="699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234" name="Freeform 203">
              <a:extLst>
                <a:ext uri="{FF2B5EF4-FFF2-40B4-BE49-F238E27FC236}">
                  <a16:creationId xmlns:a16="http://schemas.microsoft.com/office/drawing/2014/main" id="{D05041BE-8046-EB49-A23A-C7FEB06D910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grpSp>
          <p:nvGrpSpPr>
            <p:cNvPr id="235" name="Group 204">
              <a:extLst>
                <a:ext uri="{FF2B5EF4-FFF2-40B4-BE49-F238E27FC236}">
                  <a16:creationId xmlns:a16="http://schemas.microsoft.com/office/drawing/2014/main" id="{BD1D997D-F690-4C4E-9473-F0433427C91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47" name="AutoShape 205">
                <a:extLst>
                  <a:ext uri="{FF2B5EF4-FFF2-40B4-BE49-F238E27FC236}">
                    <a16:creationId xmlns:a16="http://schemas.microsoft.com/office/drawing/2014/main" id="{631C3D3D-8F7D-6F44-AD56-665A5242B6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6"/>
                <a:ext cx="723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248" name="AutoShape 206">
                <a:extLst>
                  <a:ext uri="{FF2B5EF4-FFF2-40B4-BE49-F238E27FC236}">
                    <a16:creationId xmlns:a16="http://schemas.microsoft.com/office/drawing/2014/main" id="{E7F87D38-4528-0F45-9911-B79B599D25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2"/>
                <a:ext cx="691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236" name="Rectangle 207">
              <a:extLst>
                <a:ext uri="{FF2B5EF4-FFF2-40B4-BE49-F238E27FC236}">
                  <a16:creationId xmlns:a16="http://schemas.microsoft.com/office/drawing/2014/main" id="{60B24777-81BE-BC42-AC64-6F2229E5FB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69" cy="2288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237" name="Freeform 208">
              <a:extLst>
                <a:ext uri="{FF2B5EF4-FFF2-40B4-BE49-F238E27FC236}">
                  <a16:creationId xmlns:a16="http://schemas.microsoft.com/office/drawing/2014/main" id="{FD1049FD-ADAC-FC43-A186-6585ECAE433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38" name="Freeform 209">
              <a:extLst>
                <a:ext uri="{FF2B5EF4-FFF2-40B4-BE49-F238E27FC236}">
                  <a16:creationId xmlns:a16="http://schemas.microsoft.com/office/drawing/2014/main" id="{A25585BA-2AFC-3047-B9D5-7CC45D5DBC4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39" name="Oval 210">
              <a:extLst>
                <a:ext uri="{FF2B5EF4-FFF2-40B4-BE49-F238E27FC236}">
                  <a16:creationId xmlns:a16="http://schemas.microsoft.com/office/drawing/2014/main" id="{78C608B6-FCB9-3F43-A504-D33DD77827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09"/>
              <a:ext cx="50" cy="97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240" name="Freeform 211">
              <a:extLst>
                <a:ext uri="{FF2B5EF4-FFF2-40B4-BE49-F238E27FC236}">
                  <a16:creationId xmlns:a16="http://schemas.microsoft.com/office/drawing/2014/main" id="{F24BE4FA-86B6-5840-8B76-BF70EF006A8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41" name="AutoShape 212">
              <a:extLst>
                <a:ext uri="{FF2B5EF4-FFF2-40B4-BE49-F238E27FC236}">
                  <a16:creationId xmlns:a16="http://schemas.microsoft.com/office/drawing/2014/main" id="{22C6B4EC-00C6-BA43-95E2-370E8204DD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9"/>
              <a:ext cx="1198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242" name="AutoShape 213">
              <a:extLst>
                <a:ext uri="{FF2B5EF4-FFF2-40B4-BE49-F238E27FC236}">
                  <a16:creationId xmlns:a16="http://schemas.microsoft.com/office/drawing/2014/main" id="{7B9210ED-D802-C84E-8A67-93399801B5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2712"/>
              <a:ext cx="1072" cy="81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243" name="Oval 214">
              <a:extLst>
                <a:ext uri="{FF2B5EF4-FFF2-40B4-BE49-F238E27FC236}">
                  <a16:creationId xmlns:a16="http://schemas.microsoft.com/office/drawing/2014/main" id="{552E77C8-7BFE-BF4D-8F0B-DF6513BE64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0" y="2382"/>
              <a:ext cx="158" cy="146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244" name="Oval 215">
              <a:extLst>
                <a:ext uri="{FF2B5EF4-FFF2-40B4-BE49-F238E27FC236}">
                  <a16:creationId xmlns:a16="http://schemas.microsoft.com/office/drawing/2014/main" id="{86496A7E-E21F-444D-B883-E410329FF2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2"/>
              <a:ext cx="158" cy="14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FF0000"/>
                </a:solidFill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45" name="Oval 216">
              <a:extLst>
                <a:ext uri="{FF2B5EF4-FFF2-40B4-BE49-F238E27FC236}">
                  <a16:creationId xmlns:a16="http://schemas.microsoft.com/office/drawing/2014/main" id="{555E4B0D-EDB2-D04B-B9AD-93FA92DDAA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3" y="2382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246" name="Rectangle 217">
              <a:extLst>
                <a:ext uri="{FF2B5EF4-FFF2-40B4-BE49-F238E27FC236}">
                  <a16:creationId xmlns:a16="http://schemas.microsoft.com/office/drawing/2014/main" id="{DE659B39-E72A-634A-A2AC-C4BA4DC9C6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7"/>
              <a:ext cx="88" cy="761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</p:grpSp>
      <p:grpSp>
        <p:nvGrpSpPr>
          <p:cNvPr id="255" name="Group 176">
            <a:extLst>
              <a:ext uri="{FF2B5EF4-FFF2-40B4-BE49-F238E27FC236}">
                <a16:creationId xmlns:a16="http://schemas.microsoft.com/office/drawing/2014/main" id="{A688A9DA-2CE4-9245-B0CF-12C3AB6DA03D}"/>
              </a:ext>
            </a:extLst>
          </p:cNvPr>
          <p:cNvGrpSpPr>
            <a:grpSpLocks/>
          </p:cNvGrpSpPr>
          <p:nvPr/>
        </p:nvGrpSpPr>
        <p:grpSpPr bwMode="auto">
          <a:xfrm>
            <a:off x="887316" y="1535062"/>
            <a:ext cx="3619524" cy="1289741"/>
            <a:chOff x="5" y="727"/>
            <a:chExt cx="2460" cy="1047"/>
          </a:xfrm>
        </p:grpSpPr>
        <p:sp>
          <p:nvSpPr>
            <p:cNvPr id="256" name="Text Box 45">
              <a:extLst>
                <a:ext uri="{FF2B5EF4-FFF2-40B4-BE49-F238E27FC236}">
                  <a16:creationId xmlns:a16="http://schemas.microsoft.com/office/drawing/2014/main" id="{08227C49-D6DA-834A-88D1-4F61E7C3A2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3" y="1101"/>
              <a:ext cx="2332" cy="6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defTabSz="685800">
                <a:lnSpc>
                  <a:spcPct val="80000"/>
                </a:lnSpc>
                <a:defRPr/>
              </a:pPr>
              <a:r>
                <a:rPr lang="en-US" sz="1800" dirty="0">
                  <a:solidFill>
                    <a:prstClr val="black"/>
                  </a:solidFill>
                  <a:latin typeface="Calibri" panose="020F0502020204030204"/>
                </a:rPr>
                <a:t>handle data from multiple</a:t>
              </a:r>
            </a:p>
            <a:p>
              <a:pPr defTabSz="685800">
                <a:lnSpc>
                  <a:spcPct val="80000"/>
                </a:lnSpc>
                <a:defRPr/>
              </a:pPr>
              <a:r>
                <a:rPr lang="en-US" sz="1800" dirty="0">
                  <a:solidFill>
                    <a:prstClr val="black"/>
                  </a:solidFill>
                  <a:latin typeface="Calibri" panose="020F0502020204030204"/>
                </a:rPr>
                <a:t>sockets, add transport header (later used for demultiplexing)</a:t>
              </a:r>
            </a:p>
          </p:txBody>
        </p:sp>
        <p:sp>
          <p:nvSpPr>
            <p:cNvPr id="257" name="Rectangle 46">
              <a:extLst>
                <a:ext uri="{FF2B5EF4-FFF2-40B4-BE49-F238E27FC236}">
                  <a16:creationId xmlns:a16="http://schemas.microsoft.com/office/drawing/2014/main" id="{3B2C1C25-63A3-9D42-A34A-56DE5B3AC2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" y="901"/>
              <a:ext cx="2298" cy="873"/>
            </a:xfrm>
            <a:prstGeom prst="rect">
              <a:avLst/>
            </a:prstGeom>
            <a:noFill/>
            <a:ln w="19050">
              <a:solidFill>
                <a:srgbClr val="CC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685800">
                <a:defRPr/>
              </a:pPr>
              <a:endParaRPr lang="en-US" sz="1500" dirty="0">
                <a:solidFill>
                  <a:prstClr val="black"/>
                </a:solidFill>
                <a:latin typeface="Calibri" panose="020F0502020204030204"/>
                <a:ea typeface="ＭＳ Ｐゴシック" charset="0"/>
              </a:endParaRPr>
            </a:p>
          </p:txBody>
        </p:sp>
        <p:grpSp>
          <p:nvGrpSpPr>
            <p:cNvPr id="258" name="Group 47">
              <a:extLst>
                <a:ext uri="{FF2B5EF4-FFF2-40B4-BE49-F238E27FC236}">
                  <a16:creationId xmlns:a16="http://schemas.microsoft.com/office/drawing/2014/main" id="{9141C6D7-5B52-C14E-B286-0BE1FAEACCB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1" y="727"/>
              <a:ext cx="1854" cy="375"/>
              <a:chOff x="869" y="3567"/>
              <a:chExt cx="1780" cy="375"/>
            </a:xfrm>
          </p:grpSpPr>
          <p:sp>
            <p:nvSpPr>
              <p:cNvPr id="259" name="Rectangle 48">
                <a:extLst>
                  <a:ext uri="{FF2B5EF4-FFF2-40B4-BE49-F238E27FC236}">
                    <a16:creationId xmlns:a16="http://schemas.microsoft.com/office/drawing/2014/main" id="{9B8AF1CA-3C6F-F243-9464-0DF4CA71C4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22" y="3732"/>
                <a:ext cx="1006" cy="21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>
                  <a:defRPr/>
                </a:pPr>
                <a:endParaRPr lang="en-US" sz="1500" dirty="0">
                  <a:solidFill>
                    <a:prstClr val="black"/>
                  </a:solidFill>
                  <a:latin typeface="Calibri" panose="020F0502020204030204"/>
                  <a:ea typeface="ＭＳ Ｐゴシック" charset="0"/>
                </a:endParaRPr>
              </a:p>
            </p:txBody>
          </p:sp>
          <p:sp>
            <p:nvSpPr>
              <p:cNvPr id="260" name="Text Box 49">
                <a:extLst>
                  <a:ext uri="{FF2B5EF4-FFF2-40B4-BE49-F238E27FC236}">
                    <a16:creationId xmlns:a16="http://schemas.microsoft.com/office/drawing/2014/main" id="{70A5AF43-DDA0-2A40-9B92-B39F358268C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69" y="3567"/>
                <a:ext cx="1780" cy="33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defTabSz="685800">
                  <a:defRPr/>
                </a:pPr>
                <a:r>
                  <a:rPr lang="en-US" sz="2100" i="1" dirty="0">
                    <a:solidFill>
                      <a:srgbClr val="CC0000"/>
                    </a:solidFill>
                    <a:latin typeface="Calibri" panose="020F0502020204030204"/>
                  </a:rPr>
                  <a:t>multiplexing as sender:</a:t>
                </a:r>
              </a:p>
            </p:txBody>
          </p:sp>
        </p:grpSp>
      </p:grpSp>
      <p:sp>
        <p:nvSpPr>
          <p:cNvPr id="169" name="Freeform 142">
            <a:extLst>
              <a:ext uri="{FF2B5EF4-FFF2-40B4-BE49-F238E27FC236}">
                <a16:creationId xmlns:a16="http://schemas.microsoft.com/office/drawing/2014/main" id="{9633E13F-8D02-CA4B-A3EB-E64D4EB42802}"/>
              </a:ext>
            </a:extLst>
          </p:cNvPr>
          <p:cNvSpPr>
            <a:spLocks/>
          </p:cNvSpPr>
          <p:nvPr/>
        </p:nvSpPr>
        <p:spPr bwMode="auto">
          <a:xfrm>
            <a:off x="3149095" y="3706738"/>
            <a:ext cx="1471613" cy="1422797"/>
          </a:xfrm>
          <a:custGeom>
            <a:avLst/>
            <a:gdLst>
              <a:gd name="T0" fmla="*/ 0 w 1236"/>
              <a:gd name="T1" fmla="*/ 2147483647 h 1195"/>
              <a:gd name="T2" fmla="*/ 2147483647 w 1236"/>
              <a:gd name="T3" fmla="*/ 2147483647 h 1195"/>
              <a:gd name="T4" fmla="*/ 2147483647 w 1236"/>
              <a:gd name="T5" fmla="*/ 2147483647 h 1195"/>
              <a:gd name="T6" fmla="*/ 2147483647 w 1236"/>
              <a:gd name="T7" fmla="*/ 2147483647 h 1195"/>
              <a:gd name="T8" fmla="*/ 2147483647 w 1236"/>
              <a:gd name="T9" fmla="*/ 0 h 119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36" h="1195">
                <a:moveTo>
                  <a:pt x="0" y="202"/>
                </a:moveTo>
                <a:lnTo>
                  <a:pt x="6" y="1194"/>
                </a:lnTo>
                <a:lnTo>
                  <a:pt x="1236" y="1195"/>
                </a:lnTo>
                <a:lnTo>
                  <a:pt x="1227" y="150"/>
                </a:lnTo>
                <a:lnTo>
                  <a:pt x="1069" y="0"/>
                </a:lnTo>
              </a:path>
            </a:pathLst>
          </a:custGeom>
          <a:noFill/>
          <a:ln w="19050" cap="flat" cmpd="sng">
            <a:solidFill>
              <a:srgbClr val="000099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68" name="Freeform 141">
            <a:extLst>
              <a:ext uri="{FF2B5EF4-FFF2-40B4-BE49-F238E27FC236}">
                <a16:creationId xmlns:a16="http://schemas.microsoft.com/office/drawing/2014/main" id="{68E70704-F4BA-164C-AD06-3859E25D67E2}"/>
              </a:ext>
            </a:extLst>
          </p:cNvPr>
          <p:cNvSpPr>
            <a:spLocks/>
          </p:cNvSpPr>
          <p:nvPr/>
        </p:nvSpPr>
        <p:spPr bwMode="auto">
          <a:xfrm>
            <a:off x="3101470" y="3687688"/>
            <a:ext cx="1620441" cy="1491854"/>
          </a:xfrm>
          <a:custGeom>
            <a:avLst/>
            <a:gdLst>
              <a:gd name="T0" fmla="*/ 0 w 1361"/>
              <a:gd name="T1" fmla="*/ 2147483647 h 1253"/>
              <a:gd name="T2" fmla="*/ 2147483647 w 1361"/>
              <a:gd name="T3" fmla="*/ 2147483647 h 1253"/>
              <a:gd name="T4" fmla="*/ 2147483647 w 1361"/>
              <a:gd name="T5" fmla="*/ 2147483647 h 1253"/>
              <a:gd name="T6" fmla="*/ 2147483647 w 1361"/>
              <a:gd name="T7" fmla="*/ 2147483647 h 1253"/>
              <a:gd name="T8" fmla="*/ 2147483647 w 1361"/>
              <a:gd name="T9" fmla="*/ 2147483647 h 1253"/>
              <a:gd name="T10" fmla="*/ 2147483647 w 1361"/>
              <a:gd name="T11" fmla="*/ 0 h 125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361" h="1253">
                <a:moveTo>
                  <a:pt x="0" y="216"/>
                </a:moveTo>
                <a:lnTo>
                  <a:pt x="7" y="1252"/>
                </a:lnTo>
                <a:lnTo>
                  <a:pt x="1320" y="1253"/>
                </a:lnTo>
                <a:lnTo>
                  <a:pt x="1361" y="1252"/>
                </a:lnTo>
                <a:lnTo>
                  <a:pt x="1353" y="114"/>
                </a:lnTo>
                <a:lnTo>
                  <a:pt x="1178" y="0"/>
                </a:lnTo>
              </a:path>
            </a:pathLst>
          </a:custGeom>
          <a:noFill/>
          <a:ln w="19050" cap="flat" cmpd="sng">
            <a:solidFill>
              <a:srgbClr val="000099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3338205" y="3604127"/>
            <a:ext cx="2811727" cy="86160"/>
            <a:chOff x="4450940" y="4321755"/>
            <a:chExt cx="3748969" cy="114880"/>
          </a:xfrm>
        </p:grpSpPr>
        <p:sp>
          <p:nvSpPr>
            <p:cNvPr id="6" name="Left-Right Arrow 5"/>
            <p:cNvSpPr/>
            <p:nvPr/>
          </p:nvSpPr>
          <p:spPr>
            <a:xfrm rot="20821812">
              <a:off x="4450940" y="4321755"/>
              <a:ext cx="1216152" cy="99004"/>
            </a:xfrm>
            <a:prstGeom prst="leftRightArrow">
              <a:avLst/>
            </a:prstGeom>
            <a:solidFill>
              <a:srgbClr val="000090"/>
            </a:solidFill>
            <a:ln>
              <a:solidFill>
                <a:srgbClr val="00009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261" name="Left-Right Arrow 260"/>
            <p:cNvSpPr/>
            <p:nvPr/>
          </p:nvSpPr>
          <p:spPr>
            <a:xfrm rot="778188" flipV="1">
              <a:off x="6983757" y="4337631"/>
              <a:ext cx="1216152" cy="99004"/>
            </a:xfrm>
            <a:prstGeom prst="leftRightArrow">
              <a:avLst/>
            </a:prstGeom>
            <a:solidFill>
              <a:srgbClr val="000090"/>
            </a:solidFill>
            <a:ln>
              <a:solidFill>
                <a:srgbClr val="00009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A6D2BB77-5918-2D9B-7F21-1245E4B78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0BC41B36-6335-F546-90B9-E2121371E10D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4452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6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2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5" dur="5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8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6" grpId="0" animBg="1"/>
      <p:bldP spid="207" grpId="0" animBg="1"/>
      <p:bldP spid="212" grpId="0" animBg="1"/>
      <p:bldP spid="212" grpId="1" animBg="1"/>
      <p:bldP spid="169" grpId="0" animBg="1"/>
      <p:bldP spid="16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08AF567B-A744-BF46-B80D-389C2E4393B6}"/>
              </a:ext>
            </a:extLst>
          </p:cNvPr>
          <p:cNvGrpSpPr/>
          <p:nvPr/>
        </p:nvGrpSpPr>
        <p:grpSpPr>
          <a:xfrm>
            <a:off x="106136" y="1477736"/>
            <a:ext cx="8931728" cy="3554711"/>
            <a:chOff x="2511281" y="3262667"/>
            <a:chExt cx="7770812" cy="3121540"/>
          </a:xfrm>
        </p:grpSpPr>
        <p:sp>
          <p:nvSpPr>
            <p:cNvPr id="132" name="Freeform 157">
              <a:extLst>
                <a:ext uri="{FF2B5EF4-FFF2-40B4-BE49-F238E27FC236}">
                  <a16:creationId xmlns:a16="http://schemas.microsoft.com/office/drawing/2014/main" id="{511A693F-4BF3-344C-BDC6-28BAA983976E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8431" y="3572744"/>
              <a:ext cx="552450" cy="2082800"/>
            </a:xfrm>
            <a:custGeom>
              <a:avLst/>
              <a:gdLst>
                <a:gd name="T0" fmla="*/ 0 w 348"/>
                <a:gd name="T1" fmla="*/ 2147483647 h 1312"/>
                <a:gd name="T2" fmla="*/ 2147483647 w 348"/>
                <a:gd name="T3" fmla="*/ 0 h 1312"/>
                <a:gd name="T4" fmla="*/ 2147483647 w 348"/>
                <a:gd name="T5" fmla="*/ 2147483647 h 1312"/>
                <a:gd name="T6" fmla="*/ 2147483647 w 348"/>
                <a:gd name="T7" fmla="*/ 2147483647 h 1312"/>
                <a:gd name="T8" fmla="*/ 0 w 348"/>
                <a:gd name="T9" fmla="*/ 2147483647 h 13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8" h="1312">
                  <a:moveTo>
                    <a:pt x="0" y="1306"/>
                  </a:moveTo>
                  <a:lnTo>
                    <a:pt x="348" y="0"/>
                  </a:lnTo>
                  <a:lnTo>
                    <a:pt x="342" y="1258"/>
                  </a:lnTo>
                  <a:lnTo>
                    <a:pt x="180" y="1312"/>
                  </a:lnTo>
                  <a:lnTo>
                    <a:pt x="0" y="1306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B2B2B2"/>
                </a:gs>
              </a:gsLst>
              <a:lin ang="0" scaled="1"/>
            </a:gradFill>
            <a:ln w="9525">
              <a:solidFill>
                <a:srgbClr val="DDDDDD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45" name="Rectangle 23">
              <a:extLst>
                <a:ext uri="{FF2B5EF4-FFF2-40B4-BE49-F238E27FC236}">
                  <a16:creationId xmlns:a16="http://schemas.microsoft.com/office/drawing/2014/main" id="{F1314FFD-BA11-A042-BA84-1061E37290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56118" y="3623544"/>
              <a:ext cx="1497013" cy="1981200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2700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46" name="Rectangle 24">
              <a:extLst>
                <a:ext uri="{FF2B5EF4-FFF2-40B4-BE49-F238E27FC236}">
                  <a16:creationId xmlns:a16="http://schemas.microsoft.com/office/drawing/2014/main" id="{89D8A59C-E128-B74A-B94F-06FAC9DB73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21193" y="3677519"/>
              <a:ext cx="1473200" cy="1979613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2700" kern="0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47" name="Line 25">
              <a:extLst>
                <a:ext uri="{FF2B5EF4-FFF2-40B4-BE49-F238E27FC236}">
                  <a16:creationId xmlns:a16="http://schemas.microsoft.com/office/drawing/2014/main" id="{B922FB1F-8B1A-1843-A740-29E910EB3E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27543" y="4447457"/>
              <a:ext cx="1460500" cy="317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48" name="Text Box 26">
              <a:extLst>
                <a:ext uri="{FF2B5EF4-FFF2-40B4-BE49-F238E27FC236}">
                  <a16:creationId xmlns:a16="http://schemas.microsoft.com/office/drawing/2014/main" id="{BE3B5056-5F96-5946-AEC3-17140DB163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98981" y="4480178"/>
              <a:ext cx="1317625" cy="282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500" kern="0" dirty="0">
                  <a:solidFill>
                    <a:srgbClr val="000000"/>
                  </a:solidFill>
                </a:rPr>
                <a:t>transport</a:t>
              </a:r>
            </a:p>
          </p:txBody>
        </p:sp>
        <p:sp>
          <p:nvSpPr>
            <p:cNvPr id="149" name="Line 27">
              <a:extLst>
                <a:ext uri="{FF2B5EF4-FFF2-40B4-BE49-F238E27FC236}">
                  <a16:creationId xmlns:a16="http://schemas.microsoft.com/office/drawing/2014/main" id="{FF1A214D-FBCE-7342-8332-F3FA9C577B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29131" y="4764957"/>
              <a:ext cx="1457325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51" name="Text Box 26">
              <a:extLst>
                <a:ext uri="{FF2B5EF4-FFF2-40B4-BE49-F238E27FC236}">
                  <a16:creationId xmlns:a16="http://schemas.microsoft.com/office/drawing/2014/main" id="{50D62C6A-4C80-854F-A4B8-723E99A5A7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92631" y="5377884"/>
              <a:ext cx="1317625" cy="282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500" kern="0" dirty="0">
                  <a:solidFill>
                    <a:srgbClr val="000000"/>
                  </a:solidFill>
                </a:rPr>
                <a:t>physical</a:t>
              </a:r>
            </a:p>
          </p:txBody>
        </p:sp>
        <p:sp>
          <p:nvSpPr>
            <p:cNvPr id="152" name="Text Box 26">
              <a:extLst>
                <a:ext uri="{FF2B5EF4-FFF2-40B4-BE49-F238E27FC236}">
                  <a16:creationId xmlns:a16="http://schemas.microsoft.com/office/drawing/2014/main" id="{A79D3A45-C33B-7046-9088-A02FAACCA1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92631" y="5084965"/>
              <a:ext cx="1317625" cy="282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500" kern="0" dirty="0">
                  <a:solidFill>
                    <a:srgbClr val="000000"/>
                  </a:solidFill>
                </a:rPr>
                <a:t>link</a:t>
              </a:r>
            </a:p>
          </p:txBody>
        </p:sp>
        <p:sp>
          <p:nvSpPr>
            <p:cNvPr id="153" name="Text Box 26">
              <a:extLst>
                <a:ext uri="{FF2B5EF4-FFF2-40B4-BE49-F238E27FC236}">
                  <a16:creationId xmlns:a16="http://schemas.microsoft.com/office/drawing/2014/main" id="{F3520259-D4C5-3340-8000-3B8C746A77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92631" y="4793686"/>
              <a:ext cx="1317625" cy="282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500" kern="0" dirty="0">
                  <a:solidFill>
                    <a:srgbClr val="000000"/>
                  </a:solidFill>
                </a:rPr>
                <a:t>network</a:t>
              </a:r>
            </a:p>
          </p:txBody>
        </p:sp>
        <p:sp>
          <p:nvSpPr>
            <p:cNvPr id="155" name="Line 27">
              <a:extLst>
                <a:ext uri="{FF2B5EF4-FFF2-40B4-BE49-F238E27FC236}">
                  <a16:creationId xmlns:a16="http://schemas.microsoft.com/office/drawing/2014/main" id="{E1326351-38D1-A440-A7B8-5079367D54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25956" y="5076107"/>
              <a:ext cx="1457325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56" name="Line 27">
              <a:extLst>
                <a:ext uri="{FF2B5EF4-FFF2-40B4-BE49-F238E27FC236}">
                  <a16:creationId xmlns:a16="http://schemas.microsoft.com/office/drawing/2014/main" id="{891B0B5D-A14D-1A40-B291-CC1A04A094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22781" y="5374557"/>
              <a:ext cx="1457325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70" name="Rectangle 23">
              <a:extLst>
                <a:ext uri="{FF2B5EF4-FFF2-40B4-BE49-F238E27FC236}">
                  <a16:creationId xmlns:a16="http://schemas.microsoft.com/office/drawing/2014/main" id="{18A5F7E9-E597-8A49-8FBA-5EBCB61315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18306" y="3993432"/>
              <a:ext cx="1296987" cy="1981200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2700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71" name="Rectangle 24">
              <a:extLst>
                <a:ext uri="{FF2B5EF4-FFF2-40B4-BE49-F238E27FC236}">
                  <a16:creationId xmlns:a16="http://schemas.microsoft.com/office/drawing/2014/main" id="{5DFFE03C-FB1C-D742-84E9-52CBDDB98D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80206" y="4047407"/>
              <a:ext cx="1273175" cy="1979612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2700" kern="0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72" name="Line 25">
              <a:extLst>
                <a:ext uri="{FF2B5EF4-FFF2-40B4-BE49-F238E27FC236}">
                  <a16:creationId xmlns:a16="http://schemas.microsoft.com/office/drawing/2014/main" id="{5AD7BC14-F444-E745-8910-70D580A778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89731" y="4807819"/>
              <a:ext cx="1263650" cy="317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73" name="Text Box 26">
              <a:extLst>
                <a:ext uri="{FF2B5EF4-FFF2-40B4-BE49-F238E27FC236}">
                  <a16:creationId xmlns:a16="http://schemas.microsoft.com/office/drawing/2014/main" id="{1058B2AB-1EA8-1A46-9E03-D8FFDD9E54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46868" y="4833372"/>
              <a:ext cx="1317625" cy="282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500" kern="0" dirty="0">
                  <a:solidFill>
                    <a:srgbClr val="000000"/>
                  </a:solidFill>
                </a:rPr>
                <a:t>transport</a:t>
              </a:r>
            </a:p>
          </p:txBody>
        </p:sp>
        <p:sp>
          <p:nvSpPr>
            <p:cNvPr id="174" name="Line 27">
              <a:extLst>
                <a:ext uri="{FF2B5EF4-FFF2-40B4-BE49-F238E27FC236}">
                  <a16:creationId xmlns:a16="http://schemas.microsoft.com/office/drawing/2014/main" id="{3A83CA24-DF84-F740-B870-F5C298378E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97668" y="5128494"/>
              <a:ext cx="1263650" cy="317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75" name="Line 28">
              <a:extLst>
                <a:ext uri="{FF2B5EF4-FFF2-40B4-BE49-F238E27FC236}">
                  <a16:creationId xmlns:a16="http://schemas.microsoft.com/office/drawing/2014/main" id="{1D5846CF-9A4C-784A-A5A4-98F8F1486D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83381" y="5438057"/>
              <a:ext cx="1263650" cy="317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76" name="Line 29">
              <a:extLst>
                <a:ext uri="{FF2B5EF4-FFF2-40B4-BE49-F238E27FC236}">
                  <a16:creationId xmlns:a16="http://schemas.microsoft.com/office/drawing/2014/main" id="{987AF988-33D7-A644-9737-1635D99E92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83381" y="5723807"/>
              <a:ext cx="1263650" cy="317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77" name="Text Box 26">
              <a:extLst>
                <a:ext uri="{FF2B5EF4-FFF2-40B4-BE49-F238E27FC236}">
                  <a16:creationId xmlns:a16="http://schemas.microsoft.com/office/drawing/2014/main" id="{DC53D19A-63B2-7141-9008-9BC3F67805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81793" y="4037882"/>
              <a:ext cx="1317625" cy="282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500" kern="0" dirty="0">
                  <a:solidFill>
                    <a:srgbClr val="000000"/>
                  </a:solidFill>
                </a:rPr>
                <a:t>application</a:t>
              </a:r>
            </a:p>
          </p:txBody>
        </p:sp>
        <p:sp>
          <p:nvSpPr>
            <p:cNvPr id="178" name="Text Box 26">
              <a:extLst>
                <a:ext uri="{FF2B5EF4-FFF2-40B4-BE49-F238E27FC236}">
                  <a16:creationId xmlns:a16="http://schemas.microsoft.com/office/drawing/2014/main" id="{668FFB30-2FA6-AE41-99EF-4D74E37F3E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37343" y="5745416"/>
              <a:ext cx="1317625" cy="282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500" kern="0" dirty="0">
                  <a:solidFill>
                    <a:srgbClr val="000000"/>
                  </a:solidFill>
                </a:rPr>
                <a:t>physical</a:t>
              </a:r>
            </a:p>
          </p:txBody>
        </p:sp>
        <p:sp>
          <p:nvSpPr>
            <p:cNvPr id="179" name="Text Box 26">
              <a:extLst>
                <a:ext uri="{FF2B5EF4-FFF2-40B4-BE49-F238E27FC236}">
                  <a16:creationId xmlns:a16="http://schemas.microsoft.com/office/drawing/2014/main" id="{9646084A-4EA0-5345-8A3E-91D3475359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49290" y="5438159"/>
              <a:ext cx="1317625" cy="282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500" kern="0" dirty="0">
                  <a:solidFill>
                    <a:srgbClr val="000000"/>
                  </a:solidFill>
                </a:rPr>
                <a:t>link</a:t>
              </a:r>
            </a:p>
          </p:txBody>
        </p:sp>
        <p:sp>
          <p:nvSpPr>
            <p:cNvPr id="180" name="Text Box 26">
              <a:extLst>
                <a:ext uri="{FF2B5EF4-FFF2-40B4-BE49-F238E27FC236}">
                  <a16:creationId xmlns:a16="http://schemas.microsoft.com/office/drawing/2014/main" id="{9FDE009F-BD4C-6B4C-A66D-690533C0F5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46868" y="5150053"/>
              <a:ext cx="1317625" cy="282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500" kern="0" dirty="0">
                  <a:solidFill>
                    <a:srgbClr val="000000"/>
                  </a:solidFill>
                </a:rPr>
                <a:t>network</a:t>
              </a:r>
            </a:p>
          </p:txBody>
        </p:sp>
        <p:sp>
          <p:nvSpPr>
            <p:cNvPr id="182" name="Freeform 103">
              <a:extLst>
                <a:ext uri="{FF2B5EF4-FFF2-40B4-BE49-F238E27FC236}">
                  <a16:creationId xmlns:a16="http://schemas.microsoft.com/office/drawing/2014/main" id="{DEF6D5D3-E4DA-4B46-BBC5-93311E115D92}"/>
                </a:ext>
              </a:extLst>
            </p:cNvPr>
            <p:cNvSpPr>
              <a:spLocks/>
            </p:cNvSpPr>
            <p:nvPr/>
          </p:nvSpPr>
          <p:spPr bwMode="auto">
            <a:xfrm>
              <a:off x="9166081" y="4025182"/>
              <a:ext cx="581025" cy="2038350"/>
            </a:xfrm>
            <a:custGeom>
              <a:avLst/>
              <a:gdLst>
                <a:gd name="T0" fmla="*/ 2147483647 w 366"/>
                <a:gd name="T1" fmla="*/ 2147483647 h 1284"/>
                <a:gd name="T2" fmla="*/ 2147483647 w 366"/>
                <a:gd name="T3" fmla="*/ 0 h 1284"/>
                <a:gd name="T4" fmla="*/ 0 w 366"/>
                <a:gd name="T5" fmla="*/ 2147483647 h 1284"/>
                <a:gd name="T6" fmla="*/ 2147483647 w 366"/>
                <a:gd name="T7" fmla="*/ 2147483647 h 1284"/>
                <a:gd name="T8" fmla="*/ 2147483647 w 366"/>
                <a:gd name="T9" fmla="*/ 2147483647 h 12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66" h="1284">
                  <a:moveTo>
                    <a:pt x="366" y="1278"/>
                  </a:moveTo>
                  <a:lnTo>
                    <a:pt x="12" y="0"/>
                  </a:lnTo>
                  <a:lnTo>
                    <a:pt x="0" y="1224"/>
                  </a:lnTo>
                  <a:lnTo>
                    <a:pt x="186" y="1284"/>
                  </a:lnTo>
                  <a:lnTo>
                    <a:pt x="366" y="1278"/>
                  </a:lnTo>
                  <a:close/>
                </a:path>
              </a:pathLst>
            </a:custGeom>
            <a:gradFill rotWithShape="1">
              <a:gsLst>
                <a:gs pos="0">
                  <a:srgbClr val="B2B2B2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DDDDDD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83" name="Freeform 70">
              <a:extLst>
                <a:ext uri="{FF2B5EF4-FFF2-40B4-BE49-F238E27FC236}">
                  <a16:creationId xmlns:a16="http://schemas.microsoft.com/office/drawing/2014/main" id="{4A88383C-61F9-1949-9D88-EC83EDA3F2B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6418" y="4045819"/>
              <a:ext cx="552450" cy="2082800"/>
            </a:xfrm>
            <a:custGeom>
              <a:avLst/>
              <a:gdLst>
                <a:gd name="T0" fmla="*/ 0 w 348"/>
                <a:gd name="T1" fmla="*/ 2147483647 h 1312"/>
                <a:gd name="T2" fmla="*/ 2147483647 w 348"/>
                <a:gd name="T3" fmla="*/ 0 h 1312"/>
                <a:gd name="T4" fmla="*/ 2147483647 w 348"/>
                <a:gd name="T5" fmla="*/ 2147483647 h 1312"/>
                <a:gd name="T6" fmla="*/ 2147483647 w 348"/>
                <a:gd name="T7" fmla="*/ 2147483647 h 1312"/>
                <a:gd name="T8" fmla="*/ 0 w 348"/>
                <a:gd name="T9" fmla="*/ 2147483647 h 13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8" h="1312">
                  <a:moveTo>
                    <a:pt x="0" y="1306"/>
                  </a:moveTo>
                  <a:lnTo>
                    <a:pt x="348" y="0"/>
                  </a:lnTo>
                  <a:lnTo>
                    <a:pt x="342" y="1258"/>
                  </a:lnTo>
                  <a:lnTo>
                    <a:pt x="180" y="1312"/>
                  </a:lnTo>
                  <a:lnTo>
                    <a:pt x="0" y="1306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B2B2B2"/>
                </a:gs>
              </a:gsLst>
              <a:lin ang="0" scaled="1"/>
            </a:gradFill>
            <a:ln w="9525">
              <a:solidFill>
                <a:srgbClr val="DDDDDD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84" name="Rectangle 23">
              <a:extLst>
                <a:ext uri="{FF2B5EF4-FFF2-40B4-BE49-F238E27FC236}">
                  <a16:creationId xmlns:a16="http://schemas.microsoft.com/office/drawing/2014/main" id="{AC94A5E0-4794-4246-825A-61CE412794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73318" y="4001369"/>
              <a:ext cx="1296988" cy="1981200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2700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85" name="Rectangle 24">
              <a:extLst>
                <a:ext uri="{FF2B5EF4-FFF2-40B4-BE49-F238E27FC236}">
                  <a16:creationId xmlns:a16="http://schemas.microsoft.com/office/drawing/2014/main" id="{6F8DDC46-C4B7-DF4E-8AF5-C602B6EAA1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5218" y="4055344"/>
              <a:ext cx="1273175" cy="1979613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2700" kern="0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86" name="Line 25">
              <a:extLst>
                <a:ext uri="{FF2B5EF4-FFF2-40B4-BE49-F238E27FC236}">
                  <a16:creationId xmlns:a16="http://schemas.microsoft.com/office/drawing/2014/main" id="{DBA82451-A905-D646-87C3-445C7FB421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44743" y="4815757"/>
              <a:ext cx="1263650" cy="317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87" name="Text Box 26">
              <a:extLst>
                <a:ext uri="{FF2B5EF4-FFF2-40B4-BE49-F238E27FC236}">
                  <a16:creationId xmlns:a16="http://schemas.microsoft.com/office/drawing/2014/main" id="{20A57016-2D36-9945-9BC2-7F8B323410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1881" y="4841309"/>
              <a:ext cx="1317625" cy="282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500" kern="0" dirty="0">
                  <a:solidFill>
                    <a:srgbClr val="000000"/>
                  </a:solidFill>
                </a:rPr>
                <a:t>transport</a:t>
              </a:r>
            </a:p>
          </p:txBody>
        </p:sp>
        <p:sp>
          <p:nvSpPr>
            <p:cNvPr id="188" name="Line 27">
              <a:extLst>
                <a:ext uri="{FF2B5EF4-FFF2-40B4-BE49-F238E27FC236}">
                  <a16:creationId xmlns:a16="http://schemas.microsoft.com/office/drawing/2014/main" id="{C4DE758D-2140-4D46-8462-D030054EF8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681" y="5136432"/>
              <a:ext cx="1263650" cy="317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89" name="Line 28">
              <a:extLst>
                <a:ext uri="{FF2B5EF4-FFF2-40B4-BE49-F238E27FC236}">
                  <a16:creationId xmlns:a16="http://schemas.microsoft.com/office/drawing/2014/main" id="{54E984A7-4546-6E49-B9F8-528EAF4E1F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38393" y="5445994"/>
              <a:ext cx="1263650" cy="317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90" name="Line 29">
              <a:extLst>
                <a:ext uri="{FF2B5EF4-FFF2-40B4-BE49-F238E27FC236}">
                  <a16:creationId xmlns:a16="http://schemas.microsoft.com/office/drawing/2014/main" id="{85DE9E64-476F-6F4E-8BFA-3205F1E596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38393" y="5731744"/>
              <a:ext cx="1263650" cy="317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91" name="Text Box 26">
              <a:extLst>
                <a:ext uri="{FF2B5EF4-FFF2-40B4-BE49-F238E27FC236}">
                  <a16:creationId xmlns:a16="http://schemas.microsoft.com/office/drawing/2014/main" id="{A1B9282E-64F8-1442-8F95-7A9813CE8F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36806" y="4045819"/>
              <a:ext cx="1317625" cy="282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500" kern="0" dirty="0">
                  <a:solidFill>
                    <a:srgbClr val="000000"/>
                  </a:solidFill>
                </a:rPr>
                <a:t>application</a:t>
              </a:r>
            </a:p>
          </p:txBody>
        </p:sp>
        <p:sp>
          <p:nvSpPr>
            <p:cNvPr id="192" name="Text Box 26">
              <a:extLst>
                <a:ext uri="{FF2B5EF4-FFF2-40B4-BE49-F238E27FC236}">
                  <a16:creationId xmlns:a16="http://schemas.microsoft.com/office/drawing/2014/main" id="{83782313-46E0-BE46-BEED-BDC4F6A04A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92356" y="5746184"/>
              <a:ext cx="1317625" cy="282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500" kern="0" dirty="0">
                  <a:solidFill>
                    <a:srgbClr val="000000"/>
                  </a:solidFill>
                </a:rPr>
                <a:t>physical</a:t>
              </a:r>
            </a:p>
          </p:txBody>
        </p:sp>
        <p:sp>
          <p:nvSpPr>
            <p:cNvPr id="193" name="Text Box 26">
              <a:extLst>
                <a:ext uri="{FF2B5EF4-FFF2-40B4-BE49-F238E27FC236}">
                  <a16:creationId xmlns:a16="http://schemas.microsoft.com/office/drawing/2014/main" id="{E3A71501-A89A-D249-84FB-20D98047A2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11406" y="5453266"/>
              <a:ext cx="1317625" cy="282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500" kern="0" dirty="0">
                  <a:solidFill>
                    <a:srgbClr val="000000"/>
                  </a:solidFill>
                </a:rPr>
                <a:t>link</a:t>
              </a:r>
            </a:p>
          </p:txBody>
        </p:sp>
        <p:sp>
          <p:nvSpPr>
            <p:cNvPr id="194" name="Text Box 26">
              <a:extLst>
                <a:ext uri="{FF2B5EF4-FFF2-40B4-BE49-F238E27FC236}">
                  <a16:creationId xmlns:a16="http://schemas.microsoft.com/office/drawing/2014/main" id="{6C7F0039-C145-9D4F-92E4-1AF9B0406D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1881" y="5157990"/>
              <a:ext cx="1317625" cy="282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500" kern="0" dirty="0">
                  <a:solidFill>
                    <a:srgbClr val="000000"/>
                  </a:solidFill>
                </a:rPr>
                <a:t>network</a:t>
              </a:r>
            </a:p>
          </p:txBody>
        </p:sp>
        <p:grpSp>
          <p:nvGrpSpPr>
            <p:cNvPr id="216" name="Group 179">
              <a:extLst>
                <a:ext uri="{FF2B5EF4-FFF2-40B4-BE49-F238E27FC236}">
                  <a16:creationId xmlns:a16="http://schemas.microsoft.com/office/drawing/2014/main" id="{D0DD382B-DAC3-2346-B02D-B07D9921201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11281" y="5555532"/>
              <a:ext cx="800100" cy="828675"/>
              <a:chOff x="-44" y="1473"/>
              <a:chExt cx="981" cy="1105"/>
            </a:xfrm>
          </p:grpSpPr>
          <p:pic>
            <p:nvPicPr>
              <p:cNvPr id="217" name="Picture 180" descr="desktop_computer_stylized_medium">
                <a:extLst>
                  <a:ext uri="{FF2B5EF4-FFF2-40B4-BE49-F238E27FC236}">
                    <a16:creationId xmlns:a16="http://schemas.microsoft.com/office/drawing/2014/main" id="{DED124CB-DBF2-BA4A-A3F5-D0D2EE27E04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18" name="Freeform 181">
                <a:extLst>
                  <a:ext uri="{FF2B5EF4-FFF2-40B4-BE49-F238E27FC236}">
                    <a16:creationId xmlns:a16="http://schemas.microsoft.com/office/drawing/2014/main" id="{45C70753-F80F-0E44-A5BE-EA6A01030121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5595 w 356"/>
                  <a:gd name="T3" fmla="*/ 341 h 368"/>
                  <a:gd name="T4" fmla="*/ 6638 w 356"/>
                  <a:gd name="T5" fmla="*/ 7113 h 368"/>
                  <a:gd name="T6" fmla="*/ 1463 w 356"/>
                  <a:gd name="T7" fmla="*/ 8895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kern="0" dirty="0">
                  <a:solidFill>
                    <a:srgbClr val="000000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grpSp>
          <p:nvGrpSpPr>
            <p:cNvPr id="219" name="Group 182">
              <a:extLst>
                <a:ext uri="{FF2B5EF4-FFF2-40B4-BE49-F238E27FC236}">
                  <a16:creationId xmlns:a16="http://schemas.microsoft.com/office/drawing/2014/main" id="{8C1F52F1-3DCD-D94D-B922-F8CEBAB5F0B4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9493106" y="5469807"/>
              <a:ext cx="788987" cy="782637"/>
              <a:chOff x="-44" y="1473"/>
              <a:chExt cx="981" cy="1105"/>
            </a:xfrm>
          </p:grpSpPr>
          <p:pic>
            <p:nvPicPr>
              <p:cNvPr id="220" name="Picture 183" descr="desktop_computer_stylized_medium">
                <a:extLst>
                  <a:ext uri="{FF2B5EF4-FFF2-40B4-BE49-F238E27FC236}">
                    <a16:creationId xmlns:a16="http://schemas.microsoft.com/office/drawing/2014/main" id="{E6083DB7-3B07-6F40-9810-0033E2E06F6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21" name="Freeform 184">
                <a:extLst>
                  <a:ext uri="{FF2B5EF4-FFF2-40B4-BE49-F238E27FC236}">
                    <a16:creationId xmlns:a16="http://schemas.microsoft.com/office/drawing/2014/main" id="{28CB0DC7-F192-5840-BCC3-B9D662106044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5595 w 356"/>
                  <a:gd name="T3" fmla="*/ 341 h 368"/>
                  <a:gd name="T4" fmla="*/ 6638 w 356"/>
                  <a:gd name="T5" fmla="*/ 7113 h 368"/>
                  <a:gd name="T6" fmla="*/ 1463 w 356"/>
                  <a:gd name="T7" fmla="*/ 8895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kern="0" dirty="0">
                  <a:solidFill>
                    <a:srgbClr val="000000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grpSp>
          <p:nvGrpSpPr>
            <p:cNvPr id="222" name="Group 185">
              <a:extLst>
                <a:ext uri="{FF2B5EF4-FFF2-40B4-BE49-F238E27FC236}">
                  <a16:creationId xmlns:a16="http://schemas.microsoft.com/office/drawing/2014/main" id="{7750F2FB-96FA-374A-AF56-26502EF0467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83031" y="5055469"/>
              <a:ext cx="358775" cy="704850"/>
              <a:chOff x="4140" y="429"/>
              <a:chExt cx="1425" cy="2396"/>
            </a:xfrm>
          </p:grpSpPr>
          <p:sp>
            <p:nvSpPr>
              <p:cNvPr id="223" name="Freeform 186">
                <a:extLst>
                  <a:ext uri="{FF2B5EF4-FFF2-40B4-BE49-F238E27FC236}">
                    <a16:creationId xmlns:a16="http://schemas.microsoft.com/office/drawing/2014/main" id="{E441858B-A566-F746-B48C-912CA3020C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7 w 354"/>
                  <a:gd name="T1" fmla="*/ 0 h 2742"/>
                  <a:gd name="T2" fmla="*/ 38 w 354"/>
                  <a:gd name="T3" fmla="*/ 55 h 2742"/>
                  <a:gd name="T4" fmla="*/ 37 w 354"/>
                  <a:gd name="T5" fmla="*/ 425 h 2742"/>
                  <a:gd name="T6" fmla="*/ 0 w 354"/>
                  <a:gd name="T7" fmla="*/ 445 h 2742"/>
                  <a:gd name="T8" fmla="*/ 7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kern="0" dirty="0">
                  <a:solidFill>
                    <a:srgbClr val="000000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224" name="Rectangle 187">
                <a:extLst>
                  <a:ext uri="{FF2B5EF4-FFF2-40B4-BE49-F238E27FC236}">
                    <a16:creationId xmlns:a16="http://schemas.microsoft.com/office/drawing/2014/main" id="{20003129-35A4-1E46-8065-8AF4C6403D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3" y="429"/>
                <a:ext cx="1053" cy="2283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225" name="Freeform 188">
                <a:extLst>
                  <a:ext uri="{FF2B5EF4-FFF2-40B4-BE49-F238E27FC236}">
                    <a16:creationId xmlns:a16="http://schemas.microsoft.com/office/drawing/2014/main" id="{6F94D7AE-C4D1-AF4A-B970-086B7D245A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23 w 211"/>
                  <a:gd name="T3" fmla="*/ 36 h 2537"/>
                  <a:gd name="T4" fmla="*/ 2 w 211"/>
                  <a:gd name="T5" fmla="*/ 405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kern="0" dirty="0">
                  <a:solidFill>
                    <a:srgbClr val="000000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226" name="Freeform 189">
                <a:extLst>
                  <a:ext uri="{FF2B5EF4-FFF2-40B4-BE49-F238E27FC236}">
                    <a16:creationId xmlns:a16="http://schemas.microsoft.com/office/drawing/2014/main" id="{EAFC03EF-54DF-8942-9852-25739DA158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36 w 328"/>
                  <a:gd name="T3" fmla="*/ 21 h 226"/>
                  <a:gd name="T4" fmla="*/ 36 w 328"/>
                  <a:gd name="T5" fmla="*/ 38 h 226"/>
                  <a:gd name="T6" fmla="*/ 0 w 328"/>
                  <a:gd name="T7" fmla="*/ 16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kern="0" dirty="0">
                  <a:solidFill>
                    <a:srgbClr val="000000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227" name="Rectangle 190">
                <a:extLst>
                  <a:ext uri="{FF2B5EF4-FFF2-40B4-BE49-F238E27FC236}">
                    <a16:creationId xmlns:a16="http://schemas.microsoft.com/office/drawing/2014/main" id="{2241F7B6-5281-A74E-8DCB-3BE3777E93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9" y="693"/>
                <a:ext cx="599" cy="49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  <p:grpSp>
            <p:nvGrpSpPr>
              <p:cNvPr id="228" name="Group 191">
                <a:extLst>
                  <a:ext uri="{FF2B5EF4-FFF2-40B4-BE49-F238E27FC236}">
                    <a16:creationId xmlns:a16="http://schemas.microsoft.com/office/drawing/2014/main" id="{02DB0249-6EBB-FF4B-B17F-CC771B255D0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253" name="AutoShape 192">
                  <a:extLst>
                    <a:ext uri="{FF2B5EF4-FFF2-40B4-BE49-F238E27FC236}">
                      <a16:creationId xmlns:a16="http://schemas.microsoft.com/office/drawing/2014/main" id="{BE55370E-BC12-1B42-9E3C-C950033EEF8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7" y="2567"/>
                  <a:ext cx="724" cy="14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kern="0" dirty="0">
                    <a:solidFill>
                      <a:srgbClr val="000000"/>
                    </a:solidFill>
                    <a:latin typeface="Tahoma" charset="0"/>
                    <a:ea typeface="ＭＳ Ｐゴシック" charset="0"/>
                  </a:endParaRPr>
                </a:p>
              </p:txBody>
            </p:sp>
            <p:sp>
              <p:nvSpPr>
                <p:cNvPr id="254" name="AutoShape 193">
                  <a:extLst>
                    <a:ext uri="{FF2B5EF4-FFF2-40B4-BE49-F238E27FC236}">
                      <a16:creationId xmlns:a16="http://schemas.microsoft.com/office/drawing/2014/main" id="{1BBB99EB-2FFB-5942-9855-24BEE1C6899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3" y="2582"/>
                  <a:ext cx="692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kern="0" dirty="0">
                    <a:solidFill>
                      <a:srgbClr val="000000"/>
                    </a:solidFill>
                    <a:latin typeface="Tahoma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229" name="Rectangle 194">
                <a:extLst>
                  <a:ext uri="{FF2B5EF4-FFF2-40B4-BE49-F238E27FC236}">
                    <a16:creationId xmlns:a16="http://schemas.microsoft.com/office/drawing/2014/main" id="{9C5699FC-2B4E-BD46-B9CC-CA578E2EA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2" y="1017"/>
                <a:ext cx="599" cy="49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  <p:grpSp>
            <p:nvGrpSpPr>
              <p:cNvPr id="230" name="Group 195">
                <a:extLst>
                  <a:ext uri="{FF2B5EF4-FFF2-40B4-BE49-F238E27FC236}">
                    <a16:creationId xmlns:a16="http://schemas.microsoft.com/office/drawing/2014/main" id="{676615F3-A30A-9740-8080-AFEE6BAAEF9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251" name="AutoShape 196">
                  <a:extLst>
                    <a:ext uri="{FF2B5EF4-FFF2-40B4-BE49-F238E27FC236}">
                      <a16:creationId xmlns:a16="http://schemas.microsoft.com/office/drawing/2014/main" id="{D31569A0-2CDC-3B4B-B7FA-067BF2CB0D9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2" y="2570"/>
                  <a:ext cx="724" cy="162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kern="0" dirty="0">
                    <a:solidFill>
                      <a:srgbClr val="000000"/>
                    </a:solidFill>
                    <a:latin typeface="Tahoma" charset="0"/>
                    <a:ea typeface="ＭＳ Ｐゴシック" charset="0"/>
                  </a:endParaRPr>
                </a:p>
              </p:txBody>
            </p:sp>
            <p:sp>
              <p:nvSpPr>
                <p:cNvPr id="252" name="AutoShape 197">
                  <a:extLst>
                    <a:ext uri="{FF2B5EF4-FFF2-40B4-BE49-F238E27FC236}">
                      <a16:creationId xmlns:a16="http://schemas.microsoft.com/office/drawing/2014/main" id="{5D70C5E6-3DFB-1D45-8469-DE5EA96E13E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8" y="2586"/>
                  <a:ext cx="692" cy="10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kern="0" dirty="0">
                    <a:solidFill>
                      <a:srgbClr val="000000"/>
                    </a:solidFill>
                    <a:latin typeface="Tahoma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231" name="Rectangle 198">
                <a:extLst>
                  <a:ext uri="{FF2B5EF4-FFF2-40B4-BE49-F238E27FC236}">
                    <a16:creationId xmlns:a16="http://schemas.microsoft.com/office/drawing/2014/main" id="{AE060187-10EA-1F4E-AEDE-8C6C0E8358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6" y="1357"/>
                <a:ext cx="599" cy="49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232" name="Rectangle 199">
                <a:extLst>
                  <a:ext uri="{FF2B5EF4-FFF2-40B4-BE49-F238E27FC236}">
                    <a16:creationId xmlns:a16="http://schemas.microsoft.com/office/drawing/2014/main" id="{32874526-51C0-C749-BDC8-3D9F62AFE7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8" y="1654"/>
                <a:ext cx="593" cy="49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  <p:grpSp>
            <p:nvGrpSpPr>
              <p:cNvPr id="233" name="Group 200">
                <a:extLst>
                  <a:ext uri="{FF2B5EF4-FFF2-40B4-BE49-F238E27FC236}">
                    <a16:creationId xmlns:a16="http://schemas.microsoft.com/office/drawing/2014/main" id="{09E63F43-E74F-6045-A673-3756891EE94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249" name="AutoShape 201">
                  <a:extLst>
                    <a:ext uri="{FF2B5EF4-FFF2-40B4-BE49-F238E27FC236}">
                      <a16:creationId xmlns:a16="http://schemas.microsoft.com/office/drawing/2014/main" id="{0296B9BB-82CD-2A45-8E56-F4ACF6FCC0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1" y="2568"/>
                  <a:ext cx="730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kern="0" dirty="0">
                    <a:solidFill>
                      <a:srgbClr val="000000"/>
                    </a:solidFill>
                    <a:latin typeface="Tahoma" charset="0"/>
                    <a:ea typeface="ＭＳ Ｐゴシック" charset="0"/>
                  </a:endParaRPr>
                </a:p>
              </p:txBody>
            </p:sp>
            <p:sp>
              <p:nvSpPr>
                <p:cNvPr id="250" name="AutoShape 202">
                  <a:extLst>
                    <a:ext uri="{FF2B5EF4-FFF2-40B4-BE49-F238E27FC236}">
                      <a16:creationId xmlns:a16="http://schemas.microsoft.com/office/drawing/2014/main" id="{DD3C3254-A817-B449-AE0F-31BEFF504A0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7" y="2583"/>
                  <a:ext cx="699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kern="0" dirty="0">
                    <a:solidFill>
                      <a:srgbClr val="000000"/>
                    </a:solidFill>
                    <a:latin typeface="Tahoma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234" name="Freeform 203">
                <a:extLst>
                  <a:ext uri="{FF2B5EF4-FFF2-40B4-BE49-F238E27FC236}">
                    <a16:creationId xmlns:a16="http://schemas.microsoft.com/office/drawing/2014/main" id="{D05041BE-8046-EB49-A23A-C7FEB06D91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36 w 328"/>
                  <a:gd name="T3" fmla="*/ 20 h 226"/>
                  <a:gd name="T4" fmla="*/ 36 w 328"/>
                  <a:gd name="T5" fmla="*/ 36 h 226"/>
                  <a:gd name="T6" fmla="*/ 0 w 328"/>
                  <a:gd name="T7" fmla="*/ 15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kern="0" dirty="0">
                  <a:solidFill>
                    <a:srgbClr val="000000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endParaRPr>
              </a:p>
            </p:txBody>
          </p:sp>
          <p:grpSp>
            <p:nvGrpSpPr>
              <p:cNvPr id="235" name="Group 204">
                <a:extLst>
                  <a:ext uri="{FF2B5EF4-FFF2-40B4-BE49-F238E27FC236}">
                    <a16:creationId xmlns:a16="http://schemas.microsoft.com/office/drawing/2014/main" id="{BD1D997D-F690-4C4E-9473-F0433427C91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247" name="AutoShape 205">
                  <a:extLst>
                    <a:ext uri="{FF2B5EF4-FFF2-40B4-BE49-F238E27FC236}">
                      <a16:creationId xmlns:a16="http://schemas.microsoft.com/office/drawing/2014/main" id="{631C3D3D-8F7D-6F44-AD56-665A5242B69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4" y="2566"/>
                  <a:ext cx="723" cy="14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kern="0" dirty="0">
                    <a:solidFill>
                      <a:srgbClr val="000000"/>
                    </a:solidFill>
                    <a:latin typeface="Tahoma" charset="0"/>
                    <a:ea typeface="ＭＳ Ｐゴシック" charset="0"/>
                  </a:endParaRPr>
                </a:p>
              </p:txBody>
            </p:sp>
            <p:sp>
              <p:nvSpPr>
                <p:cNvPr id="248" name="AutoShape 206">
                  <a:extLst>
                    <a:ext uri="{FF2B5EF4-FFF2-40B4-BE49-F238E27FC236}">
                      <a16:creationId xmlns:a16="http://schemas.microsoft.com/office/drawing/2014/main" id="{E7F87D38-4528-0F45-9911-B79B599D25F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2"/>
                  <a:ext cx="691" cy="108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kern="0" dirty="0">
                    <a:solidFill>
                      <a:srgbClr val="000000"/>
                    </a:solidFill>
                    <a:latin typeface="Tahoma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236" name="Rectangle 207">
                <a:extLst>
                  <a:ext uri="{FF2B5EF4-FFF2-40B4-BE49-F238E27FC236}">
                    <a16:creationId xmlns:a16="http://schemas.microsoft.com/office/drawing/2014/main" id="{60B24777-81BE-BC42-AC64-6F2229E5FB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50" y="429"/>
                <a:ext cx="69" cy="2288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237" name="Freeform 208">
                <a:extLst>
                  <a:ext uri="{FF2B5EF4-FFF2-40B4-BE49-F238E27FC236}">
                    <a16:creationId xmlns:a16="http://schemas.microsoft.com/office/drawing/2014/main" id="{FD1049FD-ADAC-FC43-A186-6585ECAE43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32 w 296"/>
                  <a:gd name="T3" fmla="*/ 22 h 256"/>
                  <a:gd name="T4" fmla="*/ 32 w 296"/>
                  <a:gd name="T5" fmla="*/ 41 h 256"/>
                  <a:gd name="T6" fmla="*/ 0 w 296"/>
                  <a:gd name="T7" fmla="*/ 15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kern="0" dirty="0">
                  <a:solidFill>
                    <a:srgbClr val="000000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238" name="Freeform 209">
                <a:extLst>
                  <a:ext uri="{FF2B5EF4-FFF2-40B4-BE49-F238E27FC236}">
                    <a16:creationId xmlns:a16="http://schemas.microsoft.com/office/drawing/2014/main" id="{A25585BA-2AFC-3047-B9D5-7CC45D5DBC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34 w 304"/>
                  <a:gd name="T3" fmla="*/ 27 h 288"/>
                  <a:gd name="T4" fmla="*/ 31 w 304"/>
                  <a:gd name="T5" fmla="*/ 48 h 288"/>
                  <a:gd name="T6" fmla="*/ 2 w 304"/>
                  <a:gd name="T7" fmla="*/ 2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kern="0" dirty="0">
                  <a:solidFill>
                    <a:srgbClr val="000000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239" name="Oval 210">
                <a:extLst>
                  <a:ext uri="{FF2B5EF4-FFF2-40B4-BE49-F238E27FC236}">
                    <a16:creationId xmlns:a16="http://schemas.microsoft.com/office/drawing/2014/main" id="{78C608B6-FCB9-3F43-A504-D33DD77827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5" y="2609"/>
                <a:ext cx="50" cy="97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240" name="Freeform 211">
                <a:extLst>
                  <a:ext uri="{FF2B5EF4-FFF2-40B4-BE49-F238E27FC236}">
                    <a16:creationId xmlns:a16="http://schemas.microsoft.com/office/drawing/2014/main" id="{F24BE4FA-86B6-5840-8B76-BF70EF006A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18 h 240"/>
                  <a:gd name="T2" fmla="*/ 2 w 306"/>
                  <a:gd name="T3" fmla="*/ 40 h 240"/>
                  <a:gd name="T4" fmla="*/ 34 w 306"/>
                  <a:gd name="T5" fmla="*/ 18 h 240"/>
                  <a:gd name="T6" fmla="*/ 32 w 306"/>
                  <a:gd name="T7" fmla="*/ 0 h 240"/>
                  <a:gd name="T8" fmla="*/ 0 w 306"/>
                  <a:gd name="T9" fmla="*/ 18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kern="0" dirty="0">
                  <a:solidFill>
                    <a:srgbClr val="000000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241" name="AutoShape 212">
                <a:extLst>
                  <a:ext uri="{FF2B5EF4-FFF2-40B4-BE49-F238E27FC236}">
                    <a16:creationId xmlns:a16="http://schemas.microsoft.com/office/drawing/2014/main" id="{22C6B4EC-00C6-BA43-95E2-370E8204DD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9"/>
                <a:ext cx="1198" cy="146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242" name="AutoShape 213">
                <a:extLst>
                  <a:ext uri="{FF2B5EF4-FFF2-40B4-BE49-F238E27FC236}">
                    <a16:creationId xmlns:a16="http://schemas.microsoft.com/office/drawing/2014/main" id="{7B9210ED-D802-C84E-8A67-93399801B5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3" y="2712"/>
                <a:ext cx="1072" cy="8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243" name="Oval 214">
                <a:extLst>
                  <a:ext uri="{FF2B5EF4-FFF2-40B4-BE49-F238E27FC236}">
                    <a16:creationId xmlns:a16="http://schemas.microsoft.com/office/drawing/2014/main" id="{552E77C8-7BFE-BF4D-8F0B-DF6513BE64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10" y="2382"/>
                <a:ext cx="158" cy="146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244" name="Oval 215">
                <a:extLst>
                  <a:ext uri="{FF2B5EF4-FFF2-40B4-BE49-F238E27FC236}">
                    <a16:creationId xmlns:a16="http://schemas.microsoft.com/office/drawing/2014/main" id="{86496A7E-E21F-444D-B883-E410329FF2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7" y="2382"/>
                <a:ext cx="158" cy="146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2100" kern="0" dirty="0">
                  <a:solidFill>
                    <a:srgbClr val="FF0000"/>
                  </a:solidFill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245" name="Oval 216">
                <a:extLst>
                  <a:ext uri="{FF2B5EF4-FFF2-40B4-BE49-F238E27FC236}">
                    <a16:creationId xmlns:a16="http://schemas.microsoft.com/office/drawing/2014/main" id="{555E4B0D-EDB2-D04B-B9AD-93FA92DDAA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3" y="2382"/>
                <a:ext cx="158" cy="140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246" name="Rectangle 217">
                <a:extLst>
                  <a:ext uri="{FF2B5EF4-FFF2-40B4-BE49-F238E27FC236}">
                    <a16:creationId xmlns:a16="http://schemas.microsoft.com/office/drawing/2014/main" id="{DE659B39-E72A-634A-A2AC-C4BA4DC9C6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1" y="1837"/>
                <a:ext cx="88" cy="761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</p:grpSp>
        <p:pic>
          <p:nvPicPr>
            <p:cNvPr id="261" name="Picture 2" descr="Image result for firefox logo">
              <a:extLst>
                <a:ext uri="{FF2B5EF4-FFF2-40B4-BE49-F238E27FC236}">
                  <a16:creationId xmlns:a16="http://schemas.microsoft.com/office/drawing/2014/main" id="{51A92539-D075-5644-9056-10960E51478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26336" y="4363319"/>
              <a:ext cx="387318" cy="3626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5E1F04B-A3B3-534D-A252-A4AC29C657DE}"/>
                </a:ext>
              </a:extLst>
            </p:cNvPr>
            <p:cNvSpPr txBox="1"/>
            <p:nvPr/>
          </p:nvSpPr>
          <p:spPr>
            <a:xfrm>
              <a:off x="5723493" y="3262667"/>
              <a:ext cx="1310134" cy="3648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685800">
                <a:defRPr/>
              </a:pPr>
              <a:r>
                <a:rPr lang="en-US" sz="2100" dirty="0">
                  <a:solidFill>
                    <a:prstClr val="black"/>
                  </a:solidFill>
                  <a:latin typeface="Calibri"/>
                </a:rPr>
                <a:t>HTTP server</a:t>
              </a:r>
            </a:p>
          </p:txBody>
        </p:sp>
        <p:pic>
          <p:nvPicPr>
            <p:cNvPr id="1028" name="Picture 4" descr="Image result for apache web server logo">
              <a:extLst>
                <a:ext uri="{FF2B5EF4-FFF2-40B4-BE49-F238E27FC236}">
                  <a16:creationId xmlns:a16="http://schemas.microsoft.com/office/drawing/2014/main" id="{2DA3452A-DE33-3D41-95D5-C755A419154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49399" y="3712220"/>
              <a:ext cx="1425575" cy="6291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2" name="Picture 2" descr="Image result for firefox logo">
              <a:extLst>
                <a:ext uri="{FF2B5EF4-FFF2-40B4-BE49-F238E27FC236}">
                  <a16:creationId xmlns:a16="http://schemas.microsoft.com/office/drawing/2014/main" id="{E576EC8B-3CC8-044B-BD3B-8A4342C698D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57699" y="4326644"/>
              <a:ext cx="387318" cy="3626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2" name="Picture 8" descr="Image result for skype logo">
              <a:extLst>
                <a:ext uri="{FF2B5EF4-FFF2-40B4-BE49-F238E27FC236}">
                  <a16:creationId xmlns:a16="http://schemas.microsoft.com/office/drawing/2014/main" id="{44A9474D-942F-134E-B292-6ADA4675334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4515" y="4091654"/>
              <a:ext cx="387318" cy="3929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63" name="TextBox 262">
              <a:extLst>
                <a:ext uri="{FF2B5EF4-FFF2-40B4-BE49-F238E27FC236}">
                  <a16:creationId xmlns:a16="http://schemas.microsoft.com/office/drawing/2014/main" id="{DC4B02DA-C340-9945-87C2-952E1901FB43}"/>
                </a:ext>
              </a:extLst>
            </p:cNvPr>
            <p:cNvSpPr txBox="1"/>
            <p:nvPr/>
          </p:nvSpPr>
          <p:spPr>
            <a:xfrm>
              <a:off x="3822815" y="3627317"/>
              <a:ext cx="684271" cy="3648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685800">
                <a:defRPr/>
              </a:pPr>
              <a:r>
                <a:rPr lang="en-US" sz="2100" dirty="0">
                  <a:solidFill>
                    <a:prstClr val="black"/>
                  </a:solidFill>
                  <a:latin typeface="Calibri"/>
                </a:rPr>
                <a:t>client</a:t>
              </a:r>
            </a:p>
          </p:txBody>
        </p:sp>
        <p:pic>
          <p:nvPicPr>
            <p:cNvPr id="1034" name="Picture 10" descr="Image result for netflix logo png">
              <a:extLst>
                <a:ext uri="{FF2B5EF4-FFF2-40B4-BE49-F238E27FC236}">
                  <a16:creationId xmlns:a16="http://schemas.microsoft.com/office/drawing/2014/main" id="{9F652FAF-7820-6141-9F34-FDF8AEACBE0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32599" y="4424842"/>
              <a:ext cx="691469" cy="3889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71" name="Freeform 296">
            <a:extLst>
              <a:ext uri="{FF2B5EF4-FFF2-40B4-BE49-F238E27FC236}">
                <a16:creationId xmlns:a16="http://schemas.microsoft.com/office/drawing/2014/main" id="{06DFDE96-5B04-984C-B72D-22D074DF3E82}"/>
              </a:ext>
            </a:extLst>
          </p:cNvPr>
          <p:cNvSpPr>
            <a:spLocks/>
          </p:cNvSpPr>
          <p:nvPr/>
        </p:nvSpPr>
        <p:spPr bwMode="auto">
          <a:xfrm>
            <a:off x="3267440" y="4581500"/>
            <a:ext cx="2345531" cy="1123950"/>
          </a:xfrm>
          <a:custGeom>
            <a:avLst/>
            <a:gdLst>
              <a:gd name="T0" fmla="*/ 2147483647 w 1877"/>
              <a:gd name="T1" fmla="*/ 2147483647 h 917"/>
              <a:gd name="T2" fmla="*/ 2147483647 w 1877"/>
              <a:gd name="T3" fmla="*/ 2147483647 h 917"/>
              <a:gd name="T4" fmla="*/ 2147483647 w 1877"/>
              <a:gd name="T5" fmla="*/ 2147483647 h 917"/>
              <a:gd name="T6" fmla="*/ 2147483647 w 1877"/>
              <a:gd name="T7" fmla="*/ 2147483647 h 917"/>
              <a:gd name="T8" fmla="*/ 2147483647 w 1877"/>
              <a:gd name="T9" fmla="*/ 2147483647 h 917"/>
              <a:gd name="T10" fmla="*/ 2147483647 w 1877"/>
              <a:gd name="T11" fmla="*/ 2147483647 h 917"/>
              <a:gd name="T12" fmla="*/ 2147483647 w 1877"/>
              <a:gd name="T13" fmla="*/ 2147483647 h 917"/>
              <a:gd name="T14" fmla="*/ 2147483647 w 1877"/>
              <a:gd name="T15" fmla="*/ 2147483647 h 917"/>
              <a:gd name="T16" fmla="*/ 2147483647 w 1877"/>
              <a:gd name="T17" fmla="*/ 2147483647 h 917"/>
              <a:gd name="T18" fmla="*/ 2147483647 w 1877"/>
              <a:gd name="T19" fmla="*/ 2147483647 h 917"/>
              <a:gd name="T20" fmla="*/ 2147483647 w 1877"/>
              <a:gd name="T21" fmla="*/ 2147483647 h 917"/>
              <a:gd name="T22" fmla="*/ 2147483647 w 1877"/>
              <a:gd name="T23" fmla="*/ 2147483647 h 917"/>
              <a:gd name="T24" fmla="*/ 2147483647 w 1877"/>
              <a:gd name="T25" fmla="*/ 2147483647 h 917"/>
              <a:gd name="T26" fmla="*/ 2147483647 w 1877"/>
              <a:gd name="T27" fmla="*/ 2147483647 h 917"/>
              <a:gd name="T28" fmla="*/ 2147483647 w 1877"/>
              <a:gd name="T29" fmla="*/ 2147483647 h 917"/>
              <a:gd name="T30" fmla="*/ 2147483647 w 1877"/>
              <a:gd name="T31" fmla="*/ 2147483647 h 917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877"/>
              <a:gd name="T49" fmla="*/ 0 h 917"/>
              <a:gd name="T50" fmla="*/ 1877 w 1877"/>
              <a:gd name="T51" fmla="*/ 917 h 917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877" h="917">
                <a:moveTo>
                  <a:pt x="889" y="23"/>
                </a:moveTo>
                <a:cubicBezTo>
                  <a:pt x="804" y="39"/>
                  <a:pt x="771" y="98"/>
                  <a:pt x="692" y="109"/>
                </a:cubicBezTo>
                <a:cubicBezTo>
                  <a:pt x="613" y="120"/>
                  <a:pt x="511" y="81"/>
                  <a:pt x="415" y="91"/>
                </a:cubicBezTo>
                <a:cubicBezTo>
                  <a:pt x="319" y="101"/>
                  <a:pt x="174" y="126"/>
                  <a:pt x="112" y="170"/>
                </a:cubicBezTo>
                <a:cubicBezTo>
                  <a:pt x="51" y="214"/>
                  <a:pt x="66" y="294"/>
                  <a:pt x="50" y="353"/>
                </a:cubicBezTo>
                <a:cubicBezTo>
                  <a:pt x="34" y="412"/>
                  <a:pt x="0" y="479"/>
                  <a:pt x="14" y="528"/>
                </a:cubicBezTo>
                <a:cubicBezTo>
                  <a:pt x="29" y="577"/>
                  <a:pt x="57" y="608"/>
                  <a:pt x="139" y="650"/>
                </a:cubicBezTo>
                <a:cubicBezTo>
                  <a:pt x="221" y="692"/>
                  <a:pt x="372" y="742"/>
                  <a:pt x="505" y="781"/>
                </a:cubicBezTo>
                <a:cubicBezTo>
                  <a:pt x="638" y="820"/>
                  <a:pt x="789" y="866"/>
                  <a:pt x="933" y="886"/>
                </a:cubicBezTo>
                <a:cubicBezTo>
                  <a:pt x="1077" y="906"/>
                  <a:pt x="1246" y="917"/>
                  <a:pt x="1370" y="901"/>
                </a:cubicBezTo>
                <a:cubicBezTo>
                  <a:pt x="1494" y="885"/>
                  <a:pt x="1594" y="839"/>
                  <a:pt x="1676" y="793"/>
                </a:cubicBezTo>
                <a:cubicBezTo>
                  <a:pt x="1758" y="747"/>
                  <a:pt x="1843" y="720"/>
                  <a:pt x="1860" y="624"/>
                </a:cubicBezTo>
                <a:cubicBezTo>
                  <a:pt x="1877" y="528"/>
                  <a:pt x="1835" y="306"/>
                  <a:pt x="1776" y="219"/>
                </a:cubicBezTo>
                <a:cubicBezTo>
                  <a:pt x="1717" y="132"/>
                  <a:pt x="1599" y="134"/>
                  <a:pt x="1503" y="100"/>
                </a:cubicBezTo>
                <a:cubicBezTo>
                  <a:pt x="1407" y="66"/>
                  <a:pt x="1302" y="26"/>
                  <a:pt x="1200" y="13"/>
                </a:cubicBezTo>
                <a:cubicBezTo>
                  <a:pt x="1098" y="0"/>
                  <a:pt x="974" y="7"/>
                  <a:pt x="889" y="23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2100" dirty="0">
              <a:solidFill>
                <a:srgbClr val="000000"/>
              </a:solidFill>
              <a:latin typeface="Calibri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C19030B-5BD3-114F-B249-57401BFC96FB}"/>
              </a:ext>
            </a:extLst>
          </p:cNvPr>
          <p:cNvSpPr/>
          <p:nvPr/>
        </p:nvSpPr>
        <p:spPr>
          <a:xfrm>
            <a:off x="3708164" y="2864199"/>
            <a:ext cx="1645609" cy="1309379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350" dirty="0">
              <a:solidFill>
                <a:prstClr val="white"/>
              </a:solidFill>
              <a:latin typeface="Calibri"/>
            </a:endParaRPr>
          </a:p>
        </p:txBody>
      </p: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80C9D10E-5651-A74C-93AC-3C99ACEB97DA}"/>
              </a:ext>
            </a:extLst>
          </p:cNvPr>
          <p:cNvCxnSpPr>
            <a:cxnSpLocks/>
          </p:cNvCxnSpPr>
          <p:nvPr/>
        </p:nvCxnSpPr>
        <p:spPr>
          <a:xfrm flipV="1">
            <a:off x="2403343" y="3103946"/>
            <a:ext cx="0" cy="1876748"/>
          </a:xfrm>
          <a:prstGeom prst="line">
            <a:avLst/>
          </a:prstGeom>
          <a:ln w="444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7480C6A1-B418-BAFF-0A9B-DF3373520BD3}"/>
              </a:ext>
            </a:extLst>
          </p:cNvPr>
          <p:cNvGrpSpPr/>
          <p:nvPr/>
        </p:nvGrpSpPr>
        <p:grpSpPr>
          <a:xfrm>
            <a:off x="4383601" y="2576007"/>
            <a:ext cx="900931" cy="507831"/>
            <a:chOff x="5844802" y="2291678"/>
            <a:chExt cx="1108206" cy="677107"/>
          </a:xfrm>
        </p:grpSpPr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4FFEBBBB-2623-A645-BE22-49AB28379D36}"/>
                </a:ext>
              </a:extLst>
            </p:cNvPr>
            <p:cNvSpPr/>
            <p:nvPr/>
          </p:nvSpPr>
          <p:spPr>
            <a:xfrm>
              <a:off x="5864224" y="2340021"/>
              <a:ext cx="1063879" cy="266167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BE6AB7BA-7EC8-0044-B495-B5FBC9F37B18}"/>
                </a:ext>
              </a:extLst>
            </p:cNvPr>
            <p:cNvSpPr txBox="1"/>
            <p:nvPr/>
          </p:nvSpPr>
          <p:spPr>
            <a:xfrm>
              <a:off x="5844802" y="2291678"/>
              <a:ext cx="1108206" cy="677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85800">
                <a:defRPr/>
              </a:pPr>
              <a:r>
                <a:rPr lang="en-US" sz="1350" dirty="0">
                  <a:solidFill>
                    <a:prstClr val="black"/>
                  </a:solidFill>
                  <a:latin typeface="Calibri"/>
                </a:rPr>
                <a:t>HTTP msg</a:t>
              </a:r>
            </a:p>
          </p:txBody>
        </p:sp>
      </p:grp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8F458F2E-0B98-1741-9C0D-ECC805BD8799}"/>
              </a:ext>
            </a:extLst>
          </p:cNvPr>
          <p:cNvCxnSpPr>
            <a:cxnSpLocks/>
          </p:cNvCxnSpPr>
          <p:nvPr/>
        </p:nvCxnSpPr>
        <p:spPr>
          <a:xfrm>
            <a:off x="5258548" y="2720354"/>
            <a:ext cx="0" cy="226034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143591F4-8564-6A44-BC41-A0C901C7BC9C}"/>
              </a:ext>
            </a:extLst>
          </p:cNvPr>
          <p:cNvCxnSpPr>
            <a:cxnSpLocks/>
          </p:cNvCxnSpPr>
          <p:nvPr/>
        </p:nvCxnSpPr>
        <p:spPr>
          <a:xfrm>
            <a:off x="2388430" y="4966255"/>
            <a:ext cx="2888802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C467490B-06CD-72CD-67D7-702659130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Multiplexing/demultiplexing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8F1E19D-C79D-0399-56EA-1548EEA2BB22}"/>
              </a:ext>
            </a:extLst>
          </p:cNvPr>
          <p:cNvGrpSpPr/>
          <p:nvPr/>
        </p:nvGrpSpPr>
        <p:grpSpPr>
          <a:xfrm>
            <a:off x="4146629" y="2871282"/>
            <a:ext cx="1094995" cy="311524"/>
            <a:chOff x="8597346" y="692270"/>
            <a:chExt cx="1459993" cy="415366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45E4894-255A-88E4-2AC9-82A2C51C90CE}"/>
                </a:ext>
              </a:extLst>
            </p:cNvPr>
            <p:cNvSpPr/>
            <p:nvPr/>
          </p:nvSpPr>
          <p:spPr>
            <a:xfrm>
              <a:off x="8597936" y="756182"/>
              <a:ext cx="1403446" cy="266167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8C4C298-170E-3D5D-F527-651548E2EB19}"/>
                </a:ext>
              </a:extLst>
            </p:cNvPr>
            <p:cNvSpPr txBox="1"/>
            <p:nvPr/>
          </p:nvSpPr>
          <p:spPr>
            <a:xfrm>
              <a:off x="8893175" y="707526"/>
              <a:ext cx="116416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85800">
                <a:defRPr/>
              </a:pPr>
              <a:r>
                <a:rPr lang="en-US" sz="1350" dirty="0">
                  <a:solidFill>
                    <a:prstClr val="black"/>
                  </a:solidFill>
                  <a:latin typeface="Calibri"/>
                </a:rPr>
                <a:t>HTTP msg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315BD13-0EBF-E48C-A912-8A2018D96B53}"/>
                </a:ext>
              </a:extLst>
            </p:cNvPr>
            <p:cNvSpPr txBox="1"/>
            <p:nvPr/>
          </p:nvSpPr>
          <p:spPr>
            <a:xfrm>
              <a:off x="8597346" y="692270"/>
              <a:ext cx="44072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685800">
                <a:defRPr/>
              </a:pPr>
              <a:r>
                <a:rPr lang="en-US" sz="1350" dirty="0">
                  <a:solidFill>
                    <a:prstClr val="black"/>
                  </a:solidFill>
                  <a:latin typeface="Calibri"/>
                </a:rPr>
                <a:t>H</a:t>
              </a:r>
              <a:r>
                <a:rPr lang="en-US" sz="1350" baseline="-25000" dirty="0">
                  <a:solidFill>
                    <a:prstClr val="black"/>
                  </a:solidFill>
                  <a:latin typeface="Calibri"/>
                </a:rPr>
                <a:t>t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D8A7E22-A105-49C5-2F08-CFBB2A4F7EB3}"/>
              </a:ext>
            </a:extLst>
          </p:cNvPr>
          <p:cNvGrpSpPr/>
          <p:nvPr/>
        </p:nvGrpSpPr>
        <p:grpSpPr>
          <a:xfrm>
            <a:off x="3954242" y="3216254"/>
            <a:ext cx="1292268" cy="315111"/>
            <a:chOff x="8349959" y="687487"/>
            <a:chExt cx="1723024" cy="420147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C55FC8CA-9850-2897-FDF7-32850A59AD47}"/>
                </a:ext>
              </a:extLst>
            </p:cNvPr>
            <p:cNvSpPr/>
            <p:nvPr/>
          </p:nvSpPr>
          <p:spPr>
            <a:xfrm>
              <a:off x="8369532" y="756182"/>
              <a:ext cx="1631850" cy="266167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A67C767-1F5A-6342-E5A6-3154E7B6B339}"/>
                </a:ext>
              </a:extLst>
            </p:cNvPr>
            <p:cNvSpPr txBox="1"/>
            <p:nvPr/>
          </p:nvSpPr>
          <p:spPr>
            <a:xfrm>
              <a:off x="8893175" y="707526"/>
              <a:ext cx="1179808" cy="4001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85800">
                <a:defRPr/>
              </a:pPr>
              <a:r>
                <a:rPr lang="en-US" sz="1350" dirty="0">
                  <a:solidFill>
                    <a:prstClr val="black"/>
                  </a:solidFill>
                  <a:latin typeface="Calibri"/>
                </a:rPr>
                <a:t>HTTP msg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4121B5BB-BA6A-F414-E84E-3101842ACD4B}"/>
                </a:ext>
              </a:extLst>
            </p:cNvPr>
            <p:cNvSpPr txBox="1"/>
            <p:nvPr/>
          </p:nvSpPr>
          <p:spPr>
            <a:xfrm>
              <a:off x="8593764" y="690692"/>
              <a:ext cx="440720" cy="40010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685800">
                <a:defRPr/>
              </a:pPr>
              <a:r>
                <a:rPr lang="en-US" sz="1350" dirty="0">
                  <a:solidFill>
                    <a:prstClr val="black"/>
                  </a:solidFill>
                  <a:latin typeface="Calibri"/>
                </a:rPr>
                <a:t>H</a:t>
              </a:r>
              <a:r>
                <a:rPr lang="en-US" sz="1350" baseline="-25000" dirty="0">
                  <a:solidFill>
                    <a:prstClr val="black"/>
                  </a:solidFill>
                  <a:latin typeface="Calibri"/>
                </a:rPr>
                <a:t>t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0750AC3-5B88-E099-CDDB-3E6C13E05DE3}"/>
                </a:ext>
              </a:extLst>
            </p:cNvPr>
            <p:cNvSpPr txBox="1"/>
            <p:nvPr/>
          </p:nvSpPr>
          <p:spPr>
            <a:xfrm>
              <a:off x="8349959" y="687487"/>
              <a:ext cx="470643" cy="40010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685800">
                <a:defRPr/>
              </a:pPr>
              <a:r>
                <a:rPr lang="en-US" sz="1350" dirty="0">
                  <a:solidFill>
                    <a:prstClr val="black"/>
                  </a:solidFill>
                  <a:latin typeface="Calibri"/>
                </a:rPr>
                <a:t>H</a:t>
              </a:r>
              <a:r>
                <a:rPr lang="en-US" sz="1350" baseline="-25000" dirty="0">
                  <a:solidFill>
                    <a:prstClr val="black"/>
                  </a:solidFill>
                  <a:latin typeface="Calibri"/>
                </a:rPr>
                <a:t>n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6CF77B7B-CAA6-5EE4-F51C-9FA3BA7AE0EA}"/>
              </a:ext>
            </a:extLst>
          </p:cNvPr>
          <p:cNvGrpSpPr/>
          <p:nvPr/>
        </p:nvGrpSpPr>
        <p:grpSpPr>
          <a:xfrm>
            <a:off x="3080324" y="5028623"/>
            <a:ext cx="1303278" cy="315111"/>
            <a:chOff x="8349959" y="687487"/>
            <a:chExt cx="1737704" cy="420147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362B2F3C-1A2C-22DE-11C6-35EF01FB4964}"/>
                </a:ext>
              </a:extLst>
            </p:cNvPr>
            <p:cNvSpPr/>
            <p:nvPr/>
          </p:nvSpPr>
          <p:spPr>
            <a:xfrm>
              <a:off x="8369532" y="756182"/>
              <a:ext cx="1631850" cy="266167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63BA422A-055D-83BF-7614-2A6490E1E42A}"/>
                </a:ext>
              </a:extLst>
            </p:cNvPr>
            <p:cNvSpPr txBox="1"/>
            <p:nvPr/>
          </p:nvSpPr>
          <p:spPr>
            <a:xfrm>
              <a:off x="8893175" y="707526"/>
              <a:ext cx="1194488" cy="4001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85800">
                <a:defRPr/>
              </a:pPr>
              <a:r>
                <a:rPr lang="en-US" sz="1350" dirty="0">
                  <a:solidFill>
                    <a:prstClr val="black"/>
                  </a:solidFill>
                  <a:latin typeface="Calibri"/>
                </a:rPr>
                <a:t>HTTP msg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847F086F-8EE5-B65B-F3AD-B90AC3BAA993}"/>
                </a:ext>
              </a:extLst>
            </p:cNvPr>
            <p:cNvSpPr txBox="1"/>
            <p:nvPr/>
          </p:nvSpPr>
          <p:spPr>
            <a:xfrm>
              <a:off x="8593764" y="690692"/>
              <a:ext cx="440720" cy="40010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685800">
                <a:defRPr/>
              </a:pPr>
              <a:r>
                <a:rPr lang="en-US" sz="1350" dirty="0">
                  <a:solidFill>
                    <a:prstClr val="black"/>
                  </a:solidFill>
                  <a:latin typeface="Calibri"/>
                </a:rPr>
                <a:t>H</a:t>
              </a:r>
              <a:r>
                <a:rPr lang="en-US" sz="1350" baseline="-25000" dirty="0">
                  <a:solidFill>
                    <a:prstClr val="black"/>
                  </a:solidFill>
                  <a:latin typeface="Calibri"/>
                </a:rPr>
                <a:t>t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A767B5E6-9B62-1E9F-8ECC-7C6440F2D722}"/>
                </a:ext>
              </a:extLst>
            </p:cNvPr>
            <p:cNvSpPr txBox="1"/>
            <p:nvPr/>
          </p:nvSpPr>
          <p:spPr>
            <a:xfrm>
              <a:off x="8349959" y="687487"/>
              <a:ext cx="470643" cy="40010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685800">
                <a:defRPr/>
              </a:pPr>
              <a:r>
                <a:rPr lang="en-US" sz="1350" dirty="0">
                  <a:solidFill>
                    <a:prstClr val="black"/>
                  </a:solidFill>
                  <a:latin typeface="Calibri"/>
                </a:rPr>
                <a:t>H</a:t>
              </a:r>
              <a:r>
                <a:rPr lang="en-US" sz="1350" baseline="-25000" dirty="0">
                  <a:solidFill>
                    <a:prstClr val="black"/>
                  </a:solidFill>
                  <a:latin typeface="Calibri"/>
                </a:rPr>
                <a:t>n</a:t>
              </a:r>
            </a:p>
          </p:txBody>
        </p:sp>
      </p:grp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50FCAC8-2BD7-5831-502D-460A2985C4FB}"/>
              </a:ext>
            </a:extLst>
          </p:cNvPr>
          <p:cNvCxnSpPr>
            <a:cxnSpLocks/>
          </p:cNvCxnSpPr>
          <p:nvPr/>
        </p:nvCxnSpPr>
        <p:spPr>
          <a:xfrm>
            <a:off x="2388430" y="4966255"/>
            <a:ext cx="2888802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3B86B99E-8B69-2971-9DBA-1E90AD4CFFA5}"/>
              </a:ext>
            </a:extLst>
          </p:cNvPr>
          <p:cNvCxnSpPr/>
          <p:nvPr/>
        </p:nvCxnSpPr>
        <p:spPr>
          <a:xfrm flipH="1">
            <a:off x="2776432" y="5188211"/>
            <a:ext cx="225197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Group 37">
            <a:extLst>
              <a:ext uri="{FF2B5EF4-FFF2-40B4-BE49-F238E27FC236}">
                <a16:creationId xmlns:a16="http://schemas.microsoft.com/office/drawing/2014/main" id="{0F2BD8D8-9D10-8B19-1C62-4230F283322B}"/>
              </a:ext>
            </a:extLst>
          </p:cNvPr>
          <p:cNvGrpSpPr/>
          <p:nvPr/>
        </p:nvGrpSpPr>
        <p:grpSpPr>
          <a:xfrm>
            <a:off x="1369304" y="3627734"/>
            <a:ext cx="1310772" cy="315111"/>
            <a:chOff x="8349959" y="687487"/>
            <a:chExt cx="1747696" cy="420147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C37143D8-5E22-4921-A36A-DE7F809ACE66}"/>
                </a:ext>
              </a:extLst>
            </p:cNvPr>
            <p:cNvSpPr/>
            <p:nvPr/>
          </p:nvSpPr>
          <p:spPr>
            <a:xfrm>
              <a:off x="8369532" y="756182"/>
              <a:ext cx="1631850" cy="266167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82C57A99-F5E8-A08D-D8C0-7C5182504E89}"/>
                </a:ext>
              </a:extLst>
            </p:cNvPr>
            <p:cNvSpPr txBox="1"/>
            <p:nvPr/>
          </p:nvSpPr>
          <p:spPr>
            <a:xfrm>
              <a:off x="8893175" y="707526"/>
              <a:ext cx="1204480" cy="4001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85800">
                <a:defRPr/>
              </a:pPr>
              <a:r>
                <a:rPr lang="en-US" sz="1350" dirty="0">
                  <a:solidFill>
                    <a:prstClr val="black"/>
                  </a:solidFill>
                  <a:latin typeface="Calibri"/>
                </a:rPr>
                <a:t>HTTP msg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F5073EDC-3591-CB08-2DDA-368C690C6706}"/>
                </a:ext>
              </a:extLst>
            </p:cNvPr>
            <p:cNvSpPr txBox="1"/>
            <p:nvPr/>
          </p:nvSpPr>
          <p:spPr>
            <a:xfrm>
              <a:off x="8593764" y="690692"/>
              <a:ext cx="440720" cy="40010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685800">
                <a:defRPr/>
              </a:pPr>
              <a:r>
                <a:rPr lang="en-US" sz="1350" dirty="0">
                  <a:solidFill>
                    <a:prstClr val="black"/>
                  </a:solidFill>
                  <a:latin typeface="Calibri"/>
                </a:rPr>
                <a:t>H</a:t>
              </a:r>
              <a:r>
                <a:rPr lang="en-US" sz="1350" baseline="-25000" dirty="0">
                  <a:solidFill>
                    <a:prstClr val="black"/>
                  </a:solidFill>
                  <a:latin typeface="Calibri"/>
                </a:rPr>
                <a:t>t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C979AAC8-CBF1-2DA6-B365-73E019AA038B}"/>
                </a:ext>
              </a:extLst>
            </p:cNvPr>
            <p:cNvSpPr txBox="1"/>
            <p:nvPr/>
          </p:nvSpPr>
          <p:spPr>
            <a:xfrm>
              <a:off x="8349959" y="687487"/>
              <a:ext cx="470643" cy="40010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685800">
                <a:defRPr/>
              </a:pPr>
              <a:r>
                <a:rPr lang="en-US" sz="1350" dirty="0">
                  <a:solidFill>
                    <a:prstClr val="black"/>
                  </a:solidFill>
                  <a:latin typeface="Calibri"/>
                </a:rPr>
                <a:t>H</a:t>
              </a:r>
              <a:r>
                <a:rPr lang="en-US" sz="1350" baseline="-25000" dirty="0">
                  <a:solidFill>
                    <a:prstClr val="black"/>
                  </a:solidFill>
                  <a:latin typeface="Calibri"/>
                </a:rPr>
                <a:t>n</a:t>
              </a:r>
            </a:p>
          </p:txBody>
        </p: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9DF935-F48B-AA9A-E1BD-16335B817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0BC41B36-6335-F546-90B9-E2121371E10D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0532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08AF567B-A744-BF46-B80D-389C2E4393B6}"/>
              </a:ext>
            </a:extLst>
          </p:cNvPr>
          <p:cNvGrpSpPr/>
          <p:nvPr/>
        </p:nvGrpSpPr>
        <p:grpSpPr>
          <a:xfrm>
            <a:off x="106136" y="1830842"/>
            <a:ext cx="8931728" cy="3201605"/>
            <a:chOff x="2511281" y="3572744"/>
            <a:chExt cx="7770812" cy="2811463"/>
          </a:xfrm>
        </p:grpSpPr>
        <p:sp>
          <p:nvSpPr>
            <p:cNvPr id="132" name="Freeform 157">
              <a:extLst>
                <a:ext uri="{FF2B5EF4-FFF2-40B4-BE49-F238E27FC236}">
                  <a16:creationId xmlns:a16="http://schemas.microsoft.com/office/drawing/2014/main" id="{511A693F-4BF3-344C-BDC6-28BAA983976E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8431" y="3572744"/>
              <a:ext cx="552450" cy="2082800"/>
            </a:xfrm>
            <a:custGeom>
              <a:avLst/>
              <a:gdLst>
                <a:gd name="T0" fmla="*/ 0 w 348"/>
                <a:gd name="T1" fmla="*/ 2147483647 h 1312"/>
                <a:gd name="T2" fmla="*/ 2147483647 w 348"/>
                <a:gd name="T3" fmla="*/ 0 h 1312"/>
                <a:gd name="T4" fmla="*/ 2147483647 w 348"/>
                <a:gd name="T5" fmla="*/ 2147483647 h 1312"/>
                <a:gd name="T6" fmla="*/ 2147483647 w 348"/>
                <a:gd name="T7" fmla="*/ 2147483647 h 1312"/>
                <a:gd name="T8" fmla="*/ 0 w 348"/>
                <a:gd name="T9" fmla="*/ 2147483647 h 13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8" h="1312">
                  <a:moveTo>
                    <a:pt x="0" y="1306"/>
                  </a:moveTo>
                  <a:lnTo>
                    <a:pt x="348" y="0"/>
                  </a:lnTo>
                  <a:lnTo>
                    <a:pt x="342" y="1258"/>
                  </a:lnTo>
                  <a:lnTo>
                    <a:pt x="180" y="1312"/>
                  </a:lnTo>
                  <a:lnTo>
                    <a:pt x="0" y="1306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B2B2B2"/>
                </a:gs>
              </a:gsLst>
              <a:lin ang="0" scaled="1"/>
            </a:gradFill>
            <a:ln w="9525">
              <a:solidFill>
                <a:srgbClr val="DDDDDD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45" name="Rectangle 23">
              <a:extLst>
                <a:ext uri="{FF2B5EF4-FFF2-40B4-BE49-F238E27FC236}">
                  <a16:creationId xmlns:a16="http://schemas.microsoft.com/office/drawing/2014/main" id="{F1314FFD-BA11-A042-BA84-1061E37290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56118" y="3623544"/>
              <a:ext cx="1497013" cy="1981200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2700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46" name="Rectangle 24">
              <a:extLst>
                <a:ext uri="{FF2B5EF4-FFF2-40B4-BE49-F238E27FC236}">
                  <a16:creationId xmlns:a16="http://schemas.microsoft.com/office/drawing/2014/main" id="{89D8A59C-E128-B74A-B94F-06FAC9DB73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21193" y="3677519"/>
              <a:ext cx="1473200" cy="1979613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2700" kern="0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47" name="Line 25">
              <a:extLst>
                <a:ext uri="{FF2B5EF4-FFF2-40B4-BE49-F238E27FC236}">
                  <a16:creationId xmlns:a16="http://schemas.microsoft.com/office/drawing/2014/main" id="{B922FB1F-8B1A-1843-A740-29E910EB3E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27543" y="4447457"/>
              <a:ext cx="1460500" cy="317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48" name="Text Box 26">
              <a:extLst>
                <a:ext uri="{FF2B5EF4-FFF2-40B4-BE49-F238E27FC236}">
                  <a16:creationId xmlns:a16="http://schemas.microsoft.com/office/drawing/2014/main" id="{BE3B5056-5F96-5946-AEC3-17140DB163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98981" y="4480178"/>
              <a:ext cx="1317625" cy="282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500" kern="0" dirty="0">
                  <a:solidFill>
                    <a:srgbClr val="000000"/>
                  </a:solidFill>
                </a:rPr>
                <a:t>transport</a:t>
              </a:r>
            </a:p>
          </p:txBody>
        </p:sp>
        <p:sp>
          <p:nvSpPr>
            <p:cNvPr id="149" name="Line 27">
              <a:extLst>
                <a:ext uri="{FF2B5EF4-FFF2-40B4-BE49-F238E27FC236}">
                  <a16:creationId xmlns:a16="http://schemas.microsoft.com/office/drawing/2014/main" id="{FF1A214D-FBCE-7342-8332-F3FA9C577B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29131" y="4764957"/>
              <a:ext cx="1457325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51" name="Text Box 26">
              <a:extLst>
                <a:ext uri="{FF2B5EF4-FFF2-40B4-BE49-F238E27FC236}">
                  <a16:creationId xmlns:a16="http://schemas.microsoft.com/office/drawing/2014/main" id="{50D62C6A-4C80-854F-A4B8-723E99A5A7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92631" y="5377884"/>
              <a:ext cx="1317625" cy="282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500" kern="0" dirty="0">
                  <a:solidFill>
                    <a:srgbClr val="000000"/>
                  </a:solidFill>
                </a:rPr>
                <a:t>physical</a:t>
              </a:r>
            </a:p>
          </p:txBody>
        </p:sp>
        <p:sp>
          <p:nvSpPr>
            <p:cNvPr id="152" name="Text Box 26">
              <a:extLst>
                <a:ext uri="{FF2B5EF4-FFF2-40B4-BE49-F238E27FC236}">
                  <a16:creationId xmlns:a16="http://schemas.microsoft.com/office/drawing/2014/main" id="{A79D3A45-C33B-7046-9088-A02FAACCA1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92631" y="5084965"/>
              <a:ext cx="1317625" cy="282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500" kern="0" dirty="0">
                  <a:solidFill>
                    <a:srgbClr val="000000"/>
                  </a:solidFill>
                </a:rPr>
                <a:t>link</a:t>
              </a:r>
            </a:p>
          </p:txBody>
        </p:sp>
        <p:sp>
          <p:nvSpPr>
            <p:cNvPr id="153" name="Text Box 26">
              <a:extLst>
                <a:ext uri="{FF2B5EF4-FFF2-40B4-BE49-F238E27FC236}">
                  <a16:creationId xmlns:a16="http://schemas.microsoft.com/office/drawing/2014/main" id="{F3520259-D4C5-3340-8000-3B8C746A77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92631" y="4793686"/>
              <a:ext cx="1317625" cy="282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500" kern="0" dirty="0">
                  <a:solidFill>
                    <a:srgbClr val="000000"/>
                  </a:solidFill>
                </a:rPr>
                <a:t>network</a:t>
              </a:r>
            </a:p>
          </p:txBody>
        </p:sp>
        <p:sp>
          <p:nvSpPr>
            <p:cNvPr id="155" name="Line 27">
              <a:extLst>
                <a:ext uri="{FF2B5EF4-FFF2-40B4-BE49-F238E27FC236}">
                  <a16:creationId xmlns:a16="http://schemas.microsoft.com/office/drawing/2014/main" id="{E1326351-38D1-A440-A7B8-5079367D54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25956" y="5076107"/>
              <a:ext cx="1457325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56" name="Line 27">
              <a:extLst>
                <a:ext uri="{FF2B5EF4-FFF2-40B4-BE49-F238E27FC236}">
                  <a16:creationId xmlns:a16="http://schemas.microsoft.com/office/drawing/2014/main" id="{891B0B5D-A14D-1A40-B291-CC1A04A094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22781" y="5374557"/>
              <a:ext cx="1457325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70" name="Rectangle 23">
              <a:extLst>
                <a:ext uri="{FF2B5EF4-FFF2-40B4-BE49-F238E27FC236}">
                  <a16:creationId xmlns:a16="http://schemas.microsoft.com/office/drawing/2014/main" id="{18A5F7E9-E597-8A49-8FBA-5EBCB61315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18306" y="3993432"/>
              <a:ext cx="1296987" cy="1981200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2700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71" name="Rectangle 24">
              <a:extLst>
                <a:ext uri="{FF2B5EF4-FFF2-40B4-BE49-F238E27FC236}">
                  <a16:creationId xmlns:a16="http://schemas.microsoft.com/office/drawing/2014/main" id="{5DFFE03C-FB1C-D742-84E9-52CBDDB98D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80206" y="4047407"/>
              <a:ext cx="1273175" cy="1979612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2700" kern="0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72" name="Line 25">
              <a:extLst>
                <a:ext uri="{FF2B5EF4-FFF2-40B4-BE49-F238E27FC236}">
                  <a16:creationId xmlns:a16="http://schemas.microsoft.com/office/drawing/2014/main" id="{5AD7BC14-F444-E745-8910-70D580A778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89731" y="4807819"/>
              <a:ext cx="1263650" cy="317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73" name="Text Box 26">
              <a:extLst>
                <a:ext uri="{FF2B5EF4-FFF2-40B4-BE49-F238E27FC236}">
                  <a16:creationId xmlns:a16="http://schemas.microsoft.com/office/drawing/2014/main" id="{1058B2AB-1EA8-1A46-9E03-D8FFDD9E54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46868" y="4833372"/>
              <a:ext cx="1317625" cy="282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500" kern="0" dirty="0">
                  <a:solidFill>
                    <a:srgbClr val="000000"/>
                  </a:solidFill>
                </a:rPr>
                <a:t>transport</a:t>
              </a:r>
            </a:p>
          </p:txBody>
        </p:sp>
        <p:sp>
          <p:nvSpPr>
            <p:cNvPr id="174" name="Line 27">
              <a:extLst>
                <a:ext uri="{FF2B5EF4-FFF2-40B4-BE49-F238E27FC236}">
                  <a16:creationId xmlns:a16="http://schemas.microsoft.com/office/drawing/2014/main" id="{3A83CA24-DF84-F740-B870-F5C298378E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97668" y="5128494"/>
              <a:ext cx="1263650" cy="317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75" name="Line 28">
              <a:extLst>
                <a:ext uri="{FF2B5EF4-FFF2-40B4-BE49-F238E27FC236}">
                  <a16:creationId xmlns:a16="http://schemas.microsoft.com/office/drawing/2014/main" id="{1D5846CF-9A4C-784A-A5A4-98F8F1486D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83381" y="5438057"/>
              <a:ext cx="1263650" cy="317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76" name="Line 29">
              <a:extLst>
                <a:ext uri="{FF2B5EF4-FFF2-40B4-BE49-F238E27FC236}">
                  <a16:creationId xmlns:a16="http://schemas.microsoft.com/office/drawing/2014/main" id="{987AF988-33D7-A644-9737-1635D99E92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83381" y="5723807"/>
              <a:ext cx="1263650" cy="317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77" name="Text Box 26">
              <a:extLst>
                <a:ext uri="{FF2B5EF4-FFF2-40B4-BE49-F238E27FC236}">
                  <a16:creationId xmlns:a16="http://schemas.microsoft.com/office/drawing/2014/main" id="{DC53D19A-63B2-7141-9008-9BC3F67805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81793" y="4037882"/>
              <a:ext cx="1317625" cy="282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500" kern="0" dirty="0">
                  <a:solidFill>
                    <a:srgbClr val="000000"/>
                  </a:solidFill>
                </a:rPr>
                <a:t>application</a:t>
              </a:r>
            </a:p>
          </p:txBody>
        </p:sp>
        <p:sp>
          <p:nvSpPr>
            <p:cNvPr id="178" name="Text Box 26">
              <a:extLst>
                <a:ext uri="{FF2B5EF4-FFF2-40B4-BE49-F238E27FC236}">
                  <a16:creationId xmlns:a16="http://schemas.microsoft.com/office/drawing/2014/main" id="{668FFB30-2FA6-AE41-99EF-4D74E37F3E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37343" y="5745416"/>
              <a:ext cx="1317625" cy="282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500" kern="0" dirty="0">
                  <a:solidFill>
                    <a:srgbClr val="000000"/>
                  </a:solidFill>
                </a:rPr>
                <a:t>physical</a:t>
              </a:r>
            </a:p>
          </p:txBody>
        </p:sp>
        <p:sp>
          <p:nvSpPr>
            <p:cNvPr id="179" name="Text Box 26">
              <a:extLst>
                <a:ext uri="{FF2B5EF4-FFF2-40B4-BE49-F238E27FC236}">
                  <a16:creationId xmlns:a16="http://schemas.microsoft.com/office/drawing/2014/main" id="{9646084A-4EA0-5345-8A3E-91D3475359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49290" y="5438159"/>
              <a:ext cx="1317625" cy="282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500" kern="0" dirty="0">
                  <a:solidFill>
                    <a:srgbClr val="000000"/>
                  </a:solidFill>
                </a:rPr>
                <a:t>link</a:t>
              </a:r>
            </a:p>
          </p:txBody>
        </p:sp>
        <p:sp>
          <p:nvSpPr>
            <p:cNvPr id="180" name="Text Box 26">
              <a:extLst>
                <a:ext uri="{FF2B5EF4-FFF2-40B4-BE49-F238E27FC236}">
                  <a16:creationId xmlns:a16="http://schemas.microsoft.com/office/drawing/2014/main" id="{9FDE009F-BD4C-6B4C-A66D-690533C0F5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46868" y="5150053"/>
              <a:ext cx="1317625" cy="282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500" kern="0" dirty="0">
                  <a:solidFill>
                    <a:srgbClr val="000000"/>
                  </a:solidFill>
                </a:rPr>
                <a:t>network</a:t>
              </a:r>
            </a:p>
          </p:txBody>
        </p:sp>
        <p:sp>
          <p:nvSpPr>
            <p:cNvPr id="182" name="Freeform 103">
              <a:extLst>
                <a:ext uri="{FF2B5EF4-FFF2-40B4-BE49-F238E27FC236}">
                  <a16:creationId xmlns:a16="http://schemas.microsoft.com/office/drawing/2014/main" id="{DEF6D5D3-E4DA-4B46-BBC5-93311E115D92}"/>
                </a:ext>
              </a:extLst>
            </p:cNvPr>
            <p:cNvSpPr>
              <a:spLocks/>
            </p:cNvSpPr>
            <p:nvPr/>
          </p:nvSpPr>
          <p:spPr bwMode="auto">
            <a:xfrm>
              <a:off x="9166081" y="4025182"/>
              <a:ext cx="581025" cy="2038350"/>
            </a:xfrm>
            <a:custGeom>
              <a:avLst/>
              <a:gdLst>
                <a:gd name="T0" fmla="*/ 2147483647 w 366"/>
                <a:gd name="T1" fmla="*/ 2147483647 h 1284"/>
                <a:gd name="T2" fmla="*/ 2147483647 w 366"/>
                <a:gd name="T3" fmla="*/ 0 h 1284"/>
                <a:gd name="T4" fmla="*/ 0 w 366"/>
                <a:gd name="T5" fmla="*/ 2147483647 h 1284"/>
                <a:gd name="T6" fmla="*/ 2147483647 w 366"/>
                <a:gd name="T7" fmla="*/ 2147483647 h 1284"/>
                <a:gd name="T8" fmla="*/ 2147483647 w 366"/>
                <a:gd name="T9" fmla="*/ 2147483647 h 12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66" h="1284">
                  <a:moveTo>
                    <a:pt x="366" y="1278"/>
                  </a:moveTo>
                  <a:lnTo>
                    <a:pt x="12" y="0"/>
                  </a:lnTo>
                  <a:lnTo>
                    <a:pt x="0" y="1224"/>
                  </a:lnTo>
                  <a:lnTo>
                    <a:pt x="186" y="1284"/>
                  </a:lnTo>
                  <a:lnTo>
                    <a:pt x="366" y="1278"/>
                  </a:lnTo>
                  <a:close/>
                </a:path>
              </a:pathLst>
            </a:custGeom>
            <a:gradFill rotWithShape="1">
              <a:gsLst>
                <a:gs pos="0">
                  <a:srgbClr val="B2B2B2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DDDDDD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83" name="Freeform 70">
              <a:extLst>
                <a:ext uri="{FF2B5EF4-FFF2-40B4-BE49-F238E27FC236}">
                  <a16:creationId xmlns:a16="http://schemas.microsoft.com/office/drawing/2014/main" id="{4A88383C-61F9-1949-9D88-EC83EDA3F2B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6418" y="4045819"/>
              <a:ext cx="552450" cy="2082800"/>
            </a:xfrm>
            <a:custGeom>
              <a:avLst/>
              <a:gdLst>
                <a:gd name="T0" fmla="*/ 0 w 348"/>
                <a:gd name="T1" fmla="*/ 2147483647 h 1312"/>
                <a:gd name="T2" fmla="*/ 2147483647 w 348"/>
                <a:gd name="T3" fmla="*/ 0 h 1312"/>
                <a:gd name="T4" fmla="*/ 2147483647 w 348"/>
                <a:gd name="T5" fmla="*/ 2147483647 h 1312"/>
                <a:gd name="T6" fmla="*/ 2147483647 w 348"/>
                <a:gd name="T7" fmla="*/ 2147483647 h 1312"/>
                <a:gd name="T8" fmla="*/ 0 w 348"/>
                <a:gd name="T9" fmla="*/ 2147483647 h 13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8" h="1312">
                  <a:moveTo>
                    <a:pt x="0" y="1306"/>
                  </a:moveTo>
                  <a:lnTo>
                    <a:pt x="348" y="0"/>
                  </a:lnTo>
                  <a:lnTo>
                    <a:pt x="342" y="1258"/>
                  </a:lnTo>
                  <a:lnTo>
                    <a:pt x="180" y="1312"/>
                  </a:lnTo>
                  <a:lnTo>
                    <a:pt x="0" y="1306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B2B2B2"/>
                </a:gs>
              </a:gsLst>
              <a:lin ang="0" scaled="1"/>
            </a:gradFill>
            <a:ln w="9525">
              <a:solidFill>
                <a:srgbClr val="DDDDDD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84" name="Rectangle 23">
              <a:extLst>
                <a:ext uri="{FF2B5EF4-FFF2-40B4-BE49-F238E27FC236}">
                  <a16:creationId xmlns:a16="http://schemas.microsoft.com/office/drawing/2014/main" id="{AC94A5E0-4794-4246-825A-61CE412794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73318" y="4001369"/>
              <a:ext cx="1296988" cy="1981200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2700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85" name="Rectangle 24">
              <a:extLst>
                <a:ext uri="{FF2B5EF4-FFF2-40B4-BE49-F238E27FC236}">
                  <a16:creationId xmlns:a16="http://schemas.microsoft.com/office/drawing/2014/main" id="{6F8DDC46-C4B7-DF4E-8AF5-C602B6EAA1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5218" y="4055344"/>
              <a:ext cx="1273175" cy="1979613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2700" kern="0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86" name="Line 25">
              <a:extLst>
                <a:ext uri="{FF2B5EF4-FFF2-40B4-BE49-F238E27FC236}">
                  <a16:creationId xmlns:a16="http://schemas.microsoft.com/office/drawing/2014/main" id="{DBA82451-A905-D646-87C3-445C7FB421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44743" y="4815757"/>
              <a:ext cx="1263650" cy="317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87" name="Text Box 26">
              <a:extLst>
                <a:ext uri="{FF2B5EF4-FFF2-40B4-BE49-F238E27FC236}">
                  <a16:creationId xmlns:a16="http://schemas.microsoft.com/office/drawing/2014/main" id="{20A57016-2D36-9945-9BC2-7F8B323410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1881" y="4841309"/>
              <a:ext cx="1317625" cy="282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500" kern="0" dirty="0">
                  <a:solidFill>
                    <a:srgbClr val="000000"/>
                  </a:solidFill>
                </a:rPr>
                <a:t>transport</a:t>
              </a:r>
            </a:p>
          </p:txBody>
        </p:sp>
        <p:sp>
          <p:nvSpPr>
            <p:cNvPr id="188" name="Line 27">
              <a:extLst>
                <a:ext uri="{FF2B5EF4-FFF2-40B4-BE49-F238E27FC236}">
                  <a16:creationId xmlns:a16="http://schemas.microsoft.com/office/drawing/2014/main" id="{C4DE758D-2140-4D46-8462-D030054EF8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681" y="5136432"/>
              <a:ext cx="1263650" cy="317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89" name="Line 28">
              <a:extLst>
                <a:ext uri="{FF2B5EF4-FFF2-40B4-BE49-F238E27FC236}">
                  <a16:creationId xmlns:a16="http://schemas.microsoft.com/office/drawing/2014/main" id="{54E984A7-4546-6E49-B9F8-528EAF4E1F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38393" y="5445994"/>
              <a:ext cx="1263650" cy="317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90" name="Line 29">
              <a:extLst>
                <a:ext uri="{FF2B5EF4-FFF2-40B4-BE49-F238E27FC236}">
                  <a16:creationId xmlns:a16="http://schemas.microsoft.com/office/drawing/2014/main" id="{85DE9E64-476F-6F4E-8BFA-3205F1E596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38393" y="5731744"/>
              <a:ext cx="1263650" cy="317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91" name="Text Box 26">
              <a:extLst>
                <a:ext uri="{FF2B5EF4-FFF2-40B4-BE49-F238E27FC236}">
                  <a16:creationId xmlns:a16="http://schemas.microsoft.com/office/drawing/2014/main" id="{A1B9282E-64F8-1442-8F95-7A9813CE8F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36806" y="4045819"/>
              <a:ext cx="1317625" cy="282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500" kern="0" dirty="0">
                  <a:solidFill>
                    <a:srgbClr val="000000"/>
                  </a:solidFill>
                </a:rPr>
                <a:t>application</a:t>
              </a:r>
            </a:p>
          </p:txBody>
        </p:sp>
        <p:sp>
          <p:nvSpPr>
            <p:cNvPr id="192" name="Text Box 26">
              <a:extLst>
                <a:ext uri="{FF2B5EF4-FFF2-40B4-BE49-F238E27FC236}">
                  <a16:creationId xmlns:a16="http://schemas.microsoft.com/office/drawing/2014/main" id="{83782313-46E0-BE46-BEED-BDC4F6A04A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92356" y="5746184"/>
              <a:ext cx="1317625" cy="282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500" kern="0" dirty="0">
                  <a:solidFill>
                    <a:srgbClr val="000000"/>
                  </a:solidFill>
                </a:rPr>
                <a:t>physical</a:t>
              </a:r>
            </a:p>
          </p:txBody>
        </p:sp>
        <p:sp>
          <p:nvSpPr>
            <p:cNvPr id="193" name="Text Box 26">
              <a:extLst>
                <a:ext uri="{FF2B5EF4-FFF2-40B4-BE49-F238E27FC236}">
                  <a16:creationId xmlns:a16="http://schemas.microsoft.com/office/drawing/2014/main" id="{E3A71501-A89A-D249-84FB-20D98047A2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11406" y="5453266"/>
              <a:ext cx="1317625" cy="282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500" kern="0" dirty="0">
                  <a:solidFill>
                    <a:srgbClr val="000000"/>
                  </a:solidFill>
                </a:rPr>
                <a:t>link</a:t>
              </a:r>
            </a:p>
          </p:txBody>
        </p:sp>
        <p:sp>
          <p:nvSpPr>
            <p:cNvPr id="194" name="Text Box 26">
              <a:extLst>
                <a:ext uri="{FF2B5EF4-FFF2-40B4-BE49-F238E27FC236}">
                  <a16:creationId xmlns:a16="http://schemas.microsoft.com/office/drawing/2014/main" id="{6C7F0039-C145-9D4F-92E4-1AF9B0406D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1881" y="5157990"/>
              <a:ext cx="1317625" cy="282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500" kern="0" dirty="0">
                  <a:solidFill>
                    <a:srgbClr val="000000"/>
                  </a:solidFill>
                </a:rPr>
                <a:t>network</a:t>
              </a:r>
            </a:p>
          </p:txBody>
        </p:sp>
        <p:grpSp>
          <p:nvGrpSpPr>
            <p:cNvPr id="216" name="Group 179">
              <a:extLst>
                <a:ext uri="{FF2B5EF4-FFF2-40B4-BE49-F238E27FC236}">
                  <a16:creationId xmlns:a16="http://schemas.microsoft.com/office/drawing/2014/main" id="{D0DD382B-DAC3-2346-B02D-B07D9921201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11281" y="5555532"/>
              <a:ext cx="800100" cy="828675"/>
              <a:chOff x="-44" y="1473"/>
              <a:chExt cx="981" cy="1105"/>
            </a:xfrm>
          </p:grpSpPr>
          <p:pic>
            <p:nvPicPr>
              <p:cNvPr id="217" name="Picture 180" descr="desktop_computer_stylized_medium">
                <a:extLst>
                  <a:ext uri="{FF2B5EF4-FFF2-40B4-BE49-F238E27FC236}">
                    <a16:creationId xmlns:a16="http://schemas.microsoft.com/office/drawing/2014/main" id="{DED124CB-DBF2-BA4A-A3F5-D0D2EE27E04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18" name="Freeform 181">
                <a:extLst>
                  <a:ext uri="{FF2B5EF4-FFF2-40B4-BE49-F238E27FC236}">
                    <a16:creationId xmlns:a16="http://schemas.microsoft.com/office/drawing/2014/main" id="{45C70753-F80F-0E44-A5BE-EA6A01030121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5595 w 356"/>
                  <a:gd name="T3" fmla="*/ 341 h 368"/>
                  <a:gd name="T4" fmla="*/ 6638 w 356"/>
                  <a:gd name="T5" fmla="*/ 7113 h 368"/>
                  <a:gd name="T6" fmla="*/ 1463 w 356"/>
                  <a:gd name="T7" fmla="*/ 8895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kern="0" dirty="0">
                  <a:solidFill>
                    <a:srgbClr val="000000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grpSp>
          <p:nvGrpSpPr>
            <p:cNvPr id="219" name="Group 182">
              <a:extLst>
                <a:ext uri="{FF2B5EF4-FFF2-40B4-BE49-F238E27FC236}">
                  <a16:creationId xmlns:a16="http://schemas.microsoft.com/office/drawing/2014/main" id="{8C1F52F1-3DCD-D94D-B922-F8CEBAB5F0B4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9493106" y="5469807"/>
              <a:ext cx="788987" cy="782637"/>
              <a:chOff x="-44" y="1473"/>
              <a:chExt cx="981" cy="1105"/>
            </a:xfrm>
          </p:grpSpPr>
          <p:pic>
            <p:nvPicPr>
              <p:cNvPr id="220" name="Picture 183" descr="desktop_computer_stylized_medium">
                <a:extLst>
                  <a:ext uri="{FF2B5EF4-FFF2-40B4-BE49-F238E27FC236}">
                    <a16:creationId xmlns:a16="http://schemas.microsoft.com/office/drawing/2014/main" id="{E6083DB7-3B07-6F40-9810-0033E2E06F6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21" name="Freeform 184">
                <a:extLst>
                  <a:ext uri="{FF2B5EF4-FFF2-40B4-BE49-F238E27FC236}">
                    <a16:creationId xmlns:a16="http://schemas.microsoft.com/office/drawing/2014/main" id="{28CB0DC7-F192-5840-BCC3-B9D662106044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5595 w 356"/>
                  <a:gd name="T3" fmla="*/ 341 h 368"/>
                  <a:gd name="T4" fmla="*/ 6638 w 356"/>
                  <a:gd name="T5" fmla="*/ 7113 h 368"/>
                  <a:gd name="T6" fmla="*/ 1463 w 356"/>
                  <a:gd name="T7" fmla="*/ 8895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kern="0" dirty="0">
                  <a:solidFill>
                    <a:srgbClr val="000000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grpSp>
          <p:nvGrpSpPr>
            <p:cNvPr id="222" name="Group 185">
              <a:extLst>
                <a:ext uri="{FF2B5EF4-FFF2-40B4-BE49-F238E27FC236}">
                  <a16:creationId xmlns:a16="http://schemas.microsoft.com/office/drawing/2014/main" id="{7750F2FB-96FA-374A-AF56-26502EF0467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83031" y="5055469"/>
              <a:ext cx="358775" cy="704850"/>
              <a:chOff x="4140" y="429"/>
              <a:chExt cx="1425" cy="2396"/>
            </a:xfrm>
          </p:grpSpPr>
          <p:sp>
            <p:nvSpPr>
              <p:cNvPr id="223" name="Freeform 186">
                <a:extLst>
                  <a:ext uri="{FF2B5EF4-FFF2-40B4-BE49-F238E27FC236}">
                    <a16:creationId xmlns:a16="http://schemas.microsoft.com/office/drawing/2014/main" id="{E441858B-A566-F746-B48C-912CA3020C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7 w 354"/>
                  <a:gd name="T1" fmla="*/ 0 h 2742"/>
                  <a:gd name="T2" fmla="*/ 38 w 354"/>
                  <a:gd name="T3" fmla="*/ 55 h 2742"/>
                  <a:gd name="T4" fmla="*/ 37 w 354"/>
                  <a:gd name="T5" fmla="*/ 425 h 2742"/>
                  <a:gd name="T6" fmla="*/ 0 w 354"/>
                  <a:gd name="T7" fmla="*/ 445 h 2742"/>
                  <a:gd name="T8" fmla="*/ 7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kern="0" dirty="0">
                  <a:solidFill>
                    <a:srgbClr val="000000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224" name="Rectangle 187">
                <a:extLst>
                  <a:ext uri="{FF2B5EF4-FFF2-40B4-BE49-F238E27FC236}">
                    <a16:creationId xmlns:a16="http://schemas.microsoft.com/office/drawing/2014/main" id="{20003129-35A4-1E46-8065-8AF4C6403D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3" y="429"/>
                <a:ext cx="1053" cy="2283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225" name="Freeform 188">
                <a:extLst>
                  <a:ext uri="{FF2B5EF4-FFF2-40B4-BE49-F238E27FC236}">
                    <a16:creationId xmlns:a16="http://schemas.microsoft.com/office/drawing/2014/main" id="{6F94D7AE-C4D1-AF4A-B970-086B7D245A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23 w 211"/>
                  <a:gd name="T3" fmla="*/ 36 h 2537"/>
                  <a:gd name="T4" fmla="*/ 2 w 211"/>
                  <a:gd name="T5" fmla="*/ 405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kern="0" dirty="0">
                  <a:solidFill>
                    <a:srgbClr val="000000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226" name="Freeform 189">
                <a:extLst>
                  <a:ext uri="{FF2B5EF4-FFF2-40B4-BE49-F238E27FC236}">
                    <a16:creationId xmlns:a16="http://schemas.microsoft.com/office/drawing/2014/main" id="{EAFC03EF-54DF-8942-9852-25739DA158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36 w 328"/>
                  <a:gd name="T3" fmla="*/ 21 h 226"/>
                  <a:gd name="T4" fmla="*/ 36 w 328"/>
                  <a:gd name="T5" fmla="*/ 38 h 226"/>
                  <a:gd name="T6" fmla="*/ 0 w 328"/>
                  <a:gd name="T7" fmla="*/ 16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kern="0" dirty="0">
                  <a:solidFill>
                    <a:srgbClr val="000000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227" name="Rectangle 190">
                <a:extLst>
                  <a:ext uri="{FF2B5EF4-FFF2-40B4-BE49-F238E27FC236}">
                    <a16:creationId xmlns:a16="http://schemas.microsoft.com/office/drawing/2014/main" id="{2241F7B6-5281-A74E-8DCB-3BE3777E93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9" y="693"/>
                <a:ext cx="599" cy="49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  <p:grpSp>
            <p:nvGrpSpPr>
              <p:cNvPr id="228" name="Group 191">
                <a:extLst>
                  <a:ext uri="{FF2B5EF4-FFF2-40B4-BE49-F238E27FC236}">
                    <a16:creationId xmlns:a16="http://schemas.microsoft.com/office/drawing/2014/main" id="{02DB0249-6EBB-FF4B-B17F-CC771B255D0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253" name="AutoShape 192">
                  <a:extLst>
                    <a:ext uri="{FF2B5EF4-FFF2-40B4-BE49-F238E27FC236}">
                      <a16:creationId xmlns:a16="http://schemas.microsoft.com/office/drawing/2014/main" id="{BE55370E-BC12-1B42-9E3C-C950033EEF8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7" y="2567"/>
                  <a:ext cx="724" cy="14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kern="0" dirty="0">
                    <a:solidFill>
                      <a:srgbClr val="000000"/>
                    </a:solidFill>
                    <a:latin typeface="Tahoma" charset="0"/>
                    <a:ea typeface="ＭＳ Ｐゴシック" charset="0"/>
                  </a:endParaRPr>
                </a:p>
              </p:txBody>
            </p:sp>
            <p:sp>
              <p:nvSpPr>
                <p:cNvPr id="254" name="AutoShape 193">
                  <a:extLst>
                    <a:ext uri="{FF2B5EF4-FFF2-40B4-BE49-F238E27FC236}">
                      <a16:creationId xmlns:a16="http://schemas.microsoft.com/office/drawing/2014/main" id="{1BBB99EB-2FFB-5942-9855-24BEE1C6899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3" y="2582"/>
                  <a:ext cx="692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kern="0" dirty="0">
                    <a:solidFill>
                      <a:srgbClr val="000000"/>
                    </a:solidFill>
                    <a:latin typeface="Tahoma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229" name="Rectangle 194">
                <a:extLst>
                  <a:ext uri="{FF2B5EF4-FFF2-40B4-BE49-F238E27FC236}">
                    <a16:creationId xmlns:a16="http://schemas.microsoft.com/office/drawing/2014/main" id="{9C5699FC-2B4E-BD46-B9CC-CA578E2EA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2" y="1017"/>
                <a:ext cx="599" cy="49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  <p:grpSp>
            <p:nvGrpSpPr>
              <p:cNvPr id="230" name="Group 195">
                <a:extLst>
                  <a:ext uri="{FF2B5EF4-FFF2-40B4-BE49-F238E27FC236}">
                    <a16:creationId xmlns:a16="http://schemas.microsoft.com/office/drawing/2014/main" id="{676615F3-A30A-9740-8080-AFEE6BAAEF9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251" name="AutoShape 196">
                  <a:extLst>
                    <a:ext uri="{FF2B5EF4-FFF2-40B4-BE49-F238E27FC236}">
                      <a16:creationId xmlns:a16="http://schemas.microsoft.com/office/drawing/2014/main" id="{D31569A0-2CDC-3B4B-B7FA-067BF2CB0D9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2" y="2570"/>
                  <a:ext cx="724" cy="162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kern="0" dirty="0">
                    <a:solidFill>
                      <a:srgbClr val="000000"/>
                    </a:solidFill>
                    <a:latin typeface="Tahoma" charset="0"/>
                    <a:ea typeface="ＭＳ Ｐゴシック" charset="0"/>
                  </a:endParaRPr>
                </a:p>
              </p:txBody>
            </p:sp>
            <p:sp>
              <p:nvSpPr>
                <p:cNvPr id="252" name="AutoShape 197">
                  <a:extLst>
                    <a:ext uri="{FF2B5EF4-FFF2-40B4-BE49-F238E27FC236}">
                      <a16:creationId xmlns:a16="http://schemas.microsoft.com/office/drawing/2014/main" id="{5D70C5E6-3DFB-1D45-8469-DE5EA96E13E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8" y="2586"/>
                  <a:ext cx="692" cy="10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kern="0" dirty="0">
                    <a:solidFill>
                      <a:srgbClr val="000000"/>
                    </a:solidFill>
                    <a:latin typeface="Tahoma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231" name="Rectangle 198">
                <a:extLst>
                  <a:ext uri="{FF2B5EF4-FFF2-40B4-BE49-F238E27FC236}">
                    <a16:creationId xmlns:a16="http://schemas.microsoft.com/office/drawing/2014/main" id="{AE060187-10EA-1F4E-AEDE-8C6C0E8358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6" y="1357"/>
                <a:ext cx="599" cy="49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232" name="Rectangle 199">
                <a:extLst>
                  <a:ext uri="{FF2B5EF4-FFF2-40B4-BE49-F238E27FC236}">
                    <a16:creationId xmlns:a16="http://schemas.microsoft.com/office/drawing/2014/main" id="{32874526-51C0-C749-BDC8-3D9F62AFE7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8" y="1654"/>
                <a:ext cx="593" cy="49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  <p:grpSp>
            <p:nvGrpSpPr>
              <p:cNvPr id="233" name="Group 200">
                <a:extLst>
                  <a:ext uri="{FF2B5EF4-FFF2-40B4-BE49-F238E27FC236}">
                    <a16:creationId xmlns:a16="http://schemas.microsoft.com/office/drawing/2014/main" id="{09E63F43-E74F-6045-A673-3756891EE94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249" name="AutoShape 201">
                  <a:extLst>
                    <a:ext uri="{FF2B5EF4-FFF2-40B4-BE49-F238E27FC236}">
                      <a16:creationId xmlns:a16="http://schemas.microsoft.com/office/drawing/2014/main" id="{0296B9BB-82CD-2A45-8E56-F4ACF6FCC0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1" y="2568"/>
                  <a:ext cx="730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kern="0" dirty="0">
                    <a:solidFill>
                      <a:srgbClr val="000000"/>
                    </a:solidFill>
                    <a:latin typeface="Tahoma" charset="0"/>
                    <a:ea typeface="ＭＳ Ｐゴシック" charset="0"/>
                  </a:endParaRPr>
                </a:p>
              </p:txBody>
            </p:sp>
            <p:sp>
              <p:nvSpPr>
                <p:cNvPr id="250" name="AutoShape 202">
                  <a:extLst>
                    <a:ext uri="{FF2B5EF4-FFF2-40B4-BE49-F238E27FC236}">
                      <a16:creationId xmlns:a16="http://schemas.microsoft.com/office/drawing/2014/main" id="{DD3C3254-A817-B449-AE0F-31BEFF504A0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7" y="2583"/>
                  <a:ext cx="699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kern="0" dirty="0">
                    <a:solidFill>
                      <a:srgbClr val="000000"/>
                    </a:solidFill>
                    <a:latin typeface="Tahoma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234" name="Freeform 203">
                <a:extLst>
                  <a:ext uri="{FF2B5EF4-FFF2-40B4-BE49-F238E27FC236}">
                    <a16:creationId xmlns:a16="http://schemas.microsoft.com/office/drawing/2014/main" id="{D05041BE-8046-EB49-A23A-C7FEB06D91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36 w 328"/>
                  <a:gd name="T3" fmla="*/ 20 h 226"/>
                  <a:gd name="T4" fmla="*/ 36 w 328"/>
                  <a:gd name="T5" fmla="*/ 36 h 226"/>
                  <a:gd name="T6" fmla="*/ 0 w 328"/>
                  <a:gd name="T7" fmla="*/ 15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kern="0" dirty="0">
                  <a:solidFill>
                    <a:srgbClr val="000000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endParaRPr>
              </a:p>
            </p:txBody>
          </p:sp>
          <p:grpSp>
            <p:nvGrpSpPr>
              <p:cNvPr id="235" name="Group 204">
                <a:extLst>
                  <a:ext uri="{FF2B5EF4-FFF2-40B4-BE49-F238E27FC236}">
                    <a16:creationId xmlns:a16="http://schemas.microsoft.com/office/drawing/2014/main" id="{BD1D997D-F690-4C4E-9473-F0433427C91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247" name="AutoShape 205">
                  <a:extLst>
                    <a:ext uri="{FF2B5EF4-FFF2-40B4-BE49-F238E27FC236}">
                      <a16:creationId xmlns:a16="http://schemas.microsoft.com/office/drawing/2014/main" id="{631C3D3D-8F7D-6F44-AD56-665A5242B69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4" y="2566"/>
                  <a:ext cx="723" cy="14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kern="0" dirty="0">
                    <a:solidFill>
                      <a:srgbClr val="000000"/>
                    </a:solidFill>
                    <a:latin typeface="Tahoma" charset="0"/>
                    <a:ea typeface="ＭＳ Ｐゴシック" charset="0"/>
                  </a:endParaRPr>
                </a:p>
              </p:txBody>
            </p:sp>
            <p:sp>
              <p:nvSpPr>
                <p:cNvPr id="248" name="AutoShape 206">
                  <a:extLst>
                    <a:ext uri="{FF2B5EF4-FFF2-40B4-BE49-F238E27FC236}">
                      <a16:creationId xmlns:a16="http://schemas.microsoft.com/office/drawing/2014/main" id="{E7F87D38-4528-0F45-9911-B79B599D25F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2"/>
                  <a:ext cx="691" cy="108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kern="0" dirty="0">
                    <a:solidFill>
                      <a:srgbClr val="000000"/>
                    </a:solidFill>
                    <a:latin typeface="Tahoma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236" name="Rectangle 207">
                <a:extLst>
                  <a:ext uri="{FF2B5EF4-FFF2-40B4-BE49-F238E27FC236}">
                    <a16:creationId xmlns:a16="http://schemas.microsoft.com/office/drawing/2014/main" id="{60B24777-81BE-BC42-AC64-6F2229E5FB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50" y="429"/>
                <a:ext cx="69" cy="2288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237" name="Freeform 208">
                <a:extLst>
                  <a:ext uri="{FF2B5EF4-FFF2-40B4-BE49-F238E27FC236}">
                    <a16:creationId xmlns:a16="http://schemas.microsoft.com/office/drawing/2014/main" id="{FD1049FD-ADAC-FC43-A186-6585ECAE43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32 w 296"/>
                  <a:gd name="T3" fmla="*/ 22 h 256"/>
                  <a:gd name="T4" fmla="*/ 32 w 296"/>
                  <a:gd name="T5" fmla="*/ 41 h 256"/>
                  <a:gd name="T6" fmla="*/ 0 w 296"/>
                  <a:gd name="T7" fmla="*/ 15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kern="0" dirty="0">
                  <a:solidFill>
                    <a:srgbClr val="000000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238" name="Freeform 209">
                <a:extLst>
                  <a:ext uri="{FF2B5EF4-FFF2-40B4-BE49-F238E27FC236}">
                    <a16:creationId xmlns:a16="http://schemas.microsoft.com/office/drawing/2014/main" id="{A25585BA-2AFC-3047-B9D5-7CC45D5DBC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34 w 304"/>
                  <a:gd name="T3" fmla="*/ 27 h 288"/>
                  <a:gd name="T4" fmla="*/ 31 w 304"/>
                  <a:gd name="T5" fmla="*/ 48 h 288"/>
                  <a:gd name="T6" fmla="*/ 2 w 304"/>
                  <a:gd name="T7" fmla="*/ 2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kern="0" dirty="0">
                  <a:solidFill>
                    <a:srgbClr val="000000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239" name="Oval 210">
                <a:extLst>
                  <a:ext uri="{FF2B5EF4-FFF2-40B4-BE49-F238E27FC236}">
                    <a16:creationId xmlns:a16="http://schemas.microsoft.com/office/drawing/2014/main" id="{78C608B6-FCB9-3F43-A504-D33DD77827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5" y="2609"/>
                <a:ext cx="50" cy="97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240" name="Freeform 211">
                <a:extLst>
                  <a:ext uri="{FF2B5EF4-FFF2-40B4-BE49-F238E27FC236}">
                    <a16:creationId xmlns:a16="http://schemas.microsoft.com/office/drawing/2014/main" id="{F24BE4FA-86B6-5840-8B76-BF70EF006A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18 h 240"/>
                  <a:gd name="T2" fmla="*/ 2 w 306"/>
                  <a:gd name="T3" fmla="*/ 40 h 240"/>
                  <a:gd name="T4" fmla="*/ 34 w 306"/>
                  <a:gd name="T5" fmla="*/ 18 h 240"/>
                  <a:gd name="T6" fmla="*/ 32 w 306"/>
                  <a:gd name="T7" fmla="*/ 0 h 240"/>
                  <a:gd name="T8" fmla="*/ 0 w 306"/>
                  <a:gd name="T9" fmla="*/ 18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kern="0" dirty="0">
                  <a:solidFill>
                    <a:srgbClr val="000000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241" name="AutoShape 212">
                <a:extLst>
                  <a:ext uri="{FF2B5EF4-FFF2-40B4-BE49-F238E27FC236}">
                    <a16:creationId xmlns:a16="http://schemas.microsoft.com/office/drawing/2014/main" id="{22C6B4EC-00C6-BA43-95E2-370E8204DD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9"/>
                <a:ext cx="1198" cy="146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242" name="AutoShape 213">
                <a:extLst>
                  <a:ext uri="{FF2B5EF4-FFF2-40B4-BE49-F238E27FC236}">
                    <a16:creationId xmlns:a16="http://schemas.microsoft.com/office/drawing/2014/main" id="{7B9210ED-D802-C84E-8A67-93399801B5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3" y="2712"/>
                <a:ext cx="1072" cy="8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243" name="Oval 214">
                <a:extLst>
                  <a:ext uri="{FF2B5EF4-FFF2-40B4-BE49-F238E27FC236}">
                    <a16:creationId xmlns:a16="http://schemas.microsoft.com/office/drawing/2014/main" id="{552E77C8-7BFE-BF4D-8F0B-DF6513BE64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10" y="2382"/>
                <a:ext cx="158" cy="146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244" name="Oval 215">
                <a:extLst>
                  <a:ext uri="{FF2B5EF4-FFF2-40B4-BE49-F238E27FC236}">
                    <a16:creationId xmlns:a16="http://schemas.microsoft.com/office/drawing/2014/main" id="{86496A7E-E21F-444D-B883-E410329FF2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7" y="2382"/>
                <a:ext cx="158" cy="146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2100" kern="0" dirty="0">
                  <a:solidFill>
                    <a:srgbClr val="FF0000"/>
                  </a:solidFill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245" name="Oval 216">
                <a:extLst>
                  <a:ext uri="{FF2B5EF4-FFF2-40B4-BE49-F238E27FC236}">
                    <a16:creationId xmlns:a16="http://schemas.microsoft.com/office/drawing/2014/main" id="{555E4B0D-EDB2-D04B-B9AD-93FA92DDAA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3" y="2382"/>
                <a:ext cx="158" cy="140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246" name="Rectangle 217">
                <a:extLst>
                  <a:ext uri="{FF2B5EF4-FFF2-40B4-BE49-F238E27FC236}">
                    <a16:creationId xmlns:a16="http://schemas.microsoft.com/office/drawing/2014/main" id="{DE659B39-E72A-634A-A2AC-C4BA4DC9C6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1" y="1837"/>
                <a:ext cx="88" cy="761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</p:grpSp>
        <p:pic>
          <p:nvPicPr>
            <p:cNvPr id="261" name="Picture 2" descr="Image result for firefox logo">
              <a:extLst>
                <a:ext uri="{FF2B5EF4-FFF2-40B4-BE49-F238E27FC236}">
                  <a16:creationId xmlns:a16="http://schemas.microsoft.com/office/drawing/2014/main" id="{51A92539-D075-5644-9056-10960E51478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26336" y="4363319"/>
              <a:ext cx="387318" cy="362674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8" name="Picture 4" descr="Image result for apache web server logo">
              <a:extLst>
                <a:ext uri="{FF2B5EF4-FFF2-40B4-BE49-F238E27FC236}">
                  <a16:creationId xmlns:a16="http://schemas.microsoft.com/office/drawing/2014/main" id="{2DA3452A-DE33-3D41-95D5-C755A419154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49399" y="3712220"/>
              <a:ext cx="1425575" cy="629170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2" name="Picture 2" descr="Image result for firefox logo">
              <a:extLst>
                <a:ext uri="{FF2B5EF4-FFF2-40B4-BE49-F238E27FC236}">
                  <a16:creationId xmlns:a16="http://schemas.microsoft.com/office/drawing/2014/main" id="{E576EC8B-3CC8-044B-BD3B-8A4342C698D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57699" y="4326644"/>
              <a:ext cx="387318" cy="362674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2" name="Picture 8" descr="Image result for skype logo">
              <a:extLst>
                <a:ext uri="{FF2B5EF4-FFF2-40B4-BE49-F238E27FC236}">
                  <a16:creationId xmlns:a16="http://schemas.microsoft.com/office/drawing/2014/main" id="{44A9474D-942F-134E-B292-6ADA4675334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4515" y="4091654"/>
              <a:ext cx="387318" cy="392958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63" name="TextBox 262">
              <a:extLst>
                <a:ext uri="{FF2B5EF4-FFF2-40B4-BE49-F238E27FC236}">
                  <a16:creationId xmlns:a16="http://schemas.microsoft.com/office/drawing/2014/main" id="{DC4B02DA-C340-9945-87C2-952E1901FB43}"/>
                </a:ext>
              </a:extLst>
            </p:cNvPr>
            <p:cNvSpPr txBox="1"/>
            <p:nvPr/>
          </p:nvSpPr>
          <p:spPr>
            <a:xfrm>
              <a:off x="3822815" y="3627317"/>
              <a:ext cx="684271" cy="3648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685800">
                <a:defRPr/>
              </a:pPr>
              <a:r>
                <a:rPr lang="en-US" sz="2100" dirty="0">
                  <a:solidFill>
                    <a:prstClr val="black"/>
                  </a:solidFill>
                  <a:latin typeface="Calibri"/>
                </a:rPr>
                <a:t>client</a:t>
              </a:r>
            </a:p>
          </p:txBody>
        </p:sp>
        <p:pic>
          <p:nvPicPr>
            <p:cNvPr id="1034" name="Picture 10" descr="Image result for netflix logo png">
              <a:extLst>
                <a:ext uri="{FF2B5EF4-FFF2-40B4-BE49-F238E27FC236}">
                  <a16:creationId xmlns:a16="http://schemas.microsoft.com/office/drawing/2014/main" id="{9F652FAF-7820-6141-9F34-FDF8AEACBE0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32599" y="4424842"/>
              <a:ext cx="691469" cy="388951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71" name="Freeform 296">
            <a:extLst>
              <a:ext uri="{FF2B5EF4-FFF2-40B4-BE49-F238E27FC236}">
                <a16:creationId xmlns:a16="http://schemas.microsoft.com/office/drawing/2014/main" id="{06DFDE96-5B04-984C-B72D-22D074DF3E82}"/>
              </a:ext>
            </a:extLst>
          </p:cNvPr>
          <p:cNvSpPr>
            <a:spLocks/>
          </p:cNvSpPr>
          <p:nvPr/>
        </p:nvSpPr>
        <p:spPr bwMode="auto">
          <a:xfrm>
            <a:off x="3267440" y="4581500"/>
            <a:ext cx="2345531" cy="1123950"/>
          </a:xfrm>
          <a:custGeom>
            <a:avLst/>
            <a:gdLst>
              <a:gd name="T0" fmla="*/ 2147483647 w 1877"/>
              <a:gd name="T1" fmla="*/ 2147483647 h 917"/>
              <a:gd name="T2" fmla="*/ 2147483647 w 1877"/>
              <a:gd name="T3" fmla="*/ 2147483647 h 917"/>
              <a:gd name="T4" fmla="*/ 2147483647 w 1877"/>
              <a:gd name="T5" fmla="*/ 2147483647 h 917"/>
              <a:gd name="T6" fmla="*/ 2147483647 w 1877"/>
              <a:gd name="T7" fmla="*/ 2147483647 h 917"/>
              <a:gd name="T8" fmla="*/ 2147483647 w 1877"/>
              <a:gd name="T9" fmla="*/ 2147483647 h 917"/>
              <a:gd name="T10" fmla="*/ 2147483647 w 1877"/>
              <a:gd name="T11" fmla="*/ 2147483647 h 917"/>
              <a:gd name="T12" fmla="*/ 2147483647 w 1877"/>
              <a:gd name="T13" fmla="*/ 2147483647 h 917"/>
              <a:gd name="T14" fmla="*/ 2147483647 w 1877"/>
              <a:gd name="T15" fmla="*/ 2147483647 h 917"/>
              <a:gd name="T16" fmla="*/ 2147483647 w 1877"/>
              <a:gd name="T17" fmla="*/ 2147483647 h 917"/>
              <a:gd name="T18" fmla="*/ 2147483647 w 1877"/>
              <a:gd name="T19" fmla="*/ 2147483647 h 917"/>
              <a:gd name="T20" fmla="*/ 2147483647 w 1877"/>
              <a:gd name="T21" fmla="*/ 2147483647 h 917"/>
              <a:gd name="T22" fmla="*/ 2147483647 w 1877"/>
              <a:gd name="T23" fmla="*/ 2147483647 h 917"/>
              <a:gd name="T24" fmla="*/ 2147483647 w 1877"/>
              <a:gd name="T25" fmla="*/ 2147483647 h 917"/>
              <a:gd name="T26" fmla="*/ 2147483647 w 1877"/>
              <a:gd name="T27" fmla="*/ 2147483647 h 917"/>
              <a:gd name="T28" fmla="*/ 2147483647 w 1877"/>
              <a:gd name="T29" fmla="*/ 2147483647 h 917"/>
              <a:gd name="T30" fmla="*/ 2147483647 w 1877"/>
              <a:gd name="T31" fmla="*/ 2147483647 h 917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877"/>
              <a:gd name="T49" fmla="*/ 0 h 917"/>
              <a:gd name="T50" fmla="*/ 1877 w 1877"/>
              <a:gd name="T51" fmla="*/ 917 h 917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877" h="917">
                <a:moveTo>
                  <a:pt x="889" y="23"/>
                </a:moveTo>
                <a:cubicBezTo>
                  <a:pt x="804" y="39"/>
                  <a:pt x="771" y="98"/>
                  <a:pt x="692" y="109"/>
                </a:cubicBezTo>
                <a:cubicBezTo>
                  <a:pt x="613" y="120"/>
                  <a:pt x="511" y="81"/>
                  <a:pt x="415" y="91"/>
                </a:cubicBezTo>
                <a:cubicBezTo>
                  <a:pt x="319" y="101"/>
                  <a:pt x="174" y="126"/>
                  <a:pt x="112" y="170"/>
                </a:cubicBezTo>
                <a:cubicBezTo>
                  <a:pt x="51" y="214"/>
                  <a:pt x="66" y="294"/>
                  <a:pt x="50" y="353"/>
                </a:cubicBezTo>
                <a:cubicBezTo>
                  <a:pt x="34" y="412"/>
                  <a:pt x="0" y="479"/>
                  <a:pt x="14" y="528"/>
                </a:cubicBezTo>
                <a:cubicBezTo>
                  <a:pt x="29" y="577"/>
                  <a:pt x="57" y="608"/>
                  <a:pt x="139" y="650"/>
                </a:cubicBezTo>
                <a:cubicBezTo>
                  <a:pt x="221" y="692"/>
                  <a:pt x="372" y="742"/>
                  <a:pt x="505" y="781"/>
                </a:cubicBezTo>
                <a:cubicBezTo>
                  <a:pt x="638" y="820"/>
                  <a:pt x="789" y="866"/>
                  <a:pt x="933" y="886"/>
                </a:cubicBezTo>
                <a:cubicBezTo>
                  <a:pt x="1077" y="906"/>
                  <a:pt x="1246" y="917"/>
                  <a:pt x="1370" y="901"/>
                </a:cubicBezTo>
                <a:cubicBezTo>
                  <a:pt x="1494" y="885"/>
                  <a:pt x="1594" y="839"/>
                  <a:pt x="1676" y="793"/>
                </a:cubicBezTo>
                <a:cubicBezTo>
                  <a:pt x="1758" y="747"/>
                  <a:pt x="1843" y="720"/>
                  <a:pt x="1860" y="624"/>
                </a:cubicBezTo>
                <a:cubicBezTo>
                  <a:pt x="1877" y="528"/>
                  <a:pt x="1835" y="306"/>
                  <a:pt x="1776" y="219"/>
                </a:cubicBezTo>
                <a:cubicBezTo>
                  <a:pt x="1717" y="132"/>
                  <a:pt x="1599" y="134"/>
                  <a:pt x="1503" y="100"/>
                </a:cubicBezTo>
                <a:cubicBezTo>
                  <a:pt x="1407" y="66"/>
                  <a:pt x="1302" y="26"/>
                  <a:pt x="1200" y="13"/>
                </a:cubicBezTo>
                <a:cubicBezTo>
                  <a:pt x="1098" y="0"/>
                  <a:pt x="974" y="7"/>
                  <a:pt x="889" y="23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2100" dirty="0">
              <a:solidFill>
                <a:srgbClr val="000000"/>
              </a:solidFill>
              <a:latin typeface="Calibri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C19030B-5BD3-114F-B249-57401BFC96FB}"/>
              </a:ext>
            </a:extLst>
          </p:cNvPr>
          <p:cNvSpPr/>
          <p:nvPr/>
        </p:nvSpPr>
        <p:spPr>
          <a:xfrm>
            <a:off x="3708164" y="2864199"/>
            <a:ext cx="1645609" cy="1309379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350" dirty="0">
              <a:solidFill>
                <a:prstClr val="white"/>
              </a:solidFill>
              <a:latin typeface="Calibri"/>
            </a:endParaRPr>
          </a:p>
        </p:txBody>
      </p: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80C9D10E-5651-A74C-93AC-3C99ACEB97DA}"/>
              </a:ext>
            </a:extLst>
          </p:cNvPr>
          <p:cNvCxnSpPr>
            <a:cxnSpLocks/>
          </p:cNvCxnSpPr>
          <p:nvPr/>
        </p:nvCxnSpPr>
        <p:spPr>
          <a:xfrm flipV="1">
            <a:off x="2403343" y="3103946"/>
            <a:ext cx="0" cy="1876748"/>
          </a:xfrm>
          <a:prstGeom prst="line">
            <a:avLst/>
          </a:prstGeom>
          <a:ln w="444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9" name="Group 88">
            <a:extLst>
              <a:ext uri="{FF2B5EF4-FFF2-40B4-BE49-F238E27FC236}">
                <a16:creationId xmlns:a16="http://schemas.microsoft.com/office/drawing/2014/main" id="{55BCE33F-AF9C-9244-A84E-ABFE39D35FDD}"/>
              </a:ext>
            </a:extLst>
          </p:cNvPr>
          <p:cNvGrpSpPr/>
          <p:nvPr/>
        </p:nvGrpSpPr>
        <p:grpSpPr>
          <a:xfrm>
            <a:off x="4143943" y="2870098"/>
            <a:ext cx="1164313" cy="312708"/>
            <a:chOff x="8593764" y="690692"/>
            <a:chExt cx="1552416" cy="416944"/>
          </a:xfrm>
        </p:grpSpPr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3181679B-461D-F54E-B35C-1F26F43C0389}"/>
                </a:ext>
              </a:extLst>
            </p:cNvPr>
            <p:cNvSpPr/>
            <p:nvPr/>
          </p:nvSpPr>
          <p:spPr>
            <a:xfrm>
              <a:off x="8597936" y="756182"/>
              <a:ext cx="1403446" cy="26616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3C8C24D3-DD36-2249-9CAB-AD499E2FCA24}"/>
                </a:ext>
              </a:extLst>
            </p:cNvPr>
            <p:cNvSpPr txBox="1"/>
            <p:nvPr/>
          </p:nvSpPr>
          <p:spPr>
            <a:xfrm>
              <a:off x="8893174" y="707527"/>
              <a:ext cx="1253006" cy="400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85800">
                <a:defRPr/>
              </a:pPr>
              <a:r>
                <a:rPr lang="en-US" sz="1350" dirty="0">
                  <a:solidFill>
                    <a:prstClr val="black"/>
                  </a:solidFill>
                  <a:latin typeface="Calibri"/>
                </a:rPr>
                <a:t>HTTP msg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A5E8010F-AACF-1444-9E25-B05D5044AA5A}"/>
                </a:ext>
              </a:extLst>
            </p:cNvPr>
            <p:cNvSpPr txBox="1"/>
            <p:nvPr/>
          </p:nvSpPr>
          <p:spPr>
            <a:xfrm>
              <a:off x="8593764" y="690692"/>
              <a:ext cx="440720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685800">
                <a:defRPr/>
              </a:pPr>
              <a:r>
                <a:rPr lang="en-US" sz="1350" dirty="0">
                  <a:solidFill>
                    <a:prstClr val="black"/>
                  </a:solidFill>
                  <a:latin typeface="Calibri"/>
                </a:rPr>
                <a:t>H</a:t>
              </a:r>
              <a:r>
                <a:rPr lang="en-US" sz="1350" baseline="-25000" dirty="0">
                  <a:solidFill>
                    <a:prstClr val="black"/>
                  </a:solidFill>
                  <a:latin typeface="Calibri"/>
                </a:rPr>
                <a:t>t</a:t>
              </a:r>
            </a:p>
          </p:txBody>
        </p:sp>
      </p:grpSp>
      <p:sp>
        <p:nvSpPr>
          <p:cNvPr id="98" name="Rectangle 97">
            <a:extLst>
              <a:ext uri="{FF2B5EF4-FFF2-40B4-BE49-F238E27FC236}">
                <a16:creationId xmlns:a16="http://schemas.microsoft.com/office/drawing/2014/main" id="{4FFEBBBB-2623-A645-BE22-49AB28379D36}"/>
              </a:ext>
            </a:extLst>
          </p:cNvPr>
          <p:cNvSpPr/>
          <p:nvPr/>
        </p:nvSpPr>
        <p:spPr>
          <a:xfrm>
            <a:off x="4398169" y="2612266"/>
            <a:ext cx="797909" cy="1996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35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BE6AB7BA-7EC8-0044-B495-B5FBC9F37B18}"/>
              </a:ext>
            </a:extLst>
          </p:cNvPr>
          <p:cNvSpPr txBox="1"/>
          <p:nvPr/>
        </p:nvSpPr>
        <p:spPr>
          <a:xfrm>
            <a:off x="4364923" y="2575774"/>
            <a:ext cx="88755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>
              <a:defRPr/>
            </a:pPr>
            <a:r>
              <a:rPr lang="en-US" sz="1350" dirty="0">
                <a:solidFill>
                  <a:prstClr val="black"/>
                </a:solidFill>
                <a:latin typeface="Calibri"/>
              </a:rPr>
              <a:t>HTTP msg</a:t>
            </a:r>
          </a:p>
        </p:txBody>
      </p: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8F458F2E-0B98-1741-9C0D-ECC805BD8799}"/>
              </a:ext>
            </a:extLst>
          </p:cNvPr>
          <p:cNvCxnSpPr>
            <a:cxnSpLocks/>
          </p:cNvCxnSpPr>
          <p:nvPr/>
        </p:nvCxnSpPr>
        <p:spPr>
          <a:xfrm>
            <a:off x="5258548" y="2720354"/>
            <a:ext cx="0" cy="226034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143591F4-8564-6A44-BC41-A0C901C7BC9C}"/>
              </a:ext>
            </a:extLst>
          </p:cNvPr>
          <p:cNvCxnSpPr>
            <a:cxnSpLocks/>
          </p:cNvCxnSpPr>
          <p:nvPr/>
        </p:nvCxnSpPr>
        <p:spPr>
          <a:xfrm>
            <a:off x="2388430" y="4966255"/>
            <a:ext cx="2888802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Rectangle 99">
            <a:extLst>
              <a:ext uri="{FF2B5EF4-FFF2-40B4-BE49-F238E27FC236}">
                <a16:creationId xmlns:a16="http://schemas.microsoft.com/office/drawing/2014/main" id="{7E44E6E3-ED5F-EA46-A3F3-2FC71EED50CF}"/>
              </a:ext>
            </a:extLst>
          </p:cNvPr>
          <p:cNvSpPr/>
          <p:nvPr/>
        </p:nvSpPr>
        <p:spPr>
          <a:xfrm>
            <a:off x="4398169" y="2575774"/>
            <a:ext cx="797909" cy="22541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35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33F974F9-F1CB-EB4F-9996-B0CAF21D948C}"/>
              </a:ext>
            </a:extLst>
          </p:cNvPr>
          <p:cNvSpPr/>
          <p:nvPr/>
        </p:nvSpPr>
        <p:spPr>
          <a:xfrm>
            <a:off x="4106216" y="2915639"/>
            <a:ext cx="1108539" cy="21320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35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8ABEEF9-0E71-A59F-CFA9-312D60888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Multiplexing/demultiplexing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6B048DEA-97AB-1F43-8741-12645B01C3F5}"/>
              </a:ext>
            </a:extLst>
          </p:cNvPr>
          <p:cNvSpPr/>
          <p:nvPr/>
        </p:nvSpPr>
        <p:spPr>
          <a:xfrm>
            <a:off x="1332482" y="3273920"/>
            <a:ext cx="1368515" cy="1309379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350" dirty="0">
              <a:solidFill>
                <a:prstClr val="white"/>
              </a:solidFill>
              <a:latin typeface="Calibri"/>
            </a:endParaRPr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A739BD94-0F47-854B-9CF2-AB21F1755B7E}"/>
              </a:ext>
            </a:extLst>
          </p:cNvPr>
          <p:cNvGrpSpPr/>
          <p:nvPr/>
        </p:nvGrpSpPr>
        <p:grpSpPr>
          <a:xfrm>
            <a:off x="2304761" y="2859094"/>
            <a:ext cx="991098" cy="507831"/>
            <a:chOff x="8893175" y="707526"/>
            <a:chExt cx="1108206" cy="677109"/>
          </a:xfrm>
        </p:grpSpPr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74E14681-F8C2-E943-9036-9B66F8026102}"/>
                </a:ext>
              </a:extLst>
            </p:cNvPr>
            <p:cNvSpPr/>
            <p:nvPr/>
          </p:nvSpPr>
          <p:spPr>
            <a:xfrm>
              <a:off x="8934834" y="756182"/>
              <a:ext cx="1066547" cy="266167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9FE05029-2B07-9140-B651-352A9EE32350}"/>
                </a:ext>
              </a:extLst>
            </p:cNvPr>
            <p:cNvSpPr txBox="1"/>
            <p:nvPr/>
          </p:nvSpPr>
          <p:spPr>
            <a:xfrm>
              <a:off x="8893175" y="707526"/>
              <a:ext cx="1108206" cy="677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85800">
                <a:defRPr/>
              </a:pPr>
              <a:r>
                <a:rPr lang="en-US" sz="1350" dirty="0">
                  <a:solidFill>
                    <a:prstClr val="black"/>
                  </a:solidFill>
                  <a:latin typeface="Calibri"/>
                </a:rPr>
                <a:t>HTTP msg</a:t>
              </a:r>
            </a:p>
          </p:txBody>
        </p:sp>
      </p:grpSp>
      <p:pic>
        <p:nvPicPr>
          <p:cNvPr id="111" name="Picture 8" descr="Image result for blue question mark icon">
            <a:extLst>
              <a:ext uri="{FF2B5EF4-FFF2-40B4-BE49-F238E27FC236}">
                <a16:creationId xmlns:a16="http://schemas.microsoft.com/office/drawing/2014/main" id="{7A8F5C24-D5BC-6046-A8A9-E43B225E49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322" y="5479956"/>
            <a:ext cx="1218281" cy="1218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C617D77-5487-F243-B8B2-CF4CA1D7049C}"/>
              </a:ext>
            </a:extLst>
          </p:cNvPr>
          <p:cNvSpPr txBox="1"/>
          <p:nvPr/>
        </p:nvSpPr>
        <p:spPr>
          <a:xfrm>
            <a:off x="1970046" y="5833081"/>
            <a:ext cx="7248525" cy="6441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>
              <a:lnSpc>
                <a:spcPct val="85000"/>
              </a:lnSpc>
              <a:defRPr/>
            </a:pPr>
            <a:r>
              <a:rPr lang="en-US" sz="2100" i="1" dirty="0">
                <a:solidFill>
                  <a:srgbClr val="C00000"/>
                </a:solidFill>
                <a:latin typeface="Calibri" panose="020F0502020204030204"/>
              </a:rPr>
              <a:t>Q: how did transport layer know to deliver message to Firefox browser process rather than Netflix process or Skype process?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E63FABF6-6C23-9174-DC22-5E751E46D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0BC41B36-6335-F546-90B9-E2121371E10D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649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6398652" y="3798915"/>
            <a:ext cx="486540" cy="481038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0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cxnSp>
        <p:nvCxnSpPr>
          <p:cNvPr id="5" name="Straight Arrow Connector 4"/>
          <p:cNvCxnSpPr/>
          <p:nvPr/>
        </p:nvCxnSpPr>
        <p:spPr>
          <a:xfrm flipV="1">
            <a:off x="6621508" y="4318437"/>
            <a:ext cx="0" cy="599628"/>
          </a:xfrm>
          <a:prstGeom prst="straightConnector1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/>
          <p:cNvCxnSpPr/>
          <p:nvPr/>
        </p:nvCxnSpPr>
        <p:spPr>
          <a:xfrm flipH="1" flipV="1">
            <a:off x="5888713" y="3237237"/>
            <a:ext cx="509939" cy="511802"/>
          </a:xfrm>
          <a:prstGeom prst="straightConnector1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/>
          <p:cNvCxnSpPr/>
          <p:nvPr/>
        </p:nvCxnSpPr>
        <p:spPr>
          <a:xfrm flipV="1">
            <a:off x="6885192" y="3240727"/>
            <a:ext cx="509939" cy="511802"/>
          </a:xfrm>
          <a:prstGeom prst="straightConnector1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/>
          <p:cNvCxnSpPr/>
          <p:nvPr/>
        </p:nvCxnSpPr>
        <p:spPr>
          <a:xfrm flipV="1">
            <a:off x="6618497" y="3085096"/>
            <a:ext cx="0" cy="599628"/>
          </a:xfrm>
          <a:prstGeom prst="straightConnector1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571891" y="5128564"/>
            <a:ext cx="21372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2400" dirty="0">
                <a:solidFill>
                  <a:prstClr val="black"/>
                </a:solidFill>
                <a:latin typeface="Calibri" panose="020F0502020204030204"/>
              </a:rPr>
              <a:t>de-multiplexing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5204141" y="2531051"/>
            <a:ext cx="3578068" cy="2085629"/>
            <a:chOff x="3726482" y="1134776"/>
            <a:chExt cx="4770756" cy="2780838"/>
          </a:xfrm>
        </p:grpSpPr>
        <p:pic>
          <p:nvPicPr>
            <p:cNvPr id="261" name="Picture 2" descr="Image result for firefox logo">
              <a:extLst>
                <a:ext uri="{FF2B5EF4-FFF2-40B4-BE49-F238E27FC236}">
                  <a16:creationId xmlns:a16="http://schemas.microsoft.com/office/drawing/2014/main" id="{51A92539-D075-5644-9056-10960E51478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16466" y="1134776"/>
              <a:ext cx="593575" cy="550669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2" name="Picture 8" descr="Image result for skype logo">
              <a:extLst>
                <a:ext uri="{FF2B5EF4-FFF2-40B4-BE49-F238E27FC236}">
                  <a16:creationId xmlns:a16="http://schemas.microsoft.com/office/drawing/2014/main" id="{44A9474D-942F-134E-B292-6ADA4675334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84338" y="1410111"/>
              <a:ext cx="593575" cy="596651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4" name="Picture 10" descr="Image result for netflix logo png">
              <a:extLst>
                <a:ext uri="{FF2B5EF4-FFF2-40B4-BE49-F238E27FC236}">
                  <a16:creationId xmlns:a16="http://schemas.microsoft.com/office/drawing/2014/main" id="{9F652FAF-7820-6141-9F34-FDF8AEACBE0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42637" y="1485789"/>
              <a:ext cx="1059694" cy="590567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3" name="Straight Connector 12"/>
            <p:cNvCxnSpPr/>
            <p:nvPr/>
          </p:nvCxnSpPr>
          <p:spPr>
            <a:xfrm>
              <a:off x="3726482" y="3915614"/>
              <a:ext cx="3925557" cy="0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/>
          </p:nvCxnSpPr>
          <p:spPr>
            <a:xfrm>
              <a:off x="3726482" y="2464553"/>
              <a:ext cx="4499617" cy="0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4" name="TextBox 103"/>
            <p:cNvSpPr txBox="1"/>
            <p:nvPr/>
          </p:nvSpPr>
          <p:spPr>
            <a:xfrm>
              <a:off x="6867132" y="2931106"/>
              <a:ext cx="1413293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685800"/>
              <a:r>
                <a:rPr lang="en-US" dirty="0">
                  <a:solidFill>
                    <a:prstClr val="black"/>
                  </a:solidFill>
                  <a:latin typeface="Calibri" panose="020F0502020204030204"/>
                </a:rPr>
                <a:t>transport</a:t>
              </a:r>
              <a:endParaRPr lang="en-US" sz="24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6867133" y="2025176"/>
              <a:ext cx="1630105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685800"/>
              <a:r>
                <a:rPr lang="en-US" dirty="0">
                  <a:solidFill>
                    <a:prstClr val="black"/>
                  </a:solidFill>
                  <a:latin typeface="Calibri" panose="020F0502020204030204"/>
                </a:rPr>
                <a:t>application</a:t>
              </a:r>
              <a:endParaRPr lang="en-US" sz="24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22" name="Oval 21">
            <a:extLst>
              <a:ext uri="{FF2B5EF4-FFF2-40B4-BE49-F238E27FC236}">
                <a16:creationId xmlns:a16="http://schemas.microsoft.com/office/drawing/2014/main" id="{88A51246-7260-EA1D-C5BA-4D7B4FA5ABF9}"/>
              </a:ext>
            </a:extLst>
          </p:cNvPr>
          <p:cNvSpPr/>
          <p:nvPr/>
        </p:nvSpPr>
        <p:spPr>
          <a:xfrm>
            <a:off x="2131744" y="3798915"/>
            <a:ext cx="486540" cy="481038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0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09A4C14-8F60-5205-6E39-B372C3772E09}"/>
              </a:ext>
            </a:extLst>
          </p:cNvPr>
          <p:cNvCxnSpPr/>
          <p:nvPr/>
        </p:nvCxnSpPr>
        <p:spPr>
          <a:xfrm flipV="1">
            <a:off x="2354600" y="4318437"/>
            <a:ext cx="0" cy="599628"/>
          </a:xfrm>
          <a:prstGeom prst="straightConnector1">
            <a:avLst/>
          </a:prstGeom>
          <a:ln w="41275">
            <a:solidFill>
              <a:schemeClr val="tx1"/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1A6D0CD-5771-B176-C3ED-8CABA06EBFD7}"/>
              </a:ext>
            </a:extLst>
          </p:cNvPr>
          <p:cNvCxnSpPr/>
          <p:nvPr/>
        </p:nvCxnSpPr>
        <p:spPr>
          <a:xfrm flipH="1" flipV="1">
            <a:off x="1621805" y="3237237"/>
            <a:ext cx="509939" cy="511802"/>
          </a:xfrm>
          <a:prstGeom prst="straightConnector1">
            <a:avLst/>
          </a:prstGeom>
          <a:ln w="41275">
            <a:solidFill>
              <a:schemeClr val="tx1"/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ED15D90-8086-65F7-3F55-4D4015213EFF}"/>
              </a:ext>
            </a:extLst>
          </p:cNvPr>
          <p:cNvCxnSpPr/>
          <p:nvPr/>
        </p:nvCxnSpPr>
        <p:spPr>
          <a:xfrm flipV="1">
            <a:off x="2618284" y="3240727"/>
            <a:ext cx="509939" cy="511802"/>
          </a:xfrm>
          <a:prstGeom prst="straightConnector1">
            <a:avLst/>
          </a:prstGeom>
          <a:ln w="41275">
            <a:solidFill>
              <a:schemeClr val="tx1"/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62C1CBC-99C3-DBB0-C2FD-9ED26210A71D}"/>
              </a:ext>
            </a:extLst>
          </p:cNvPr>
          <p:cNvCxnSpPr/>
          <p:nvPr/>
        </p:nvCxnSpPr>
        <p:spPr>
          <a:xfrm flipV="1">
            <a:off x="2351589" y="3085096"/>
            <a:ext cx="0" cy="599628"/>
          </a:xfrm>
          <a:prstGeom prst="straightConnector1">
            <a:avLst/>
          </a:prstGeom>
          <a:ln w="41275">
            <a:solidFill>
              <a:schemeClr val="tx1"/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E9842071-FBFB-74E9-01E3-B2F64793213D}"/>
              </a:ext>
            </a:extLst>
          </p:cNvPr>
          <p:cNvSpPr txBox="1"/>
          <p:nvPr/>
        </p:nvSpPr>
        <p:spPr>
          <a:xfrm>
            <a:off x="1520050" y="5128564"/>
            <a:ext cx="17268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2400" dirty="0">
                <a:solidFill>
                  <a:prstClr val="black"/>
                </a:solidFill>
                <a:latin typeface="Calibri" panose="020F0502020204030204"/>
              </a:rPr>
              <a:t>multiplexing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8CE5E83-1EF3-F6CE-F549-3A0F387794D6}"/>
              </a:ext>
            </a:extLst>
          </p:cNvPr>
          <p:cNvGrpSpPr/>
          <p:nvPr/>
        </p:nvGrpSpPr>
        <p:grpSpPr>
          <a:xfrm>
            <a:off x="937233" y="2531051"/>
            <a:ext cx="3578068" cy="2085629"/>
            <a:chOff x="3726482" y="1134776"/>
            <a:chExt cx="4770756" cy="2780838"/>
          </a:xfrm>
        </p:grpSpPr>
        <p:pic>
          <p:nvPicPr>
            <p:cNvPr id="29" name="Picture 2" descr="Image result for firefox logo">
              <a:extLst>
                <a:ext uri="{FF2B5EF4-FFF2-40B4-BE49-F238E27FC236}">
                  <a16:creationId xmlns:a16="http://schemas.microsoft.com/office/drawing/2014/main" id="{EDD1D3BE-48D2-9924-B51B-D782830DDB9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16466" y="1134776"/>
              <a:ext cx="593575" cy="550669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" name="Picture 8" descr="Image result for skype logo">
              <a:extLst>
                <a:ext uri="{FF2B5EF4-FFF2-40B4-BE49-F238E27FC236}">
                  <a16:creationId xmlns:a16="http://schemas.microsoft.com/office/drawing/2014/main" id="{5A96D9D7-668F-012B-60FE-F9D01663C9D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84338" y="1410111"/>
              <a:ext cx="593575" cy="596651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1" name="Picture 10" descr="Image result for netflix logo png">
              <a:extLst>
                <a:ext uri="{FF2B5EF4-FFF2-40B4-BE49-F238E27FC236}">
                  <a16:creationId xmlns:a16="http://schemas.microsoft.com/office/drawing/2014/main" id="{E83E48C5-8F6B-F1DC-615D-158A65E52D7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42637" y="1485789"/>
              <a:ext cx="1059694" cy="590567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EC42DC5A-16FE-7A23-D3F2-7B4DA6EC639F}"/>
                </a:ext>
              </a:extLst>
            </p:cNvPr>
            <p:cNvCxnSpPr/>
            <p:nvPr/>
          </p:nvCxnSpPr>
          <p:spPr>
            <a:xfrm>
              <a:off x="3726482" y="3915614"/>
              <a:ext cx="3925557" cy="0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9C514518-14FC-1CFB-43C5-8A7C2E41079B}"/>
                </a:ext>
              </a:extLst>
            </p:cNvPr>
            <p:cNvCxnSpPr/>
            <p:nvPr/>
          </p:nvCxnSpPr>
          <p:spPr>
            <a:xfrm>
              <a:off x="3726482" y="2464553"/>
              <a:ext cx="4499617" cy="0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0027C503-61E3-C098-4E95-9058B7599EDA}"/>
                </a:ext>
              </a:extLst>
            </p:cNvPr>
            <p:cNvSpPr txBox="1"/>
            <p:nvPr/>
          </p:nvSpPr>
          <p:spPr>
            <a:xfrm>
              <a:off x="6867132" y="2931106"/>
              <a:ext cx="1413293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685800"/>
              <a:r>
                <a:rPr lang="en-US" dirty="0">
                  <a:solidFill>
                    <a:prstClr val="black"/>
                  </a:solidFill>
                  <a:latin typeface="Calibri" panose="020F0502020204030204"/>
                </a:rPr>
                <a:t>transport</a:t>
              </a:r>
              <a:endParaRPr lang="en-US" sz="24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5C6DB3DB-630A-374E-A9C7-5E446ECFB5DD}"/>
                </a:ext>
              </a:extLst>
            </p:cNvPr>
            <p:cNvSpPr txBox="1"/>
            <p:nvPr/>
          </p:nvSpPr>
          <p:spPr>
            <a:xfrm>
              <a:off x="6867133" y="2025176"/>
              <a:ext cx="1630105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685800"/>
              <a:r>
                <a:rPr lang="en-US" dirty="0">
                  <a:solidFill>
                    <a:prstClr val="black"/>
                  </a:solidFill>
                  <a:latin typeface="Calibri" panose="020F0502020204030204"/>
                </a:rPr>
                <a:t>application</a:t>
              </a:r>
              <a:endParaRPr lang="en-US" sz="24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36" name="Title 35">
            <a:extLst>
              <a:ext uri="{FF2B5EF4-FFF2-40B4-BE49-F238E27FC236}">
                <a16:creationId xmlns:a16="http://schemas.microsoft.com/office/drawing/2014/main" id="{A10EC25B-CDD2-3787-6352-FF5BCBA50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Multiplexing/demultiplexing</a:t>
            </a:r>
          </a:p>
        </p:txBody>
      </p:sp>
      <p:pic>
        <p:nvPicPr>
          <p:cNvPr id="38" name="Picture 8" descr="Image result for blue question mark icon">
            <a:extLst>
              <a:ext uri="{FF2B5EF4-FFF2-40B4-BE49-F238E27FC236}">
                <a16:creationId xmlns:a16="http://schemas.microsoft.com/office/drawing/2014/main" id="{27C42057-C38C-09E9-8624-7CED578349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7254" y="3619731"/>
            <a:ext cx="1218281" cy="1218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Slide Number Placeholder 3">
            <a:extLst>
              <a:ext uri="{FF2B5EF4-FFF2-40B4-BE49-F238E27FC236}">
                <a16:creationId xmlns:a16="http://schemas.microsoft.com/office/drawing/2014/main" id="{D22769BF-B9B0-6C7F-EE28-755577522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0BC41B36-6335-F546-90B9-E2121371E10D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4255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Multiplexing/demultiplexing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315298-38F9-5E21-14B2-F21613301F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demultiplexing works</a:t>
            </a:r>
          </a:p>
        </p:txBody>
      </p:sp>
      <p:sp>
        <p:nvSpPr>
          <p:cNvPr id="277" name="Rectangle 23">
            <a:extLst>
              <a:ext uri="{FF2B5EF4-FFF2-40B4-BE49-F238E27FC236}">
                <a16:creationId xmlns:a16="http://schemas.microsoft.com/office/drawing/2014/main" id="{0F916DA5-15D2-0A42-8C9B-01DCE4B192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599" y="2377666"/>
            <a:ext cx="4277478" cy="20931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284163" indent="-284163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687388" indent="-230188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213122" indent="-213122" defTabSz="685800">
              <a:buFont typeface="Wingdings" charset="2"/>
              <a:buChar char="§"/>
              <a:defRPr/>
            </a:pPr>
            <a:r>
              <a:rPr lang="en-US" sz="2400" kern="0" dirty="0">
                <a:solidFill>
                  <a:srgbClr val="000000"/>
                </a:solidFill>
                <a:latin typeface="Calibri" panose="020F0502020204030204"/>
                <a:cs typeface="+mn-cs"/>
              </a:rPr>
              <a:t>host receives IP datagrams</a:t>
            </a:r>
          </a:p>
          <a:p>
            <a:pPr marL="515541" lvl="1" indent="-172641" defTabSz="685800">
              <a:buFont typeface="Arial"/>
              <a:buChar char="•"/>
              <a:defRPr/>
            </a:pPr>
            <a:r>
              <a:rPr lang="en-US" sz="2100" kern="0" dirty="0">
                <a:solidFill>
                  <a:srgbClr val="000000"/>
                </a:solidFill>
                <a:latin typeface="Calibri" panose="020F0502020204030204"/>
              </a:rPr>
              <a:t>each datagram has source IP address, destination IP address</a:t>
            </a:r>
          </a:p>
          <a:p>
            <a:pPr marL="515541" lvl="1" indent="-172641" defTabSz="685800">
              <a:buFont typeface="Arial"/>
              <a:buChar char="•"/>
              <a:defRPr/>
            </a:pPr>
            <a:r>
              <a:rPr lang="en-US" sz="2100" kern="0" dirty="0">
                <a:solidFill>
                  <a:srgbClr val="000000"/>
                </a:solidFill>
                <a:latin typeface="Calibri" panose="020F0502020204030204"/>
              </a:rPr>
              <a:t>each datagram carries one transport-layer segment</a:t>
            </a:r>
          </a:p>
          <a:p>
            <a:pPr marL="515541" lvl="1" indent="-172641" defTabSz="685800">
              <a:buFont typeface="Arial"/>
              <a:buChar char="•"/>
              <a:defRPr/>
            </a:pPr>
            <a:r>
              <a:rPr lang="en-US" sz="2100" kern="0" dirty="0">
                <a:solidFill>
                  <a:srgbClr val="000000"/>
                </a:solidFill>
                <a:latin typeface="Calibri" panose="020F0502020204030204"/>
              </a:rPr>
              <a:t>each segment has source, destination port number </a:t>
            </a:r>
          </a:p>
          <a:p>
            <a:pPr marL="213122" indent="-213122" defTabSz="685800">
              <a:buFont typeface="Wingdings" charset="2"/>
              <a:buChar char="§"/>
              <a:defRPr/>
            </a:pPr>
            <a:r>
              <a:rPr lang="en-US" sz="2400" kern="0" dirty="0">
                <a:solidFill>
                  <a:srgbClr val="000000"/>
                </a:solidFill>
                <a:latin typeface="Calibri" panose="020F0502020204030204"/>
                <a:cs typeface="+mn-cs"/>
              </a:rPr>
              <a:t>host uses </a:t>
            </a:r>
            <a:r>
              <a:rPr lang="en-US" sz="2400" i="1" kern="0" dirty="0">
                <a:solidFill>
                  <a:srgbClr val="CC0000"/>
                </a:solidFill>
                <a:latin typeface="Calibri" panose="020F0502020204030204"/>
                <a:cs typeface="+mn-cs"/>
              </a:rPr>
              <a:t>IP addresses &amp; port numbers</a:t>
            </a:r>
            <a:r>
              <a:rPr lang="en-US" sz="2400" kern="0" dirty="0">
                <a:solidFill>
                  <a:srgbClr val="000000"/>
                </a:solidFill>
                <a:latin typeface="Calibri" panose="020F0502020204030204"/>
                <a:cs typeface="+mn-cs"/>
              </a:rPr>
              <a:t> to direct segment to appropriate socket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5657412" y="2481684"/>
            <a:ext cx="2561034" cy="3116372"/>
            <a:chOff x="7543216" y="1704452"/>
            <a:chExt cx="3414712" cy="4155162"/>
          </a:xfrm>
        </p:grpSpPr>
        <p:sp>
          <p:nvSpPr>
            <p:cNvPr id="275" name="Rectangle 75">
              <a:extLst>
                <a:ext uri="{FF2B5EF4-FFF2-40B4-BE49-F238E27FC236}">
                  <a16:creationId xmlns:a16="http://schemas.microsoft.com/office/drawing/2014/main" id="{FCCA66F1-5923-DC45-83A7-1942BA80E8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3703" y="2048939"/>
              <a:ext cx="3324225" cy="3200400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276" name="Rectangle 65">
              <a:extLst>
                <a:ext uri="{FF2B5EF4-FFF2-40B4-BE49-F238E27FC236}">
                  <a16:creationId xmlns:a16="http://schemas.microsoft.com/office/drawing/2014/main" id="{325B2818-1D14-0544-87D5-B34939698E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57503" y="2144189"/>
              <a:ext cx="3324225" cy="32004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278" name="Text Box 63">
              <a:extLst>
                <a:ext uri="{FF2B5EF4-FFF2-40B4-BE49-F238E27FC236}">
                  <a16:creationId xmlns:a16="http://schemas.microsoft.com/office/drawing/2014/main" id="{0308811F-F83C-684C-9A70-7056E70301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57013" y="2156889"/>
              <a:ext cx="1644041" cy="4001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CC0000"/>
                  </a:solidFill>
                </a:rPr>
                <a:t>source port #</a:t>
              </a:r>
              <a:endParaRPr lang="en-US" sz="1800" kern="0" dirty="0">
                <a:solidFill>
                  <a:srgbClr val="CC0000"/>
                </a:solidFill>
              </a:endParaRPr>
            </a:p>
          </p:txBody>
        </p:sp>
        <p:sp>
          <p:nvSpPr>
            <p:cNvPr id="279" name="Text Box 64">
              <a:extLst>
                <a:ext uri="{FF2B5EF4-FFF2-40B4-BE49-F238E27FC236}">
                  <a16:creationId xmlns:a16="http://schemas.microsoft.com/office/drawing/2014/main" id="{DFDB1254-258A-D74F-9312-2F08048EE0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45169" y="2156889"/>
              <a:ext cx="1404659" cy="4001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CC0000"/>
                  </a:solidFill>
                </a:rPr>
                <a:t>dest port #</a:t>
              </a:r>
              <a:endParaRPr lang="en-US" sz="1800" kern="0" dirty="0">
                <a:solidFill>
                  <a:srgbClr val="CC0000"/>
                </a:solidFill>
              </a:endParaRPr>
            </a:p>
          </p:txBody>
        </p:sp>
        <p:sp>
          <p:nvSpPr>
            <p:cNvPr id="280" name="Line 66">
              <a:extLst>
                <a:ext uri="{FF2B5EF4-FFF2-40B4-BE49-F238E27FC236}">
                  <a16:creationId xmlns:a16="http://schemas.microsoft.com/office/drawing/2014/main" id="{7758F487-6FB2-F34B-84F0-97683382747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547978" y="2544239"/>
              <a:ext cx="3328988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281" name="Line 68">
              <a:extLst>
                <a:ext uri="{FF2B5EF4-FFF2-40B4-BE49-F238E27FC236}">
                  <a16:creationId xmlns:a16="http://schemas.microsoft.com/office/drawing/2014/main" id="{A9895192-7D02-2F4C-B006-EAE3FEF5F7A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557503" y="3534839"/>
              <a:ext cx="3324225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282" name="Line 69">
              <a:extLst>
                <a:ext uri="{FF2B5EF4-FFF2-40B4-BE49-F238E27FC236}">
                  <a16:creationId xmlns:a16="http://schemas.microsoft.com/office/drawing/2014/main" id="{7ABA37B1-9C1B-8F43-9F10-44126FAB2D3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195803" y="2144189"/>
              <a:ext cx="0" cy="39528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283" name="Text Box 70">
              <a:extLst>
                <a:ext uri="{FF2B5EF4-FFF2-40B4-BE49-F238E27FC236}">
                  <a16:creationId xmlns:a16="http://schemas.microsoft.com/office/drawing/2014/main" id="{B3C9350B-DCA6-5E4A-91AA-5C2AD14EC2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05837" y="1704452"/>
              <a:ext cx="932307" cy="4001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</a:rPr>
                <a:t>32 bits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284" name="Line 71">
              <a:extLst>
                <a:ext uri="{FF2B5EF4-FFF2-40B4-BE49-F238E27FC236}">
                  <a16:creationId xmlns:a16="http://schemas.microsoft.com/office/drawing/2014/main" id="{D16D54C4-5717-9E46-AA93-1E6BB34304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53003" y="1910827"/>
              <a:ext cx="1200150" cy="476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285" name="Line 72">
              <a:extLst>
                <a:ext uri="{FF2B5EF4-FFF2-40B4-BE49-F238E27FC236}">
                  <a16:creationId xmlns:a16="http://schemas.microsoft.com/office/drawing/2014/main" id="{332269D9-54A4-6446-BBAD-BD3F06A73E9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7543216" y="1920352"/>
              <a:ext cx="1128712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286" name="Text Box 73">
              <a:extLst>
                <a:ext uri="{FF2B5EF4-FFF2-40B4-BE49-F238E27FC236}">
                  <a16:creationId xmlns:a16="http://schemas.microsoft.com/office/drawing/2014/main" id="{8F7D97AE-E89E-684A-9571-5959DA8E33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17820" y="3865039"/>
              <a:ext cx="1455956" cy="10464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500" kern="0" dirty="0">
                  <a:solidFill>
                    <a:srgbClr val="000000"/>
                  </a:solidFill>
                </a:rPr>
                <a:t>application</a:t>
              </a:r>
            </a:p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500" kern="0" dirty="0">
                  <a:solidFill>
                    <a:srgbClr val="000000"/>
                  </a:solidFill>
                </a:rPr>
                <a:t>data </a:t>
              </a:r>
            </a:p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500" kern="0" dirty="0">
                  <a:solidFill>
                    <a:srgbClr val="000000"/>
                  </a:solidFill>
                </a:rPr>
                <a:t>(payload)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287" name="Text Box 74">
              <a:extLst>
                <a:ext uri="{FF2B5EF4-FFF2-40B4-BE49-F238E27FC236}">
                  <a16:creationId xmlns:a16="http://schemas.microsoft.com/office/drawing/2014/main" id="{A5362E3E-8643-6A43-A4FE-BD56FF4F0B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27104" y="2898252"/>
              <a:ext cx="2370736" cy="430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500" kern="0" dirty="0">
                  <a:solidFill>
                    <a:srgbClr val="000000"/>
                  </a:solidFill>
                </a:rPr>
                <a:t>other header fields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288" name="Text Box 76">
              <a:extLst>
                <a:ext uri="{FF2B5EF4-FFF2-40B4-BE49-F238E27FC236}">
                  <a16:creationId xmlns:a16="http://schemas.microsoft.com/office/drawing/2014/main" id="{2FE71CF3-191A-C44F-839C-1CF4D7DFFA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24077" y="5428727"/>
              <a:ext cx="3153001" cy="430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500" kern="0" dirty="0">
                  <a:solidFill>
                    <a:srgbClr val="000000"/>
                  </a:solidFill>
                </a:rPr>
                <a:t>TCP/UDP segment format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</p:grpSp>
      <p:sp>
        <p:nvSpPr>
          <p:cNvPr id="4" name="Oval 3"/>
          <p:cNvSpPr/>
          <p:nvPr/>
        </p:nvSpPr>
        <p:spPr>
          <a:xfrm>
            <a:off x="5474943" y="2685612"/>
            <a:ext cx="1562404" cy="516818"/>
          </a:xfrm>
          <a:prstGeom prst="ellipse">
            <a:avLst/>
          </a:prstGeom>
          <a:noFill/>
          <a:ln w="38100">
            <a:solidFill>
              <a:srgbClr val="CD00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35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6761046" y="2692100"/>
            <a:ext cx="1562404" cy="516818"/>
          </a:xfrm>
          <a:prstGeom prst="ellipse">
            <a:avLst/>
          </a:prstGeom>
          <a:noFill/>
          <a:ln w="38100">
            <a:solidFill>
              <a:srgbClr val="CD00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35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C9AC59CB-CB2D-E995-139A-B18E42F24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0BC41B36-6335-F546-90B9-E2121371E10D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0549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Multiplexing/demultiplexing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94D849-0EAA-C866-CECF-3D64DD98A1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Connectionless demultiplexing</a:t>
            </a:r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5E258CE6-39AA-994E-A005-93DEFB62A33E}"/>
              </a:ext>
            </a:extLst>
          </p:cNvPr>
          <p:cNvSpPr txBox="1">
            <a:spLocks noChangeArrowheads="1"/>
          </p:cNvSpPr>
          <p:nvPr/>
        </p:nvSpPr>
        <p:spPr>
          <a:xfrm>
            <a:off x="599017" y="2152350"/>
            <a:ext cx="3940619" cy="1585317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2863" indent="0" defTabSz="685800">
              <a:spcBef>
                <a:spcPts val="750"/>
              </a:spcBef>
              <a:buNone/>
              <a:defRPr/>
            </a:pPr>
            <a:r>
              <a:rPr lang="en-US" sz="2625" i="1" dirty="0">
                <a:solidFill>
                  <a:prstClr val="black"/>
                </a:solidFill>
                <a:latin typeface="Calibri" panose="020F0502020204030204"/>
              </a:rPr>
              <a:t>Recall:</a:t>
            </a:r>
            <a:r>
              <a:rPr lang="en-US" sz="2625" dirty="0">
                <a:solidFill>
                  <a:prstClr val="black"/>
                </a:solidFill>
                <a:latin typeface="Calibri" panose="020F0502020204030204"/>
              </a:rPr>
              <a:t> </a:t>
            </a:r>
          </a:p>
          <a:p>
            <a:pPr marL="260747" indent="-217885" defTabSz="685800">
              <a:spcBef>
                <a:spcPts val="750"/>
              </a:spcBef>
              <a:buFont typeface="Wingdings" charset="2"/>
              <a:buChar char="§"/>
              <a:defRPr/>
            </a:pPr>
            <a:r>
              <a:rPr lang="en-US" sz="2625" dirty="0">
                <a:solidFill>
                  <a:prstClr val="black"/>
                </a:solidFill>
                <a:latin typeface="Calibri" panose="020F0502020204030204"/>
              </a:rPr>
              <a:t>when creating socket, must specify </a:t>
            </a:r>
            <a:r>
              <a:rPr lang="en-US" sz="2625" i="1" dirty="0">
                <a:solidFill>
                  <a:srgbClr val="CD0004"/>
                </a:solidFill>
                <a:latin typeface="Calibri" panose="020F0502020204030204"/>
              </a:rPr>
              <a:t>host-local </a:t>
            </a:r>
            <a:r>
              <a:rPr lang="en-US" sz="2625" dirty="0">
                <a:solidFill>
                  <a:prstClr val="black"/>
                </a:solidFill>
                <a:latin typeface="Calibri" panose="020F0502020204030204"/>
              </a:rPr>
              <a:t>port #:</a:t>
            </a:r>
          </a:p>
          <a:p>
            <a:pPr marL="260747" indent="-217885" defTabSz="685800">
              <a:spcBef>
                <a:spcPts val="750"/>
              </a:spcBef>
              <a:buNone/>
              <a:defRPr/>
            </a:pPr>
            <a:r>
              <a:rPr lang="en-US" sz="1800" b="1" dirty="0">
                <a:solidFill>
                  <a:prstClr val="black"/>
                </a:solidFill>
                <a:latin typeface="Calibri" panose="020F0502020204030204"/>
              </a:rPr>
              <a:t>  </a:t>
            </a:r>
            <a:r>
              <a:rPr lang="en-US" sz="1800" dirty="0">
                <a:solidFill>
                  <a:prstClr val="black"/>
                </a:solidFill>
                <a:latin typeface="Courier" pitchFamily="2" charset="0"/>
              </a:rPr>
              <a:t>DatagramSocket mySocket1        = new DatagramSocket(</a:t>
            </a:r>
            <a:r>
              <a:rPr lang="en-US" sz="1800" dirty="0">
                <a:solidFill>
                  <a:srgbClr val="CC0000"/>
                </a:solidFill>
                <a:latin typeface="Courier" pitchFamily="2" charset="0"/>
              </a:rPr>
              <a:t>12534</a:t>
            </a:r>
            <a:r>
              <a:rPr lang="en-US" sz="1800" dirty="0">
                <a:solidFill>
                  <a:prstClr val="black"/>
                </a:solidFill>
                <a:latin typeface="Courier" pitchFamily="2" charset="0"/>
              </a:rPr>
              <a:t>);</a:t>
            </a:r>
          </a:p>
          <a:p>
            <a:pPr marL="260747" indent="-217885" defTabSz="685800">
              <a:spcBef>
                <a:spcPts val="750"/>
              </a:spcBef>
              <a:buNone/>
              <a:defRPr/>
            </a:pPr>
            <a:endParaRPr lang="en-US" sz="1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Rectangle 105">
            <a:extLst>
              <a:ext uri="{FF2B5EF4-FFF2-40B4-BE49-F238E27FC236}">
                <a16:creationId xmlns:a16="http://schemas.microsoft.com/office/drawing/2014/main" id="{86EE0BD4-F2E4-AA4C-ABE7-69DA3D493545}"/>
              </a:ext>
            </a:extLst>
          </p:cNvPr>
          <p:cNvSpPr txBox="1">
            <a:spLocks noChangeArrowheads="1"/>
          </p:cNvSpPr>
          <p:nvPr/>
        </p:nvSpPr>
        <p:spPr>
          <a:xfrm>
            <a:off x="5080997" y="2145609"/>
            <a:ext cx="3670805" cy="1776413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7631" indent="0" defTabSz="685800">
              <a:spcBef>
                <a:spcPts val="750"/>
              </a:spcBef>
              <a:buNone/>
              <a:defRPr/>
            </a:pPr>
            <a:r>
              <a:rPr lang="en-US" sz="2400" dirty="0">
                <a:solidFill>
                  <a:prstClr val="black"/>
                </a:solidFill>
                <a:latin typeface="Calibri" panose="020F0502020204030204"/>
              </a:rPr>
              <a:t>when receiving host receives </a:t>
            </a:r>
            <a:r>
              <a:rPr lang="en-US" sz="2400" i="1" dirty="0">
                <a:solidFill>
                  <a:prstClr val="black"/>
                </a:solidFill>
                <a:latin typeface="Calibri" panose="020F0502020204030204"/>
              </a:rPr>
              <a:t>UDP </a:t>
            </a:r>
            <a:r>
              <a:rPr lang="en-US" sz="2400" dirty="0">
                <a:solidFill>
                  <a:prstClr val="black"/>
                </a:solidFill>
                <a:latin typeface="Calibri" panose="020F0502020204030204"/>
              </a:rPr>
              <a:t>segment:</a:t>
            </a:r>
          </a:p>
          <a:p>
            <a:pPr marL="521494" lvl="1" indent="-173831" defTabSz="685800">
              <a:spcBef>
                <a:spcPts val="375"/>
              </a:spcBef>
              <a:buFont typeface="Arial"/>
              <a:buChar char="•"/>
              <a:defRPr/>
            </a:pPr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checks destination port # in segment</a:t>
            </a:r>
          </a:p>
          <a:p>
            <a:pPr marL="521494" lvl="1" indent="-173831" defTabSz="685800">
              <a:spcBef>
                <a:spcPts val="375"/>
              </a:spcBef>
              <a:buFont typeface="Arial"/>
              <a:buChar char="•"/>
              <a:defRPr/>
            </a:pPr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directs UDP segment to socket with that port #</a:t>
            </a:r>
          </a:p>
        </p:txBody>
      </p:sp>
      <p:sp>
        <p:nvSpPr>
          <p:cNvPr id="20" name="Rectangle 108">
            <a:extLst>
              <a:ext uri="{FF2B5EF4-FFF2-40B4-BE49-F238E27FC236}">
                <a16:creationId xmlns:a16="http://schemas.microsoft.com/office/drawing/2014/main" id="{D64D1D76-B139-F94A-A00F-C768B66569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856" y="3506030"/>
            <a:ext cx="3920728" cy="20638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60747" indent="-217885" defTabSz="6858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0"/>
              <a:buChar char="v"/>
              <a:defRPr/>
            </a:pPr>
            <a:endParaRPr lang="en-US" dirty="0">
              <a:solidFill>
                <a:prstClr val="black"/>
              </a:solidFill>
              <a:latin typeface="Calibri" panose="020F0502020204030204"/>
              <a:ea typeface="ＭＳ Ｐゴシック" charset="0"/>
            </a:endParaRPr>
          </a:p>
          <a:p>
            <a:pPr marL="219075" indent="-219075" defTabSz="6858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400" dirty="0">
                <a:solidFill>
                  <a:prstClr val="black"/>
                </a:solidFill>
                <a:latin typeface="Calibri" panose="020F0502020204030204"/>
                <a:ea typeface="ＭＳ Ｐゴシック" charset="0"/>
              </a:rPr>
              <a:t>when creating datagram to send into UDP socket, must specify</a:t>
            </a:r>
          </a:p>
          <a:p>
            <a:pPr marL="644129" lvl="1" indent="-179785" defTabSz="6858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/>
              <a:buChar char="•"/>
              <a:defRPr/>
            </a:pPr>
            <a:r>
              <a:rPr lang="en-US" sz="2100" dirty="0">
                <a:solidFill>
                  <a:prstClr val="black"/>
                </a:solidFill>
                <a:latin typeface="Calibri" panose="020F0502020204030204"/>
                <a:ea typeface="ＭＳ Ｐゴシック" charset="0"/>
              </a:rPr>
              <a:t>destination IP address</a:t>
            </a:r>
          </a:p>
          <a:p>
            <a:pPr marL="644129" lvl="1" indent="-179785" defTabSz="6858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/>
              <a:buChar char="•"/>
              <a:defRPr/>
            </a:pPr>
            <a:r>
              <a:rPr lang="en-US" sz="2100" dirty="0">
                <a:solidFill>
                  <a:prstClr val="black"/>
                </a:solidFill>
                <a:latin typeface="Calibri" panose="020F0502020204030204"/>
                <a:ea typeface="ＭＳ Ｐゴシック" charset="0"/>
              </a:rPr>
              <a:t>destination port #</a:t>
            </a:r>
          </a:p>
        </p:txBody>
      </p:sp>
      <p:sp>
        <p:nvSpPr>
          <p:cNvPr id="21" name="Rectangle 111">
            <a:extLst>
              <a:ext uri="{FF2B5EF4-FFF2-40B4-BE49-F238E27FC236}">
                <a16:creationId xmlns:a16="http://schemas.microsoft.com/office/drawing/2014/main" id="{1D23ED05-24C1-E24F-9A5D-E84D26B527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1752" y="4325240"/>
            <a:ext cx="3891115" cy="1752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defTabSz="6858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65000"/>
              <a:defRPr/>
            </a:pPr>
            <a:r>
              <a:rPr lang="en-US" sz="2100" dirty="0">
                <a:solidFill>
                  <a:prstClr val="black"/>
                </a:solidFill>
                <a:latin typeface="Calibri" panose="020F0502020204030204"/>
                <a:ea typeface="ＭＳ Ｐゴシック" charset="0"/>
              </a:rPr>
              <a:t>IP/UDP datagrams with </a:t>
            </a:r>
            <a:r>
              <a:rPr lang="en-US" sz="2100" i="1" dirty="0">
                <a:solidFill>
                  <a:srgbClr val="CC0000"/>
                </a:solidFill>
                <a:latin typeface="Calibri" panose="020F0502020204030204"/>
                <a:ea typeface="ＭＳ Ｐゴシック" charset="0"/>
              </a:rPr>
              <a:t>same dest. port #,</a:t>
            </a:r>
            <a:r>
              <a:rPr lang="en-US" sz="2100" dirty="0">
                <a:solidFill>
                  <a:prstClr val="black"/>
                </a:solidFill>
                <a:latin typeface="Calibri" panose="020F0502020204030204"/>
                <a:ea typeface="ＭＳ Ｐゴシック" charset="0"/>
              </a:rPr>
              <a:t> but different source IP addresses and/or source port numbers will be directed to </a:t>
            </a:r>
            <a:r>
              <a:rPr lang="en-US" sz="2100" i="1" dirty="0">
                <a:solidFill>
                  <a:srgbClr val="CC0000"/>
                </a:solidFill>
                <a:latin typeface="Calibri" panose="020F0502020204030204"/>
                <a:ea typeface="ＭＳ Ｐゴシック" charset="0"/>
              </a:rPr>
              <a:t>same socket </a:t>
            </a:r>
            <a:r>
              <a:rPr lang="en-US" sz="2100" dirty="0">
                <a:solidFill>
                  <a:prstClr val="black"/>
                </a:solidFill>
                <a:latin typeface="Calibri" panose="020F0502020204030204"/>
                <a:ea typeface="ＭＳ Ｐゴシック" charset="0"/>
              </a:rPr>
              <a:t>at receiving host</a:t>
            </a:r>
          </a:p>
        </p:txBody>
      </p:sp>
      <p:sp>
        <p:nvSpPr>
          <p:cNvPr id="23" name="AutoShape 113">
            <a:extLst>
              <a:ext uri="{FF2B5EF4-FFF2-40B4-BE49-F238E27FC236}">
                <a16:creationId xmlns:a16="http://schemas.microsoft.com/office/drawing/2014/main" id="{AE0FE900-8538-8F4F-BD27-2C9A09F232E9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6497163" y="3932251"/>
            <a:ext cx="420291" cy="233363"/>
          </a:xfrm>
          <a:prstGeom prst="rightArrow">
            <a:avLst>
              <a:gd name="adj1" fmla="val 50000"/>
              <a:gd name="adj2" fmla="val 45026"/>
            </a:avLst>
          </a:prstGeom>
          <a:solidFill>
            <a:srgbClr val="CC0000"/>
          </a:solidFill>
          <a:ln w="9525">
            <a:solidFill>
              <a:srgbClr val="CC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685800">
              <a:defRPr/>
            </a:pPr>
            <a:endParaRPr lang="en-US" sz="1500" dirty="0">
              <a:solidFill>
                <a:prstClr val="black"/>
              </a:solidFill>
              <a:latin typeface="Calibri" panose="020F0502020204030204"/>
              <a:ea typeface="ＭＳ Ｐゴシック" charset="0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E32E731-A5B9-B44F-853B-A87FFA65AAE0}"/>
              </a:ext>
            </a:extLst>
          </p:cNvPr>
          <p:cNvSpPr/>
          <p:nvPr/>
        </p:nvSpPr>
        <p:spPr>
          <a:xfrm>
            <a:off x="2623220" y="3174929"/>
            <a:ext cx="1431986" cy="747093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35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8FC55DA3-4CEC-D0F6-1C24-3AECABC00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0BC41B36-6335-F546-90B9-E2121371E10D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8930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1" grpId="0"/>
      <p:bldP spid="23" grpId="0" animBg="1"/>
      <p:bldP spid="4" grpId="0" animBg="1"/>
      <p:bldP spid="4" grpId="1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Freeform 89">
            <a:extLst>
              <a:ext uri="{FF2B5EF4-FFF2-40B4-BE49-F238E27FC236}">
                <a16:creationId xmlns:a16="http://schemas.microsoft.com/office/drawing/2014/main" id="{28FDDD2F-FD14-B643-A369-43EE4030BEDB}"/>
              </a:ext>
            </a:extLst>
          </p:cNvPr>
          <p:cNvSpPr>
            <a:spLocks/>
          </p:cNvSpPr>
          <p:nvPr/>
        </p:nvSpPr>
        <p:spPr bwMode="auto">
          <a:xfrm>
            <a:off x="3599854" y="2924936"/>
            <a:ext cx="414338" cy="1562100"/>
          </a:xfrm>
          <a:custGeom>
            <a:avLst/>
            <a:gdLst>
              <a:gd name="T0" fmla="*/ 0 w 348"/>
              <a:gd name="T1" fmla="*/ 2147483647 h 1312"/>
              <a:gd name="T2" fmla="*/ 2147483647 w 348"/>
              <a:gd name="T3" fmla="*/ 0 h 1312"/>
              <a:gd name="T4" fmla="*/ 2147483647 w 348"/>
              <a:gd name="T5" fmla="*/ 2147483647 h 1312"/>
              <a:gd name="T6" fmla="*/ 2147483647 w 348"/>
              <a:gd name="T7" fmla="*/ 2147483647 h 1312"/>
              <a:gd name="T8" fmla="*/ 0 w 348"/>
              <a:gd name="T9" fmla="*/ 2147483647 h 131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48" h="1312">
                <a:moveTo>
                  <a:pt x="0" y="1306"/>
                </a:moveTo>
                <a:lnTo>
                  <a:pt x="348" y="0"/>
                </a:lnTo>
                <a:lnTo>
                  <a:pt x="342" y="1258"/>
                </a:lnTo>
                <a:lnTo>
                  <a:pt x="180" y="1312"/>
                </a:lnTo>
                <a:lnTo>
                  <a:pt x="0" y="1306"/>
                </a:lnTo>
                <a:close/>
              </a:path>
            </a:pathLst>
          </a:custGeom>
          <a:gradFill rotWithShape="1">
            <a:gsLst>
              <a:gs pos="0">
                <a:schemeClr val="bg1">
                  <a:lumMod val="95000"/>
                </a:schemeClr>
              </a:gs>
              <a:gs pos="100000">
                <a:srgbClr val="B2B2B2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kern="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40" name="Freeform 97">
            <a:extLst>
              <a:ext uri="{FF2B5EF4-FFF2-40B4-BE49-F238E27FC236}">
                <a16:creationId xmlns:a16="http://schemas.microsoft.com/office/drawing/2014/main" id="{64DF8D3E-75B9-8F40-BCD6-78530C047B4F}"/>
              </a:ext>
            </a:extLst>
          </p:cNvPr>
          <p:cNvSpPr>
            <a:spLocks/>
          </p:cNvSpPr>
          <p:nvPr/>
        </p:nvSpPr>
        <p:spPr bwMode="auto">
          <a:xfrm>
            <a:off x="1558459" y="3153536"/>
            <a:ext cx="298322" cy="1607928"/>
          </a:xfrm>
          <a:custGeom>
            <a:avLst/>
            <a:gdLst>
              <a:gd name="T0" fmla="*/ 2147483647 w 290"/>
              <a:gd name="T1" fmla="*/ 2147483647 h 1382"/>
              <a:gd name="T2" fmla="*/ 0 w 290"/>
              <a:gd name="T3" fmla="*/ 2147483647 h 1382"/>
              <a:gd name="T4" fmla="*/ 2147483647 w 290"/>
              <a:gd name="T5" fmla="*/ 0 h 1382"/>
              <a:gd name="T6" fmla="*/ 2147483647 w 290"/>
              <a:gd name="T7" fmla="*/ 2147483647 h 1382"/>
              <a:gd name="T8" fmla="*/ 2147483647 w 290"/>
              <a:gd name="T9" fmla="*/ 2147483647 h 1382"/>
              <a:gd name="T10" fmla="*/ 2147483647 w 290"/>
              <a:gd name="T11" fmla="*/ 2147483647 h 138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connsiteX0" fmla="*/ 517 w 10000"/>
              <a:gd name="connsiteY0" fmla="*/ 10000 h 10000"/>
              <a:gd name="connsiteX1" fmla="*/ 0 w 10000"/>
              <a:gd name="connsiteY1" fmla="*/ 9841 h 10000"/>
              <a:gd name="connsiteX2" fmla="*/ 10000 w 10000"/>
              <a:gd name="connsiteY2" fmla="*/ 0 h 10000"/>
              <a:gd name="connsiteX3" fmla="*/ 9793 w 10000"/>
              <a:gd name="connsiteY3" fmla="*/ 9103 h 10000"/>
              <a:gd name="connsiteX4" fmla="*/ 517 w 10000"/>
              <a:gd name="connsiteY4" fmla="*/ 10000 h 10000"/>
              <a:gd name="connsiteX0" fmla="*/ 0 w 9483"/>
              <a:gd name="connsiteY0" fmla="*/ 10000 h 10000"/>
              <a:gd name="connsiteX1" fmla="*/ 843 w 9483"/>
              <a:gd name="connsiteY1" fmla="*/ 8128 h 10000"/>
              <a:gd name="connsiteX2" fmla="*/ 9483 w 9483"/>
              <a:gd name="connsiteY2" fmla="*/ 0 h 10000"/>
              <a:gd name="connsiteX3" fmla="*/ 9276 w 9483"/>
              <a:gd name="connsiteY3" fmla="*/ 9103 h 10000"/>
              <a:gd name="connsiteX4" fmla="*/ 0 w 9483"/>
              <a:gd name="connsiteY4" fmla="*/ 10000 h 10000"/>
              <a:gd name="connsiteX0" fmla="*/ 2554 w 9111"/>
              <a:gd name="connsiteY0" fmla="*/ 9772 h 9772"/>
              <a:gd name="connsiteX1" fmla="*/ 0 w 9111"/>
              <a:gd name="connsiteY1" fmla="*/ 8128 h 9772"/>
              <a:gd name="connsiteX2" fmla="*/ 9111 w 9111"/>
              <a:gd name="connsiteY2" fmla="*/ 0 h 9772"/>
              <a:gd name="connsiteX3" fmla="*/ 8893 w 9111"/>
              <a:gd name="connsiteY3" fmla="*/ 9103 h 9772"/>
              <a:gd name="connsiteX4" fmla="*/ 2554 w 9111"/>
              <a:gd name="connsiteY4" fmla="*/ 9772 h 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1" h="9772">
                <a:moveTo>
                  <a:pt x="2554" y="9772"/>
                </a:moveTo>
                <a:lnTo>
                  <a:pt x="0" y="8128"/>
                </a:lnTo>
                <a:lnTo>
                  <a:pt x="9111" y="0"/>
                </a:lnTo>
                <a:cubicBezTo>
                  <a:pt x="9038" y="3034"/>
                  <a:pt x="8966" y="6069"/>
                  <a:pt x="8893" y="9103"/>
                </a:cubicBezTo>
                <a:lnTo>
                  <a:pt x="2554" y="9772"/>
                </a:lnTo>
                <a:close/>
              </a:path>
            </a:pathLst>
          </a:custGeom>
          <a:gradFill rotWithShape="1">
            <a:gsLst>
              <a:gs pos="0">
                <a:schemeClr val="bg1">
                  <a:lumMod val="95000"/>
                </a:schemeClr>
              </a:gs>
              <a:gs pos="100000">
                <a:srgbClr val="B2B2B2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kern="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87" name="Freeform 154">
            <a:extLst>
              <a:ext uri="{FF2B5EF4-FFF2-40B4-BE49-F238E27FC236}">
                <a16:creationId xmlns:a16="http://schemas.microsoft.com/office/drawing/2014/main" id="{3380745A-BF26-D24C-8ACE-76BF4A51F666}"/>
              </a:ext>
            </a:extLst>
          </p:cNvPr>
          <p:cNvSpPr>
            <a:spLocks/>
          </p:cNvSpPr>
          <p:nvPr/>
        </p:nvSpPr>
        <p:spPr bwMode="auto">
          <a:xfrm>
            <a:off x="7190780" y="3157108"/>
            <a:ext cx="322545" cy="1628363"/>
          </a:xfrm>
          <a:custGeom>
            <a:avLst/>
            <a:gdLst>
              <a:gd name="T0" fmla="*/ 2147483647 w 318"/>
              <a:gd name="T1" fmla="*/ 2147483647 h 1344"/>
              <a:gd name="T2" fmla="*/ 2147483647 w 318"/>
              <a:gd name="T3" fmla="*/ 0 h 1344"/>
              <a:gd name="T4" fmla="*/ 0 w 318"/>
              <a:gd name="T5" fmla="*/ 2147483647 h 1344"/>
              <a:gd name="T6" fmla="*/ 2147483647 w 318"/>
              <a:gd name="T7" fmla="*/ 2147483647 h 1344"/>
              <a:gd name="T8" fmla="*/ 2147483647 w 318"/>
              <a:gd name="T9" fmla="*/ 2147483647 h 134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connsiteX0" fmla="*/ 10000 w 10000"/>
              <a:gd name="connsiteY0" fmla="*/ 10000 h 10176"/>
              <a:gd name="connsiteX1" fmla="*/ 377 w 10000"/>
              <a:gd name="connsiteY1" fmla="*/ 0 h 10176"/>
              <a:gd name="connsiteX2" fmla="*/ 0 w 10000"/>
              <a:gd name="connsiteY2" fmla="*/ 9107 h 10176"/>
              <a:gd name="connsiteX3" fmla="*/ 8519 w 10000"/>
              <a:gd name="connsiteY3" fmla="*/ 10176 h 10176"/>
              <a:gd name="connsiteX4" fmla="*/ 10000 w 10000"/>
              <a:gd name="connsiteY4" fmla="*/ 10000 h 10176"/>
              <a:gd name="connsiteX0" fmla="*/ 7767 w 8519"/>
              <a:gd name="connsiteY0" fmla="*/ 8356 h 10176"/>
              <a:gd name="connsiteX1" fmla="*/ 377 w 8519"/>
              <a:gd name="connsiteY1" fmla="*/ 0 h 10176"/>
              <a:gd name="connsiteX2" fmla="*/ 0 w 8519"/>
              <a:gd name="connsiteY2" fmla="*/ 9107 h 10176"/>
              <a:gd name="connsiteX3" fmla="*/ 8519 w 8519"/>
              <a:gd name="connsiteY3" fmla="*/ 10176 h 10176"/>
              <a:gd name="connsiteX4" fmla="*/ 7767 w 8519"/>
              <a:gd name="connsiteY4" fmla="*/ 8356 h 10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19" h="10176">
                <a:moveTo>
                  <a:pt x="7767" y="8356"/>
                </a:moveTo>
                <a:lnTo>
                  <a:pt x="377" y="0"/>
                </a:lnTo>
                <a:cubicBezTo>
                  <a:pt x="251" y="3036"/>
                  <a:pt x="126" y="6071"/>
                  <a:pt x="0" y="9107"/>
                </a:cubicBezTo>
                <a:lnTo>
                  <a:pt x="8519" y="10176"/>
                </a:lnTo>
                <a:lnTo>
                  <a:pt x="7767" y="8356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chemeClr val="bg1">
                  <a:lumMod val="95000"/>
                </a:schemeClr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kern="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42" name="Rectangle 24">
            <a:extLst>
              <a:ext uri="{FF2B5EF4-FFF2-40B4-BE49-F238E27FC236}">
                <a16:creationId xmlns:a16="http://schemas.microsoft.com/office/drawing/2014/main" id="{F331F96E-BFA3-B949-B96F-DCA5E9AF3F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1543" y="3169014"/>
            <a:ext cx="954881" cy="1484710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  <a:miter lim="800000"/>
            <a:headEnd/>
            <a:tailEnd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en-US" sz="1800" kern="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3" name="Line 25">
            <a:extLst>
              <a:ext uri="{FF2B5EF4-FFF2-40B4-BE49-F238E27FC236}">
                <a16:creationId xmlns:a16="http://schemas.microsoft.com/office/drawing/2014/main" id="{2EFF90D8-8133-E042-BB15-B540A8DAEE38}"/>
              </a:ext>
            </a:extLst>
          </p:cNvPr>
          <p:cNvSpPr>
            <a:spLocks noChangeShapeType="1"/>
          </p:cNvSpPr>
          <p:nvPr/>
        </p:nvSpPr>
        <p:spPr bwMode="auto">
          <a:xfrm>
            <a:off x="1868686" y="3739324"/>
            <a:ext cx="947738" cy="2381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kern="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44" name="Text Box 26">
            <a:extLst>
              <a:ext uri="{FF2B5EF4-FFF2-40B4-BE49-F238E27FC236}">
                <a16:creationId xmlns:a16="http://schemas.microsoft.com/office/drawing/2014/main" id="{53A1C5C8-02A4-B440-B555-BBEB695957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36539" y="3726226"/>
            <a:ext cx="988219" cy="253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050" kern="0" dirty="0">
                <a:solidFill>
                  <a:srgbClr val="000000"/>
                </a:solidFill>
              </a:rPr>
              <a:t>transport</a:t>
            </a:r>
          </a:p>
        </p:txBody>
      </p:sp>
      <p:sp>
        <p:nvSpPr>
          <p:cNvPr id="145" name="Line 27">
            <a:extLst>
              <a:ext uri="{FF2B5EF4-FFF2-40B4-BE49-F238E27FC236}">
                <a16:creationId xmlns:a16="http://schemas.microsoft.com/office/drawing/2014/main" id="{E1E8AAE6-A7CD-924F-8779-9257D875BE82}"/>
              </a:ext>
            </a:extLst>
          </p:cNvPr>
          <p:cNvSpPr>
            <a:spLocks noChangeShapeType="1"/>
          </p:cNvSpPr>
          <p:nvPr/>
        </p:nvSpPr>
        <p:spPr bwMode="auto">
          <a:xfrm>
            <a:off x="1874638" y="3979830"/>
            <a:ext cx="947738" cy="2381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kern="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46" name="Line 28">
            <a:extLst>
              <a:ext uri="{FF2B5EF4-FFF2-40B4-BE49-F238E27FC236}">
                <a16:creationId xmlns:a16="http://schemas.microsoft.com/office/drawing/2014/main" id="{CA7EEA54-B56E-2B48-9F82-BCDEC7D39BF8}"/>
              </a:ext>
            </a:extLst>
          </p:cNvPr>
          <p:cNvSpPr>
            <a:spLocks noChangeShapeType="1"/>
          </p:cNvSpPr>
          <p:nvPr/>
        </p:nvSpPr>
        <p:spPr bwMode="auto">
          <a:xfrm>
            <a:off x="1863923" y="4212001"/>
            <a:ext cx="947738" cy="2381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kern="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47" name="Line 29">
            <a:extLst>
              <a:ext uri="{FF2B5EF4-FFF2-40B4-BE49-F238E27FC236}">
                <a16:creationId xmlns:a16="http://schemas.microsoft.com/office/drawing/2014/main" id="{73328B79-CBD4-B041-B159-E3286EADBC62}"/>
              </a:ext>
            </a:extLst>
          </p:cNvPr>
          <p:cNvSpPr>
            <a:spLocks noChangeShapeType="1"/>
          </p:cNvSpPr>
          <p:nvPr/>
        </p:nvSpPr>
        <p:spPr bwMode="auto">
          <a:xfrm>
            <a:off x="1863923" y="4426314"/>
            <a:ext cx="947738" cy="2381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kern="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48" name="Text Box 26">
            <a:extLst>
              <a:ext uri="{FF2B5EF4-FFF2-40B4-BE49-F238E27FC236}">
                <a16:creationId xmlns:a16="http://schemas.microsoft.com/office/drawing/2014/main" id="{3062900D-4135-244C-9B1F-EE7CC03B02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2733" y="3161869"/>
            <a:ext cx="988219" cy="253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050" kern="0" dirty="0">
                <a:solidFill>
                  <a:srgbClr val="000000"/>
                </a:solidFill>
              </a:rPr>
              <a:t>application</a:t>
            </a:r>
          </a:p>
        </p:txBody>
      </p:sp>
      <p:sp>
        <p:nvSpPr>
          <p:cNvPr id="149" name="Text Box 26">
            <a:extLst>
              <a:ext uri="{FF2B5EF4-FFF2-40B4-BE49-F238E27FC236}">
                <a16:creationId xmlns:a16="http://schemas.microsoft.com/office/drawing/2014/main" id="{F09CC3DB-2FE1-524D-8CDC-16023843D2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9395" y="4404882"/>
            <a:ext cx="988219" cy="253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050" kern="0" dirty="0">
                <a:solidFill>
                  <a:srgbClr val="000000"/>
                </a:solidFill>
              </a:rPr>
              <a:t>physical</a:t>
            </a:r>
          </a:p>
        </p:txBody>
      </p:sp>
      <p:sp>
        <p:nvSpPr>
          <p:cNvPr id="150" name="Text Box 26">
            <a:extLst>
              <a:ext uri="{FF2B5EF4-FFF2-40B4-BE49-F238E27FC236}">
                <a16:creationId xmlns:a16="http://schemas.microsoft.com/office/drawing/2014/main" id="{11BEC4C2-90AF-3642-B6AA-A63B2A81DF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3683" y="4190569"/>
            <a:ext cx="988219" cy="253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050" kern="0" dirty="0">
                <a:solidFill>
                  <a:srgbClr val="000000"/>
                </a:solidFill>
              </a:rPr>
              <a:t>link</a:t>
            </a:r>
          </a:p>
        </p:txBody>
      </p:sp>
      <p:sp>
        <p:nvSpPr>
          <p:cNvPr id="151" name="Text Box 26">
            <a:extLst>
              <a:ext uri="{FF2B5EF4-FFF2-40B4-BE49-F238E27FC236}">
                <a16:creationId xmlns:a16="http://schemas.microsoft.com/office/drawing/2014/main" id="{0727B177-EE8F-9E43-B808-DF3EFBDC03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36539" y="3969113"/>
            <a:ext cx="988219" cy="253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050" kern="0" dirty="0">
                <a:solidFill>
                  <a:srgbClr val="000000"/>
                </a:solidFill>
              </a:rPr>
              <a:t>network</a:t>
            </a:r>
          </a:p>
        </p:txBody>
      </p:sp>
      <p:sp>
        <p:nvSpPr>
          <p:cNvPr id="152" name="Oval 110">
            <a:extLst>
              <a:ext uri="{FF2B5EF4-FFF2-40B4-BE49-F238E27FC236}">
                <a16:creationId xmlns:a16="http://schemas.microsoft.com/office/drawing/2014/main" id="{4FA9CEB5-639E-E640-8612-6A0B009F27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3955" y="3376182"/>
            <a:ext cx="448865" cy="228600"/>
          </a:xfrm>
          <a:prstGeom prst="ellipse">
            <a:avLst/>
          </a:prstGeom>
          <a:solidFill>
            <a:srgbClr val="CC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kern="0" dirty="0">
                <a:solidFill>
                  <a:srgbClr val="000000"/>
                </a:solidFill>
                <a:latin typeface="Arial" charset="0"/>
                <a:ea typeface="ＭＳ Ｐゴシック" charset="0"/>
              </a:rPr>
              <a:t>P3</a:t>
            </a:r>
          </a:p>
        </p:txBody>
      </p:sp>
      <p:grpSp>
        <p:nvGrpSpPr>
          <p:cNvPr id="153" name="Group 111">
            <a:extLst>
              <a:ext uri="{FF2B5EF4-FFF2-40B4-BE49-F238E27FC236}">
                <a16:creationId xmlns:a16="http://schemas.microsoft.com/office/drawing/2014/main" id="{2D14C00E-16C9-D747-9CCE-229E757B8227}"/>
              </a:ext>
            </a:extLst>
          </p:cNvPr>
          <p:cNvGrpSpPr>
            <a:grpSpLocks/>
          </p:cNvGrpSpPr>
          <p:nvPr/>
        </p:nvGrpSpPr>
        <p:grpSpPr bwMode="auto">
          <a:xfrm>
            <a:off x="2090142" y="3619070"/>
            <a:ext cx="465534" cy="171450"/>
            <a:chOff x="1287" y="2524"/>
            <a:chExt cx="260" cy="100"/>
          </a:xfrm>
        </p:grpSpPr>
        <p:sp>
          <p:nvSpPr>
            <p:cNvPr id="154" name="Rectangle 112">
              <a:extLst>
                <a:ext uri="{FF2B5EF4-FFF2-40B4-BE49-F238E27FC236}">
                  <a16:creationId xmlns:a16="http://schemas.microsoft.com/office/drawing/2014/main" id="{3540F8E1-1FDC-E24A-98FB-7869060F66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155" name="Rectangle 113">
              <a:extLst>
                <a:ext uri="{FF2B5EF4-FFF2-40B4-BE49-F238E27FC236}">
                  <a16:creationId xmlns:a16="http://schemas.microsoft.com/office/drawing/2014/main" id="{054ED091-B9B7-3540-A7FD-87F3C3C14D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8" y="2537"/>
              <a:ext cx="155" cy="7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156" name="Rectangle 114">
              <a:extLst>
                <a:ext uri="{FF2B5EF4-FFF2-40B4-BE49-F238E27FC236}">
                  <a16:creationId xmlns:a16="http://schemas.microsoft.com/office/drawing/2014/main" id="{380957E5-07F4-134E-B56E-1EC9D1C841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3" y="2582"/>
              <a:ext cx="27" cy="2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157" name="Rectangle 115">
              <a:extLst>
                <a:ext uri="{FF2B5EF4-FFF2-40B4-BE49-F238E27FC236}">
                  <a16:creationId xmlns:a16="http://schemas.microsoft.com/office/drawing/2014/main" id="{35B79E71-94E3-544D-ADB2-B31B6EA8EC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</p:grpSp>
      <p:sp>
        <p:nvSpPr>
          <p:cNvPr id="159" name="Rectangle 24">
            <a:extLst>
              <a:ext uri="{FF2B5EF4-FFF2-40B4-BE49-F238E27FC236}">
                <a16:creationId xmlns:a16="http://schemas.microsoft.com/office/drawing/2014/main" id="{043A00F1-55AA-3943-A4DB-B6F911EC93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4426" y="2993992"/>
            <a:ext cx="1104900" cy="1484709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  <a:miter lim="800000"/>
            <a:headEnd/>
            <a:tailEnd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en-US" sz="1800" kern="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0" name="Line 25">
            <a:extLst>
              <a:ext uri="{FF2B5EF4-FFF2-40B4-BE49-F238E27FC236}">
                <a16:creationId xmlns:a16="http://schemas.microsoft.com/office/drawing/2014/main" id="{97882FBC-8DAC-564D-B4C8-8B618C94ED21}"/>
              </a:ext>
            </a:extLst>
          </p:cNvPr>
          <p:cNvSpPr>
            <a:spLocks noChangeShapeType="1"/>
          </p:cNvSpPr>
          <p:nvPr/>
        </p:nvSpPr>
        <p:spPr bwMode="auto">
          <a:xfrm>
            <a:off x="3989189" y="3571445"/>
            <a:ext cx="1095375" cy="2381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kern="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61" name="Text Box 26">
            <a:extLst>
              <a:ext uri="{FF2B5EF4-FFF2-40B4-BE49-F238E27FC236}">
                <a16:creationId xmlns:a16="http://schemas.microsoft.com/office/drawing/2014/main" id="{6533FADA-08A6-274F-99DA-B76CD13186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42767" y="3558348"/>
            <a:ext cx="988219" cy="253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050" kern="0" dirty="0">
                <a:solidFill>
                  <a:srgbClr val="000000"/>
                </a:solidFill>
              </a:rPr>
              <a:t>transport</a:t>
            </a:r>
          </a:p>
        </p:txBody>
      </p:sp>
      <p:sp>
        <p:nvSpPr>
          <p:cNvPr id="162" name="Line 27">
            <a:extLst>
              <a:ext uri="{FF2B5EF4-FFF2-40B4-BE49-F238E27FC236}">
                <a16:creationId xmlns:a16="http://schemas.microsoft.com/office/drawing/2014/main" id="{59739078-AC3B-BB43-A01C-5156C6AC1069}"/>
              </a:ext>
            </a:extLst>
          </p:cNvPr>
          <p:cNvSpPr>
            <a:spLocks noChangeShapeType="1"/>
          </p:cNvSpPr>
          <p:nvPr/>
        </p:nvSpPr>
        <p:spPr bwMode="auto">
          <a:xfrm>
            <a:off x="3990380" y="3809570"/>
            <a:ext cx="1092994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kern="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63" name="Text Box 26">
            <a:extLst>
              <a:ext uri="{FF2B5EF4-FFF2-40B4-BE49-F238E27FC236}">
                <a16:creationId xmlns:a16="http://schemas.microsoft.com/office/drawing/2014/main" id="{78720604-E3E1-AA4C-8564-8B884DC188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40386" y="2968988"/>
            <a:ext cx="988219" cy="253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050" kern="0" dirty="0">
                <a:solidFill>
                  <a:srgbClr val="000000"/>
                </a:solidFill>
              </a:rPr>
              <a:t>application</a:t>
            </a:r>
          </a:p>
        </p:txBody>
      </p:sp>
      <p:sp>
        <p:nvSpPr>
          <p:cNvPr id="164" name="Text Box 26">
            <a:extLst>
              <a:ext uri="{FF2B5EF4-FFF2-40B4-BE49-F238E27FC236}">
                <a16:creationId xmlns:a16="http://schemas.microsoft.com/office/drawing/2014/main" id="{0FE55F8B-E56B-8B4C-8A35-D5894CB5AA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005" y="4237004"/>
            <a:ext cx="988219" cy="253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050" kern="0" dirty="0">
                <a:solidFill>
                  <a:srgbClr val="000000"/>
                </a:solidFill>
              </a:rPr>
              <a:t>physical</a:t>
            </a:r>
          </a:p>
        </p:txBody>
      </p:sp>
      <p:sp>
        <p:nvSpPr>
          <p:cNvPr id="165" name="Text Box 26">
            <a:extLst>
              <a:ext uri="{FF2B5EF4-FFF2-40B4-BE49-F238E27FC236}">
                <a16:creationId xmlns:a16="http://schemas.microsoft.com/office/drawing/2014/main" id="{3CBEC5FD-FC48-0B44-A978-2775A463A9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005" y="4022692"/>
            <a:ext cx="988219" cy="253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050" kern="0" dirty="0">
                <a:solidFill>
                  <a:srgbClr val="000000"/>
                </a:solidFill>
              </a:rPr>
              <a:t>link</a:t>
            </a:r>
          </a:p>
        </p:txBody>
      </p:sp>
      <p:sp>
        <p:nvSpPr>
          <p:cNvPr id="166" name="Text Box 26">
            <a:extLst>
              <a:ext uri="{FF2B5EF4-FFF2-40B4-BE49-F238E27FC236}">
                <a16:creationId xmlns:a16="http://schemas.microsoft.com/office/drawing/2014/main" id="{36939330-E1D8-DD43-8326-8E30CD151A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005" y="3798854"/>
            <a:ext cx="988219" cy="253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050" kern="0" dirty="0">
                <a:solidFill>
                  <a:srgbClr val="000000"/>
                </a:solidFill>
              </a:rPr>
              <a:t>network</a:t>
            </a:r>
          </a:p>
        </p:txBody>
      </p:sp>
      <p:sp>
        <p:nvSpPr>
          <p:cNvPr id="167" name="Line 27">
            <a:extLst>
              <a:ext uri="{FF2B5EF4-FFF2-40B4-BE49-F238E27FC236}">
                <a16:creationId xmlns:a16="http://schemas.microsoft.com/office/drawing/2014/main" id="{8F676BB3-CB93-FC44-95E3-71A593E11393}"/>
              </a:ext>
            </a:extLst>
          </p:cNvPr>
          <p:cNvSpPr>
            <a:spLocks noChangeShapeType="1"/>
          </p:cNvSpPr>
          <p:nvPr/>
        </p:nvSpPr>
        <p:spPr bwMode="auto">
          <a:xfrm>
            <a:off x="3987999" y="4042932"/>
            <a:ext cx="1092994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kern="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68" name="Line 27">
            <a:extLst>
              <a:ext uri="{FF2B5EF4-FFF2-40B4-BE49-F238E27FC236}">
                <a16:creationId xmlns:a16="http://schemas.microsoft.com/office/drawing/2014/main" id="{3257C166-E64A-3645-B552-FD16B4D71AEB}"/>
              </a:ext>
            </a:extLst>
          </p:cNvPr>
          <p:cNvSpPr>
            <a:spLocks noChangeShapeType="1"/>
          </p:cNvSpPr>
          <p:nvPr/>
        </p:nvSpPr>
        <p:spPr bwMode="auto">
          <a:xfrm>
            <a:off x="3985617" y="4266770"/>
            <a:ext cx="1092994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kern="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69" name="Oval 128">
            <a:extLst>
              <a:ext uri="{FF2B5EF4-FFF2-40B4-BE49-F238E27FC236}">
                <a16:creationId xmlns:a16="http://schemas.microsoft.com/office/drawing/2014/main" id="{65AB5E7C-E09E-3141-92D4-FB563873BA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8751" y="3223782"/>
            <a:ext cx="448866" cy="228600"/>
          </a:xfrm>
          <a:prstGeom prst="ellipse">
            <a:avLst/>
          </a:prstGeom>
          <a:solidFill>
            <a:srgbClr val="CC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kern="0" dirty="0">
                <a:solidFill>
                  <a:srgbClr val="000000"/>
                </a:solidFill>
                <a:latin typeface="Arial" charset="0"/>
                <a:ea typeface="ＭＳ Ｐゴシック" charset="0"/>
              </a:rPr>
              <a:t>P1</a:t>
            </a:r>
          </a:p>
        </p:txBody>
      </p:sp>
      <p:grpSp>
        <p:nvGrpSpPr>
          <p:cNvPr id="170" name="Group 134">
            <a:extLst>
              <a:ext uri="{FF2B5EF4-FFF2-40B4-BE49-F238E27FC236}">
                <a16:creationId xmlns:a16="http://schemas.microsoft.com/office/drawing/2014/main" id="{00BF5763-3E40-E147-ACE8-5ED526226DDB}"/>
              </a:ext>
            </a:extLst>
          </p:cNvPr>
          <p:cNvGrpSpPr>
            <a:grpSpLocks/>
          </p:cNvGrpSpPr>
          <p:nvPr/>
        </p:nvGrpSpPr>
        <p:grpSpPr bwMode="auto">
          <a:xfrm>
            <a:off x="4202311" y="3460717"/>
            <a:ext cx="665559" cy="171450"/>
            <a:chOff x="1383" y="2620"/>
            <a:chExt cx="260" cy="100"/>
          </a:xfrm>
        </p:grpSpPr>
        <p:sp>
          <p:nvSpPr>
            <p:cNvPr id="171" name="Rectangle 135">
              <a:extLst>
                <a:ext uri="{FF2B5EF4-FFF2-40B4-BE49-F238E27FC236}">
                  <a16:creationId xmlns:a16="http://schemas.microsoft.com/office/drawing/2014/main" id="{CDC340F8-E46E-7E41-8E35-64383D0A17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3" y="2620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172" name="Rectangle 136">
              <a:extLst>
                <a:ext uri="{FF2B5EF4-FFF2-40B4-BE49-F238E27FC236}">
                  <a16:creationId xmlns:a16="http://schemas.microsoft.com/office/drawing/2014/main" id="{CEB2486C-9B9D-0C40-80F1-0DB2CBB3DF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4" y="2633"/>
              <a:ext cx="155" cy="7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173" name="Rectangle 137">
              <a:extLst>
                <a:ext uri="{FF2B5EF4-FFF2-40B4-BE49-F238E27FC236}">
                  <a16:creationId xmlns:a16="http://schemas.microsoft.com/office/drawing/2014/main" id="{1376AAC2-B46A-1E4A-9BBE-A4B572F451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99" y="2678"/>
              <a:ext cx="27" cy="2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174" name="Rectangle 138">
              <a:extLst>
                <a:ext uri="{FF2B5EF4-FFF2-40B4-BE49-F238E27FC236}">
                  <a16:creationId xmlns:a16="http://schemas.microsoft.com/office/drawing/2014/main" id="{D0F29441-9D82-0744-927B-FB9235C641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4" y="2679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</p:grpSp>
      <p:sp>
        <p:nvSpPr>
          <p:cNvPr id="176" name="Rectangle 24">
            <a:extLst>
              <a:ext uri="{FF2B5EF4-FFF2-40B4-BE49-F238E27FC236}">
                <a16:creationId xmlns:a16="http://schemas.microsoft.com/office/drawing/2014/main" id="{7B52E473-BC4F-2546-8F23-4292A3FB89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7089" y="3163061"/>
            <a:ext cx="954881" cy="1484709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  <a:miter lim="800000"/>
            <a:headEnd/>
            <a:tailEnd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en-US" sz="1800" kern="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7" name="Line 25">
            <a:extLst>
              <a:ext uri="{FF2B5EF4-FFF2-40B4-BE49-F238E27FC236}">
                <a16:creationId xmlns:a16="http://schemas.microsoft.com/office/drawing/2014/main" id="{803956DE-2FA5-4140-9507-22E455660033}"/>
              </a:ext>
            </a:extLst>
          </p:cNvPr>
          <p:cNvSpPr>
            <a:spLocks noChangeShapeType="1"/>
          </p:cNvSpPr>
          <p:nvPr/>
        </p:nvSpPr>
        <p:spPr bwMode="auto">
          <a:xfrm>
            <a:off x="6244232" y="3733370"/>
            <a:ext cx="947738" cy="2381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kern="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78" name="Text Box 26">
            <a:extLst>
              <a:ext uri="{FF2B5EF4-FFF2-40B4-BE49-F238E27FC236}">
                <a16:creationId xmlns:a16="http://schemas.microsoft.com/office/drawing/2014/main" id="{47E3A0E5-1B3A-834F-8B2A-507EC67A36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12086" y="3720273"/>
            <a:ext cx="988219" cy="253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050" kern="0" dirty="0">
                <a:solidFill>
                  <a:srgbClr val="000000"/>
                </a:solidFill>
              </a:rPr>
              <a:t>transport</a:t>
            </a:r>
          </a:p>
        </p:txBody>
      </p:sp>
      <p:sp>
        <p:nvSpPr>
          <p:cNvPr id="179" name="Line 27">
            <a:extLst>
              <a:ext uri="{FF2B5EF4-FFF2-40B4-BE49-F238E27FC236}">
                <a16:creationId xmlns:a16="http://schemas.microsoft.com/office/drawing/2014/main" id="{24C8311A-F267-2B40-8506-DF30931D127F}"/>
              </a:ext>
            </a:extLst>
          </p:cNvPr>
          <p:cNvSpPr>
            <a:spLocks noChangeShapeType="1"/>
          </p:cNvSpPr>
          <p:nvPr/>
        </p:nvSpPr>
        <p:spPr bwMode="auto">
          <a:xfrm>
            <a:off x="6250186" y="3973876"/>
            <a:ext cx="947738" cy="2381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kern="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80" name="Line 28">
            <a:extLst>
              <a:ext uri="{FF2B5EF4-FFF2-40B4-BE49-F238E27FC236}">
                <a16:creationId xmlns:a16="http://schemas.microsoft.com/office/drawing/2014/main" id="{90B576E6-B5C3-E047-92FE-7535DC86865B}"/>
              </a:ext>
            </a:extLst>
          </p:cNvPr>
          <p:cNvSpPr>
            <a:spLocks noChangeShapeType="1"/>
          </p:cNvSpPr>
          <p:nvPr/>
        </p:nvSpPr>
        <p:spPr bwMode="auto">
          <a:xfrm>
            <a:off x="6239470" y="4206049"/>
            <a:ext cx="947738" cy="2381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kern="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81" name="Line 29">
            <a:extLst>
              <a:ext uri="{FF2B5EF4-FFF2-40B4-BE49-F238E27FC236}">
                <a16:creationId xmlns:a16="http://schemas.microsoft.com/office/drawing/2014/main" id="{DE510BC2-1C0A-3D45-B7F0-09B9A2AFDE5D}"/>
              </a:ext>
            </a:extLst>
          </p:cNvPr>
          <p:cNvSpPr>
            <a:spLocks noChangeShapeType="1"/>
          </p:cNvSpPr>
          <p:nvPr/>
        </p:nvSpPr>
        <p:spPr bwMode="auto">
          <a:xfrm>
            <a:off x="6239470" y="4420361"/>
            <a:ext cx="947738" cy="2381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kern="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82" name="Text Box 26">
            <a:extLst>
              <a:ext uri="{FF2B5EF4-FFF2-40B4-BE49-F238E27FC236}">
                <a16:creationId xmlns:a16="http://schemas.microsoft.com/office/drawing/2014/main" id="{DDAE1A42-ED4F-654B-87D0-169CF6BB13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8280" y="3155917"/>
            <a:ext cx="988219" cy="253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050" kern="0" dirty="0">
                <a:solidFill>
                  <a:srgbClr val="000000"/>
                </a:solidFill>
              </a:rPr>
              <a:t>application</a:t>
            </a:r>
          </a:p>
        </p:txBody>
      </p:sp>
      <p:sp>
        <p:nvSpPr>
          <p:cNvPr id="183" name="Text Box 26">
            <a:extLst>
              <a:ext uri="{FF2B5EF4-FFF2-40B4-BE49-F238E27FC236}">
                <a16:creationId xmlns:a16="http://schemas.microsoft.com/office/drawing/2014/main" id="{7A014FEE-D35D-4D4E-A6F2-B759C9BE8A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04942" y="4398929"/>
            <a:ext cx="988219" cy="253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050" kern="0" dirty="0">
                <a:solidFill>
                  <a:srgbClr val="000000"/>
                </a:solidFill>
              </a:rPr>
              <a:t>physical</a:t>
            </a:r>
          </a:p>
        </p:txBody>
      </p:sp>
      <p:sp>
        <p:nvSpPr>
          <p:cNvPr id="184" name="Text Box 26">
            <a:extLst>
              <a:ext uri="{FF2B5EF4-FFF2-40B4-BE49-F238E27FC236}">
                <a16:creationId xmlns:a16="http://schemas.microsoft.com/office/drawing/2014/main" id="{7B48DF71-7962-E445-ACB0-EE3318149C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19230" y="4184617"/>
            <a:ext cx="988219" cy="253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050" kern="0" dirty="0">
                <a:solidFill>
                  <a:srgbClr val="000000"/>
                </a:solidFill>
              </a:rPr>
              <a:t>link</a:t>
            </a:r>
          </a:p>
        </p:txBody>
      </p:sp>
      <p:sp>
        <p:nvSpPr>
          <p:cNvPr id="185" name="Text Box 26">
            <a:extLst>
              <a:ext uri="{FF2B5EF4-FFF2-40B4-BE49-F238E27FC236}">
                <a16:creationId xmlns:a16="http://schemas.microsoft.com/office/drawing/2014/main" id="{35F89933-4707-5D4A-921A-EC7B51E40D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12086" y="3963160"/>
            <a:ext cx="988219" cy="253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050" kern="0" dirty="0">
                <a:solidFill>
                  <a:srgbClr val="000000"/>
                </a:solidFill>
              </a:rPr>
              <a:t>network</a:t>
            </a:r>
          </a:p>
        </p:txBody>
      </p:sp>
      <p:sp>
        <p:nvSpPr>
          <p:cNvPr id="186" name="Oval 153">
            <a:extLst>
              <a:ext uri="{FF2B5EF4-FFF2-40B4-BE49-F238E27FC236}">
                <a16:creationId xmlns:a16="http://schemas.microsoft.com/office/drawing/2014/main" id="{215E7B91-C0B7-B74C-B6E7-B5818A2553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9501" y="3386898"/>
            <a:ext cx="448866" cy="228600"/>
          </a:xfrm>
          <a:prstGeom prst="ellipse">
            <a:avLst/>
          </a:prstGeom>
          <a:solidFill>
            <a:srgbClr val="CC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kern="0" dirty="0">
                <a:solidFill>
                  <a:srgbClr val="000000"/>
                </a:solidFill>
                <a:latin typeface="Arial" charset="0"/>
                <a:ea typeface="ＭＳ Ｐゴシック" charset="0"/>
              </a:rPr>
              <a:t>P4</a:t>
            </a:r>
          </a:p>
        </p:txBody>
      </p:sp>
      <p:grpSp>
        <p:nvGrpSpPr>
          <p:cNvPr id="188" name="Group 156">
            <a:extLst>
              <a:ext uri="{FF2B5EF4-FFF2-40B4-BE49-F238E27FC236}">
                <a16:creationId xmlns:a16="http://schemas.microsoft.com/office/drawing/2014/main" id="{4260C82D-FA4B-EA40-B99D-03E56D50D1BA}"/>
              </a:ext>
            </a:extLst>
          </p:cNvPr>
          <p:cNvGrpSpPr>
            <a:grpSpLocks/>
          </p:cNvGrpSpPr>
          <p:nvPr/>
        </p:nvGrpSpPr>
        <p:grpSpPr bwMode="auto">
          <a:xfrm>
            <a:off x="6484739" y="3635738"/>
            <a:ext cx="465535" cy="153591"/>
            <a:chOff x="1287" y="2524"/>
            <a:chExt cx="260" cy="100"/>
          </a:xfrm>
        </p:grpSpPr>
        <p:sp>
          <p:nvSpPr>
            <p:cNvPr id="189" name="Rectangle 157">
              <a:extLst>
                <a:ext uri="{FF2B5EF4-FFF2-40B4-BE49-F238E27FC236}">
                  <a16:creationId xmlns:a16="http://schemas.microsoft.com/office/drawing/2014/main" id="{3C55969E-575D-4843-85A0-C9288C89A7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190" name="Rectangle 158">
              <a:extLst>
                <a:ext uri="{FF2B5EF4-FFF2-40B4-BE49-F238E27FC236}">
                  <a16:creationId xmlns:a16="http://schemas.microsoft.com/office/drawing/2014/main" id="{1D81D694-BFCE-CD4C-8B46-411E3E05EF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8" y="2537"/>
              <a:ext cx="155" cy="7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191" name="Rectangle 159">
              <a:extLst>
                <a:ext uri="{FF2B5EF4-FFF2-40B4-BE49-F238E27FC236}">
                  <a16:creationId xmlns:a16="http://schemas.microsoft.com/office/drawing/2014/main" id="{1E24AC3B-00C1-CD43-B2CA-0A3FFEF536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3" y="2582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192" name="Rectangle 160">
              <a:extLst>
                <a:ext uri="{FF2B5EF4-FFF2-40B4-BE49-F238E27FC236}">
                  <a16:creationId xmlns:a16="http://schemas.microsoft.com/office/drawing/2014/main" id="{9B3524D6-8B31-5B45-AE62-56D9DEC06C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</p:grpSp>
      <p:sp>
        <p:nvSpPr>
          <p:cNvPr id="194" name="Rectangle 174">
            <a:extLst>
              <a:ext uri="{FF2B5EF4-FFF2-40B4-BE49-F238E27FC236}">
                <a16:creationId xmlns:a16="http://schemas.microsoft.com/office/drawing/2014/main" id="{4C60141B-5E00-944A-9D60-A427659E86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1157" y="2497556"/>
            <a:ext cx="2929546" cy="7221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86916" indent="-86916" defTabSz="68580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defRPr/>
            </a:pPr>
            <a:r>
              <a:rPr lang="en-US" sz="1200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mySocket = socket(AF_INET,SOCK_DGRAM)</a:t>
            </a:r>
          </a:p>
          <a:p>
            <a:pPr marL="86916" indent="-86916" defTabSz="68580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defRPr/>
            </a:pPr>
            <a:r>
              <a:rPr lang="en-US" sz="1200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mySocket.bind(myaddr,</a:t>
            </a:r>
            <a:r>
              <a:rPr lang="en-US" sz="1200" b="1" dirty="0">
                <a:solidFill>
                  <a:srgbClr val="C00000"/>
                </a:solidFill>
                <a:latin typeface="Courier New" charset="0"/>
                <a:ea typeface="ＭＳ Ｐゴシック" charset="0"/>
              </a:rPr>
              <a:t>9157</a:t>
            </a:r>
            <a:r>
              <a:rPr lang="en-US" sz="1200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);</a:t>
            </a:r>
          </a:p>
          <a:p>
            <a:pPr marL="86916" indent="-86916" defTabSz="68580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defRPr/>
            </a:pPr>
            <a:endParaRPr lang="en-US" sz="1500" dirty="0">
              <a:solidFill>
                <a:srgbClr val="000000"/>
              </a:solidFill>
              <a:latin typeface="Courier New" charset="0"/>
              <a:ea typeface="ＭＳ Ｐゴシック" charset="0"/>
            </a:endParaRPr>
          </a:p>
        </p:txBody>
      </p:sp>
      <p:sp>
        <p:nvSpPr>
          <p:cNvPr id="195" name="Line 177">
            <a:extLst>
              <a:ext uri="{FF2B5EF4-FFF2-40B4-BE49-F238E27FC236}">
                <a16:creationId xmlns:a16="http://schemas.microsoft.com/office/drawing/2014/main" id="{3415A4E4-A8D6-0A45-87D5-0E83D0C0F914}"/>
              </a:ext>
            </a:extLst>
          </p:cNvPr>
          <p:cNvSpPr>
            <a:spLocks noChangeShapeType="1"/>
          </p:cNvSpPr>
          <p:nvPr/>
        </p:nvSpPr>
        <p:spPr bwMode="auto">
          <a:xfrm>
            <a:off x="2267545" y="3696460"/>
            <a:ext cx="0" cy="1632347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dirty="0">
              <a:solidFill>
                <a:srgbClr val="000000"/>
              </a:solidFill>
              <a:latin typeface="Tahoma" charset="0"/>
              <a:ea typeface="ＭＳ Ｐゴシック" charset="0"/>
            </a:endParaRPr>
          </a:p>
        </p:txBody>
      </p:sp>
      <p:sp>
        <p:nvSpPr>
          <p:cNvPr id="196" name="Line 178">
            <a:extLst>
              <a:ext uri="{FF2B5EF4-FFF2-40B4-BE49-F238E27FC236}">
                <a16:creationId xmlns:a16="http://schemas.microsoft.com/office/drawing/2014/main" id="{A9D1D210-F533-114F-8A39-1FAA948B33D4}"/>
              </a:ext>
            </a:extLst>
          </p:cNvPr>
          <p:cNvSpPr>
            <a:spLocks noChangeShapeType="1"/>
          </p:cNvSpPr>
          <p:nvPr/>
        </p:nvSpPr>
        <p:spPr bwMode="auto">
          <a:xfrm>
            <a:off x="4465439" y="3515486"/>
            <a:ext cx="9525" cy="1806178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dirty="0">
              <a:solidFill>
                <a:srgbClr val="000000"/>
              </a:solidFill>
              <a:latin typeface="Tahoma" charset="0"/>
              <a:ea typeface="ＭＳ Ｐゴシック" charset="0"/>
            </a:endParaRPr>
          </a:p>
        </p:txBody>
      </p:sp>
      <p:sp>
        <p:nvSpPr>
          <p:cNvPr id="197" name="Line 180">
            <a:extLst>
              <a:ext uri="{FF2B5EF4-FFF2-40B4-BE49-F238E27FC236}">
                <a16:creationId xmlns:a16="http://schemas.microsoft.com/office/drawing/2014/main" id="{6B5344BE-1CCC-B340-996D-3B09BDFBBE3A}"/>
              </a:ext>
            </a:extLst>
          </p:cNvPr>
          <p:cNvSpPr>
            <a:spLocks noChangeShapeType="1"/>
          </p:cNvSpPr>
          <p:nvPr/>
        </p:nvSpPr>
        <p:spPr bwMode="auto">
          <a:xfrm>
            <a:off x="2267545" y="5315711"/>
            <a:ext cx="2202656" cy="0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dirty="0">
              <a:solidFill>
                <a:srgbClr val="000000"/>
              </a:solidFill>
              <a:latin typeface="Tahoma" charset="0"/>
              <a:ea typeface="ＭＳ Ｐゴシック" charset="0"/>
            </a:endParaRPr>
          </a:p>
        </p:txBody>
      </p:sp>
      <p:sp>
        <p:nvSpPr>
          <p:cNvPr id="198" name="Line 181">
            <a:extLst>
              <a:ext uri="{FF2B5EF4-FFF2-40B4-BE49-F238E27FC236}">
                <a16:creationId xmlns:a16="http://schemas.microsoft.com/office/drawing/2014/main" id="{75872309-2BFC-8644-8732-E37B001E22A7}"/>
              </a:ext>
            </a:extLst>
          </p:cNvPr>
          <p:cNvSpPr>
            <a:spLocks noChangeShapeType="1"/>
          </p:cNvSpPr>
          <p:nvPr/>
        </p:nvSpPr>
        <p:spPr bwMode="auto">
          <a:xfrm>
            <a:off x="4372570" y="3525011"/>
            <a:ext cx="0" cy="1684734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dirty="0">
              <a:solidFill>
                <a:srgbClr val="000000"/>
              </a:solidFill>
              <a:latin typeface="Tahoma" charset="0"/>
              <a:ea typeface="ＭＳ Ｐゴシック" charset="0"/>
            </a:endParaRPr>
          </a:p>
        </p:txBody>
      </p:sp>
      <p:sp>
        <p:nvSpPr>
          <p:cNvPr id="199" name="Line 182">
            <a:extLst>
              <a:ext uri="{FF2B5EF4-FFF2-40B4-BE49-F238E27FC236}">
                <a16:creationId xmlns:a16="http://schemas.microsoft.com/office/drawing/2014/main" id="{ED8FED43-69D8-CD40-86EB-26FB24C6EABD}"/>
              </a:ext>
            </a:extLst>
          </p:cNvPr>
          <p:cNvSpPr>
            <a:spLocks noChangeShapeType="1"/>
          </p:cNvSpPr>
          <p:nvPr/>
        </p:nvSpPr>
        <p:spPr bwMode="auto">
          <a:xfrm>
            <a:off x="2348508" y="5196648"/>
            <a:ext cx="2055019" cy="0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dirty="0">
              <a:solidFill>
                <a:srgbClr val="000000"/>
              </a:solidFill>
              <a:latin typeface="Tahoma" charset="0"/>
              <a:ea typeface="ＭＳ Ｐゴシック" charset="0"/>
            </a:endParaRPr>
          </a:p>
        </p:txBody>
      </p:sp>
      <p:sp>
        <p:nvSpPr>
          <p:cNvPr id="200" name="Line 183">
            <a:extLst>
              <a:ext uri="{FF2B5EF4-FFF2-40B4-BE49-F238E27FC236}">
                <a16:creationId xmlns:a16="http://schemas.microsoft.com/office/drawing/2014/main" id="{4E77B951-325F-9646-965F-1E9415527950}"/>
              </a:ext>
            </a:extLst>
          </p:cNvPr>
          <p:cNvSpPr>
            <a:spLocks noChangeShapeType="1"/>
          </p:cNvSpPr>
          <p:nvPr/>
        </p:nvSpPr>
        <p:spPr bwMode="auto">
          <a:xfrm>
            <a:off x="2343745" y="3686936"/>
            <a:ext cx="9525" cy="1513284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dirty="0">
              <a:solidFill>
                <a:srgbClr val="000000"/>
              </a:solidFill>
              <a:latin typeface="Tahoma" charset="0"/>
              <a:ea typeface="ＭＳ Ｐゴシック" charset="0"/>
            </a:endParaRPr>
          </a:p>
        </p:txBody>
      </p:sp>
      <p:sp>
        <p:nvSpPr>
          <p:cNvPr id="201" name="Line 184">
            <a:extLst>
              <a:ext uri="{FF2B5EF4-FFF2-40B4-BE49-F238E27FC236}">
                <a16:creationId xmlns:a16="http://schemas.microsoft.com/office/drawing/2014/main" id="{DE96BAA3-92F8-8647-B475-DC04328C350D}"/>
              </a:ext>
            </a:extLst>
          </p:cNvPr>
          <p:cNvSpPr>
            <a:spLocks noChangeShapeType="1"/>
          </p:cNvSpPr>
          <p:nvPr/>
        </p:nvSpPr>
        <p:spPr bwMode="auto">
          <a:xfrm>
            <a:off x="6775251" y="3725035"/>
            <a:ext cx="0" cy="1632347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dirty="0">
              <a:solidFill>
                <a:srgbClr val="000000"/>
              </a:solidFill>
              <a:latin typeface="Tahoma" charset="0"/>
              <a:ea typeface="ＭＳ Ｐゴシック" charset="0"/>
            </a:endParaRPr>
          </a:p>
        </p:txBody>
      </p:sp>
      <p:sp>
        <p:nvSpPr>
          <p:cNvPr id="202" name="Line 185">
            <a:extLst>
              <a:ext uri="{FF2B5EF4-FFF2-40B4-BE49-F238E27FC236}">
                <a16:creationId xmlns:a16="http://schemas.microsoft.com/office/drawing/2014/main" id="{98C53D0E-36E0-9746-B2E0-7A179BBFF854}"/>
              </a:ext>
            </a:extLst>
          </p:cNvPr>
          <p:cNvSpPr>
            <a:spLocks noChangeShapeType="1"/>
          </p:cNvSpPr>
          <p:nvPr/>
        </p:nvSpPr>
        <p:spPr bwMode="auto">
          <a:xfrm>
            <a:off x="6687145" y="3701223"/>
            <a:ext cx="9525" cy="1513284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dirty="0">
              <a:solidFill>
                <a:srgbClr val="000000"/>
              </a:solidFill>
              <a:latin typeface="Tahoma" charset="0"/>
              <a:ea typeface="ＭＳ Ｐゴシック" charset="0"/>
            </a:endParaRPr>
          </a:p>
        </p:txBody>
      </p:sp>
      <p:sp>
        <p:nvSpPr>
          <p:cNvPr id="203" name="Line 186">
            <a:extLst>
              <a:ext uri="{FF2B5EF4-FFF2-40B4-BE49-F238E27FC236}">
                <a16:creationId xmlns:a16="http://schemas.microsoft.com/office/drawing/2014/main" id="{5CF7BEF4-FCF9-5245-97E3-9295F72ABEAF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595" y="3529773"/>
            <a:ext cx="9525" cy="1806178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dirty="0">
              <a:solidFill>
                <a:srgbClr val="000000"/>
              </a:solidFill>
              <a:latin typeface="Tahoma" charset="0"/>
              <a:ea typeface="ＭＳ Ｐゴシック" charset="0"/>
            </a:endParaRPr>
          </a:p>
        </p:txBody>
      </p:sp>
      <p:sp>
        <p:nvSpPr>
          <p:cNvPr id="204" name="Line 187">
            <a:extLst>
              <a:ext uri="{FF2B5EF4-FFF2-40B4-BE49-F238E27FC236}">
                <a16:creationId xmlns:a16="http://schemas.microsoft.com/office/drawing/2014/main" id="{2FEDDAA8-4D5A-F644-8D9D-D75448B5AB9C}"/>
              </a:ext>
            </a:extLst>
          </p:cNvPr>
          <p:cNvSpPr>
            <a:spLocks noChangeShapeType="1"/>
          </p:cNvSpPr>
          <p:nvPr/>
        </p:nvSpPr>
        <p:spPr bwMode="auto">
          <a:xfrm>
            <a:off x="4672607" y="3539298"/>
            <a:ext cx="0" cy="1684734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dirty="0">
              <a:solidFill>
                <a:srgbClr val="000000"/>
              </a:solidFill>
              <a:latin typeface="Tahoma" charset="0"/>
              <a:ea typeface="ＭＳ Ｐゴシック" charset="0"/>
            </a:endParaRPr>
          </a:p>
        </p:txBody>
      </p:sp>
      <p:sp>
        <p:nvSpPr>
          <p:cNvPr id="205" name="Line 188">
            <a:extLst>
              <a:ext uri="{FF2B5EF4-FFF2-40B4-BE49-F238E27FC236}">
                <a16:creationId xmlns:a16="http://schemas.microsoft.com/office/drawing/2014/main" id="{785832B0-11E2-7D42-892F-39130A9455CB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9264" y="5329998"/>
            <a:ext cx="2202656" cy="0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dirty="0">
              <a:solidFill>
                <a:srgbClr val="000000"/>
              </a:solidFill>
              <a:latin typeface="Tahoma" charset="0"/>
              <a:ea typeface="ＭＳ Ｐゴシック" charset="0"/>
            </a:endParaRPr>
          </a:p>
        </p:txBody>
      </p:sp>
      <p:sp>
        <p:nvSpPr>
          <p:cNvPr id="206" name="Line 189">
            <a:extLst>
              <a:ext uri="{FF2B5EF4-FFF2-40B4-BE49-F238E27FC236}">
                <a16:creationId xmlns:a16="http://schemas.microsoft.com/office/drawing/2014/main" id="{CB7F98CB-6143-EE46-9171-A611901AA528}"/>
              </a:ext>
            </a:extLst>
          </p:cNvPr>
          <p:cNvSpPr>
            <a:spLocks noChangeShapeType="1"/>
          </p:cNvSpPr>
          <p:nvPr/>
        </p:nvSpPr>
        <p:spPr bwMode="auto">
          <a:xfrm>
            <a:off x="4653558" y="5203792"/>
            <a:ext cx="2055019" cy="0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dirty="0">
              <a:solidFill>
                <a:srgbClr val="000000"/>
              </a:solidFill>
              <a:latin typeface="Tahoma" charset="0"/>
              <a:ea typeface="ＭＳ Ｐゴシック" charset="0"/>
            </a:endParaRPr>
          </a:p>
        </p:txBody>
      </p:sp>
      <p:grpSp>
        <p:nvGrpSpPr>
          <p:cNvPr id="207" name="Group 196">
            <a:extLst>
              <a:ext uri="{FF2B5EF4-FFF2-40B4-BE49-F238E27FC236}">
                <a16:creationId xmlns:a16="http://schemas.microsoft.com/office/drawing/2014/main" id="{3B303B9E-D7B6-B44F-B2C6-EAF4FBBE0075}"/>
              </a:ext>
            </a:extLst>
          </p:cNvPr>
          <p:cNvGrpSpPr>
            <a:grpSpLocks/>
          </p:cNvGrpSpPr>
          <p:nvPr/>
        </p:nvGrpSpPr>
        <p:grpSpPr bwMode="auto">
          <a:xfrm>
            <a:off x="1998464" y="5390722"/>
            <a:ext cx="1290638" cy="515541"/>
            <a:chOff x="1270" y="3697"/>
            <a:chExt cx="1084" cy="433"/>
          </a:xfrm>
        </p:grpSpPr>
        <p:sp>
          <p:nvSpPr>
            <p:cNvPr id="208" name="Rectangle 193">
              <a:extLst>
                <a:ext uri="{FF2B5EF4-FFF2-40B4-BE49-F238E27FC236}">
                  <a16:creationId xmlns:a16="http://schemas.microsoft.com/office/drawing/2014/main" id="{5E867730-FF86-E94C-84E9-3C3B7F8650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3" y="3697"/>
              <a:ext cx="678" cy="138"/>
            </a:xfrm>
            <a:prstGeom prst="rect">
              <a:avLst/>
            </a:prstGeom>
            <a:solidFill>
              <a:srgbClr val="3C6CD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209" name="Line 194">
              <a:extLst>
                <a:ext uri="{FF2B5EF4-FFF2-40B4-BE49-F238E27FC236}">
                  <a16:creationId xmlns:a16="http://schemas.microsoft.com/office/drawing/2014/main" id="{DCB14944-9918-094E-A124-FFAF2CCC01E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79" y="3770"/>
              <a:ext cx="175" cy="0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210" name="Text Box 195">
              <a:extLst>
                <a:ext uri="{FF2B5EF4-FFF2-40B4-BE49-F238E27FC236}">
                  <a16:creationId xmlns:a16="http://schemas.microsoft.com/office/drawing/2014/main" id="{7F105679-9AE1-A34E-A646-23B52D1B84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70" y="3822"/>
              <a:ext cx="1042" cy="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algn="r" defTabSz="6858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050" kern="0" dirty="0">
                  <a:solidFill>
                    <a:srgbClr val="000000"/>
                  </a:solidFill>
                </a:rPr>
                <a:t>source port: 9157</a:t>
              </a:r>
            </a:p>
            <a:p>
              <a:pPr algn="r" defTabSz="6858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050" kern="0" dirty="0">
                  <a:solidFill>
                    <a:srgbClr val="000000"/>
                  </a:solidFill>
                </a:rPr>
                <a:t>dest port: 6428</a:t>
              </a:r>
            </a:p>
          </p:txBody>
        </p:sp>
      </p:grpSp>
      <p:grpSp>
        <p:nvGrpSpPr>
          <p:cNvPr id="211" name="Group 201">
            <a:extLst>
              <a:ext uri="{FF2B5EF4-FFF2-40B4-BE49-F238E27FC236}">
                <a16:creationId xmlns:a16="http://schemas.microsoft.com/office/drawing/2014/main" id="{C26B3BDC-40D0-554B-BF75-79BA0C664254}"/>
              </a:ext>
            </a:extLst>
          </p:cNvPr>
          <p:cNvGrpSpPr>
            <a:grpSpLocks/>
          </p:cNvGrpSpPr>
          <p:nvPr/>
        </p:nvGrpSpPr>
        <p:grpSpPr bwMode="auto">
          <a:xfrm>
            <a:off x="3029546" y="4733497"/>
            <a:ext cx="1326357" cy="515541"/>
            <a:chOff x="2741" y="3750"/>
            <a:chExt cx="1114" cy="433"/>
          </a:xfrm>
        </p:grpSpPr>
        <p:sp>
          <p:nvSpPr>
            <p:cNvPr id="212" name="Rectangle 198">
              <a:extLst>
                <a:ext uri="{FF2B5EF4-FFF2-40B4-BE49-F238E27FC236}">
                  <a16:creationId xmlns:a16="http://schemas.microsoft.com/office/drawing/2014/main" id="{2AEC7827-74B2-8F4D-A5B2-46F174C8BC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9" y="3750"/>
              <a:ext cx="678" cy="138"/>
            </a:xfrm>
            <a:prstGeom prst="rect">
              <a:avLst/>
            </a:prstGeom>
            <a:solidFill>
              <a:srgbClr val="3C6CD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213" name="Line 199">
              <a:extLst>
                <a:ext uri="{FF2B5EF4-FFF2-40B4-BE49-F238E27FC236}">
                  <a16:creationId xmlns:a16="http://schemas.microsoft.com/office/drawing/2014/main" id="{51BE463B-088F-174F-AFA2-906D7DEE343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41" y="3837"/>
              <a:ext cx="175" cy="0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214" name="Text Box 200">
              <a:extLst>
                <a:ext uri="{FF2B5EF4-FFF2-40B4-BE49-F238E27FC236}">
                  <a16:creationId xmlns:a16="http://schemas.microsoft.com/office/drawing/2014/main" id="{0F6793CB-ABA9-534D-B627-3241E60849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13" y="3875"/>
              <a:ext cx="1042" cy="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defTabSz="6858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050" kern="0" dirty="0">
                  <a:solidFill>
                    <a:srgbClr val="000000"/>
                  </a:solidFill>
                </a:rPr>
                <a:t>source port: 6428</a:t>
              </a:r>
            </a:p>
            <a:p>
              <a:pPr defTabSz="6858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050" kern="0" dirty="0">
                  <a:solidFill>
                    <a:srgbClr val="000000"/>
                  </a:solidFill>
                </a:rPr>
                <a:t>dest port: 9157</a:t>
              </a:r>
            </a:p>
          </p:txBody>
        </p:sp>
      </p:grpSp>
      <p:grpSp>
        <p:nvGrpSpPr>
          <p:cNvPr id="215" name="Group 202">
            <a:extLst>
              <a:ext uri="{FF2B5EF4-FFF2-40B4-BE49-F238E27FC236}">
                <a16:creationId xmlns:a16="http://schemas.microsoft.com/office/drawing/2014/main" id="{2BA0D7D3-1E9F-874D-9578-106CF426BDAB}"/>
              </a:ext>
            </a:extLst>
          </p:cNvPr>
          <p:cNvGrpSpPr>
            <a:grpSpLocks/>
          </p:cNvGrpSpPr>
          <p:nvPr/>
        </p:nvGrpSpPr>
        <p:grpSpPr bwMode="auto">
          <a:xfrm>
            <a:off x="5244109" y="4733489"/>
            <a:ext cx="1059656" cy="515541"/>
            <a:chOff x="1464" y="3697"/>
            <a:chExt cx="890" cy="433"/>
          </a:xfrm>
        </p:grpSpPr>
        <p:sp>
          <p:nvSpPr>
            <p:cNvPr id="216" name="Rectangle 203">
              <a:extLst>
                <a:ext uri="{FF2B5EF4-FFF2-40B4-BE49-F238E27FC236}">
                  <a16:creationId xmlns:a16="http://schemas.microsoft.com/office/drawing/2014/main" id="{B2A9891A-642F-6D49-A890-0C106C26FA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3" y="3697"/>
              <a:ext cx="678" cy="138"/>
            </a:xfrm>
            <a:prstGeom prst="rect">
              <a:avLst/>
            </a:prstGeom>
            <a:solidFill>
              <a:srgbClr val="3C6CD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217" name="Line 204">
              <a:extLst>
                <a:ext uri="{FF2B5EF4-FFF2-40B4-BE49-F238E27FC236}">
                  <a16:creationId xmlns:a16="http://schemas.microsoft.com/office/drawing/2014/main" id="{521F25C6-A7B0-BD43-AB39-10E85195A07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79" y="3770"/>
              <a:ext cx="175" cy="0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218" name="Text Box 205">
              <a:extLst>
                <a:ext uri="{FF2B5EF4-FFF2-40B4-BE49-F238E27FC236}">
                  <a16:creationId xmlns:a16="http://schemas.microsoft.com/office/drawing/2014/main" id="{A375B067-6627-F24A-ADAA-564841EB89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64" y="3822"/>
              <a:ext cx="848" cy="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algn="r" defTabSz="6858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050" kern="0" dirty="0">
                  <a:solidFill>
                    <a:srgbClr val="000000"/>
                  </a:solidFill>
                </a:rPr>
                <a:t>source port: ?</a:t>
              </a:r>
            </a:p>
            <a:p>
              <a:pPr algn="r" defTabSz="6858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050" kern="0" dirty="0">
                  <a:solidFill>
                    <a:srgbClr val="000000"/>
                  </a:solidFill>
                </a:rPr>
                <a:t>dest port: ?</a:t>
              </a:r>
            </a:p>
          </p:txBody>
        </p:sp>
      </p:grpSp>
      <p:grpSp>
        <p:nvGrpSpPr>
          <p:cNvPr id="219" name="Group 206">
            <a:extLst>
              <a:ext uri="{FF2B5EF4-FFF2-40B4-BE49-F238E27FC236}">
                <a16:creationId xmlns:a16="http://schemas.microsoft.com/office/drawing/2014/main" id="{B5181A21-D7E7-3E42-9344-472D54222757}"/>
              </a:ext>
            </a:extLst>
          </p:cNvPr>
          <p:cNvGrpSpPr>
            <a:grpSpLocks/>
          </p:cNvGrpSpPr>
          <p:nvPr/>
        </p:nvGrpSpPr>
        <p:grpSpPr bwMode="auto">
          <a:xfrm>
            <a:off x="4728569" y="5374045"/>
            <a:ext cx="1095376" cy="515541"/>
            <a:chOff x="2741" y="3750"/>
            <a:chExt cx="920" cy="433"/>
          </a:xfrm>
        </p:grpSpPr>
        <p:sp>
          <p:nvSpPr>
            <p:cNvPr id="220" name="Rectangle 207">
              <a:extLst>
                <a:ext uri="{FF2B5EF4-FFF2-40B4-BE49-F238E27FC236}">
                  <a16:creationId xmlns:a16="http://schemas.microsoft.com/office/drawing/2014/main" id="{92ECB27B-35D3-E94B-A9F9-6AB2E4D0E9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9" y="3750"/>
              <a:ext cx="678" cy="138"/>
            </a:xfrm>
            <a:prstGeom prst="rect">
              <a:avLst/>
            </a:prstGeom>
            <a:solidFill>
              <a:srgbClr val="3C6CD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221" name="Line 208">
              <a:extLst>
                <a:ext uri="{FF2B5EF4-FFF2-40B4-BE49-F238E27FC236}">
                  <a16:creationId xmlns:a16="http://schemas.microsoft.com/office/drawing/2014/main" id="{7683B80C-70E1-9C44-94AD-C7C88A9E0CA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41" y="3837"/>
              <a:ext cx="175" cy="0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222" name="Text Box 209">
              <a:extLst>
                <a:ext uri="{FF2B5EF4-FFF2-40B4-BE49-F238E27FC236}">
                  <a16:creationId xmlns:a16="http://schemas.microsoft.com/office/drawing/2014/main" id="{A346B1BA-6406-6F45-9B45-BAB032C594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13" y="3875"/>
              <a:ext cx="848" cy="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defTabSz="6858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050" kern="0" dirty="0">
                  <a:solidFill>
                    <a:srgbClr val="000000"/>
                  </a:solidFill>
                </a:rPr>
                <a:t>source port: ?</a:t>
              </a:r>
            </a:p>
            <a:p>
              <a:pPr defTabSz="6858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050" kern="0" dirty="0">
                  <a:solidFill>
                    <a:srgbClr val="000000"/>
                  </a:solidFill>
                </a:rPr>
                <a:t>dest port: ?</a:t>
              </a:r>
            </a:p>
          </p:txBody>
        </p:sp>
      </p:grpSp>
      <p:grpSp>
        <p:nvGrpSpPr>
          <p:cNvPr id="223" name="Group 214">
            <a:extLst>
              <a:ext uri="{FF2B5EF4-FFF2-40B4-BE49-F238E27FC236}">
                <a16:creationId xmlns:a16="http://schemas.microsoft.com/office/drawing/2014/main" id="{E39C7ED5-8B2C-DE4F-80CB-990D1AA7B49F}"/>
              </a:ext>
            </a:extLst>
          </p:cNvPr>
          <p:cNvGrpSpPr>
            <a:grpSpLocks/>
          </p:cNvGrpSpPr>
          <p:nvPr/>
        </p:nvGrpSpPr>
        <p:grpSpPr bwMode="auto">
          <a:xfrm>
            <a:off x="1207889" y="4352495"/>
            <a:ext cx="533400" cy="502444"/>
            <a:chOff x="-44" y="1473"/>
            <a:chExt cx="981" cy="1105"/>
          </a:xfrm>
        </p:grpSpPr>
        <p:pic>
          <p:nvPicPr>
            <p:cNvPr id="224" name="Picture 215" descr="desktop_computer_stylized_medium">
              <a:extLst>
                <a:ext uri="{FF2B5EF4-FFF2-40B4-BE49-F238E27FC236}">
                  <a16:creationId xmlns:a16="http://schemas.microsoft.com/office/drawing/2014/main" id="{E6F7AF8C-6139-A44A-B799-9DB1A49382F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5" name="Freeform 216">
              <a:extLst>
                <a:ext uri="{FF2B5EF4-FFF2-40B4-BE49-F238E27FC236}">
                  <a16:creationId xmlns:a16="http://schemas.microsoft.com/office/drawing/2014/main" id="{E7BE33D7-3BA9-1847-9AD9-95F7E1DEA0D8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226" name="Group 217">
            <a:extLst>
              <a:ext uri="{FF2B5EF4-FFF2-40B4-BE49-F238E27FC236}">
                <a16:creationId xmlns:a16="http://schemas.microsoft.com/office/drawing/2014/main" id="{ECE9DF28-DF72-7544-9229-870F2565D5F7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7409855" y="4445364"/>
            <a:ext cx="533400" cy="502444"/>
            <a:chOff x="-44" y="1473"/>
            <a:chExt cx="981" cy="1105"/>
          </a:xfrm>
        </p:grpSpPr>
        <p:pic>
          <p:nvPicPr>
            <p:cNvPr id="227" name="Picture 218" descr="desktop_computer_stylized_medium">
              <a:extLst>
                <a:ext uri="{FF2B5EF4-FFF2-40B4-BE49-F238E27FC236}">
                  <a16:creationId xmlns:a16="http://schemas.microsoft.com/office/drawing/2014/main" id="{AAE1CD7B-71E4-DA44-B3BA-A6BCDDB83A9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8" name="Freeform 219">
              <a:extLst>
                <a:ext uri="{FF2B5EF4-FFF2-40B4-BE49-F238E27FC236}">
                  <a16:creationId xmlns:a16="http://schemas.microsoft.com/office/drawing/2014/main" id="{E273E05C-F934-1B44-AA55-C146C99BC60F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229" name="Group 220">
            <a:extLst>
              <a:ext uri="{FF2B5EF4-FFF2-40B4-BE49-F238E27FC236}">
                <a16:creationId xmlns:a16="http://schemas.microsoft.com/office/drawing/2014/main" id="{4338C4B1-DA10-CF42-9E12-96B6998CDA7B}"/>
              </a:ext>
            </a:extLst>
          </p:cNvPr>
          <p:cNvGrpSpPr>
            <a:grpSpLocks/>
          </p:cNvGrpSpPr>
          <p:nvPr/>
        </p:nvGrpSpPr>
        <p:grpSpPr bwMode="auto">
          <a:xfrm>
            <a:off x="3527227" y="3994117"/>
            <a:ext cx="269081" cy="528638"/>
            <a:chOff x="4140" y="429"/>
            <a:chExt cx="1425" cy="2396"/>
          </a:xfrm>
        </p:grpSpPr>
        <p:sp>
          <p:nvSpPr>
            <p:cNvPr id="230" name="Freeform 221">
              <a:extLst>
                <a:ext uri="{FF2B5EF4-FFF2-40B4-BE49-F238E27FC236}">
                  <a16:creationId xmlns:a16="http://schemas.microsoft.com/office/drawing/2014/main" id="{72E2375B-D2CD-524D-99CC-9AA1332B0E2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31" name="Rectangle 222">
              <a:extLst>
                <a:ext uri="{FF2B5EF4-FFF2-40B4-BE49-F238E27FC236}">
                  <a16:creationId xmlns:a16="http://schemas.microsoft.com/office/drawing/2014/main" id="{9A46A85F-576F-5549-8CE1-4D6375E6E2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429"/>
              <a:ext cx="1053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232" name="Freeform 223">
              <a:extLst>
                <a:ext uri="{FF2B5EF4-FFF2-40B4-BE49-F238E27FC236}">
                  <a16:creationId xmlns:a16="http://schemas.microsoft.com/office/drawing/2014/main" id="{2AC2D8E6-5479-B547-832A-A4D633663DE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33" name="Freeform 224">
              <a:extLst>
                <a:ext uri="{FF2B5EF4-FFF2-40B4-BE49-F238E27FC236}">
                  <a16:creationId xmlns:a16="http://schemas.microsoft.com/office/drawing/2014/main" id="{F5154C64-E9B4-9B4B-ADCB-BF7CEFAA6ED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34" name="Rectangle 225">
              <a:extLst>
                <a:ext uri="{FF2B5EF4-FFF2-40B4-BE49-F238E27FC236}">
                  <a16:creationId xmlns:a16="http://schemas.microsoft.com/office/drawing/2014/main" id="{20BD3C08-A36B-8C47-A9E1-98E61BCD23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9" y="693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235" name="Group 226">
              <a:extLst>
                <a:ext uri="{FF2B5EF4-FFF2-40B4-BE49-F238E27FC236}">
                  <a16:creationId xmlns:a16="http://schemas.microsoft.com/office/drawing/2014/main" id="{BA9CB11E-6522-2A4E-B926-6BB8F2D61B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60" name="AutoShape 227">
                <a:extLst>
                  <a:ext uri="{FF2B5EF4-FFF2-40B4-BE49-F238E27FC236}">
                    <a16:creationId xmlns:a16="http://schemas.microsoft.com/office/drawing/2014/main" id="{A66F61C7-D146-2444-9233-EEEFDA6DB5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4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261" name="AutoShape 228">
                <a:extLst>
                  <a:ext uri="{FF2B5EF4-FFF2-40B4-BE49-F238E27FC236}">
                    <a16:creationId xmlns:a16="http://schemas.microsoft.com/office/drawing/2014/main" id="{C237943C-1D9E-C340-92B4-E279FE5EB9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3" y="2582"/>
                <a:ext cx="692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236" name="Rectangle 229">
              <a:extLst>
                <a:ext uri="{FF2B5EF4-FFF2-40B4-BE49-F238E27FC236}">
                  <a16:creationId xmlns:a16="http://schemas.microsoft.com/office/drawing/2014/main" id="{C81D6CA2-B425-4946-AE7A-8E40C08365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2" y="1017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237" name="Group 230">
              <a:extLst>
                <a:ext uri="{FF2B5EF4-FFF2-40B4-BE49-F238E27FC236}">
                  <a16:creationId xmlns:a16="http://schemas.microsoft.com/office/drawing/2014/main" id="{E1CF8BC0-EDFE-2A4B-A9FD-D7352BEF920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58" name="AutoShape 231">
                <a:extLst>
                  <a:ext uri="{FF2B5EF4-FFF2-40B4-BE49-F238E27FC236}">
                    <a16:creationId xmlns:a16="http://schemas.microsoft.com/office/drawing/2014/main" id="{0A9026E3-01D2-A044-85D9-3C22E36B94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0"/>
                <a:ext cx="724" cy="16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259" name="AutoShape 232">
                <a:extLst>
                  <a:ext uri="{FF2B5EF4-FFF2-40B4-BE49-F238E27FC236}">
                    <a16:creationId xmlns:a16="http://schemas.microsoft.com/office/drawing/2014/main" id="{89380DF0-55D0-544B-ABE2-D6ADD8851B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6"/>
                <a:ext cx="692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238" name="Rectangle 233">
              <a:extLst>
                <a:ext uri="{FF2B5EF4-FFF2-40B4-BE49-F238E27FC236}">
                  <a16:creationId xmlns:a16="http://schemas.microsoft.com/office/drawing/2014/main" id="{DF34371F-6EF2-844A-9475-6B8ECC1E25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6" y="1357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239" name="Rectangle 234">
              <a:extLst>
                <a:ext uri="{FF2B5EF4-FFF2-40B4-BE49-F238E27FC236}">
                  <a16:creationId xmlns:a16="http://schemas.microsoft.com/office/drawing/2014/main" id="{7BF59601-B231-7F4D-B6B7-74CA58AE94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4"/>
              <a:ext cx="593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240" name="Group 235">
              <a:extLst>
                <a:ext uri="{FF2B5EF4-FFF2-40B4-BE49-F238E27FC236}">
                  <a16:creationId xmlns:a16="http://schemas.microsoft.com/office/drawing/2014/main" id="{653CAD17-3E1A-0A44-BF50-DB027FAD871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56" name="AutoShape 236">
                <a:extLst>
                  <a:ext uri="{FF2B5EF4-FFF2-40B4-BE49-F238E27FC236}">
                    <a16:creationId xmlns:a16="http://schemas.microsoft.com/office/drawing/2014/main" id="{2AB347AE-B389-704D-8A3A-F1B0478B70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8"/>
                <a:ext cx="730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257" name="AutoShape 237">
                <a:extLst>
                  <a:ext uri="{FF2B5EF4-FFF2-40B4-BE49-F238E27FC236}">
                    <a16:creationId xmlns:a16="http://schemas.microsoft.com/office/drawing/2014/main" id="{F96FEA1E-5620-D24E-93C8-5E69D78BD0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3"/>
                <a:ext cx="699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241" name="Freeform 238">
              <a:extLst>
                <a:ext uri="{FF2B5EF4-FFF2-40B4-BE49-F238E27FC236}">
                  <a16:creationId xmlns:a16="http://schemas.microsoft.com/office/drawing/2014/main" id="{84910C8E-8844-DE49-A1A3-762F8BB12AF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grpSp>
          <p:nvGrpSpPr>
            <p:cNvPr id="242" name="Group 239">
              <a:extLst>
                <a:ext uri="{FF2B5EF4-FFF2-40B4-BE49-F238E27FC236}">
                  <a16:creationId xmlns:a16="http://schemas.microsoft.com/office/drawing/2014/main" id="{BBBD2321-95AE-9C40-B018-8ECE1F278C8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54" name="AutoShape 240">
                <a:extLst>
                  <a:ext uri="{FF2B5EF4-FFF2-40B4-BE49-F238E27FC236}">
                    <a16:creationId xmlns:a16="http://schemas.microsoft.com/office/drawing/2014/main" id="{5F0A8B0F-BFF3-D645-8BC2-E03084A735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6"/>
                <a:ext cx="723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255" name="AutoShape 241">
                <a:extLst>
                  <a:ext uri="{FF2B5EF4-FFF2-40B4-BE49-F238E27FC236}">
                    <a16:creationId xmlns:a16="http://schemas.microsoft.com/office/drawing/2014/main" id="{F04409C4-53CF-1E47-924D-AAE899D78D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2"/>
                <a:ext cx="691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243" name="Rectangle 242">
              <a:extLst>
                <a:ext uri="{FF2B5EF4-FFF2-40B4-BE49-F238E27FC236}">
                  <a16:creationId xmlns:a16="http://schemas.microsoft.com/office/drawing/2014/main" id="{B79FB686-7827-8648-B573-39D9BD56AE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69" cy="2288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244" name="Freeform 243">
              <a:extLst>
                <a:ext uri="{FF2B5EF4-FFF2-40B4-BE49-F238E27FC236}">
                  <a16:creationId xmlns:a16="http://schemas.microsoft.com/office/drawing/2014/main" id="{FDD2EBD5-F1D6-1A40-89DB-A8C30D93187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45" name="Freeform 244">
              <a:extLst>
                <a:ext uri="{FF2B5EF4-FFF2-40B4-BE49-F238E27FC236}">
                  <a16:creationId xmlns:a16="http://schemas.microsoft.com/office/drawing/2014/main" id="{CE0C4D67-AE5D-BA4D-8695-DB491DDD2F0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46" name="Oval 245">
              <a:extLst>
                <a:ext uri="{FF2B5EF4-FFF2-40B4-BE49-F238E27FC236}">
                  <a16:creationId xmlns:a16="http://schemas.microsoft.com/office/drawing/2014/main" id="{F37BD5E1-82F5-4442-A0E8-832E39193F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09"/>
              <a:ext cx="50" cy="97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247" name="Freeform 246">
              <a:extLst>
                <a:ext uri="{FF2B5EF4-FFF2-40B4-BE49-F238E27FC236}">
                  <a16:creationId xmlns:a16="http://schemas.microsoft.com/office/drawing/2014/main" id="{65CB1E0E-0881-3D44-874F-DFDC02FDDF7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48" name="AutoShape 247">
              <a:extLst>
                <a:ext uri="{FF2B5EF4-FFF2-40B4-BE49-F238E27FC236}">
                  <a16:creationId xmlns:a16="http://schemas.microsoft.com/office/drawing/2014/main" id="{6DADA001-6CFD-B446-972E-A78724803E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9"/>
              <a:ext cx="1198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249" name="AutoShape 248">
              <a:extLst>
                <a:ext uri="{FF2B5EF4-FFF2-40B4-BE49-F238E27FC236}">
                  <a16:creationId xmlns:a16="http://schemas.microsoft.com/office/drawing/2014/main" id="{3A9F1280-193F-A148-B533-A4E2BCD4EE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2712"/>
              <a:ext cx="1072" cy="81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250" name="Oval 249">
              <a:extLst>
                <a:ext uri="{FF2B5EF4-FFF2-40B4-BE49-F238E27FC236}">
                  <a16:creationId xmlns:a16="http://schemas.microsoft.com/office/drawing/2014/main" id="{64151D18-1A99-BB43-8662-5409F09FC6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0" y="2382"/>
              <a:ext cx="158" cy="146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251" name="Oval 250">
              <a:extLst>
                <a:ext uri="{FF2B5EF4-FFF2-40B4-BE49-F238E27FC236}">
                  <a16:creationId xmlns:a16="http://schemas.microsoft.com/office/drawing/2014/main" id="{86E3B505-373D-FA41-AC57-224E553E67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2"/>
              <a:ext cx="158" cy="14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FF0000"/>
                </a:solidFill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52" name="Oval 251">
              <a:extLst>
                <a:ext uri="{FF2B5EF4-FFF2-40B4-BE49-F238E27FC236}">
                  <a16:creationId xmlns:a16="http://schemas.microsoft.com/office/drawing/2014/main" id="{3E492A9C-D2EF-444F-9F40-D87F1FF8E8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3" y="2382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253" name="Rectangle 252">
              <a:extLst>
                <a:ext uri="{FF2B5EF4-FFF2-40B4-BE49-F238E27FC236}">
                  <a16:creationId xmlns:a16="http://schemas.microsoft.com/office/drawing/2014/main" id="{B30ABD37-057E-DC41-B1A5-29A2C42360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7"/>
              <a:ext cx="88" cy="761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8F71DBCB-192B-CC42-80BF-FB60B27D1133}"/>
              </a:ext>
            </a:extLst>
          </p:cNvPr>
          <p:cNvSpPr txBox="1"/>
          <p:nvPr/>
        </p:nvSpPr>
        <p:spPr>
          <a:xfrm>
            <a:off x="2621071" y="5339356"/>
            <a:ext cx="284052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1350" dirty="0">
                <a:solidFill>
                  <a:prstClr val="white"/>
                </a:solidFill>
                <a:latin typeface="Calibri" panose="020F0502020204030204"/>
              </a:rPr>
              <a:t>A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B7AFE08E-CB17-6F42-9518-20370F3483F4}"/>
              </a:ext>
            </a:extLst>
          </p:cNvPr>
          <p:cNvSpPr txBox="1"/>
          <p:nvPr/>
        </p:nvSpPr>
        <p:spPr>
          <a:xfrm>
            <a:off x="3467405" y="4683094"/>
            <a:ext cx="279244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1350" dirty="0">
                <a:solidFill>
                  <a:prstClr val="white"/>
                </a:solidFill>
                <a:latin typeface="Calibri" panose="020F0502020204030204"/>
              </a:rPr>
              <a:t>B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4D37FF6A-48D3-AE49-82AD-DF5CE9A2542A}"/>
              </a:ext>
            </a:extLst>
          </p:cNvPr>
          <p:cNvSpPr txBox="1"/>
          <p:nvPr/>
        </p:nvSpPr>
        <p:spPr>
          <a:xfrm>
            <a:off x="5176768" y="5321377"/>
            <a:ext cx="277640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1350" dirty="0">
                <a:solidFill>
                  <a:prstClr val="white"/>
                </a:solidFill>
                <a:latin typeface="Calibri" panose="020F0502020204030204"/>
              </a:rPr>
              <a:t>C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5C3F8F57-1EC3-A444-90B5-A9967EAA485D}"/>
              </a:ext>
            </a:extLst>
          </p:cNvPr>
          <p:cNvSpPr txBox="1"/>
          <p:nvPr/>
        </p:nvSpPr>
        <p:spPr>
          <a:xfrm>
            <a:off x="5622410" y="4680526"/>
            <a:ext cx="290464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1350" dirty="0">
                <a:solidFill>
                  <a:prstClr val="white"/>
                </a:solidFill>
                <a:latin typeface="Calibri" panose="020F0502020204030204"/>
              </a:rPr>
              <a:t>D</a:t>
            </a:r>
          </a:p>
        </p:txBody>
      </p:sp>
      <p:sp>
        <p:nvSpPr>
          <p:cNvPr id="127" name="Rectangle 174">
            <a:extLst>
              <a:ext uri="{FF2B5EF4-FFF2-40B4-BE49-F238E27FC236}">
                <a16:creationId xmlns:a16="http://schemas.microsoft.com/office/drawing/2014/main" id="{F1B64B39-C299-EC44-8493-F36F1F2A8C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1700" y="2542113"/>
            <a:ext cx="2929546" cy="7221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86916" indent="-86916" defTabSz="68580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defRPr/>
            </a:pPr>
            <a:r>
              <a:rPr lang="en-US" sz="1200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mySocket = socket(AF_INET,SOCK_DGRAM)</a:t>
            </a:r>
          </a:p>
          <a:p>
            <a:pPr marL="86916" indent="-86916" defTabSz="68580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defRPr/>
            </a:pPr>
            <a:r>
              <a:rPr lang="en-US" sz="1200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mySocket.bind(myaddr,</a:t>
            </a:r>
            <a:r>
              <a:rPr lang="en-US" sz="1200" b="1" dirty="0">
                <a:solidFill>
                  <a:srgbClr val="C00000"/>
                </a:solidFill>
                <a:latin typeface="Courier New" charset="0"/>
                <a:ea typeface="ＭＳ Ｐゴシック" charset="0"/>
              </a:rPr>
              <a:t>5775</a:t>
            </a:r>
            <a:r>
              <a:rPr lang="en-US" sz="1200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);</a:t>
            </a:r>
          </a:p>
          <a:p>
            <a:pPr marL="86916" indent="-86916" defTabSz="68580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defRPr/>
            </a:pPr>
            <a:endParaRPr lang="en-US" sz="1500" dirty="0">
              <a:solidFill>
                <a:srgbClr val="000000"/>
              </a:solidFill>
              <a:latin typeface="Courier New" charset="0"/>
              <a:ea typeface="ＭＳ Ｐゴシック" charset="0"/>
            </a:endParaRPr>
          </a:p>
        </p:txBody>
      </p:sp>
      <p:sp>
        <p:nvSpPr>
          <p:cNvPr id="128" name="Rectangle 174">
            <a:extLst>
              <a:ext uri="{FF2B5EF4-FFF2-40B4-BE49-F238E27FC236}">
                <a16:creationId xmlns:a16="http://schemas.microsoft.com/office/drawing/2014/main" id="{821B066F-1D54-9842-8B91-6EFC02EED7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2542" y="1900871"/>
            <a:ext cx="2929546" cy="7221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86916" indent="-86916" defTabSz="68580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defRPr/>
            </a:pPr>
            <a:r>
              <a:rPr lang="en-US" sz="1200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mySocket = socket(AF_INET,SOCK_DGRAM)</a:t>
            </a:r>
          </a:p>
          <a:p>
            <a:pPr marL="86916" indent="-86916" defTabSz="68580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defRPr/>
            </a:pPr>
            <a:r>
              <a:rPr lang="en-US" sz="1200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mySocket.bind(myaddr,</a:t>
            </a:r>
            <a:r>
              <a:rPr lang="en-US" sz="1200" b="1" dirty="0">
                <a:solidFill>
                  <a:srgbClr val="C00000"/>
                </a:solidFill>
                <a:latin typeface="Courier New" charset="0"/>
                <a:ea typeface="ＭＳ Ｐゴシック" charset="0"/>
              </a:rPr>
              <a:t>6428</a:t>
            </a:r>
            <a:r>
              <a:rPr lang="en-US" sz="1200" b="1" dirty="0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);</a:t>
            </a:r>
          </a:p>
          <a:p>
            <a:pPr marL="86916" indent="-86916" defTabSz="68580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defRPr/>
            </a:pPr>
            <a:endParaRPr lang="en-US" sz="1500" dirty="0">
              <a:solidFill>
                <a:srgbClr val="000000"/>
              </a:solidFill>
              <a:latin typeface="Courier New" charset="0"/>
              <a:ea typeface="ＭＳ Ｐゴシック" charset="0"/>
            </a:endParaRPr>
          </a:p>
        </p:txBody>
      </p:sp>
      <p:sp>
        <p:nvSpPr>
          <p:cNvPr id="129" name="Title 1">
            <a:extLst>
              <a:ext uri="{FF2B5EF4-FFF2-40B4-BE49-F238E27FC236}">
                <a16:creationId xmlns:a16="http://schemas.microsoft.com/office/drawing/2014/main" id="{8F00F9B4-0BB2-B845-92FC-6EB603238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Multiplexing/demultiplexing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CE68022-16E6-F47A-D60A-E80920B2AD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Connectionless demultiplexing: an example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C47E731F-A788-159D-5F23-EE98FA769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0BC41B36-6335-F546-90B9-E2121371E10D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3992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4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00"/>
                            </p:stCondLst>
                            <p:childTnLst>
                              <p:par>
                                <p:cTn id="5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000"/>
                            </p:stCondLst>
                            <p:childTnLst>
                              <p:par>
                                <p:cTn id="7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500"/>
                            </p:stCondLst>
                            <p:childTnLst>
                              <p:par>
                                <p:cTn id="7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2000"/>
                            </p:stCondLst>
                            <p:childTnLst>
                              <p:par>
                                <p:cTn id="8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2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5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2500"/>
                            </p:stCondLst>
                            <p:childTnLst>
                              <p:par>
                                <p:cTn id="8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" grpId="0"/>
      <p:bldP spid="127" grpId="0"/>
      <p:bldP spid="12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Multiplexing/demultiplexing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D61AC5-072F-CB4C-5BF7-4B49068981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Connection-oriented demultiplexing</a:t>
            </a:r>
          </a:p>
        </p:txBody>
      </p:sp>
      <p:sp>
        <p:nvSpPr>
          <p:cNvPr id="128" name="Rectangle 3">
            <a:extLst>
              <a:ext uri="{FF2B5EF4-FFF2-40B4-BE49-F238E27FC236}">
                <a16:creationId xmlns:a16="http://schemas.microsoft.com/office/drawing/2014/main" id="{2C2F9B28-FDD9-B047-936F-1DE26AECFD6E}"/>
              </a:ext>
            </a:extLst>
          </p:cNvPr>
          <p:cNvSpPr txBox="1">
            <a:spLocks noChangeArrowheads="1"/>
          </p:cNvSpPr>
          <p:nvPr/>
        </p:nvSpPr>
        <p:spPr>
          <a:xfrm>
            <a:off x="599017" y="2131476"/>
            <a:ext cx="3578128" cy="2206958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00038" indent="-207169" defTabSz="685800">
              <a:spcBef>
                <a:spcPts val="750"/>
              </a:spcBef>
              <a:buFont typeface="Wingdings" charset="2"/>
              <a:buChar char="§"/>
              <a:defRPr/>
            </a:pPr>
            <a:r>
              <a:rPr lang="en-US" sz="2400" dirty="0">
                <a:solidFill>
                  <a:prstClr val="black"/>
                </a:solidFill>
                <a:latin typeface="Calibri" panose="020F0502020204030204"/>
              </a:rPr>
              <a:t>TCP socket identified by </a:t>
            </a:r>
            <a:r>
              <a:rPr lang="en-US" sz="2400" dirty="0">
                <a:solidFill>
                  <a:srgbClr val="C00000"/>
                </a:solidFill>
                <a:latin typeface="Calibri" panose="020F0502020204030204"/>
              </a:rPr>
              <a:t>4-</a:t>
            </a:r>
            <a:r>
              <a:rPr lang="en-US" sz="2400" dirty="0">
                <a:solidFill>
                  <a:prstClr val="black"/>
                </a:solidFill>
                <a:latin typeface="Calibri" panose="020F0502020204030204"/>
              </a:rPr>
              <a:t>tuple: </a:t>
            </a:r>
          </a:p>
          <a:p>
            <a:pPr marL="521494" lvl="1" indent="-173831" defTabSz="685800">
              <a:spcBef>
                <a:spcPts val="375"/>
              </a:spcBef>
              <a:buFont typeface="Arial"/>
              <a:buChar char="•"/>
              <a:defRPr/>
            </a:pPr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source IP address</a:t>
            </a:r>
          </a:p>
          <a:p>
            <a:pPr marL="521494" lvl="1" indent="-173831" defTabSz="685800">
              <a:spcBef>
                <a:spcPts val="375"/>
              </a:spcBef>
              <a:buFont typeface="Arial"/>
              <a:buChar char="•"/>
              <a:defRPr/>
            </a:pPr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source port number</a:t>
            </a:r>
          </a:p>
          <a:p>
            <a:pPr marL="521494" lvl="1" indent="-173831" defTabSz="685800">
              <a:spcBef>
                <a:spcPts val="375"/>
              </a:spcBef>
              <a:buFont typeface="Arial"/>
              <a:buChar char="•"/>
              <a:defRPr/>
            </a:pPr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dest IP address</a:t>
            </a:r>
          </a:p>
          <a:p>
            <a:pPr marL="521494" lvl="1" indent="-173831" defTabSz="685800">
              <a:spcBef>
                <a:spcPts val="375"/>
              </a:spcBef>
              <a:buFont typeface="Arial"/>
              <a:buChar char="•"/>
              <a:defRPr/>
            </a:pPr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dest port number</a:t>
            </a:r>
          </a:p>
        </p:txBody>
      </p:sp>
      <p:sp>
        <p:nvSpPr>
          <p:cNvPr id="129" name="Rectangle 4">
            <a:extLst>
              <a:ext uri="{FF2B5EF4-FFF2-40B4-BE49-F238E27FC236}">
                <a16:creationId xmlns:a16="http://schemas.microsoft.com/office/drawing/2014/main" id="{C6672EA0-BD4C-AA4C-B327-560672E6A24F}"/>
              </a:ext>
            </a:extLst>
          </p:cNvPr>
          <p:cNvSpPr txBox="1">
            <a:spLocks noChangeArrowheads="1"/>
          </p:cNvSpPr>
          <p:nvPr/>
        </p:nvSpPr>
        <p:spPr>
          <a:xfrm>
            <a:off x="4857312" y="2142731"/>
            <a:ext cx="3777533" cy="3731078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1235" indent="-216694" defTabSz="685800">
              <a:spcBef>
                <a:spcPts val="750"/>
              </a:spcBef>
              <a:buFont typeface="Wingdings" charset="2"/>
              <a:buChar char="§"/>
              <a:defRPr/>
            </a:pPr>
            <a:r>
              <a:rPr lang="en-US" sz="2400" dirty="0">
                <a:solidFill>
                  <a:prstClr val="black"/>
                </a:solidFill>
                <a:latin typeface="Calibri" panose="020F0502020204030204"/>
              </a:rPr>
              <a:t>server may support many simultaneous TCP sockets:</a:t>
            </a:r>
          </a:p>
          <a:p>
            <a:pPr marL="521494" lvl="1" indent="-173831" defTabSz="685800">
              <a:spcBef>
                <a:spcPts val="375"/>
              </a:spcBef>
              <a:buFont typeface="Arial"/>
              <a:buChar char="•"/>
              <a:defRPr/>
            </a:pPr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each socket identified by its own 4-tuple</a:t>
            </a:r>
          </a:p>
          <a:p>
            <a:pPr marL="521494" lvl="1" indent="-173831" defTabSz="685800">
              <a:spcBef>
                <a:spcPts val="375"/>
              </a:spcBef>
              <a:buFont typeface="Arial"/>
              <a:buChar char="•"/>
              <a:defRPr/>
            </a:pPr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each socket associated with a different connecting client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2C2F9B28-FDD9-B047-936F-1DE26AECFD6E}"/>
              </a:ext>
            </a:extLst>
          </p:cNvPr>
          <p:cNvSpPr txBox="1">
            <a:spLocks noChangeArrowheads="1"/>
          </p:cNvSpPr>
          <p:nvPr/>
        </p:nvSpPr>
        <p:spPr>
          <a:xfrm>
            <a:off x="588243" y="4222981"/>
            <a:ext cx="3578128" cy="1671434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00038" indent="-202406" defTabSz="685800">
              <a:spcBef>
                <a:spcPts val="750"/>
              </a:spcBef>
              <a:buFont typeface="Wingdings" charset="2"/>
              <a:buChar char="§"/>
              <a:defRPr/>
            </a:pPr>
            <a:r>
              <a:rPr lang="en-US" sz="2400" dirty="0">
                <a:solidFill>
                  <a:prstClr val="black"/>
                </a:solidFill>
                <a:latin typeface="Calibri" panose="020F0502020204030204"/>
              </a:rPr>
              <a:t>demux: receiver uses </a:t>
            </a:r>
            <a:r>
              <a:rPr lang="en-US" sz="2400" i="1" dirty="0">
                <a:solidFill>
                  <a:srgbClr val="C00000"/>
                </a:solidFill>
                <a:latin typeface="Calibri" panose="020F0502020204030204"/>
              </a:rPr>
              <a:t>all four values </a:t>
            </a:r>
            <a:r>
              <a:rPr lang="en-US" sz="2400" i="1" dirty="0">
                <a:solidFill>
                  <a:prstClr val="black"/>
                </a:solidFill>
                <a:latin typeface="Calibri" panose="020F0502020204030204"/>
              </a:rPr>
              <a:t>(4-tuple)</a:t>
            </a:r>
            <a:r>
              <a:rPr lang="en-US" sz="2400" dirty="0">
                <a:solidFill>
                  <a:prstClr val="black"/>
                </a:solidFill>
                <a:latin typeface="Calibri" panose="020F0502020204030204"/>
              </a:rPr>
              <a:t> to direct segment to appropriate socket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95EE99-E4F0-5F05-CAF2-93C098E12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0BC41B36-6335-F546-90B9-E2121371E10D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5492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" grpId="0"/>
      <p:bldP spid="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Multiplexing/demultiplexing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601F01-C14D-9A70-26D0-A73FCEE560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Connection-oriented demultiplexing</a:t>
            </a:r>
          </a:p>
        </p:txBody>
      </p:sp>
      <p:sp>
        <p:nvSpPr>
          <p:cNvPr id="525" name="Freeform 5">
            <a:extLst>
              <a:ext uri="{FF2B5EF4-FFF2-40B4-BE49-F238E27FC236}">
                <a16:creationId xmlns:a16="http://schemas.microsoft.com/office/drawing/2014/main" id="{7563D6BB-009E-434A-9515-A6EAB0387E14}"/>
              </a:ext>
            </a:extLst>
          </p:cNvPr>
          <p:cNvSpPr>
            <a:spLocks/>
          </p:cNvSpPr>
          <p:nvPr/>
        </p:nvSpPr>
        <p:spPr bwMode="auto">
          <a:xfrm>
            <a:off x="3340677" y="2156263"/>
            <a:ext cx="414338" cy="1562100"/>
          </a:xfrm>
          <a:custGeom>
            <a:avLst/>
            <a:gdLst>
              <a:gd name="T0" fmla="*/ 0 w 348"/>
              <a:gd name="T1" fmla="*/ 2147483647 h 1312"/>
              <a:gd name="T2" fmla="*/ 2147483647 w 348"/>
              <a:gd name="T3" fmla="*/ 0 h 1312"/>
              <a:gd name="T4" fmla="*/ 2147483647 w 348"/>
              <a:gd name="T5" fmla="*/ 2147483647 h 1312"/>
              <a:gd name="T6" fmla="*/ 2147483647 w 348"/>
              <a:gd name="T7" fmla="*/ 2147483647 h 1312"/>
              <a:gd name="T8" fmla="*/ 0 w 348"/>
              <a:gd name="T9" fmla="*/ 2147483647 h 131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48" h="1312">
                <a:moveTo>
                  <a:pt x="0" y="1306"/>
                </a:moveTo>
                <a:lnTo>
                  <a:pt x="348" y="0"/>
                </a:lnTo>
                <a:lnTo>
                  <a:pt x="342" y="1258"/>
                </a:lnTo>
                <a:lnTo>
                  <a:pt x="180" y="1312"/>
                </a:lnTo>
                <a:lnTo>
                  <a:pt x="0" y="1306"/>
                </a:ln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100000">
                <a:srgbClr val="B2B2B2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kern="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526" name="Freeform 6">
            <a:extLst>
              <a:ext uri="{FF2B5EF4-FFF2-40B4-BE49-F238E27FC236}">
                <a16:creationId xmlns:a16="http://schemas.microsoft.com/office/drawing/2014/main" id="{C4ABCFDA-E140-9C42-81C9-A5B5F6C446B3}"/>
              </a:ext>
            </a:extLst>
          </p:cNvPr>
          <p:cNvSpPr>
            <a:spLocks/>
          </p:cNvSpPr>
          <p:nvPr/>
        </p:nvSpPr>
        <p:spPr bwMode="auto">
          <a:xfrm>
            <a:off x="1539262" y="2290804"/>
            <a:ext cx="345281" cy="1645444"/>
          </a:xfrm>
          <a:custGeom>
            <a:avLst/>
            <a:gdLst>
              <a:gd name="T0" fmla="*/ 2147483647 w 290"/>
              <a:gd name="T1" fmla="*/ 2147483647 h 1382"/>
              <a:gd name="T2" fmla="*/ 0 w 290"/>
              <a:gd name="T3" fmla="*/ 2147483647 h 1382"/>
              <a:gd name="T4" fmla="*/ 2147483647 w 290"/>
              <a:gd name="T5" fmla="*/ 0 h 1382"/>
              <a:gd name="T6" fmla="*/ 2147483647 w 290"/>
              <a:gd name="T7" fmla="*/ 2147483647 h 1382"/>
              <a:gd name="T8" fmla="*/ 2147483647 w 290"/>
              <a:gd name="T9" fmla="*/ 2147483647 h 1382"/>
              <a:gd name="T10" fmla="*/ 2147483647 w 290"/>
              <a:gd name="T11" fmla="*/ 2147483647 h 138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90" h="1382">
                <a:moveTo>
                  <a:pt x="15" y="1382"/>
                </a:moveTo>
                <a:lnTo>
                  <a:pt x="0" y="1360"/>
                </a:lnTo>
                <a:lnTo>
                  <a:pt x="290" y="0"/>
                </a:lnTo>
                <a:lnTo>
                  <a:pt x="284" y="1258"/>
                </a:lnTo>
                <a:lnTo>
                  <a:pt x="182" y="1382"/>
                </a:lnTo>
                <a:lnTo>
                  <a:pt x="15" y="1382"/>
                </a:ln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100000">
                <a:srgbClr val="B2B2B2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kern="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527" name="Rectangle 23">
            <a:extLst>
              <a:ext uri="{FF2B5EF4-FFF2-40B4-BE49-F238E27FC236}">
                <a16:creationId xmlns:a16="http://schemas.microsoft.com/office/drawing/2014/main" id="{614F9B0E-1109-CC4B-8E75-55A6C74E68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6215" y="2265800"/>
            <a:ext cx="972741" cy="1485900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en-US" sz="18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28" name="Rectangle 24">
            <a:extLst>
              <a:ext uri="{FF2B5EF4-FFF2-40B4-BE49-F238E27FC236}">
                <a16:creationId xmlns:a16="http://schemas.microsoft.com/office/drawing/2014/main" id="{CBD89C10-5030-2D42-A25D-BFEC970A8F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7640" y="2306282"/>
            <a:ext cx="954881" cy="1484710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en-US" sz="1800" kern="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29" name="Line 25">
            <a:extLst>
              <a:ext uri="{FF2B5EF4-FFF2-40B4-BE49-F238E27FC236}">
                <a16:creationId xmlns:a16="http://schemas.microsoft.com/office/drawing/2014/main" id="{8D7EF085-D57A-E243-98DA-BEAC54BDE621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4783" y="2876592"/>
            <a:ext cx="947738" cy="2381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kern="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530" name="Text Box 26">
            <a:extLst>
              <a:ext uri="{FF2B5EF4-FFF2-40B4-BE49-F238E27FC236}">
                <a16:creationId xmlns:a16="http://schemas.microsoft.com/office/drawing/2014/main" id="{0ED9175A-7497-DD4F-9C18-ACF0B19F7B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2637" y="2863494"/>
            <a:ext cx="988219" cy="253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050" kern="0" dirty="0">
                <a:solidFill>
                  <a:srgbClr val="000000"/>
                </a:solidFill>
              </a:rPr>
              <a:t>transport</a:t>
            </a:r>
          </a:p>
        </p:txBody>
      </p:sp>
      <p:sp>
        <p:nvSpPr>
          <p:cNvPr id="531" name="Line 27">
            <a:extLst>
              <a:ext uri="{FF2B5EF4-FFF2-40B4-BE49-F238E27FC236}">
                <a16:creationId xmlns:a16="http://schemas.microsoft.com/office/drawing/2014/main" id="{FD58D124-018E-3848-9BB8-DBD51A4D851F}"/>
              </a:ext>
            </a:extLst>
          </p:cNvPr>
          <p:cNvSpPr>
            <a:spLocks noChangeShapeType="1"/>
          </p:cNvSpPr>
          <p:nvPr/>
        </p:nvSpPr>
        <p:spPr bwMode="auto">
          <a:xfrm>
            <a:off x="1910737" y="3117098"/>
            <a:ext cx="947738" cy="2381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kern="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532" name="Line 28">
            <a:extLst>
              <a:ext uri="{FF2B5EF4-FFF2-40B4-BE49-F238E27FC236}">
                <a16:creationId xmlns:a16="http://schemas.microsoft.com/office/drawing/2014/main" id="{15074162-585A-BC41-91A3-96670F676188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0021" y="3349270"/>
            <a:ext cx="947738" cy="2381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kern="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533" name="Line 29">
            <a:extLst>
              <a:ext uri="{FF2B5EF4-FFF2-40B4-BE49-F238E27FC236}">
                <a16:creationId xmlns:a16="http://schemas.microsoft.com/office/drawing/2014/main" id="{23B1C83D-9CD1-7141-80E9-B23AF1A120DD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0021" y="3563582"/>
            <a:ext cx="947738" cy="2381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kern="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534" name="Text Box 26">
            <a:extLst>
              <a:ext uri="{FF2B5EF4-FFF2-40B4-BE49-F238E27FC236}">
                <a16:creationId xmlns:a16="http://schemas.microsoft.com/office/drawing/2014/main" id="{18FD1BAC-22E0-E743-8D85-AD83603D9B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98831" y="2299138"/>
            <a:ext cx="988219" cy="253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050" kern="0" dirty="0">
                <a:solidFill>
                  <a:srgbClr val="000000"/>
                </a:solidFill>
              </a:rPr>
              <a:t>application</a:t>
            </a:r>
          </a:p>
        </p:txBody>
      </p:sp>
      <p:sp>
        <p:nvSpPr>
          <p:cNvPr id="535" name="Text Box 26">
            <a:extLst>
              <a:ext uri="{FF2B5EF4-FFF2-40B4-BE49-F238E27FC236}">
                <a16:creationId xmlns:a16="http://schemas.microsoft.com/office/drawing/2014/main" id="{FA894B51-006F-1749-B20E-08F2DE8012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5493" y="3542150"/>
            <a:ext cx="988219" cy="253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050" kern="0" dirty="0">
                <a:solidFill>
                  <a:srgbClr val="000000"/>
                </a:solidFill>
              </a:rPr>
              <a:t>physical</a:t>
            </a:r>
          </a:p>
        </p:txBody>
      </p:sp>
      <p:sp>
        <p:nvSpPr>
          <p:cNvPr id="536" name="Text Box 26">
            <a:extLst>
              <a:ext uri="{FF2B5EF4-FFF2-40B4-BE49-F238E27FC236}">
                <a16:creationId xmlns:a16="http://schemas.microsoft.com/office/drawing/2014/main" id="{986C06D0-2FCC-3C4A-8B26-E47FEACB6A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9781" y="3327838"/>
            <a:ext cx="988219" cy="253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050" kern="0" dirty="0">
                <a:solidFill>
                  <a:srgbClr val="000000"/>
                </a:solidFill>
              </a:rPr>
              <a:t>link</a:t>
            </a:r>
          </a:p>
        </p:txBody>
      </p:sp>
      <p:sp>
        <p:nvSpPr>
          <p:cNvPr id="537" name="Text Box 26">
            <a:extLst>
              <a:ext uri="{FF2B5EF4-FFF2-40B4-BE49-F238E27FC236}">
                <a16:creationId xmlns:a16="http://schemas.microsoft.com/office/drawing/2014/main" id="{D076C0F4-C178-3E40-A5A0-D9949817A0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2637" y="3106381"/>
            <a:ext cx="988219" cy="253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050" kern="0" dirty="0">
                <a:solidFill>
                  <a:srgbClr val="000000"/>
                </a:solidFill>
              </a:rPr>
              <a:t>network</a:t>
            </a:r>
          </a:p>
        </p:txBody>
      </p:sp>
      <p:sp>
        <p:nvSpPr>
          <p:cNvPr id="538" name="Oval 19">
            <a:extLst>
              <a:ext uri="{FF2B5EF4-FFF2-40B4-BE49-F238E27FC236}">
                <a16:creationId xmlns:a16="http://schemas.microsoft.com/office/drawing/2014/main" id="{2A71094C-18F7-1C46-8C86-7D8D2BCF2A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0052" y="2513450"/>
            <a:ext cx="448866" cy="228600"/>
          </a:xfrm>
          <a:prstGeom prst="ellipse">
            <a:avLst/>
          </a:prstGeom>
          <a:solidFill>
            <a:srgbClr val="CC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kern="0" dirty="0">
                <a:solidFill>
                  <a:srgbClr val="000000"/>
                </a:solidFill>
                <a:latin typeface="Arial" charset="0"/>
                <a:ea typeface="ＭＳ Ｐゴシック" charset="0"/>
              </a:rPr>
              <a:t>P1</a:t>
            </a:r>
          </a:p>
        </p:txBody>
      </p:sp>
      <p:grpSp>
        <p:nvGrpSpPr>
          <p:cNvPr id="539" name="Group 20">
            <a:extLst>
              <a:ext uri="{FF2B5EF4-FFF2-40B4-BE49-F238E27FC236}">
                <a16:creationId xmlns:a16="http://schemas.microsoft.com/office/drawing/2014/main" id="{554821E9-E611-EF4C-B4ED-D5A7C0CB1055}"/>
              </a:ext>
            </a:extLst>
          </p:cNvPr>
          <p:cNvGrpSpPr>
            <a:grpSpLocks/>
          </p:cNvGrpSpPr>
          <p:nvPr/>
        </p:nvGrpSpPr>
        <p:grpSpPr bwMode="auto">
          <a:xfrm>
            <a:off x="2126240" y="2756338"/>
            <a:ext cx="465535" cy="171450"/>
            <a:chOff x="1287" y="2524"/>
            <a:chExt cx="260" cy="100"/>
          </a:xfrm>
        </p:grpSpPr>
        <p:sp>
          <p:nvSpPr>
            <p:cNvPr id="540" name="Rectangle 21">
              <a:extLst>
                <a:ext uri="{FF2B5EF4-FFF2-40B4-BE49-F238E27FC236}">
                  <a16:creationId xmlns:a16="http://schemas.microsoft.com/office/drawing/2014/main" id="{BEBEC012-39DF-A541-830E-6FF13ADAE4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541" name="Rectangle 22">
              <a:extLst>
                <a:ext uri="{FF2B5EF4-FFF2-40B4-BE49-F238E27FC236}">
                  <a16:creationId xmlns:a16="http://schemas.microsoft.com/office/drawing/2014/main" id="{C54558CA-8722-654B-8BA0-93D5C1A675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8" y="2537"/>
              <a:ext cx="155" cy="7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542" name="Rectangle 23">
              <a:extLst>
                <a:ext uri="{FF2B5EF4-FFF2-40B4-BE49-F238E27FC236}">
                  <a16:creationId xmlns:a16="http://schemas.microsoft.com/office/drawing/2014/main" id="{4ECE78D1-C229-D44C-8946-E5D845D77B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3" y="2582"/>
              <a:ext cx="27" cy="2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543" name="Rectangle 24">
              <a:extLst>
                <a:ext uri="{FF2B5EF4-FFF2-40B4-BE49-F238E27FC236}">
                  <a16:creationId xmlns:a16="http://schemas.microsoft.com/office/drawing/2014/main" id="{5E3A5BD1-1D56-EA42-9427-8F0D4DE456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</p:grpSp>
      <p:sp>
        <p:nvSpPr>
          <p:cNvPr id="544" name="Rectangle 23">
            <a:extLst>
              <a:ext uri="{FF2B5EF4-FFF2-40B4-BE49-F238E27FC236}">
                <a16:creationId xmlns:a16="http://schemas.microsoft.com/office/drawing/2014/main" id="{9E1F493A-E899-D74E-919F-F4A60AE16A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00258" y="2090779"/>
            <a:ext cx="1690688" cy="1485900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en-US" sz="18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45" name="Rectangle 24">
            <a:extLst>
              <a:ext uri="{FF2B5EF4-FFF2-40B4-BE49-F238E27FC236}">
                <a16:creationId xmlns:a16="http://schemas.microsoft.com/office/drawing/2014/main" id="{49A0180F-5303-6E4C-99BF-19A56AAC7C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59778" y="2149119"/>
            <a:ext cx="1669256" cy="1484710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en-US" sz="1800" kern="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46" name="Text Box 26">
            <a:extLst>
              <a:ext uri="{FF2B5EF4-FFF2-40B4-BE49-F238E27FC236}">
                <a16:creationId xmlns:a16="http://schemas.microsoft.com/office/drawing/2014/main" id="{23645F4E-01B1-3349-9A7F-2F24FC4C20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8865" y="2695616"/>
            <a:ext cx="988219" cy="253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050" kern="0" dirty="0">
                <a:solidFill>
                  <a:srgbClr val="000000"/>
                </a:solidFill>
              </a:rPr>
              <a:t>transport</a:t>
            </a:r>
          </a:p>
        </p:txBody>
      </p:sp>
      <p:sp>
        <p:nvSpPr>
          <p:cNvPr id="547" name="Text Box 26">
            <a:extLst>
              <a:ext uri="{FF2B5EF4-FFF2-40B4-BE49-F238E27FC236}">
                <a16:creationId xmlns:a16="http://schemas.microsoft.com/office/drawing/2014/main" id="{9BED65C6-B309-8B4D-A068-E19EDFD116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9346" y="2113400"/>
            <a:ext cx="988219" cy="253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050" kern="0" dirty="0">
                <a:solidFill>
                  <a:srgbClr val="000000"/>
                </a:solidFill>
              </a:rPr>
              <a:t>application</a:t>
            </a:r>
          </a:p>
        </p:txBody>
      </p:sp>
      <p:sp>
        <p:nvSpPr>
          <p:cNvPr id="548" name="Text Box 26">
            <a:extLst>
              <a:ext uri="{FF2B5EF4-FFF2-40B4-BE49-F238E27FC236}">
                <a16:creationId xmlns:a16="http://schemas.microsoft.com/office/drawing/2014/main" id="{3CB9E7E9-E087-BE49-8C38-35C7E48BA8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4102" y="3374272"/>
            <a:ext cx="988219" cy="253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050" kern="0" dirty="0">
                <a:solidFill>
                  <a:srgbClr val="000000"/>
                </a:solidFill>
              </a:rPr>
              <a:t>physical</a:t>
            </a:r>
          </a:p>
        </p:txBody>
      </p:sp>
      <p:sp>
        <p:nvSpPr>
          <p:cNvPr id="549" name="Text Box 26">
            <a:extLst>
              <a:ext uri="{FF2B5EF4-FFF2-40B4-BE49-F238E27FC236}">
                <a16:creationId xmlns:a16="http://schemas.microsoft.com/office/drawing/2014/main" id="{75F58D18-0976-1447-9AE8-E0B265BD81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4102" y="3159960"/>
            <a:ext cx="988219" cy="253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050" kern="0" dirty="0">
                <a:solidFill>
                  <a:srgbClr val="000000"/>
                </a:solidFill>
              </a:rPr>
              <a:t>link</a:t>
            </a:r>
          </a:p>
        </p:txBody>
      </p:sp>
      <p:sp>
        <p:nvSpPr>
          <p:cNvPr id="550" name="Oval 36">
            <a:extLst>
              <a:ext uri="{FF2B5EF4-FFF2-40B4-BE49-F238E27FC236}">
                <a16:creationId xmlns:a16="http://schemas.microsoft.com/office/drawing/2014/main" id="{2A7F5798-BB67-5141-90FB-F51D589E31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9075" y="2343191"/>
            <a:ext cx="448865" cy="228600"/>
          </a:xfrm>
          <a:prstGeom prst="ellipse">
            <a:avLst/>
          </a:prstGeom>
          <a:solidFill>
            <a:srgbClr val="CC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kern="0" dirty="0">
                <a:solidFill>
                  <a:srgbClr val="000000"/>
                </a:solidFill>
                <a:latin typeface="Arial" charset="0"/>
                <a:ea typeface="ＭＳ Ｐゴシック" charset="0"/>
              </a:rPr>
              <a:t>P4</a:t>
            </a:r>
          </a:p>
        </p:txBody>
      </p:sp>
      <p:sp>
        <p:nvSpPr>
          <p:cNvPr id="551" name="Rectangle 23">
            <a:extLst>
              <a:ext uri="{FF2B5EF4-FFF2-40B4-BE49-F238E27FC236}">
                <a16:creationId xmlns:a16="http://schemas.microsoft.com/office/drawing/2014/main" id="{32D4A7B1-DBDA-2B47-8511-4BF8176AC4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1744" y="2259848"/>
            <a:ext cx="972740" cy="1485900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en-US" sz="18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52" name="Rectangle 24">
            <a:extLst>
              <a:ext uri="{FF2B5EF4-FFF2-40B4-BE49-F238E27FC236}">
                <a16:creationId xmlns:a16="http://schemas.microsoft.com/office/drawing/2014/main" id="{DAED2C2D-612B-9147-A573-0082B49107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4105" y="2290804"/>
            <a:ext cx="1223963" cy="1484709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en-US" sz="1800" kern="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53" name="Text Box 26">
            <a:extLst>
              <a:ext uri="{FF2B5EF4-FFF2-40B4-BE49-F238E27FC236}">
                <a16:creationId xmlns:a16="http://schemas.microsoft.com/office/drawing/2014/main" id="{892F681F-FE7B-A849-886C-3DB4B71509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8165" y="2857541"/>
            <a:ext cx="988219" cy="253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050" kern="0" dirty="0">
                <a:solidFill>
                  <a:srgbClr val="000000"/>
                </a:solidFill>
              </a:rPr>
              <a:t>transport</a:t>
            </a:r>
          </a:p>
        </p:txBody>
      </p:sp>
      <p:sp>
        <p:nvSpPr>
          <p:cNvPr id="554" name="Text Box 26">
            <a:extLst>
              <a:ext uri="{FF2B5EF4-FFF2-40B4-BE49-F238E27FC236}">
                <a16:creationId xmlns:a16="http://schemas.microsoft.com/office/drawing/2014/main" id="{5491EDD3-2B63-BB4B-87FA-02E376F65B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24359" y="2293185"/>
            <a:ext cx="988219" cy="253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050" kern="0" dirty="0">
                <a:solidFill>
                  <a:srgbClr val="000000"/>
                </a:solidFill>
              </a:rPr>
              <a:t>application</a:t>
            </a:r>
          </a:p>
        </p:txBody>
      </p:sp>
      <p:sp>
        <p:nvSpPr>
          <p:cNvPr id="555" name="Text Box 26">
            <a:extLst>
              <a:ext uri="{FF2B5EF4-FFF2-40B4-BE49-F238E27FC236}">
                <a16:creationId xmlns:a16="http://schemas.microsoft.com/office/drawing/2014/main" id="{0FB3A86D-FFE9-EE49-AD2D-1E57E4F89B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30312" y="3536197"/>
            <a:ext cx="988219" cy="253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050" kern="0" dirty="0">
                <a:solidFill>
                  <a:srgbClr val="000000"/>
                </a:solidFill>
              </a:rPr>
              <a:t>physical</a:t>
            </a:r>
          </a:p>
        </p:txBody>
      </p:sp>
      <p:sp>
        <p:nvSpPr>
          <p:cNvPr id="556" name="Text Box 26">
            <a:extLst>
              <a:ext uri="{FF2B5EF4-FFF2-40B4-BE49-F238E27FC236}">
                <a16:creationId xmlns:a16="http://schemas.microsoft.com/office/drawing/2014/main" id="{9835580D-BB7F-E64A-B442-691428929F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05309" y="3321885"/>
            <a:ext cx="988219" cy="253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050" kern="0" dirty="0">
                <a:solidFill>
                  <a:srgbClr val="000000"/>
                </a:solidFill>
              </a:rPr>
              <a:t>link</a:t>
            </a:r>
          </a:p>
        </p:txBody>
      </p:sp>
      <p:sp>
        <p:nvSpPr>
          <p:cNvPr id="557" name="Text Box 26">
            <a:extLst>
              <a:ext uri="{FF2B5EF4-FFF2-40B4-BE49-F238E27FC236}">
                <a16:creationId xmlns:a16="http://schemas.microsoft.com/office/drawing/2014/main" id="{31A0CB7D-BCCB-D34A-A890-C073478178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8165" y="3100429"/>
            <a:ext cx="988219" cy="253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050" kern="0" dirty="0">
                <a:solidFill>
                  <a:srgbClr val="000000"/>
                </a:solidFill>
              </a:rPr>
              <a:t>network</a:t>
            </a:r>
          </a:p>
        </p:txBody>
      </p:sp>
      <p:sp>
        <p:nvSpPr>
          <p:cNvPr id="558" name="Oval 53">
            <a:extLst>
              <a:ext uri="{FF2B5EF4-FFF2-40B4-BE49-F238E27FC236}">
                <a16:creationId xmlns:a16="http://schemas.microsoft.com/office/drawing/2014/main" id="{F992062B-7A21-DE43-9A4C-83CB3E9CB1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4827" y="2513450"/>
            <a:ext cx="448866" cy="228600"/>
          </a:xfrm>
          <a:prstGeom prst="ellipse">
            <a:avLst/>
          </a:prstGeom>
          <a:solidFill>
            <a:srgbClr val="CC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kern="0" dirty="0">
                <a:solidFill>
                  <a:srgbClr val="000000"/>
                </a:solidFill>
                <a:latin typeface="Arial" charset="0"/>
                <a:ea typeface="ＭＳ Ｐゴシック" charset="0"/>
              </a:rPr>
              <a:t>P2</a:t>
            </a:r>
          </a:p>
        </p:txBody>
      </p:sp>
      <p:sp>
        <p:nvSpPr>
          <p:cNvPr id="559" name="Freeform 54">
            <a:extLst>
              <a:ext uri="{FF2B5EF4-FFF2-40B4-BE49-F238E27FC236}">
                <a16:creationId xmlns:a16="http://schemas.microsoft.com/office/drawing/2014/main" id="{AC38FC98-798D-384B-B25B-E64D646DDFC5}"/>
              </a:ext>
            </a:extLst>
          </p:cNvPr>
          <p:cNvSpPr>
            <a:spLocks/>
          </p:cNvSpPr>
          <p:nvPr/>
        </p:nvSpPr>
        <p:spPr bwMode="auto">
          <a:xfrm>
            <a:off x="7245927" y="2275325"/>
            <a:ext cx="378619" cy="1600200"/>
          </a:xfrm>
          <a:custGeom>
            <a:avLst/>
            <a:gdLst>
              <a:gd name="T0" fmla="*/ 2147483647 w 318"/>
              <a:gd name="T1" fmla="*/ 2147483647 h 1344"/>
              <a:gd name="T2" fmla="*/ 2147483647 w 318"/>
              <a:gd name="T3" fmla="*/ 0 h 1344"/>
              <a:gd name="T4" fmla="*/ 0 w 318"/>
              <a:gd name="T5" fmla="*/ 2147483647 h 1344"/>
              <a:gd name="T6" fmla="*/ 2147483647 w 318"/>
              <a:gd name="T7" fmla="*/ 2147483647 h 1344"/>
              <a:gd name="T8" fmla="*/ 2147483647 w 318"/>
              <a:gd name="T9" fmla="*/ 2147483647 h 134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18" h="1344">
                <a:moveTo>
                  <a:pt x="318" y="1344"/>
                </a:moveTo>
                <a:lnTo>
                  <a:pt x="12" y="0"/>
                </a:lnTo>
                <a:lnTo>
                  <a:pt x="0" y="1224"/>
                </a:lnTo>
                <a:lnTo>
                  <a:pt x="121" y="1344"/>
                </a:lnTo>
                <a:lnTo>
                  <a:pt x="318" y="1344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kern="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568" name="Text Box 93">
            <a:extLst>
              <a:ext uri="{FF2B5EF4-FFF2-40B4-BE49-F238E27FC236}">
                <a16:creationId xmlns:a16="http://schemas.microsoft.com/office/drawing/2014/main" id="{28913095-A052-0A42-8972-4D75538256AD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1292803" y="4361300"/>
            <a:ext cx="860822" cy="424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ctr" defTabSz="6858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50" dirty="0">
                <a:solidFill>
                  <a:srgbClr val="000000"/>
                </a:solidFill>
                <a:latin typeface="Gill Sans MT" charset="0"/>
              </a:rPr>
              <a:t>host: IP address A</a:t>
            </a:r>
          </a:p>
        </p:txBody>
      </p:sp>
      <p:sp>
        <p:nvSpPr>
          <p:cNvPr id="569" name="Text Box 94">
            <a:extLst>
              <a:ext uri="{FF2B5EF4-FFF2-40B4-BE49-F238E27FC236}">
                <a16:creationId xmlns:a16="http://schemas.microsoft.com/office/drawing/2014/main" id="{E982CF1A-0928-6A45-8462-D083EBC09BA7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7110196" y="4283910"/>
            <a:ext cx="860822" cy="5909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ctr" defTabSz="6858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50" dirty="0">
                <a:solidFill>
                  <a:srgbClr val="000000"/>
                </a:solidFill>
                <a:latin typeface="Gill Sans MT" charset="0"/>
              </a:rPr>
              <a:t>host: IP address C</a:t>
            </a:r>
          </a:p>
        </p:txBody>
      </p:sp>
      <p:sp>
        <p:nvSpPr>
          <p:cNvPr id="570" name="Line 96">
            <a:extLst>
              <a:ext uri="{FF2B5EF4-FFF2-40B4-BE49-F238E27FC236}">
                <a16:creationId xmlns:a16="http://schemas.microsoft.com/office/drawing/2014/main" id="{2EEED614-F433-E440-B256-A6E56708BB1E}"/>
              </a:ext>
            </a:extLst>
          </p:cNvPr>
          <p:cNvSpPr>
            <a:spLocks noChangeShapeType="1"/>
          </p:cNvSpPr>
          <p:nvPr/>
        </p:nvSpPr>
        <p:spPr bwMode="auto">
          <a:xfrm>
            <a:off x="3741918" y="3406419"/>
            <a:ext cx="1675209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kern="0" dirty="0">
              <a:solidFill>
                <a:srgbClr val="000000"/>
              </a:solidFill>
              <a:latin typeface="Tahoma" charset="0"/>
              <a:ea typeface="ＭＳ Ｐゴシック" charset="0"/>
            </a:endParaRPr>
          </a:p>
        </p:txBody>
      </p:sp>
      <p:sp>
        <p:nvSpPr>
          <p:cNvPr id="571" name="Line 97">
            <a:extLst>
              <a:ext uri="{FF2B5EF4-FFF2-40B4-BE49-F238E27FC236}">
                <a16:creationId xmlns:a16="http://schemas.microsoft.com/office/drawing/2014/main" id="{098FD8B8-DDC2-8146-812C-346AC97FA30A}"/>
              </a:ext>
            </a:extLst>
          </p:cNvPr>
          <p:cNvSpPr>
            <a:spLocks noChangeShapeType="1"/>
          </p:cNvSpPr>
          <p:nvPr/>
        </p:nvSpPr>
        <p:spPr bwMode="auto">
          <a:xfrm>
            <a:off x="3753824" y="3180200"/>
            <a:ext cx="1675209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kern="0" dirty="0">
              <a:solidFill>
                <a:srgbClr val="000000"/>
              </a:solidFill>
              <a:latin typeface="Tahoma" charset="0"/>
              <a:ea typeface="ＭＳ Ｐゴシック" charset="0"/>
            </a:endParaRPr>
          </a:p>
        </p:txBody>
      </p:sp>
      <p:sp>
        <p:nvSpPr>
          <p:cNvPr id="572" name="Text Box 26">
            <a:extLst>
              <a:ext uri="{FF2B5EF4-FFF2-40B4-BE49-F238E27FC236}">
                <a16:creationId xmlns:a16="http://schemas.microsoft.com/office/drawing/2014/main" id="{8BEC305F-DB39-A945-9B16-8D9FBE53F0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44337" y="2928979"/>
            <a:ext cx="988219" cy="253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050" kern="0" dirty="0">
                <a:solidFill>
                  <a:srgbClr val="000000"/>
                </a:solidFill>
              </a:rPr>
              <a:t>network</a:t>
            </a:r>
          </a:p>
        </p:txBody>
      </p:sp>
      <p:sp>
        <p:nvSpPr>
          <p:cNvPr id="573" name="Line 99">
            <a:extLst>
              <a:ext uri="{FF2B5EF4-FFF2-40B4-BE49-F238E27FC236}">
                <a16:creationId xmlns:a16="http://schemas.microsoft.com/office/drawing/2014/main" id="{7CB610F0-F0BE-7D49-8D7A-0F03DEB1C350}"/>
              </a:ext>
            </a:extLst>
          </p:cNvPr>
          <p:cNvSpPr>
            <a:spLocks noChangeShapeType="1"/>
          </p:cNvSpPr>
          <p:nvPr/>
        </p:nvSpPr>
        <p:spPr bwMode="auto">
          <a:xfrm>
            <a:off x="3756206" y="2938504"/>
            <a:ext cx="1675209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kern="0" dirty="0">
              <a:solidFill>
                <a:srgbClr val="000000"/>
              </a:solidFill>
              <a:latin typeface="Tahoma" charset="0"/>
              <a:ea typeface="ＭＳ Ｐゴシック" charset="0"/>
            </a:endParaRPr>
          </a:p>
        </p:txBody>
      </p:sp>
      <p:sp>
        <p:nvSpPr>
          <p:cNvPr id="574" name="Line 100">
            <a:extLst>
              <a:ext uri="{FF2B5EF4-FFF2-40B4-BE49-F238E27FC236}">
                <a16:creationId xmlns:a16="http://schemas.microsoft.com/office/drawing/2014/main" id="{1D31CBE9-4A8E-BC4A-A036-BA509B6CF5EA}"/>
              </a:ext>
            </a:extLst>
          </p:cNvPr>
          <p:cNvSpPr>
            <a:spLocks noChangeShapeType="1"/>
          </p:cNvSpPr>
          <p:nvPr/>
        </p:nvSpPr>
        <p:spPr bwMode="auto">
          <a:xfrm>
            <a:off x="3758587" y="2696807"/>
            <a:ext cx="1675209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kern="0" dirty="0">
              <a:solidFill>
                <a:srgbClr val="000000"/>
              </a:solidFill>
              <a:latin typeface="Tahoma" charset="0"/>
              <a:ea typeface="ＭＳ Ｐゴシック" charset="0"/>
            </a:endParaRPr>
          </a:p>
        </p:txBody>
      </p:sp>
      <p:grpSp>
        <p:nvGrpSpPr>
          <p:cNvPr id="575" name="Group 101">
            <a:extLst>
              <a:ext uri="{FF2B5EF4-FFF2-40B4-BE49-F238E27FC236}">
                <a16:creationId xmlns:a16="http://schemas.microsoft.com/office/drawing/2014/main" id="{91441727-AAD7-1140-AF05-A3D324B8DC6B}"/>
              </a:ext>
            </a:extLst>
          </p:cNvPr>
          <p:cNvGrpSpPr>
            <a:grpSpLocks/>
          </p:cNvGrpSpPr>
          <p:nvPr/>
        </p:nvGrpSpPr>
        <p:grpSpPr bwMode="auto">
          <a:xfrm>
            <a:off x="3890746" y="2593223"/>
            <a:ext cx="354806" cy="171450"/>
            <a:chOff x="1287" y="2524"/>
            <a:chExt cx="260" cy="100"/>
          </a:xfrm>
        </p:grpSpPr>
        <p:sp>
          <p:nvSpPr>
            <p:cNvPr id="576" name="Rectangle 102">
              <a:extLst>
                <a:ext uri="{FF2B5EF4-FFF2-40B4-BE49-F238E27FC236}">
                  <a16:creationId xmlns:a16="http://schemas.microsoft.com/office/drawing/2014/main" id="{70206F36-B050-C844-A36F-47D4A71EE3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577" name="Rectangle 103">
              <a:extLst>
                <a:ext uri="{FF2B5EF4-FFF2-40B4-BE49-F238E27FC236}">
                  <a16:creationId xmlns:a16="http://schemas.microsoft.com/office/drawing/2014/main" id="{5F70B84F-C600-BF41-9794-BB79AB85B4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8" y="2537"/>
              <a:ext cx="155" cy="7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578" name="Rectangle 104">
              <a:extLst>
                <a:ext uri="{FF2B5EF4-FFF2-40B4-BE49-F238E27FC236}">
                  <a16:creationId xmlns:a16="http://schemas.microsoft.com/office/drawing/2014/main" id="{9352E66B-31B1-0244-9A00-013E38F020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3" y="2582"/>
              <a:ext cx="27" cy="2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579" name="Rectangle 105">
              <a:extLst>
                <a:ext uri="{FF2B5EF4-FFF2-40B4-BE49-F238E27FC236}">
                  <a16:creationId xmlns:a16="http://schemas.microsoft.com/office/drawing/2014/main" id="{A72F3B32-D2F7-184C-B710-25A136D5D0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</p:grpSp>
      <p:sp>
        <p:nvSpPr>
          <p:cNvPr id="580" name="Oval 106">
            <a:extLst>
              <a:ext uri="{FF2B5EF4-FFF2-40B4-BE49-F238E27FC236}">
                <a16:creationId xmlns:a16="http://schemas.microsoft.com/office/drawing/2014/main" id="{775F6544-1FEC-F148-8D8D-09EF678714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4202" y="2346763"/>
            <a:ext cx="448866" cy="228600"/>
          </a:xfrm>
          <a:prstGeom prst="ellipse">
            <a:avLst/>
          </a:prstGeom>
          <a:solidFill>
            <a:srgbClr val="CC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kern="0" dirty="0">
                <a:solidFill>
                  <a:srgbClr val="000000"/>
                </a:solidFill>
                <a:latin typeface="Arial" charset="0"/>
                <a:ea typeface="ＭＳ Ｐゴシック" charset="0"/>
              </a:rPr>
              <a:t>P6</a:t>
            </a:r>
          </a:p>
        </p:txBody>
      </p:sp>
      <p:sp>
        <p:nvSpPr>
          <p:cNvPr id="581" name="Oval 112">
            <a:extLst>
              <a:ext uri="{FF2B5EF4-FFF2-40B4-BE49-F238E27FC236}">
                <a16:creationId xmlns:a16="http://schemas.microsoft.com/office/drawing/2014/main" id="{1A7AFB65-C131-864D-BB01-D752C9A2B6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70569" y="2345573"/>
            <a:ext cx="448865" cy="228600"/>
          </a:xfrm>
          <a:prstGeom prst="ellipse">
            <a:avLst/>
          </a:prstGeom>
          <a:solidFill>
            <a:srgbClr val="CC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kern="0" dirty="0">
                <a:solidFill>
                  <a:srgbClr val="000000"/>
                </a:solidFill>
                <a:latin typeface="Arial" charset="0"/>
                <a:ea typeface="ＭＳ Ｐゴシック" charset="0"/>
              </a:rPr>
              <a:t>P5</a:t>
            </a:r>
          </a:p>
        </p:txBody>
      </p:sp>
      <p:grpSp>
        <p:nvGrpSpPr>
          <p:cNvPr id="582" name="Group 118">
            <a:extLst>
              <a:ext uri="{FF2B5EF4-FFF2-40B4-BE49-F238E27FC236}">
                <a16:creationId xmlns:a16="http://schemas.microsoft.com/office/drawing/2014/main" id="{72BEDA86-D9D6-634C-B8D0-F4A3A594F27F}"/>
              </a:ext>
            </a:extLst>
          </p:cNvPr>
          <p:cNvGrpSpPr>
            <a:grpSpLocks/>
          </p:cNvGrpSpPr>
          <p:nvPr/>
        </p:nvGrpSpPr>
        <p:grpSpPr bwMode="auto">
          <a:xfrm>
            <a:off x="4419384" y="2596794"/>
            <a:ext cx="354806" cy="171450"/>
            <a:chOff x="1287" y="2524"/>
            <a:chExt cx="260" cy="100"/>
          </a:xfrm>
        </p:grpSpPr>
        <p:sp>
          <p:nvSpPr>
            <p:cNvPr id="583" name="Rectangle 119">
              <a:extLst>
                <a:ext uri="{FF2B5EF4-FFF2-40B4-BE49-F238E27FC236}">
                  <a16:creationId xmlns:a16="http://schemas.microsoft.com/office/drawing/2014/main" id="{967F16BC-79F0-D947-BF48-B3D4DFC376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584" name="Rectangle 120">
              <a:extLst>
                <a:ext uri="{FF2B5EF4-FFF2-40B4-BE49-F238E27FC236}">
                  <a16:creationId xmlns:a16="http://schemas.microsoft.com/office/drawing/2014/main" id="{E857091F-6411-DE41-A408-86F1597775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8" y="2537"/>
              <a:ext cx="155" cy="7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585" name="Rectangle 121">
              <a:extLst>
                <a:ext uri="{FF2B5EF4-FFF2-40B4-BE49-F238E27FC236}">
                  <a16:creationId xmlns:a16="http://schemas.microsoft.com/office/drawing/2014/main" id="{10EEFABE-8406-A849-8F8B-3E87430B80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3" y="2582"/>
              <a:ext cx="27" cy="2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586" name="Rectangle 122">
              <a:extLst>
                <a:ext uri="{FF2B5EF4-FFF2-40B4-BE49-F238E27FC236}">
                  <a16:creationId xmlns:a16="http://schemas.microsoft.com/office/drawing/2014/main" id="{65CA8326-C8A6-0740-8CBC-12905C5298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</p:grpSp>
      <p:grpSp>
        <p:nvGrpSpPr>
          <p:cNvPr id="587" name="Group 123">
            <a:extLst>
              <a:ext uri="{FF2B5EF4-FFF2-40B4-BE49-F238E27FC236}">
                <a16:creationId xmlns:a16="http://schemas.microsoft.com/office/drawing/2014/main" id="{997E9D96-904C-5A46-A87E-C65B0FD83028}"/>
              </a:ext>
            </a:extLst>
          </p:cNvPr>
          <p:cNvGrpSpPr>
            <a:grpSpLocks/>
          </p:cNvGrpSpPr>
          <p:nvPr/>
        </p:nvGrpSpPr>
        <p:grpSpPr bwMode="auto">
          <a:xfrm>
            <a:off x="4923019" y="2600366"/>
            <a:ext cx="354806" cy="171450"/>
            <a:chOff x="1287" y="2524"/>
            <a:chExt cx="260" cy="100"/>
          </a:xfrm>
        </p:grpSpPr>
        <p:sp>
          <p:nvSpPr>
            <p:cNvPr id="588" name="Rectangle 124">
              <a:extLst>
                <a:ext uri="{FF2B5EF4-FFF2-40B4-BE49-F238E27FC236}">
                  <a16:creationId xmlns:a16="http://schemas.microsoft.com/office/drawing/2014/main" id="{83A5305C-938A-3540-92FC-D9E6B3AA52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589" name="Rectangle 125">
              <a:extLst>
                <a:ext uri="{FF2B5EF4-FFF2-40B4-BE49-F238E27FC236}">
                  <a16:creationId xmlns:a16="http://schemas.microsoft.com/office/drawing/2014/main" id="{5B51F3FA-BED2-9741-B674-7BC7A9E263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8" y="2537"/>
              <a:ext cx="155" cy="7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590" name="Rectangle 126">
              <a:extLst>
                <a:ext uri="{FF2B5EF4-FFF2-40B4-BE49-F238E27FC236}">
                  <a16:creationId xmlns:a16="http://schemas.microsoft.com/office/drawing/2014/main" id="{79C8DFFC-9ECB-D741-B85F-80F0EF7532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3" y="2582"/>
              <a:ext cx="27" cy="2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591" name="Rectangle 127">
              <a:extLst>
                <a:ext uri="{FF2B5EF4-FFF2-40B4-BE49-F238E27FC236}">
                  <a16:creationId xmlns:a16="http://schemas.microsoft.com/office/drawing/2014/main" id="{978D323D-4AE7-9141-B532-67630F4025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</p:grpSp>
      <p:sp>
        <p:nvSpPr>
          <p:cNvPr id="592" name="Line 133">
            <a:extLst>
              <a:ext uri="{FF2B5EF4-FFF2-40B4-BE49-F238E27FC236}">
                <a16:creationId xmlns:a16="http://schemas.microsoft.com/office/drawing/2014/main" id="{B3924FC9-2487-424F-B323-57225BB1F6F0}"/>
              </a:ext>
            </a:extLst>
          </p:cNvPr>
          <p:cNvSpPr>
            <a:spLocks noChangeShapeType="1"/>
          </p:cNvSpPr>
          <p:nvPr/>
        </p:nvSpPr>
        <p:spPr bwMode="auto">
          <a:xfrm>
            <a:off x="5998152" y="3568344"/>
            <a:ext cx="1228725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kern="0" dirty="0">
              <a:solidFill>
                <a:srgbClr val="000000"/>
              </a:solidFill>
              <a:latin typeface="Tahoma" charset="0"/>
              <a:ea typeface="ＭＳ Ｐゴシック" charset="0"/>
            </a:endParaRPr>
          </a:p>
        </p:txBody>
      </p:sp>
      <p:sp>
        <p:nvSpPr>
          <p:cNvPr id="593" name="Line 134">
            <a:extLst>
              <a:ext uri="{FF2B5EF4-FFF2-40B4-BE49-F238E27FC236}">
                <a16:creationId xmlns:a16="http://schemas.microsoft.com/office/drawing/2014/main" id="{8C5E5D9B-06EC-8040-963A-0448FFE65135}"/>
              </a:ext>
            </a:extLst>
          </p:cNvPr>
          <p:cNvSpPr>
            <a:spLocks noChangeShapeType="1"/>
          </p:cNvSpPr>
          <p:nvPr/>
        </p:nvSpPr>
        <p:spPr bwMode="auto">
          <a:xfrm>
            <a:off x="5991008" y="3346888"/>
            <a:ext cx="1228725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kern="0" dirty="0">
              <a:solidFill>
                <a:srgbClr val="000000"/>
              </a:solidFill>
              <a:latin typeface="Tahoma" charset="0"/>
              <a:ea typeface="ＭＳ Ｐゴシック" charset="0"/>
            </a:endParaRPr>
          </a:p>
        </p:txBody>
      </p:sp>
      <p:sp>
        <p:nvSpPr>
          <p:cNvPr id="594" name="Line 135">
            <a:extLst>
              <a:ext uri="{FF2B5EF4-FFF2-40B4-BE49-F238E27FC236}">
                <a16:creationId xmlns:a16="http://schemas.microsoft.com/office/drawing/2014/main" id="{B6E44884-802F-C140-8F4F-ECCAD20C64C2}"/>
              </a:ext>
            </a:extLst>
          </p:cNvPr>
          <p:cNvSpPr>
            <a:spLocks noChangeShapeType="1"/>
          </p:cNvSpPr>
          <p:nvPr/>
        </p:nvSpPr>
        <p:spPr bwMode="auto">
          <a:xfrm>
            <a:off x="5991008" y="3125432"/>
            <a:ext cx="1228725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kern="0" dirty="0">
              <a:solidFill>
                <a:srgbClr val="000000"/>
              </a:solidFill>
              <a:latin typeface="Tahoma" charset="0"/>
              <a:ea typeface="ＭＳ Ｐゴシック" charset="0"/>
            </a:endParaRPr>
          </a:p>
        </p:txBody>
      </p:sp>
      <p:sp>
        <p:nvSpPr>
          <p:cNvPr id="595" name="Line 136">
            <a:extLst>
              <a:ext uri="{FF2B5EF4-FFF2-40B4-BE49-F238E27FC236}">
                <a16:creationId xmlns:a16="http://schemas.microsoft.com/office/drawing/2014/main" id="{267911A5-63F3-4640-87F3-C5B06264CB37}"/>
              </a:ext>
            </a:extLst>
          </p:cNvPr>
          <p:cNvSpPr>
            <a:spLocks noChangeShapeType="1"/>
          </p:cNvSpPr>
          <p:nvPr/>
        </p:nvSpPr>
        <p:spPr bwMode="auto">
          <a:xfrm>
            <a:off x="5991008" y="2896832"/>
            <a:ext cx="1228725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kern="0" dirty="0">
              <a:solidFill>
                <a:srgbClr val="000000"/>
              </a:solidFill>
              <a:latin typeface="Tahoma" charset="0"/>
              <a:ea typeface="ＭＳ Ｐゴシック" charset="0"/>
            </a:endParaRPr>
          </a:p>
        </p:txBody>
      </p:sp>
      <p:grpSp>
        <p:nvGrpSpPr>
          <p:cNvPr id="596" name="Group 128">
            <a:extLst>
              <a:ext uri="{FF2B5EF4-FFF2-40B4-BE49-F238E27FC236}">
                <a16:creationId xmlns:a16="http://schemas.microsoft.com/office/drawing/2014/main" id="{7EE1E98D-B6C0-2C4E-AD21-6D19C0FB7F86}"/>
              </a:ext>
            </a:extLst>
          </p:cNvPr>
          <p:cNvGrpSpPr>
            <a:grpSpLocks/>
          </p:cNvGrpSpPr>
          <p:nvPr/>
        </p:nvGrpSpPr>
        <p:grpSpPr bwMode="auto">
          <a:xfrm>
            <a:off x="6105309" y="2767054"/>
            <a:ext cx="354806" cy="171450"/>
            <a:chOff x="1287" y="2524"/>
            <a:chExt cx="260" cy="100"/>
          </a:xfrm>
        </p:grpSpPr>
        <p:sp>
          <p:nvSpPr>
            <p:cNvPr id="597" name="Rectangle 129">
              <a:extLst>
                <a:ext uri="{FF2B5EF4-FFF2-40B4-BE49-F238E27FC236}">
                  <a16:creationId xmlns:a16="http://schemas.microsoft.com/office/drawing/2014/main" id="{61B34E55-D106-A049-9E71-650BFC4F13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598" name="Rectangle 130">
              <a:extLst>
                <a:ext uri="{FF2B5EF4-FFF2-40B4-BE49-F238E27FC236}">
                  <a16:creationId xmlns:a16="http://schemas.microsoft.com/office/drawing/2014/main" id="{11316511-2186-B14B-B2A0-0967B623A5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8" y="2537"/>
              <a:ext cx="155" cy="7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599" name="Rectangle 131">
              <a:extLst>
                <a:ext uri="{FF2B5EF4-FFF2-40B4-BE49-F238E27FC236}">
                  <a16:creationId xmlns:a16="http://schemas.microsoft.com/office/drawing/2014/main" id="{7A116F04-A632-B845-B528-4E4C72A947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3" y="2582"/>
              <a:ext cx="27" cy="2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600" name="Rectangle 132">
              <a:extLst>
                <a:ext uri="{FF2B5EF4-FFF2-40B4-BE49-F238E27FC236}">
                  <a16:creationId xmlns:a16="http://schemas.microsoft.com/office/drawing/2014/main" id="{4A85FADB-4AF1-F94D-8774-770D5D0876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</p:grpSp>
      <p:grpSp>
        <p:nvGrpSpPr>
          <p:cNvPr id="601" name="Group 137">
            <a:extLst>
              <a:ext uri="{FF2B5EF4-FFF2-40B4-BE49-F238E27FC236}">
                <a16:creationId xmlns:a16="http://schemas.microsoft.com/office/drawing/2014/main" id="{9F60C830-B1B4-8D40-9EFA-BCF609F3183A}"/>
              </a:ext>
            </a:extLst>
          </p:cNvPr>
          <p:cNvGrpSpPr>
            <a:grpSpLocks/>
          </p:cNvGrpSpPr>
          <p:nvPr/>
        </p:nvGrpSpPr>
        <p:grpSpPr bwMode="auto">
          <a:xfrm>
            <a:off x="6701812" y="2759910"/>
            <a:ext cx="354806" cy="171450"/>
            <a:chOff x="1287" y="2524"/>
            <a:chExt cx="260" cy="100"/>
          </a:xfrm>
        </p:grpSpPr>
        <p:sp>
          <p:nvSpPr>
            <p:cNvPr id="602" name="Rectangle 138">
              <a:extLst>
                <a:ext uri="{FF2B5EF4-FFF2-40B4-BE49-F238E27FC236}">
                  <a16:creationId xmlns:a16="http://schemas.microsoft.com/office/drawing/2014/main" id="{6EF6EEDA-22BF-6241-8415-4BAB32D128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603" name="Rectangle 139">
              <a:extLst>
                <a:ext uri="{FF2B5EF4-FFF2-40B4-BE49-F238E27FC236}">
                  <a16:creationId xmlns:a16="http://schemas.microsoft.com/office/drawing/2014/main" id="{3DD5FE6D-6228-3940-8146-E91BBCD9F5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8" y="2537"/>
              <a:ext cx="155" cy="7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604" name="Rectangle 140">
              <a:extLst>
                <a:ext uri="{FF2B5EF4-FFF2-40B4-BE49-F238E27FC236}">
                  <a16:creationId xmlns:a16="http://schemas.microsoft.com/office/drawing/2014/main" id="{15547CDB-C790-C348-AE10-9B28B2C54F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3" y="2582"/>
              <a:ext cx="27" cy="2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605" name="Rectangle 141">
              <a:extLst>
                <a:ext uri="{FF2B5EF4-FFF2-40B4-BE49-F238E27FC236}">
                  <a16:creationId xmlns:a16="http://schemas.microsoft.com/office/drawing/2014/main" id="{59BAD7A1-391C-F44A-8C97-BB2749F44B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</p:grpSp>
      <p:sp>
        <p:nvSpPr>
          <p:cNvPr id="606" name="Oval 143">
            <a:extLst>
              <a:ext uri="{FF2B5EF4-FFF2-40B4-BE49-F238E27FC236}">
                <a16:creationId xmlns:a16="http://schemas.microsoft.com/office/drawing/2014/main" id="{714C3193-ABA3-E549-9000-1B9EA94280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7758" y="2509879"/>
            <a:ext cx="448866" cy="228600"/>
          </a:xfrm>
          <a:prstGeom prst="ellipse">
            <a:avLst/>
          </a:prstGeom>
          <a:solidFill>
            <a:srgbClr val="CC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kern="0" dirty="0">
                <a:solidFill>
                  <a:srgbClr val="000000"/>
                </a:solidFill>
                <a:latin typeface="Arial" charset="0"/>
                <a:ea typeface="ＭＳ Ｐゴシック" charset="0"/>
              </a:rPr>
              <a:t>P3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2346506" y="2662279"/>
            <a:ext cx="2021681" cy="2563423"/>
            <a:chOff x="3128674" y="2152705"/>
            <a:chExt cx="2695575" cy="3417896"/>
          </a:xfrm>
        </p:grpSpPr>
        <p:grpSp>
          <p:nvGrpSpPr>
            <p:cNvPr id="4" name="Group 3"/>
            <p:cNvGrpSpPr/>
            <p:nvPr/>
          </p:nvGrpSpPr>
          <p:grpSpPr>
            <a:xfrm>
              <a:off x="3301710" y="4192641"/>
              <a:ext cx="2173289" cy="1377960"/>
              <a:chOff x="3301710" y="4192641"/>
              <a:chExt cx="2173289" cy="1377960"/>
            </a:xfrm>
          </p:grpSpPr>
          <p:grpSp>
            <p:nvGrpSpPr>
              <p:cNvPr id="560" name="Group 76">
                <a:extLst>
                  <a:ext uri="{FF2B5EF4-FFF2-40B4-BE49-F238E27FC236}">
                    <a16:creationId xmlns:a16="http://schemas.microsoft.com/office/drawing/2014/main" id="{54B1DF71-9399-154E-A326-E57B31715B4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74736" y="4883213"/>
                <a:ext cx="2100263" cy="687388"/>
                <a:chOff x="1031" y="3697"/>
                <a:chExt cx="1323" cy="433"/>
              </a:xfrm>
            </p:grpSpPr>
            <p:sp>
              <p:nvSpPr>
                <p:cNvPr id="561" name="Rectangle 77">
                  <a:extLst>
                    <a:ext uri="{FF2B5EF4-FFF2-40B4-BE49-F238E27FC236}">
                      <a16:creationId xmlns:a16="http://schemas.microsoft.com/office/drawing/2014/main" id="{126F8F0C-1620-8242-B2D8-31D60CE3B0C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53" y="3697"/>
                  <a:ext cx="678" cy="138"/>
                </a:xfrm>
                <a:prstGeom prst="rect">
                  <a:avLst/>
                </a:prstGeom>
                <a:solidFill>
                  <a:srgbClr val="3C6CD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Tahoma" charset="0"/>
                    <a:ea typeface="ＭＳ Ｐゴシック" charset="0"/>
                  </a:endParaRPr>
                </a:p>
              </p:txBody>
            </p:sp>
            <p:sp>
              <p:nvSpPr>
                <p:cNvPr id="562" name="Line 78">
                  <a:extLst>
                    <a:ext uri="{FF2B5EF4-FFF2-40B4-BE49-F238E27FC236}">
                      <a16:creationId xmlns:a16="http://schemas.microsoft.com/office/drawing/2014/main" id="{B4AFF46B-1913-5749-A0C2-475F8713C47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179" y="3770"/>
                  <a:ext cx="175" cy="0"/>
                </a:xfrm>
                <a:prstGeom prst="line">
                  <a:avLst/>
                </a:prstGeom>
                <a:noFill/>
                <a:ln w="38100">
                  <a:solidFill>
                    <a:srgbClr val="CC0000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Tahoma" charset="0"/>
                    <a:ea typeface="ＭＳ Ｐゴシック" charset="0"/>
                  </a:endParaRPr>
                </a:p>
              </p:txBody>
            </p:sp>
            <p:sp>
              <p:nvSpPr>
                <p:cNvPr id="563" name="Text Box 79">
                  <a:extLst>
                    <a:ext uri="{FF2B5EF4-FFF2-40B4-BE49-F238E27FC236}">
                      <a16:creationId xmlns:a16="http://schemas.microsoft.com/office/drawing/2014/main" id="{CE607ED2-10F4-764C-A00E-207E57A6B5C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31" y="3822"/>
                  <a:ext cx="1281" cy="30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9pPr>
                </a:lstStyle>
                <a:p>
                  <a:pPr algn="r" defTabSz="685800" eaLnBrk="0" fontAlgn="base" hangingPunct="0">
                    <a:lnSpc>
                      <a:spcPct val="85000"/>
                    </a:lnSpc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050" kern="0" dirty="0">
                      <a:solidFill>
                        <a:srgbClr val="000000"/>
                      </a:solidFill>
                    </a:rPr>
                    <a:t>source IP,port: A,9157</a:t>
                  </a:r>
                </a:p>
                <a:p>
                  <a:pPr algn="r" defTabSz="685800" eaLnBrk="0" fontAlgn="base" hangingPunct="0">
                    <a:lnSpc>
                      <a:spcPct val="85000"/>
                    </a:lnSpc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050" kern="0" dirty="0">
                      <a:solidFill>
                        <a:srgbClr val="000000"/>
                      </a:solidFill>
                    </a:rPr>
                    <a:t>dest IP, port: B,80</a:t>
                  </a:r>
                </a:p>
              </p:txBody>
            </p:sp>
          </p:grpSp>
          <p:grpSp>
            <p:nvGrpSpPr>
              <p:cNvPr id="564" name="Group 80">
                <a:extLst>
                  <a:ext uri="{FF2B5EF4-FFF2-40B4-BE49-F238E27FC236}">
                    <a16:creationId xmlns:a16="http://schemas.microsoft.com/office/drawing/2014/main" id="{BE97DD4B-C63C-784B-AC3B-62C82E3DEAE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01710" y="4192641"/>
                <a:ext cx="1958975" cy="687388"/>
                <a:chOff x="2741" y="3750"/>
                <a:chExt cx="1234" cy="433"/>
              </a:xfrm>
            </p:grpSpPr>
            <p:sp>
              <p:nvSpPr>
                <p:cNvPr id="565" name="Rectangle 81">
                  <a:extLst>
                    <a:ext uri="{FF2B5EF4-FFF2-40B4-BE49-F238E27FC236}">
                      <a16:creationId xmlns:a16="http://schemas.microsoft.com/office/drawing/2014/main" id="{4CBF1123-14B9-314E-90DC-C336B1E5677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59" y="3750"/>
                  <a:ext cx="678" cy="138"/>
                </a:xfrm>
                <a:prstGeom prst="rect">
                  <a:avLst/>
                </a:prstGeom>
                <a:solidFill>
                  <a:srgbClr val="3C6CD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Tahoma" charset="0"/>
                    <a:ea typeface="ＭＳ Ｐゴシック" charset="0"/>
                  </a:endParaRPr>
                </a:p>
              </p:txBody>
            </p:sp>
            <p:sp>
              <p:nvSpPr>
                <p:cNvPr id="566" name="Line 82">
                  <a:extLst>
                    <a:ext uri="{FF2B5EF4-FFF2-40B4-BE49-F238E27FC236}">
                      <a16:creationId xmlns:a16="http://schemas.microsoft.com/office/drawing/2014/main" id="{C63CC2F7-6C69-D341-8C27-77AE238CB11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741" y="3837"/>
                  <a:ext cx="175" cy="0"/>
                </a:xfrm>
                <a:prstGeom prst="line">
                  <a:avLst/>
                </a:prstGeom>
                <a:noFill/>
                <a:ln w="38100">
                  <a:solidFill>
                    <a:srgbClr val="CC0000"/>
                  </a:solidFill>
                  <a:round/>
                  <a:headEnd type="triangle" w="med" len="med"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Tahoma" charset="0"/>
                    <a:ea typeface="ＭＳ Ｐゴシック" charset="0"/>
                  </a:endParaRPr>
                </a:p>
              </p:txBody>
            </p:sp>
            <p:sp>
              <p:nvSpPr>
                <p:cNvPr id="567" name="Text Box 83">
                  <a:extLst>
                    <a:ext uri="{FF2B5EF4-FFF2-40B4-BE49-F238E27FC236}">
                      <a16:creationId xmlns:a16="http://schemas.microsoft.com/office/drawing/2014/main" id="{FEC19C07-3FF2-1243-80F2-5776AC478D3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813" y="3875"/>
                  <a:ext cx="1162" cy="30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9pPr>
                </a:lstStyle>
                <a:p>
                  <a:pPr defTabSz="685800" eaLnBrk="0" fontAlgn="base" hangingPunct="0">
                    <a:lnSpc>
                      <a:spcPct val="85000"/>
                    </a:lnSpc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050" kern="0" dirty="0">
                      <a:solidFill>
                        <a:srgbClr val="000000"/>
                      </a:solidFill>
                    </a:rPr>
                    <a:t>source IP,port: B,80</a:t>
                  </a:r>
                </a:p>
                <a:p>
                  <a:pPr defTabSz="685800" eaLnBrk="0" fontAlgn="base" hangingPunct="0">
                    <a:lnSpc>
                      <a:spcPct val="85000"/>
                    </a:lnSpc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050" kern="0" dirty="0">
                      <a:solidFill>
                        <a:srgbClr val="000000"/>
                      </a:solidFill>
                    </a:rPr>
                    <a:t>dest IP,port: A,9157</a:t>
                  </a:r>
                </a:p>
              </p:txBody>
            </p:sp>
          </p:grpSp>
        </p:grpSp>
        <p:sp>
          <p:nvSpPr>
            <p:cNvPr id="607" name="Freeform 144">
              <a:extLst>
                <a:ext uri="{FF2B5EF4-FFF2-40B4-BE49-F238E27FC236}">
                  <a16:creationId xmlns:a16="http://schemas.microsoft.com/office/drawing/2014/main" id="{C20C0751-24F4-5540-AE77-1F150DE44DAE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8674" y="2152705"/>
              <a:ext cx="2695575" cy="2695575"/>
            </a:xfrm>
            <a:custGeom>
              <a:avLst/>
              <a:gdLst>
                <a:gd name="T0" fmla="*/ 0 w 1698"/>
                <a:gd name="T1" fmla="*/ 2147483647 h 1698"/>
                <a:gd name="T2" fmla="*/ 0 w 1698"/>
                <a:gd name="T3" fmla="*/ 2147483647 h 1698"/>
                <a:gd name="T4" fmla="*/ 2147483647 w 1698"/>
                <a:gd name="T5" fmla="*/ 2147483647 h 1698"/>
                <a:gd name="T6" fmla="*/ 2147483647 w 1698"/>
                <a:gd name="T7" fmla="*/ 2147483647 h 1698"/>
                <a:gd name="T8" fmla="*/ 2147483647 w 1698"/>
                <a:gd name="T9" fmla="*/ 0 h 169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98" h="1698">
                  <a:moveTo>
                    <a:pt x="0" y="131"/>
                  </a:moveTo>
                  <a:lnTo>
                    <a:pt x="0" y="1698"/>
                  </a:lnTo>
                  <a:lnTo>
                    <a:pt x="1698" y="1690"/>
                  </a:lnTo>
                  <a:lnTo>
                    <a:pt x="1691" y="148"/>
                  </a:lnTo>
                  <a:lnTo>
                    <a:pt x="1443" y="0"/>
                  </a:lnTo>
                </a:path>
              </a:pathLst>
            </a:custGeom>
            <a:noFill/>
            <a:ln w="28575" cap="flat" cmpd="sng">
              <a:solidFill>
                <a:srgbClr val="CC0000"/>
              </a:solidFill>
              <a:prstDash val="solid"/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</p:grpSp>
      <p:sp>
        <p:nvSpPr>
          <p:cNvPr id="608" name="Freeform 145">
            <a:extLst>
              <a:ext uri="{FF2B5EF4-FFF2-40B4-BE49-F238E27FC236}">
                <a16:creationId xmlns:a16="http://schemas.microsoft.com/office/drawing/2014/main" id="{29302AA3-50A5-1244-9A33-D38F93F145D5}"/>
              </a:ext>
            </a:extLst>
          </p:cNvPr>
          <p:cNvSpPr>
            <a:spLocks/>
          </p:cNvSpPr>
          <p:nvPr/>
        </p:nvSpPr>
        <p:spPr bwMode="auto">
          <a:xfrm>
            <a:off x="4586071" y="2686092"/>
            <a:ext cx="2316956" cy="2439590"/>
          </a:xfrm>
          <a:custGeom>
            <a:avLst/>
            <a:gdLst>
              <a:gd name="T0" fmla="*/ 0 w 1946"/>
              <a:gd name="T1" fmla="*/ 0 h 1801"/>
              <a:gd name="T2" fmla="*/ 0 w 1946"/>
              <a:gd name="T3" fmla="*/ 2147483647 h 1801"/>
              <a:gd name="T4" fmla="*/ 2147483647 w 1946"/>
              <a:gd name="T5" fmla="*/ 2147483647 h 1801"/>
              <a:gd name="T6" fmla="*/ 2147483647 w 1946"/>
              <a:gd name="T7" fmla="*/ 2147483647 h 1801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946" h="1801">
                <a:moveTo>
                  <a:pt x="0" y="0"/>
                </a:moveTo>
                <a:lnTo>
                  <a:pt x="0" y="1801"/>
                </a:lnTo>
                <a:lnTo>
                  <a:pt x="1946" y="1794"/>
                </a:lnTo>
                <a:lnTo>
                  <a:pt x="1925" y="132"/>
                </a:lnTo>
              </a:path>
            </a:pathLst>
          </a:custGeom>
          <a:noFill/>
          <a:ln w="28575" cap="flat" cmpd="sng">
            <a:solidFill>
              <a:srgbClr val="CC0000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5080180" y="2677757"/>
            <a:ext cx="1684737" cy="2183613"/>
            <a:chOff x="6773574" y="2173342"/>
            <a:chExt cx="2246315" cy="2911485"/>
          </a:xfrm>
        </p:grpSpPr>
        <p:sp>
          <p:nvSpPr>
            <p:cNvPr id="609" name="Freeform 146">
              <a:extLst>
                <a:ext uri="{FF2B5EF4-FFF2-40B4-BE49-F238E27FC236}">
                  <a16:creationId xmlns:a16="http://schemas.microsoft.com/office/drawing/2014/main" id="{6BB33F5D-182F-DB4B-A83A-42910CF0B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6773574" y="2173342"/>
              <a:ext cx="1609725" cy="2465388"/>
            </a:xfrm>
            <a:custGeom>
              <a:avLst/>
              <a:gdLst>
                <a:gd name="T0" fmla="*/ 0 w 1014"/>
                <a:gd name="T1" fmla="*/ 0 h 1480"/>
                <a:gd name="T2" fmla="*/ 0 w 1014"/>
                <a:gd name="T3" fmla="*/ 2147483647 h 1480"/>
                <a:gd name="T4" fmla="*/ 2147483647 w 1014"/>
                <a:gd name="T5" fmla="*/ 2147483647 h 1480"/>
                <a:gd name="T6" fmla="*/ 2147483647 w 1014"/>
                <a:gd name="T7" fmla="*/ 2147483647 h 148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14" h="1480">
                  <a:moveTo>
                    <a:pt x="0" y="0"/>
                  </a:moveTo>
                  <a:lnTo>
                    <a:pt x="0" y="1480"/>
                  </a:lnTo>
                  <a:lnTo>
                    <a:pt x="1014" y="1480"/>
                  </a:lnTo>
                  <a:lnTo>
                    <a:pt x="1014" y="146"/>
                  </a:lnTo>
                </a:path>
              </a:pathLst>
            </a:custGeom>
            <a:noFill/>
            <a:ln w="28575" cap="flat" cmpd="sng">
              <a:solidFill>
                <a:srgbClr val="CC0000"/>
              </a:solidFill>
              <a:prstDash val="solid"/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grpSp>
          <p:nvGrpSpPr>
            <p:cNvPr id="610" name="Group 147">
              <a:extLst>
                <a:ext uri="{FF2B5EF4-FFF2-40B4-BE49-F238E27FC236}">
                  <a16:creationId xmlns:a16="http://schemas.microsoft.com/office/drawing/2014/main" id="{8F2EC129-42A1-CA45-9C29-F66369B6116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872001" y="4397439"/>
              <a:ext cx="2147888" cy="687388"/>
              <a:chOff x="2741" y="3750"/>
              <a:chExt cx="1353" cy="433"/>
            </a:xfrm>
          </p:grpSpPr>
          <p:sp>
            <p:nvSpPr>
              <p:cNvPr id="611" name="Rectangle 148">
                <a:extLst>
                  <a:ext uri="{FF2B5EF4-FFF2-40B4-BE49-F238E27FC236}">
                    <a16:creationId xmlns:a16="http://schemas.microsoft.com/office/drawing/2014/main" id="{5531015F-C493-CC46-9820-D16FD21371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59" y="3750"/>
                <a:ext cx="678" cy="138"/>
              </a:xfrm>
              <a:prstGeom prst="rect">
                <a:avLst/>
              </a:prstGeom>
              <a:solidFill>
                <a:srgbClr val="3C6CD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612" name="Line 149">
                <a:extLst>
                  <a:ext uri="{FF2B5EF4-FFF2-40B4-BE49-F238E27FC236}">
                    <a16:creationId xmlns:a16="http://schemas.microsoft.com/office/drawing/2014/main" id="{2E6849E0-3812-A84C-9E80-84DB1D6B09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741" y="3837"/>
                <a:ext cx="175" cy="0"/>
              </a:xfrm>
              <a:prstGeom prst="line">
                <a:avLst/>
              </a:prstGeom>
              <a:noFill/>
              <a:ln w="38100">
                <a:solidFill>
                  <a:srgbClr val="CC0000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613" name="Text Box 150">
                <a:extLst>
                  <a:ext uri="{FF2B5EF4-FFF2-40B4-BE49-F238E27FC236}">
                    <a16:creationId xmlns:a16="http://schemas.microsoft.com/office/drawing/2014/main" id="{EC838B59-7BC3-3F46-8B4A-83CBD6DB573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13" y="3875"/>
                <a:ext cx="1281" cy="30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defTabSz="685800" eaLnBrk="0" fontAlgn="base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050" kern="0" dirty="0">
                    <a:solidFill>
                      <a:srgbClr val="000000"/>
                    </a:solidFill>
                  </a:rPr>
                  <a:t>source IP,port: C,5775</a:t>
                </a:r>
              </a:p>
              <a:p>
                <a:pPr defTabSz="685800" eaLnBrk="0" fontAlgn="base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050" kern="0" dirty="0">
                    <a:solidFill>
                      <a:srgbClr val="000000"/>
                    </a:solidFill>
                  </a:rPr>
                  <a:t>dest IP,port: B,80</a:t>
                </a:r>
              </a:p>
            </p:txBody>
          </p:sp>
        </p:grpSp>
      </p:grpSp>
      <p:grpSp>
        <p:nvGrpSpPr>
          <p:cNvPr id="614" name="Group 151">
            <a:extLst>
              <a:ext uri="{FF2B5EF4-FFF2-40B4-BE49-F238E27FC236}">
                <a16:creationId xmlns:a16="http://schemas.microsoft.com/office/drawing/2014/main" id="{69105778-FE71-EB4F-B01B-3760910DFB08}"/>
              </a:ext>
            </a:extLst>
          </p:cNvPr>
          <p:cNvGrpSpPr>
            <a:grpSpLocks/>
          </p:cNvGrpSpPr>
          <p:nvPr/>
        </p:nvGrpSpPr>
        <p:grpSpPr bwMode="auto">
          <a:xfrm>
            <a:off x="5206388" y="4937558"/>
            <a:ext cx="1610916" cy="515541"/>
            <a:chOff x="2741" y="3750"/>
            <a:chExt cx="1353" cy="433"/>
          </a:xfrm>
        </p:grpSpPr>
        <p:sp>
          <p:nvSpPr>
            <p:cNvPr id="615" name="Rectangle 152">
              <a:extLst>
                <a:ext uri="{FF2B5EF4-FFF2-40B4-BE49-F238E27FC236}">
                  <a16:creationId xmlns:a16="http://schemas.microsoft.com/office/drawing/2014/main" id="{885FFA84-ACB8-0744-B24C-9A28B05875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9" y="3750"/>
              <a:ext cx="678" cy="138"/>
            </a:xfrm>
            <a:prstGeom prst="rect">
              <a:avLst/>
            </a:prstGeom>
            <a:solidFill>
              <a:srgbClr val="3C6CD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616" name="Line 153">
              <a:extLst>
                <a:ext uri="{FF2B5EF4-FFF2-40B4-BE49-F238E27FC236}">
                  <a16:creationId xmlns:a16="http://schemas.microsoft.com/office/drawing/2014/main" id="{0B2DDB46-0A9D-004F-9F24-788225385A0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41" y="3837"/>
              <a:ext cx="175" cy="0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617" name="Text Box 154">
              <a:extLst>
                <a:ext uri="{FF2B5EF4-FFF2-40B4-BE49-F238E27FC236}">
                  <a16:creationId xmlns:a16="http://schemas.microsoft.com/office/drawing/2014/main" id="{33813E80-F8C8-1546-93E7-7005B836EE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13" y="3875"/>
              <a:ext cx="1281" cy="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defTabSz="6858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050" kern="0" dirty="0">
                  <a:solidFill>
                    <a:srgbClr val="000000"/>
                  </a:solidFill>
                </a:rPr>
                <a:t>source IP,port: C,9157</a:t>
              </a:r>
            </a:p>
            <a:p>
              <a:pPr defTabSz="6858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050" kern="0" dirty="0">
                  <a:solidFill>
                    <a:srgbClr val="000000"/>
                  </a:solidFill>
                </a:rPr>
                <a:t>dest IP,port: B,80</a:t>
              </a:r>
            </a:p>
          </p:txBody>
        </p:sp>
      </p:grpSp>
      <p:sp>
        <p:nvSpPr>
          <p:cNvPr id="621" name="Text Box 160">
            <a:extLst>
              <a:ext uri="{FF2B5EF4-FFF2-40B4-BE49-F238E27FC236}">
                <a16:creationId xmlns:a16="http://schemas.microsoft.com/office/drawing/2014/main" id="{49EFE28C-CCBF-994C-948D-5E439252E1FF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5011124" y="3608825"/>
            <a:ext cx="860822" cy="424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ctr" defTabSz="6858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50" dirty="0">
                <a:solidFill>
                  <a:srgbClr val="000000"/>
                </a:solidFill>
                <a:latin typeface="Gill Sans MT" charset="0"/>
              </a:rPr>
              <a:t>server: IP address B</a:t>
            </a:r>
          </a:p>
        </p:txBody>
      </p:sp>
      <p:grpSp>
        <p:nvGrpSpPr>
          <p:cNvPr id="622" name="Group 161">
            <a:extLst>
              <a:ext uri="{FF2B5EF4-FFF2-40B4-BE49-F238E27FC236}">
                <a16:creationId xmlns:a16="http://schemas.microsoft.com/office/drawing/2014/main" id="{F577BA28-7CF9-6040-97DF-D64452645ABD}"/>
              </a:ext>
            </a:extLst>
          </p:cNvPr>
          <p:cNvGrpSpPr>
            <a:grpSpLocks/>
          </p:cNvGrpSpPr>
          <p:nvPr/>
        </p:nvGrpSpPr>
        <p:grpSpPr bwMode="auto">
          <a:xfrm>
            <a:off x="3341869" y="3226635"/>
            <a:ext cx="269081" cy="528638"/>
            <a:chOff x="4140" y="429"/>
            <a:chExt cx="1425" cy="2396"/>
          </a:xfrm>
        </p:grpSpPr>
        <p:sp>
          <p:nvSpPr>
            <p:cNvPr id="623" name="Freeform 162">
              <a:extLst>
                <a:ext uri="{FF2B5EF4-FFF2-40B4-BE49-F238E27FC236}">
                  <a16:creationId xmlns:a16="http://schemas.microsoft.com/office/drawing/2014/main" id="{933B9AE8-1AB5-0247-896A-09244B6616F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624" name="Rectangle 163">
              <a:extLst>
                <a:ext uri="{FF2B5EF4-FFF2-40B4-BE49-F238E27FC236}">
                  <a16:creationId xmlns:a16="http://schemas.microsoft.com/office/drawing/2014/main" id="{69892481-5981-1C41-BD9D-4791FA8BA0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429"/>
              <a:ext cx="1053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625" name="Freeform 164">
              <a:extLst>
                <a:ext uri="{FF2B5EF4-FFF2-40B4-BE49-F238E27FC236}">
                  <a16:creationId xmlns:a16="http://schemas.microsoft.com/office/drawing/2014/main" id="{354758CC-97E4-CA41-BF22-FC3AA11AB13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626" name="Freeform 165">
              <a:extLst>
                <a:ext uri="{FF2B5EF4-FFF2-40B4-BE49-F238E27FC236}">
                  <a16:creationId xmlns:a16="http://schemas.microsoft.com/office/drawing/2014/main" id="{452D8B73-C85C-AF42-85A5-B7F8AAB969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627" name="Rectangle 166">
              <a:extLst>
                <a:ext uri="{FF2B5EF4-FFF2-40B4-BE49-F238E27FC236}">
                  <a16:creationId xmlns:a16="http://schemas.microsoft.com/office/drawing/2014/main" id="{4CB417AA-005D-CD44-9481-C2F2096309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9" y="693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628" name="Group 167">
              <a:extLst>
                <a:ext uri="{FF2B5EF4-FFF2-40B4-BE49-F238E27FC236}">
                  <a16:creationId xmlns:a16="http://schemas.microsoft.com/office/drawing/2014/main" id="{54399D05-60E0-3447-A0B8-793547A7FDF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653" name="AutoShape 168">
                <a:extLst>
                  <a:ext uri="{FF2B5EF4-FFF2-40B4-BE49-F238E27FC236}">
                    <a16:creationId xmlns:a16="http://schemas.microsoft.com/office/drawing/2014/main" id="{0E8C1976-030F-F746-864E-A994908546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4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654" name="AutoShape 169">
                <a:extLst>
                  <a:ext uri="{FF2B5EF4-FFF2-40B4-BE49-F238E27FC236}">
                    <a16:creationId xmlns:a16="http://schemas.microsoft.com/office/drawing/2014/main" id="{C0F343F2-B11A-FB40-AC3A-93CAC1E9A9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3" y="2582"/>
                <a:ext cx="692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629" name="Rectangle 170">
              <a:extLst>
                <a:ext uri="{FF2B5EF4-FFF2-40B4-BE49-F238E27FC236}">
                  <a16:creationId xmlns:a16="http://schemas.microsoft.com/office/drawing/2014/main" id="{72257BB6-BE40-C84A-9F2C-7D75F5B340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2" y="1017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630" name="Group 171">
              <a:extLst>
                <a:ext uri="{FF2B5EF4-FFF2-40B4-BE49-F238E27FC236}">
                  <a16:creationId xmlns:a16="http://schemas.microsoft.com/office/drawing/2014/main" id="{249FAA90-2012-A843-9B2F-CC46D38944B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651" name="AutoShape 172">
                <a:extLst>
                  <a:ext uri="{FF2B5EF4-FFF2-40B4-BE49-F238E27FC236}">
                    <a16:creationId xmlns:a16="http://schemas.microsoft.com/office/drawing/2014/main" id="{1EEEC70E-1D82-B143-BDE1-8B59092C04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0"/>
                <a:ext cx="724" cy="16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652" name="AutoShape 173">
                <a:extLst>
                  <a:ext uri="{FF2B5EF4-FFF2-40B4-BE49-F238E27FC236}">
                    <a16:creationId xmlns:a16="http://schemas.microsoft.com/office/drawing/2014/main" id="{EAE13528-3255-7344-B721-B6980B90F5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6"/>
                <a:ext cx="692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631" name="Rectangle 174">
              <a:extLst>
                <a:ext uri="{FF2B5EF4-FFF2-40B4-BE49-F238E27FC236}">
                  <a16:creationId xmlns:a16="http://schemas.microsoft.com/office/drawing/2014/main" id="{7188C30C-A22A-5D45-91C2-1ACAE8C1CB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6" y="1357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632" name="Rectangle 175">
              <a:extLst>
                <a:ext uri="{FF2B5EF4-FFF2-40B4-BE49-F238E27FC236}">
                  <a16:creationId xmlns:a16="http://schemas.microsoft.com/office/drawing/2014/main" id="{F5086B84-99D0-6841-BE96-8395BC0620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4"/>
              <a:ext cx="593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633" name="Group 176">
              <a:extLst>
                <a:ext uri="{FF2B5EF4-FFF2-40B4-BE49-F238E27FC236}">
                  <a16:creationId xmlns:a16="http://schemas.microsoft.com/office/drawing/2014/main" id="{962F32CB-2CBA-0D4F-B8E2-EFFEF093D1A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649" name="AutoShape 177">
                <a:extLst>
                  <a:ext uri="{FF2B5EF4-FFF2-40B4-BE49-F238E27FC236}">
                    <a16:creationId xmlns:a16="http://schemas.microsoft.com/office/drawing/2014/main" id="{EE96D227-3E09-6043-A826-C244873EE1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8"/>
                <a:ext cx="730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650" name="AutoShape 178">
                <a:extLst>
                  <a:ext uri="{FF2B5EF4-FFF2-40B4-BE49-F238E27FC236}">
                    <a16:creationId xmlns:a16="http://schemas.microsoft.com/office/drawing/2014/main" id="{EE37F51B-AE5B-774A-9400-F6B84CC895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3"/>
                <a:ext cx="699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634" name="Freeform 179">
              <a:extLst>
                <a:ext uri="{FF2B5EF4-FFF2-40B4-BE49-F238E27FC236}">
                  <a16:creationId xmlns:a16="http://schemas.microsoft.com/office/drawing/2014/main" id="{BB4E54F7-0208-D144-94CD-AE16252B07B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grpSp>
          <p:nvGrpSpPr>
            <p:cNvPr id="635" name="Group 180">
              <a:extLst>
                <a:ext uri="{FF2B5EF4-FFF2-40B4-BE49-F238E27FC236}">
                  <a16:creationId xmlns:a16="http://schemas.microsoft.com/office/drawing/2014/main" id="{CDDF1C6E-720C-1C4E-97D6-FEEA034A422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647" name="AutoShape 181">
                <a:extLst>
                  <a:ext uri="{FF2B5EF4-FFF2-40B4-BE49-F238E27FC236}">
                    <a16:creationId xmlns:a16="http://schemas.microsoft.com/office/drawing/2014/main" id="{FCE1B24C-C6D5-A74E-BCC9-1790A44777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6"/>
                <a:ext cx="723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648" name="AutoShape 182">
                <a:extLst>
                  <a:ext uri="{FF2B5EF4-FFF2-40B4-BE49-F238E27FC236}">
                    <a16:creationId xmlns:a16="http://schemas.microsoft.com/office/drawing/2014/main" id="{ECD7FAA8-997C-6741-B542-8F6CB8A798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2"/>
                <a:ext cx="691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636" name="Rectangle 183">
              <a:extLst>
                <a:ext uri="{FF2B5EF4-FFF2-40B4-BE49-F238E27FC236}">
                  <a16:creationId xmlns:a16="http://schemas.microsoft.com/office/drawing/2014/main" id="{FABC00AC-70CA-7043-A832-BD8E42059D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69" cy="2288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637" name="Freeform 184">
              <a:extLst>
                <a:ext uri="{FF2B5EF4-FFF2-40B4-BE49-F238E27FC236}">
                  <a16:creationId xmlns:a16="http://schemas.microsoft.com/office/drawing/2014/main" id="{113F4917-6305-434E-A2A6-9F8FC8CD207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638" name="Freeform 185">
              <a:extLst>
                <a:ext uri="{FF2B5EF4-FFF2-40B4-BE49-F238E27FC236}">
                  <a16:creationId xmlns:a16="http://schemas.microsoft.com/office/drawing/2014/main" id="{14DDB482-D40B-9E4B-B569-8524D8E8FF9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639" name="Oval 186">
              <a:extLst>
                <a:ext uri="{FF2B5EF4-FFF2-40B4-BE49-F238E27FC236}">
                  <a16:creationId xmlns:a16="http://schemas.microsoft.com/office/drawing/2014/main" id="{44EB568A-9CE3-C54A-9206-BDCE5E1797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09"/>
              <a:ext cx="50" cy="97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640" name="Freeform 187">
              <a:extLst>
                <a:ext uri="{FF2B5EF4-FFF2-40B4-BE49-F238E27FC236}">
                  <a16:creationId xmlns:a16="http://schemas.microsoft.com/office/drawing/2014/main" id="{47334A5D-96E6-664D-926C-2595FA58305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641" name="AutoShape 188">
              <a:extLst>
                <a:ext uri="{FF2B5EF4-FFF2-40B4-BE49-F238E27FC236}">
                  <a16:creationId xmlns:a16="http://schemas.microsoft.com/office/drawing/2014/main" id="{013B8477-EEF2-7747-8060-985EE5C53A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9"/>
              <a:ext cx="1198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642" name="AutoShape 189">
              <a:extLst>
                <a:ext uri="{FF2B5EF4-FFF2-40B4-BE49-F238E27FC236}">
                  <a16:creationId xmlns:a16="http://schemas.microsoft.com/office/drawing/2014/main" id="{8385C752-6DAC-4A48-9BB5-AEA57D6A9B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2712"/>
              <a:ext cx="1072" cy="81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643" name="Oval 190">
              <a:extLst>
                <a:ext uri="{FF2B5EF4-FFF2-40B4-BE49-F238E27FC236}">
                  <a16:creationId xmlns:a16="http://schemas.microsoft.com/office/drawing/2014/main" id="{0B04B216-03CD-F645-ACA2-BD47FCE98A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0" y="2382"/>
              <a:ext cx="158" cy="146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644" name="Oval 191">
              <a:extLst>
                <a:ext uri="{FF2B5EF4-FFF2-40B4-BE49-F238E27FC236}">
                  <a16:creationId xmlns:a16="http://schemas.microsoft.com/office/drawing/2014/main" id="{268FC658-A568-D546-9053-FA503C84E7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2"/>
              <a:ext cx="158" cy="14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FF0000"/>
                </a:solidFill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645" name="Oval 192">
              <a:extLst>
                <a:ext uri="{FF2B5EF4-FFF2-40B4-BE49-F238E27FC236}">
                  <a16:creationId xmlns:a16="http://schemas.microsoft.com/office/drawing/2014/main" id="{E3521055-5803-D44C-B1AC-A56EE246B7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3" y="2382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646" name="Rectangle 193">
              <a:extLst>
                <a:ext uri="{FF2B5EF4-FFF2-40B4-BE49-F238E27FC236}">
                  <a16:creationId xmlns:a16="http://schemas.microsoft.com/office/drawing/2014/main" id="{B01113D0-7A5F-2845-BBE5-E5DEE7D3C2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7"/>
              <a:ext cx="88" cy="761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</p:grpSp>
      <p:grpSp>
        <p:nvGrpSpPr>
          <p:cNvPr id="655" name="Group 194">
            <a:extLst>
              <a:ext uri="{FF2B5EF4-FFF2-40B4-BE49-F238E27FC236}">
                <a16:creationId xmlns:a16="http://schemas.microsoft.com/office/drawing/2014/main" id="{AE6C24AF-B399-914A-BD00-8F2930D965CE}"/>
              </a:ext>
            </a:extLst>
          </p:cNvPr>
          <p:cNvGrpSpPr>
            <a:grpSpLocks/>
          </p:cNvGrpSpPr>
          <p:nvPr/>
        </p:nvGrpSpPr>
        <p:grpSpPr bwMode="auto">
          <a:xfrm>
            <a:off x="1192790" y="3542151"/>
            <a:ext cx="533400" cy="502444"/>
            <a:chOff x="-44" y="1473"/>
            <a:chExt cx="981" cy="1105"/>
          </a:xfrm>
        </p:grpSpPr>
        <p:pic>
          <p:nvPicPr>
            <p:cNvPr id="656" name="Picture 195" descr="desktop_computer_stylized_medium">
              <a:extLst>
                <a:ext uri="{FF2B5EF4-FFF2-40B4-BE49-F238E27FC236}">
                  <a16:creationId xmlns:a16="http://schemas.microsoft.com/office/drawing/2014/main" id="{449668ED-5F76-8646-97D9-D6F2A29D0D4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57" name="Freeform 196">
              <a:extLst>
                <a:ext uri="{FF2B5EF4-FFF2-40B4-BE49-F238E27FC236}">
                  <a16:creationId xmlns:a16="http://schemas.microsoft.com/office/drawing/2014/main" id="{AF9581BE-4372-754E-A062-1EE3EABE6AD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658" name="Group 197">
            <a:extLst>
              <a:ext uri="{FF2B5EF4-FFF2-40B4-BE49-F238E27FC236}">
                <a16:creationId xmlns:a16="http://schemas.microsoft.com/office/drawing/2014/main" id="{30AD3BDA-F1F4-4640-8F27-22736C618AA1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7419758" y="3479048"/>
            <a:ext cx="533400" cy="502444"/>
            <a:chOff x="-44" y="1473"/>
            <a:chExt cx="981" cy="1105"/>
          </a:xfrm>
        </p:grpSpPr>
        <p:pic>
          <p:nvPicPr>
            <p:cNvPr id="659" name="Picture 198" descr="desktop_computer_stylized_medium">
              <a:extLst>
                <a:ext uri="{FF2B5EF4-FFF2-40B4-BE49-F238E27FC236}">
                  <a16:creationId xmlns:a16="http://schemas.microsoft.com/office/drawing/2014/main" id="{C3C56932-EC72-5E4B-9CCA-7833A8B9156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60" name="Freeform 199">
              <a:extLst>
                <a:ext uri="{FF2B5EF4-FFF2-40B4-BE49-F238E27FC236}">
                  <a16:creationId xmlns:a16="http://schemas.microsoft.com/office/drawing/2014/main" id="{6742962E-DBDD-4F4E-8296-B71CC5A6A68F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</p:grpSp>
      <p:sp>
        <p:nvSpPr>
          <p:cNvPr id="661" name="Text Box 155">
            <a:extLst>
              <a:ext uri="{FF2B5EF4-FFF2-40B4-BE49-F238E27FC236}">
                <a16:creationId xmlns:a16="http://schemas.microsoft.com/office/drawing/2014/main" id="{05C5CCE5-0F17-B045-BA74-C5A452C2E1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6565" y="5350677"/>
            <a:ext cx="503932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defTabSz="685800">
              <a:defRPr/>
            </a:pP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Three segments, all destined to IP address: B,</a:t>
            </a:r>
          </a:p>
          <a:p>
            <a:pPr defTabSz="685800">
              <a:defRPr/>
            </a:pP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 dest port: 80 are demultiplexed to </a:t>
            </a:r>
            <a:r>
              <a:rPr lang="en-US" sz="1800" i="1" dirty="0">
                <a:solidFill>
                  <a:srgbClr val="C00000"/>
                </a:solidFill>
                <a:latin typeface="Calibri" panose="020F0502020204030204"/>
              </a:rPr>
              <a:t>different</a:t>
            </a:r>
            <a:r>
              <a:rPr lang="en-US" sz="1800" i="1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sockets</a:t>
            </a:r>
          </a:p>
        </p:txBody>
      </p:sp>
      <p:sp>
        <p:nvSpPr>
          <p:cNvPr id="6" name="Oval 5"/>
          <p:cNvSpPr/>
          <p:nvPr/>
        </p:nvSpPr>
        <p:spPr>
          <a:xfrm>
            <a:off x="3340678" y="4937563"/>
            <a:ext cx="763254" cy="309529"/>
          </a:xfrm>
          <a:prstGeom prst="ellipse">
            <a:avLst/>
          </a:prstGeom>
          <a:noFill/>
          <a:ln w="38100">
            <a:solidFill>
              <a:srgbClr val="CD00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35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45" name="Oval 144"/>
          <p:cNvSpPr/>
          <p:nvPr/>
        </p:nvSpPr>
        <p:spPr>
          <a:xfrm>
            <a:off x="5683200" y="4568483"/>
            <a:ext cx="763254" cy="309529"/>
          </a:xfrm>
          <a:prstGeom prst="ellipse">
            <a:avLst/>
          </a:prstGeom>
          <a:noFill/>
          <a:ln w="38100">
            <a:solidFill>
              <a:srgbClr val="CD00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35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46" name="Oval 145"/>
          <p:cNvSpPr/>
          <p:nvPr/>
        </p:nvSpPr>
        <p:spPr>
          <a:xfrm>
            <a:off x="5723681" y="5195912"/>
            <a:ext cx="763254" cy="309529"/>
          </a:xfrm>
          <a:prstGeom prst="ellipse">
            <a:avLst/>
          </a:prstGeom>
          <a:noFill/>
          <a:ln w="38100">
            <a:solidFill>
              <a:srgbClr val="CD00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350" dirty="0">
              <a:solidFill>
                <a:prstClr val="white"/>
              </a:solidFill>
              <a:latin typeface="Calibri"/>
            </a:endParaRPr>
          </a:p>
        </p:txBody>
      </p:sp>
      <p:pic>
        <p:nvPicPr>
          <p:cNvPr id="147" name="Picture 4" descr="Image result for apache web server logo">
            <a:extLst>
              <a:ext uri="{FF2B5EF4-FFF2-40B4-BE49-F238E27FC236}">
                <a16:creationId xmlns:a16="http://schemas.microsoft.com/office/drawing/2014/main" id="{2DA3452A-DE33-3D41-95D5-C755A41915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4404" y="1853025"/>
            <a:ext cx="1106067" cy="483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FBC4A27E-34B1-E5F1-0F57-89B7AA8C8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0BC41B36-6335-F546-90B9-E2121371E10D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2317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8" grpId="0" animBg="1"/>
      <p:bldP spid="661" grpId="0"/>
      <p:bldP spid="6" grpId="0" animBg="1"/>
      <p:bldP spid="145" grpId="0" animBg="1"/>
      <p:bldP spid="14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Multiplexing/demultiplexing</a:t>
            </a:r>
            <a:endParaRPr lang="en-US" sz="45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2F4757-6973-A49F-67BE-20FF542125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Summary</a:t>
            </a:r>
            <a:endParaRPr lang="en-US" dirty="0"/>
          </a:p>
        </p:txBody>
      </p:sp>
      <p:sp>
        <p:nvSpPr>
          <p:cNvPr id="128" name="Rectangle 3">
            <a:extLst>
              <a:ext uri="{FF2B5EF4-FFF2-40B4-BE49-F238E27FC236}">
                <a16:creationId xmlns:a16="http://schemas.microsoft.com/office/drawing/2014/main" id="{2C2F9B28-FDD9-B047-936F-1DE26AECFD6E}"/>
              </a:ext>
            </a:extLst>
          </p:cNvPr>
          <p:cNvSpPr txBox="1">
            <a:spLocks noChangeArrowheads="1"/>
          </p:cNvSpPr>
          <p:nvPr/>
        </p:nvSpPr>
        <p:spPr>
          <a:xfrm>
            <a:off x="599018" y="2431284"/>
            <a:ext cx="8325469" cy="2928113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7663" indent="-254794" defTabSz="685800">
              <a:spcBef>
                <a:spcPts val="750"/>
              </a:spcBef>
              <a:buFont typeface="Wingdings" charset="2"/>
              <a:buChar char="§"/>
              <a:defRPr/>
            </a:pPr>
            <a:r>
              <a:rPr lang="en-US" sz="2400" dirty="0">
                <a:solidFill>
                  <a:prstClr val="black"/>
                </a:solidFill>
                <a:latin typeface="Calibri"/>
              </a:rPr>
              <a:t>Multiplexing, demultiplexing: based on segment, datagram header field values</a:t>
            </a:r>
          </a:p>
          <a:p>
            <a:pPr marL="347663" indent="-254794" defTabSz="685800">
              <a:spcBef>
                <a:spcPts val="750"/>
              </a:spcBef>
              <a:buFont typeface="Wingdings" charset="2"/>
              <a:buChar char="§"/>
              <a:defRPr/>
            </a:pPr>
            <a:r>
              <a:rPr lang="en-US" sz="2400" b="1" dirty="0">
                <a:solidFill>
                  <a:srgbClr val="C00000"/>
                </a:solidFill>
                <a:latin typeface="Calibri"/>
              </a:rPr>
              <a:t>UDP: </a:t>
            </a:r>
            <a:r>
              <a:rPr lang="en-US" sz="2400" dirty="0">
                <a:solidFill>
                  <a:prstClr val="black"/>
                </a:solidFill>
                <a:latin typeface="Calibri"/>
              </a:rPr>
              <a:t>demultiplexing using destination port number (only)</a:t>
            </a:r>
          </a:p>
          <a:p>
            <a:pPr marL="347663" indent="-254794" defTabSz="685800">
              <a:spcBef>
                <a:spcPts val="750"/>
              </a:spcBef>
              <a:buFont typeface="Wingdings" charset="2"/>
              <a:buChar char="§"/>
              <a:defRPr/>
            </a:pPr>
            <a:r>
              <a:rPr lang="en-US" sz="2700" b="1" dirty="0">
                <a:solidFill>
                  <a:srgbClr val="C00000"/>
                </a:solidFill>
                <a:latin typeface="Calibri"/>
              </a:rPr>
              <a:t>TCP: </a:t>
            </a:r>
            <a:r>
              <a:rPr lang="en-US" sz="2400" dirty="0">
                <a:solidFill>
                  <a:prstClr val="black"/>
                </a:solidFill>
                <a:latin typeface="Calibri"/>
              </a:rPr>
              <a:t>demultiplexing using 4-tuple: source and destination IP addresses, and port numbers</a:t>
            </a:r>
          </a:p>
          <a:p>
            <a:pPr marL="347663" indent="-254794" defTabSz="685800">
              <a:spcBef>
                <a:spcPts val="750"/>
              </a:spcBef>
              <a:buFont typeface="Wingdings" charset="2"/>
              <a:buChar char="§"/>
              <a:defRPr/>
            </a:pPr>
            <a:r>
              <a:rPr lang="en-US" sz="2400" dirty="0">
                <a:solidFill>
                  <a:prstClr val="black"/>
                </a:solidFill>
                <a:latin typeface="Calibri"/>
              </a:rPr>
              <a:t>Multiplexing/demultiplexing happen at </a:t>
            </a:r>
            <a:r>
              <a:rPr lang="en-US" sz="2400" i="1" dirty="0">
                <a:solidFill>
                  <a:prstClr val="black"/>
                </a:solidFill>
                <a:latin typeface="Calibri"/>
              </a:rPr>
              <a:t>all</a:t>
            </a:r>
            <a:r>
              <a:rPr lang="en-US" sz="2400" dirty="0">
                <a:solidFill>
                  <a:prstClr val="black"/>
                </a:solidFill>
                <a:latin typeface="Calibri"/>
              </a:rPr>
              <a:t> layers</a:t>
            </a:r>
            <a:endParaRPr lang="en-US" sz="18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3AED5B79-B51F-73A4-E5E5-A88464938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0BC41B36-6335-F546-90B9-E2121371E10D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910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5E6AC-FD5F-025B-33E7-8799CF203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1719AE-B1B9-90B4-C7A9-C40C5C5D0F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98603"/>
            <a:ext cx="7886700" cy="4857748"/>
          </a:xfrm>
        </p:spPr>
        <p:txBody>
          <a:bodyPr>
            <a:normAutofit/>
          </a:bodyPr>
          <a:lstStyle/>
          <a:p>
            <a:r>
              <a:rPr lang="en-US" altLang="zh-CN" dirty="0"/>
              <a:t>Transport layer: overview</a:t>
            </a:r>
          </a:p>
          <a:p>
            <a:pPr lvl="1"/>
            <a:endParaRPr lang="en-US" altLang="zh-CN" dirty="0"/>
          </a:p>
          <a:p>
            <a:r>
              <a:rPr lang="en-US" altLang="zh-CN" dirty="0"/>
              <a:t>Multiplexing and demultiplexing</a:t>
            </a:r>
          </a:p>
          <a:p>
            <a:pPr lvl="1"/>
            <a:endParaRPr lang="en-US" altLang="zh-CN" dirty="0"/>
          </a:p>
          <a:p>
            <a:r>
              <a:rPr lang="en-US" altLang="zh-CN" dirty="0"/>
              <a:t>Connectionless transport: UDP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UDP Protocol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Checksum</a:t>
            </a:r>
          </a:p>
          <a:p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C09955-B883-EB1B-CA00-1FE33C432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76605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Connectionless transport: UDP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6F79B8-DA56-4074-562C-A435BBBA95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UDP: User Datagram Protocol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C770DED9-87F6-FB46-A967-6223B68A3E96}"/>
              </a:ext>
            </a:extLst>
          </p:cNvPr>
          <p:cNvSpPr txBox="1">
            <a:spLocks noChangeArrowheads="1"/>
          </p:cNvSpPr>
          <p:nvPr/>
        </p:nvSpPr>
        <p:spPr>
          <a:xfrm>
            <a:off x="463789" y="2223071"/>
            <a:ext cx="4162946" cy="2195653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5281" indent="-247650" defTabSz="685800">
              <a:spcBef>
                <a:spcPts val="750"/>
              </a:spcBef>
              <a:defRPr/>
            </a:pPr>
            <a:r>
              <a:rPr lang="en-US" altLang="ja-JP" sz="24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“no frills,” “bare bones” Internet transport protocol</a:t>
            </a:r>
          </a:p>
          <a:p>
            <a:pPr marL="345281" indent="-247650" defTabSz="685800">
              <a:spcBef>
                <a:spcPts val="750"/>
              </a:spcBef>
              <a:defRPr/>
            </a:pPr>
            <a:r>
              <a:rPr lang="en-US" altLang="ja-JP" sz="24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“best effort” service, UDP segments may be:</a:t>
            </a:r>
          </a:p>
          <a:p>
            <a:pPr marL="606029" lvl="1" indent="-173831" defTabSz="685800">
              <a:spcBef>
                <a:spcPts val="375"/>
              </a:spcBef>
              <a:defRPr/>
            </a:pPr>
            <a:r>
              <a:rPr lang="en-US" altLang="en-US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lost</a:t>
            </a:r>
          </a:p>
          <a:p>
            <a:pPr marL="606029" lvl="1" indent="-173831" defTabSz="685800">
              <a:spcBef>
                <a:spcPts val="375"/>
              </a:spcBef>
              <a:defRPr/>
            </a:pPr>
            <a:r>
              <a:rPr lang="en-US" altLang="en-US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delivered out-of-order to app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2E8D3DA-F7E2-3144-9365-F468AE5A3F1F}"/>
              </a:ext>
            </a:extLst>
          </p:cNvPr>
          <p:cNvGrpSpPr/>
          <p:nvPr/>
        </p:nvGrpSpPr>
        <p:grpSpPr>
          <a:xfrm>
            <a:off x="4926169" y="2078183"/>
            <a:ext cx="3771753" cy="3760772"/>
            <a:chOff x="4979987" y="2821302"/>
            <a:chExt cx="6630121" cy="3829830"/>
          </a:xfrm>
        </p:grpSpPr>
        <p:sp>
          <p:nvSpPr>
            <p:cNvPr id="9" name="Rectangle 26">
              <a:extLst>
                <a:ext uri="{FF2B5EF4-FFF2-40B4-BE49-F238E27FC236}">
                  <a16:creationId xmlns:a16="http://schemas.microsoft.com/office/drawing/2014/main" id="{F9D9BC33-5F55-F54A-B992-1DDB074222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18112" y="3235273"/>
              <a:ext cx="6059488" cy="30448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  <a:ext uri="{FAA26D3D-D897-4be2-8F04-BA451C77F1D7}">
                <ma14:placeholderFlag xmlns:ma14="http://schemas.microsoft.com/office/mac/drawingml/2011/main" xmlns="" val="1"/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>
              <a:lvl1pPr marL="284163" indent="-284163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ＭＳ Ｐゴシック" charset="0"/>
                  <a:cs typeface="ＭＳ Ｐゴシック" charset="0"/>
                </a:defRPr>
              </a:lvl1pPr>
              <a:lvl2pPr marL="687388" indent="-230188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+mn-lt"/>
                  <a:ea typeface="ＭＳ Ｐゴシック" charset="0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+mn-lt"/>
                  <a:ea typeface="ＭＳ Ｐゴシック" charset="0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800">
                  <a:solidFill>
                    <a:schemeClr val="tx1"/>
                  </a:solidFill>
                  <a:latin typeface="Times New Roman" pitchFamily="-109" charset="0"/>
                  <a:ea typeface="ＭＳ Ｐゴシック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Times New Roman" pitchFamily="-109" charset="0"/>
                  <a:ea typeface="ＭＳ Ｐゴシック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Times New Roman" pitchFamily="-109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Times New Roman" pitchFamily="-109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Times New Roman" pitchFamily="-109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Times New Roman" pitchFamily="-109" charset="0"/>
                </a:defRPr>
              </a:lvl9pPr>
            </a:lstStyle>
            <a:p>
              <a:pPr marL="213122" indent="-213122" defTabSz="685800">
                <a:buFont typeface="Wingdings" charset="2"/>
                <a:buChar char="§"/>
                <a:defRPr/>
              </a:pPr>
              <a:r>
                <a:rPr lang="en-US" sz="2100" kern="0" dirty="0">
                  <a:solidFill>
                    <a:srgbClr val="000000"/>
                  </a:solidFill>
                  <a:latin typeface="Calibri" panose="020F0502020204030204"/>
                  <a:cs typeface="+mn-cs"/>
                </a:rPr>
                <a:t>no connection establishment (which can add RTT delay)</a:t>
              </a:r>
            </a:p>
            <a:p>
              <a:pPr marL="213122" indent="-213122" defTabSz="685800">
                <a:buFont typeface="Wingdings" charset="2"/>
                <a:buChar char="§"/>
                <a:defRPr/>
              </a:pPr>
              <a:r>
                <a:rPr lang="en-US" sz="2100" kern="0" dirty="0">
                  <a:solidFill>
                    <a:srgbClr val="000000"/>
                  </a:solidFill>
                  <a:latin typeface="Calibri" panose="020F0502020204030204"/>
                  <a:cs typeface="+mn-cs"/>
                </a:rPr>
                <a:t>simple: no connection state at sender, receiver</a:t>
              </a:r>
            </a:p>
            <a:p>
              <a:pPr marL="213122" indent="-213122" defTabSz="685800">
                <a:buFont typeface="Wingdings" charset="2"/>
                <a:buChar char="§"/>
                <a:defRPr/>
              </a:pPr>
              <a:r>
                <a:rPr lang="en-US" sz="2100" kern="0" dirty="0">
                  <a:solidFill>
                    <a:srgbClr val="000000"/>
                  </a:solidFill>
                  <a:latin typeface="Calibri" panose="020F0502020204030204"/>
                  <a:cs typeface="+mn-cs"/>
                </a:rPr>
                <a:t>small header size</a:t>
              </a:r>
            </a:p>
            <a:p>
              <a:pPr marL="213122" indent="-213122" defTabSz="685800">
                <a:buFont typeface="Wingdings" charset="2"/>
                <a:buChar char="§"/>
                <a:defRPr/>
              </a:pPr>
              <a:r>
                <a:rPr lang="en-US" sz="2100" kern="0" dirty="0">
                  <a:solidFill>
                    <a:srgbClr val="000000"/>
                  </a:solidFill>
                  <a:latin typeface="Calibri" panose="020F0502020204030204"/>
                  <a:cs typeface="+mn-cs"/>
                </a:rPr>
                <a:t>no congestion control</a:t>
              </a:r>
            </a:p>
            <a:p>
              <a:pPr marL="515541" lvl="1" indent="-213122" defTabSz="685800">
                <a:buSzPct val="100000"/>
                <a:buFont typeface="Wingdings" charset="2"/>
                <a:buChar char="§"/>
                <a:defRPr/>
              </a:pPr>
              <a:r>
                <a:rPr lang="en-US" sz="1800" kern="0" dirty="0">
                  <a:solidFill>
                    <a:srgbClr val="000000"/>
                  </a:solidFill>
                  <a:latin typeface="Calibri" panose="020F0502020204030204"/>
                </a:rPr>
                <a:t>UDP can blast away as fast as desired!</a:t>
              </a:r>
            </a:p>
            <a:p>
              <a:pPr marL="515541" lvl="1" indent="-213122" defTabSz="685800">
                <a:buSzPct val="100000"/>
                <a:buFont typeface="Wingdings" charset="2"/>
                <a:buChar char="§"/>
                <a:defRPr/>
              </a:pPr>
              <a:r>
                <a:rPr lang="en-US" sz="1800" kern="0" dirty="0">
                  <a:solidFill>
                    <a:srgbClr val="000000"/>
                  </a:solidFill>
                  <a:latin typeface="Calibri" panose="020F0502020204030204"/>
                </a:rPr>
                <a:t>can function in the face of congestion</a:t>
              </a:r>
            </a:p>
          </p:txBody>
        </p:sp>
        <p:sp>
          <p:nvSpPr>
            <p:cNvPr id="10" name="Rectangle 27">
              <a:extLst>
                <a:ext uri="{FF2B5EF4-FFF2-40B4-BE49-F238E27FC236}">
                  <a16:creationId xmlns:a16="http://schemas.microsoft.com/office/drawing/2014/main" id="{E3B96135-5F05-0D44-B7B9-9BD478D4E9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79987" y="2988017"/>
              <a:ext cx="6630121" cy="3663115"/>
            </a:xfrm>
            <a:prstGeom prst="rect">
              <a:avLst/>
            </a:prstGeom>
            <a:noFill/>
            <a:ln w="19050">
              <a:solidFill>
                <a:srgbClr val="CC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dirty="0">
                <a:solidFill>
                  <a:srgbClr val="000000"/>
                </a:solidFill>
                <a:latin typeface="Calibri" panose="020F0502020204030204"/>
                <a:ea typeface="ＭＳ Ｐゴシック" charset="0"/>
              </a:endParaRPr>
            </a:p>
          </p:txBody>
        </p:sp>
        <p:sp>
          <p:nvSpPr>
            <p:cNvPr id="11" name="Text Box 28">
              <a:extLst>
                <a:ext uri="{FF2B5EF4-FFF2-40B4-BE49-F238E27FC236}">
                  <a16:creationId xmlns:a16="http://schemas.microsoft.com/office/drawing/2014/main" id="{3BFEAB49-E79F-FF40-AAAE-C9820F5028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24449" y="2821302"/>
              <a:ext cx="5102112" cy="40242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defRPr/>
              </a:pPr>
              <a:r>
                <a:rPr lang="en-US" sz="2400" kern="0" dirty="0">
                  <a:solidFill>
                    <a:srgbClr val="CC0000"/>
                  </a:solidFill>
                  <a:latin typeface="Calibri" panose="020F0502020204030204"/>
                </a:rPr>
                <a:t>Why is there a UDP?</a:t>
              </a:r>
              <a:endParaRPr lang="en-US" sz="1350" kern="0" dirty="0">
                <a:solidFill>
                  <a:srgbClr val="000000"/>
                </a:solidFill>
                <a:latin typeface="Calibri" panose="020F0502020204030204"/>
              </a:endParaRPr>
            </a:p>
          </p:txBody>
        </p:sp>
      </p:grpSp>
      <p:sp>
        <p:nvSpPr>
          <p:cNvPr id="12" name="Rectangle 3">
            <a:extLst>
              <a:ext uri="{FF2B5EF4-FFF2-40B4-BE49-F238E27FC236}">
                <a16:creationId xmlns:a16="http://schemas.microsoft.com/office/drawing/2014/main" id="{B958CE44-F1A4-924D-8CEA-640B52DBA4DF}"/>
              </a:ext>
            </a:extLst>
          </p:cNvPr>
          <p:cNvSpPr txBox="1">
            <a:spLocks noChangeArrowheads="1"/>
          </p:cNvSpPr>
          <p:nvPr/>
        </p:nvSpPr>
        <p:spPr>
          <a:xfrm>
            <a:off x="481498" y="4380283"/>
            <a:ext cx="4162946" cy="154526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5281" indent="-250031" defTabSz="685800">
              <a:spcBef>
                <a:spcPts val="750"/>
              </a:spcBef>
              <a:defRPr/>
            </a:pPr>
            <a:r>
              <a:rPr lang="en-US" altLang="en-US" sz="2400" i="1" dirty="0">
                <a:solidFill>
                  <a:srgbClr val="CC0000"/>
                </a:solidFill>
                <a:latin typeface="Calibri" panose="020F0502020204030204"/>
                <a:ea typeface="ＭＳ Ｐゴシック" panose="020B0600070205080204" pitchFamily="34" charset="-128"/>
              </a:rPr>
              <a:t>connectionless:</a:t>
            </a:r>
            <a:endParaRPr lang="en-US" altLang="en-US" sz="2700" dirty="0">
              <a:solidFill>
                <a:srgbClr val="CC0000"/>
              </a:solidFill>
              <a:latin typeface="Calibri" panose="020F0502020204030204"/>
              <a:ea typeface="ＭＳ Ｐゴシック" panose="020B0600070205080204" pitchFamily="34" charset="-128"/>
            </a:endParaRPr>
          </a:p>
          <a:p>
            <a:pPr marL="521494" lvl="1" indent="-173831" defTabSz="685800">
              <a:spcBef>
                <a:spcPts val="375"/>
              </a:spcBef>
              <a:defRPr/>
            </a:pPr>
            <a:r>
              <a:rPr lang="en-US" altLang="en-US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no handshaking between UDP sender, receiver</a:t>
            </a:r>
          </a:p>
          <a:p>
            <a:pPr marL="521494" lvl="1" indent="-173831" defTabSz="685800">
              <a:spcBef>
                <a:spcPts val="375"/>
              </a:spcBef>
              <a:defRPr/>
            </a:pPr>
            <a:r>
              <a:rPr lang="en-US" altLang="en-US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each UDP segment handled independently of others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3BDA26-0D9B-D482-0DB5-BAE0944C6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0BC41B36-6335-F546-90B9-E2121371E10D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916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Connectionless transport: UDP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0FFB63-36D9-3817-2CDB-A62D0558B8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UDP: User Datagram Protocol</a:t>
            </a:r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0EFE9DD4-40BF-D54C-B457-743C8EAA5E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018" y="2350102"/>
            <a:ext cx="8325469" cy="36665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19075" indent="-219075" defTabSz="6858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400" dirty="0">
                <a:solidFill>
                  <a:prstClr val="black"/>
                </a:solidFill>
                <a:latin typeface="Calibri" panose="020F0502020204030204"/>
                <a:ea typeface="ＭＳ Ｐゴシック" charset="0"/>
              </a:rPr>
              <a:t>UDP use:</a:t>
            </a:r>
          </a:p>
          <a:p>
            <a:pPr marL="516731" lvl="1" indent="-173831" defTabSz="6858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0"/>
              <a:buChar char="§"/>
              <a:defRPr/>
            </a:pPr>
            <a:r>
              <a:rPr lang="en-US" sz="2100" dirty="0">
                <a:solidFill>
                  <a:prstClr val="black"/>
                </a:solidFill>
                <a:latin typeface="Calibri" panose="020F0502020204030204"/>
                <a:ea typeface="ＭＳ Ｐゴシック" charset="0"/>
              </a:rPr>
              <a:t>streaming multimedia apps (loss tolerant, rate sensitive)</a:t>
            </a:r>
          </a:p>
          <a:p>
            <a:pPr marL="516731" lvl="1" indent="-173831" defTabSz="6858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0"/>
              <a:buChar char="§"/>
              <a:defRPr/>
            </a:pPr>
            <a:r>
              <a:rPr lang="en-US" sz="2100" dirty="0">
                <a:solidFill>
                  <a:prstClr val="black"/>
                </a:solidFill>
                <a:latin typeface="Calibri" panose="020F0502020204030204"/>
                <a:ea typeface="ＭＳ Ｐゴシック" charset="0"/>
              </a:rPr>
              <a:t>DNS</a:t>
            </a:r>
          </a:p>
          <a:p>
            <a:pPr marL="516731" lvl="1" indent="-173831" defTabSz="6858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0"/>
              <a:buChar char="§"/>
              <a:defRPr/>
            </a:pPr>
            <a:r>
              <a:rPr lang="en-US" sz="2100" dirty="0">
                <a:solidFill>
                  <a:prstClr val="black"/>
                </a:solidFill>
                <a:latin typeface="Calibri" panose="020F0502020204030204"/>
                <a:ea typeface="ＭＳ Ｐゴシック" charset="0"/>
              </a:rPr>
              <a:t>SNMP</a:t>
            </a:r>
            <a:r>
              <a:rPr lang="en-US" sz="2100" dirty="0">
                <a:solidFill>
                  <a:prstClr val="black"/>
                </a:solidFill>
                <a:ea typeface="ＭＳ Ｐゴシック" charset="0"/>
              </a:rPr>
              <a:t> (Simple Network Management Protocol)</a:t>
            </a:r>
            <a:endParaRPr lang="en-US" sz="2100" dirty="0">
              <a:solidFill>
                <a:prstClr val="black"/>
              </a:solidFill>
              <a:latin typeface="Calibri" panose="020F0502020204030204"/>
              <a:ea typeface="ＭＳ Ｐゴシック" charset="0"/>
            </a:endParaRPr>
          </a:p>
          <a:p>
            <a:pPr marL="516731" lvl="1" indent="-173831" defTabSz="6858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0"/>
              <a:buChar char="§"/>
              <a:defRPr/>
            </a:pPr>
            <a:r>
              <a:rPr lang="en-US" sz="2100" dirty="0">
                <a:solidFill>
                  <a:prstClr val="black"/>
                </a:solidFill>
                <a:latin typeface="Calibri" panose="020F0502020204030204"/>
                <a:ea typeface="ＭＳ Ｐゴシック" charset="0"/>
              </a:rPr>
              <a:t>HTTP/3</a:t>
            </a:r>
          </a:p>
          <a:p>
            <a:pPr marL="219075" indent="-219075" defTabSz="6858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400" dirty="0">
                <a:solidFill>
                  <a:prstClr val="black"/>
                </a:solidFill>
                <a:latin typeface="Calibri" panose="020F0502020204030204"/>
                <a:ea typeface="ＭＳ Ｐゴシック" charset="0"/>
              </a:rPr>
              <a:t>if reliable transfer needed over UDP (e.g., HTTP/3): </a:t>
            </a:r>
          </a:p>
          <a:p>
            <a:pPr marL="516731" lvl="1" indent="-173831" defTabSz="6858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0"/>
              <a:buChar char="§"/>
              <a:defRPr/>
            </a:pPr>
            <a:r>
              <a:rPr lang="en-US" sz="2100" dirty="0">
                <a:solidFill>
                  <a:prstClr val="black"/>
                </a:solidFill>
                <a:latin typeface="Calibri" panose="020F0502020204030204"/>
                <a:ea typeface="ＭＳ Ｐゴシック" charset="0"/>
              </a:rPr>
              <a:t>add needed reliability at application layer</a:t>
            </a:r>
          </a:p>
          <a:p>
            <a:pPr marL="516731" lvl="1" indent="-173831" defTabSz="6858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0"/>
              <a:buChar char="§"/>
              <a:defRPr/>
            </a:pPr>
            <a:r>
              <a:rPr lang="en-US" sz="2100" dirty="0">
                <a:solidFill>
                  <a:prstClr val="black"/>
                </a:solidFill>
                <a:latin typeface="Calibri" panose="020F0502020204030204"/>
                <a:ea typeface="ＭＳ Ｐゴシック" charset="0"/>
              </a:rPr>
              <a:t>add congestion control at application layer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E3516313-C1A2-C04E-9F4D-2F1F13752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0BC41B36-6335-F546-90B9-E2121371E10D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4352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Connectionless transport: UDP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004FF9-D1A2-8FB8-2258-83439EEF88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UDP: User Datagram Protocol [RFC 768]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AB0D4F-D972-B342-BA50-EC030780A6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0752" y="2166991"/>
            <a:ext cx="4882496" cy="4100552"/>
          </a:xfrm>
          <a:prstGeom prst="rect">
            <a:avLst/>
          </a:prstGeom>
        </p:spPr>
      </p:pic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2784BABF-7A9E-6AB6-7BBE-8C8C19F05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0BC41B36-6335-F546-90B9-E2121371E10D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18924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Freeform 103">
            <a:extLst>
              <a:ext uri="{FF2B5EF4-FFF2-40B4-BE49-F238E27FC236}">
                <a16:creationId xmlns:a16="http://schemas.microsoft.com/office/drawing/2014/main" id="{DEF6D5D3-E4DA-4B46-BBC5-93311E115D92}"/>
              </a:ext>
            </a:extLst>
          </p:cNvPr>
          <p:cNvSpPr>
            <a:spLocks/>
          </p:cNvSpPr>
          <p:nvPr/>
        </p:nvSpPr>
        <p:spPr bwMode="auto">
          <a:xfrm>
            <a:off x="7721259" y="2482854"/>
            <a:ext cx="667827" cy="2184419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kern="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grpSp>
        <p:nvGrpSpPr>
          <p:cNvPr id="222" name="Group 185">
            <a:extLst>
              <a:ext uri="{FF2B5EF4-FFF2-40B4-BE49-F238E27FC236}">
                <a16:creationId xmlns:a16="http://schemas.microsoft.com/office/drawing/2014/main" id="{7750F2FB-96FA-374A-AF56-26502EF04672}"/>
              </a:ext>
            </a:extLst>
          </p:cNvPr>
          <p:cNvGrpSpPr>
            <a:grpSpLocks/>
          </p:cNvGrpSpPr>
          <p:nvPr/>
        </p:nvGrpSpPr>
        <p:grpSpPr bwMode="auto">
          <a:xfrm>
            <a:off x="8216766" y="4042320"/>
            <a:ext cx="412374" cy="802661"/>
            <a:chOff x="4140" y="429"/>
            <a:chExt cx="1425" cy="2396"/>
          </a:xfrm>
        </p:grpSpPr>
        <p:sp>
          <p:nvSpPr>
            <p:cNvPr id="223" name="Freeform 186">
              <a:extLst>
                <a:ext uri="{FF2B5EF4-FFF2-40B4-BE49-F238E27FC236}">
                  <a16:creationId xmlns:a16="http://schemas.microsoft.com/office/drawing/2014/main" id="{E441858B-A566-F746-B48C-912CA3020CC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24" name="Rectangle 187">
              <a:extLst>
                <a:ext uri="{FF2B5EF4-FFF2-40B4-BE49-F238E27FC236}">
                  <a16:creationId xmlns:a16="http://schemas.microsoft.com/office/drawing/2014/main" id="{20003129-35A4-1E46-8065-8AF4C6403D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429"/>
              <a:ext cx="1053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225" name="Freeform 188">
              <a:extLst>
                <a:ext uri="{FF2B5EF4-FFF2-40B4-BE49-F238E27FC236}">
                  <a16:creationId xmlns:a16="http://schemas.microsoft.com/office/drawing/2014/main" id="{6F94D7AE-C4D1-AF4A-B970-086B7D245AC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26" name="Freeform 189">
              <a:extLst>
                <a:ext uri="{FF2B5EF4-FFF2-40B4-BE49-F238E27FC236}">
                  <a16:creationId xmlns:a16="http://schemas.microsoft.com/office/drawing/2014/main" id="{EAFC03EF-54DF-8942-9852-25739DA158B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27" name="Rectangle 190">
              <a:extLst>
                <a:ext uri="{FF2B5EF4-FFF2-40B4-BE49-F238E27FC236}">
                  <a16:creationId xmlns:a16="http://schemas.microsoft.com/office/drawing/2014/main" id="{2241F7B6-5281-A74E-8DCB-3BE3777E93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9" y="693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228" name="Group 191">
              <a:extLst>
                <a:ext uri="{FF2B5EF4-FFF2-40B4-BE49-F238E27FC236}">
                  <a16:creationId xmlns:a16="http://schemas.microsoft.com/office/drawing/2014/main" id="{02DB0249-6EBB-FF4B-B17F-CC771B255D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53" name="AutoShape 192">
                <a:extLst>
                  <a:ext uri="{FF2B5EF4-FFF2-40B4-BE49-F238E27FC236}">
                    <a16:creationId xmlns:a16="http://schemas.microsoft.com/office/drawing/2014/main" id="{BE55370E-BC12-1B42-9E3C-C950033EEF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4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254" name="AutoShape 193">
                <a:extLst>
                  <a:ext uri="{FF2B5EF4-FFF2-40B4-BE49-F238E27FC236}">
                    <a16:creationId xmlns:a16="http://schemas.microsoft.com/office/drawing/2014/main" id="{1BBB99EB-2FFB-5942-9855-24BEE1C689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3" y="2582"/>
                <a:ext cx="692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229" name="Rectangle 194">
              <a:extLst>
                <a:ext uri="{FF2B5EF4-FFF2-40B4-BE49-F238E27FC236}">
                  <a16:creationId xmlns:a16="http://schemas.microsoft.com/office/drawing/2014/main" id="{9C5699FC-2B4E-BD46-B9CC-CA578E2EA7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2" y="1017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230" name="Group 195">
              <a:extLst>
                <a:ext uri="{FF2B5EF4-FFF2-40B4-BE49-F238E27FC236}">
                  <a16:creationId xmlns:a16="http://schemas.microsoft.com/office/drawing/2014/main" id="{676615F3-A30A-9740-8080-AFEE6BAAEF9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51" name="AutoShape 196">
                <a:extLst>
                  <a:ext uri="{FF2B5EF4-FFF2-40B4-BE49-F238E27FC236}">
                    <a16:creationId xmlns:a16="http://schemas.microsoft.com/office/drawing/2014/main" id="{D31569A0-2CDC-3B4B-B7FA-067BF2CB0D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0"/>
                <a:ext cx="724" cy="16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252" name="AutoShape 197">
                <a:extLst>
                  <a:ext uri="{FF2B5EF4-FFF2-40B4-BE49-F238E27FC236}">
                    <a16:creationId xmlns:a16="http://schemas.microsoft.com/office/drawing/2014/main" id="{5D70C5E6-3DFB-1D45-8469-DE5EA96E13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6"/>
                <a:ext cx="692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231" name="Rectangle 198">
              <a:extLst>
                <a:ext uri="{FF2B5EF4-FFF2-40B4-BE49-F238E27FC236}">
                  <a16:creationId xmlns:a16="http://schemas.microsoft.com/office/drawing/2014/main" id="{AE060187-10EA-1F4E-AEDE-8C6C0E8358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6" y="1357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232" name="Rectangle 199">
              <a:extLst>
                <a:ext uri="{FF2B5EF4-FFF2-40B4-BE49-F238E27FC236}">
                  <a16:creationId xmlns:a16="http://schemas.microsoft.com/office/drawing/2014/main" id="{32874526-51C0-C749-BDC8-3D9F62AFE7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4"/>
              <a:ext cx="593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233" name="Group 200">
              <a:extLst>
                <a:ext uri="{FF2B5EF4-FFF2-40B4-BE49-F238E27FC236}">
                  <a16:creationId xmlns:a16="http://schemas.microsoft.com/office/drawing/2014/main" id="{09E63F43-E74F-6045-A673-3756891EE94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49" name="AutoShape 201">
                <a:extLst>
                  <a:ext uri="{FF2B5EF4-FFF2-40B4-BE49-F238E27FC236}">
                    <a16:creationId xmlns:a16="http://schemas.microsoft.com/office/drawing/2014/main" id="{0296B9BB-82CD-2A45-8E56-F4ACF6FCC0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8"/>
                <a:ext cx="730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250" name="AutoShape 202">
                <a:extLst>
                  <a:ext uri="{FF2B5EF4-FFF2-40B4-BE49-F238E27FC236}">
                    <a16:creationId xmlns:a16="http://schemas.microsoft.com/office/drawing/2014/main" id="{DD3C3254-A817-B449-AE0F-31BEFF504A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3"/>
                <a:ext cx="699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234" name="Freeform 203">
              <a:extLst>
                <a:ext uri="{FF2B5EF4-FFF2-40B4-BE49-F238E27FC236}">
                  <a16:creationId xmlns:a16="http://schemas.microsoft.com/office/drawing/2014/main" id="{D05041BE-8046-EB49-A23A-C7FEB06D910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grpSp>
          <p:nvGrpSpPr>
            <p:cNvPr id="235" name="Group 204">
              <a:extLst>
                <a:ext uri="{FF2B5EF4-FFF2-40B4-BE49-F238E27FC236}">
                  <a16:creationId xmlns:a16="http://schemas.microsoft.com/office/drawing/2014/main" id="{BD1D997D-F690-4C4E-9473-F0433427C91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47" name="AutoShape 205">
                <a:extLst>
                  <a:ext uri="{FF2B5EF4-FFF2-40B4-BE49-F238E27FC236}">
                    <a16:creationId xmlns:a16="http://schemas.microsoft.com/office/drawing/2014/main" id="{631C3D3D-8F7D-6F44-AD56-665A5242B6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6"/>
                <a:ext cx="723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248" name="AutoShape 206">
                <a:extLst>
                  <a:ext uri="{FF2B5EF4-FFF2-40B4-BE49-F238E27FC236}">
                    <a16:creationId xmlns:a16="http://schemas.microsoft.com/office/drawing/2014/main" id="{E7F87D38-4528-0F45-9911-B79B599D25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2"/>
                <a:ext cx="691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236" name="Rectangle 207">
              <a:extLst>
                <a:ext uri="{FF2B5EF4-FFF2-40B4-BE49-F238E27FC236}">
                  <a16:creationId xmlns:a16="http://schemas.microsoft.com/office/drawing/2014/main" id="{60B24777-81BE-BC42-AC64-6F2229E5FB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69" cy="2288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237" name="Freeform 208">
              <a:extLst>
                <a:ext uri="{FF2B5EF4-FFF2-40B4-BE49-F238E27FC236}">
                  <a16:creationId xmlns:a16="http://schemas.microsoft.com/office/drawing/2014/main" id="{FD1049FD-ADAC-FC43-A186-6585ECAE433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38" name="Freeform 209">
              <a:extLst>
                <a:ext uri="{FF2B5EF4-FFF2-40B4-BE49-F238E27FC236}">
                  <a16:creationId xmlns:a16="http://schemas.microsoft.com/office/drawing/2014/main" id="{A25585BA-2AFC-3047-B9D5-7CC45D5DBC4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39" name="Oval 210">
              <a:extLst>
                <a:ext uri="{FF2B5EF4-FFF2-40B4-BE49-F238E27FC236}">
                  <a16:creationId xmlns:a16="http://schemas.microsoft.com/office/drawing/2014/main" id="{78C608B6-FCB9-3F43-A504-D33DD77827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09"/>
              <a:ext cx="50" cy="97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240" name="Freeform 211">
              <a:extLst>
                <a:ext uri="{FF2B5EF4-FFF2-40B4-BE49-F238E27FC236}">
                  <a16:creationId xmlns:a16="http://schemas.microsoft.com/office/drawing/2014/main" id="{F24BE4FA-86B6-5840-8B76-BF70EF006A8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41" name="AutoShape 212">
              <a:extLst>
                <a:ext uri="{FF2B5EF4-FFF2-40B4-BE49-F238E27FC236}">
                  <a16:creationId xmlns:a16="http://schemas.microsoft.com/office/drawing/2014/main" id="{22C6B4EC-00C6-BA43-95E2-370E8204DD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9"/>
              <a:ext cx="1198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242" name="AutoShape 213">
              <a:extLst>
                <a:ext uri="{FF2B5EF4-FFF2-40B4-BE49-F238E27FC236}">
                  <a16:creationId xmlns:a16="http://schemas.microsoft.com/office/drawing/2014/main" id="{7B9210ED-D802-C84E-8A67-93399801B5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2712"/>
              <a:ext cx="1072" cy="81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243" name="Oval 214">
              <a:extLst>
                <a:ext uri="{FF2B5EF4-FFF2-40B4-BE49-F238E27FC236}">
                  <a16:creationId xmlns:a16="http://schemas.microsoft.com/office/drawing/2014/main" id="{552E77C8-7BFE-BF4D-8F0B-DF6513BE64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0" y="2382"/>
              <a:ext cx="158" cy="146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244" name="Oval 215">
              <a:extLst>
                <a:ext uri="{FF2B5EF4-FFF2-40B4-BE49-F238E27FC236}">
                  <a16:creationId xmlns:a16="http://schemas.microsoft.com/office/drawing/2014/main" id="{86496A7E-E21F-444D-B883-E410329FF2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2"/>
              <a:ext cx="158" cy="14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100" kern="0" dirty="0">
                <a:solidFill>
                  <a:srgbClr val="FF0000"/>
                </a:solidFill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45" name="Oval 216">
              <a:extLst>
                <a:ext uri="{FF2B5EF4-FFF2-40B4-BE49-F238E27FC236}">
                  <a16:creationId xmlns:a16="http://schemas.microsoft.com/office/drawing/2014/main" id="{555E4B0D-EDB2-D04B-B9AD-93FA92DDAA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3" y="2382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246" name="Rectangle 217">
              <a:extLst>
                <a:ext uri="{FF2B5EF4-FFF2-40B4-BE49-F238E27FC236}">
                  <a16:creationId xmlns:a16="http://schemas.microsoft.com/office/drawing/2014/main" id="{DE659B39-E72A-634A-A2AC-C4BA4DC9C6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7"/>
              <a:ext cx="88" cy="761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95E1F04B-A3B3-534D-A252-A4AC29C657DE}"/>
              </a:ext>
            </a:extLst>
          </p:cNvPr>
          <p:cNvSpPr txBox="1"/>
          <p:nvPr/>
        </p:nvSpPr>
        <p:spPr>
          <a:xfrm>
            <a:off x="6360778" y="2010842"/>
            <a:ext cx="1598386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US" sz="2100" dirty="0">
                <a:solidFill>
                  <a:prstClr val="black"/>
                </a:solidFill>
                <a:latin typeface="Calibri"/>
              </a:rPr>
              <a:t>SNMP server</a:t>
            </a:r>
          </a:p>
        </p:txBody>
      </p:sp>
      <p:sp>
        <p:nvSpPr>
          <p:cNvPr id="263" name="TextBox 262">
            <a:extLst>
              <a:ext uri="{FF2B5EF4-FFF2-40B4-BE49-F238E27FC236}">
                <a16:creationId xmlns:a16="http://schemas.microsoft.com/office/drawing/2014/main" id="{DC4B02DA-C340-9945-87C2-952E1901FB43}"/>
              </a:ext>
            </a:extLst>
          </p:cNvPr>
          <p:cNvSpPr txBox="1"/>
          <p:nvPr/>
        </p:nvSpPr>
        <p:spPr>
          <a:xfrm>
            <a:off x="1451490" y="2104298"/>
            <a:ext cx="1514261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US" sz="2100" dirty="0">
                <a:solidFill>
                  <a:prstClr val="black"/>
                </a:solidFill>
                <a:latin typeface="Calibri"/>
              </a:rPr>
              <a:t>SNMP client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4AFD9EC-1CA1-D34D-965E-2E8D95748C38}"/>
              </a:ext>
            </a:extLst>
          </p:cNvPr>
          <p:cNvGrpSpPr/>
          <p:nvPr/>
        </p:nvGrpSpPr>
        <p:grpSpPr>
          <a:xfrm>
            <a:off x="6382764" y="2415966"/>
            <a:ext cx="1459754" cy="2184419"/>
            <a:chOff x="8091785" y="2078288"/>
            <a:chExt cx="2364905" cy="2912558"/>
          </a:xfrm>
        </p:grpSpPr>
        <p:sp>
          <p:nvSpPr>
            <p:cNvPr id="145" name="Rectangle 23">
              <a:extLst>
                <a:ext uri="{FF2B5EF4-FFF2-40B4-BE49-F238E27FC236}">
                  <a16:creationId xmlns:a16="http://schemas.microsoft.com/office/drawing/2014/main" id="{F1314FFD-BA11-A042-BA84-1061E37290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79440" y="2078288"/>
              <a:ext cx="2277250" cy="2799267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2700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46" name="Rectangle 24">
              <a:extLst>
                <a:ext uri="{FF2B5EF4-FFF2-40B4-BE49-F238E27FC236}">
                  <a16:creationId xmlns:a16="http://schemas.microsoft.com/office/drawing/2014/main" id="{89D8A59C-E128-B74A-B94F-06FAC9DB73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1785" y="2167472"/>
              <a:ext cx="2254867" cy="2823374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2700" kern="0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47" name="Line 25">
              <a:extLst>
                <a:ext uri="{FF2B5EF4-FFF2-40B4-BE49-F238E27FC236}">
                  <a16:creationId xmlns:a16="http://schemas.microsoft.com/office/drawing/2014/main" id="{B922FB1F-8B1A-1843-A740-29E910EB3E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08956" y="2749010"/>
              <a:ext cx="2238254" cy="482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48" name="Text Box 26">
              <a:extLst>
                <a:ext uri="{FF2B5EF4-FFF2-40B4-BE49-F238E27FC236}">
                  <a16:creationId xmlns:a16="http://schemas.microsoft.com/office/drawing/2014/main" id="{BE3B5056-5F96-5946-AEC3-17140DB163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76444" y="2832513"/>
              <a:ext cx="1703276" cy="7682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500" kern="0" dirty="0">
                  <a:solidFill>
                    <a:srgbClr val="000000"/>
                  </a:solidFill>
                </a:rPr>
                <a:t>transport</a:t>
              </a:r>
            </a:p>
            <a:p>
              <a:pPr algn="ctr" defTabSz="68580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500" kern="0" dirty="0">
                  <a:solidFill>
                    <a:srgbClr val="000000"/>
                  </a:solidFill>
                </a:rPr>
                <a:t>(UDP)</a:t>
              </a:r>
            </a:p>
          </p:txBody>
        </p:sp>
        <p:sp>
          <p:nvSpPr>
            <p:cNvPr id="149" name="Line 27">
              <a:extLst>
                <a:ext uri="{FF2B5EF4-FFF2-40B4-BE49-F238E27FC236}">
                  <a16:creationId xmlns:a16="http://schemas.microsoft.com/office/drawing/2014/main" id="{FF1A214D-FBCE-7342-8332-F3FA9C577B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08201" y="3602458"/>
              <a:ext cx="2233387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51" name="Text Box 26">
              <a:extLst>
                <a:ext uri="{FF2B5EF4-FFF2-40B4-BE49-F238E27FC236}">
                  <a16:creationId xmlns:a16="http://schemas.microsoft.com/office/drawing/2014/main" id="{50D62C6A-4C80-854F-A4B8-723E99A5A7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18436" y="4533099"/>
              <a:ext cx="2019294" cy="4296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500" kern="0" dirty="0">
                  <a:solidFill>
                    <a:srgbClr val="000000"/>
                  </a:solidFill>
                </a:rPr>
                <a:t>physical</a:t>
              </a:r>
            </a:p>
          </p:txBody>
        </p:sp>
        <p:sp>
          <p:nvSpPr>
            <p:cNvPr id="152" name="Text Box 26">
              <a:extLst>
                <a:ext uri="{FF2B5EF4-FFF2-40B4-BE49-F238E27FC236}">
                  <a16:creationId xmlns:a16="http://schemas.microsoft.com/office/drawing/2014/main" id="{A79D3A45-C33B-7046-9088-A02FAACCA1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18436" y="4088345"/>
              <a:ext cx="2019294" cy="4296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500" kern="0" dirty="0">
                  <a:solidFill>
                    <a:srgbClr val="000000"/>
                  </a:solidFill>
                </a:rPr>
                <a:t>link</a:t>
              </a:r>
            </a:p>
          </p:txBody>
        </p:sp>
        <p:sp>
          <p:nvSpPr>
            <p:cNvPr id="153" name="Text Box 26">
              <a:extLst>
                <a:ext uri="{FF2B5EF4-FFF2-40B4-BE49-F238E27FC236}">
                  <a16:creationId xmlns:a16="http://schemas.microsoft.com/office/drawing/2014/main" id="{F3520259-D4C5-3340-8000-3B8C746A77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18436" y="3646080"/>
              <a:ext cx="2019294" cy="4296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500" kern="0" dirty="0">
                  <a:solidFill>
                    <a:srgbClr val="000000"/>
                  </a:solidFill>
                </a:rPr>
                <a:t>network (IP)</a:t>
              </a:r>
            </a:p>
          </p:txBody>
        </p:sp>
        <p:sp>
          <p:nvSpPr>
            <p:cNvPr id="155" name="Line 27">
              <a:extLst>
                <a:ext uri="{FF2B5EF4-FFF2-40B4-BE49-F238E27FC236}">
                  <a16:creationId xmlns:a16="http://schemas.microsoft.com/office/drawing/2014/main" id="{E1326351-38D1-A440-A7B8-5079367D54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16255" y="4074895"/>
              <a:ext cx="223338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56" name="Line 27">
              <a:extLst>
                <a:ext uri="{FF2B5EF4-FFF2-40B4-BE49-F238E27FC236}">
                  <a16:creationId xmlns:a16="http://schemas.microsoft.com/office/drawing/2014/main" id="{891B0B5D-A14D-1A40-B291-CC1A04A094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11389" y="4528049"/>
              <a:ext cx="223338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74" name="Text Box 26">
              <a:extLst>
                <a:ext uri="{FF2B5EF4-FFF2-40B4-BE49-F238E27FC236}">
                  <a16:creationId xmlns:a16="http://schemas.microsoft.com/office/drawing/2014/main" id="{D8A757BB-1762-8B47-A046-060F718CBC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79441" y="2284368"/>
              <a:ext cx="2019294" cy="4296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500" kern="0" dirty="0">
                  <a:solidFill>
                    <a:srgbClr val="000000"/>
                  </a:solidFill>
                </a:rPr>
                <a:t>application</a:t>
              </a:r>
            </a:p>
          </p:txBody>
        </p:sp>
      </p:grpSp>
      <p:sp>
        <p:nvSpPr>
          <p:cNvPr id="114" name="Title 1">
            <a:extLst>
              <a:ext uri="{FF2B5EF4-FFF2-40B4-BE49-F238E27FC236}">
                <a16:creationId xmlns:a16="http://schemas.microsoft.com/office/drawing/2014/main" id="{1464CB5C-96D6-3645-94B5-DB9FA7097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Connectionless transport: UDP</a:t>
            </a:r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0849866-E9CA-5F96-7DF3-D864C696E0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UDP: Transport Layer Actions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9E97DC1-5C01-E843-A657-ADC5FEA14075}"/>
              </a:ext>
            </a:extLst>
          </p:cNvPr>
          <p:cNvCxnSpPr>
            <a:cxnSpLocks/>
            <a:stCxn id="151" idx="2"/>
          </p:cNvCxnSpPr>
          <p:nvPr/>
        </p:nvCxnSpPr>
        <p:spPr>
          <a:xfrm flipH="1">
            <a:off x="5979018" y="4579343"/>
            <a:ext cx="1105134" cy="3637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9C57AC1A-9B60-DC47-A97D-E9C39D845828}"/>
              </a:ext>
            </a:extLst>
          </p:cNvPr>
          <p:cNvCxnSpPr>
            <a:cxnSpLocks/>
          </p:cNvCxnSpPr>
          <p:nvPr/>
        </p:nvCxnSpPr>
        <p:spPr>
          <a:xfrm>
            <a:off x="1934108" y="4654167"/>
            <a:ext cx="1187124" cy="22696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1" name="Freeform 296">
            <a:extLst>
              <a:ext uri="{FF2B5EF4-FFF2-40B4-BE49-F238E27FC236}">
                <a16:creationId xmlns:a16="http://schemas.microsoft.com/office/drawing/2014/main" id="{06DFDE96-5B04-984C-B72D-22D074DF3E82}"/>
              </a:ext>
            </a:extLst>
          </p:cNvPr>
          <p:cNvSpPr>
            <a:spLocks/>
          </p:cNvSpPr>
          <p:nvPr/>
        </p:nvSpPr>
        <p:spPr bwMode="auto">
          <a:xfrm>
            <a:off x="3046891" y="4581500"/>
            <a:ext cx="3027677" cy="771548"/>
          </a:xfrm>
          <a:custGeom>
            <a:avLst/>
            <a:gdLst>
              <a:gd name="T0" fmla="*/ 2147483647 w 1877"/>
              <a:gd name="T1" fmla="*/ 2147483647 h 917"/>
              <a:gd name="T2" fmla="*/ 2147483647 w 1877"/>
              <a:gd name="T3" fmla="*/ 2147483647 h 917"/>
              <a:gd name="T4" fmla="*/ 2147483647 w 1877"/>
              <a:gd name="T5" fmla="*/ 2147483647 h 917"/>
              <a:gd name="T6" fmla="*/ 2147483647 w 1877"/>
              <a:gd name="T7" fmla="*/ 2147483647 h 917"/>
              <a:gd name="T8" fmla="*/ 2147483647 w 1877"/>
              <a:gd name="T9" fmla="*/ 2147483647 h 917"/>
              <a:gd name="T10" fmla="*/ 2147483647 w 1877"/>
              <a:gd name="T11" fmla="*/ 2147483647 h 917"/>
              <a:gd name="T12" fmla="*/ 2147483647 w 1877"/>
              <a:gd name="T13" fmla="*/ 2147483647 h 917"/>
              <a:gd name="T14" fmla="*/ 2147483647 w 1877"/>
              <a:gd name="T15" fmla="*/ 2147483647 h 917"/>
              <a:gd name="T16" fmla="*/ 2147483647 w 1877"/>
              <a:gd name="T17" fmla="*/ 2147483647 h 917"/>
              <a:gd name="T18" fmla="*/ 2147483647 w 1877"/>
              <a:gd name="T19" fmla="*/ 2147483647 h 917"/>
              <a:gd name="T20" fmla="*/ 2147483647 w 1877"/>
              <a:gd name="T21" fmla="*/ 2147483647 h 917"/>
              <a:gd name="T22" fmla="*/ 2147483647 w 1877"/>
              <a:gd name="T23" fmla="*/ 2147483647 h 917"/>
              <a:gd name="T24" fmla="*/ 2147483647 w 1877"/>
              <a:gd name="T25" fmla="*/ 2147483647 h 917"/>
              <a:gd name="T26" fmla="*/ 2147483647 w 1877"/>
              <a:gd name="T27" fmla="*/ 2147483647 h 917"/>
              <a:gd name="T28" fmla="*/ 2147483647 w 1877"/>
              <a:gd name="T29" fmla="*/ 2147483647 h 917"/>
              <a:gd name="T30" fmla="*/ 2147483647 w 1877"/>
              <a:gd name="T31" fmla="*/ 2147483647 h 917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877"/>
              <a:gd name="T49" fmla="*/ 0 h 917"/>
              <a:gd name="T50" fmla="*/ 1877 w 1877"/>
              <a:gd name="T51" fmla="*/ 917 h 917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877" h="917">
                <a:moveTo>
                  <a:pt x="889" y="23"/>
                </a:moveTo>
                <a:cubicBezTo>
                  <a:pt x="804" y="39"/>
                  <a:pt x="771" y="98"/>
                  <a:pt x="692" y="109"/>
                </a:cubicBezTo>
                <a:cubicBezTo>
                  <a:pt x="613" y="120"/>
                  <a:pt x="511" y="81"/>
                  <a:pt x="415" y="91"/>
                </a:cubicBezTo>
                <a:cubicBezTo>
                  <a:pt x="319" y="101"/>
                  <a:pt x="174" y="126"/>
                  <a:pt x="112" y="170"/>
                </a:cubicBezTo>
                <a:cubicBezTo>
                  <a:pt x="51" y="214"/>
                  <a:pt x="66" y="294"/>
                  <a:pt x="50" y="353"/>
                </a:cubicBezTo>
                <a:cubicBezTo>
                  <a:pt x="34" y="412"/>
                  <a:pt x="0" y="479"/>
                  <a:pt x="14" y="528"/>
                </a:cubicBezTo>
                <a:cubicBezTo>
                  <a:pt x="29" y="577"/>
                  <a:pt x="57" y="608"/>
                  <a:pt x="139" y="650"/>
                </a:cubicBezTo>
                <a:cubicBezTo>
                  <a:pt x="221" y="692"/>
                  <a:pt x="372" y="742"/>
                  <a:pt x="505" y="781"/>
                </a:cubicBezTo>
                <a:cubicBezTo>
                  <a:pt x="638" y="820"/>
                  <a:pt x="789" y="866"/>
                  <a:pt x="933" y="886"/>
                </a:cubicBezTo>
                <a:cubicBezTo>
                  <a:pt x="1077" y="906"/>
                  <a:pt x="1246" y="917"/>
                  <a:pt x="1370" y="901"/>
                </a:cubicBezTo>
                <a:cubicBezTo>
                  <a:pt x="1494" y="885"/>
                  <a:pt x="1594" y="839"/>
                  <a:pt x="1676" y="793"/>
                </a:cubicBezTo>
                <a:cubicBezTo>
                  <a:pt x="1758" y="747"/>
                  <a:pt x="1843" y="720"/>
                  <a:pt x="1860" y="624"/>
                </a:cubicBezTo>
                <a:cubicBezTo>
                  <a:pt x="1877" y="528"/>
                  <a:pt x="1835" y="306"/>
                  <a:pt x="1776" y="219"/>
                </a:cubicBezTo>
                <a:cubicBezTo>
                  <a:pt x="1717" y="132"/>
                  <a:pt x="1599" y="134"/>
                  <a:pt x="1503" y="100"/>
                </a:cubicBezTo>
                <a:cubicBezTo>
                  <a:pt x="1407" y="66"/>
                  <a:pt x="1302" y="26"/>
                  <a:pt x="1200" y="13"/>
                </a:cubicBezTo>
                <a:cubicBezTo>
                  <a:pt x="1098" y="0"/>
                  <a:pt x="974" y="7"/>
                  <a:pt x="889" y="23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2100" dirty="0">
              <a:solidFill>
                <a:srgbClr val="000000"/>
              </a:solidFill>
              <a:latin typeface="Calibri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163" name="Freeform 70">
            <a:extLst>
              <a:ext uri="{FF2B5EF4-FFF2-40B4-BE49-F238E27FC236}">
                <a16:creationId xmlns:a16="http://schemas.microsoft.com/office/drawing/2014/main" id="{93CF945F-B7C1-9B4F-9438-D2DF7708E687}"/>
              </a:ext>
            </a:extLst>
          </p:cNvPr>
          <p:cNvSpPr>
            <a:spLocks/>
          </p:cNvSpPr>
          <p:nvPr/>
        </p:nvSpPr>
        <p:spPr bwMode="auto">
          <a:xfrm>
            <a:off x="640762" y="2549742"/>
            <a:ext cx="634983" cy="2191649"/>
          </a:xfrm>
          <a:custGeom>
            <a:avLst/>
            <a:gdLst>
              <a:gd name="T0" fmla="*/ 0 w 348"/>
              <a:gd name="T1" fmla="*/ 2147483647 h 1312"/>
              <a:gd name="T2" fmla="*/ 2147483647 w 348"/>
              <a:gd name="T3" fmla="*/ 0 h 1312"/>
              <a:gd name="T4" fmla="*/ 2147483647 w 348"/>
              <a:gd name="T5" fmla="*/ 2147483647 h 1312"/>
              <a:gd name="T6" fmla="*/ 2147483647 w 348"/>
              <a:gd name="T7" fmla="*/ 2147483647 h 1312"/>
              <a:gd name="T8" fmla="*/ 0 w 348"/>
              <a:gd name="T9" fmla="*/ 2147483647 h 131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48" h="1312">
                <a:moveTo>
                  <a:pt x="0" y="1306"/>
                </a:moveTo>
                <a:lnTo>
                  <a:pt x="348" y="0"/>
                </a:lnTo>
                <a:lnTo>
                  <a:pt x="342" y="1258"/>
                </a:lnTo>
                <a:lnTo>
                  <a:pt x="180" y="1312"/>
                </a:lnTo>
                <a:lnTo>
                  <a:pt x="0" y="1306"/>
                </a:ln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100000">
                <a:srgbClr val="B2B2B2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kern="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AA415DCF-A2D2-344B-9A45-F3F58006C5EE}"/>
              </a:ext>
            </a:extLst>
          </p:cNvPr>
          <p:cNvGrpSpPr/>
          <p:nvPr/>
        </p:nvGrpSpPr>
        <p:grpSpPr>
          <a:xfrm>
            <a:off x="1265828" y="2482854"/>
            <a:ext cx="1598776" cy="2184419"/>
            <a:chOff x="8091785" y="2078288"/>
            <a:chExt cx="2364905" cy="2912558"/>
          </a:xfrm>
        </p:grpSpPr>
        <p:sp>
          <p:nvSpPr>
            <p:cNvPr id="165" name="Rectangle 23">
              <a:extLst>
                <a:ext uri="{FF2B5EF4-FFF2-40B4-BE49-F238E27FC236}">
                  <a16:creationId xmlns:a16="http://schemas.microsoft.com/office/drawing/2014/main" id="{20790EF2-7EC4-BF46-AE61-5F193F0894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79440" y="2078288"/>
              <a:ext cx="2277250" cy="2799267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2700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66" name="Rectangle 24">
              <a:extLst>
                <a:ext uri="{FF2B5EF4-FFF2-40B4-BE49-F238E27FC236}">
                  <a16:creationId xmlns:a16="http://schemas.microsoft.com/office/drawing/2014/main" id="{DF6E9285-B785-804B-BB24-0405637B99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1785" y="2167472"/>
              <a:ext cx="2254867" cy="2823374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2700" kern="0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67" name="Line 25">
              <a:extLst>
                <a:ext uri="{FF2B5EF4-FFF2-40B4-BE49-F238E27FC236}">
                  <a16:creationId xmlns:a16="http://schemas.microsoft.com/office/drawing/2014/main" id="{C2F7FFF2-43B5-A648-8DB9-1244002B1E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08956" y="2749010"/>
              <a:ext cx="2238254" cy="482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68" name="Text Box 26">
              <a:extLst>
                <a:ext uri="{FF2B5EF4-FFF2-40B4-BE49-F238E27FC236}">
                  <a16:creationId xmlns:a16="http://schemas.microsoft.com/office/drawing/2014/main" id="{38AC5752-2E10-AE4C-AE2E-F2F12589AB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76445" y="2832513"/>
              <a:ext cx="1703276" cy="7682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500" kern="0" dirty="0">
                  <a:solidFill>
                    <a:srgbClr val="000000"/>
                  </a:solidFill>
                </a:rPr>
                <a:t>transport</a:t>
              </a:r>
            </a:p>
            <a:p>
              <a:pPr algn="ctr" defTabSz="68580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500" kern="0" dirty="0">
                  <a:solidFill>
                    <a:srgbClr val="000000"/>
                  </a:solidFill>
                </a:rPr>
                <a:t>(UDP)</a:t>
              </a:r>
            </a:p>
          </p:txBody>
        </p:sp>
        <p:sp>
          <p:nvSpPr>
            <p:cNvPr id="169" name="Line 27">
              <a:extLst>
                <a:ext uri="{FF2B5EF4-FFF2-40B4-BE49-F238E27FC236}">
                  <a16:creationId xmlns:a16="http://schemas.microsoft.com/office/drawing/2014/main" id="{E6411346-D908-6048-94E9-4C9C6A9C97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21121" y="3602458"/>
              <a:ext cx="223338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70" name="Text Box 26">
              <a:extLst>
                <a:ext uri="{FF2B5EF4-FFF2-40B4-BE49-F238E27FC236}">
                  <a16:creationId xmlns:a16="http://schemas.microsoft.com/office/drawing/2014/main" id="{2BD45E5F-4032-7A44-91A7-D2ED37DE30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18435" y="4533099"/>
              <a:ext cx="2019294" cy="4296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500" kern="0" dirty="0">
                  <a:solidFill>
                    <a:srgbClr val="000000"/>
                  </a:solidFill>
                </a:rPr>
                <a:t>physical</a:t>
              </a:r>
            </a:p>
          </p:txBody>
        </p:sp>
        <p:sp>
          <p:nvSpPr>
            <p:cNvPr id="171" name="Text Box 26">
              <a:extLst>
                <a:ext uri="{FF2B5EF4-FFF2-40B4-BE49-F238E27FC236}">
                  <a16:creationId xmlns:a16="http://schemas.microsoft.com/office/drawing/2014/main" id="{067129BD-4E72-804E-9941-0CFB2ABB0A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18435" y="4088345"/>
              <a:ext cx="2019294" cy="4296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500" kern="0" dirty="0">
                  <a:solidFill>
                    <a:srgbClr val="000000"/>
                  </a:solidFill>
                </a:rPr>
                <a:t>link</a:t>
              </a:r>
            </a:p>
          </p:txBody>
        </p:sp>
        <p:sp>
          <p:nvSpPr>
            <p:cNvPr id="172" name="Text Box 26">
              <a:extLst>
                <a:ext uri="{FF2B5EF4-FFF2-40B4-BE49-F238E27FC236}">
                  <a16:creationId xmlns:a16="http://schemas.microsoft.com/office/drawing/2014/main" id="{586097BE-C9CD-2B44-A610-13D1A1572A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18435" y="3646080"/>
              <a:ext cx="2019294" cy="4296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500" kern="0" dirty="0">
                  <a:solidFill>
                    <a:srgbClr val="000000"/>
                  </a:solidFill>
                </a:rPr>
                <a:t>network (IP)</a:t>
              </a:r>
            </a:p>
          </p:txBody>
        </p:sp>
        <p:sp>
          <p:nvSpPr>
            <p:cNvPr id="173" name="Line 27">
              <a:extLst>
                <a:ext uri="{FF2B5EF4-FFF2-40B4-BE49-F238E27FC236}">
                  <a16:creationId xmlns:a16="http://schemas.microsoft.com/office/drawing/2014/main" id="{9A1DE5DC-7E6A-4747-9541-02B87C77AC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16255" y="4074895"/>
              <a:ext cx="223338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74" name="Line 27">
              <a:extLst>
                <a:ext uri="{FF2B5EF4-FFF2-40B4-BE49-F238E27FC236}">
                  <a16:creationId xmlns:a16="http://schemas.microsoft.com/office/drawing/2014/main" id="{9B2D570F-120B-6D41-8FE2-002A2DC120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11389" y="4528049"/>
              <a:ext cx="223338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75" name="Text Box 26">
              <a:extLst>
                <a:ext uri="{FF2B5EF4-FFF2-40B4-BE49-F238E27FC236}">
                  <a16:creationId xmlns:a16="http://schemas.microsoft.com/office/drawing/2014/main" id="{3C035217-7FD4-6C48-AB72-7561321B36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79439" y="2284368"/>
              <a:ext cx="2019294" cy="4296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500" kern="0" dirty="0">
                  <a:solidFill>
                    <a:srgbClr val="000000"/>
                  </a:solidFill>
                </a:rPr>
                <a:t>application</a:t>
              </a:r>
            </a:p>
          </p:txBody>
        </p:sp>
      </p:grp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7C64A43A-1B07-3348-A5EB-9B76F69646C0}"/>
              </a:ext>
            </a:extLst>
          </p:cNvPr>
          <p:cNvGrpSpPr/>
          <p:nvPr/>
        </p:nvGrpSpPr>
        <p:grpSpPr>
          <a:xfrm>
            <a:off x="375551" y="4564935"/>
            <a:ext cx="769892" cy="447865"/>
            <a:chOff x="7493876" y="2774731"/>
            <a:chExt cx="1481958" cy="894622"/>
          </a:xfrm>
        </p:grpSpPr>
        <p:sp>
          <p:nvSpPr>
            <p:cNvPr id="177" name="Freeform 176">
              <a:extLst>
                <a:ext uri="{FF2B5EF4-FFF2-40B4-BE49-F238E27FC236}">
                  <a16:creationId xmlns:a16="http://schemas.microsoft.com/office/drawing/2014/main" id="{0DB8B5ED-7F25-B645-878C-116DE6CD5EA4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/>
                </a:rPr>
                <a:t>                   </a:t>
              </a:r>
            </a:p>
          </p:txBody>
        </p:sp>
        <p:sp>
          <p:nvSpPr>
            <p:cNvPr id="178" name="Oval 177">
              <a:extLst>
                <a:ext uri="{FF2B5EF4-FFF2-40B4-BE49-F238E27FC236}">
                  <a16:creationId xmlns:a16="http://schemas.microsoft.com/office/drawing/2014/main" id="{AFB4D1D4-1D5D-7C46-A31B-48B19CA0A812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/>
                </a:rPr>
                <a:t>              </a:t>
              </a:r>
            </a:p>
          </p:txBody>
        </p:sp>
        <p:grpSp>
          <p:nvGrpSpPr>
            <p:cNvPr id="179" name="Group 178">
              <a:extLst>
                <a:ext uri="{FF2B5EF4-FFF2-40B4-BE49-F238E27FC236}">
                  <a16:creationId xmlns:a16="http://schemas.microsoft.com/office/drawing/2014/main" id="{8D1FB4E3-A216-1446-87E1-A06F139F800A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80" name="Freeform 179">
                <a:extLst>
                  <a:ext uri="{FF2B5EF4-FFF2-40B4-BE49-F238E27FC236}">
                    <a16:creationId xmlns:a16="http://schemas.microsoft.com/office/drawing/2014/main" id="{2B930530-1BA2-8049-A625-480A1F84B912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181" name="Freeform 180">
                <a:extLst>
                  <a:ext uri="{FF2B5EF4-FFF2-40B4-BE49-F238E27FC236}">
                    <a16:creationId xmlns:a16="http://schemas.microsoft.com/office/drawing/2014/main" id="{C5B65EDD-F107-4D4D-8254-28F27CB33550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195" name="Freeform 194">
                <a:extLst>
                  <a:ext uri="{FF2B5EF4-FFF2-40B4-BE49-F238E27FC236}">
                    <a16:creationId xmlns:a16="http://schemas.microsoft.com/office/drawing/2014/main" id="{052D8468-97DE-CD48-9220-0D7B5D1582BB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196" name="Freeform 195">
                <a:extLst>
                  <a:ext uri="{FF2B5EF4-FFF2-40B4-BE49-F238E27FC236}">
                    <a16:creationId xmlns:a16="http://schemas.microsoft.com/office/drawing/2014/main" id="{CD0FBE04-ADDE-184C-8DFE-2575EA709AD8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/>
                </a:endParaRPr>
              </a:p>
            </p:txBody>
          </p:sp>
        </p:grpSp>
      </p:grpSp>
      <p:grpSp>
        <p:nvGrpSpPr>
          <p:cNvPr id="197" name="Group 149">
            <a:extLst>
              <a:ext uri="{FF2B5EF4-FFF2-40B4-BE49-F238E27FC236}">
                <a16:creationId xmlns:a16="http://schemas.microsoft.com/office/drawing/2014/main" id="{1F890155-D0B7-364C-891D-EC128001048E}"/>
              </a:ext>
            </a:extLst>
          </p:cNvPr>
          <p:cNvGrpSpPr>
            <a:grpSpLocks/>
          </p:cNvGrpSpPr>
          <p:nvPr/>
        </p:nvGrpSpPr>
        <p:grpSpPr bwMode="auto">
          <a:xfrm>
            <a:off x="1846655" y="2924267"/>
            <a:ext cx="309563" cy="119063"/>
            <a:chOff x="1287" y="2524"/>
            <a:chExt cx="260" cy="100"/>
          </a:xfrm>
        </p:grpSpPr>
        <p:sp>
          <p:nvSpPr>
            <p:cNvPr id="198" name="Rectangle 73">
              <a:extLst>
                <a:ext uri="{FF2B5EF4-FFF2-40B4-BE49-F238E27FC236}">
                  <a16:creationId xmlns:a16="http://schemas.microsoft.com/office/drawing/2014/main" id="{590049C7-843C-1B4A-89F9-80D6028F7F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199" name="Rectangle 74">
              <a:extLst>
                <a:ext uri="{FF2B5EF4-FFF2-40B4-BE49-F238E27FC236}">
                  <a16:creationId xmlns:a16="http://schemas.microsoft.com/office/drawing/2014/main" id="{060ED392-F3E2-5445-9D40-5D86C1A7E8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8" y="2537"/>
              <a:ext cx="155" cy="7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200" name="Rectangle 75">
              <a:extLst>
                <a:ext uri="{FF2B5EF4-FFF2-40B4-BE49-F238E27FC236}">
                  <a16:creationId xmlns:a16="http://schemas.microsoft.com/office/drawing/2014/main" id="{33BE5C08-8C7C-7149-875A-3BD200DF74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3" y="2582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201" name="Rectangle 129">
              <a:extLst>
                <a:ext uri="{FF2B5EF4-FFF2-40B4-BE49-F238E27FC236}">
                  <a16:creationId xmlns:a16="http://schemas.microsoft.com/office/drawing/2014/main" id="{0140B062-405E-0A48-ABA2-65AE09DF9C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</p:grpSp>
      <p:grpSp>
        <p:nvGrpSpPr>
          <p:cNvPr id="85" name="Group 149">
            <a:extLst>
              <a:ext uri="{FF2B5EF4-FFF2-40B4-BE49-F238E27FC236}">
                <a16:creationId xmlns:a16="http://schemas.microsoft.com/office/drawing/2014/main" id="{2BE2291A-54C4-114A-8062-D743A8CDF9EC}"/>
              </a:ext>
            </a:extLst>
          </p:cNvPr>
          <p:cNvGrpSpPr>
            <a:grpSpLocks/>
          </p:cNvGrpSpPr>
          <p:nvPr/>
        </p:nvGrpSpPr>
        <p:grpSpPr bwMode="auto">
          <a:xfrm>
            <a:off x="7260858" y="2862457"/>
            <a:ext cx="309563" cy="119063"/>
            <a:chOff x="1287" y="2524"/>
            <a:chExt cx="260" cy="100"/>
          </a:xfrm>
        </p:grpSpPr>
        <p:sp>
          <p:nvSpPr>
            <p:cNvPr id="86" name="Rectangle 73">
              <a:extLst>
                <a:ext uri="{FF2B5EF4-FFF2-40B4-BE49-F238E27FC236}">
                  <a16:creationId xmlns:a16="http://schemas.microsoft.com/office/drawing/2014/main" id="{A98E76A7-87AD-8242-988E-0E4DFC2782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87" name="Rectangle 74">
              <a:extLst>
                <a:ext uri="{FF2B5EF4-FFF2-40B4-BE49-F238E27FC236}">
                  <a16:creationId xmlns:a16="http://schemas.microsoft.com/office/drawing/2014/main" id="{05A0AED4-CB55-8B44-A573-91C3CC5195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8" y="2537"/>
              <a:ext cx="155" cy="7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88" name="Rectangle 75">
              <a:extLst>
                <a:ext uri="{FF2B5EF4-FFF2-40B4-BE49-F238E27FC236}">
                  <a16:creationId xmlns:a16="http://schemas.microsoft.com/office/drawing/2014/main" id="{E473A3B0-4DB9-E148-95E3-5518DB468C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3" y="2582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89" name="Rectangle 129">
              <a:extLst>
                <a:ext uri="{FF2B5EF4-FFF2-40B4-BE49-F238E27FC236}">
                  <a16:creationId xmlns:a16="http://schemas.microsoft.com/office/drawing/2014/main" id="{E9ED0EE1-76D9-D04D-8893-5E36E5A755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A4A877-1A6C-7734-60B4-553E0E5D2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0BC41B36-6335-F546-90B9-E2121371E10D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34546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8902B4EA-0158-774A-877D-888807F574B5}"/>
              </a:ext>
            </a:extLst>
          </p:cNvPr>
          <p:cNvGrpSpPr/>
          <p:nvPr/>
        </p:nvGrpSpPr>
        <p:grpSpPr>
          <a:xfrm>
            <a:off x="1934109" y="4581500"/>
            <a:ext cx="5150044" cy="771548"/>
            <a:chOff x="2578811" y="4965666"/>
            <a:chExt cx="6866725" cy="1028731"/>
          </a:xfrm>
        </p:grpSpPr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0763EEB6-87F6-D847-AD1E-3BFDCE6A9543}"/>
                </a:ext>
              </a:extLst>
            </p:cNvPr>
            <p:cNvCxnSpPr>
              <a:cxnSpLocks/>
            </p:cNvCxnSpPr>
            <p:nvPr/>
          </p:nvCxnSpPr>
          <p:spPr>
            <a:xfrm>
              <a:off x="2578811" y="5062556"/>
              <a:ext cx="1582832" cy="30261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09891B45-180E-B341-A7C6-D10A683BB102}"/>
                </a:ext>
              </a:extLst>
            </p:cNvPr>
            <p:cNvGrpSpPr/>
            <p:nvPr/>
          </p:nvGrpSpPr>
          <p:grpSpPr>
            <a:xfrm>
              <a:off x="4062521" y="4965666"/>
              <a:ext cx="5383015" cy="1028731"/>
              <a:chOff x="4062521" y="4965666"/>
              <a:chExt cx="5383015" cy="1028731"/>
            </a:xfrm>
          </p:grpSpPr>
          <p:cxnSp>
            <p:nvCxnSpPr>
              <p:cNvPr id="127" name="Straight Connector 126">
                <a:extLst>
                  <a:ext uri="{FF2B5EF4-FFF2-40B4-BE49-F238E27FC236}">
                    <a16:creationId xmlns:a16="http://schemas.microsoft.com/office/drawing/2014/main" id="{16BE7B71-3412-8546-BD1A-8BF76DC4725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972023" y="4973372"/>
                <a:ext cx="1473513" cy="474391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1" name="Freeform 296">
                <a:extLst>
                  <a:ext uri="{FF2B5EF4-FFF2-40B4-BE49-F238E27FC236}">
                    <a16:creationId xmlns:a16="http://schemas.microsoft.com/office/drawing/2014/main" id="{06DFDE96-5B04-984C-B72D-22D074DF3E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62521" y="4965666"/>
                <a:ext cx="4036903" cy="1028731"/>
              </a:xfrm>
              <a:custGeom>
                <a:avLst/>
                <a:gdLst>
                  <a:gd name="T0" fmla="*/ 2147483647 w 1877"/>
                  <a:gd name="T1" fmla="*/ 2147483647 h 917"/>
                  <a:gd name="T2" fmla="*/ 2147483647 w 1877"/>
                  <a:gd name="T3" fmla="*/ 2147483647 h 917"/>
                  <a:gd name="T4" fmla="*/ 2147483647 w 1877"/>
                  <a:gd name="T5" fmla="*/ 2147483647 h 917"/>
                  <a:gd name="T6" fmla="*/ 2147483647 w 1877"/>
                  <a:gd name="T7" fmla="*/ 2147483647 h 917"/>
                  <a:gd name="T8" fmla="*/ 2147483647 w 1877"/>
                  <a:gd name="T9" fmla="*/ 2147483647 h 917"/>
                  <a:gd name="T10" fmla="*/ 2147483647 w 1877"/>
                  <a:gd name="T11" fmla="*/ 2147483647 h 917"/>
                  <a:gd name="T12" fmla="*/ 2147483647 w 1877"/>
                  <a:gd name="T13" fmla="*/ 2147483647 h 917"/>
                  <a:gd name="T14" fmla="*/ 2147483647 w 1877"/>
                  <a:gd name="T15" fmla="*/ 2147483647 h 917"/>
                  <a:gd name="T16" fmla="*/ 2147483647 w 1877"/>
                  <a:gd name="T17" fmla="*/ 2147483647 h 917"/>
                  <a:gd name="T18" fmla="*/ 2147483647 w 1877"/>
                  <a:gd name="T19" fmla="*/ 2147483647 h 917"/>
                  <a:gd name="T20" fmla="*/ 2147483647 w 1877"/>
                  <a:gd name="T21" fmla="*/ 2147483647 h 917"/>
                  <a:gd name="T22" fmla="*/ 2147483647 w 1877"/>
                  <a:gd name="T23" fmla="*/ 2147483647 h 917"/>
                  <a:gd name="T24" fmla="*/ 2147483647 w 1877"/>
                  <a:gd name="T25" fmla="*/ 2147483647 h 917"/>
                  <a:gd name="T26" fmla="*/ 2147483647 w 1877"/>
                  <a:gd name="T27" fmla="*/ 2147483647 h 917"/>
                  <a:gd name="T28" fmla="*/ 2147483647 w 1877"/>
                  <a:gd name="T29" fmla="*/ 2147483647 h 917"/>
                  <a:gd name="T30" fmla="*/ 2147483647 w 1877"/>
                  <a:gd name="T31" fmla="*/ 2147483647 h 917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1877"/>
                  <a:gd name="T49" fmla="*/ 0 h 917"/>
                  <a:gd name="T50" fmla="*/ 1877 w 1877"/>
                  <a:gd name="T51" fmla="*/ 917 h 917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1877" h="917">
                    <a:moveTo>
                      <a:pt x="889" y="23"/>
                    </a:moveTo>
                    <a:cubicBezTo>
                      <a:pt x="804" y="39"/>
                      <a:pt x="771" y="98"/>
                      <a:pt x="692" y="109"/>
                    </a:cubicBezTo>
                    <a:cubicBezTo>
                      <a:pt x="613" y="120"/>
                      <a:pt x="511" y="81"/>
                      <a:pt x="415" y="91"/>
                    </a:cubicBezTo>
                    <a:cubicBezTo>
                      <a:pt x="319" y="101"/>
                      <a:pt x="174" y="126"/>
                      <a:pt x="112" y="170"/>
                    </a:cubicBezTo>
                    <a:cubicBezTo>
                      <a:pt x="51" y="214"/>
                      <a:pt x="66" y="294"/>
                      <a:pt x="50" y="353"/>
                    </a:cubicBezTo>
                    <a:cubicBezTo>
                      <a:pt x="34" y="412"/>
                      <a:pt x="0" y="479"/>
                      <a:pt x="14" y="528"/>
                    </a:cubicBezTo>
                    <a:cubicBezTo>
                      <a:pt x="29" y="577"/>
                      <a:pt x="57" y="608"/>
                      <a:pt x="139" y="650"/>
                    </a:cubicBezTo>
                    <a:cubicBezTo>
                      <a:pt x="221" y="692"/>
                      <a:pt x="372" y="742"/>
                      <a:pt x="505" y="781"/>
                    </a:cubicBezTo>
                    <a:cubicBezTo>
                      <a:pt x="638" y="820"/>
                      <a:pt x="789" y="866"/>
                      <a:pt x="933" y="886"/>
                    </a:cubicBezTo>
                    <a:cubicBezTo>
                      <a:pt x="1077" y="906"/>
                      <a:pt x="1246" y="917"/>
                      <a:pt x="1370" y="901"/>
                    </a:cubicBezTo>
                    <a:cubicBezTo>
                      <a:pt x="1494" y="885"/>
                      <a:pt x="1594" y="839"/>
                      <a:pt x="1676" y="793"/>
                    </a:cubicBezTo>
                    <a:cubicBezTo>
                      <a:pt x="1758" y="747"/>
                      <a:pt x="1843" y="720"/>
                      <a:pt x="1860" y="624"/>
                    </a:cubicBezTo>
                    <a:cubicBezTo>
                      <a:pt x="1877" y="528"/>
                      <a:pt x="1835" y="306"/>
                      <a:pt x="1776" y="219"/>
                    </a:cubicBezTo>
                    <a:cubicBezTo>
                      <a:pt x="1717" y="132"/>
                      <a:pt x="1599" y="134"/>
                      <a:pt x="1503" y="100"/>
                    </a:cubicBezTo>
                    <a:cubicBezTo>
                      <a:pt x="1407" y="66"/>
                      <a:pt x="1302" y="26"/>
                      <a:pt x="1200" y="13"/>
                    </a:cubicBezTo>
                    <a:cubicBezTo>
                      <a:pt x="1098" y="0"/>
                      <a:pt x="974" y="7"/>
                      <a:pt x="889" y="23"/>
                    </a:cubicBezTo>
                    <a:close/>
                  </a:path>
                </a:pathLst>
              </a:custGeom>
              <a:solidFill>
                <a:srgbClr val="9CDFF9"/>
              </a:solidFill>
              <a:ln>
                <a:noFill/>
              </a:ln>
            </p:spPr>
            <p:txBody>
              <a:bodyPr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2100" dirty="0">
                    <a:solidFill>
                      <a:srgbClr val="000000"/>
                    </a:solidFill>
                    <a:latin typeface="Calibri"/>
                    <a:ea typeface="ＭＳ Ｐゴシック" panose="020B0600070205080204" pitchFamily="34" charset="-128"/>
                    <a:cs typeface="Arial"/>
                  </a:rPr>
                  <a:t>             </a:t>
                </a:r>
              </a:p>
            </p:txBody>
          </p:sp>
        </p:grpSp>
      </p:grpSp>
      <p:sp>
        <p:nvSpPr>
          <p:cNvPr id="182" name="Freeform 103">
            <a:extLst>
              <a:ext uri="{FF2B5EF4-FFF2-40B4-BE49-F238E27FC236}">
                <a16:creationId xmlns:a16="http://schemas.microsoft.com/office/drawing/2014/main" id="{DEF6D5D3-E4DA-4B46-BBC5-93311E115D92}"/>
              </a:ext>
            </a:extLst>
          </p:cNvPr>
          <p:cNvSpPr>
            <a:spLocks/>
          </p:cNvSpPr>
          <p:nvPr/>
        </p:nvSpPr>
        <p:spPr bwMode="auto">
          <a:xfrm>
            <a:off x="7721259" y="2482854"/>
            <a:ext cx="667827" cy="2184419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kern="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83" name="Freeform 70">
            <a:extLst>
              <a:ext uri="{FF2B5EF4-FFF2-40B4-BE49-F238E27FC236}">
                <a16:creationId xmlns:a16="http://schemas.microsoft.com/office/drawing/2014/main" id="{4A88383C-61F9-1949-9D88-EC83EDA3F2B6}"/>
              </a:ext>
            </a:extLst>
          </p:cNvPr>
          <p:cNvSpPr>
            <a:spLocks/>
          </p:cNvSpPr>
          <p:nvPr/>
        </p:nvSpPr>
        <p:spPr bwMode="auto">
          <a:xfrm>
            <a:off x="640762" y="2549742"/>
            <a:ext cx="634983" cy="2191649"/>
          </a:xfrm>
          <a:custGeom>
            <a:avLst/>
            <a:gdLst>
              <a:gd name="T0" fmla="*/ 0 w 348"/>
              <a:gd name="T1" fmla="*/ 2147483647 h 1312"/>
              <a:gd name="T2" fmla="*/ 2147483647 w 348"/>
              <a:gd name="T3" fmla="*/ 0 h 1312"/>
              <a:gd name="T4" fmla="*/ 2147483647 w 348"/>
              <a:gd name="T5" fmla="*/ 2147483647 h 1312"/>
              <a:gd name="T6" fmla="*/ 2147483647 w 348"/>
              <a:gd name="T7" fmla="*/ 2147483647 h 1312"/>
              <a:gd name="T8" fmla="*/ 0 w 348"/>
              <a:gd name="T9" fmla="*/ 2147483647 h 131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48" h="1312">
                <a:moveTo>
                  <a:pt x="0" y="1306"/>
                </a:moveTo>
                <a:lnTo>
                  <a:pt x="348" y="0"/>
                </a:lnTo>
                <a:lnTo>
                  <a:pt x="342" y="1258"/>
                </a:lnTo>
                <a:lnTo>
                  <a:pt x="180" y="1312"/>
                </a:lnTo>
                <a:lnTo>
                  <a:pt x="0" y="1306"/>
                </a:ln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100000">
                <a:srgbClr val="B2B2B2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kern="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grpSp>
        <p:nvGrpSpPr>
          <p:cNvPr id="222" name="Group 185">
            <a:extLst>
              <a:ext uri="{FF2B5EF4-FFF2-40B4-BE49-F238E27FC236}">
                <a16:creationId xmlns:a16="http://schemas.microsoft.com/office/drawing/2014/main" id="{7750F2FB-96FA-374A-AF56-26502EF04672}"/>
              </a:ext>
            </a:extLst>
          </p:cNvPr>
          <p:cNvGrpSpPr>
            <a:grpSpLocks/>
          </p:cNvGrpSpPr>
          <p:nvPr/>
        </p:nvGrpSpPr>
        <p:grpSpPr bwMode="auto">
          <a:xfrm>
            <a:off x="8216766" y="4042320"/>
            <a:ext cx="412374" cy="802661"/>
            <a:chOff x="4140" y="429"/>
            <a:chExt cx="1425" cy="2396"/>
          </a:xfrm>
        </p:grpSpPr>
        <p:sp>
          <p:nvSpPr>
            <p:cNvPr id="223" name="Freeform 186">
              <a:extLst>
                <a:ext uri="{FF2B5EF4-FFF2-40B4-BE49-F238E27FC236}">
                  <a16:creationId xmlns:a16="http://schemas.microsoft.com/office/drawing/2014/main" id="{E441858B-A566-F746-B48C-912CA3020CC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24" name="Rectangle 187">
              <a:extLst>
                <a:ext uri="{FF2B5EF4-FFF2-40B4-BE49-F238E27FC236}">
                  <a16:creationId xmlns:a16="http://schemas.microsoft.com/office/drawing/2014/main" id="{20003129-35A4-1E46-8065-8AF4C6403D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429"/>
              <a:ext cx="1053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225" name="Freeform 188">
              <a:extLst>
                <a:ext uri="{FF2B5EF4-FFF2-40B4-BE49-F238E27FC236}">
                  <a16:creationId xmlns:a16="http://schemas.microsoft.com/office/drawing/2014/main" id="{6F94D7AE-C4D1-AF4A-B970-086B7D245AC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26" name="Freeform 189">
              <a:extLst>
                <a:ext uri="{FF2B5EF4-FFF2-40B4-BE49-F238E27FC236}">
                  <a16:creationId xmlns:a16="http://schemas.microsoft.com/office/drawing/2014/main" id="{EAFC03EF-54DF-8942-9852-25739DA158B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27" name="Rectangle 190">
              <a:extLst>
                <a:ext uri="{FF2B5EF4-FFF2-40B4-BE49-F238E27FC236}">
                  <a16:creationId xmlns:a16="http://schemas.microsoft.com/office/drawing/2014/main" id="{2241F7B6-5281-A74E-8DCB-3BE3777E93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9" y="693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228" name="Group 191">
              <a:extLst>
                <a:ext uri="{FF2B5EF4-FFF2-40B4-BE49-F238E27FC236}">
                  <a16:creationId xmlns:a16="http://schemas.microsoft.com/office/drawing/2014/main" id="{02DB0249-6EBB-FF4B-B17F-CC771B255D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53" name="AutoShape 192">
                <a:extLst>
                  <a:ext uri="{FF2B5EF4-FFF2-40B4-BE49-F238E27FC236}">
                    <a16:creationId xmlns:a16="http://schemas.microsoft.com/office/drawing/2014/main" id="{BE55370E-BC12-1B42-9E3C-C950033EEF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4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254" name="AutoShape 193">
                <a:extLst>
                  <a:ext uri="{FF2B5EF4-FFF2-40B4-BE49-F238E27FC236}">
                    <a16:creationId xmlns:a16="http://schemas.microsoft.com/office/drawing/2014/main" id="{1BBB99EB-2FFB-5942-9855-24BEE1C689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3" y="2582"/>
                <a:ext cx="692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229" name="Rectangle 194">
              <a:extLst>
                <a:ext uri="{FF2B5EF4-FFF2-40B4-BE49-F238E27FC236}">
                  <a16:creationId xmlns:a16="http://schemas.microsoft.com/office/drawing/2014/main" id="{9C5699FC-2B4E-BD46-B9CC-CA578E2EA7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2" y="1017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230" name="Group 195">
              <a:extLst>
                <a:ext uri="{FF2B5EF4-FFF2-40B4-BE49-F238E27FC236}">
                  <a16:creationId xmlns:a16="http://schemas.microsoft.com/office/drawing/2014/main" id="{676615F3-A30A-9740-8080-AFEE6BAAEF9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51" name="AutoShape 196">
                <a:extLst>
                  <a:ext uri="{FF2B5EF4-FFF2-40B4-BE49-F238E27FC236}">
                    <a16:creationId xmlns:a16="http://schemas.microsoft.com/office/drawing/2014/main" id="{D31569A0-2CDC-3B4B-B7FA-067BF2CB0D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0"/>
                <a:ext cx="724" cy="16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252" name="AutoShape 197">
                <a:extLst>
                  <a:ext uri="{FF2B5EF4-FFF2-40B4-BE49-F238E27FC236}">
                    <a16:creationId xmlns:a16="http://schemas.microsoft.com/office/drawing/2014/main" id="{5D70C5E6-3DFB-1D45-8469-DE5EA96E13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6"/>
                <a:ext cx="692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231" name="Rectangle 198">
              <a:extLst>
                <a:ext uri="{FF2B5EF4-FFF2-40B4-BE49-F238E27FC236}">
                  <a16:creationId xmlns:a16="http://schemas.microsoft.com/office/drawing/2014/main" id="{AE060187-10EA-1F4E-AEDE-8C6C0E8358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6" y="1357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232" name="Rectangle 199">
              <a:extLst>
                <a:ext uri="{FF2B5EF4-FFF2-40B4-BE49-F238E27FC236}">
                  <a16:creationId xmlns:a16="http://schemas.microsoft.com/office/drawing/2014/main" id="{32874526-51C0-C749-BDC8-3D9F62AFE7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4"/>
              <a:ext cx="593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233" name="Group 200">
              <a:extLst>
                <a:ext uri="{FF2B5EF4-FFF2-40B4-BE49-F238E27FC236}">
                  <a16:creationId xmlns:a16="http://schemas.microsoft.com/office/drawing/2014/main" id="{09E63F43-E74F-6045-A673-3756891EE94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49" name="AutoShape 201">
                <a:extLst>
                  <a:ext uri="{FF2B5EF4-FFF2-40B4-BE49-F238E27FC236}">
                    <a16:creationId xmlns:a16="http://schemas.microsoft.com/office/drawing/2014/main" id="{0296B9BB-82CD-2A45-8E56-F4ACF6FCC0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8"/>
                <a:ext cx="730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250" name="AutoShape 202">
                <a:extLst>
                  <a:ext uri="{FF2B5EF4-FFF2-40B4-BE49-F238E27FC236}">
                    <a16:creationId xmlns:a16="http://schemas.microsoft.com/office/drawing/2014/main" id="{DD3C3254-A817-B449-AE0F-31BEFF504A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3"/>
                <a:ext cx="699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234" name="Freeform 203">
              <a:extLst>
                <a:ext uri="{FF2B5EF4-FFF2-40B4-BE49-F238E27FC236}">
                  <a16:creationId xmlns:a16="http://schemas.microsoft.com/office/drawing/2014/main" id="{D05041BE-8046-EB49-A23A-C7FEB06D910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grpSp>
          <p:nvGrpSpPr>
            <p:cNvPr id="235" name="Group 204">
              <a:extLst>
                <a:ext uri="{FF2B5EF4-FFF2-40B4-BE49-F238E27FC236}">
                  <a16:creationId xmlns:a16="http://schemas.microsoft.com/office/drawing/2014/main" id="{BD1D997D-F690-4C4E-9473-F0433427C91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47" name="AutoShape 205">
                <a:extLst>
                  <a:ext uri="{FF2B5EF4-FFF2-40B4-BE49-F238E27FC236}">
                    <a16:creationId xmlns:a16="http://schemas.microsoft.com/office/drawing/2014/main" id="{631C3D3D-8F7D-6F44-AD56-665A5242B6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6"/>
                <a:ext cx="723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248" name="AutoShape 206">
                <a:extLst>
                  <a:ext uri="{FF2B5EF4-FFF2-40B4-BE49-F238E27FC236}">
                    <a16:creationId xmlns:a16="http://schemas.microsoft.com/office/drawing/2014/main" id="{E7F87D38-4528-0F45-9911-B79B599D25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2"/>
                <a:ext cx="691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236" name="Rectangle 207">
              <a:extLst>
                <a:ext uri="{FF2B5EF4-FFF2-40B4-BE49-F238E27FC236}">
                  <a16:creationId xmlns:a16="http://schemas.microsoft.com/office/drawing/2014/main" id="{60B24777-81BE-BC42-AC64-6F2229E5FB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69" cy="2288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237" name="Freeform 208">
              <a:extLst>
                <a:ext uri="{FF2B5EF4-FFF2-40B4-BE49-F238E27FC236}">
                  <a16:creationId xmlns:a16="http://schemas.microsoft.com/office/drawing/2014/main" id="{FD1049FD-ADAC-FC43-A186-6585ECAE433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38" name="Freeform 209">
              <a:extLst>
                <a:ext uri="{FF2B5EF4-FFF2-40B4-BE49-F238E27FC236}">
                  <a16:creationId xmlns:a16="http://schemas.microsoft.com/office/drawing/2014/main" id="{A25585BA-2AFC-3047-B9D5-7CC45D5DBC4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39" name="Oval 210">
              <a:extLst>
                <a:ext uri="{FF2B5EF4-FFF2-40B4-BE49-F238E27FC236}">
                  <a16:creationId xmlns:a16="http://schemas.microsoft.com/office/drawing/2014/main" id="{78C608B6-FCB9-3F43-A504-D33DD77827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09"/>
              <a:ext cx="50" cy="97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240" name="Freeform 211">
              <a:extLst>
                <a:ext uri="{FF2B5EF4-FFF2-40B4-BE49-F238E27FC236}">
                  <a16:creationId xmlns:a16="http://schemas.microsoft.com/office/drawing/2014/main" id="{F24BE4FA-86B6-5840-8B76-BF70EF006A8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41" name="AutoShape 212">
              <a:extLst>
                <a:ext uri="{FF2B5EF4-FFF2-40B4-BE49-F238E27FC236}">
                  <a16:creationId xmlns:a16="http://schemas.microsoft.com/office/drawing/2014/main" id="{22C6B4EC-00C6-BA43-95E2-370E8204DD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9"/>
              <a:ext cx="1198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242" name="AutoShape 213">
              <a:extLst>
                <a:ext uri="{FF2B5EF4-FFF2-40B4-BE49-F238E27FC236}">
                  <a16:creationId xmlns:a16="http://schemas.microsoft.com/office/drawing/2014/main" id="{7B9210ED-D802-C84E-8A67-93399801B5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2712"/>
              <a:ext cx="1072" cy="81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243" name="Oval 214">
              <a:extLst>
                <a:ext uri="{FF2B5EF4-FFF2-40B4-BE49-F238E27FC236}">
                  <a16:creationId xmlns:a16="http://schemas.microsoft.com/office/drawing/2014/main" id="{552E77C8-7BFE-BF4D-8F0B-DF6513BE64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0" y="2382"/>
              <a:ext cx="158" cy="146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244" name="Oval 215">
              <a:extLst>
                <a:ext uri="{FF2B5EF4-FFF2-40B4-BE49-F238E27FC236}">
                  <a16:creationId xmlns:a16="http://schemas.microsoft.com/office/drawing/2014/main" id="{86496A7E-E21F-444D-B883-E410329FF2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2"/>
              <a:ext cx="158" cy="14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100" kern="0" dirty="0">
                <a:solidFill>
                  <a:srgbClr val="FF0000"/>
                </a:solidFill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45" name="Oval 216">
              <a:extLst>
                <a:ext uri="{FF2B5EF4-FFF2-40B4-BE49-F238E27FC236}">
                  <a16:creationId xmlns:a16="http://schemas.microsoft.com/office/drawing/2014/main" id="{555E4B0D-EDB2-D04B-B9AD-93FA92DDAA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3" y="2382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246" name="Rectangle 217">
              <a:extLst>
                <a:ext uri="{FF2B5EF4-FFF2-40B4-BE49-F238E27FC236}">
                  <a16:creationId xmlns:a16="http://schemas.microsoft.com/office/drawing/2014/main" id="{DE659B39-E72A-634A-A2AC-C4BA4DC9C6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7"/>
              <a:ext cx="88" cy="761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95E1F04B-A3B3-534D-A252-A4AC29C657DE}"/>
              </a:ext>
            </a:extLst>
          </p:cNvPr>
          <p:cNvSpPr txBox="1"/>
          <p:nvPr/>
        </p:nvSpPr>
        <p:spPr>
          <a:xfrm>
            <a:off x="6360778" y="2010842"/>
            <a:ext cx="1598386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US" sz="2100" dirty="0">
                <a:solidFill>
                  <a:prstClr val="black"/>
                </a:solidFill>
                <a:latin typeface="Calibri"/>
              </a:rPr>
              <a:t>SNMP server</a:t>
            </a:r>
          </a:p>
        </p:txBody>
      </p:sp>
      <p:sp>
        <p:nvSpPr>
          <p:cNvPr id="263" name="TextBox 262">
            <a:extLst>
              <a:ext uri="{FF2B5EF4-FFF2-40B4-BE49-F238E27FC236}">
                <a16:creationId xmlns:a16="http://schemas.microsoft.com/office/drawing/2014/main" id="{DC4B02DA-C340-9945-87C2-952E1901FB43}"/>
              </a:ext>
            </a:extLst>
          </p:cNvPr>
          <p:cNvSpPr txBox="1"/>
          <p:nvPr/>
        </p:nvSpPr>
        <p:spPr>
          <a:xfrm>
            <a:off x="1451490" y="2104298"/>
            <a:ext cx="1514261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US" sz="2100" dirty="0">
                <a:solidFill>
                  <a:prstClr val="black"/>
                </a:solidFill>
                <a:latin typeface="Calibri"/>
              </a:rPr>
              <a:t>SNMP client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4AFD9EC-1CA1-D34D-965E-2E8D95748C38}"/>
              </a:ext>
            </a:extLst>
          </p:cNvPr>
          <p:cNvGrpSpPr/>
          <p:nvPr/>
        </p:nvGrpSpPr>
        <p:grpSpPr>
          <a:xfrm>
            <a:off x="6382764" y="2415966"/>
            <a:ext cx="1459754" cy="2184419"/>
            <a:chOff x="8091785" y="2078288"/>
            <a:chExt cx="2364905" cy="2912558"/>
          </a:xfrm>
        </p:grpSpPr>
        <p:sp>
          <p:nvSpPr>
            <p:cNvPr id="145" name="Rectangle 23">
              <a:extLst>
                <a:ext uri="{FF2B5EF4-FFF2-40B4-BE49-F238E27FC236}">
                  <a16:creationId xmlns:a16="http://schemas.microsoft.com/office/drawing/2014/main" id="{F1314FFD-BA11-A042-BA84-1061E37290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79440" y="2078288"/>
              <a:ext cx="2277250" cy="2799267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2700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46" name="Rectangle 24">
              <a:extLst>
                <a:ext uri="{FF2B5EF4-FFF2-40B4-BE49-F238E27FC236}">
                  <a16:creationId xmlns:a16="http://schemas.microsoft.com/office/drawing/2014/main" id="{89D8A59C-E128-B74A-B94F-06FAC9DB73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1785" y="2167472"/>
              <a:ext cx="2254867" cy="2823374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2700" kern="0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47" name="Line 25">
              <a:extLst>
                <a:ext uri="{FF2B5EF4-FFF2-40B4-BE49-F238E27FC236}">
                  <a16:creationId xmlns:a16="http://schemas.microsoft.com/office/drawing/2014/main" id="{B922FB1F-8B1A-1843-A740-29E910EB3E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08956" y="2749010"/>
              <a:ext cx="2238254" cy="482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48" name="Text Box 26">
              <a:extLst>
                <a:ext uri="{FF2B5EF4-FFF2-40B4-BE49-F238E27FC236}">
                  <a16:creationId xmlns:a16="http://schemas.microsoft.com/office/drawing/2014/main" id="{BE3B5056-5F96-5946-AEC3-17140DB163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76444" y="2832513"/>
              <a:ext cx="1703276" cy="7682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500" kern="0" dirty="0">
                  <a:solidFill>
                    <a:srgbClr val="000000"/>
                  </a:solidFill>
                </a:rPr>
                <a:t>transport</a:t>
              </a:r>
            </a:p>
            <a:p>
              <a:pPr algn="ctr" defTabSz="68580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500" kern="0" dirty="0">
                  <a:solidFill>
                    <a:srgbClr val="000000"/>
                  </a:solidFill>
                </a:rPr>
                <a:t>(UDP)</a:t>
              </a:r>
            </a:p>
          </p:txBody>
        </p:sp>
        <p:sp>
          <p:nvSpPr>
            <p:cNvPr id="149" name="Line 27">
              <a:extLst>
                <a:ext uri="{FF2B5EF4-FFF2-40B4-BE49-F238E27FC236}">
                  <a16:creationId xmlns:a16="http://schemas.microsoft.com/office/drawing/2014/main" id="{FF1A214D-FBCE-7342-8332-F3FA9C577B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08201" y="3602458"/>
              <a:ext cx="2233387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51" name="Text Box 26">
              <a:extLst>
                <a:ext uri="{FF2B5EF4-FFF2-40B4-BE49-F238E27FC236}">
                  <a16:creationId xmlns:a16="http://schemas.microsoft.com/office/drawing/2014/main" id="{50D62C6A-4C80-854F-A4B8-723E99A5A7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18436" y="4533099"/>
              <a:ext cx="2019294" cy="4296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500" kern="0" dirty="0">
                  <a:solidFill>
                    <a:srgbClr val="000000"/>
                  </a:solidFill>
                </a:rPr>
                <a:t>physical</a:t>
              </a:r>
            </a:p>
          </p:txBody>
        </p:sp>
        <p:sp>
          <p:nvSpPr>
            <p:cNvPr id="152" name="Text Box 26">
              <a:extLst>
                <a:ext uri="{FF2B5EF4-FFF2-40B4-BE49-F238E27FC236}">
                  <a16:creationId xmlns:a16="http://schemas.microsoft.com/office/drawing/2014/main" id="{A79D3A45-C33B-7046-9088-A02FAACCA1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18436" y="4088345"/>
              <a:ext cx="2019294" cy="4296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500" kern="0" dirty="0">
                  <a:solidFill>
                    <a:srgbClr val="000000"/>
                  </a:solidFill>
                </a:rPr>
                <a:t>link</a:t>
              </a:r>
            </a:p>
          </p:txBody>
        </p:sp>
        <p:sp>
          <p:nvSpPr>
            <p:cNvPr id="153" name="Text Box 26">
              <a:extLst>
                <a:ext uri="{FF2B5EF4-FFF2-40B4-BE49-F238E27FC236}">
                  <a16:creationId xmlns:a16="http://schemas.microsoft.com/office/drawing/2014/main" id="{F3520259-D4C5-3340-8000-3B8C746A77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18436" y="3646080"/>
              <a:ext cx="2019294" cy="4296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500" kern="0" dirty="0">
                  <a:solidFill>
                    <a:srgbClr val="000000"/>
                  </a:solidFill>
                </a:rPr>
                <a:t>network (IP)</a:t>
              </a:r>
            </a:p>
          </p:txBody>
        </p:sp>
        <p:sp>
          <p:nvSpPr>
            <p:cNvPr id="155" name="Line 27">
              <a:extLst>
                <a:ext uri="{FF2B5EF4-FFF2-40B4-BE49-F238E27FC236}">
                  <a16:creationId xmlns:a16="http://schemas.microsoft.com/office/drawing/2014/main" id="{E1326351-38D1-A440-A7B8-5079367D54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16255" y="4074895"/>
              <a:ext cx="223338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56" name="Line 27">
              <a:extLst>
                <a:ext uri="{FF2B5EF4-FFF2-40B4-BE49-F238E27FC236}">
                  <a16:creationId xmlns:a16="http://schemas.microsoft.com/office/drawing/2014/main" id="{891B0B5D-A14D-1A40-B291-CC1A04A094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11389" y="4528049"/>
              <a:ext cx="223338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74" name="Text Box 26">
              <a:extLst>
                <a:ext uri="{FF2B5EF4-FFF2-40B4-BE49-F238E27FC236}">
                  <a16:creationId xmlns:a16="http://schemas.microsoft.com/office/drawing/2014/main" id="{D8A757BB-1762-8B47-A046-060F718CBC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79441" y="2284368"/>
              <a:ext cx="2019294" cy="4296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500" kern="0" dirty="0">
                  <a:solidFill>
                    <a:srgbClr val="000000"/>
                  </a:solidFill>
                </a:rPr>
                <a:t>application</a:t>
              </a:r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EA5C4C69-3F64-BA46-87DE-D8D9E085DAC9}"/>
              </a:ext>
            </a:extLst>
          </p:cNvPr>
          <p:cNvGrpSpPr/>
          <p:nvPr/>
        </p:nvGrpSpPr>
        <p:grpSpPr>
          <a:xfrm>
            <a:off x="1265828" y="2482854"/>
            <a:ext cx="1598776" cy="2184419"/>
            <a:chOff x="8091785" y="2078288"/>
            <a:chExt cx="2364905" cy="2912558"/>
          </a:xfrm>
        </p:grpSpPr>
        <p:sp>
          <p:nvSpPr>
            <p:cNvPr id="77" name="Rectangle 23">
              <a:extLst>
                <a:ext uri="{FF2B5EF4-FFF2-40B4-BE49-F238E27FC236}">
                  <a16:creationId xmlns:a16="http://schemas.microsoft.com/office/drawing/2014/main" id="{12A4D2D3-BB7A-1141-97E1-1746F6AB42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79440" y="2078288"/>
              <a:ext cx="2277250" cy="2799267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2700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8" name="Rectangle 24">
              <a:extLst>
                <a:ext uri="{FF2B5EF4-FFF2-40B4-BE49-F238E27FC236}">
                  <a16:creationId xmlns:a16="http://schemas.microsoft.com/office/drawing/2014/main" id="{CC2D939F-B2EB-B142-B2EB-F35198972B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1785" y="2167472"/>
              <a:ext cx="2254867" cy="2823374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2700" kern="0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9" name="Line 25">
              <a:extLst>
                <a:ext uri="{FF2B5EF4-FFF2-40B4-BE49-F238E27FC236}">
                  <a16:creationId xmlns:a16="http://schemas.microsoft.com/office/drawing/2014/main" id="{29206320-7227-5C45-BF48-477A94FE14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08956" y="2749010"/>
              <a:ext cx="2238254" cy="482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80" name="Text Box 26">
              <a:extLst>
                <a:ext uri="{FF2B5EF4-FFF2-40B4-BE49-F238E27FC236}">
                  <a16:creationId xmlns:a16="http://schemas.microsoft.com/office/drawing/2014/main" id="{09388CA4-5912-3745-991A-9A3E60719D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76445" y="2832513"/>
              <a:ext cx="1703276" cy="7682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500" kern="0" dirty="0">
                  <a:solidFill>
                    <a:srgbClr val="000000"/>
                  </a:solidFill>
                </a:rPr>
                <a:t>transport</a:t>
              </a:r>
            </a:p>
            <a:p>
              <a:pPr algn="ctr" defTabSz="68580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500" kern="0" dirty="0">
                  <a:solidFill>
                    <a:srgbClr val="000000"/>
                  </a:solidFill>
                </a:rPr>
                <a:t>(UDP)</a:t>
              </a:r>
            </a:p>
          </p:txBody>
        </p:sp>
        <p:sp>
          <p:nvSpPr>
            <p:cNvPr id="81" name="Line 27">
              <a:extLst>
                <a:ext uri="{FF2B5EF4-FFF2-40B4-BE49-F238E27FC236}">
                  <a16:creationId xmlns:a16="http://schemas.microsoft.com/office/drawing/2014/main" id="{7462DAE7-AE3D-CD41-8750-E700715A52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21121" y="3602458"/>
              <a:ext cx="223338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82" name="Text Box 26">
              <a:extLst>
                <a:ext uri="{FF2B5EF4-FFF2-40B4-BE49-F238E27FC236}">
                  <a16:creationId xmlns:a16="http://schemas.microsoft.com/office/drawing/2014/main" id="{B868290D-DE89-8749-A32C-C5FCE36D75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18435" y="4533099"/>
              <a:ext cx="2019294" cy="4296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500" kern="0" dirty="0">
                  <a:solidFill>
                    <a:srgbClr val="000000"/>
                  </a:solidFill>
                </a:rPr>
                <a:t>physical</a:t>
              </a:r>
            </a:p>
          </p:txBody>
        </p:sp>
        <p:sp>
          <p:nvSpPr>
            <p:cNvPr id="83" name="Text Box 26">
              <a:extLst>
                <a:ext uri="{FF2B5EF4-FFF2-40B4-BE49-F238E27FC236}">
                  <a16:creationId xmlns:a16="http://schemas.microsoft.com/office/drawing/2014/main" id="{18546DEE-76AB-C744-936A-7F4DF63895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18435" y="4088345"/>
              <a:ext cx="2019294" cy="4296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500" kern="0" dirty="0">
                  <a:solidFill>
                    <a:srgbClr val="000000"/>
                  </a:solidFill>
                </a:rPr>
                <a:t>link</a:t>
              </a:r>
            </a:p>
          </p:txBody>
        </p:sp>
        <p:sp>
          <p:nvSpPr>
            <p:cNvPr id="84" name="Text Box 26">
              <a:extLst>
                <a:ext uri="{FF2B5EF4-FFF2-40B4-BE49-F238E27FC236}">
                  <a16:creationId xmlns:a16="http://schemas.microsoft.com/office/drawing/2014/main" id="{9DE3AC7C-D9B1-ED4C-B925-37B3176773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18435" y="3646080"/>
              <a:ext cx="2019294" cy="4296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500" kern="0" dirty="0">
                  <a:solidFill>
                    <a:srgbClr val="000000"/>
                  </a:solidFill>
                </a:rPr>
                <a:t>network (IP)</a:t>
              </a:r>
            </a:p>
          </p:txBody>
        </p:sp>
        <p:sp>
          <p:nvSpPr>
            <p:cNvPr id="85" name="Line 27">
              <a:extLst>
                <a:ext uri="{FF2B5EF4-FFF2-40B4-BE49-F238E27FC236}">
                  <a16:creationId xmlns:a16="http://schemas.microsoft.com/office/drawing/2014/main" id="{266E1BE0-4561-9344-ACBD-29F42E90D9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16255" y="4074895"/>
              <a:ext cx="223338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86" name="Line 27">
              <a:extLst>
                <a:ext uri="{FF2B5EF4-FFF2-40B4-BE49-F238E27FC236}">
                  <a16:creationId xmlns:a16="http://schemas.microsoft.com/office/drawing/2014/main" id="{3ED696C7-AECF-C14F-8CD8-7153D36CBC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11389" y="4528049"/>
              <a:ext cx="223338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87" name="Text Box 26">
              <a:extLst>
                <a:ext uri="{FF2B5EF4-FFF2-40B4-BE49-F238E27FC236}">
                  <a16:creationId xmlns:a16="http://schemas.microsoft.com/office/drawing/2014/main" id="{42139D70-AB44-E047-B37E-AABECE1220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79439" y="2284368"/>
              <a:ext cx="2019294" cy="4296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500" kern="0" dirty="0">
                  <a:solidFill>
                    <a:srgbClr val="000000"/>
                  </a:solidFill>
                </a:rPr>
                <a:t>application</a:t>
              </a:r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EFA7BEBF-82FA-3440-93DD-AFB07D2DDF8D}"/>
              </a:ext>
            </a:extLst>
          </p:cNvPr>
          <p:cNvGrpSpPr/>
          <p:nvPr/>
        </p:nvGrpSpPr>
        <p:grpSpPr>
          <a:xfrm>
            <a:off x="375551" y="4564935"/>
            <a:ext cx="769892" cy="447865"/>
            <a:chOff x="7493876" y="2774731"/>
            <a:chExt cx="1481958" cy="894622"/>
          </a:xfrm>
        </p:grpSpPr>
        <p:sp>
          <p:nvSpPr>
            <p:cNvPr id="107" name="Freeform 106">
              <a:extLst>
                <a:ext uri="{FF2B5EF4-FFF2-40B4-BE49-F238E27FC236}">
                  <a16:creationId xmlns:a16="http://schemas.microsoft.com/office/drawing/2014/main" id="{FD49C136-01B9-DB45-BCCD-F4E482387145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/>
                </a:rPr>
                <a:t>                   </a:t>
              </a:r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3DF9189A-C970-C34D-8402-F20083341C95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/>
                </a:rPr>
                <a:t>              </a:t>
              </a:r>
            </a:p>
          </p:txBody>
        </p:sp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51F5139E-A5EB-E64B-B1E6-C3669AE818C6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10" name="Freeform 109">
                <a:extLst>
                  <a:ext uri="{FF2B5EF4-FFF2-40B4-BE49-F238E27FC236}">
                    <a16:creationId xmlns:a16="http://schemas.microsoft.com/office/drawing/2014/main" id="{7F7CB1D2-0FD2-A14F-A399-1C2D3650F2EA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111" name="Freeform 110">
                <a:extLst>
                  <a:ext uri="{FF2B5EF4-FFF2-40B4-BE49-F238E27FC236}">
                    <a16:creationId xmlns:a16="http://schemas.microsoft.com/office/drawing/2014/main" id="{688C61D0-9947-2E41-89C2-D2B4591C1F38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112" name="Freeform 111">
                <a:extLst>
                  <a:ext uri="{FF2B5EF4-FFF2-40B4-BE49-F238E27FC236}">
                    <a16:creationId xmlns:a16="http://schemas.microsoft.com/office/drawing/2014/main" id="{ADE46CF5-DF22-8F48-87EF-A46F29E0F1A9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113" name="Freeform 112">
                <a:extLst>
                  <a:ext uri="{FF2B5EF4-FFF2-40B4-BE49-F238E27FC236}">
                    <a16:creationId xmlns:a16="http://schemas.microsoft.com/office/drawing/2014/main" id="{CEACF782-B549-1D4E-B840-69A6AFFE6A7F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/>
                </a:endParaRPr>
              </a:p>
            </p:txBody>
          </p:sp>
        </p:grpSp>
      </p:grpSp>
      <p:sp>
        <p:nvSpPr>
          <p:cNvPr id="114" name="Title 1">
            <a:extLst>
              <a:ext uri="{FF2B5EF4-FFF2-40B4-BE49-F238E27FC236}">
                <a16:creationId xmlns:a16="http://schemas.microsoft.com/office/drawing/2014/main" id="{1464CB5C-96D6-3645-94B5-DB9FA7097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Connectionless transport: UDP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13D3B4-407C-AAF3-0A61-065859C5BC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UDP: Transport Layer Actions</a:t>
            </a:r>
          </a:p>
        </p:txBody>
      </p:sp>
      <p:grpSp>
        <p:nvGrpSpPr>
          <p:cNvPr id="115" name="Group 149">
            <a:extLst>
              <a:ext uri="{FF2B5EF4-FFF2-40B4-BE49-F238E27FC236}">
                <a16:creationId xmlns:a16="http://schemas.microsoft.com/office/drawing/2014/main" id="{D80894D4-838A-2B47-82E9-ED060F8608E9}"/>
              </a:ext>
            </a:extLst>
          </p:cNvPr>
          <p:cNvGrpSpPr>
            <a:grpSpLocks/>
          </p:cNvGrpSpPr>
          <p:nvPr/>
        </p:nvGrpSpPr>
        <p:grpSpPr bwMode="auto">
          <a:xfrm>
            <a:off x="1846655" y="2924267"/>
            <a:ext cx="309563" cy="119063"/>
            <a:chOff x="1287" y="2524"/>
            <a:chExt cx="260" cy="100"/>
          </a:xfrm>
        </p:grpSpPr>
        <p:sp>
          <p:nvSpPr>
            <p:cNvPr id="116" name="Rectangle 73">
              <a:extLst>
                <a:ext uri="{FF2B5EF4-FFF2-40B4-BE49-F238E27FC236}">
                  <a16:creationId xmlns:a16="http://schemas.microsoft.com/office/drawing/2014/main" id="{4F7EB976-F7A9-464D-96B7-3FE5D6F41C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117" name="Rectangle 74">
              <a:extLst>
                <a:ext uri="{FF2B5EF4-FFF2-40B4-BE49-F238E27FC236}">
                  <a16:creationId xmlns:a16="http://schemas.microsoft.com/office/drawing/2014/main" id="{4368CF72-2B59-FB4B-92FA-68E13D10F3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8" y="2537"/>
              <a:ext cx="155" cy="7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118" name="Rectangle 75">
              <a:extLst>
                <a:ext uri="{FF2B5EF4-FFF2-40B4-BE49-F238E27FC236}">
                  <a16:creationId xmlns:a16="http://schemas.microsoft.com/office/drawing/2014/main" id="{0D0AC942-AA10-F747-BEAC-52DAFF24DA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3" y="2582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119" name="Rectangle 129">
              <a:extLst>
                <a:ext uri="{FF2B5EF4-FFF2-40B4-BE49-F238E27FC236}">
                  <a16:creationId xmlns:a16="http://schemas.microsoft.com/office/drawing/2014/main" id="{C51B66A9-7495-DF44-B4DE-37BC9E90E0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</p:grpSp>
      <p:grpSp>
        <p:nvGrpSpPr>
          <p:cNvPr id="120" name="Group 149">
            <a:extLst>
              <a:ext uri="{FF2B5EF4-FFF2-40B4-BE49-F238E27FC236}">
                <a16:creationId xmlns:a16="http://schemas.microsoft.com/office/drawing/2014/main" id="{B5F38E94-4EF7-1F4B-AAC4-BF50DC083CD9}"/>
              </a:ext>
            </a:extLst>
          </p:cNvPr>
          <p:cNvGrpSpPr>
            <a:grpSpLocks/>
          </p:cNvGrpSpPr>
          <p:nvPr/>
        </p:nvGrpSpPr>
        <p:grpSpPr bwMode="auto">
          <a:xfrm>
            <a:off x="7260858" y="2862457"/>
            <a:ext cx="309563" cy="119063"/>
            <a:chOff x="1287" y="2524"/>
            <a:chExt cx="260" cy="100"/>
          </a:xfrm>
        </p:grpSpPr>
        <p:sp>
          <p:nvSpPr>
            <p:cNvPr id="121" name="Rectangle 73">
              <a:extLst>
                <a:ext uri="{FF2B5EF4-FFF2-40B4-BE49-F238E27FC236}">
                  <a16:creationId xmlns:a16="http://schemas.microsoft.com/office/drawing/2014/main" id="{71D7BEDA-E8D6-9F4F-8EE3-D5290D9AF3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122" name="Rectangle 74">
              <a:extLst>
                <a:ext uri="{FF2B5EF4-FFF2-40B4-BE49-F238E27FC236}">
                  <a16:creationId xmlns:a16="http://schemas.microsoft.com/office/drawing/2014/main" id="{D93A8064-E5FB-2844-9B3D-C598CCB67B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8" y="2537"/>
              <a:ext cx="155" cy="7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123" name="Rectangle 75">
              <a:extLst>
                <a:ext uri="{FF2B5EF4-FFF2-40B4-BE49-F238E27FC236}">
                  <a16:creationId xmlns:a16="http://schemas.microsoft.com/office/drawing/2014/main" id="{DF7AA994-9DC7-8349-BB16-6DED06C89A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3" y="2582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124" name="Rectangle 129">
              <a:extLst>
                <a:ext uri="{FF2B5EF4-FFF2-40B4-BE49-F238E27FC236}">
                  <a16:creationId xmlns:a16="http://schemas.microsoft.com/office/drawing/2014/main" id="{06FC6EA9-9071-D843-8C39-AFF854F3BE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B2BB341-9BE1-8640-8E8B-7EC80706964E}"/>
              </a:ext>
            </a:extLst>
          </p:cNvPr>
          <p:cNvSpPr txBox="1"/>
          <p:nvPr/>
        </p:nvSpPr>
        <p:spPr>
          <a:xfrm>
            <a:off x="3159358" y="2230276"/>
            <a:ext cx="29237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>
              <a:defRPr/>
            </a:pPr>
            <a:r>
              <a:rPr lang="en-US" sz="2100" dirty="0">
                <a:solidFill>
                  <a:prstClr val="black"/>
                </a:solidFill>
                <a:latin typeface="Calibri"/>
              </a:rPr>
              <a:t>UDP sender actions:</a:t>
            </a:r>
          </a:p>
          <a:p>
            <a:pPr marL="214313" indent="-164306" defTabSz="685800">
              <a:buClr>
                <a:srgbClr val="0200A3"/>
              </a:buClr>
              <a:buFont typeface="Wingdings" pitchFamily="2" charset="2"/>
              <a:buChar char="§"/>
              <a:defRPr/>
            </a:pPr>
            <a:endParaRPr lang="en-US" sz="15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6480FBEB-6DAE-6343-96A8-03D66CDE01DB}"/>
              </a:ext>
            </a:extLst>
          </p:cNvPr>
          <p:cNvSpPr/>
          <p:nvPr/>
        </p:nvSpPr>
        <p:spPr>
          <a:xfrm>
            <a:off x="6376591" y="2415934"/>
            <a:ext cx="1490111" cy="220377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350" dirty="0">
              <a:solidFill>
                <a:prstClr val="white"/>
              </a:solidFill>
              <a:latin typeface="Calibri"/>
            </a:endParaRP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CA134BD1-8CE1-DD46-92D0-46AEECA91934}"/>
              </a:ext>
            </a:extLst>
          </p:cNvPr>
          <p:cNvGrpSpPr/>
          <p:nvPr/>
        </p:nvGrpSpPr>
        <p:grpSpPr>
          <a:xfrm>
            <a:off x="6847623" y="2584582"/>
            <a:ext cx="944306" cy="300082"/>
            <a:chOff x="8934916" y="2775692"/>
            <a:chExt cx="1259074" cy="400109"/>
          </a:xfrm>
        </p:grpSpPr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6A02A536-E595-E54F-85ED-50268229A5F1}"/>
                </a:ext>
              </a:extLst>
            </p:cNvPr>
            <p:cNvSpPr/>
            <p:nvPr/>
          </p:nvSpPr>
          <p:spPr>
            <a:xfrm>
              <a:off x="8964931" y="2842303"/>
              <a:ext cx="1140727" cy="246705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26EE5E72-5714-C64B-A3D2-C89CD03AFF69}"/>
                </a:ext>
              </a:extLst>
            </p:cNvPr>
            <p:cNvSpPr txBox="1"/>
            <p:nvPr/>
          </p:nvSpPr>
          <p:spPr>
            <a:xfrm>
              <a:off x="8934916" y="2775692"/>
              <a:ext cx="1259074" cy="400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85800">
                <a:defRPr/>
              </a:pPr>
              <a:r>
                <a:rPr lang="en-US" sz="1350" dirty="0">
                  <a:solidFill>
                    <a:prstClr val="black"/>
                  </a:solidFill>
                  <a:latin typeface="Calibri"/>
                </a:rPr>
                <a:t>SNMP msg</a:t>
              </a:r>
            </a:p>
          </p:txBody>
        </p:sp>
      </p:grpSp>
      <p:sp>
        <p:nvSpPr>
          <p:cNvPr id="91" name="TextBox 90">
            <a:extLst>
              <a:ext uri="{FF2B5EF4-FFF2-40B4-BE49-F238E27FC236}">
                <a16:creationId xmlns:a16="http://schemas.microsoft.com/office/drawing/2014/main" id="{44FC0E6A-CBE5-AC4B-BF65-426B6D4CBC72}"/>
              </a:ext>
            </a:extLst>
          </p:cNvPr>
          <p:cNvSpPr txBox="1"/>
          <p:nvPr/>
        </p:nvSpPr>
        <p:spPr>
          <a:xfrm>
            <a:off x="3293658" y="2601075"/>
            <a:ext cx="2869092" cy="5652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164306" defTabSz="685800">
              <a:lnSpc>
                <a:spcPct val="85000"/>
              </a:lnSpc>
              <a:buClr>
                <a:srgbClr val="0200A3"/>
              </a:buClr>
              <a:buFont typeface="Wingdings" pitchFamily="2" charset="2"/>
              <a:buChar char="§"/>
              <a:defRPr/>
            </a:pPr>
            <a:r>
              <a:rPr lang="en-US" dirty="0">
                <a:solidFill>
                  <a:prstClr val="black"/>
                </a:solidFill>
                <a:latin typeface="Calibri"/>
              </a:rPr>
              <a:t>is passed an application-layer message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D9421943-E484-5046-BEAC-6D59475EF6C3}"/>
              </a:ext>
            </a:extLst>
          </p:cNvPr>
          <p:cNvSpPr txBox="1"/>
          <p:nvPr/>
        </p:nvSpPr>
        <p:spPr>
          <a:xfrm>
            <a:off x="3291140" y="3100438"/>
            <a:ext cx="2869092" cy="5652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164306" defTabSz="685800">
              <a:lnSpc>
                <a:spcPct val="85000"/>
              </a:lnSpc>
              <a:buClr>
                <a:srgbClr val="0200A3"/>
              </a:buClr>
              <a:buFont typeface="Wingdings" pitchFamily="2" charset="2"/>
              <a:buChar char="§"/>
              <a:defRPr/>
            </a:pPr>
            <a:r>
              <a:rPr lang="en-US" dirty="0">
                <a:solidFill>
                  <a:prstClr val="black"/>
                </a:solidFill>
                <a:latin typeface="Calibri"/>
              </a:rPr>
              <a:t>determines UDP segment header fields values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BFD6C411-175C-8D4E-9A66-3E03AAA9F0F9}"/>
              </a:ext>
            </a:extLst>
          </p:cNvPr>
          <p:cNvSpPr txBox="1"/>
          <p:nvPr/>
        </p:nvSpPr>
        <p:spPr>
          <a:xfrm>
            <a:off x="3282519" y="3551897"/>
            <a:ext cx="2869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164306" defTabSz="685800">
              <a:buClr>
                <a:srgbClr val="0200A3"/>
              </a:buClr>
              <a:buFont typeface="Wingdings" pitchFamily="2" charset="2"/>
              <a:buChar char="§"/>
              <a:defRPr/>
            </a:pPr>
            <a:r>
              <a:rPr lang="en-US" dirty="0">
                <a:solidFill>
                  <a:prstClr val="black"/>
                </a:solidFill>
                <a:latin typeface="Calibri"/>
              </a:rPr>
              <a:t>creates UDP segment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A88394C2-8FDA-8F48-B59B-B744ABBDA541}"/>
              </a:ext>
            </a:extLst>
          </p:cNvPr>
          <p:cNvSpPr txBox="1"/>
          <p:nvPr/>
        </p:nvSpPr>
        <p:spPr>
          <a:xfrm>
            <a:off x="3286027" y="3876122"/>
            <a:ext cx="2869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164306" defTabSz="685800">
              <a:buClr>
                <a:srgbClr val="0200A3"/>
              </a:buClr>
              <a:buFont typeface="Wingdings" pitchFamily="2" charset="2"/>
              <a:buChar char="§"/>
              <a:defRPr/>
            </a:pPr>
            <a:r>
              <a:rPr lang="en-US" dirty="0">
                <a:solidFill>
                  <a:prstClr val="black"/>
                </a:solidFill>
                <a:latin typeface="Calibri"/>
              </a:rPr>
              <a:t>passes segment to IP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EB709716-FAB0-AB45-BCAE-75F8CF2AEC09}"/>
              </a:ext>
            </a:extLst>
          </p:cNvPr>
          <p:cNvSpPr/>
          <p:nvPr/>
        </p:nvSpPr>
        <p:spPr>
          <a:xfrm>
            <a:off x="127000" y="1864783"/>
            <a:ext cx="2792584" cy="330200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350" dirty="0">
              <a:solidFill>
                <a:prstClr val="white"/>
              </a:solidFill>
              <a:latin typeface="Calibri"/>
            </a:endParaRPr>
          </a:p>
        </p:txBody>
      </p: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73FB16D4-A4BA-C046-940D-43D50465EB6F}"/>
              </a:ext>
            </a:extLst>
          </p:cNvPr>
          <p:cNvGrpSpPr/>
          <p:nvPr/>
        </p:nvGrpSpPr>
        <p:grpSpPr>
          <a:xfrm>
            <a:off x="6355167" y="3031778"/>
            <a:ext cx="944306" cy="276999"/>
            <a:chOff x="8964789" y="2639236"/>
            <a:chExt cx="1259074" cy="369332"/>
          </a:xfrm>
        </p:grpSpPr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CA58A03E-5455-0E40-8FB9-71E1E5E2CADE}"/>
                </a:ext>
              </a:extLst>
            </p:cNvPr>
            <p:cNvSpPr/>
            <p:nvPr/>
          </p:nvSpPr>
          <p:spPr>
            <a:xfrm>
              <a:off x="9032744" y="2707400"/>
              <a:ext cx="543189" cy="246705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97A208B0-D27E-5D40-B156-11CB7075B098}"/>
                </a:ext>
              </a:extLst>
            </p:cNvPr>
            <p:cNvSpPr txBox="1"/>
            <p:nvPr/>
          </p:nvSpPr>
          <p:spPr>
            <a:xfrm>
              <a:off x="8964789" y="2639236"/>
              <a:ext cx="12590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85800">
                <a:defRPr/>
              </a:pPr>
              <a:r>
                <a:rPr lang="en-US" sz="1200" dirty="0">
                  <a:solidFill>
                    <a:prstClr val="black"/>
                  </a:solidFill>
                  <a:latin typeface="Calibri"/>
                </a:rPr>
                <a:t>UDP</a:t>
              </a:r>
              <a:r>
                <a:rPr lang="en-US" sz="1200" baseline="-25000" dirty="0">
                  <a:solidFill>
                    <a:prstClr val="black"/>
                  </a:solidFill>
                  <a:latin typeface="Calibri"/>
                </a:rPr>
                <a:t>h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E73E5E98-A439-0647-8DF1-844937CD72A0}"/>
              </a:ext>
            </a:extLst>
          </p:cNvPr>
          <p:cNvGrpSpPr/>
          <p:nvPr/>
        </p:nvGrpSpPr>
        <p:grpSpPr>
          <a:xfrm>
            <a:off x="6408789" y="3040122"/>
            <a:ext cx="1363517" cy="300082"/>
            <a:chOff x="7863122" y="5632673"/>
            <a:chExt cx="1818022" cy="400109"/>
          </a:xfrm>
        </p:grpSpPr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39CCB6B2-1F81-ED45-AF48-A3187F0215CC}"/>
                </a:ext>
              </a:extLst>
            </p:cNvPr>
            <p:cNvGrpSpPr/>
            <p:nvPr/>
          </p:nvGrpSpPr>
          <p:grpSpPr>
            <a:xfrm>
              <a:off x="7863122" y="5638955"/>
              <a:ext cx="1259074" cy="369332"/>
              <a:chOff x="8964789" y="2648929"/>
              <a:chExt cx="1259074" cy="369332"/>
            </a:xfrm>
          </p:grpSpPr>
          <p:sp>
            <p:nvSpPr>
              <p:cNvPr id="100" name="Rectangle 99">
                <a:extLst>
                  <a:ext uri="{FF2B5EF4-FFF2-40B4-BE49-F238E27FC236}">
                    <a16:creationId xmlns:a16="http://schemas.microsoft.com/office/drawing/2014/main" id="{B77AF83C-DA1E-A642-9E78-5EEE36A0AD7E}"/>
                  </a:ext>
                </a:extLst>
              </p:cNvPr>
              <p:cNvSpPr/>
              <p:nvPr/>
            </p:nvSpPr>
            <p:spPr>
              <a:xfrm>
                <a:off x="9032744" y="2707400"/>
                <a:ext cx="543189" cy="246705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AB8C9E1E-8C93-DA4B-813F-B38E4305D2BE}"/>
                  </a:ext>
                </a:extLst>
              </p:cNvPr>
              <p:cNvSpPr txBox="1"/>
              <p:nvPr/>
            </p:nvSpPr>
            <p:spPr>
              <a:xfrm>
                <a:off x="8964789" y="2648929"/>
                <a:ext cx="125907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685800">
                  <a:defRPr/>
                </a:pPr>
                <a:r>
                  <a:rPr lang="en-US" sz="1200" dirty="0">
                    <a:solidFill>
                      <a:prstClr val="black"/>
                    </a:solidFill>
                    <a:latin typeface="Calibri"/>
                  </a:rPr>
                  <a:t>UDP</a:t>
                </a:r>
                <a:r>
                  <a:rPr lang="en-US" sz="1200" baseline="-25000" dirty="0">
                    <a:solidFill>
                      <a:prstClr val="black"/>
                    </a:solidFill>
                    <a:latin typeface="Calibri"/>
                  </a:rPr>
                  <a:t>h</a:t>
                </a:r>
              </a:p>
            </p:txBody>
          </p:sp>
        </p:grpSp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8B56BF3A-3903-6343-9BD8-2E85489C092E}"/>
                </a:ext>
              </a:extLst>
            </p:cNvPr>
            <p:cNvGrpSpPr/>
            <p:nvPr/>
          </p:nvGrpSpPr>
          <p:grpSpPr>
            <a:xfrm>
              <a:off x="8422070" y="5632673"/>
              <a:ext cx="1259074" cy="400109"/>
              <a:chOff x="8934916" y="2778923"/>
              <a:chExt cx="1259074" cy="400109"/>
            </a:xfrm>
          </p:grpSpPr>
          <p:sp>
            <p:nvSpPr>
              <p:cNvPr id="104" name="Rectangle 103">
                <a:extLst>
                  <a:ext uri="{FF2B5EF4-FFF2-40B4-BE49-F238E27FC236}">
                    <a16:creationId xmlns:a16="http://schemas.microsoft.com/office/drawing/2014/main" id="{C0632306-DF2A-5145-82E2-F627C1E9171F}"/>
                  </a:ext>
                </a:extLst>
              </p:cNvPr>
              <p:cNvSpPr/>
              <p:nvPr/>
            </p:nvSpPr>
            <p:spPr>
              <a:xfrm>
                <a:off x="8964931" y="2842303"/>
                <a:ext cx="1140727" cy="246705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E104975E-6986-5E45-89F2-36AAE86B3B12}"/>
                  </a:ext>
                </a:extLst>
              </p:cNvPr>
              <p:cNvSpPr txBox="1"/>
              <p:nvPr/>
            </p:nvSpPr>
            <p:spPr>
              <a:xfrm>
                <a:off x="8934916" y="2778923"/>
                <a:ext cx="1259074" cy="4001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685800">
                  <a:defRPr/>
                </a:pPr>
                <a:r>
                  <a:rPr lang="en-US" sz="1350" dirty="0">
                    <a:solidFill>
                      <a:prstClr val="black"/>
                    </a:solidFill>
                    <a:latin typeface="Calibri"/>
                  </a:rPr>
                  <a:t>SNMP msg</a:t>
                </a:r>
              </a:p>
            </p:txBody>
          </p:sp>
        </p:grpSp>
      </p:grp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0EFFDE99-DC09-39CA-5A68-D229F9B48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0BC41B36-6335-F546-90B9-E2121371E10D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6109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-1.11111E-6 L 2.77778E-6 0.0632 " pathEditMode="relative" rAng="0" ptsTypes="AA">
                                      <p:cBhvr>
                                        <p:cTn id="9" dur="2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148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4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3.7037E-6 L 2.77778E-6 0.07153 " pathEditMode="relative" rAng="0" ptsTypes="AA">
                                      <p:cBhvr>
                                        <p:cTn id="39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028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0.07152 L -0.00226 0.24051 L -0.11424 0.30439 L -0.43316 0.29861 L -0.55886 0.25555 L -0.55886 0.25578 " pathEditMode="relative" rAng="0" ptsTypes="AAAAAA">
                                      <p:cBhvr>
                                        <p:cTn id="4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7951" y="116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" grpId="0"/>
      <p:bldP spid="94" grpId="0"/>
      <p:bldP spid="95" grpId="0"/>
      <p:bldP spid="97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Freeform 103">
            <a:extLst>
              <a:ext uri="{FF2B5EF4-FFF2-40B4-BE49-F238E27FC236}">
                <a16:creationId xmlns:a16="http://schemas.microsoft.com/office/drawing/2014/main" id="{DEF6D5D3-E4DA-4B46-BBC5-93311E115D92}"/>
              </a:ext>
            </a:extLst>
          </p:cNvPr>
          <p:cNvSpPr>
            <a:spLocks/>
          </p:cNvSpPr>
          <p:nvPr/>
        </p:nvSpPr>
        <p:spPr bwMode="auto">
          <a:xfrm>
            <a:off x="7721259" y="2482854"/>
            <a:ext cx="667827" cy="2184419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kern="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83" name="Freeform 70">
            <a:extLst>
              <a:ext uri="{FF2B5EF4-FFF2-40B4-BE49-F238E27FC236}">
                <a16:creationId xmlns:a16="http://schemas.microsoft.com/office/drawing/2014/main" id="{4A88383C-61F9-1949-9D88-EC83EDA3F2B6}"/>
              </a:ext>
            </a:extLst>
          </p:cNvPr>
          <p:cNvSpPr>
            <a:spLocks/>
          </p:cNvSpPr>
          <p:nvPr/>
        </p:nvSpPr>
        <p:spPr bwMode="auto">
          <a:xfrm>
            <a:off x="640762" y="2549742"/>
            <a:ext cx="634983" cy="2191649"/>
          </a:xfrm>
          <a:custGeom>
            <a:avLst/>
            <a:gdLst>
              <a:gd name="T0" fmla="*/ 0 w 348"/>
              <a:gd name="T1" fmla="*/ 2147483647 h 1312"/>
              <a:gd name="T2" fmla="*/ 2147483647 w 348"/>
              <a:gd name="T3" fmla="*/ 0 h 1312"/>
              <a:gd name="T4" fmla="*/ 2147483647 w 348"/>
              <a:gd name="T5" fmla="*/ 2147483647 h 1312"/>
              <a:gd name="T6" fmla="*/ 2147483647 w 348"/>
              <a:gd name="T7" fmla="*/ 2147483647 h 1312"/>
              <a:gd name="T8" fmla="*/ 0 w 348"/>
              <a:gd name="T9" fmla="*/ 2147483647 h 131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48" h="1312">
                <a:moveTo>
                  <a:pt x="0" y="1306"/>
                </a:moveTo>
                <a:lnTo>
                  <a:pt x="348" y="0"/>
                </a:lnTo>
                <a:lnTo>
                  <a:pt x="342" y="1258"/>
                </a:lnTo>
                <a:lnTo>
                  <a:pt x="180" y="1312"/>
                </a:lnTo>
                <a:lnTo>
                  <a:pt x="0" y="1306"/>
                </a:ln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100000">
                <a:srgbClr val="B2B2B2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kern="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grpSp>
        <p:nvGrpSpPr>
          <p:cNvPr id="222" name="Group 185">
            <a:extLst>
              <a:ext uri="{FF2B5EF4-FFF2-40B4-BE49-F238E27FC236}">
                <a16:creationId xmlns:a16="http://schemas.microsoft.com/office/drawing/2014/main" id="{7750F2FB-96FA-374A-AF56-26502EF04672}"/>
              </a:ext>
            </a:extLst>
          </p:cNvPr>
          <p:cNvGrpSpPr>
            <a:grpSpLocks/>
          </p:cNvGrpSpPr>
          <p:nvPr/>
        </p:nvGrpSpPr>
        <p:grpSpPr bwMode="auto">
          <a:xfrm>
            <a:off x="8216766" y="4042320"/>
            <a:ext cx="412374" cy="802661"/>
            <a:chOff x="4140" y="429"/>
            <a:chExt cx="1425" cy="2396"/>
          </a:xfrm>
        </p:grpSpPr>
        <p:sp>
          <p:nvSpPr>
            <p:cNvPr id="223" name="Freeform 186">
              <a:extLst>
                <a:ext uri="{FF2B5EF4-FFF2-40B4-BE49-F238E27FC236}">
                  <a16:creationId xmlns:a16="http://schemas.microsoft.com/office/drawing/2014/main" id="{E441858B-A566-F746-B48C-912CA3020CC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24" name="Rectangle 187">
              <a:extLst>
                <a:ext uri="{FF2B5EF4-FFF2-40B4-BE49-F238E27FC236}">
                  <a16:creationId xmlns:a16="http://schemas.microsoft.com/office/drawing/2014/main" id="{20003129-35A4-1E46-8065-8AF4C6403D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429"/>
              <a:ext cx="1053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225" name="Freeform 188">
              <a:extLst>
                <a:ext uri="{FF2B5EF4-FFF2-40B4-BE49-F238E27FC236}">
                  <a16:creationId xmlns:a16="http://schemas.microsoft.com/office/drawing/2014/main" id="{6F94D7AE-C4D1-AF4A-B970-086B7D245AC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26" name="Freeform 189">
              <a:extLst>
                <a:ext uri="{FF2B5EF4-FFF2-40B4-BE49-F238E27FC236}">
                  <a16:creationId xmlns:a16="http://schemas.microsoft.com/office/drawing/2014/main" id="{EAFC03EF-54DF-8942-9852-25739DA158B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27" name="Rectangle 190">
              <a:extLst>
                <a:ext uri="{FF2B5EF4-FFF2-40B4-BE49-F238E27FC236}">
                  <a16:creationId xmlns:a16="http://schemas.microsoft.com/office/drawing/2014/main" id="{2241F7B6-5281-A74E-8DCB-3BE3777E93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9" y="693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228" name="Group 191">
              <a:extLst>
                <a:ext uri="{FF2B5EF4-FFF2-40B4-BE49-F238E27FC236}">
                  <a16:creationId xmlns:a16="http://schemas.microsoft.com/office/drawing/2014/main" id="{02DB0249-6EBB-FF4B-B17F-CC771B255D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53" name="AutoShape 192">
                <a:extLst>
                  <a:ext uri="{FF2B5EF4-FFF2-40B4-BE49-F238E27FC236}">
                    <a16:creationId xmlns:a16="http://schemas.microsoft.com/office/drawing/2014/main" id="{BE55370E-BC12-1B42-9E3C-C950033EEF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4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254" name="AutoShape 193">
                <a:extLst>
                  <a:ext uri="{FF2B5EF4-FFF2-40B4-BE49-F238E27FC236}">
                    <a16:creationId xmlns:a16="http://schemas.microsoft.com/office/drawing/2014/main" id="{1BBB99EB-2FFB-5942-9855-24BEE1C689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3" y="2582"/>
                <a:ext cx="692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229" name="Rectangle 194">
              <a:extLst>
                <a:ext uri="{FF2B5EF4-FFF2-40B4-BE49-F238E27FC236}">
                  <a16:creationId xmlns:a16="http://schemas.microsoft.com/office/drawing/2014/main" id="{9C5699FC-2B4E-BD46-B9CC-CA578E2EA7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2" y="1017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230" name="Group 195">
              <a:extLst>
                <a:ext uri="{FF2B5EF4-FFF2-40B4-BE49-F238E27FC236}">
                  <a16:creationId xmlns:a16="http://schemas.microsoft.com/office/drawing/2014/main" id="{676615F3-A30A-9740-8080-AFEE6BAAEF9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51" name="AutoShape 196">
                <a:extLst>
                  <a:ext uri="{FF2B5EF4-FFF2-40B4-BE49-F238E27FC236}">
                    <a16:creationId xmlns:a16="http://schemas.microsoft.com/office/drawing/2014/main" id="{D31569A0-2CDC-3B4B-B7FA-067BF2CB0D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0"/>
                <a:ext cx="724" cy="16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252" name="AutoShape 197">
                <a:extLst>
                  <a:ext uri="{FF2B5EF4-FFF2-40B4-BE49-F238E27FC236}">
                    <a16:creationId xmlns:a16="http://schemas.microsoft.com/office/drawing/2014/main" id="{5D70C5E6-3DFB-1D45-8469-DE5EA96E13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6"/>
                <a:ext cx="692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231" name="Rectangle 198">
              <a:extLst>
                <a:ext uri="{FF2B5EF4-FFF2-40B4-BE49-F238E27FC236}">
                  <a16:creationId xmlns:a16="http://schemas.microsoft.com/office/drawing/2014/main" id="{AE060187-10EA-1F4E-AEDE-8C6C0E8358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6" y="1357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232" name="Rectangle 199">
              <a:extLst>
                <a:ext uri="{FF2B5EF4-FFF2-40B4-BE49-F238E27FC236}">
                  <a16:creationId xmlns:a16="http://schemas.microsoft.com/office/drawing/2014/main" id="{32874526-51C0-C749-BDC8-3D9F62AFE7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4"/>
              <a:ext cx="593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233" name="Group 200">
              <a:extLst>
                <a:ext uri="{FF2B5EF4-FFF2-40B4-BE49-F238E27FC236}">
                  <a16:creationId xmlns:a16="http://schemas.microsoft.com/office/drawing/2014/main" id="{09E63F43-E74F-6045-A673-3756891EE94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49" name="AutoShape 201">
                <a:extLst>
                  <a:ext uri="{FF2B5EF4-FFF2-40B4-BE49-F238E27FC236}">
                    <a16:creationId xmlns:a16="http://schemas.microsoft.com/office/drawing/2014/main" id="{0296B9BB-82CD-2A45-8E56-F4ACF6FCC0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8"/>
                <a:ext cx="730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250" name="AutoShape 202">
                <a:extLst>
                  <a:ext uri="{FF2B5EF4-FFF2-40B4-BE49-F238E27FC236}">
                    <a16:creationId xmlns:a16="http://schemas.microsoft.com/office/drawing/2014/main" id="{DD3C3254-A817-B449-AE0F-31BEFF504A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3"/>
                <a:ext cx="699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234" name="Freeform 203">
              <a:extLst>
                <a:ext uri="{FF2B5EF4-FFF2-40B4-BE49-F238E27FC236}">
                  <a16:creationId xmlns:a16="http://schemas.microsoft.com/office/drawing/2014/main" id="{D05041BE-8046-EB49-A23A-C7FEB06D910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grpSp>
          <p:nvGrpSpPr>
            <p:cNvPr id="235" name="Group 204">
              <a:extLst>
                <a:ext uri="{FF2B5EF4-FFF2-40B4-BE49-F238E27FC236}">
                  <a16:creationId xmlns:a16="http://schemas.microsoft.com/office/drawing/2014/main" id="{BD1D997D-F690-4C4E-9473-F0433427C91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47" name="AutoShape 205">
                <a:extLst>
                  <a:ext uri="{FF2B5EF4-FFF2-40B4-BE49-F238E27FC236}">
                    <a16:creationId xmlns:a16="http://schemas.microsoft.com/office/drawing/2014/main" id="{631C3D3D-8F7D-6F44-AD56-665A5242B6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6"/>
                <a:ext cx="723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248" name="AutoShape 206">
                <a:extLst>
                  <a:ext uri="{FF2B5EF4-FFF2-40B4-BE49-F238E27FC236}">
                    <a16:creationId xmlns:a16="http://schemas.microsoft.com/office/drawing/2014/main" id="{E7F87D38-4528-0F45-9911-B79B599D25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2"/>
                <a:ext cx="691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236" name="Rectangle 207">
              <a:extLst>
                <a:ext uri="{FF2B5EF4-FFF2-40B4-BE49-F238E27FC236}">
                  <a16:creationId xmlns:a16="http://schemas.microsoft.com/office/drawing/2014/main" id="{60B24777-81BE-BC42-AC64-6F2229E5FB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69" cy="2288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237" name="Freeform 208">
              <a:extLst>
                <a:ext uri="{FF2B5EF4-FFF2-40B4-BE49-F238E27FC236}">
                  <a16:creationId xmlns:a16="http://schemas.microsoft.com/office/drawing/2014/main" id="{FD1049FD-ADAC-FC43-A186-6585ECAE433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38" name="Freeform 209">
              <a:extLst>
                <a:ext uri="{FF2B5EF4-FFF2-40B4-BE49-F238E27FC236}">
                  <a16:creationId xmlns:a16="http://schemas.microsoft.com/office/drawing/2014/main" id="{A25585BA-2AFC-3047-B9D5-7CC45D5DBC4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39" name="Oval 210">
              <a:extLst>
                <a:ext uri="{FF2B5EF4-FFF2-40B4-BE49-F238E27FC236}">
                  <a16:creationId xmlns:a16="http://schemas.microsoft.com/office/drawing/2014/main" id="{78C608B6-FCB9-3F43-A504-D33DD77827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09"/>
              <a:ext cx="50" cy="97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240" name="Freeform 211">
              <a:extLst>
                <a:ext uri="{FF2B5EF4-FFF2-40B4-BE49-F238E27FC236}">
                  <a16:creationId xmlns:a16="http://schemas.microsoft.com/office/drawing/2014/main" id="{F24BE4FA-86B6-5840-8B76-BF70EF006A8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41" name="AutoShape 212">
              <a:extLst>
                <a:ext uri="{FF2B5EF4-FFF2-40B4-BE49-F238E27FC236}">
                  <a16:creationId xmlns:a16="http://schemas.microsoft.com/office/drawing/2014/main" id="{22C6B4EC-00C6-BA43-95E2-370E8204DD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9"/>
              <a:ext cx="1198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242" name="AutoShape 213">
              <a:extLst>
                <a:ext uri="{FF2B5EF4-FFF2-40B4-BE49-F238E27FC236}">
                  <a16:creationId xmlns:a16="http://schemas.microsoft.com/office/drawing/2014/main" id="{7B9210ED-D802-C84E-8A67-93399801B5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2712"/>
              <a:ext cx="1072" cy="81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243" name="Oval 214">
              <a:extLst>
                <a:ext uri="{FF2B5EF4-FFF2-40B4-BE49-F238E27FC236}">
                  <a16:creationId xmlns:a16="http://schemas.microsoft.com/office/drawing/2014/main" id="{552E77C8-7BFE-BF4D-8F0B-DF6513BE64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0" y="2382"/>
              <a:ext cx="158" cy="146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244" name="Oval 215">
              <a:extLst>
                <a:ext uri="{FF2B5EF4-FFF2-40B4-BE49-F238E27FC236}">
                  <a16:creationId xmlns:a16="http://schemas.microsoft.com/office/drawing/2014/main" id="{86496A7E-E21F-444D-B883-E410329FF2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2"/>
              <a:ext cx="158" cy="14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100" kern="0" dirty="0">
                <a:solidFill>
                  <a:srgbClr val="FF0000"/>
                </a:solidFill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45" name="Oval 216">
              <a:extLst>
                <a:ext uri="{FF2B5EF4-FFF2-40B4-BE49-F238E27FC236}">
                  <a16:creationId xmlns:a16="http://schemas.microsoft.com/office/drawing/2014/main" id="{555E4B0D-EDB2-D04B-B9AD-93FA92DDAA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3" y="2382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246" name="Rectangle 217">
              <a:extLst>
                <a:ext uri="{FF2B5EF4-FFF2-40B4-BE49-F238E27FC236}">
                  <a16:creationId xmlns:a16="http://schemas.microsoft.com/office/drawing/2014/main" id="{DE659B39-E72A-634A-A2AC-C4BA4DC9C6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7"/>
              <a:ext cx="88" cy="761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95E1F04B-A3B3-534D-A252-A4AC29C657DE}"/>
              </a:ext>
            </a:extLst>
          </p:cNvPr>
          <p:cNvSpPr txBox="1"/>
          <p:nvPr/>
        </p:nvSpPr>
        <p:spPr>
          <a:xfrm>
            <a:off x="6360778" y="2010842"/>
            <a:ext cx="1598386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US" sz="2100" dirty="0">
                <a:solidFill>
                  <a:prstClr val="black"/>
                </a:solidFill>
                <a:latin typeface="Calibri"/>
              </a:rPr>
              <a:t>SNMP server</a:t>
            </a:r>
          </a:p>
        </p:txBody>
      </p:sp>
      <p:sp>
        <p:nvSpPr>
          <p:cNvPr id="263" name="TextBox 262">
            <a:extLst>
              <a:ext uri="{FF2B5EF4-FFF2-40B4-BE49-F238E27FC236}">
                <a16:creationId xmlns:a16="http://schemas.microsoft.com/office/drawing/2014/main" id="{DC4B02DA-C340-9945-87C2-952E1901FB43}"/>
              </a:ext>
            </a:extLst>
          </p:cNvPr>
          <p:cNvSpPr txBox="1"/>
          <p:nvPr/>
        </p:nvSpPr>
        <p:spPr>
          <a:xfrm>
            <a:off x="1451490" y="2104298"/>
            <a:ext cx="1514261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US" sz="2100" dirty="0">
                <a:solidFill>
                  <a:prstClr val="black"/>
                </a:solidFill>
                <a:latin typeface="Calibri"/>
              </a:rPr>
              <a:t>SNMP client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4AFD9EC-1CA1-D34D-965E-2E8D95748C38}"/>
              </a:ext>
            </a:extLst>
          </p:cNvPr>
          <p:cNvGrpSpPr/>
          <p:nvPr/>
        </p:nvGrpSpPr>
        <p:grpSpPr>
          <a:xfrm>
            <a:off x="6382764" y="2415966"/>
            <a:ext cx="1459754" cy="2184419"/>
            <a:chOff x="8091785" y="2078288"/>
            <a:chExt cx="2364905" cy="2912558"/>
          </a:xfrm>
        </p:grpSpPr>
        <p:sp>
          <p:nvSpPr>
            <p:cNvPr id="145" name="Rectangle 23">
              <a:extLst>
                <a:ext uri="{FF2B5EF4-FFF2-40B4-BE49-F238E27FC236}">
                  <a16:creationId xmlns:a16="http://schemas.microsoft.com/office/drawing/2014/main" id="{F1314FFD-BA11-A042-BA84-1061E37290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79440" y="2078288"/>
              <a:ext cx="2277250" cy="2799267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2700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46" name="Rectangle 24">
              <a:extLst>
                <a:ext uri="{FF2B5EF4-FFF2-40B4-BE49-F238E27FC236}">
                  <a16:creationId xmlns:a16="http://schemas.microsoft.com/office/drawing/2014/main" id="{89D8A59C-E128-B74A-B94F-06FAC9DB73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1785" y="2167472"/>
              <a:ext cx="2254867" cy="2823374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2700" kern="0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47" name="Line 25">
              <a:extLst>
                <a:ext uri="{FF2B5EF4-FFF2-40B4-BE49-F238E27FC236}">
                  <a16:creationId xmlns:a16="http://schemas.microsoft.com/office/drawing/2014/main" id="{B922FB1F-8B1A-1843-A740-29E910EB3E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08956" y="2749010"/>
              <a:ext cx="2238254" cy="482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48" name="Text Box 26">
              <a:extLst>
                <a:ext uri="{FF2B5EF4-FFF2-40B4-BE49-F238E27FC236}">
                  <a16:creationId xmlns:a16="http://schemas.microsoft.com/office/drawing/2014/main" id="{BE3B5056-5F96-5946-AEC3-17140DB163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76444" y="2832513"/>
              <a:ext cx="1703276" cy="7682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500" kern="0" dirty="0">
                  <a:solidFill>
                    <a:srgbClr val="000000"/>
                  </a:solidFill>
                </a:rPr>
                <a:t>transport</a:t>
              </a:r>
            </a:p>
            <a:p>
              <a:pPr algn="ctr" defTabSz="68580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500" kern="0" dirty="0">
                  <a:solidFill>
                    <a:srgbClr val="000000"/>
                  </a:solidFill>
                </a:rPr>
                <a:t>(UDP)</a:t>
              </a:r>
            </a:p>
          </p:txBody>
        </p:sp>
        <p:sp>
          <p:nvSpPr>
            <p:cNvPr id="149" name="Line 27">
              <a:extLst>
                <a:ext uri="{FF2B5EF4-FFF2-40B4-BE49-F238E27FC236}">
                  <a16:creationId xmlns:a16="http://schemas.microsoft.com/office/drawing/2014/main" id="{FF1A214D-FBCE-7342-8332-F3FA9C577B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08201" y="3602458"/>
              <a:ext cx="2233387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51" name="Text Box 26">
              <a:extLst>
                <a:ext uri="{FF2B5EF4-FFF2-40B4-BE49-F238E27FC236}">
                  <a16:creationId xmlns:a16="http://schemas.microsoft.com/office/drawing/2014/main" id="{50D62C6A-4C80-854F-A4B8-723E99A5A7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18436" y="4533099"/>
              <a:ext cx="2019294" cy="4296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500" kern="0" dirty="0">
                  <a:solidFill>
                    <a:srgbClr val="000000"/>
                  </a:solidFill>
                </a:rPr>
                <a:t>physical</a:t>
              </a:r>
            </a:p>
          </p:txBody>
        </p:sp>
        <p:sp>
          <p:nvSpPr>
            <p:cNvPr id="152" name="Text Box 26">
              <a:extLst>
                <a:ext uri="{FF2B5EF4-FFF2-40B4-BE49-F238E27FC236}">
                  <a16:creationId xmlns:a16="http://schemas.microsoft.com/office/drawing/2014/main" id="{A79D3A45-C33B-7046-9088-A02FAACCA1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18436" y="4088345"/>
              <a:ext cx="2019294" cy="4296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500" kern="0" dirty="0">
                  <a:solidFill>
                    <a:srgbClr val="000000"/>
                  </a:solidFill>
                </a:rPr>
                <a:t>link</a:t>
              </a:r>
            </a:p>
          </p:txBody>
        </p:sp>
        <p:sp>
          <p:nvSpPr>
            <p:cNvPr id="153" name="Text Box 26">
              <a:extLst>
                <a:ext uri="{FF2B5EF4-FFF2-40B4-BE49-F238E27FC236}">
                  <a16:creationId xmlns:a16="http://schemas.microsoft.com/office/drawing/2014/main" id="{F3520259-D4C5-3340-8000-3B8C746A77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18436" y="3646080"/>
              <a:ext cx="2019294" cy="4296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500" kern="0" dirty="0">
                  <a:solidFill>
                    <a:srgbClr val="000000"/>
                  </a:solidFill>
                </a:rPr>
                <a:t>network (IP)</a:t>
              </a:r>
            </a:p>
          </p:txBody>
        </p:sp>
        <p:sp>
          <p:nvSpPr>
            <p:cNvPr id="155" name="Line 27">
              <a:extLst>
                <a:ext uri="{FF2B5EF4-FFF2-40B4-BE49-F238E27FC236}">
                  <a16:creationId xmlns:a16="http://schemas.microsoft.com/office/drawing/2014/main" id="{E1326351-38D1-A440-A7B8-5079367D54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16255" y="4074895"/>
              <a:ext cx="223338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56" name="Line 27">
              <a:extLst>
                <a:ext uri="{FF2B5EF4-FFF2-40B4-BE49-F238E27FC236}">
                  <a16:creationId xmlns:a16="http://schemas.microsoft.com/office/drawing/2014/main" id="{891B0B5D-A14D-1A40-B291-CC1A04A094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11389" y="4528049"/>
              <a:ext cx="223338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74" name="Text Box 26">
              <a:extLst>
                <a:ext uri="{FF2B5EF4-FFF2-40B4-BE49-F238E27FC236}">
                  <a16:creationId xmlns:a16="http://schemas.microsoft.com/office/drawing/2014/main" id="{D8A757BB-1762-8B47-A046-060F718CBC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79441" y="2284368"/>
              <a:ext cx="2019294" cy="4296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500" kern="0" dirty="0">
                  <a:solidFill>
                    <a:srgbClr val="000000"/>
                  </a:solidFill>
                </a:rPr>
                <a:t>application</a:t>
              </a:r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EA5C4C69-3F64-BA46-87DE-D8D9E085DAC9}"/>
              </a:ext>
            </a:extLst>
          </p:cNvPr>
          <p:cNvGrpSpPr/>
          <p:nvPr/>
        </p:nvGrpSpPr>
        <p:grpSpPr>
          <a:xfrm>
            <a:off x="1265828" y="2482854"/>
            <a:ext cx="1598776" cy="2184419"/>
            <a:chOff x="8091785" y="2078288"/>
            <a:chExt cx="2364905" cy="2912558"/>
          </a:xfrm>
        </p:grpSpPr>
        <p:sp>
          <p:nvSpPr>
            <p:cNvPr id="77" name="Rectangle 23">
              <a:extLst>
                <a:ext uri="{FF2B5EF4-FFF2-40B4-BE49-F238E27FC236}">
                  <a16:creationId xmlns:a16="http://schemas.microsoft.com/office/drawing/2014/main" id="{12A4D2D3-BB7A-1141-97E1-1746F6AB42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79440" y="2078288"/>
              <a:ext cx="2277250" cy="2799267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2700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8" name="Rectangle 24">
              <a:extLst>
                <a:ext uri="{FF2B5EF4-FFF2-40B4-BE49-F238E27FC236}">
                  <a16:creationId xmlns:a16="http://schemas.microsoft.com/office/drawing/2014/main" id="{CC2D939F-B2EB-B142-B2EB-F35198972B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1785" y="2167472"/>
              <a:ext cx="2254867" cy="2823374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2700" kern="0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9" name="Line 25">
              <a:extLst>
                <a:ext uri="{FF2B5EF4-FFF2-40B4-BE49-F238E27FC236}">
                  <a16:creationId xmlns:a16="http://schemas.microsoft.com/office/drawing/2014/main" id="{29206320-7227-5C45-BF48-477A94FE14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08956" y="2749010"/>
              <a:ext cx="2238254" cy="482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80" name="Text Box 26">
              <a:extLst>
                <a:ext uri="{FF2B5EF4-FFF2-40B4-BE49-F238E27FC236}">
                  <a16:creationId xmlns:a16="http://schemas.microsoft.com/office/drawing/2014/main" id="{09388CA4-5912-3745-991A-9A3E60719D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76445" y="2832513"/>
              <a:ext cx="1703276" cy="7682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500" kern="0" dirty="0">
                  <a:solidFill>
                    <a:srgbClr val="000000"/>
                  </a:solidFill>
                </a:rPr>
                <a:t>transport</a:t>
              </a:r>
            </a:p>
            <a:p>
              <a:pPr algn="ctr" defTabSz="68580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500" kern="0" dirty="0">
                  <a:solidFill>
                    <a:srgbClr val="000000"/>
                  </a:solidFill>
                </a:rPr>
                <a:t>(UDP)</a:t>
              </a:r>
            </a:p>
          </p:txBody>
        </p:sp>
        <p:sp>
          <p:nvSpPr>
            <p:cNvPr id="81" name="Line 27">
              <a:extLst>
                <a:ext uri="{FF2B5EF4-FFF2-40B4-BE49-F238E27FC236}">
                  <a16:creationId xmlns:a16="http://schemas.microsoft.com/office/drawing/2014/main" id="{7462DAE7-AE3D-CD41-8750-E700715A52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21121" y="3602458"/>
              <a:ext cx="223338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82" name="Text Box 26">
              <a:extLst>
                <a:ext uri="{FF2B5EF4-FFF2-40B4-BE49-F238E27FC236}">
                  <a16:creationId xmlns:a16="http://schemas.microsoft.com/office/drawing/2014/main" id="{B868290D-DE89-8749-A32C-C5FCE36D75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18435" y="4533099"/>
              <a:ext cx="2019294" cy="4296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500" kern="0" dirty="0">
                  <a:solidFill>
                    <a:srgbClr val="000000"/>
                  </a:solidFill>
                </a:rPr>
                <a:t>physical</a:t>
              </a:r>
            </a:p>
          </p:txBody>
        </p:sp>
        <p:sp>
          <p:nvSpPr>
            <p:cNvPr id="83" name="Text Box 26">
              <a:extLst>
                <a:ext uri="{FF2B5EF4-FFF2-40B4-BE49-F238E27FC236}">
                  <a16:creationId xmlns:a16="http://schemas.microsoft.com/office/drawing/2014/main" id="{18546DEE-76AB-C744-936A-7F4DF63895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18435" y="4088345"/>
              <a:ext cx="2019294" cy="4296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500" kern="0" dirty="0">
                  <a:solidFill>
                    <a:srgbClr val="000000"/>
                  </a:solidFill>
                </a:rPr>
                <a:t>link</a:t>
              </a:r>
            </a:p>
          </p:txBody>
        </p:sp>
        <p:sp>
          <p:nvSpPr>
            <p:cNvPr id="84" name="Text Box 26">
              <a:extLst>
                <a:ext uri="{FF2B5EF4-FFF2-40B4-BE49-F238E27FC236}">
                  <a16:creationId xmlns:a16="http://schemas.microsoft.com/office/drawing/2014/main" id="{9DE3AC7C-D9B1-ED4C-B925-37B3176773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18435" y="3646080"/>
              <a:ext cx="2019294" cy="4296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500" kern="0" dirty="0">
                  <a:solidFill>
                    <a:srgbClr val="000000"/>
                  </a:solidFill>
                </a:rPr>
                <a:t>network (IP)</a:t>
              </a:r>
            </a:p>
          </p:txBody>
        </p:sp>
        <p:sp>
          <p:nvSpPr>
            <p:cNvPr id="85" name="Line 27">
              <a:extLst>
                <a:ext uri="{FF2B5EF4-FFF2-40B4-BE49-F238E27FC236}">
                  <a16:creationId xmlns:a16="http://schemas.microsoft.com/office/drawing/2014/main" id="{266E1BE0-4561-9344-ACBD-29F42E90D9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16255" y="4074895"/>
              <a:ext cx="223338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86" name="Line 27">
              <a:extLst>
                <a:ext uri="{FF2B5EF4-FFF2-40B4-BE49-F238E27FC236}">
                  <a16:creationId xmlns:a16="http://schemas.microsoft.com/office/drawing/2014/main" id="{3ED696C7-AECF-C14F-8CD8-7153D36CBC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11389" y="4528049"/>
              <a:ext cx="223338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87" name="Text Box 26">
              <a:extLst>
                <a:ext uri="{FF2B5EF4-FFF2-40B4-BE49-F238E27FC236}">
                  <a16:creationId xmlns:a16="http://schemas.microsoft.com/office/drawing/2014/main" id="{42139D70-AB44-E047-B37E-AABECE1220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79439" y="2284368"/>
              <a:ext cx="2019294" cy="4296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500" kern="0" dirty="0">
                  <a:solidFill>
                    <a:srgbClr val="000000"/>
                  </a:solidFill>
                </a:rPr>
                <a:t>application</a:t>
              </a:r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EFA7BEBF-82FA-3440-93DD-AFB07D2DDF8D}"/>
              </a:ext>
            </a:extLst>
          </p:cNvPr>
          <p:cNvGrpSpPr/>
          <p:nvPr/>
        </p:nvGrpSpPr>
        <p:grpSpPr>
          <a:xfrm>
            <a:off x="375551" y="4564935"/>
            <a:ext cx="769892" cy="447865"/>
            <a:chOff x="7493876" y="2774731"/>
            <a:chExt cx="1481958" cy="894622"/>
          </a:xfrm>
        </p:grpSpPr>
        <p:sp>
          <p:nvSpPr>
            <p:cNvPr id="107" name="Freeform 106">
              <a:extLst>
                <a:ext uri="{FF2B5EF4-FFF2-40B4-BE49-F238E27FC236}">
                  <a16:creationId xmlns:a16="http://schemas.microsoft.com/office/drawing/2014/main" id="{FD49C136-01B9-DB45-BCCD-F4E482387145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/>
                </a:rPr>
                <a:t>                   </a:t>
              </a:r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3DF9189A-C970-C34D-8402-F20083341C95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/>
                </a:rPr>
                <a:t>              </a:t>
              </a:r>
            </a:p>
          </p:txBody>
        </p:sp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51F5139E-A5EB-E64B-B1E6-C3669AE818C6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10" name="Freeform 109">
                <a:extLst>
                  <a:ext uri="{FF2B5EF4-FFF2-40B4-BE49-F238E27FC236}">
                    <a16:creationId xmlns:a16="http://schemas.microsoft.com/office/drawing/2014/main" id="{7F7CB1D2-0FD2-A14F-A399-1C2D3650F2EA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111" name="Freeform 110">
                <a:extLst>
                  <a:ext uri="{FF2B5EF4-FFF2-40B4-BE49-F238E27FC236}">
                    <a16:creationId xmlns:a16="http://schemas.microsoft.com/office/drawing/2014/main" id="{688C61D0-9947-2E41-89C2-D2B4591C1F38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112" name="Freeform 111">
                <a:extLst>
                  <a:ext uri="{FF2B5EF4-FFF2-40B4-BE49-F238E27FC236}">
                    <a16:creationId xmlns:a16="http://schemas.microsoft.com/office/drawing/2014/main" id="{ADE46CF5-DF22-8F48-87EF-A46F29E0F1A9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113" name="Freeform 112">
                <a:extLst>
                  <a:ext uri="{FF2B5EF4-FFF2-40B4-BE49-F238E27FC236}">
                    <a16:creationId xmlns:a16="http://schemas.microsoft.com/office/drawing/2014/main" id="{CEACF782-B549-1D4E-B840-69A6AFFE6A7F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/>
                </a:endParaRPr>
              </a:p>
            </p:txBody>
          </p:sp>
        </p:grpSp>
      </p:grpSp>
      <p:sp>
        <p:nvSpPr>
          <p:cNvPr id="114" name="Title 1">
            <a:extLst>
              <a:ext uri="{FF2B5EF4-FFF2-40B4-BE49-F238E27FC236}">
                <a16:creationId xmlns:a16="http://schemas.microsoft.com/office/drawing/2014/main" id="{1464CB5C-96D6-3645-94B5-DB9FA7097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Connectionless transport: UDP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537CEF-B938-AC74-7FFB-754598EE64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UDP: Transport Layer Actions</a:t>
            </a:r>
          </a:p>
          <a:p>
            <a:endParaRPr lang="en-US" dirty="0"/>
          </a:p>
        </p:txBody>
      </p:sp>
      <p:grpSp>
        <p:nvGrpSpPr>
          <p:cNvPr id="115" name="Group 149">
            <a:extLst>
              <a:ext uri="{FF2B5EF4-FFF2-40B4-BE49-F238E27FC236}">
                <a16:creationId xmlns:a16="http://schemas.microsoft.com/office/drawing/2014/main" id="{D80894D4-838A-2B47-82E9-ED060F8608E9}"/>
              </a:ext>
            </a:extLst>
          </p:cNvPr>
          <p:cNvGrpSpPr>
            <a:grpSpLocks/>
          </p:cNvGrpSpPr>
          <p:nvPr/>
        </p:nvGrpSpPr>
        <p:grpSpPr bwMode="auto">
          <a:xfrm>
            <a:off x="1846655" y="2924267"/>
            <a:ext cx="309563" cy="119063"/>
            <a:chOff x="1287" y="2524"/>
            <a:chExt cx="260" cy="100"/>
          </a:xfrm>
        </p:grpSpPr>
        <p:sp>
          <p:nvSpPr>
            <p:cNvPr id="116" name="Rectangle 73">
              <a:extLst>
                <a:ext uri="{FF2B5EF4-FFF2-40B4-BE49-F238E27FC236}">
                  <a16:creationId xmlns:a16="http://schemas.microsoft.com/office/drawing/2014/main" id="{4F7EB976-F7A9-464D-96B7-3FE5D6F41C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117" name="Rectangle 74">
              <a:extLst>
                <a:ext uri="{FF2B5EF4-FFF2-40B4-BE49-F238E27FC236}">
                  <a16:creationId xmlns:a16="http://schemas.microsoft.com/office/drawing/2014/main" id="{4368CF72-2B59-FB4B-92FA-68E13D10F3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8" y="2537"/>
              <a:ext cx="155" cy="7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118" name="Rectangle 75">
              <a:extLst>
                <a:ext uri="{FF2B5EF4-FFF2-40B4-BE49-F238E27FC236}">
                  <a16:creationId xmlns:a16="http://schemas.microsoft.com/office/drawing/2014/main" id="{0D0AC942-AA10-F747-BEAC-52DAFF24DA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3" y="2582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119" name="Rectangle 129">
              <a:extLst>
                <a:ext uri="{FF2B5EF4-FFF2-40B4-BE49-F238E27FC236}">
                  <a16:creationId xmlns:a16="http://schemas.microsoft.com/office/drawing/2014/main" id="{C51B66A9-7495-DF44-B4DE-37BC9E90E0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</p:grpSp>
      <p:grpSp>
        <p:nvGrpSpPr>
          <p:cNvPr id="120" name="Group 149">
            <a:extLst>
              <a:ext uri="{FF2B5EF4-FFF2-40B4-BE49-F238E27FC236}">
                <a16:creationId xmlns:a16="http://schemas.microsoft.com/office/drawing/2014/main" id="{B5F38E94-4EF7-1F4B-AAC4-BF50DC083CD9}"/>
              </a:ext>
            </a:extLst>
          </p:cNvPr>
          <p:cNvGrpSpPr>
            <a:grpSpLocks/>
          </p:cNvGrpSpPr>
          <p:nvPr/>
        </p:nvGrpSpPr>
        <p:grpSpPr bwMode="auto">
          <a:xfrm>
            <a:off x="7260858" y="2862457"/>
            <a:ext cx="309563" cy="119063"/>
            <a:chOff x="1287" y="2524"/>
            <a:chExt cx="260" cy="100"/>
          </a:xfrm>
        </p:grpSpPr>
        <p:sp>
          <p:nvSpPr>
            <p:cNvPr id="121" name="Rectangle 73">
              <a:extLst>
                <a:ext uri="{FF2B5EF4-FFF2-40B4-BE49-F238E27FC236}">
                  <a16:creationId xmlns:a16="http://schemas.microsoft.com/office/drawing/2014/main" id="{71D7BEDA-E8D6-9F4F-8EE3-D5290D9AF3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122" name="Rectangle 74">
              <a:extLst>
                <a:ext uri="{FF2B5EF4-FFF2-40B4-BE49-F238E27FC236}">
                  <a16:creationId xmlns:a16="http://schemas.microsoft.com/office/drawing/2014/main" id="{D93A8064-E5FB-2844-9B3D-C598CCB67B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8" y="2537"/>
              <a:ext cx="155" cy="7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123" name="Rectangle 75">
              <a:extLst>
                <a:ext uri="{FF2B5EF4-FFF2-40B4-BE49-F238E27FC236}">
                  <a16:creationId xmlns:a16="http://schemas.microsoft.com/office/drawing/2014/main" id="{DF7AA994-9DC7-8349-BB16-6DED06C89A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3" y="2582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124" name="Rectangle 129">
              <a:extLst>
                <a:ext uri="{FF2B5EF4-FFF2-40B4-BE49-F238E27FC236}">
                  <a16:creationId xmlns:a16="http://schemas.microsoft.com/office/drawing/2014/main" id="{06FC6EA9-9071-D843-8C39-AFF854F3BE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B2BB341-9BE1-8640-8E8B-7EC80706964E}"/>
              </a:ext>
            </a:extLst>
          </p:cNvPr>
          <p:cNvSpPr txBox="1"/>
          <p:nvPr/>
        </p:nvSpPr>
        <p:spPr>
          <a:xfrm>
            <a:off x="3159358" y="2230276"/>
            <a:ext cx="29237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>
              <a:defRPr/>
            </a:pPr>
            <a:r>
              <a:rPr lang="en-US" sz="2100" dirty="0">
                <a:solidFill>
                  <a:prstClr val="black"/>
                </a:solidFill>
                <a:latin typeface="Calibri"/>
              </a:rPr>
              <a:t>UDP receiver actions:</a:t>
            </a:r>
          </a:p>
          <a:p>
            <a:pPr marL="214313" indent="-164306" defTabSz="685800">
              <a:buClr>
                <a:srgbClr val="0200A3"/>
              </a:buClr>
              <a:buFont typeface="Wingdings" pitchFamily="2" charset="2"/>
              <a:buChar char="§"/>
              <a:defRPr/>
            </a:pPr>
            <a:endParaRPr lang="en-US" sz="15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6480FBEB-6DAE-6343-96A8-03D66CDE01DB}"/>
              </a:ext>
            </a:extLst>
          </p:cNvPr>
          <p:cNvSpPr/>
          <p:nvPr/>
        </p:nvSpPr>
        <p:spPr>
          <a:xfrm>
            <a:off x="1241341" y="2477501"/>
            <a:ext cx="1649843" cy="220377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350" dirty="0">
              <a:solidFill>
                <a:prstClr val="white"/>
              </a:solidFill>
              <a:latin typeface="Calibri"/>
            </a:endParaRP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CA134BD1-8CE1-DD46-92D0-46AEECA91934}"/>
              </a:ext>
            </a:extLst>
          </p:cNvPr>
          <p:cNvGrpSpPr/>
          <p:nvPr/>
        </p:nvGrpSpPr>
        <p:grpSpPr>
          <a:xfrm>
            <a:off x="1766770" y="3173896"/>
            <a:ext cx="944306" cy="300082"/>
            <a:chOff x="8934916" y="2775692"/>
            <a:chExt cx="1259074" cy="400109"/>
          </a:xfrm>
        </p:grpSpPr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6A02A536-E595-E54F-85ED-50268229A5F1}"/>
                </a:ext>
              </a:extLst>
            </p:cNvPr>
            <p:cNvSpPr/>
            <p:nvPr/>
          </p:nvSpPr>
          <p:spPr>
            <a:xfrm>
              <a:off x="8964931" y="2842303"/>
              <a:ext cx="1140727" cy="246705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26EE5E72-5714-C64B-A3D2-C89CD03AFF69}"/>
                </a:ext>
              </a:extLst>
            </p:cNvPr>
            <p:cNvSpPr txBox="1"/>
            <p:nvPr/>
          </p:nvSpPr>
          <p:spPr>
            <a:xfrm>
              <a:off x="8934916" y="2775692"/>
              <a:ext cx="1259074" cy="400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85800">
                <a:defRPr/>
              </a:pPr>
              <a:r>
                <a:rPr lang="en-US" sz="1350" dirty="0">
                  <a:solidFill>
                    <a:prstClr val="black"/>
                  </a:solidFill>
                  <a:latin typeface="Calibri"/>
                </a:rPr>
                <a:t>SNMP msg</a:t>
              </a:r>
            </a:p>
          </p:txBody>
        </p:sp>
      </p:grpSp>
      <p:sp>
        <p:nvSpPr>
          <p:cNvPr id="91" name="TextBox 90">
            <a:extLst>
              <a:ext uri="{FF2B5EF4-FFF2-40B4-BE49-F238E27FC236}">
                <a16:creationId xmlns:a16="http://schemas.microsoft.com/office/drawing/2014/main" id="{44FC0E6A-CBE5-AC4B-BF65-426B6D4CBC72}"/>
              </a:ext>
            </a:extLst>
          </p:cNvPr>
          <p:cNvSpPr txBox="1"/>
          <p:nvPr/>
        </p:nvSpPr>
        <p:spPr>
          <a:xfrm>
            <a:off x="3285116" y="3350912"/>
            <a:ext cx="2869092" cy="5652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164306" defTabSz="685800">
              <a:lnSpc>
                <a:spcPct val="85000"/>
              </a:lnSpc>
              <a:buClr>
                <a:srgbClr val="0200A3"/>
              </a:buClr>
              <a:buFont typeface="Wingdings" pitchFamily="2" charset="2"/>
              <a:buChar char="§"/>
              <a:defRPr/>
            </a:pPr>
            <a:r>
              <a:rPr lang="en-US" dirty="0">
                <a:solidFill>
                  <a:prstClr val="black"/>
                </a:solidFill>
                <a:latin typeface="Calibri"/>
              </a:rPr>
              <a:t>extracts application-layer message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D9421943-E484-5046-BEAC-6D59475EF6C3}"/>
              </a:ext>
            </a:extLst>
          </p:cNvPr>
          <p:cNvSpPr txBox="1"/>
          <p:nvPr/>
        </p:nvSpPr>
        <p:spPr>
          <a:xfrm>
            <a:off x="3283663" y="2877418"/>
            <a:ext cx="2869092" cy="5652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164306" defTabSz="685800">
              <a:lnSpc>
                <a:spcPct val="85000"/>
              </a:lnSpc>
              <a:buClr>
                <a:srgbClr val="0200A3"/>
              </a:buClr>
              <a:buFont typeface="Wingdings" pitchFamily="2" charset="2"/>
              <a:buChar char="§"/>
              <a:defRPr/>
            </a:pPr>
            <a:r>
              <a:rPr lang="en-US" dirty="0">
                <a:solidFill>
                  <a:prstClr val="black"/>
                </a:solidFill>
                <a:latin typeface="Calibri"/>
              </a:rPr>
              <a:t>checks UDP checksum header value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A88394C2-8FDA-8F48-B59B-B744ABBDA541}"/>
              </a:ext>
            </a:extLst>
          </p:cNvPr>
          <p:cNvSpPr txBox="1"/>
          <p:nvPr/>
        </p:nvSpPr>
        <p:spPr>
          <a:xfrm>
            <a:off x="3291077" y="2565848"/>
            <a:ext cx="2869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164306" defTabSz="685800">
              <a:buClr>
                <a:srgbClr val="0200A3"/>
              </a:buClr>
              <a:buFont typeface="Wingdings" pitchFamily="2" charset="2"/>
              <a:buChar char="§"/>
              <a:defRPr/>
            </a:pPr>
            <a:r>
              <a:rPr lang="en-US" dirty="0">
                <a:solidFill>
                  <a:prstClr val="black"/>
                </a:solidFill>
                <a:latin typeface="Calibri"/>
              </a:rPr>
              <a:t>receives segment from IP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73E5E98-A439-0647-8DF1-844937CD72A0}"/>
              </a:ext>
            </a:extLst>
          </p:cNvPr>
          <p:cNvGrpSpPr/>
          <p:nvPr/>
        </p:nvGrpSpPr>
        <p:grpSpPr>
          <a:xfrm>
            <a:off x="1346870" y="3679373"/>
            <a:ext cx="1363517" cy="300082"/>
            <a:chOff x="7863122" y="5632673"/>
            <a:chExt cx="1818022" cy="400109"/>
          </a:xfrm>
        </p:grpSpPr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39CCB6B2-1F81-ED45-AF48-A3187F0215CC}"/>
                </a:ext>
              </a:extLst>
            </p:cNvPr>
            <p:cNvGrpSpPr/>
            <p:nvPr/>
          </p:nvGrpSpPr>
          <p:grpSpPr>
            <a:xfrm>
              <a:off x="7863122" y="5638955"/>
              <a:ext cx="1259074" cy="369332"/>
              <a:chOff x="8964789" y="2648929"/>
              <a:chExt cx="1259074" cy="369332"/>
            </a:xfrm>
          </p:grpSpPr>
          <p:sp>
            <p:nvSpPr>
              <p:cNvPr id="100" name="Rectangle 99">
                <a:extLst>
                  <a:ext uri="{FF2B5EF4-FFF2-40B4-BE49-F238E27FC236}">
                    <a16:creationId xmlns:a16="http://schemas.microsoft.com/office/drawing/2014/main" id="{B77AF83C-DA1E-A642-9E78-5EEE36A0AD7E}"/>
                  </a:ext>
                </a:extLst>
              </p:cNvPr>
              <p:cNvSpPr/>
              <p:nvPr/>
            </p:nvSpPr>
            <p:spPr>
              <a:xfrm>
                <a:off x="9032744" y="2707400"/>
                <a:ext cx="543189" cy="246705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AB8C9E1E-8C93-DA4B-813F-B38E4305D2BE}"/>
                  </a:ext>
                </a:extLst>
              </p:cNvPr>
              <p:cNvSpPr txBox="1"/>
              <p:nvPr/>
            </p:nvSpPr>
            <p:spPr>
              <a:xfrm>
                <a:off x="8964789" y="2648929"/>
                <a:ext cx="125907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685800">
                  <a:defRPr/>
                </a:pPr>
                <a:r>
                  <a:rPr lang="en-US" sz="1200" dirty="0">
                    <a:solidFill>
                      <a:prstClr val="black"/>
                    </a:solidFill>
                    <a:latin typeface="Calibri"/>
                  </a:rPr>
                  <a:t>UDP</a:t>
                </a:r>
                <a:r>
                  <a:rPr lang="en-US" sz="1200" baseline="-25000" dirty="0">
                    <a:solidFill>
                      <a:prstClr val="black"/>
                    </a:solidFill>
                    <a:latin typeface="Calibri"/>
                  </a:rPr>
                  <a:t>h</a:t>
                </a:r>
              </a:p>
            </p:txBody>
          </p:sp>
        </p:grpSp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8B56BF3A-3903-6343-9BD8-2E85489C092E}"/>
                </a:ext>
              </a:extLst>
            </p:cNvPr>
            <p:cNvGrpSpPr/>
            <p:nvPr/>
          </p:nvGrpSpPr>
          <p:grpSpPr>
            <a:xfrm>
              <a:off x="8422070" y="5632673"/>
              <a:ext cx="1259074" cy="400109"/>
              <a:chOff x="8934916" y="2778923"/>
              <a:chExt cx="1259074" cy="400109"/>
            </a:xfrm>
          </p:grpSpPr>
          <p:sp>
            <p:nvSpPr>
              <p:cNvPr id="104" name="Rectangle 103">
                <a:extLst>
                  <a:ext uri="{FF2B5EF4-FFF2-40B4-BE49-F238E27FC236}">
                    <a16:creationId xmlns:a16="http://schemas.microsoft.com/office/drawing/2014/main" id="{C0632306-DF2A-5145-82E2-F627C1E9171F}"/>
                  </a:ext>
                </a:extLst>
              </p:cNvPr>
              <p:cNvSpPr/>
              <p:nvPr/>
            </p:nvSpPr>
            <p:spPr>
              <a:xfrm>
                <a:off x="8964931" y="2842303"/>
                <a:ext cx="1140727" cy="246705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E104975E-6986-5E45-89F2-36AAE86B3B12}"/>
                  </a:ext>
                </a:extLst>
              </p:cNvPr>
              <p:cNvSpPr txBox="1"/>
              <p:nvPr/>
            </p:nvSpPr>
            <p:spPr>
              <a:xfrm>
                <a:off x="8934916" y="2778923"/>
                <a:ext cx="1259074" cy="4001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685800">
                  <a:defRPr/>
                </a:pPr>
                <a:r>
                  <a:rPr lang="en-US" sz="1350" dirty="0">
                    <a:solidFill>
                      <a:prstClr val="black"/>
                    </a:solidFill>
                    <a:latin typeface="Calibri"/>
                  </a:rPr>
                  <a:t>SNMP msg</a:t>
                </a:r>
              </a:p>
            </p:txBody>
          </p:sp>
        </p:grpSp>
      </p:grpSp>
      <p:sp>
        <p:nvSpPr>
          <p:cNvPr id="127" name="TextBox 126">
            <a:extLst>
              <a:ext uri="{FF2B5EF4-FFF2-40B4-BE49-F238E27FC236}">
                <a16:creationId xmlns:a16="http://schemas.microsoft.com/office/drawing/2014/main" id="{5F6FF1BE-CC44-0642-B5BA-79CC246557BD}"/>
              </a:ext>
            </a:extLst>
          </p:cNvPr>
          <p:cNvSpPr txBox="1"/>
          <p:nvPr/>
        </p:nvSpPr>
        <p:spPr>
          <a:xfrm>
            <a:off x="3284650" y="3806561"/>
            <a:ext cx="2869092" cy="5652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164306" defTabSz="685800">
              <a:lnSpc>
                <a:spcPct val="85000"/>
              </a:lnSpc>
              <a:buClr>
                <a:srgbClr val="0200A3"/>
              </a:buClr>
              <a:buFont typeface="Wingdings" pitchFamily="2" charset="2"/>
              <a:buChar char="§"/>
              <a:defRPr/>
            </a:pPr>
            <a:r>
              <a:rPr lang="en-US" dirty="0">
                <a:solidFill>
                  <a:prstClr val="black"/>
                </a:solidFill>
                <a:latin typeface="Calibri"/>
              </a:rPr>
              <a:t>demultiplexes message up to application via socket</a:t>
            </a: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279B4C12-D49E-4A40-9C38-F2E92ECDF43A}"/>
              </a:ext>
            </a:extLst>
          </p:cNvPr>
          <p:cNvSpPr/>
          <p:nvPr/>
        </p:nvSpPr>
        <p:spPr>
          <a:xfrm>
            <a:off x="6261256" y="2377729"/>
            <a:ext cx="2562402" cy="2477134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35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0F72514-945E-EB40-9BEE-202BF670272C}"/>
              </a:ext>
            </a:extLst>
          </p:cNvPr>
          <p:cNvSpPr/>
          <p:nvPr/>
        </p:nvSpPr>
        <p:spPr>
          <a:xfrm>
            <a:off x="1306025" y="3099121"/>
            <a:ext cx="572375" cy="405773"/>
          </a:xfrm>
          <a:prstGeom prst="ellipse">
            <a:avLst/>
          </a:prstGeom>
          <a:noFill/>
          <a:ln w="25400">
            <a:solidFill>
              <a:srgbClr val="CD000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350" dirty="0">
              <a:solidFill>
                <a:prstClr val="white"/>
              </a:solidFill>
              <a:latin typeface="Calibri"/>
            </a:endParaRPr>
          </a:p>
        </p:txBody>
      </p: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55A91E20-BDA5-C441-B395-6979D211F34E}"/>
              </a:ext>
            </a:extLst>
          </p:cNvPr>
          <p:cNvCxnSpPr>
            <a:cxnSpLocks/>
          </p:cNvCxnSpPr>
          <p:nvPr/>
        </p:nvCxnSpPr>
        <p:spPr>
          <a:xfrm flipH="1">
            <a:off x="5979018" y="4587280"/>
            <a:ext cx="1105135" cy="35579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F8285317-4714-1541-BC02-BED132E59B23}"/>
              </a:ext>
            </a:extLst>
          </p:cNvPr>
          <p:cNvCxnSpPr>
            <a:cxnSpLocks/>
          </p:cNvCxnSpPr>
          <p:nvPr/>
        </p:nvCxnSpPr>
        <p:spPr>
          <a:xfrm>
            <a:off x="1934108" y="4654167"/>
            <a:ext cx="1187124" cy="22696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1" name="Freeform 296">
            <a:extLst>
              <a:ext uri="{FF2B5EF4-FFF2-40B4-BE49-F238E27FC236}">
                <a16:creationId xmlns:a16="http://schemas.microsoft.com/office/drawing/2014/main" id="{06DFDE96-5B04-984C-B72D-22D074DF3E82}"/>
              </a:ext>
            </a:extLst>
          </p:cNvPr>
          <p:cNvSpPr>
            <a:spLocks/>
          </p:cNvSpPr>
          <p:nvPr/>
        </p:nvSpPr>
        <p:spPr bwMode="auto">
          <a:xfrm>
            <a:off x="3046891" y="4581500"/>
            <a:ext cx="3027677" cy="771548"/>
          </a:xfrm>
          <a:custGeom>
            <a:avLst/>
            <a:gdLst>
              <a:gd name="T0" fmla="*/ 2147483647 w 1877"/>
              <a:gd name="T1" fmla="*/ 2147483647 h 917"/>
              <a:gd name="T2" fmla="*/ 2147483647 w 1877"/>
              <a:gd name="T3" fmla="*/ 2147483647 h 917"/>
              <a:gd name="T4" fmla="*/ 2147483647 w 1877"/>
              <a:gd name="T5" fmla="*/ 2147483647 h 917"/>
              <a:gd name="T6" fmla="*/ 2147483647 w 1877"/>
              <a:gd name="T7" fmla="*/ 2147483647 h 917"/>
              <a:gd name="T8" fmla="*/ 2147483647 w 1877"/>
              <a:gd name="T9" fmla="*/ 2147483647 h 917"/>
              <a:gd name="T10" fmla="*/ 2147483647 w 1877"/>
              <a:gd name="T11" fmla="*/ 2147483647 h 917"/>
              <a:gd name="T12" fmla="*/ 2147483647 w 1877"/>
              <a:gd name="T13" fmla="*/ 2147483647 h 917"/>
              <a:gd name="T14" fmla="*/ 2147483647 w 1877"/>
              <a:gd name="T15" fmla="*/ 2147483647 h 917"/>
              <a:gd name="T16" fmla="*/ 2147483647 w 1877"/>
              <a:gd name="T17" fmla="*/ 2147483647 h 917"/>
              <a:gd name="T18" fmla="*/ 2147483647 w 1877"/>
              <a:gd name="T19" fmla="*/ 2147483647 h 917"/>
              <a:gd name="T20" fmla="*/ 2147483647 w 1877"/>
              <a:gd name="T21" fmla="*/ 2147483647 h 917"/>
              <a:gd name="T22" fmla="*/ 2147483647 w 1877"/>
              <a:gd name="T23" fmla="*/ 2147483647 h 917"/>
              <a:gd name="T24" fmla="*/ 2147483647 w 1877"/>
              <a:gd name="T25" fmla="*/ 2147483647 h 917"/>
              <a:gd name="T26" fmla="*/ 2147483647 w 1877"/>
              <a:gd name="T27" fmla="*/ 2147483647 h 917"/>
              <a:gd name="T28" fmla="*/ 2147483647 w 1877"/>
              <a:gd name="T29" fmla="*/ 2147483647 h 917"/>
              <a:gd name="T30" fmla="*/ 2147483647 w 1877"/>
              <a:gd name="T31" fmla="*/ 2147483647 h 917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877"/>
              <a:gd name="T49" fmla="*/ 0 h 917"/>
              <a:gd name="T50" fmla="*/ 1877 w 1877"/>
              <a:gd name="T51" fmla="*/ 917 h 917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877" h="917">
                <a:moveTo>
                  <a:pt x="889" y="23"/>
                </a:moveTo>
                <a:cubicBezTo>
                  <a:pt x="804" y="39"/>
                  <a:pt x="771" y="98"/>
                  <a:pt x="692" y="109"/>
                </a:cubicBezTo>
                <a:cubicBezTo>
                  <a:pt x="613" y="120"/>
                  <a:pt x="511" y="81"/>
                  <a:pt x="415" y="91"/>
                </a:cubicBezTo>
                <a:cubicBezTo>
                  <a:pt x="319" y="101"/>
                  <a:pt x="174" y="126"/>
                  <a:pt x="112" y="170"/>
                </a:cubicBezTo>
                <a:cubicBezTo>
                  <a:pt x="51" y="214"/>
                  <a:pt x="66" y="294"/>
                  <a:pt x="50" y="353"/>
                </a:cubicBezTo>
                <a:cubicBezTo>
                  <a:pt x="34" y="412"/>
                  <a:pt x="0" y="479"/>
                  <a:pt x="14" y="528"/>
                </a:cubicBezTo>
                <a:cubicBezTo>
                  <a:pt x="29" y="577"/>
                  <a:pt x="57" y="608"/>
                  <a:pt x="139" y="650"/>
                </a:cubicBezTo>
                <a:cubicBezTo>
                  <a:pt x="221" y="692"/>
                  <a:pt x="372" y="742"/>
                  <a:pt x="505" y="781"/>
                </a:cubicBezTo>
                <a:cubicBezTo>
                  <a:pt x="638" y="820"/>
                  <a:pt x="789" y="866"/>
                  <a:pt x="933" y="886"/>
                </a:cubicBezTo>
                <a:cubicBezTo>
                  <a:pt x="1077" y="906"/>
                  <a:pt x="1246" y="917"/>
                  <a:pt x="1370" y="901"/>
                </a:cubicBezTo>
                <a:cubicBezTo>
                  <a:pt x="1494" y="885"/>
                  <a:pt x="1594" y="839"/>
                  <a:pt x="1676" y="793"/>
                </a:cubicBezTo>
                <a:cubicBezTo>
                  <a:pt x="1758" y="747"/>
                  <a:pt x="1843" y="720"/>
                  <a:pt x="1860" y="624"/>
                </a:cubicBezTo>
                <a:cubicBezTo>
                  <a:pt x="1877" y="528"/>
                  <a:pt x="1835" y="306"/>
                  <a:pt x="1776" y="219"/>
                </a:cubicBezTo>
                <a:cubicBezTo>
                  <a:pt x="1717" y="132"/>
                  <a:pt x="1599" y="134"/>
                  <a:pt x="1503" y="100"/>
                </a:cubicBezTo>
                <a:cubicBezTo>
                  <a:pt x="1407" y="66"/>
                  <a:pt x="1302" y="26"/>
                  <a:pt x="1200" y="13"/>
                </a:cubicBezTo>
                <a:cubicBezTo>
                  <a:pt x="1098" y="0"/>
                  <a:pt x="974" y="7"/>
                  <a:pt x="889" y="23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2100" dirty="0">
              <a:solidFill>
                <a:srgbClr val="000000"/>
              </a:solidFill>
              <a:latin typeface="Calibri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B52DDE52-B894-27D3-1749-CF99AACE8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0BC41B36-6335-F546-90B9-E2121371E10D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1643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18 -0.00208 L 0.00018 -0.07569 " pathEditMode="relative" rAng="0" ptsTypes="AA">
                                      <p:cBhvr>
                                        <p:cTn id="11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681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-7.40741E-7 L -1.66667E-6 -0.07893 " pathEditMode="relative" rAng="0" ptsTypes="AA">
                                      <p:cBhvr>
                                        <p:cTn id="40" dur="2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958"/>
                                    </p:animMotion>
                                  </p:childTnLst>
                                </p:cTn>
                              </p:par>
                              <p:par>
                                <p:cTn id="4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" grpId="0"/>
      <p:bldP spid="94" grpId="0"/>
      <p:bldP spid="97" grpId="0"/>
      <p:bldP spid="127" grpId="0"/>
      <p:bldP spid="4" grpId="0" animBg="1"/>
      <p:bldP spid="4" grpId="1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Connectionless transport: UDP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935B9-BED5-CF5E-536F-185A9D136E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UDP segment header</a:t>
            </a:r>
          </a:p>
        </p:txBody>
      </p:sp>
      <p:sp>
        <p:nvSpPr>
          <p:cNvPr id="29" name="Rectangle 8">
            <a:extLst>
              <a:ext uri="{FF2B5EF4-FFF2-40B4-BE49-F238E27FC236}">
                <a16:creationId xmlns:a16="http://schemas.microsoft.com/office/drawing/2014/main" id="{F52AC6CB-EA5F-E34E-A84B-F6174293B5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6725" y="2370535"/>
            <a:ext cx="2493169" cy="2400300"/>
          </a:xfrm>
          <a:prstGeom prst="rect">
            <a:avLst/>
          </a:prstGeom>
          <a:solidFill>
            <a:srgbClr val="FFFFFF"/>
          </a:solidFill>
          <a:ln w="349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kern="0" dirty="0">
              <a:solidFill>
                <a:srgbClr val="000000"/>
              </a:solidFill>
              <a:latin typeface="Times New Roman" charset="0"/>
              <a:ea typeface="ＭＳ Ｐゴシック" charset="0"/>
            </a:endParaRPr>
          </a:p>
        </p:txBody>
      </p:sp>
      <p:sp>
        <p:nvSpPr>
          <p:cNvPr id="30" name="Text Box 9">
            <a:extLst>
              <a:ext uri="{FF2B5EF4-FFF2-40B4-BE49-F238E27FC236}">
                <a16:creationId xmlns:a16="http://schemas.microsoft.com/office/drawing/2014/main" id="{C8E7AF66-85A4-6B43-AFFD-45ABC02172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6357" y="2380060"/>
            <a:ext cx="1233031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50" kern="0" dirty="0">
                <a:solidFill>
                  <a:srgbClr val="000000"/>
                </a:solidFill>
              </a:rPr>
              <a:t>source port #</a:t>
            </a:r>
            <a:endParaRPr lang="en-US" sz="1800" kern="0" dirty="0">
              <a:solidFill>
                <a:srgbClr val="000000"/>
              </a:solidFill>
            </a:endParaRPr>
          </a:p>
        </p:txBody>
      </p:sp>
      <p:sp>
        <p:nvSpPr>
          <p:cNvPr id="31" name="Text Box 10">
            <a:extLst>
              <a:ext uri="{FF2B5EF4-FFF2-40B4-BE49-F238E27FC236}">
                <a16:creationId xmlns:a16="http://schemas.microsoft.com/office/drawing/2014/main" id="{2F2912E8-AD40-5541-9C73-5856C97AF5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473" y="2380060"/>
            <a:ext cx="1053494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50" kern="0" dirty="0">
                <a:solidFill>
                  <a:srgbClr val="000000"/>
                </a:solidFill>
              </a:rPr>
              <a:t>dest port #</a:t>
            </a:r>
          </a:p>
        </p:txBody>
      </p:sp>
      <p:sp>
        <p:nvSpPr>
          <p:cNvPr id="32" name="Line 11">
            <a:extLst>
              <a:ext uri="{FF2B5EF4-FFF2-40B4-BE49-F238E27FC236}">
                <a16:creationId xmlns:a16="http://schemas.microsoft.com/office/drawing/2014/main" id="{D9BFD291-F38C-E245-812B-D4A7B44A296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19581" y="2670572"/>
            <a:ext cx="2496741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kern="0" dirty="0">
              <a:solidFill>
                <a:srgbClr val="000000"/>
              </a:solidFill>
              <a:latin typeface="Tahoma" charset="0"/>
              <a:ea typeface="ＭＳ Ｐゴシック" charset="0"/>
            </a:endParaRPr>
          </a:p>
        </p:txBody>
      </p:sp>
      <p:sp>
        <p:nvSpPr>
          <p:cNvPr id="33" name="Line 12">
            <a:extLst>
              <a:ext uri="{FF2B5EF4-FFF2-40B4-BE49-F238E27FC236}">
                <a16:creationId xmlns:a16="http://schemas.microsoft.com/office/drawing/2014/main" id="{3CE7F4CE-E33B-FD4E-B07F-F5A9DE98853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12437" y="2970610"/>
            <a:ext cx="2493169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kern="0" dirty="0">
              <a:solidFill>
                <a:srgbClr val="000000"/>
              </a:solidFill>
              <a:latin typeface="Tahoma" charset="0"/>
              <a:ea typeface="ＭＳ Ｐゴシック" charset="0"/>
            </a:endParaRPr>
          </a:p>
        </p:txBody>
      </p:sp>
      <p:sp>
        <p:nvSpPr>
          <p:cNvPr id="34" name="Line 13">
            <a:extLst>
              <a:ext uri="{FF2B5EF4-FFF2-40B4-BE49-F238E27FC236}">
                <a16:creationId xmlns:a16="http://schemas.microsoft.com/office/drawing/2014/main" id="{F55DFF34-EECA-F046-9F88-B6CF84CB8E0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55449" y="2370535"/>
            <a:ext cx="0" cy="29646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kern="0" dirty="0">
              <a:solidFill>
                <a:srgbClr val="000000"/>
              </a:solidFill>
              <a:latin typeface="Tahoma" charset="0"/>
              <a:ea typeface="ＭＳ Ｐゴシック" charset="0"/>
            </a:endParaRPr>
          </a:p>
        </p:txBody>
      </p:sp>
      <p:sp>
        <p:nvSpPr>
          <p:cNvPr id="35" name="Text Box 14">
            <a:extLst>
              <a:ext uri="{FF2B5EF4-FFF2-40B4-BE49-F238E27FC236}">
                <a16:creationId xmlns:a16="http://schemas.microsoft.com/office/drawing/2014/main" id="{99267DCE-8159-FC45-B743-B474F3D455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59121" y="2021682"/>
            <a:ext cx="756938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32 bits</a:t>
            </a:r>
          </a:p>
        </p:txBody>
      </p:sp>
      <p:sp>
        <p:nvSpPr>
          <p:cNvPr id="36" name="Line 15">
            <a:extLst>
              <a:ext uri="{FF2B5EF4-FFF2-40B4-BE49-F238E27FC236}">
                <a16:creationId xmlns:a16="http://schemas.microsoft.com/office/drawing/2014/main" id="{8D62C2C2-8FA0-A54C-8811-9A937D96CD04}"/>
              </a:ext>
            </a:extLst>
          </p:cNvPr>
          <p:cNvSpPr>
            <a:spLocks noChangeShapeType="1"/>
          </p:cNvSpPr>
          <p:nvPr/>
        </p:nvSpPr>
        <p:spPr bwMode="auto">
          <a:xfrm>
            <a:off x="4498349" y="2195513"/>
            <a:ext cx="900113" cy="3572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kern="0" dirty="0">
              <a:solidFill>
                <a:srgbClr val="000000"/>
              </a:solidFill>
              <a:latin typeface="Tahoma" charset="0"/>
              <a:ea typeface="ＭＳ Ｐゴシック" charset="0"/>
            </a:endParaRPr>
          </a:p>
        </p:txBody>
      </p:sp>
      <p:sp>
        <p:nvSpPr>
          <p:cNvPr id="37" name="Line 16">
            <a:extLst>
              <a:ext uri="{FF2B5EF4-FFF2-40B4-BE49-F238E27FC236}">
                <a16:creationId xmlns:a16="http://schemas.microsoft.com/office/drawing/2014/main" id="{DE702B00-23E1-474A-9072-DDEE50F76714}"/>
              </a:ext>
            </a:extLst>
          </p:cNvPr>
          <p:cNvSpPr>
            <a:spLocks noChangeShapeType="1"/>
          </p:cNvSpPr>
          <p:nvPr/>
        </p:nvSpPr>
        <p:spPr bwMode="auto">
          <a:xfrm rot="10800000">
            <a:off x="2916009" y="2202656"/>
            <a:ext cx="846534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kern="0" dirty="0">
              <a:solidFill>
                <a:srgbClr val="000000"/>
              </a:solidFill>
              <a:latin typeface="Tahoma" charset="0"/>
              <a:ea typeface="ＭＳ Ｐゴシック" charset="0"/>
            </a:endParaRPr>
          </a:p>
        </p:txBody>
      </p:sp>
      <p:sp>
        <p:nvSpPr>
          <p:cNvPr id="38" name="Text Box 17">
            <a:extLst>
              <a:ext uri="{FF2B5EF4-FFF2-40B4-BE49-F238E27FC236}">
                <a16:creationId xmlns:a16="http://schemas.microsoft.com/office/drawing/2014/main" id="{7A899027-0169-0E41-A632-97B068C6DC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33861" y="3389710"/>
            <a:ext cx="1091967" cy="7848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application</a:t>
            </a:r>
          </a:p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data </a:t>
            </a:r>
          </a:p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(payload)</a:t>
            </a:r>
            <a:endParaRPr lang="en-US" sz="1800" kern="0" dirty="0">
              <a:solidFill>
                <a:srgbClr val="000000"/>
              </a:solidFill>
            </a:endParaRPr>
          </a:p>
        </p:txBody>
      </p:sp>
      <p:sp>
        <p:nvSpPr>
          <p:cNvPr id="39" name="Text Box 19">
            <a:extLst>
              <a:ext uri="{FF2B5EF4-FFF2-40B4-BE49-F238E27FC236}">
                <a16:creationId xmlns:a16="http://schemas.microsoft.com/office/drawing/2014/main" id="{CD850B08-5706-0344-961A-224002B37B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21901" y="4826794"/>
            <a:ext cx="1957587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UDP segment format</a:t>
            </a:r>
            <a:endParaRPr lang="en-US" sz="1800" kern="0" dirty="0">
              <a:solidFill>
                <a:srgbClr val="000000"/>
              </a:solidFill>
            </a:endParaRPr>
          </a:p>
        </p:txBody>
      </p:sp>
      <p:sp>
        <p:nvSpPr>
          <p:cNvPr id="40" name="Line 20">
            <a:extLst>
              <a:ext uri="{FF2B5EF4-FFF2-40B4-BE49-F238E27FC236}">
                <a16:creationId xmlns:a16="http://schemas.microsoft.com/office/drawing/2014/main" id="{23E18502-A4AB-B441-8247-C60D9AD14D7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55449" y="2677717"/>
            <a:ext cx="0" cy="29646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kern="0" dirty="0">
              <a:solidFill>
                <a:srgbClr val="000000"/>
              </a:solidFill>
              <a:latin typeface="Tahoma" charset="0"/>
              <a:ea typeface="ＭＳ Ｐゴシック" charset="0"/>
            </a:endParaRPr>
          </a:p>
        </p:txBody>
      </p:sp>
      <p:sp>
        <p:nvSpPr>
          <p:cNvPr id="41" name="Text Box 22">
            <a:extLst>
              <a:ext uri="{FF2B5EF4-FFF2-40B4-BE49-F238E27FC236}">
                <a16:creationId xmlns:a16="http://schemas.microsoft.com/office/drawing/2014/main" id="{7C44E6B5-339B-1741-B9C3-A1E3E37268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87880" y="2672953"/>
            <a:ext cx="662361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50" kern="0" dirty="0">
                <a:solidFill>
                  <a:srgbClr val="000000"/>
                </a:solidFill>
              </a:rPr>
              <a:t>length</a:t>
            </a:r>
            <a:endParaRPr lang="en-US" sz="1800" kern="0" dirty="0">
              <a:solidFill>
                <a:srgbClr val="000000"/>
              </a:solidFill>
            </a:endParaRPr>
          </a:p>
        </p:txBody>
      </p:sp>
      <p:sp>
        <p:nvSpPr>
          <p:cNvPr id="42" name="Text Box 23">
            <a:extLst>
              <a:ext uri="{FF2B5EF4-FFF2-40B4-BE49-F238E27FC236}">
                <a16:creationId xmlns:a16="http://schemas.microsoft.com/office/drawing/2014/main" id="{47FFCC22-7372-6744-AEF8-0A8B785292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5422" y="2665810"/>
            <a:ext cx="938078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50" kern="0" dirty="0">
                <a:solidFill>
                  <a:srgbClr val="000000"/>
                </a:solidFill>
              </a:rPr>
              <a:t>checksum</a:t>
            </a:r>
            <a:endParaRPr lang="en-US" sz="1800" kern="0" dirty="0">
              <a:solidFill>
                <a:srgbClr val="000000"/>
              </a:solidFill>
            </a:endParaRPr>
          </a:p>
        </p:txBody>
      </p:sp>
      <p:sp>
        <p:nvSpPr>
          <p:cNvPr id="43" name="Text Box 24">
            <a:extLst>
              <a:ext uri="{FF2B5EF4-FFF2-40B4-BE49-F238E27FC236}">
                <a16:creationId xmlns:a16="http://schemas.microsoft.com/office/drawing/2014/main" id="{485622D4-EF6A-C34A-A27B-A6B8F83BC6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7548" y="3423643"/>
            <a:ext cx="1804988" cy="7155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50" kern="0" dirty="0">
                <a:solidFill>
                  <a:srgbClr val="000000"/>
                </a:solidFill>
              </a:rPr>
              <a:t>length, in bytes of UDP segment, including header</a:t>
            </a:r>
            <a:endParaRPr lang="en-US" sz="1800" kern="0" dirty="0">
              <a:solidFill>
                <a:srgbClr val="000000"/>
              </a:solidFill>
            </a:endParaRPr>
          </a:p>
        </p:txBody>
      </p:sp>
      <p:sp>
        <p:nvSpPr>
          <p:cNvPr id="44" name="Line 25">
            <a:extLst>
              <a:ext uri="{FF2B5EF4-FFF2-40B4-BE49-F238E27FC236}">
                <a16:creationId xmlns:a16="http://schemas.microsoft.com/office/drawing/2014/main" id="{1D6A5808-0448-DB49-AF97-08E63607B4A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856602" y="2805112"/>
            <a:ext cx="2334868" cy="96404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kern="0" dirty="0">
              <a:solidFill>
                <a:srgbClr val="000000"/>
              </a:solidFill>
              <a:latin typeface="Tahoma" charset="0"/>
              <a:ea typeface="ＭＳ Ｐゴシック" charset="0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155F1E7-7CEF-EC4F-9C9D-C612D6BAA462}"/>
              </a:ext>
            </a:extLst>
          </p:cNvPr>
          <p:cNvSpPr/>
          <p:nvPr/>
        </p:nvSpPr>
        <p:spPr>
          <a:xfrm>
            <a:off x="2771356" y="2325160"/>
            <a:ext cx="1573403" cy="400852"/>
          </a:xfrm>
          <a:prstGeom prst="ellipse">
            <a:avLst/>
          </a:prstGeom>
          <a:noFill/>
          <a:ln w="31750">
            <a:solidFill>
              <a:srgbClr val="CD000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35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BE69DAA7-4CE3-5A48-B429-6D40B6035291}"/>
              </a:ext>
            </a:extLst>
          </p:cNvPr>
          <p:cNvSpPr/>
          <p:nvPr/>
        </p:nvSpPr>
        <p:spPr>
          <a:xfrm>
            <a:off x="3998287" y="2323656"/>
            <a:ext cx="1573403" cy="400852"/>
          </a:xfrm>
          <a:prstGeom prst="ellipse">
            <a:avLst/>
          </a:prstGeom>
          <a:noFill/>
          <a:ln w="31750">
            <a:solidFill>
              <a:srgbClr val="CD000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35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AF8B7A60-8E66-CD4B-B67F-657454C69C5D}"/>
              </a:ext>
            </a:extLst>
          </p:cNvPr>
          <p:cNvSpPr/>
          <p:nvPr/>
        </p:nvSpPr>
        <p:spPr>
          <a:xfrm>
            <a:off x="2742781" y="2629351"/>
            <a:ext cx="1573403" cy="400852"/>
          </a:xfrm>
          <a:prstGeom prst="ellipse">
            <a:avLst/>
          </a:prstGeom>
          <a:noFill/>
          <a:ln w="31750">
            <a:solidFill>
              <a:srgbClr val="CD000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35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AE79E99F-83A4-EE4E-9BAB-1946BFD0A4A1}"/>
              </a:ext>
            </a:extLst>
          </p:cNvPr>
          <p:cNvSpPr/>
          <p:nvPr/>
        </p:nvSpPr>
        <p:spPr>
          <a:xfrm>
            <a:off x="3967632" y="2613172"/>
            <a:ext cx="1573403" cy="400852"/>
          </a:xfrm>
          <a:prstGeom prst="ellipse">
            <a:avLst/>
          </a:prstGeom>
          <a:noFill/>
          <a:ln w="31750">
            <a:solidFill>
              <a:srgbClr val="CD000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35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2AA4BE2E-C7FD-E34F-9626-C89B0B4F43FB}"/>
              </a:ext>
            </a:extLst>
          </p:cNvPr>
          <p:cNvSpPr/>
          <p:nvPr/>
        </p:nvSpPr>
        <p:spPr>
          <a:xfrm>
            <a:off x="3290100" y="3218780"/>
            <a:ext cx="1573403" cy="1170533"/>
          </a:xfrm>
          <a:prstGeom prst="ellipse">
            <a:avLst/>
          </a:prstGeom>
          <a:noFill/>
          <a:ln w="31750">
            <a:solidFill>
              <a:srgbClr val="CD000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35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50" name="Line 25">
            <a:extLst>
              <a:ext uri="{FF2B5EF4-FFF2-40B4-BE49-F238E27FC236}">
                <a16:creationId xmlns:a16="http://schemas.microsoft.com/office/drawing/2014/main" id="{F10F9304-7E0A-6542-A023-9D119B25A07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436402" y="3836553"/>
            <a:ext cx="2334868" cy="96404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kern="0" dirty="0">
              <a:solidFill>
                <a:srgbClr val="000000"/>
              </a:solidFill>
              <a:latin typeface="Tahoma" charset="0"/>
              <a:ea typeface="ＭＳ Ｐゴシック" charset="0"/>
            </a:endParaRPr>
          </a:p>
        </p:txBody>
      </p:sp>
      <p:sp>
        <p:nvSpPr>
          <p:cNvPr id="51" name="Text Box 24">
            <a:extLst>
              <a:ext uri="{FF2B5EF4-FFF2-40B4-BE49-F238E27FC236}">
                <a16:creationId xmlns:a16="http://schemas.microsoft.com/office/drawing/2014/main" id="{E81BCD01-79B1-A943-81E4-83B20B558C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24695" y="4584420"/>
            <a:ext cx="1804988" cy="5078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50" kern="0" dirty="0">
                <a:solidFill>
                  <a:srgbClr val="000000"/>
                </a:solidFill>
              </a:rPr>
              <a:t>data to/from application layer</a:t>
            </a:r>
            <a:endParaRPr lang="en-US" sz="1800" kern="0" dirty="0">
              <a:solidFill>
                <a:srgbClr val="00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316A7E-6284-D54D-C45C-97FFEABEA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0BC41B36-6335-F546-90B9-E2121371E10D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2857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44" grpId="0" animBg="1"/>
      <p:bldP spid="5" grpId="0" animBg="1"/>
      <p:bldP spid="26" grpId="0" animBg="1"/>
      <p:bldP spid="27" grpId="0" animBg="1"/>
      <p:bldP spid="48" grpId="0" animBg="1"/>
      <p:bldP spid="49" grpId="0" animBg="1"/>
      <p:bldP spid="50" grpId="0" animBg="1"/>
      <p:bldP spid="5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Simple Parity Bit (Check Bit)</a:t>
            </a:r>
            <a:endParaRPr lang="en-US" dirty="0"/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E44D293F-A688-0CE5-5730-1E6100DBC0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98603"/>
            <a:ext cx="7886700" cy="3341026"/>
          </a:xfrm>
        </p:spPr>
        <p:txBody>
          <a:bodyPr>
            <a:normAutofit/>
          </a:bodyPr>
          <a:lstStyle/>
          <a:p>
            <a:r>
              <a:rPr lang="en-US" altLang="en-US" sz="2800" dirty="0">
                <a:latin typeface="Calibri" panose="020F0502020204030204"/>
              </a:rPr>
              <a:t>Bitwise XOR</a:t>
            </a:r>
            <a:endParaRPr lang="en-US" altLang="ja-JP" sz="2800" dirty="0">
              <a:latin typeface="Calibri" panose="020F0502020204030204"/>
            </a:endParaRPr>
          </a:p>
          <a:p>
            <a:pPr lvl="1"/>
            <a:r>
              <a:rPr lang="en-US" dirty="0"/>
              <a:t>Even parity bit P = D0 ⊕ D1⊕ D2⊕ D3</a:t>
            </a:r>
          </a:p>
          <a:p>
            <a:pPr lvl="1"/>
            <a:r>
              <a:rPr lang="en-US" dirty="0"/>
              <a:t>Odd parity bit P’ = ~(D0 ⊕ D1⊕ D2⊕ D3)  </a:t>
            </a:r>
            <a:r>
              <a:rPr lang="en-US" b="1" dirty="0"/>
              <a:t>why?</a:t>
            </a:r>
          </a:p>
          <a:p>
            <a:r>
              <a:rPr lang="en-US" altLang="en-US" sz="2800" dirty="0">
                <a:latin typeface="Calibri" panose="020F0502020204030204"/>
              </a:rPr>
              <a:t>Simple but weak</a:t>
            </a:r>
            <a:endParaRPr lang="en-US" altLang="ja-JP" sz="2800" dirty="0">
              <a:latin typeface="Calibri" panose="020F0502020204030204"/>
            </a:endParaRPr>
          </a:p>
        </p:txBody>
      </p:sp>
      <p:sp>
        <p:nvSpPr>
          <p:cNvPr id="20" name="Slide Number Placeholder 3">
            <a:extLst>
              <a:ext uri="{FF2B5EF4-FFF2-40B4-BE49-F238E27FC236}">
                <a16:creationId xmlns:a16="http://schemas.microsoft.com/office/drawing/2014/main" id="{B35DFD3A-D9E2-5429-F222-2AEB25409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0BC41B36-6335-F546-90B9-E2121371E10D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4913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3C7772-B5D5-94C0-5C70-B87516F11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39C11-376E-1672-8E3E-4EB994B3A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Checksum</a:t>
            </a:r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B4419239-0E8D-63A6-0CEE-7EA23A208A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altLang="en-US" sz="2800" i="1" dirty="0">
                <a:solidFill>
                  <a:srgbClr val="CC0000"/>
                </a:solidFill>
                <a:latin typeface="Calibri" panose="020F0502020204030204"/>
              </a:rPr>
              <a:t>Goal:</a:t>
            </a:r>
            <a:r>
              <a:rPr lang="en-US" altLang="en-US" sz="2800" dirty="0">
                <a:solidFill>
                  <a:prstClr val="black"/>
                </a:solidFill>
                <a:latin typeface="Calibri" panose="020F0502020204030204"/>
              </a:rPr>
              <a:t> detect </a:t>
            </a:r>
            <a:r>
              <a:rPr lang="en-US" altLang="ja-JP" sz="2800" dirty="0">
                <a:solidFill>
                  <a:prstClr val="black"/>
                </a:solidFill>
                <a:latin typeface="Calibri" panose="020F0502020204030204"/>
              </a:rPr>
              <a:t>errors (</a:t>
            </a:r>
            <a:r>
              <a:rPr lang="en-US" altLang="ja-JP" sz="2800" i="1" dirty="0">
                <a:solidFill>
                  <a:prstClr val="black"/>
                </a:solidFill>
                <a:latin typeface="Calibri" panose="020F0502020204030204"/>
              </a:rPr>
              <a:t>i.e., </a:t>
            </a:r>
            <a:r>
              <a:rPr lang="en-US" altLang="ja-JP" sz="2800" dirty="0">
                <a:solidFill>
                  <a:prstClr val="black"/>
                </a:solidFill>
                <a:latin typeface="Calibri" panose="020F0502020204030204"/>
              </a:rPr>
              <a:t>flipped bits) in transmitted segment</a:t>
            </a:r>
          </a:p>
          <a:p>
            <a:endParaRPr lang="en-US" dirty="0"/>
          </a:p>
        </p:txBody>
      </p:sp>
      <p:sp>
        <p:nvSpPr>
          <p:cNvPr id="48" name="Rectangle 4">
            <a:extLst>
              <a:ext uri="{FF2B5EF4-FFF2-40B4-BE49-F238E27FC236}">
                <a16:creationId xmlns:a16="http://schemas.microsoft.com/office/drawing/2014/main" id="{00743AFE-45FB-3EE3-49E5-E6F5E64207D5}"/>
              </a:ext>
            </a:extLst>
          </p:cNvPr>
          <p:cNvSpPr txBox="1">
            <a:spLocks noChangeArrowheads="1"/>
          </p:cNvSpPr>
          <p:nvPr/>
        </p:nvSpPr>
        <p:spPr>
          <a:xfrm>
            <a:off x="953147" y="2846845"/>
            <a:ext cx="7680984" cy="430079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7631" indent="0" defTabSz="685800">
              <a:spcBef>
                <a:spcPts val="750"/>
              </a:spcBef>
              <a:buNone/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Transmitted:            5               6                11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17417143-7694-BA88-5752-C58D4BC7CEC1}"/>
              </a:ext>
            </a:extLst>
          </p:cNvPr>
          <p:cNvSpPr txBox="1">
            <a:spLocks noChangeArrowheads="1"/>
          </p:cNvSpPr>
          <p:nvPr/>
        </p:nvSpPr>
        <p:spPr>
          <a:xfrm>
            <a:off x="1288298" y="4179697"/>
            <a:ext cx="7680984" cy="430079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7631" indent="0" defTabSz="685800">
              <a:spcBef>
                <a:spcPts val="750"/>
              </a:spcBef>
              <a:buNone/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Received:            4               6                11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8A35C5F-B6CF-BF39-FB0E-A24A4E9FDFC8}"/>
              </a:ext>
            </a:extLst>
          </p:cNvPr>
          <p:cNvGrpSpPr/>
          <p:nvPr/>
        </p:nvGrpSpPr>
        <p:grpSpPr>
          <a:xfrm>
            <a:off x="2836191" y="2445824"/>
            <a:ext cx="2887056" cy="303957"/>
            <a:chOff x="3781587" y="2118101"/>
            <a:chExt cx="3849407" cy="405276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E4F7AF13-1B3B-C894-EF8C-3B5B0587A68F}"/>
                </a:ext>
              </a:extLst>
            </p:cNvPr>
            <p:cNvSpPr txBox="1"/>
            <p:nvPr/>
          </p:nvSpPr>
          <p:spPr>
            <a:xfrm>
              <a:off x="3781587" y="2123268"/>
              <a:ext cx="1270433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685800">
                <a:defRPr/>
              </a:pPr>
              <a:r>
                <a:rPr lang="en-US" sz="1350" dirty="0">
                  <a:solidFill>
                    <a:prstClr val="black"/>
                  </a:solidFill>
                  <a:latin typeface="Calibri"/>
                </a:rPr>
                <a:t>1</a:t>
              </a:r>
              <a:r>
                <a:rPr lang="en-US" sz="1350" baseline="30000" dirty="0">
                  <a:solidFill>
                    <a:prstClr val="black"/>
                  </a:solidFill>
                  <a:latin typeface="Calibri"/>
                </a:rPr>
                <a:t>st</a:t>
              </a:r>
              <a:r>
                <a:rPr lang="en-US" sz="1350" dirty="0">
                  <a:solidFill>
                    <a:prstClr val="black"/>
                  </a:solidFill>
                  <a:latin typeface="Calibri"/>
                </a:rPr>
                <a:t> number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641EC4B-145E-5ADE-6919-5DC251D47F47}"/>
                </a:ext>
              </a:extLst>
            </p:cNvPr>
            <p:cNvSpPr txBox="1"/>
            <p:nvPr/>
          </p:nvSpPr>
          <p:spPr>
            <a:xfrm>
              <a:off x="5173851" y="2120685"/>
              <a:ext cx="1323439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685800">
                <a:defRPr/>
              </a:pPr>
              <a:r>
                <a:rPr lang="en-US" sz="1350" dirty="0">
                  <a:solidFill>
                    <a:prstClr val="black"/>
                  </a:solidFill>
                  <a:latin typeface="Calibri"/>
                </a:rPr>
                <a:t>2</a:t>
              </a:r>
              <a:r>
                <a:rPr lang="en-US" sz="1350" baseline="30000" dirty="0">
                  <a:solidFill>
                    <a:prstClr val="black"/>
                  </a:solidFill>
                  <a:latin typeface="Calibri"/>
                </a:rPr>
                <a:t>nd</a:t>
              </a:r>
              <a:r>
                <a:rPr lang="en-US" sz="1350" dirty="0">
                  <a:solidFill>
                    <a:prstClr val="black"/>
                  </a:solidFill>
                  <a:latin typeface="Calibri"/>
                </a:rPr>
                <a:t> number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16E7DF3-0C98-A223-2E1C-A70CF904F59E}"/>
                </a:ext>
              </a:extLst>
            </p:cNvPr>
            <p:cNvSpPr txBox="1"/>
            <p:nvPr/>
          </p:nvSpPr>
          <p:spPr>
            <a:xfrm>
              <a:off x="6938069" y="2118101"/>
              <a:ext cx="692925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685800">
                <a:defRPr/>
              </a:pPr>
              <a:r>
                <a:rPr lang="en-US" sz="1350" dirty="0">
                  <a:solidFill>
                    <a:prstClr val="black"/>
                  </a:solidFill>
                  <a:latin typeface="Calibri"/>
                </a:rPr>
                <a:t> sum</a:t>
              </a:r>
            </a:p>
          </p:txBody>
        </p:sp>
      </p:grpSp>
      <p:sp>
        <p:nvSpPr>
          <p:cNvPr id="5" name="Down Arrow 4">
            <a:extLst>
              <a:ext uri="{FF2B5EF4-FFF2-40B4-BE49-F238E27FC236}">
                <a16:creationId xmlns:a16="http://schemas.microsoft.com/office/drawing/2014/main" id="{DF935324-1A9D-A48C-DE51-EF583E5F3ED1}"/>
              </a:ext>
            </a:extLst>
          </p:cNvPr>
          <p:cNvSpPr/>
          <p:nvPr/>
        </p:nvSpPr>
        <p:spPr>
          <a:xfrm>
            <a:off x="3952068" y="3344728"/>
            <a:ext cx="848532" cy="733806"/>
          </a:xfrm>
          <a:prstGeom prst="downArrow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55000">
                <a:srgbClr val="E47E9F"/>
              </a:gs>
              <a:gs pos="83000">
                <a:srgbClr val="CD0004"/>
              </a:gs>
              <a:gs pos="100000">
                <a:srgbClr val="C0000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350" dirty="0">
              <a:solidFill>
                <a:prstClr val="white"/>
              </a:solidFill>
              <a:latin typeface="Calibri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29E6452-79F1-F17D-0B71-5D261B9A7E7B}"/>
              </a:ext>
            </a:extLst>
          </p:cNvPr>
          <p:cNvGrpSpPr/>
          <p:nvPr/>
        </p:nvGrpSpPr>
        <p:grpSpPr>
          <a:xfrm>
            <a:off x="2952249" y="4507103"/>
            <a:ext cx="1715471" cy="832965"/>
            <a:chOff x="3936332" y="4866468"/>
            <a:chExt cx="2287294" cy="1110619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14BD677-838E-35E0-67B8-C99B3F9A9631}"/>
                </a:ext>
              </a:extLst>
            </p:cNvPr>
            <p:cNvSpPr txBox="1"/>
            <p:nvPr/>
          </p:nvSpPr>
          <p:spPr>
            <a:xfrm>
              <a:off x="3936332" y="5238423"/>
              <a:ext cx="2287294" cy="738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 defTabSz="685800">
                <a:defRPr/>
              </a:pPr>
              <a:r>
                <a:rPr lang="en-US" sz="1500" dirty="0">
                  <a:solidFill>
                    <a:prstClr val="black"/>
                  </a:solidFill>
                  <a:latin typeface="Calibri"/>
                </a:rPr>
                <a:t>receiver-computed </a:t>
              </a:r>
            </a:p>
            <a:p>
              <a:pPr algn="r" defTabSz="685800">
                <a:defRPr/>
              </a:pPr>
              <a:r>
                <a:rPr lang="en-US" sz="1500" dirty="0">
                  <a:solidFill>
                    <a:prstClr val="black"/>
                  </a:solidFill>
                  <a:latin typeface="Calibri"/>
                </a:rPr>
                <a:t>checksum</a:t>
              </a:r>
            </a:p>
          </p:txBody>
        </p:sp>
        <p:sp>
          <p:nvSpPr>
            <p:cNvPr id="7" name="Right Brace 6">
              <a:extLst>
                <a:ext uri="{FF2B5EF4-FFF2-40B4-BE49-F238E27FC236}">
                  <a16:creationId xmlns:a16="http://schemas.microsoft.com/office/drawing/2014/main" id="{83189FFC-E79C-1725-799B-74CD2F051665}"/>
                </a:ext>
              </a:extLst>
            </p:cNvPr>
            <p:cNvSpPr/>
            <p:nvPr/>
          </p:nvSpPr>
          <p:spPr>
            <a:xfrm rot="5400000">
              <a:off x="5005953" y="4107051"/>
              <a:ext cx="302449" cy="1821283"/>
            </a:xfrm>
            <a:prstGeom prst="rightBrac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E38A7CF-32D0-7D1C-2327-EDCC91D43531}"/>
              </a:ext>
            </a:extLst>
          </p:cNvPr>
          <p:cNvGrpSpPr/>
          <p:nvPr/>
        </p:nvGrpSpPr>
        <p:grpSpPr>
          <a:xfrm>
            <a:off x="5160354" y="4516790"/>
            <a:ext cx="1996252" cy="821340"/>
            <a:chOff x="6880470" y="4879385"/>
            <a:chExt cx="2661669" cy="1095119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E32E4A5-9E65-E138-AD03-80724983E7C2}"/>
                </a:ext>
              </a:extLst>
            </p:cNvPr>
            <p:cNvSpPr txBox="1"/>
            <p:nvPr/>
          </p:nvSpPr>
          <p:spPr>
            <a:xfrm>
              <a:off x="6880470" y="5235841"/>
              <a:ext cx="2661669" cy="738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685800">
                <a:defRPr/>
              </a:pPr>
              <a:r>
                <a:rPr lang="en-US" sz="1500" dirty="0">
                  <a:solidFill>
                    <a:prstClr val="black"/>
                  </a:solidFill>
                  <a:latin typeface="Calibri"/>
                </a:rPr>
                <a:t>sender-computed </a:t>
              </a:r>
            </a:p>
            <a:p>
              <a:pPr defTabSz="685800">
                <a:defRPr/>
              </a:pPr>
              <a:r>
                <a:rPr lang="en-US" sz="1500" dirty="0">
                  <a:solidFill>
                    <a:prstClr val="black"/>
                  </a:solidFill>
                  <a:latin typeface="Calibri"/>
                </a:rPr>
                <a:t>checksum (as received)</a:t>
              </a:r>
            </a:p>
          </p:txBody>
        </p:sp>
        <p:sp>
          <p:nvSpPr>
            <p:cNvPr id="15" name="Right Brace 14">
              <a:extLst>
                <a:ext uri="{FF2B5EF4-FFF2-40B4-BE49-F238E27FC236}">
                  <a16:creationId xmlns:a16="http://schemas.microsoft.com/office/drawing/2014/main" id="{0787BBA3-899C-1719-1C68-4ECCA80AAD30}"/>
                </a:ext>
              </a:extLst>
            </p:cNvPr>
            <p:cNvSpPr/>
            <p:nvPr/>
          </p:nvSpPr>
          <p:spPr>
            <a:xfrm rot="5400000">
              <a:off x="7219627" y="4631412"/>
              <a:ext cx="266054" cy="761999"/>
            </a:xfrm>
            <a:prstGeom prst="rightBrac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7C74D41-3FFD-1C2E-203F-2B0C8BE52F03}"/>
              </a:ext>
            </a:extLst>
          </p:cNvPr>
          <p:cNvGrpSpPr/>
          <p:nvPr/>
        </p:nvGrpSpPr>
        <p:grpSpPr>
          <a:xfrm>
            <a:off x="4591374" y="4758251"/>
            <a:ext cx="616058" cy="1010024"/>
            <a:chOff x="6121831" y="5201334"/>
            <a:chExt cx="821411" cy="1346699"/>
          </a:xfrm>
        </p:grpSpPr>
        <p:pic>
          <p:nvPicPr>
            <p:cNvPr id="1026" name="Picture 2" descr="Image result for error">
              <a:extLst>
                <a:ext uri="{FF2B5EF4-FFF2-40B4-BE49-F238E27FC236}">
                  <a16:creationId xmlns:a16="http://schemas.microsoft.com/office/drawing/2014/main" id="{C94A1210-151F-848C-1BE1-741C0D2B4C1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21831" y="5782776"/>
              <a:ext cx="821411" cy="7652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FC5DC6B-75D2-9D6E-5CB8-340B3B3BFEB6}"/>
                </a:ext>
              </a:extLst>
            </p:cNvPr>
            <p:cNvSpPr txBox="1"/>
            <p:nvPr/>
          </p:nvSpPr>
          <p:spPr>
            <a:xfrm>
              <a:off x="6307811" y="5201334"/>
              <a:ext cx="477054" cy="67710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685800">
                <a:defRPr/>
              </a:pPr>
              <a:r>
                <a:rPr lang="en-US" sz="2700" b="1" dirty="0">
                  <a:solidFill>
                    <a:srgbClr val="CD0004"/>
                  </a:solidFill>
                  <a:latin typeface="Calibri"/>
                </a:rPr>
                <a:t>=</a:t>
              </a:r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EACA934-0F1E-BA8B-AC9F-0D310E8BD79E}"/>
                </a:ext>
              </a:extLst>
            </p:cNvPr>
            <p:cNvCxnSpPr/>
            <p:nvPr/>
          </p:nvCxnSpPr>
          <p:spPr>
            <a:xfrm flipH="1">
              <a:off x="6460174" y="5418195"/>
              <a:ext cx="108488" cy="247973"/>
            </a:xfrm>
            <a:prstGeom prst="line">
              <a:avLst/>
            </a:prstGeom>
            <a:ln w="31750">
              <a:solidFill>
                <a:srgbClr val="CD000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Slide Number Placeholder 3">
            <a:extLst>
              <a:ext uri="{FF2B5EF4-FFF2-40B4-BE49-F238E27FC236}">
                <a16:creationId xmlns:a16="http://schemas.microsoft.com/office/drawing/2014/main" id="{5D42E55F-4D3A-9730-DD3F-ABD07CFD3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0BC41B36-6335-F546-90B9-E2121371E10D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504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  <p:bldP spid="6" grpId="0"/>
      <p:bldP spid="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Checksum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02ADFE-20F8-5494-43F1-27F30E8B95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altLang="en-US" sz="2800" i="1" dirty="0">
                <a:solidFill>
                  <a:srgbClr val="CC0000"/>
                </a:solidFill>
                <a:latin typeface="Calibri" panose="020F0502020204030204"/>
              </a:rPr>
              <a:t>Goal:</a:t>
            </a:r>
            <a:r>
              <a:rPr lang="en-US" altLang="en-US" sz="2800" dirty="0">
                <a:solidFill>
                  <a:prstClr val="black"/>
                </a:solidFill>
                <a:latin typeface="Calibri" panose="020F0502020204030204"/>
              </a:rPr>
              <a:t> detect </a:t>
            </a:r>
            <a:r>
              <a:rPr lang="en-US" altLang="ja-JP" sz="2800" dirty="0">
                <a:solidFill>
                  <a:prstClr val="black"/>
                </a:solidFill>
                <a:latin typeface="Calibri" panose="020F0502020204030204"/>
              </a:rPr>
              <a:t>errors (</a:t>
            </a:r>
            <a:r>
              <a:rPr lang="en-US" altLang="ja-JP" sz="2800" i="1" dirty="0">
                <a:solidFill>
                  <a:prstClr val="black"/>
                </a:solidFill>
                <a:latin typeface="Calibri" panose="020F0502020204030204"/>
              </a:rPr>
              <a:t>i.e., </a:t>
            </a:r>
            <a:r>
              <a:rPr lang="en-US" altLang="ja-JP" sz="2800" dirty="0">
                <a:solidFill>
                  <a:prstClr val="black"/>
                </a:solidFill>
                <a:latin typeface="Calibri" panose="020F0502020204030204"/>
              </a:rPr>
              <a:t>flipped bits) in transmitted segment</a:t>
            </a:r>
          </a:p>
          <a:p>
            <a:endParaRPr lang="en-US" dirty="0"/>
          </a:p>
        </p:txBody>
      </p:sp>
      <p:sp>
        <p:nvSpPr>
          <p:cNvPr id="27" name="Rectangle 3">
            <a:extLst>
              <a:ext uri="{FF2B5EF4-FFF2-40B4-BE49-F238E27FC236}">
                <a16:creationId xmlns:a16="http://schemas.microsoft.com/office/drawing/2014/main" id="{31698387-9861-714A-B5A0-B2C8BE36CD3A}"/>
              </a:ext>
            </a:extLst>
          </p:cNvPr>
          <p:cNvSpPr txBox="1">
            <a:spLocks noChangeArrowheads="1"/>
          </p:cNvSpPr>
          <p:nvPr/>
        </p:nvSpPr>
        <p:spPr>
          <a:xfrm>
            <a:off x="742950" y="2521458"/>
            <a:ext cx="3496541" cy="3358552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525" indent="0" defTabSz="685800">
              <a:lnSpc>
                <a:spcPct val="70000"/>
              </a:lnSpc>
              <a:spcBef>
                <a:spcPts val="750"/>
              </a:spcBef>
              <a:buNone/>
              <a:defRPr/>
            </a:pPr>
            <a:r>
              <a:rPr lang="en-US" altLang="en-US" sz="2400" dirty="0">
                <a:solidFill>
                  <a:srgbClr val="CC0000"/>
                </a:solidFill>
                <a:latin typeface="Calibri" panose="020F0502020204030204"/>
                <a:ea typeface="ＭＳ Ｐゴシック" panose="020B0600070205080204" pitchFamily="34" charset="-128"/>
              </a:rPr>
              <a:t>sender:</a:t>
            </a:r>
          </a:p>
          <a:p>
            <a:pPr marL="264319" indent="-166688" defTabSz="685800">
              <a:lnSpc>
                <a:spcPct val="80000"/>
              </a:lnSpc>
              <a:spcBef>
                <a:spcPts val="750"/>
              </a:spcBef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treat contents of UDP segment </a:t>
            </a:r>
            <a:r>
              <a:rPr lang="en-US" altLang="en-US" sz="18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(including UDP header fields and IP addresses) </a:t>
            </a: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as sequence of 16-bit integers</a:t>
            </a:r>
          </a:p>
          <a:p>
            <a:pPr marL="264319" indent="-166688" defTabSz="685800">
              <a:lnSpc>
                <a:spcPct val="80000"/>
              </a:lnSpc>
              <a:spcBef>
                <a:spcPts val="750"/>
              </a:spcBef>
              <a:defRPr/>
            </a:pPr>
            <a:r>
              <a:rPr lang="en-US" altLang="en-US" sz="2100" dirty="0">
                <a:solidFill>
                  <a:srgbClr val="C00000"/>
                </a:solidFill>
                <a:latin typeface="Calibri" panose="020F0502020204030204"/>
                <a:ea typeface="ＭＳ Ｐゴシック" panose="020B0600070205080204" pitchFamily="34" charset="-128"/>
              </a:rPr>
              <a:t>checksum: </a:t>
            </a: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addition </a:t>
            </a:r>
            <a:r>
              <a:rPr lang="en-US" altLang="en-US" sz="18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(one’</a:t>
            </a:r>
            <a:r>
              <a:rPr lang="en-US" altLang="ja-JP" sz="18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s complement sum)</a:t>
            </a:r>
            <a:r>
              <a:rPr lang="en-US" altLang="ja-JP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 of segment content</a:t>
            </a:r>
          </a:p>
          <a:p>
            <a:pPr marL="264319" indent="-166688" defTabSz="685800">
              <a:lnSpc>
                <a:spcPct val="80000"/>
              </a:lnSpc>
              <a:spcBef>
                <a:spcPts val="750"/>
              </a:spcBef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checksum value put into UDP checksum field</a:t>
            </a:r>
          </a:p>
          <a:p>
            <a:pPr marL="264319" indent="-166688" defTabSz="685800">
              <a:lnSpc>
                <a:spcPct val="70000"/>
              </a:lnSpc>
              <a:spcBef>
                <a:spcPts val="750"/>
              </a:spcBef>
              <a:buNone/>
              <a:defRPr/>
            </a:pPr>
            <a:endParaRPr lang="en-US" altLang="en-US" sz="1800" dirty="0">
              <a:solidFill>
                <a:prstClr val="black"/>
              </a:solidFill>
              <a:latin typeface="Calibri" panose="020F0502020204030204"/>
              <a:ea typeface="ＭＳ Ｐゴシック" panose="020B0600070205080204" pitchFamily="34" charset="-128"/>
            </a:endParaRPr>
          </a:p>
          <a:p>
            <a:pPr marL="264319" indent="-166688" defTabSz="685800">
              <a:lnSpc>
                <a:spcPct val="70000"/>
              </a:lnSpc>
              <a:spcBef>
                <a:spcPts val="750"/>
              </a:spcBef>
              <a:defRPr/>
            </a:pPr>
            <a:endParaRPr lang="en-US" altLang="en-US" sz="2400" dirty="0">
              <a:solidFill>
                <a:prstClr val="black"/>
              </a:solidFill>
              <a:latin typeface="Calibri" panose="020F0502020204030204"/>
              <a:ea typeface="ＭＳ Ｐゴシック" panose="020B0600070205080204" pitchFamily="34" charset="-128"/>
            </a:endParaRPr>
          </a:p>
        </p:txBody>
      </p:sp>
      <p:sp>
        <p:nvSpPr>
          <p:cNvPr id="48" name="Rectangle 4">
            <a:extLst>
              <a:ext uri="{FF2B5EF4-FFF2-40B4-BE49-F238E27FC236}">
                <a16:creationId xmlns:a16="http://schemas.microsoft.com/office/drawing/2014/main" id="{673A6B1C-AEDF-5947-AFDF-9232983233A4}"/>
              </a:ext>
            </a:extLst>
          </p:cNvPr>
          <p:cNvSpPr txBox="1">
            <a:spLocks noChangeArrowheads="1"/>
          </p:cNvSpPr>
          <p:nvPr/>
        </p:nvSpPr>
        <p:spPr>
          <a:xfrm>
            <a:off x="4325866" y="2456918"/>
            <a:ext cx="4296641" cy="3061857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4319" indent="-166688" defTabSz="685800">
              <a:spcBef>
                <a:spcPts val="750"/>
              </a:spcBef>
              <a:buNone/>
              <a:defRPr/>
            </a:pPr>
            <a:r>
              <a:rPr lang="en-US" altLang="en-US" sz="2400" dirty="0">
                <a:solidFill>
                  <a:srgbClr val="CC0000"/>
                </a:solidFill>
                <a:latin typeface="Calibri" panose="020F0502020204030204"/>
                <a:ea typeface="ＭＳ Ｐゴシック" panose="020B0600070205080204" pitchFamily="34" charset="-128"/>
              </a:rPr>
              <a:t>receiver</a:t>
            </a:r>
            <a:r>
              <a:rPr lang="en-US" altLang="en-US" sz="2625" dirty="0">
                <a:solidFill>
                  <a:srgbClr val="CC0000"/>
                </a:solidFill>
                <a:latin typeface="Calibri" panose="020F0502020204030204"/>
                <a:ea typeface="ＭＳ Ｐゴシック" panose="020B0600070205080204" pitchFamily="34" charset="-128"/>
              </a:rPr>
              <a:t>:</a:t>
            </a:r>
          </a:p>
          <a:p>
            <a:pPr marL="264319" indent="-166688" defTabSz="685800">
              <a:spcBef>
                <a:spcPts val="750"/>
              </a:spcBef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compute checksum of received segment</a:t>
            </a:r>
          </a:p>
          <a:p>
            <a:pPr marL="264319" indent="-166688" defTabSz="685800">
              <a:spcBef>
                <a:spcPts val="750"/>
              </a:spcBef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check if computed checksum equals checksum field value:</a:t>
            </a:r>
          </a:p>
          <a:p>
            <a:pPr marL="521494" lvl="1" indent="-173831" defTabSz="685800">
              <a:spcBef>
                <a:spcPts val="375"/>
              </a:spcBef>
              <a:defRPr/>
            </a:pPr>
            <a:r>
              <a:rPr lang="en-US" altLang="en-US" sz="18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not equal - error detected</a:t>
            </a:r>
          </a:p>
          <a:p>
            <a:pPr marL="521494" lvl="1" indent="-173831" defTabSz="685800">
              <a:spcBef>
                <a:spcPts val="375"/>
              </a:spcBef>
              <a:defRPr/>
            </a:pPr>
            <a:r>
              <a:rPr lang="en-US" altLang="en-US" sz="18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equal - no error detected. </a:t>
            </a:r>
            <a:r>
              <a:rPr lang="en-US" altLang="en-US" sz="1800" i="1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But maybe errors nonetheless?</a:t>
            </a:r>
            <a:r>
              <a:rPr lang="en-US" altLang="en-US" sz="18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 More later ….</a:t>
            </a:r>
          </a:p>
          <a:p>
            <a:pPr marL="264319" indent="-166688" defTabSz="685800">
              <a:spcBef>
                <a:spcPts val="750"/>
              </a:spcBef>
              <a:defRPr/>
            </a:pPr>
            <a:endParaRPr lang="en-US" altLang="en-US" sz="2100" dirty="0">
              <a:solidFill>
                <a:prstClr val="black"/>
              </a:solidFill>
              <a:latin typeface="Calibri" panose="020F0502020204030204"/>
              <a:ea typeface="ＭＳ Ｐゴシック" panose="020B0600070205080204" pitchFamily="34" charset="-128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BAFD45-F248-89C1-1E54-B9CC35325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0BC41B36-6335-F546-90B9-E2121371E10D}" type="slidenum">
              <a:rPr lang="en-US" smtClean="0"/>
              <a:pPr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1972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Checksum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2043B1-3C07-3657-47BF-C17132F8A1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Internet checksum: an example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7C7658E3-6D58-8445-A9E1-703A91A67575}"/>
              </a:ext>
            </a:extLst>
          </p:cNvPr>
          <p:cNvSpPr txBox="1">
            <a:spLocks noChangeArrowheads="1"/>
          </p:cNvSpPr>
          <p:nvPr/>
        </p:nvSpPr>
        <p:spPr>
          <a:xfrm>
            <a:off x="911581" y="1946333"/>
            <a:ext cx="5829300" cy="2057400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5022" indent="-175022" defTabSz="685800">
              <a:lnSpc>
                <a:spcPct val="130000"/>
              </a:lnSpc>
              <a:spcBef>
                <a:spcPts val="750"/>
              </a:spcBef>
              <a:buNone/>
              <a:defRPr/>
            </a:pPr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example: add two 16-bit integers</a:t>
            </a:r>
          </a:p>
        </p:txBody>
      </p:sp>
      <p:sp>
        <p:nvSpPr>
          <p:cNvPr id="9" name="Line 5">
            <a:extLst>
              <a:ext uri="{FF2B5EF4-FFF2-40B4-BE49-F238E27FC236}">
                <a16:creationId xmlns:a16="http://schemas.microsoft.com/office/drawing/2014/main" id="{763B3A78-1E2C-5A4B-AA3C-267B38DDCC5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49793" y="3159581"/>
            <a:ext cx="48577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685800">
              <a:defRPr/>
            </a:pPr>
            <a:endParaRPr lang="en-US" sz="1350" dirty="0">
              <a:solidFill>
                <a:prstClr val="black"/>
              </a:solidFill>
              <a:latin typeface="Tahoma" charset="0"/>
              <a:ea typeface="ＭＳ Ｐゴシック" charset="0"/>
            </a:endParaRPr>
          </a:p>
        </p:txBody>
      </p:sp>
      <p:sp>
        <p:nvSpPr>
          <p:cNvPr id="12" name="Text Box 8">
            <a:extLst>
              <a:ext uri="{FF2B5EF4-FFF2-40B4-BE49-F238E27FC236}">
                <a16:creationId xmlns:a16="http://schemas.microsoft.com/office/drawing/2014/main" id="{5EB760DD-5067-0241-ACCB-6E4282E949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2972" y="3754322"/>
            <a:ext cx="514885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 type="none" w="sm" len="med"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defTabSz="685800">
              <a:defRPr/>
            </a:pPr>
            <a:r>
              <a:rPr lang="en-US" sz="1500" dirty="0">
                <a:solidFill>
                  <a:prstClr val="black"/>
                </a:solidFill>
                <a:latin typeface="Calibri" panose="020F0502020204030204"/>
              </a:rPr>
              <a:t>sum</a:t>
            </a:r>
          </a:p>
        </p:txBody>
      </p:sp>
      <p:sp>
        <p:nvSpPr>
          <p:cNvPr id="13" name="Text Box 9">
            <a:extLst>
              <a:ext uri="{FF2B5EF4-FFF2-40B4-BE49-F238E27FC236}">
                <a16:creationId xmlns:a16="http://schemas.microsoft.com/office/drawing/2014/main" id="{D58D347C-3618-AD46-999E-771E7BB4EF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4632" y="4082628"/>
            <a:ext cx="961930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 type="none" w="sm" len="med"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defTabSz="685800">
              <a:defRPr/>
            </a:pPr>
            <a:r>
              <a:rPr lang="en-US" sz="1500" dirty="0">
                <a:solidFill>
                  <a:prstClr val="black"/>
                </a:solidFill>
                <a:latin typeface="Calibri" panose="020F0502020204030204"/>
              </a:rPr>
              <a:t>checksum</a:t>
            </a:r>
          </a:p>
        </p:txBody>
      </p:sp>
      <p:sp>
        <p:nvSpPr>
          <p:cNvPr id="16" name="Text Box 15">
            <a:extLst>
              <a:ext uri="{FF2B5EF4-FFF2-40B4-BE49-F238E27FC236}">
                <a16:creationId xmlns:a16="http://schemas.microsoft.com/office/drawing/2014/main" id="{228BD91C-645B-7B49-B807-EF571877C7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9018" y="4660958"/>
            <a:ext cx="7775971" cy="8402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defTabSz="6858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defRPr/>
            </a:pPr>
            <a:r>
              <a:rPr lang="en-US" sz="1800" i="1" dirty="0">
                <a:solidFill>
                  <a:prstClr val="black"/>
                </a:solidFill>
                <a:latin typeface="Calibri" panose="020F0502020204030204"/>
              </a:rPr>
              <a:t>Note:</a:t>
            </a: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 when adding numbers, a carryout from the most significant bit needs to be added to the result</a:t>
            </a:r>
          </a:p>
          <a:p>
            <a:pPr defTabSz="685800">
              <a:defRPr/>
            </a:pPr>
            <a:endParaRPr lang="en-US" sz="1800" dirty="0">
              <a:solidFill>
                <a:prstClr val="black"/>
              </a:solidFill>
            </a:endParaRPr>
          </a:p>
        </p:txBody>
      </p:sp>
      <p:sp>
        <p:nvSpPr>
          <p:cNvPr id="17" name="TextBox 1">
            <a:extLst>
              <a:ext uri="{FF2B5EF4-FFF2-40B4-BE49-F238E27FC236}">
                <a16:creationId xmlns:a16="http://schemas.microsoft.com/office/drawing/2014/main" id="{898A9607-38BF-9544-B70F-067CC64A39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850" y="5552924"/>
            <a:ext cx="7392915" cy="253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>
              <a:defRPr/>
            </a:pPr>
            <a:r>
              <a:rPr lang="en-US" altLang="en-US" sz="1050" dirty="0">
                <a:solidFill>
                  <a:prstClr val="black"/>
                </a:solidFill>
                <a:latin typeface="Arial" panose="020B0604020202020204" pitchFamily="34" charset="0"/>
              </a:rPr>
              <a:t>* Check out the online interactive exercises for more examples: h</a:t>
            </a:r>
            <a:r>
              <a:rPr lang="en-US" altLang="en-US" sz="900" dirty="0">
                <a:solidFill>
                  <a:prstClr val="black"/>
                </a:solidFill>
                <a:latin typeface="Arial" panose="020B0604020202020204" pitchFamily="34" charset="0"/>
              </a:rPr>
              <a:t>ttp://gaia.cs.umass.edu/kurose_ross/interactive/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CFACF2-9C75-D845-963C-B6B5F2FFE843}"/>
              </a:ext>
            </a:extLst>
          </p:cNvPr>
          <p:cNvSpPr txBox="1"/>
          <p:nvPr/>
        </p:nvSpPr>
        <p:spPr>
          <a:xfrm>
            <a:off x="2147969" y="2511023"/>
            <a:ext cx="44582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US" b="1" dirty="0">
                <a:solidFill>
                  <a:prstClr val="black"/>
                </a:solidFill>
                <a:latin typeface="Courier" pitchFamily="2" charset="0"/>
              </a:rPr>
              <a:t>1 1 1 0 0 1 1 0 0 1 1 0 0 1 1 0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0134F71-DAF2-4A4A-8007-D61D5E84A131}"/>
              </a:ext>
            </a:extLst>
          </p:cNvPr>
          <p:cNvSpPr txBox="1"/>
          <p:nvPr/>
        </p:nvSpPr>
        <p:spPr>
          <a:xfrm>
            <a:off x="2151533" y="2792933"/>
            <a:ext cx="44582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US" b="1" dirty="0">
                <a:solidFill>
                  <a:prstClr val="black"/>
                </a:solidFill>
                <a:latin typeface="Courier" pitchFamily="2" charset="0"/>
              </a:rPr>
              <a:t>1 1 0 1 0 1 0 1 0 1 0 1 0 1 0 1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90C7D96-F575-4046-84E4-2FDF9898E9B2}"/>
              </a:ext>
            </a:extLst>
          </p:cNvPr>
          <p:cNvSpPr txBox="1"/>
          <p:nvPr/>
        </p:nvSpPr>
        <p:spPr>
          <a:xfrm>
            <a:off x="1876476" y="3253277"/>
            <a:ext cx="47339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US" b="1" dirty="0">
                <a:solidFill>
                  <a:prstClr val="black"/>
                </a:solidFill>
                <a:latin typeface="Courier" pitchFamily="2" charset="0"/>
              </a:rPr>
              <a:t>1 1 0 1 1 1 0 1 1 1 0 1 1 1 0 1 1</a:t>
            </a:r>
          </a:p>
        </p:txBody>
      </p:sp>
      <p:sp>
        <p:nvSpPr>
          <p:cNvPr id="10" name="Oval 6">
            <a:extLst>
              <a:ext uri="{FF2B5EF4-FFF2-40B4-BE49-F238E27FC236}">
                <a16:creationId xmlns:a16="http://schemas.microsoft.com/office/drawing/2014/main" id="{23B7D25F-DD2D-6943-A612-1B140865E4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7625" y="3305362"/>
            <a:ext cx="228600" cy="2286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 type="none" w="sm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685800">
              <a:defRPr/>
            </a:pPr>
            <a:endParaRPr lang="en-US" sz="1350" dirty="0">
              <a:solidFill>
                <a:prstClr val="black"/>
              </a:solidFill>
              <a:latin typeface="Tahoma" charset="0"/>
              <a:ea typeface="ＭＳ Ｐゴシック" charset="0"/>
            </a:endParaRPr>
          </a:p>
        </p:txBody>
      </p:sp>
      <p:sp>
        <p:nvSpPr>
          <p:cNvPr id="11" name="Text Box 7">
            <a:extLst>
              <a:ext uri="{FF2B5EF4-FFF2-40B4-BE49-F238E27FC236}">
                <a16:creationId xmlns:a16="http://schemas.microsoft.com/office/drawing/2014/main" id="{02C19D06-A871-3D4E-A141-88A98E4A31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475" y="3258402"/>
            <a:ext cx="1137812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 type="none" w="sm" len="med"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defTabSz="685800">
              <a:defRPr/>
            </a:pPr>
            <a:r>
              <a:rPr lang="en-US" sz="1500" dirty="0">
                <a:solidFill>
                  <a:prstClr val="black"/>
                </a:solidFill>
                <a:latin typeface="Calibri" panose="020F0502020204030204"/>
              </a:rPr>
              <a:t>wraparound</a:t>
            </a:r>
          </a:p>
        </p:txBody>
      </p:sp>
      <p:sp>
        <p:nvSpPr>
          <p:cNvPr id="14" name="Line 10">
            <a:extLst>
              <a:ext uri="{FF2B5EF4-FFF2-40B4-BE49-F238E27FC236}">
                <a16:creationId xmlns:a16="http://schemas.microsoft.com/office/drawing/2014/main" id="{D9BAD80C-425E-F145-9700-2D18230226C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30475" y="3698933"/>
            <a:ext cx="48577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685800">
              <a:defRPr/>
            </a:pPr>
            <a:endParaRPr lang="en-US" sz="1350" dirty="0">
              <a:solidFill>
                <a:prstClr val="black"/>
              </a:solidFill>
              <a:latin typeface="Tahoma" charset="0"/>
              <a:ea typeface="ＭＳ Ｐゴシック" charset="0"/>
            </a:endParaRPr>
          </a:p>
        </p:txBody>
      </p:sp>
      <p:sp>
        <p:nvSpPr>
          <p:cNvPr id="15" name="Freeform 11">
            <a:extLst>
              <a:ext uri="{FF2B5EF4-FFF2-40B4-BE49-F238E27FC236}">
                <a16:creationId xmlns:a16="http://schemas.microsoft.com/office/drawing/2014/main" id="{5AD71209-A9E2-794D-88A1-4B84AF2607D1}"/>
              </a:ext>
            </a:extLst>
          </p:cNvPr>
          <p:cNvSpPr>
            <a:spLocks/>
          </p:cNvSpPr>
          <p:nvPr/>
        </p:nvSpPr>
        <p:spPr bwMode="auto">
          <a:xfrm>
            <a:off x="2001925" y="3539649"/>
            <a:ext cx="4346655" cy="71308"/>
          </a:xfrm>
          <a:custGeom>
            <a:avLst/>
            <a:gdLst>
              <a:gd name="T0" fmla="*/ 0 w 3788"/>
              <a:gd name="T1" fmla="*/ 0 h 58"/>
              <a:gd name="T2" fmla="*/ 0 w 3788"/>
              <a:gd name="T3" fmla="*/ 2147483647 h 58"/>
              <a:gd name="T4" fmla="*/ 2147483647 w 3788"/>
              <a:gd name="T5" fmla="*/ 2147483647 h 5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3788" h="58">
                <a:moveTo>
                  <a:pt x="0" y="0"/>
                </a:moveTo>
                <a:lnTo>
                  <a:pt x="0" y="58"/>
                </a:lnTo>
                <a:lnTo>
                  <a:pt x="3788" y="58"/>
                </a:lnTo>
              </a:path>
            </a:pathLst>
          </a:custGeom>
          <a:noFill/>
          <a:ln w="9525" cap="flat" cmpd="sng">
            <a:solidFill>
              <a:srgbClr val="FF0000"/>
            </a:solidFill>
            <a:prstDash val="solid"/>
            <a:round/>
            <a:headEnd type="none" w="sm" len="med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685800">
              <a:defRPr/>
            </a:pPr>
            <a:endParaRPr lang="en-US" sz="13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9994788-E9D3-5D40-89C2-5666242ECA9E}"/>
              </a:ext>
            </a:extLst>
          </p:cNvPr>
          <p:cNvSpPr txBox="1"/>
          <p:nvPr/>
        </p:nvSpPr>
        <p:spPr>
          <a:xfrm>
            <a:off x="1856609" y="3754958"/>
            <a:ext cx="47339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US" b="1" dirty="0">
                <a:solidFill>
                  <a:prstClr val="black"/>
                </a:solidFill>
                <a:latin typeface="Courier" pitchFamily="2" charset="0"/>
              </a:rPr>
              <a:t>  1 0 1 1 1 0 1 1 1 0 1 1 1 1 0 0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DDD65BC-0FF7-354F-9157-61D155DA77EA}"/>
              </a:ext>
            </a:extLst>
          </p:cNvPr>
          <p:cNvSpPr txBox="1"/>
          <p:nvPr/>
        </p:nvSpPr>
        <p:spPr>
          <a:xfrm>
            <a:off x="1879373" y="4073193"/>
            <a:ext cx="47339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US" b="1" dirty="0">
                <a:solidFill>
                  <a:prstClr val="black"/>
                </a:solidFill>
                <a:latin typeface="Courier" pitchFamily="2" charset="0"/>
              </a:rPr>
              <a:t>  0 1 0 0 0 1 0 0 0 1 0 0 0 0 1 1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A149A54B-CF9A-0823-86EE-EE2453DD2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0BC41B36-6335-F546-90B9-E2121371E10D}" type="slidenum">
              <a:rPr lang="en-US" smtClean="0"/>
              <a:pPr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7972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6" grpId="0"/>
      <p:bldP spid="20" grpId="0"/>
      <p:bldP spid="10" grpId="0" animBg="1"/>
      <p:bldP spid="11" grpId="0"/>
      <p:bldP spid="14" grpId="0" animBg="1"/>
      <p:bldP spid="15" grpId="0" animBg="1"/>
      <p:bldP spid="21" grpId="0"/>
      <p:bldP spid="22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Checksum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AF3E11-281C-2284-248C-44F36063B8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Internet checksum: weak protection!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7C7658E3-6D58-8445-A9E1-703A91A67575}"/>
              </a:ext>
            </a:extLst>
          </p:cNvPr>
          <p:cNvSpPr txBox="1">
            <a:spLocks noChangeArrowheads="1"/>
          </p:cNvSpPr>
          <p:nvPr/>
        </p:nvSpPr>
        <p:spPr>
          <a:xfrm>
            <a:off x="911581" y="1946333"/>
            <a:ext cx="5829300" cy="2057400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5022" indent="-175022" defTabSz="685800">
              <a:lnSpc>
                <a:spcPct val="130000"/>
              </a:lnSpc>
              <a:spcBef>
                <a:spcPts val="750"/>
              </a:spcBef>
              <a:buNone/>
              <a:defRPr/>
            </a:pPr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example: add two 16-bit integers</a:t>
            </a:r>
          </a:p>
        </p:txBody>
      </p:sp>
      <p:sp>
        <p:nvSpPr>
          <p:cNvPr id="9" name="Line 5">
            <a:extLst>
              <a:ext uri="{FF2B5EF4-FFF2-40B4-BE49-F238E27FC236}">
                <a16:creationId xmlns:a16="http://schemas.microsoft.com/office/drawing/2014/main" id="{763B3A78-1E2C-5A4B-AA3C-267B38DDCC5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49793" y="3159581"/>
            <a:ext cx="48577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685800">
              <a:defRPr/>
            </a:pPr>
            <a:endParaRPr lang="en-US" sz="1350" dirty="0">
              <a:solidFill>
                <a:prstClr val="black"/>
              </a:solidFill>
              <a:latin typeface="Tahoma" charset="0"/>
              <a:ea typeface="ＭＳ Ｐゴシック" charset="0"/>
            </a:endParaRPr>
          </a:p>
        </p:txBody>
      </p:sp>
      <p:sp>
        <p:nvSpPr>
          <p:cNvPr id="12" name="Text Box 8">
            <a:extLst>
              <a:ext uri="{FF2B5EF4-FFF2-40B4-BE49-F238E27FC236}">
                <a16:creationId xmlns:a16="http://schemas.microsoft.com/office/drawing/2014/main" id="{5EB760DD-5067-0241-ACCB-6E4282E949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2972" y="3754322"/>
            <a:ext cx="514885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 type="none" w="sm" len="med"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defTabSz="685800">
              <a:defRPr/>
            </a:pPr>
            <a:r>
              <a:rPr lang="en-US" sz="1500" dirty="0">
                <a:solidFill>
                  <a:prstClr val="black"/>
                </a:solidFill>
                <a:latin typeface="Calibri" panose="020F0502020204030204"/>
              </a:rPr>
              <a:t>sum</a:t>
            </a:r>
          </a:p>
        </p:txBody>
      </p:sp>
      <p:sp>
        <p:nvSpPr>
          <p:cNvPr id="13" name="Text Box 9">
            <a:extLst>
              <a:ext uri="{FF2B5EF4-FFF2-40B4-BE49-F238E27FC236}">
                <a16:creationId xmlns:a16="http://schemas.microsoft.com/office/drawing/2014/main" id="{D58D347C-3618-AD46-999E-771E7BB4EF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4632" y="4082628"/>
            <a:ext cx="961930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 type="none" w="sm" len="med"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defTabSz="685800">
              <a:defRPr/>
            </a:pPr>
            <a:r>
              <a:rPr lang="en-US" sz="1500" dirty="0">
                <a:solidFill>
                  <a:prstClr val="black"/>
                </a:solidFill>
                <a:latin typeface="Calibri" panose="020F0502020204030204"/>
              </a:rPr>
              <a:t>checksum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CFACF2-9C75-D845-963C-B6B5F2FFE843}"/>
              </a:ext>
            </a:extLst>
          </p:cNvPr>
          <p:cNvSpPr txBox="1"/>
          <p:nvPr/>
        </p:nvSpPr>
        <p:spPr>
          <a:xfrm>
            <a:off x="2147969" y="2511023"/>
            <a:ext cx="44582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US" b="1" dirty="0">
                <a:solidFill>
                  <a:prstClr val="black"/>
                </a:solidFill>
                <a:latin typeface="Courier" pitchFamily="2" charset="0"/>
              </a:rPr>
              <a:t>1 1 1 0 0 1 1 0 0 1 1 0 0 1 1 0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0134F71-DAF2-4A4A-8007-D61D5E84A131}"/>
              </a:ext>
            </a:extLst>
          </p:cNvPr>
          <p:cNvSpPr txBox="1"/>
          <p:nvPr/>
        </p:nvSpPr>
        <p:spPr>
          <a:xfrm>
            <a:off x="2151533" y="2792933"/>
            <a:ext cx="44582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US" b="1" dirty="0">
                <a:solidFill>
                  <a:prstClr val="black"/>
                </a:solidFill>
                <a:latin typeface="Courier" pitchFamily="2" charset="0"/>
              </a:rPr>
              <a:t>1 1 0 1 0 1 0 1 0 1 0 1 0 1 0 1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90C7D96-F575-4046-84E4-2FDF9898E9B2}"/>
              </a:ext>
            </a:extLst>
          </p:cNvPr>
          <p:cNvSpPr txBox="1"/>
          <p:nvPr/>
        </p:nvSpPr>
        <p:spPr>
          <a:xfrm>
            <a:off x="1876476" y="3253277"/>
            <a:ext cx="47339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US" b="1" dirty="0">
                <a:solidFill>
                  <a:prstClr val="black"/>
                </a:solidFill>
                <a:latin typeface="Courier" pitchFamily="2" charset="0"/>
              </a:rPr>
              <a:t>1 1 0 1 1 1 0 1 1 1 0 1 1 1 0 1 1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970902B-ACCE-A04E-88F8-76E3A68380F6}"/>
              </a:ext>
            </a:extLst>
          </p:cNvPr>
          <p:cNvGrpSpPr/>
          <p:nvPr/>
        </p:nvGrpSpPr>
        <p:grpSpPr>
          <a:xfrm>
            <a:off x="706793" y="3258403"/>
            <a:ext cx="6000750" cy="865888"/>
            <a:chOff x="942391" y="3201536"/>
            <a:chExt cx="8001000" cy="1154516"/>
          </a:xfrm>
        </p:grpSpPr>
        <p:sp>
          <p:nvSpPr>
            <p:cNvPr id="10" name="Oval 6">
              <a:extLst>
                <a:ext uri="{FF2B5EF4-FFF2-40B4-BE49-F238E27FC236}">
                  <a16:creationId xmlns:a16="http://schemas.microsoft.com/office/drawing/2014/main" id="{23B7D25F-DD2D-6943-A612-1B140865E4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2591" y="3264149"/>
              <a:ext cx="304800" cy="304800"/>
            </a:xfrm>
            <a:prstGeom prst="ellipse">
              <a:avLst/>
            </a:prstGeom>
            <a:noFill/>
            <a:ln w="9525">
              <a:solidFill>
                <a:srgbClr val="FF0000"/>
              </a:solidFill>
              <a:round/>
              <a:headEnd type="none" w="sm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11" name="Text Box 7">
              <a:extLst>
                <a:ext uri="{FF2B5EF4-FFF2-40B4-BE49-F238E27FC236}">
                  <a16:creationId xmlns:a16="http://schemas.microsoft.com/office/drawing/2014/main" id="{02C19D06-A871-3D4E-A141-88A98E4A31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2391" y="3201536"/>
              <a:ext cx="1517083" cy="4308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 type="none" w="sm" len="med"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defTabSz="685800">
                <a:defRPr/>
              </a:pPr>
              <a:r>
                <a:rPr lang="en-US" sz="1500" dirty="0">
                  <a:solidFill>
                    <a:prstClr val="black"/>
                  </a:solidFill>
                  <a:latin typeface="Calibri" panose="020F0502020204030204"/>
                </a:rPr>
                <a:t>wraparound</a:t>
              </a:r>
            </a:p>
          </p:txBody>
        </p:sp>
        <p:sp>
          <p:nvSpPr>
            <p:cNvPr id="14" name="Line 10">
              <a:extLst>
                <a:ext uri="{FF2B5EF4-FFF2-40B4-BE49-F238E27FC236}">
                  <a16:creationId xmlns:a16="http://schemas.microsoft.com/office/drawing/2014/main" id="{D9BAD80C-425E-F145-9700-2D18230226C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66391" y="3788911"/>
              <a:ext cx="6477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5AD71209-A9E2-794D-88A1-4B84AF2607D1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4991" y="3576532"/>
              <a:ext cx="5795540" cy="95077"/>
            </a:xfrm>
            <a:custGeom>
              <a:avLst/>
              <a:gdLst>
                <a:gd name="T0" fmla="*/ 0 w 3788"/>
                <a:gd name="T1" fmla="*/ 0 h 58"/>
                <a:gd name="T2" fmla="*/ 0 w 3788"/>
                <a:gd name="T3" fmla="*/ 2147483647 h 58"/>
                <a:gd name="T4" fmla="*/ 2147483647 w 3788"/>
                <a:gd name="T5" fmla="*/ 2147483647 h 5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788" h="58">
                  <a:moveTo>
                    <a:pt x="0" y="0"/>
                  </a:moveTo>
                  <a:lnTo>
                    <a:pt x="0" y="58"/>
                  </a:lnTo>
                  <a:lnTo>
                    <a:pt x="3788" y="58"/>
                  </a:lnTo>
                </a:path>
              </a:pathLst>
            </a:custGeom>
            <a:noFill/>
            <a:ln w="9525" cap="flat" cmpd="sng">
              <a:solidFill>
                <a:srgbClr val="FF0000"/>
              </a:solidFill>
              <a:prstDash val="solid"/>
              <a:round/>
              <a:headEnd type="none" w="sm" len="med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9994788-E9D3-5D40-89C2-5666242ECA9E}"/>
                </a:ext>
              </a:extLst>
            </p:cNvPr>
            <p:cNvSpPr txBox="1"/>
            <p:nvPr/>
          </p:nvSpPr>
          <p:spPr>
            <a:xfrm>
              <a:off x="2501236" y="3863610"/>
              <a:ext cx="6311984" cy="4924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685800">
                <a:defRPr/>
              </a:pPr>
              <a:r>
                <a:rPr lang="en-US" b="1" dirty="0">
                  <a:solidFill>
                    <a:prstClr val="black"/>
                  </a:solidFill>
                  <a:latin typeface="Courier" pitchFamily="2" charset="0"/>
                </a:rPr>
                <a:t>  1 0 1 1 1 0 1 1 1 0 1 1 1 1 0 0</a:t>
              </a: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6DDD65BC-0FF7-354F-9157-61D155DA77EA}"/>
              </a:ext>
            </a:extLst>
          </p:cNvPr>
          <p:cNvSpPr txBox="1"/>
          <p:nvPr/>
        </p:nvSpPr>
        <p:spPr>
          <a:xfrm>
            <a:off x="1879373" y="4073193"/>
            <a:ext cx="47339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US" b="1" dirty="0">
                <a:solidFill>
                  <a:prstClr val="black"/>
                </a:solidFill>
                <a:latin typeface="Courier" pitchFamily="2" charset="0"/>
              </a:rPr>
              <a:t>  0 1 0 0 0 1 0 0 0 1 0 0 0 0 1 1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8762320-BD6D-C948-B1B7-DB283C97C3F4}"/>
              </a:ext>
            </a:extLst>
          </p:cNvPr>
          <p:cNvGrpSpPr/>
          <p:nvPr/>
        </p:nvGrpSpPr>
        <p:grpSpPr>
          <a:xfrm>
            <a:off x="5921563" y="2302884"/>
            <a:ext cx="1730931" cy="534386"/>
            <a:chOff x="9436187" y="4862446"/>
            <a:chExt cx="2307908" cy="712515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284FB029-4B65-2048-954A-3FF0EC7EB970}"/>
                </a:ext>
              </a:extLst>
            </p:cNvPr>
            <p:cNvSpPr/>
            <p:nvPr/>
          </p:nvSpPr>
          <p:spPr>
            <a:xfrm>
              <a:off x="9436187" y="5113295"/>
              <a:ext cx="802095" cy="461666"/>
            </a:xfrm>
            <a:prstGeom prst="ellipse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776E060C-7039-6D4E-922A-B4F2B25FA5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38282" y="5111429"/>
              <a:ext cx="546739" cy="212682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EDC7E60-52B8-E24C-AD91-442CF1A81D58}"/>
                </a:ext>
              </a:extLst>
            </p:cNvPr>
            <p:cNvSpPr txBox="1"/>
            <p:nvPr/>
          </p:nvSpPr>
          <p:spPr>
            <a:xfrm>
              <a:off x="10395008" y="4862446"/>
              <a:ext cx="1349087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685800">
                <a:defRPr/>
              </a:pPr>
              <a:r>
                <a:rPr lang="en-US" b="1" dirty="0">
                  <a:solidFill>
                    <a:prstClr val="black"/>
                  </a:solidFill>
                  <a:latin typeface="Courier" pitchFamily="2" charset="0"/>
                </a:rPr>
                <a:t>  0 1 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F267688F-D990-804C-9C00-CC1C467BE801}"/>
              </a:ext>
            </a:extLst>
          </p:cNvPr>
          <p:cNvGrpSpPr/>
          <p:nvPr/>
        </p:nvGrpSpPr>
        <p:grpSpPr>
          <a:xfrm>
            <a:off x="5932805" y="2574152"/>
            <a:ext cx="1730931" cy="534386"/>
            <a:chOff x="9436187" y="4862446"/>
            <a:chExt cx="2307908" cy="712515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7C22365B-07EC-4545-B454-E8C0FAD379FA}"/>
                </a:ext>
              </a:extLst>
            </p:cNvPr>
            <p:cNvSpPr/>
            <p:nvPr/>
          </p:nvSpPr>
          <p:spPr>
            <a:xfrm>
              <a:off x="9436187" y="5113295"/>
              <a:ext cx="802095" cy="461666"/>
            </a:xfrm>
            <a:prstGeom prst="ellipse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3D4A8702-0D2D-8243-9C39-DC082DD83FD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38282" y="5111429"/>
              <a:ext cx="546739" cy="212682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EE21CCB-6730-9040-AA0C-B91C9765D0AC}"/>
                </a:ext>
              </a:extLst>
            </p:cNvPr>
            <p:cNvSpPr txBox="1"/>
            <p:nvPr/>
          </p:nvSpPr>
          <p:spPr>
            <a:xfrm>
              <a:off x="10395008" y="4862446"/>
              <a:ext cx="1349087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685800">
                <a:defRPr/>
              </a:pPr>
              <a:r>
                <a:rPr lang="en-US" b="1" dirty="0">
                  <a:solidFill>
                    <a:prstClr val="black"/>
                  </a:solidFill>
                  <a:latin typeface="Courier" pitchFamily="2" charset="0"/>
                </a:rPr>
                <a:t>  1 0 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99699F57-48BE-454E-800A-4CC5A118241E}"/>
              </a:ext>
            </a:extLst>
          </p:cNvPr>
          <p:cNvGrpSpPr/>
          <p:nvPr/>
        </p:nvGrpSpPr>
        <p:grpSpPr>
          <a:xfrm>
            <a:off x="6699877" y="3198633"/>
            <a:ext cx="2047124" cy="1338828"/>
            <a:chOff x="8933167" y="3121843"/>
            <a:chExt cx="2729498" cy="1785104"/>
          </a:xfrm>
        </p:grpSpPr>
        <p:sp>
          <p:nvSpPr>
            <p:cNvPr id="31" name="Right Brace 30">
              <a:extLst>
                <a:ext uri="{FF2B5EF4-FFF2-40B4-BE49-F238E27FC236}">
                  <a16:creationId xmlns:a16="http://schemas.microsoft.com/office/drawing/2014/main" id="{BC6D80E3-4974-474B-9338-024650CB8A51}"/>
                </a:ext>
              </a:extLst>
            </p:cNvPr>
            <p:cNvSpPr/>
            <p:nvPr/>
          </p:nvSpPr>
          <p:spPr>
            <a:xfrm>
              <a:off x="8933167" y="3244723"/>
              <a:ext cx="247697" cy="1504855"/>
            </a:xfrm>
            <a:prstGeom prst="rightBrac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3F87D51E-FE73-0B41-A199-876E1DAEB87D}"/>
                </a:ext>
              </a:extLst>
            </p:cNvPr>
            <p:cNvSpPr txBox="1"/>
            <p:nvPr/>
          </p:nvSpPr>
          <p:spPr>
            <a:xfrm>
              <a:off x="9259242" y="3121843"/>
              <a:ext cx="2403423" cy="17851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85800">
                <a:lnSpc>
                  <a:spcPct val="90000"/>
                </a:lnSpc>
                <a:defRPr/>
              </a:pPr>
              <a:r>
                <a:rPr lang="en-US" dirty="0">
                  <a:solidFill>
                    <a:prstClr val="black"/>
                  </a:solidFill>
                  <a:latin typeface="Calibri"/>
                </a:rPr>
                <a:t>Even though numbers have changed (bit flips), </a:t>
              </a:r>
              <a:r>
                <a:rPr lang="en-US" i="1" dirty="0">
                  <a:solidFill>
                    <a:srgbClr val="C00000"/>
                  </a:solidFill>
                  <a:latin typeface="Calibri"/>
                </a:rPr>
                <a:t>no</a:t>
              </a:r>
              <a:r>
                <a:rPr lang="en-US" dirty="0">
                  <a:solidFill>
                    <a:prstClr val="black"/>
                  </a:solidFill>
                  <a:latin typeface="Calibri"/>
                </a:rPr>
                <a:t> change in checksum!</a:t>
              </a:r>
            </a:p>
          </p:txBody>
        </p:sp>
      </p:grp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7F158003-0B67-4A4C-FD75-5826AD0FF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0BC41B36-6335-F546-90B9-E2121371E10D}" type="slidenum">
              <a:rPr lang="en-US" smtClean="0"/>
              <a:pPr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5387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>
                <a:cs typeface="Calibri" panose="020F0502020204030204" pitchFamily="34" charset="0"/>
              </a:rPr>
              <a:t>Cyclic Redundancy Check (CRC)</a:t>
            </a:r>
            <a:endParaRPr lang="en-US" sz="3300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922CAA94-41E8-A843-D57E-5D351514F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Link Layer: 6-</a:t>
            </a:r>
            <a:fld id="{C4204591-24BD-A542-B9D5-F8D8A88D2FEE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8AECB38E-687E-C946-9EB7-A4D36B2DC890}"/>
              </a:ext>
            </a:extLst>
          </p:cNvPr>
          <p:cNvSpPr txBox="1">
            <a:spLocks noChangeArrowheads="1"/>
          </p:cNvSpPr>
          <p:nvPr/>
        </p:nvSpPr>
        <p:spPr>
          <a:xfrm>
            <a:off x="623115" y="1786959"/>
            <a:ext cx="7974232" cy="1147570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4319" indent="-166688" defTabSz="685800">
              <a:spcBef>
                <a:spcPts val="750"/>
              </a:spcBef>
              <a:defRPr/>
            </a:pPr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more lightweight error-detection coding, still powerful!</a:t>
            </a:r>
          </a:p>
          <a:p>
            <a:pPr marL="264319" indent="-166688" defTabSz="685800">
              <a:spcBef>
                <a:spcPts val="750"/>
              </a:spcBef>
              <a:defRPr/>
            </a:pPr>
            <a:r>
              <a:rPr lang="en-US" sz="2100" dirty="0">
                <a:solidFill>
                  <a:srgbClr val="CC0000"/>
                </a:solidFill>
                <a:latin typeface="Calibri" panose="020F0502020204030204"/>
              </a:rPr>
              <a:t>D: </a:t>
            </a:r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data bits </a:t>
            </a: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(given, think of these as a binary number)</a:t>
            </a:r>
          </a:p>
          <a:p>
            <a:pPr marL="264319" indent="-166688" defTabSz="685800">
              <a:spcBef>
                <a:spcPts val="750"/>
              </a:spcBef>
              <a:defRPr/>
            </a:pPr>
            <a:r>
              <a:rPr lang="en-US" sz="2100" dirty="0">
                <a:solidFill>
                  <a:srgbClr val="CC0000"/>
                </a:solidFill>
                <a:latin typeface="Calibri" panose="020F0502020204030204"/>
              </a:rPr>
              <a:t>G: </a:t>
            </a:r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bit pattern (generator), of </a:t>
            </a:r>
            <a:r>
              <a:rPr lang="en-US" sz="2100" i="1" dirty="0">
                <a:solidFill>
                  <a:prstClr val="black"/>
                </a:solidFill>
                <a:latin typeface="Calibri" panose="020F0502020204030204"/>
              </a:rPr>
              <a:t>r+1 </a:t>
            </a:r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bits </a:t>
            </a: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(given, specified in CRC standard)</a:t>
            </a:r>
          </a:p>
          <a:p>
            <a:pPr marL="857250" lvl="2" indent="-171450" defTabSz="685800">
              <a:spcBef>
                <a:spcPts val="375"/>
              </a:spcBef>
              <a:defRPr/>
            </a:pPr>
            <a:endParaRPr lang="en-US" sz="2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9" name="Rectangle 3">
            <a:extLst>
              <a:ext uri="{FF2B5EF4-FFF2-40B4-BE49-F238E27FC236}">
                <a16:creationId xmlns:a16="http://schemas.microsoft.com/office/drawing/2014/main" id="{E85D3352-49EB-A34F-8ADF-7171A325499F}"/>
              </a:ext>
            </a:extLst>
          </p:cNvPr>
          <p:cNvSpPr txBox="1">
            <a:spLocks noChangeArrowheads="1"/>
          </p:cNvSpPr>
          <p:nvPr/>
        </p:nvSpPr>
        <p:spPr>
          <a:xfrm>
            <a:off x="638023" y="4356023"/>
            <a:ext cx="8277377" cy="1401218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7631" indent="0" defTabSz="685800">
              <a:spcBef>
                <a:spcPts val="750"/>
              </a:spcBef>
              <a:buNone/>
              <a:defRPr/>
            </a:pPr>
            <a:r>
              <a:rPr lang="en-US" sz="2100" i="1" dirty="0">
                <a:solidFill>
                  <a:srgbClr val="0000A8"/>
                </a:solidFill>
                <a:latin typeface="Calibri" panose="020F0502020204030204"/>
              </a:rPr>
              <a:t>sender: </a:t>
            </a:r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compute </a:t>
            </a:r>
            <a:r>
              <a:rPr lang="en-US" sz="2100" i="1" dirty="0">
                <a:solidFill>
                  <a:prstClr val="black"/>
                </a:solidFill>
                <a:latin typeface="Calibri" panose="020F0502020204030204"/>
              </a:rPr>
              <a:t>r</a:t>
            </a:r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 CRC bits, </a:t>
            </a:r>
            <a:r>
              <a:rPr lang="en-US" sz="2100" dirty="0">
                <a:solidFill>
                  <a:srgbClr val="CC0000"/>
                </a:solidFill>
                <a:latin typeface="Calibri" panose="020F0502020204030204"/>
              </a:rPr>
              <a:t>R</a:t>
            </a:r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, such that &lt;D,R&gt; </a:t>
            </a:r>
            <a:r>
              <a:rPr lang="en-US" sz="2100" i="1" dirty="0">
                <a:solidFill>
                  <a:prstClr val="black"/>
                </a:solidFill>
                <a:latin typeface="Calibri" panose="020F0502020204030204"/>
              </a:rPr>
              <a:t>exactly</a:t>
            </a:r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 divisible by G </a:t>
            </a:r>
            <a:r>
              <a:rPr lang="en-US" sz="1500" dirty="0">
                <a:solidFill>
                  <a:prstClr val="black"/>
                </a:solidFill>
                <a:latin typeface="Calibri" panose="020F0502020204030204"/>
              </a:rPr>
              <a:t>(mod 2) </a:t>
            </a:r>
            <a:endParaRPr lang="en-US" sz="2100" dirty="0">
              <a:solidFill>
                <a:prstClr val="black"/>
              </a:solidFill>
              <a:latin typeface="Calibri" panose="020F0502020204030204"/>
            </a:endParaRPr>
          </a:p>
          <a:p>
            <a:pPr marL="521494" lvl="1" indent="-173831" defTabSz="685800">
              <a:spcBef>
                <a:spcPts val="375"/>
              </a:spcBef>
              <a:defRPr/>
            </a:pP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receiver knows G, divides &lt;D,R&gt; by G.  If non-zero remainder: error detected!</a:t>
            </a:r>
          </a:p>
          <a:p>
            <a:pPr marL="521494" lvl="1" indent="-173831" defTabSz="685800">
              <a:spcBef>
                <a:spcPts val="375"/>
              </a:spcBef>
              <a:defRPr/>
            </a:pP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can detect all burst errors less than r+1 bits</a:t>
            </a:r>
          </a:p>
          <a:p>
            <a:pPr marL="521494" lvl="1" indent="-173831" defTabSz="685800">
              <a:spcBef>
                <a:spcPts val="375"/>
              </a:spcBef>
              <a:defRPr/>
            </a:pP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widely used in practice (Ethernet, 802.11 WiFi)</a:t>
            </a:r>
          </a:p>
          <a:p>
            <a:pPr marL="857250" lvl="2" indent="-171450" defTabSz="685800">
              <a:spcBef>
                <a:spcPts val="375"/>
              </a:spcBef>
              <a:defRPr/>
            </a:pPr>
            <a:endParaRPr lang="en-US" sz="2100" dirty="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CE5A70A-21CD-7941-AAFD-93513551C59A}"/>
              </a:ext>
            </a:extLst>
          </p:cNvPr>
          <p:cNvGrpSpPr/>
          <p:nvPr/>
        </p:nvGrpSpPr>
        <p:grpSpPr>
          <a:xfrm>
            <a:off x="2966003" y="3774387"/>
            <a:ext cx="5241394" cy="392737"/>
            <a:chOff x="3954671" y="3889513"/>
            <a:chExt cx="6988525" cy="523649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BD5FE7C0-449C-C24C-94F1-976D8F7F07BD}"/>
                </a:ext>
              </a:extLst>
            </p:cNvPr>
            <p:cNvGrpSpPr/>
            <p:nvPr/>
          </p:nvGrpSpPr>
          <p:grpSpPr>
            <a:xfrm>
              <a:off x="3954671" y="3896138"/>
              <a:ext cx="3014330" cy="517024"/>
              <a:chOff x="8759687" y="3087756"/>
              <a:chExt cx="3014330" cy="517024"/>
            </a:xfrm>
          </p:grpSpPr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82DC7EC-5CAB-E046-AF27-F4F1BE4C8967}"/>
                  </a:ext>
                </a:extLst>
              </p:cNvPr>
              <p:cNvSpPr txBox="1"/>
              <p:nvPr/>
            </p:nvSpPr>
            <p:spPr>
              <a:xfrm>
                <a:off x="8759687" y="3087756"/>
                <a:ext cx="3014330" cy="4924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685800">
                  <a:defRPr/>
                </a:pPr>
                <a:r>
                  <a:rPr lang="en-US" dirty="0">
                    <a:solidFill>
                      <a:prstClr val="black"/>
                    </a:solidFill>
                    <a:latin typeface="Calibri" panose="020F0502020204030204"/>
                  </a:rPr>
                  <a:t>&lt;D,R&gt; = D  2</a:t>
                </a:r>
                <a:r>
                  <a:rPr lang="en-US" baseline="30000" dirty="0">
                    <a:solidFill>
                      <a:prstClr val="black"/>
                    </a:solidFill>
                    <a:latin typeface="Calibri" panose="020F0502020204030204"/>
                  </a:rPr>
                  <a:t>r</a:t>
                </a:r>
                <a:r>
                  <a:rPr lang="en-US" dirty="0">
                    <a:solidFill>
                      <a:prstClr val="black"/>
                    </a:solidFill>
                    <a:latin typeface="Calibri" panose="020F0502020204030204"/>
                  </a:rPr>
                  <a:t>   XOR  R  </a:t>
                </a:r>
              </a:p>
            </p:txBody>
          </p:sp>
          <p:sp>
            <p:nvSpPr>
              <p:cNvPr id="295" name="TextBox 294">
                <a:extLst>
                  <a:ext uri="{FF2B5EF4-FFF2-40B4-BE49-F238E27FC236}">
                    <a16:creationId xmlns:a16="http://schemas.microsoft.com/office/drawing/2014/main" id="{5679D954-E2CF-FE4F-B7E7-75DBBBD56E8B}"/>
                  </a:ext>
                </a:extLst>
              </p:cNvPr>
              <p:cNvSpPr txBox="1"/>
              <p:nvPr/>
            </p:nvSpPr>
            <p:spPr>
              <a:xfrm>
                <a:off x="9972261" y="3173893"/>
                <a:ext cx="374461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685800">
                  <a:defRPr/>
                </a:pPr>
                <a:r>
                  <a:rPr lang="en-US" sz="1500" dirty="0">
                    <a:solidFill>
                      <a:prstClr val="black"/>
                    </a:solidFill>
                    <a:latin typeface="Calibri" panose="020F0502020204030204"/>
                  </a:rPr>
                  <a:t>*</a:t>
                </a:r>
              </a:p>
            </p:txBody>
          </p:sp>
        </p:grpSp>
        <p:sp>
          <p:nvSpPr>
            <p:cNvPr id="296" name="TextBox 295">
              <a:extLst>
                <a:ext uri="{FF2B5EF4-FFF2-40B4-BE49-F238E27FC236}">
                  <a16:creationId xmlns:a16="http://schemas.microsoft.com/office/drawing/2014/main" id="{D334B737-73F4-0C4A-860A-265D4A3D7E47}"/>
                </a:ext>
              </a:extLst>
            </p:cNvPr>
            <p:cNvSpPr txBox="1"/>
            <p:nvPr/>
          </p:nvSpPr>
          <p:spPr>
            <a:xfrm>
              <a:off x="7997688" y="3889513"/>
              <a:ext cx="2945508" cy="4924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685800">
                <a:defRPr/>
              </a:pPr>
              <a:r>
                <a:rPr lang="en-US" dirty="0">
                  <a:solidFill>
                    <a:srgbClr val="0000A8"/>
                  </a:solidFill>
                  <a:latin typeface="Calibri" panose="020F0502020204030204"/>
                </a:rPr>
                <a:t>formula for these bits</a:t>
              </a:r>
            </a:p>
          </p:txBody>
        </p: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13443DA-FCD3-914F-8EC2-A5BA2DA70B77}"/>
                </a:ext>
              </a:extLst>
            </p:cNvPr>
            <p:cNvCxnSpPr/>
            <p:nvPr/>
          </p:nvCxnSpPr>
          <p:spPr>
            <a:xfrm>
              <a:off x="6811619" y="4134678"/>
              <a:ext cx="119269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260FD657-AC1B-3B4B-9C86-1AB0D8168AC3}"/>
              </a:ext>
            </a:extLst>
          </p:cNvPr>
          <p:cNvGrpSpPr/>
          <p:nvPr/>
        </p:nvGrpSpPr>
        <p:grpSpPr>
          <a:xfrm>
            <a:off x="3182986" y="2935487"/>
            <a:ext cx="4097523" cy="845451"/>
            <a:chOff x="4243982" y="2770984"/>
            <a:chExt cx="5463363" cy="1127268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79E989F3-EA4C-7E47-801E-2273E78A0D67}"/>
                </a:ext>
              </a:extLst>
            </p:cNvPr>
            <p:cNvGrpSpPr/>
            <p:nvPr/>
          </p:nvGrpSpPr>
          <p:grpSpPr>
            <a:xfrm>
              <a:off x="4243982" y="2770984"/>
              <a:ext cx="2752035" cy="1103216"/>
              <a:chOff x="2335669" y="2731227"/>
              <a:chExt cx="2752035" cy="1103216"/>
            </a:xfrm>
          </p:grpSpPr>
          <p:grpSp>
            <p:nvGrpSpPr>
              <p:cNvPr id="263" name="Group 262">
                <a:extLst>
                  <a:ext uri="{FF2B5EF4-FFF2-40B4-BE49-F238E27FC236}">
                    <a16:creationId xmlns:a16="http://schemas.microsoft.com/office/drawing/2014/main" id="{29C4AA4F-9EB8-1848-8793-F6CDF1CD0D68}"/>
                  </a:ext>
                </a:extLst>
              </p:cNvPr>
              <p:cNvGrpSpPr/>
              <p:nvPr/>
            </p:nvGrpSpPr>
            <p:grpSpPr>
              <a:xfrm>
                <a:off x="3847708" y="2731227"/>
                <a:ext cx="1239996" cy="644795"/>
                <a:chOff x="2714347" y="4114405"/>
                <a:chExt cx="1239996" cy="644795"/>
              </a:xfrm>
            </p:grpSpPr>
            <p:cxnSp>
              <p:nvCxnSpPr>
                <p:cNvPr id="264" name="Straight Arrow Connector 263">
                  <a:extLst>
                    <a:ext uri="{FF2B5EF4-FFF2-40B4-BE49-F238E27FC236}">
                      <a16:creationId xmlns:a16="http://schemas.microsoft.com/office/drawing/2014/main" id="{E3F5CF1B-09D1-CC47-B116-7240726371D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993162" y="4665600"/>
                  <a:ext cx="542038" cy="0"/>
                </a:xfrm>
                <a:prstGeom prst="straightConnector1">
                  <a:avLst/>
                </a:prstGeom>
                <a:ln w="22225">
                  <a:solidFill>
                    <a:schemeClr val="tx1"/>
                  </a:solidFill>
                  <a:headEnd type="triangle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66" name="TextBox 265">
                  <a:extLst>
                    <a:ext uri="{FF2B5EF4-FFF2-40B4-BE49-F238E27FC236}">
                      <a16:creationId xmlns:a16="http://schemas.microsoft.com/office/drawing/2014/main" id="{3059E882-1BA5-064B-9CE1-43F225240291}"/>
                    </a:ext>
                  </a:extLst>
                </p:cNvPr>
                <p:cNvSpPr txBox="1"/>
                <p:nvPr/>
              </p:nvSpPr>
              <p:spPr>
                <a:xfrm>
                  <a:off x="2714347" y="4114405"/>
                  <a:ext cx="1239996" cy="43088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rtlCol="0">
                  <a:spAutoFit/>
                </a:bodyPr>
                <a:lstStyle/>
                <a:p>
                  <a:pPr defTabSz="685800">
                    <a:defRPr/>
                  </a:pPr>
                  <a:r>
                    <a:rPr lang="en-US" sz="1500" i="1" dirty="0">
                      <a:solidFill>
                        <a:prstClr val="black"/>
                      </a:solidFill>
                      <a:latin typeface="Calibri" panose="020F0502020204030204"/>
                    </a:rPr>
                    <a:t>r</a:t>
                  </a:r>
                  <a:r>
                    <a:rPr lang="en-US" sz="1500" dirty="0">
                      <a:solidFill>
                        <a:prstClr val="black"/>
                      </a:solidFill>
                      <a:latin typeface="Calibri" panose="020F0502020204030204"/>
                    </a:rPr>
                    <a:t> CRC bits</a:t>
                  </a:r>
                </a:p>
              </p:txBody>
            </p:sp>
            <p:cxnSp>
              <p:nvCxnSpPr>
                <p:cNvPr id="267" name="Straight Connector 266">
                  <a:extLst>
                    <a:ext uri="{FF2B5EF4-FFF2-40B4-BE49-F238E27FC236}">
                      <a16:creationId xmlns:a16="http://schemas.microsoft.com/office/drawing/2014/main" id="{176F67FC-CEC0-E145-8840-3B220D064D41}"/>
                    </a:ext>
                  </a:extLst>
                </p:cNvPr>
                <p:cNvCxnSpPr/>
                <p:nvPr/>
              </p:nvCxnSpPr>
              <p:spPr>
                <a:xfrm>
                  <a:off x="3542400" y="4572000"/>
                  <a:ext cx="0" cy="1872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2" name="Group 281">
                <a:extLst>
                  <a:ext uri="{FF2B5EF4-FFF2-40B4-BE49-F238E27FC236}">
                    <a16:creationId xmlns:a16="http://schemas.microsoft.com/office/drawing/2014/main" id="{133DDAB8-AED0-B44C-B8AA-A792E69DA7CC}"/>
                  </a:ext>
                </a:extLst>
              </p:cNvPr>
              <p:cNvGrpSpPr/>
              <p:nvPr/>
            </p:nvGrpSpPr>
            <p:grpSpPr>
              <a:xfrm>
                <a:off x="2491075" y="3061148"/>
                <a:ext cx="1630353" cy="430886"/>
                <a:chOff x="1912047" y="4446000"/>
                <a:chExt cx="1630353" cy="430886"/>
              </a:xfrm>
            </p:grpSpPr>
            <p:cxnSp>
              <p:nvCxnSpPr>
                <p:cNvPr id="290" name="Straight Arrow Connector 289">
                  <a:extLst>
                    <a:ext uri="{FF2B5EF4-FFF2-40B4-BE49-F238E27FC236}">
                      <a16:creationId xmlns:a16="http://schemas.microsoft.com/office/drawing/2014/main" id="{B73F57ED-8511-DE46-AFFF-EB1F2B4DD08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914638" y="4665600"/>
                  <a:ext cx="1620562" cy="0"/>
                </a:xfrm>
                <a:prstGeom prst="straightConnector1">
                  <a:avLst/>
                </a:prstGeom>
                <a:ln w="22225">
                  <a:solidFill>
                    <a:schemeClr val="tx1"/>
                  </a:solidFill>
                  <a:headEnd type="triangle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91" name="Rectangle 290">
                  <a:extLst>
                    <a:ext uri="{FF2B5EF4-FFF2-40B4-BE49-F238E27FC236}">
                      <a16:creationId xmlns:a16="http://schemas.microsoft.com/office/drawing/2014/main" id="{9CC71E42-351B-7D48-A76A-31DFD4155837}"/>
                    </a:ext>
                  </a:extLst>
                </p:cNvPr>
                <p:cNvSpPr/>
                <p:nvPr/>
              </p:nvSpPr>
              <p:spPr>
                <a:xfrm>
                  <a:off x="2098800" y="4636800"/>
                  <a:ext cx="1245600" cy="4571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>
                    <a:defRPr/>
                  </a:pPr>
                  <a:endParaRPr lang="en-US" sz="1350" dirty="0">
                    <a:solidFill>
                      <a:prstClr val="white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292" name="TextBox 291">
                  <a:extLst>
                    <a:ext uri="{FF2B5EF4-FFF2-40B4-BE49-F238E27FC236}">
                      <a16:creationId xmlns:a16="http://schemas.microsoft.com/office/drawing/2014/main" id="{9CB76609-999D-2D49-9C0A-E32FE50AF48D}"/>
                    </a:ext>
                  </a:extLst>
                </p:cNvPr>
                <p:cNvSpPr txBox="1"/>
                <p:nvPr/>
              </p:nvSpPr>
              <p:spPr>
                <a:xfrm>
                  <a:off x="2088000" y="4446000"/>
                  <a:ext cx="1334981" cy="430886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rtlCol="0">
                  <a:spAutoFit/>
                </a:bodyPr>
                <a:lstStyle/>
                <a:p>
                  <a:pPr defTabSz="685800">
                    <a:defRPr/>
                  </a:pPr>
                  <a:r>
                    <a:rPr lang="en-US" sz="1500" dirty="0">
                      <a:solidFill>
                        <a:prstClr val="black"/>
                      </a:solidFill>
                      <a:latin typeface="Calibri" panose="020F0502020204030204"/>
                    </a:rPr>
                    <a:t>d data bits</a:t>
                  </a:r>
                </a:p>
              </p:txBody>
            </p:sp>
            <p:cxnSp>
              <p:nvCxnSpPr>
                <p:cNvPr id="293" name="Straight Connector 292">
                  <a:extLst>
                    <a:ext uri="{FF2B5EF4-FFF2-40B4-BE49-F238E27FC236}">
                      <a16:creationId xmlns:a16="http://schemas.microsoft.com/office/drawing/2014/main" id="{E22D3181-9FAA-B541-A443-8DF2B83F5119}"/>
                    </a:ext>
                  </a:extLst>
                </p:cNvPr>
                <p:cNvCxnSpPr/>
                <p:nvPr/>
              </p:nvCxnSpPr>
              <p:spPr>
                <a:xfrm>
                  <a:off x="3542400" y="4572000"/>
                  <a:ext cx="0" cy="1872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4" name="Straight Connector 293">
                  <a:extLst>
                    <a:ext uri="{FF2B5EF4-FFF2-40B4-BE49-F238E27FC236}">
                      <a16:creationId xmlns:a16="http://schemas.microsoft.com/office/drawing/2014/main" id="{241989A3-AA8F-EB4B-B54B-64685377702A}"/>
                    </a:ext>
                  </a:extLst>
                </p:cNvPr>
                <p:cNvCxnSpPr/>
                <p:nvPr/>
              </p:nvCxnSpPr>
              <p:spPr>
                <a:xfrm>
                  <a:off x="1912047" y="4569600"/>
                  <a:ext cx="0" cy="1872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2" name="Group 261">
                <a:extLst>
                  <a:ext uri="{FF2B5EF4-FFF2-40B4-BE49-F238E27FC236}">
                    <a16:creationId xmlns:a16="http://schemas.microsoft.com/office/drawing/2014/main" id="{E8DCF7DE-A8C5-3A48-A607-43071E3845EB}"/>
                  </a:ext>
                </a:extLst>
              </p:cNvPr>
              <p:cNvGrpSpPr/>
              <p:nvPr/>
            </p:nvGrpSpPr>
            <p:grpSpPr>
              <a:xfrm>
                <a:off x="2335669" y="3342000"/>
                <a:ext cx="2325599" cy="492443"/>
                <a:chOff x="1904400" y="5143043"/>
                <a:chExt cx="2325599" cy="492443"/>
              </a:xfrm>
            </p:grpSpPr>
            <p:sp>
              <p:nvSpPr>
                <p:cNvPr id="269" name="Rectangle 268">
                  <a:extLst>
                    <a:ext uri="{FF2B5EF4-FFF2-40B4-BE49-F238E27FC236}">
                      <a16:creationId xmlns:a16="http://schemas.microsoft.com/office/drawing/2014/main" id="{F9356EE8-B88E-354C-B22C-C3AE0C4CCEC0}"/>
                    </a:ext>
                  </a:extLst>
                </p:cNvPr>
                <p:cNvSpPr/>
                <p:nvPr/>
              </p:nvSpPr>
              <p:spPr>
                <a:xfrm>
                  <a:off x="1904400" y="5221355"/>
                  <a:ext cx="2325599" cy="291548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>
                    <a:defRPr/>
                  </a:pPr>
                  <a:endParaRPr lang="en-US" sz="1350" dirty="0">
                    <a:solidFill>
                      <a:prstClr val="white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270" name="TextBox 269">
                  <a:extLst>
                    <a:ext uri="{FF2B5EF4-FFF2-40B4-BE49-F238E27FC236}">
                      <a16:creationId xmlns:a16="http://schemas.microsoft.com/office/drawing/2014/main" id="{8C616664-1678-F94A-9D03-7836F153E4E8}"/>
                    </a:ext>
                  </a:extLst>
                </p:cNvPr>
                <p:cNvSpPr txBox="1"/>
                <p:nvPr/>
              </p:nvSpPr>
              <p:spPr>
                <a:xfrm>
                  <a:off x="2617146" y="5171947"/>
                  <a:ext cx="404384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defTabSz="685800">
                    <a:defRPr/>
                  </a:pPr>
                  <a:r>
                    <a:rPr lang="en-US" sz="1500" dirty="0">
                      <a:solidFill>
                        <a:prstClr val="black"/>
                      </a:solidFill>
                      <a:latin typeface="Calibri" panose="020F0502020204030204"/>
                    </a:rPr>
                    <a:t>D</a:t>
                  </a:r>
                  <a:endParaRPr lang="en-US" sz="1350" dirty="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271" name="TextBox 270">
                  <a:extLst>
                    <a:ext uri="{FF2B5EF4-FFF2-40B4-BE49-F238E27FC236}">
                      <a16:creationId xmlns:a16="http://schemas.microsoft.com/office/drawing/2014/main" id="{8C3ABF98-D5C1-734D-9F57-D1EEEEBAFD1C}"/>
                    </a:ext>
                  </a:extLst>
                </p:cNvPr>
                <p:cNvSpPr txBox="1"/>
                <p:nvPr/>
              </p:nvSpPr>
              <p:spPr>
                <a:xfrm>
                  <a:off x="3708874" y="5143043"/>
                  <a:ext cx="412933" cy="49244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defTabSz="685800">
                    <a:defRPr/>
                  </a:pPr>
                  <a:r>
                    <a:rPr lang="en-US" dirty="0">
                      <a:solidFill>
                        <a:srgbClr val="C00000"/>
                      </a:solidFill>
                      <a:latin typeface="Calibri" panose="020F0502020204030204"/>
                    </a:rPr>
                    <a:t>R</a:t>
                  </a:r>
                  <a:endParaRPr lang="en-US" sz="1500" dirty="0">
                    <a:solidFill>
                      <a:srgbClr val="C00000"/>
                    </a:solidFill>
                    <a:latin typeface="Calibri" panose="020F0502020204030204"/>
                  </a:endParaRPr>
                </a:p>
              </p:txBody>
            </p:sp>
            <p:cxnSp>
              <p:nvCxnSpPr>
                <p:cNvPr id="272" name="Straight Connector 271">
                  <a:extLst>
                    <a:ext uri="{FF2B5EF4-FFF2-40B4-BE49-F238E27FC236}">
                      <a16:creationId xmlns:a16="http://schemas.microsoft.com/office/drawing/2014/main" id="{693A86FD-0E91-F84C-AD1B-5E7BF4B8B76C}"/>
                    </a:ext>
                  </a:extLst>
                </p:cNvPr>
                <p:cNvCxnSpPr/>
                <p:nvPr/>
              </p:nvCxnSpPr>
              <p:spPr>
                <a:xfrm>
                  <a:off x="3531600" y="5223600"/>
                  <a:ext cx="0" cy="288000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78932362-DCB4-EB40-9B1C-58CF349F31F1}"/>
                </a:ext>
              </a:extLst>
            </p:cNvPr>
            <p:cNvSpPr txBox="1"/>
            <p:nvPr/>
          </p:nvSpPr>
          <p:spPr>
            <a:xfrm>
              <a:off x="8004315" y="3405809"/>
              <a:ext cx="1703030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685800">
                <a:defRPr/>
              </a:pPr>
              <a:r>
                <a:rPr lang="en-US" dirty="0">
                  <a:solidFill>
                    <a:srgbClr val="0000A8"/>
                  </a:solidFill>
                  <a:latin typeface="Calibri" panose="020F0502020204030204"/>
                </a:rPr>
                <a:t>bits to send</a:t>
              </a:r>
            </a:p>
          </p:txBody>
        </p:sp>
        <p:cxnSp>
          <p:nvCxnSpPr>
            <p:cNvPr id="297" name="Straight Connector 296">
              <a:extLst>
                <a:ext uri="{FF2B5EF4-FFF2-40B4-BE49-F238E27FC236}">
                  <a16:creationId xmlns:a16="http://schemas.microsoft.com/office/drawing/2014/main" id="{B1D8A448-DD38-3A4F-8E01-5FD4EA57EB3C}"/>
                </a:ext>
              </a:extLst>
            </p:cNvPr>
            <p:cNvCxnSpPr/>
            <p:nvPr/>
          </p:nvCxnSpPr>
          <p:spPr>
            <a:xfrm>
              <a:off x="6791741" y="3637722"/>
              <a:ext cx="119269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40460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e 1">
            <a:extLst>
              <a:ext uri="{FF2B5EF4-FFF2-40B4-BE49-F238E27FC236}">
                <a16:creationId xmlns:a16="http://schemas.microsoft.com/office/drawing/2014/main" id="{B759CC00-BF06-854E-86A2-B83BD2F04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136525"/>
            <a:ext cx="8448444" cy="772796"/>
          </a:xfrm>
        </p:spPr>
        <p:txBody>
          <a:bodyPr>
            <a:normAutofit/>
          </a:bodyPr>
          <a:lstStyle/>
          <a:p>
            <a:r>
              <a:rPr lang="en-US" altLang="en-US" dirty="0">
                <a:cs typeface="Calibri" panose="020F0502020204030204" pitchFamily="34" charset="0"/>
              </a:rPr>
              <a:t>Cyclic Redundancy Check (CRC):</a:t>
            </a:r>
            <a:endParaRPr lang="en-US" sz="33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B6FB98-CC05-DBDB-F683-BA5CF49C3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Link Layer: 6-</a:t>
            </a:r>
            <a:fld id="{C4204591-24BD-A542-B9D5-F8D8A88D2FEE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33" name="Rectangle 4">
            <a:extLst>
              <a:ext uri="{FF2B5EF4-FFF2-40B4-BE49-F238E27FC236}">
                <a16:creationId xmlns:a16="http://schemas.microsoft.com/office/drawing/2014/main" id="{E9268402-B537-304A-80D7-4F08E8DE947C}"/>
              </a:ext>
            </a:extLst>
          </p:cNvPr>
          <p:cNvSpPr txBox="1">
            <a:spLocks noChangeArrowheads="1"/>
          </p:cNvSpPr>
          <p:nvPr/>
        </p:nvSpPr>
        <p:spPr>
          <a:xfrm>
            <a:off x="564977" y="1913282"/>
            <a:ext cx="3835573" cy="1001368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4319" indent="-166688" defTabSz="685800">
              <a:lnSpc>
                <a:spcPct val="100000"/>
              </a:lnSpc>
              <a:spcBef>
                <a:spcPts val="750"/>
              </a:spcBef>
              <a:buNone/>
              <a:defRPr/>
            </a:pPr>
            <a:r>
              <a:rPr lang="en-US" sz="2400" dirty="0">
                <a:solidFill>
                  <a:srgbClr val="000099"/>
                </a:solidFill>
                <a:latin typeface="Calibri" panose="020F0502020204030204"/>
              </a:rPr>
              <a:t>Sender wants to compute R such that:</a:t>
            </a:r>
          </a:p>
          <a:p>
            <a:pPr marL="521494" lvl="1" indent="-173831" defTabSz="685800">
              <a:lnSpc>
                <a:spcPct val="75000"/>
              </a:lnSpc>
              <a:spcBef>
                <a:spcPts val="375"/>
              </a:spcBef>
              <a:buNone/>
              <a:defRPr/>
            </a:pPr>
            <a:r>
              <a:rPr lang="en-US" sz="2250" i="1" dirty="0">
                <a:solidFill>
                  <a:prstClr val="black"/>
                </a:solidFill>
                <a:latin typeface="Calibri" panose="020F0502020204030204"/>
              </a:rPr>
              <a:t>D </a:t>
            </a:r>
            <a:r>
              <a:rPr lang="en-US" sz="2250" i="1" baseline="26000" dirty="0">
                <a:solidFill>
                  <a:prstClr val="black"/>
                </a:solidFill>
                <a:latin typeface="Calibri" panose="020F0502020204030204"/>
              </a:rPr>
              <a:t>. </a:t>
            </a:r>
            <a:r>
              <a:rPr lang="en-US" sz="2250" i="1" dirty="0">
                <a:solidFill>
                  <a:prstClr val="black"/>
                </a:solidFill>
                <a:latin typeface="Calibri" panose="020F0502020204030204"/>
              </a:rPr>
              <a:t>2</a:t>
            </a:r>
            <a:r>
              <a:rPr lang="en-US" sz="2250" i="1" baseline="30000" dirty="0">
                <a:solidFill>
                  <a:prstClr val="black"/>
                </a:solidFill>
                <a:latin typeface="Calibri" panose="020F0502020204030204"/>
              </a:rPr>
              <a:t>r</a:t>
            </a:r>
            <a:r>
              <a:rPr lang="en-US" sz="2250" i="1" dirty="0">
                <a:solidFill>
                  <a:prstClr val="black"/>
                </a:solidFill>
                <a:latin typeface="Calibri" panose="020F0502020204030204"/>
              </a:rPr>
              <a:t>  XOR  R = nG</a:t>
            </a:r>
          </a:p>
        </p:txBody>
      </p:sp>
      <p:sp>
        <p:nvSpPr>
          <p:cNvPr id="36" name="TextBox 1">
            <a:extLst>
              <a:ext uri="{FF2B5EF4-FFF2-40B4-BE49-F238E27FC236}">
                <a16:creationId xmlns:a16="http://schemas.microsoft.com/office/drawing/2014/main" id="{5F06603C-08A5-9845-B758-7BDABC3CAF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4139" y="5625591"/>
            <a:ext cx="7149783" cy="253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685800">
              <a:defRPr/>
            </a:pPr>
            <a:r>
              <a:rPr lang="en-US" sz="1050" dirty="0">
                <a:solidFill>
                  <a:prstClr val="black"/>
                </a:solidFill>
              </a:rPr>
              <a:t>* Check out the online interactive exercises for more examples: h</a:t>
            </a:r>
            <a:r>
              <a:rPr lang="en-US" sz="900" dirty="0">
                <a:solidFill>
                  <a:prstClr val="black"/>
                </a:solidFill>
              </a:rPr>
              <a:t>ttp://gaia.cs.umass.edu/kurose_ross/interactive/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19F3C04-8A75-924D-8CE9-D51AC0954E3F}"/>
              </a:ext>
            </a:extLst>
          </p:cNvPr>
          <p:cNvGrpSpPr/>
          <p:nvPr/>
        </p:nvGrpSpPr>
        <p:grpSpPr>
          <a:xfrm>
            <a:off x="1337797" y="4826794"/>
            <a:ext cx="2091203" cy="646331"/>
            <a:chOff x="1783729" y="4359275"/>
            <a:chExt cx="2788271" cy="861775"/>
          </a:xfrm>
        </p:grpSpPr>
        <p:sp>
          <p:nvSpPr>
            <p:cNvPr id="37" name="Text Box 6">
              <a:extLst>
                <a:ext uri="{FF2B5EF4-FFF2-40B4-BE49-F238E27FC236}">
                  <a16:creationId xmlns:a16="http://schemas.microsoft.com/office/drawing/2014/main" id="{0D2B5DE6-30BC-384D-967C-0752A15E60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84939" y="4359275"/>
              <a:ext cx="1336675" cy="8617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defTabSz="685800">
                <a:defRPr/>
              </a:pPr>
              <a:r>
                <a:rPr lang="en-US" dirty="0">
                  <a:solidFill>
                    <a:prstClr val="black"/>
                  </a:solidFill>
                  <a:latin typeface="Arial" charset="0"/>
                </a:rPr>
                <a:t>D</a:t>
              </a:r>
              <a:r>
                <a:rPr lang="en-US" baseline="26000" dirty="0">
                  <a:solidFill>
                    <a:prstClr val="black"/>
                  </a:solidFill>
                  <a:latin typeface="Arial" charset="0"/>
                </a:rPr>
                <a:t>.</a:t>
              </a:r>
              <a:r>
                <a:rPr lang="en-US" dirty="0">
                  <a:solidFill>
                    <a:prstClr val="black"/>
                  </a:solidFill>
                  <a:latin typeface="Arial" charset="0"/>
                </a:rPr>
                <a:t>2</a:t>
              </a:r>
              <a:r>
                <a:rPr lang="en-US" baseline="30000" dirty="0">
                  <a:solidFill>
                    <a:prstClr val="black"/>
                  </a:solidFill>
                  <a:latin typeface="Arial" charset="0"/>
                </a:rPr>
                <a:t>r</a:t>
              </a:r>
            </a:p>
            <a:p>
              <a:pPr algn="ctr" defTabSz="685800">
                <a:defRPr/>
              </a:pPr>
              <a:r>
                <a:rPr lang="en-US" dirty="0">
                  <a:solidFill>
                    <a:prstClr val="black"/>
                  </a:solidFill>
                  <a:latin typeface="Arial" charset="0"/>
                </a:rPr>
                <a:t>G</a:t>
              </a:r>
            </a:p>
          </p:txBody>
        </p:sp>
        <p:sp>
          <p:nvSpPr>
            <p:cNvPr id="38" name="Line 7">
              <a:extLst>
                <a:ext uri="{FF2B5EF4-FFF2-40B4-BE49-F238E27FC236}">
                  <a16:creationId xmlns:a16="http://schemas.microsoft.com/office/drawing/2014/main" id="{7EDB71CD-D11F-5D42-AAAF-99C7646A0A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27839" y="4775200"/>
              <a:ext cx="63182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40" name="Text Box 5">
              <a:extLst>
                <a:ext uri="{FF2B5EF4-FFF2-40B4-BE49-F238E27FC236}">
                  <a16:creationId xmlns:a16="http://schemas.microsoft.com/office/drawing/2014/main" id="{727CD607-1F6A-FE44-BD7A-6D2EAB93B3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83729" y="4504911"/>
              <a:ext cx="2788271" cy="4924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defTabSz="685800">
                <a:defRPr/>
              </a:pPr>
              <a:r>
                <a:rPr lang="en-US" dirty="0">
                  <a:solidFill>
                    <a:prstClr val="black"/>
                  </a:solidFill>
                  <a:latin typeface="Arial" charset="0"/>
                </a:rPr>
                <a:t>R</a:t>
              </a:r>
              <a:r>
                <a:rPr lang="en-US" sz="1350" dirty="0">
                  <a:solidFill>
                    <a:prstClr val="black"/>
                  </a:solidFill>
                  <a:latin typeface="Arial" charset="0"/>
                </a:rPr>
                <a:t> = remainder </a:t>
              </a:r>
              <a:r>
                <a:rPr lang="en-US" dirty="0">
                  <a:solidFill>
                    <a:prstClr val="black"/>
                  </a:solidFill>
                  <a:latin typeface="Arial" charset="0"/>
                </a:rPr>
                <a:t>[</a:t>
              </a:r>
              <a:r>
                <a:rPr lang="en-US" sz="1350" dirty="0">
                  <a:solidFill>
                    <a:prstClr val="black"/>
                  </a:solidFill>
                  <a:latin typeface="Arial" charset="0"/>
                </a:rPr>
                <a:t>           </a:t>
              </a:r>
              <a:r>
                <a:rPr lang="en-US" dirty="0">
                  <a:solidFill>
                    <a:prstClr val="black"/>
                  </a:solidFill>
                  <a:latin typeface="Arial" charset="0"/>
                </a:rPr>
                <a:t>]</a:t>
              </a:r>
              <a:endParaRPr lang="en-US" sz="1350" dirty="0">
                <a:solidFill>
                  <a:prstClr val="black"/>
                </a:solidFill>
                <a:latin typeface="Arial" charset="0"/>
              </a:endParaRPr>
            </a:p>
          </p:txBody>
        </p:sp>
      </p:grpSp>
      <p:sp>
        <p:nvSpPr>
          <p:cNvPr id="101" name="Rectangle 4">
            <a:extLst>
              <a:ext uri="{FF2B5EF4-FFF2-40B4-BE49-F238E27FC236}">
                <a16:creationId xmlns:a16="http://schemas.microsoft.com/office/drawing/2014/main" id="{0277089F-1489-B940-903E-43BA205BCEA6}"/>
              </a:ext>
            </a:extLst>
          </p:cNvPr>
          <p:cNvSpPr txBox="1">
            <a:spLocks noChangeArrowheads="1"/>
          </p:cNvSpPr>
          <p:nvPr/>
        </p:nvSpPr>
        <p:spPr>
          <a:xfrm>
            <a:off x="575368" y="3104340"/>
            <a:ext cx="3939482" cy="658468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4319" indent="-88106" defTabSz="685800">
              <a:lnSpc>
                <a:spcPct val="75000"/>
              </a:lnSpc>
              <a:spcBef>
                <a:spcPts val="750"/>
              </a:spcBef>
              <a:buNone/>
              <a:defRPr/>
            </a:pPr>
            <a:r>
              <a:rPr lang="en-US" sz="2100" dirty="0">
                <a:solidFill>
                  <a:srgbClr val="000099"/>
                </a:solidFill>
                <a:latin typeface="Calibri" panose="020F0502020204030204"/>
              </a:rPr>
              <a:t>... or equivalently </a:t>
            </a:r>
            <a:r>
              <a:rPr lang="en-US" sz="1650" dirty="0">
                <a:solidFill>
                  <a:srgbClr val="000099"/>
                </a:solidFill>
                <a:latin typeface="Calibri" panose="020F0502020204030204"/>
              </a:rPr>
              <a:t>(XOR R both sides):</a:t>
            </a:r>
            <a:endParaRPr lang="en-US" sz="2400" dirty="0">
              <a:solidFill>
                <a:srgbClr val="000099"/>
              </a:solidFill>
              <a:latin typeface="Calibri" panose="020F0502020204030204"/>
            </a:endParaRPr>
          </a:p>
          <a:p>
            <a:pPr marL="521494" lvl="1" indent="-173831" defTabSz="685800">
              <a:lnSpc>
                <a:spcPct val="75000"/>
              </a:lnSpc>
              <a:spcBef>
                <a:spcPts val="375"/>
              </a:spcBef>
              <a:buNone/>
              <a:defRPr/>
            </a:pPr>
            <a:r>
              <a:rPr lang="en-US" sz="2100" i="1" dirty="0">
                <a:solidFill>
                  <a:prstClr val="black"/>
                </a:solidFill>
                <a:latin typeface="Calibri" panose="020F0502020204030204"/>
              </a:rPr>
              <a:t>D </a:t>
            </a:r>
            <a:r>
              <a:rPr lang="en-US" sz="2100" i="1" baseline="26000" dirty="0">
                <a:solidFill>
                  <a:prstClr val="black"/>
                </a:solidFill>
                <a:latin typeface="Calibri" panose="020F0502020204030204"/>
              </a:rPr>
              <a:t>. </a:t>
            </a:r>
            <a:r>
              <a:rPr lang="en-US" sz="2100" i="1" dirty="0">
                <a:solidFill>
                  <a:prstClr val="black"/>
                </a:solidFill>
                <a:latin typeface="Calibri" panose="020F0502020204030204"/>
              </a:rPr>
              <a:t>2</a:t>
            </a:r>
            <a:r>
              <a:rPr lang="en-US" sz="2100" i="1" baseline="30000" dirty="0">
                <a:solidFill>
                  <a:prstClr val="black"/>
                </a:solidFill>
                <a:latin typeface="Calibri" panose="020F0502020204030204"/>
              </a:rPr>
              <a:t>r</a:t>
            </a:r>
            <a:r>
              <a:rPr lang="en-US" sz="2100" i="1" dirty="0">
                <a:solidFill>
                  <a:prstClr val="black"/>
                </a:solidFill>
                <a:latin typeface="Calibri" panose="020F0502020204030204"/>
              </a:rPr>
              <a:t> = nG  XOR  R </a:t>
            </a:r>
          </a:p>
        </p:txBody>
      </p:sp>
      <p:sp>
        <p:nvSpPr>
          <p:cNvPr id="102" name="Rectangle 4">
            <a:extLst>
              <a:ext uri="{FF2B5EF4-FFF2-40B4-BE49-F238E27FC236}">
                <a16:creationId xmlns:a16="http://schemas.microsoft.com/office/drawing/2014/main" id="{2D27A16A-ED66-A64E-999A-8DE379B7B5C0}"/>
              </a:ext>
            </a:extLst>
          </p:cNvPr>
          <p:cNvSpPr txBox="1">
            <a:spLocks noChangeArrowheads="1"/>
          </p:cNvSpPr>
          <p:nvPr/>
        </p:nvSpPr>
        <p:spPr>
          <a:xfrm>
            <a:off x="544196" y="3858981"/>
            <a:ext cx="3738666" cy="939023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4319" indent="-88106" defTabSz="685800">
              <a:lnSpc>
                <a:spcPct val="75000"/>
              </a:lnSpc>
              <a:spcBef>
                <a:spcPts val="750"/>
              </a:spcBef>
              <a:buNone/>
              <a:defRPr/>
            </a:pPr>
            <a:r>
              <a:rPr lang="en-US" sz="2100" dirty="0">
                <a:solidFill>
                  <a:srgbClr val="000099"/>
                </a:solidFill>
                <a:latin typeface="Calibri" panose="020F0502020204030204"/>
              </a:rPr>
              <a:t> ... which says:</a:t>
            </a:r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  </a:t>
            </a:r>
          </a:p>
          <a:p>
            <a:pPr marL="342900" indent="-176213" defTabSz="685800">
              <a:lnSpc>
                <a:spcPct val="75000"/>
              </a:lnSpc>
              <a:spcBef>
                <a:spcPts val="750"/>
              </a:spcBef>
              <a:buNone/>
              <a:defRPr/>
            </a:pPr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   if we divide D </a:t>
            </a:r>
            <a:r>
              <a:rPr lang="en-US" sz="2100" baseline="26000" dirty="0">
                <a:solidFill>
                  <a:prstClr val="black"/>
                </a:solidFill>
                <a:latin typeface="Calibri" panose="020F0502020204030204"/>
              </a:rPr>
              <a:t>. </a:t>
            </a:r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2</a:t>
            </a:r>
            <a:r>
              <a:rPr lang="en-US" sz="2100" baseline="30000" dirty="0">
                <a:solidFill>
                  <a:prstClr val="black"/>
                </a:solidFill>
                <a:latin typeface="Calibri" panose="020F0502020204030204"/>
              </a:rPr>
              <a:t>r</a:t>
            </a:r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 by G, we want remainder R to satisfy: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72A026-1E79-6E4F-BB2B-9F601BFFF743}"/>
              </a:ext>
            </a:extLst>
          </p:cNvPr>
          <p:cNvSpPr txBox="1"/>
          <p:nvPr/>
        </p:nvSpPr>
        <p:spPr>
          <a:xfrm>
            <a:off x="3486150" y="4886326"/>
            <a:ext cx="1473865" cy="5652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85000"/>
              </a:lnSpc>
            </a:pPr>
            <a:r>
              <a:rPr lang="en-US" i="1" dirty="0">
                <a:solidFill>
                  <a:srgbClr val="C00000"/>
                </a:solidFill>
              </a:rPr>
              <a:t>algorithm for </a:t>
            </a:r>
          </a:p>
          <a:p>
            <a:pPr>
              <a:lnSpc>
                <a:spcPct val="85000"/>
              </a:lnSpc>
            </a:pPr>
            <a:r>
              <a:rPr lang="en-US" i="1" dirty="0">
                <a:solidFill>
                  <a:srgbClr val="C00000"/>
                </a:solidFill>
              </a:rPr>
              <a:t>computing R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93119A0-F2D0-BF4D-A6DF-32CE329EF4A3}"/>
              </a:ext>
            </a:extLst>
          </p:cNvPr>
          <p:cNvSpPr/>
          <p:nvPr/>
        </p:nvSpPr>
        <p:spPr>
          <a:xfrm>
            <a:off x="1157288" y="4700587"/>
            <a:ext cx="2371725" cy="842963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3800219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101" grpId="0"/>
      <p:bldP spid="102" grpId="0"/>
      <p:bldP spid="3" grpId="0"/>
      <p:bldP spid="4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62D465-410E-BC25-001F-8A4EF3FAC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9A231-DD30-F04C-8024-861B12ED4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CRC (Cyclic Redundancy Check)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CA5573BC-0817-26B6-6AEC-6A9F7D493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0BC41B36-6335-F546-90B9-E2121371E10D}" type="slidenum">
              <a:rPr lang="en-US" smtClean="0"/>
              <a:pPr/>
              <a:t>36</a:t>
            </a:fld>
            <a:endParaRPr lang="en-US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6D116121-8FAD-4B04-BE0F-85721EBDF4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1463703"/>
            <a:ext cx="5143202" cy="1695890"/>
          </a:xfrm>
          <a:prstGeom prst="rect">
            <a:avLst/>
          </a:prstGeom>
        </p:spPr>
      </p:pic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479E845F-B62F-E67B-AD35-25E170149C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15734" y="2261204"/>
            <a:ext cx="2408663" cy="57958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From ChatGPT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4843AA8B-7C55-D32A-9C90-DF976244B6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3500919"/>
            <a:ext cx="3096245" cy="3037994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25F8CB66-D782-3A6D-4B2C-710842CBA73C}"/>
              </a:ext>
            </a:extLst>
          </p:cNvPr>
          <p:cNvSpPr txBox="1"/>
          <p:nvPr/>
        </p:nvSpPr>
        <p:spPr>
          <a:xfrm>
            <a:off x="1861976" y="3990387"/>
            <a:ext cx="27100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CRC example</a:t>
            </a:r>
          </a:p>
        </p:txBody>
      </p:sp>
    </p:spTree>
    <p:extLst>
      <p:ext uri="{BB962C8B-B14F-4D97-AF65-F5344CB8AC3E}">
        <p14:creationId xmlns:p14="http://schemas.microsoft.com/office/powerpoint/2010/main" val="98154218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dirty="0"/>
              <a:t>Connectionless transport: UDP</a:t>
            </a:r>
            <a:endParaRPr lang="en-US" sz="3600" b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92F444-40D3-7CFD-B1E2-570EDE30FF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b="0" dirty="0"/>
              <a:t>Summary</a:t>
            </a:r>
            <a:endParaRPr lang="en-US" dirty="0"/>
          </a:p>
        </p:txBody>
      </p:sp>
      <p:sp>
        <p:nvSpPr>
          <p:cNvPr id="128" name="Rectangle 3">
            <a:extLst>
              <a:ext uri="{FF2B5EF4-FFF2-40B4-BE49-F238E27FC236}">
                <a16:creationId xmlns:a16="http://schemas.microsoft.com/office/drawing/2014/main" id="{2C2F9B28-FDD9-B047-936F-1DE26AECFD6E}"/>
              </a:ext>
            </a:extLst>
          </p:cNvPr>
          <p:cNvSpPr txBox="1">
            <a:spLocks noChangeArrowheads="1"/>
          </p:cNvSpPr>
          <p:nvPr/>
        </p:nvSpPr>
        <p:spPr>
          <a:xfrm>
            <a:off x="394261" y="2142199"/>
            <a:ext cx="8530225" cy="3935950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7663" indent="-254794" defTabSz="685800">
              <a:spcBef>
                <a:spcPts val="750"/>
              </a:spcBef>
              <a:buFont typeface="Wingdings" charset="2"/>
              <a:buChar char="§"/>
              <a:defRPr/>
            </a:pPr>
            <a:r>
              <a:rPr lang="en-US" sz="2400" dirty="0">
                <a:solidFill>
                  <a:prstClr val="black"/>
                </a:solidFill>
                <a:latin typeface="Calibri"/>
              </a:rPr>
              <a:t>“no frills” protocol: </a:t>
            </a:r>
          </a:p>
          <a:p>
            <a:pPr marL="606029" lvl="1" indent="-255985" defTabSz="685800">
              <a:spcBef>
                <a:spcPts val="750"/>
              </a:spcBef>
              <a:buClr>
                <a:srgbClr val="0000A3"/>
              </a:buClr>
              <a:defRPr/>
            </a:pPr>
            <a:r>
              <a:rPr lang="en-US" sz="2100" dirty="0">
                <a:solidFill>
                  <a:prstClr val="black"/>
                </a:solidFill>
                <a:latin typeface="Calibri"/>
              </a:rPr>
              <a:t>segments may be lost, delivered out of order</a:t>
            </a:r>
          </a:p>
          <a:p>
            <a:pPr marL="606029" lvl="1" indent="-255985" defTabSz="685800">
              <a:spcBef>
                <a:spcPts val="750"/>
              </a:spcBef>
              <a:buClr>
                <a:srgbClr val="0000A3"/>
              </a:buClr>
              <a:defRPr/>
            </a:pPr>
            <a:r>
              <a:rPr lang="en-US" sz="2100" dirty="0">
                <a:solidFill>
                  <a:prstClr val="black"/>
                </a:solidFill>
                <a:latin typeface="Calibri"/>
              </a:rPr>
              <a:t>best effort service: “send and hope for the best”</a:t>
            </a:r>
          </a:p>
          <a:p>
            <a:pPr marL="347663" indent="-254794" defTabSz="685800">
              <a:spcBef>
                <a:spcPts val="750"/>
              </a:spcBef>
              <a:buFont typeface="Wingdings" charset="2"/>
              <a:buChar char="§"/>
              <a:defRPr/>
            </a:pPr>
            <a:r>
              <a:rPr lang="en-US" sz="2400" dirty="0">
                <a:solidFill>
                  <a:prstClr val="black"/>
                </a:solidFill>
                <a:latin typeface="Calibri"/>
              </a:rPr>
              <a:t>UDP has its plusses:</a:t>
            </a:r>
          </a:p>
          <a:p>
            <a:pPr marL="606029" lvl="1" indent="-255985" defTabSz="685800">
              <a:spcBef>
                <a:spcPts val="750"/>
              </a:spcBef>
              <a:buClr>
                <a:srgbClr val="0000A3"/>
              </a:buClr>
              <a:defRPr/>
            </a:pPr>
            <a:r>
              <a:rPr lang="en-US" sz="2100" dirty="0">
                <a:solidFill>
                  <a:prstClr val="black"/>
                </a:solidFill>
                <a:latin typeface="Calibri"/>
              </a:rPr>
              <a:t>no setup/handshaking needed (no RTT incurred)</a:t>
            </a:r>
          </a:p>
          <a:p>
            <a:pPr marL="606029" lvl="1" indent="-255985" defTabSz="685800">
              <a:spcBef>
                <a:spcPts val="750"/>
              </a:spcBef>
              <a:buClr>
                <a:srgbClr val="0000A3"/>
              </a:buClr>
              <a:defRPr/>
            </a:pPr>
            <a:r>
              <a:rPr lang="en-US" sz="2100" dirty="0">
                <a:solidFill>
                  <a:prstClr val="black"/>
                </a:solidFill>
                <a:latin typeface="Calibri"/>
              </a:rPr>
              <a:t>can function when network service is compromised</a:t>
            </a:r>
          </a:p>
          <a:p>
            <a:pPr marL="606029" lvl="1" indent="-255985" defTabSz="685800">
              <a:spcBef>
                <a:spcPts val="750"/>
              </a:spcBef>
              <a:buClr>
                <a:srgbClr val="0000A3"/>
              </a:buClr>
              <a:defRPr/>
            </a:pPr>
            <a:r>
              <a:rPr lang="en-US" sz="2100" dirty="0">
                <a:solidFill>
                  <a:prstClr val="black"/>
                </a:solidFill>
                <a:latin typeface="Calibri"/>
              </a:rPr>
              <a:t>helps with reliability (checksum)</a:t>
            </a:r>
          </a:p>
          <a:p>
            <a:pPr marL="347663" indent="-254794" defTabSz="685800">
              <a:spcBef>
                <a:spcPts val="750"/>
              </a:spcBef>
              <a:buFont typeface="Wingdings" charset="2"/>
              <a:buChar char="§"/>
              <a:defRPr/>
            </a:pPr>
            <a:r>
              <a:rPr lang="en-US" sz="2400" dirty="0">
                <a:solidFill>
                  <a:prstClr val="black"/>
                </a:solidFill>
                <a:latin typeface="Calibri"/>
              </a:rPr>
              <a:t>build additional functionality on top of UDP in application layer (e.g., HTTP/3)</a:t>
            </a:r>
            <a:endParaRPr lang="en-US" sz="18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0F245C-EACE-D326-55C9-E7D4DA30B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0BC41B36-6335-F546-90B9-E2121371E10D}" type="slidenum">
              <a:rPr lang="en-US" smtClean="0"/>
              <a:pPr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024524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9E5DE9-7171-ABE8-14FC-CDF4D427C3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913469"/>
            <a:ext cx="7886700" cy="745065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Thanks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F5CF3F-2EF3-BC1A-AE92-1417AE1C2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BC41B36-6335-F546-90B9-E2121371E10D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0DBBE3-FC6B-25D4-1813-2EBD68F50C41}"/>
              </a:ext>
            </a:extLst>
          </p:cNvPr>
          <p:cNvSpPr txBox="1"/>
          <p:nvPr/>
        </p:nvSpPr>
        <p:spPr>
          <a:xfrm>
            <a:off x="628651" y="4626393"/>
            <a:ext cx="735965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Acknowledgment</a:t>
            </a:r>
          </a:p>
          <a:p>
            <a:endParaRPr lang="en-US" sz="1200" dirty="0"/>
          </a:p>
          <a:p>
            <a:r>
              <a:rPr lang="en-US" sz="1200" dirty="0"/>
              <a:t>The materials for this course are in part based upon the materials from a number of people/sources, including: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Official website of the Kurose and Ross text: Computer Networking: A Top-Down Approach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Official website of the Tanenbaum &amp; Wetherall text: Computer Networks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Dr. Murat Yuksel: </a:t>
            </a:r>
            <a:r>
              <a:rPr lang="en-US" sz="1200" dirty="0">
                <a:hlinkClick r:id="rId2"/>
              </a:rPr>
              <a:t>https://www.ece.ucf.edu/~yuksem/teaching/EEL-4781-Fall-2020.html</a:t>
            </a: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Dr. Raj Jain: </a:t>
            </a:r>
            <a:r>
              <a:rPr lang="en-US" sz="1200" dirty="0">
                <a:hlinkClick r:id="rId3"/>
              </a:rPr>
              <a:t>https://www.cse.wustl.edu/~jain/</a:t>
            </a:r>
            <a:endParaRPr lang="en-US" sz="1200" dirty="0"/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6857955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29078</TotalTime>
  <Words>2684</Words>
  <Application>Microsoft Office PowerPoint</Application>
  <PresentationFormat>On-screen Show (4:3)</PresentationFormat>
  <Paragraphs>743</Paragraphs>
  <Slides>38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38</vt:i4>
      </vt:variant>
    </vt:vector>
  </HeadingPairs>
  <TitlesOfParts>
    <vt:vector size="51" baseType="lpstr">
      <vt:lpstr>Courier</vt:lpstr>
      <vt:lpstr>ＭＳ Ｐゴシック</vt:lpstr>
      <vt:lpstr>Arial</vt:lpstr>
      <vt:lpstr>Calibri</vt:lpstr>
      <vt:lpstr>Calibri Light</vt:lpstr>
      <vt:lpstr>Comic Sans MS</vt:lpstr>
      <vt:lpstr>Courier New</vt:lpstr>
      <vt:lpstr>Gill Sans MT</vt:lpstr>
      <vt:lpstr>Tahoma</vt:lpstr>
      <vt:lpstr>Times New Roman</vt:lpstr>
      <vt:lpstr>Wingdings</vt:lpstr>
      <vt:lpstr>Office Theme</vt:lpstr>
      <vt:lpstr>2_Office Theme</vt:lpstr>
      <vt:lpstr>EEL 4781 Computer Communication Networks Chapter 3-1: Transport Layer</vt:lpstr>
      <vt:lpstr>Agenda </vt:lpstr>
      <vt:lpstr>Transport layer: overview</vt:lpstr>
      <vt:lpstr>Transport layer: overview</vt:lpstr>
      <vt:lpstr>Transport layer: overview</vt:lpstr>
      <vt:lpstr>Transport layer: overview</vt:lpstr>
      <vt:lpstr>Transport layer: overview</vt:lpstr>
      <vt:lpstr>Transport layer: overview</vt:lpstr>
      <vt:lpstr>Transport layer: overview</vt:lpstr>
      <vt:lpstr>Agenda </vt:lpstr>
      <vt:lpstr>Multiplexing/demultiplexing</vt:lpstr>
      <vt:lpstr>Multiplexing/demultiplexing</vt:lpstr>
      <vt:lpstr>Multiplexing/demultiplexing</vt:lpstr>
      <vt:lpstr>Multiplexing/demultiplexing</vt:lpstr>
      <vt:lpstr>Multiplexing/demultiplexing</vt:lpstr>
      <vt:lpstr>Multiplexing/demultiplexing</vt:lpstr>
      <vt:lpstr>Multiplexing/demultiplexing</vt:lpstr>
      <vt:lpstr>Multiplexing/demultiplexing</vt:lpstr>
      <vt:lpstr>Multiplexing/demultiplexing</vt:lpstr>
      <vt:lpstr>Multiplexing/demultiplexing</vt:lpstr>
      <vt:lpstr>Agenda </vt:lpstr>
      <vt:lpstr>Connectionless transport: UDP</vt:lpstr>
      <vt:lpstr>Connectionless transport: UDP</vt:lpstr>
      <vt:lpstr>Connectionless transport: UDP</vt:lpstr>
      <vt:lpstr>Connectionless transport: UDP</vt:lpstr>
      <vt:lpstr>Connectionless transport: UDP</vt:lpstr>
      <vt:lpstr>Connectionless transport: UDP</vt:lpstr>
      <vt:lpstr>Connectionless transport: UDP</vt:lpstr>
      <vt:lpstr>Simple Parity Bit (Check Bit)</vt:lpstr>
      <vt:lpstr>Checksum</vt:lpstr>
      <vt:lpstr>Checksum</vt:lpstr>
      <vt:lpstr>Checksum</vt:lpstr>
      <vt:lpstr>Checksum</vt:lpstr>
      <vt:lpstr>Cyclic Redundancy Check (CRC)</vt:lpstr>
      <vt:lpstr>Cyclic Redundancy Check (CRC):</vt:lpstr>
      <vt:lpstr>CRC (Cyclic Redundancy Check)</vt:lpstr>
      <vt:lpstr>Connectionless transport: UDP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Addressing Prolonged Restore Challenge in Further Scaling DRAMs</dc:title>
  <dc:creator>xw zhang</dc:creator>
  <cp:lastModifiedBy>Xin Xin</cp:lastModifiedBy>
  <cp:revision>602</cp:revision>
  <dcterms:created xsi:type="dcterms:W3CDTF">2017-06-28T02:53:02Z</dcterms:created>
  <dcterms:modified xsi:type="dcterms:W3CDTF">2025-02-05T16:40:19Z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PowerLiteLastOptimized">
    <vt:lpwstr>1791174</vt:lpwstr>
  </property>
  <property fmtid="{D5CDD505-2E9C-101B-9397-08002B2CF9AE}" pid="3" name="NXPowerLiteSettings">
    <vt:lpwstr>B74006B004C800</vt:lpwstr>
  </property>
  <property fmtid="{D5CDD505-2E9C-101B-9397-08002B2CF9AE}" pid="4" name="NXPowerLiteVersion">
    <vt:lpwstr>D7.1.1</vt:lpwstr>
  </property>
</Properties>
</file>